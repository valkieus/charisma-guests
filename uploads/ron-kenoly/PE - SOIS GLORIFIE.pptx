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21676-EA68-4750-B1C0-A9BD6CC22C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57BEB-7691-4F5B-B513-770C3906A3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7A73D-42D7-4EB7-9C58-8F617400D2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B12F36-71BB-4D99-B6FF-AACEB75DB0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13AA1C-A900-40C1-BE94-EBD7ADE275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F1D550-9F0E-411B-B6AD-7C4C2CD7A7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EDD14-7C37-4B05-A47C-5219C49C8E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8CE1AB-2A72-4697-A9A5-BB593E20CD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1D5E80-2BD3-45EF-A19F-F9BE44389B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951D9-6C67-4CDD-BD58-6371E0C140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BB6BD-7725-439B-A633-38AB5E283A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D63CED3-9182-4EE3-BDA0-9F7B16BAF0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THE HEAVENS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THE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GLORIFIED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THIS TEMPLE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JESUS, JESUS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THOU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JESUS, JESUS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THOU GLORIFIED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THE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WORSHIP THE 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THIS TEMPLE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JESUS, JESUS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THOU GLORIFIED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JESUS, JESUS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BE THOU GLORIFIED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GLORIFIÉ, SOIS GLORIFIÉ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GLORIFIÉ, SOIS GLORIFIÉ  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 DANS LES CIEUX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 SUR LA TERRE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SOIS GLORIFIÉ DANS CE TEMPLE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JÉSUS, JÉSUS, SOIS GLORIFIÉ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JÉSUS, JÉSUS, SOIS GLORIFIÉ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845</TotalTime>
  <Words>105</Words>
  <Application>Microsoft Office PowerPoint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75</cp:revision>
  <dcterms:created xsi:type="dcterms:W3CDTF">2002-08-17T10:50:50Z</dcterms:created>
  <dcterms:modified xsi:type="dcterms:W3CDTF">2010-11-05T16:00:18Z</dcterms:modified>
</cp:coreProperties>
</file>