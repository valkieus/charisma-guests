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32" r:id="rId2"/>
    <p:sldId id="433" r:id="rId3"/>
    <p:sldId id="426" r:id="rId4"/>
    <p:sldId id="434" r:id="rId5"/>
    <p:sldId id="435" r:id="rId6"/>
    <p:sldId id="436" r:id="rId7"/>
    <p:sldId id="437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90929"/>
  </p:normalViewPr>
  <p:slideViewPr>
    <p:cSldViewPr>
      <p:cViewPr>
        <p:scale>
          <a:sx n="32" d="100"/>
          <a:sy n="32" d="100"/>
        </p:scale>
        <p:origin x="-2406" y="-8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4F807-7306-442F-8A9C-0CFACF683E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3B1356-30E1-4626-9367-5B6198F463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7542B3-145E-473C-A204-7F396A8D83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920E-0CBB-41FD-BC87-95A5E71512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02CC62-2210-47E5-9699-E861437029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8508E2-501B-4BEF-A862-DB6265E86F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9716F5-AF4B-4766-88BB-023C742513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2E457-E56F-4B85-9893-29935E8604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1A00A5-3C86-4728-ABF9-0C2CCDA951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761CB2-077A-4C19-81BA-72ACCF3C41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B6E9C-0633-4FD2-9876-6573C05313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E581272-979F-4D05-A496-3019D292FB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6"/>
          <p:cNvGrpSpPr>
            <a:grpSpLocks/>
          </p:cNvGrpSpPr>
          <p:nvPr/>
        </p:nvGrpSpPr>
        <p:grpSpPr bwMode="auto">
          <a:xfrm>
            <a:off x="265113" y="-201613"/>
            <a:ext cx="8613775" cy="1828801"/>
            <a:chOff x="-114" y="3249"/>
            <a:chExt cx="6078" cy="1071"/>
          </a:xfrm>
        </p:grpSpPr>
        <p:sp>
          <p:nvSpPr>
            <p:cNvPr id="2052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3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6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WHAT A MIGHTY GOD WE SERVE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WHAT A MIGHTY GOD WE SERVE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16"/>
          <p:cNvGrpSpPr>
            <a:grpSpLocks/>
          </p:cNvGrpSpPr>
          <p:nvPr/>
        </p:nvGrpSpPr>
        <p:grpSpPr bwMode="auto">
          <a:xfrm>
            <a:off x="323850" y="-201613"/>
            <a:ext cx="8496300" cy="1828801"/>
            <a:chOff x="-114" y="3249"/>
            <a:chExt cx="6078" cy="1071"/>
          </a:xfrm>
        </p:grpSpPr>
        <p:sp>
          <p:nvSpPr>
            <p:cNvPr id="3076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7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0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ANGELS BOW BEFORE HIM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HEAVEN AND EARTH ADORE HIM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295275" y="44450"/>
            <a:ext cx="8553450" cy="1384300"/>
            <a:chOff x="-114" y="3249"/>
            <a:chExt cx="6078" cy="1071"/>
          </a:xfrm>
        </p:grpSpPr>
        <p:sp>
          <p:nvSpPr>
            <p:cNvPr id="410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WHAT A MIGHTY GOD WE SERVE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16"/>
          <p:cNvGrpSpPr>
            <a:grpSpLocks/>
          </p:cNvGrpSpPr>
          <p:nvPr/>
        </p:nvGrpSpPr>
        <p:grpSpPr bwMode="auto">
          <a:xfrm>
            <a:off x="-58738" y="-201613"/>
            <a:ext cx="9261476" cy="1828801"/>
            <a:chOff x="-114" y="3249"/>
            <a:chExt cx="6078" cy="1071"/>
          </a:xfrm>
        </p:grpSpPr>
        <p:sp>
          <p:nvSpPr>
            <p:cNvPr id="5124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5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8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HE HOLDS THE WINGS IN HIS HAND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AND HE IS THE GREAT I 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16"/>
          <p:cNvGrpSpPr>
            <a:grpSpLocks/>
          </p:cNvGrpSpPr>
          <p:nvPr/>
        </p:nvGrpSpPr>
        <p:grpSpPr bwMode="auto">
          <a:xfrm>
            <a:off x="-471488" y="-201613"/>
            <a:ext cx="10086976" cy="1828801"/>
            <a:chOff x="-114" y="3249"/>
            <a:chExt cx="6078" cy="1071"/>
          </a:xfrm>
        </p:grpSpPr>
        <p:sp>
          <p:nvSpPr>
            <p:cNvPr id="6148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49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2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HE IS THE BRIGHT AND MORNING STAR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AND WITHOUT HIM I WOULD FALL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16"/>
          <p:cNvGrpSpPr>
            <a:grpSpLocks/>
          </p:cNvGrpSpPr>
          <p:nvPr/>
        </p:nvGrpSpPr>
        <p:grpSpPr bwMode="auto">
          <a:xfrm>
            <a:off x="471488" y="-201613"/>
            <a:ext cx="8201025" cy="1828801"/>
            <a:chOff x="-114" y="3249"/>
            <a:chExt cx="6078" cy="1071"/>
          </a:xfrm>
        </p:grpSpPr>
        <p:sp>
          <p:nvSpPr>
            <p:cNvPr id="7172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3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6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JAHOVAH JIRAH, MY PROVIDER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JAHOVAJ SHILOH MY PEACE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16"/>
          <p:cNvGrpSpPr>
            <a:grpSpLocks/>
          </p:cNvGrpSpPr>
          <p:nvPr/>
        </p:nvGrpSpPr>
        <p:grpSpPr bwMode="auto">
          <a:xfrm>
            <a:off x="1681163" y="-201613"/>
            <a:ext cx="5781675" cy="1828801"/>
            <a:chOff x="-114" y="3249"/>
            <a:chExt cx="6078" cy="1071"/>
          </a:xfrm>
        </p:grpSpPr>
        <p:sp>
          <p:nvSpPr>
            <p:cNvPr id="8196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7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0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JAHOVAH SICANU 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MY RIGHTEOUSNESS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67</Words>
  <Application>Microsoft Office PowerPoint</Application>
  <PresentationFormat>On-screen Show (4:3)</PresentationFormat>
  <Paragraphs>13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108</cp:revision>
  <dcterms:created xsi:type="dcterms:W3CDTF">2002-08-17T10:50:50Z</dcterms:created>
  <dcterms:modified xsi:type="dcterms:W3CDTF">2010-12-31T16:35:58Z</dcterms:modified>
</cp:coreProperties>
</file>