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6" r:id="rId2"/>
    <p:sldId id="432" r:id="rId3"/>
    <p:sldId id="434" r:id="rId4"/>
    <p:sldId id="433" r:id="rId5"/>
    <p:sldId id="435" r:id="rId6"/>
    <p:sldId id="436" r:id="rId7"/>
    <p:sldId id="437" r:id="rId8"/>
    <p:sldId id="439" r:id="rId9"/>
    <p:sldId id="440" r:id="rId10"/>
    <p:sldId id="441" r:id="rId11"/>
    <p:sldId id="442" r:id="rId12"/>
    <p:sldId id="438" r:id="rId13"/>
    <p:sldId id="443" r:id="rId14"/>
    <p:sldId id="444" r:id="rId15"/>
    <p:sldId id="446" r:id="rId16"/>
    <p:sldId id="445" r:id="rId17"/>
    <p:sldId id="447" r:id="rId18"/>
    <p:sldId id="448" r:id="rId19"/>
    <p:sldId id="449" r:id="rId20"/>
    <p:sldId id="450" r:id="rId21"/>
    <p:sldId id="451" r:id="rId22"/>
    <p:sldId id="452" r:id="rId23"/>
    <p:sldId id="453" r:id="rId24"/>
    <p:sldId id="454" r:id="rId25"/>
    <p:sldId id="456" r:id="rId26"/>
    <p:sldId id="458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90929"/>
  </p:normalViewPr>
  <p:slideViewPr>
    <p:cSldViewPr>
      <p:cViewPr>
        <p:scale>
          <a:sx n="32" d="100"/>
          <a:sy n="32" d="100"/>
        </p:scale>
        <p:origin x="-2406" y="-8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EBFD9-F237-4D5F-836D-F3987F42CF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2F69D-0C4F-4DEA-B11A-47BFD13589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9A1F7-76EE-4BB3-96B9-5043D573DD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602C4-3895-437A-8C91-19A218603D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BF6C7-3D94-4518-B701-2385201369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E89F2-B613-448E-9073-FDB0DB1DFB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D0145-BAF3-46D2-9C65-BF5F055C4F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6EB61-2FA4-4396-BA1E-09F118AAFE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481B3B-35EE-44DC-800A-860B9E4B3B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5AFF0D-F385-49B6-90BA-F5152A9E90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4A4C4-3CD5-452E-8A2D-9039F9B4AB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B066C1D-F272-498D-9DCE-E4F14CE4F0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44450"/>
            <a:ext cx="9144000" cy="1384300"/>
            <a:chOff x="-114" y="3249"/>
            <a:chExt cx="6078" cy="1071"/>
          </a:xfrm>
        </p:grpSpPr>
        <p:sp>
          <p:nvSpPr>
            <p:cNvPr id="205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JUST CLAP YOUR HANDS LIKE THIS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6"/>
          <p:cNvGrpSpPr>
            <a:grpSpLocks/>
          </p:cNvGrpSpPr>
          <p:nvPr/>
        </p:nvGrpSpPr>
        <p:grpSpPr bwMode="auto">
          <a:xfrm>
            <a:off x="0" y="-201613"/>
            <a:ext cx="9144000" cy="1828801"/>
            <a:chOff x="-114" y="3249"/>
            <a:chExt cx="6078" cy="1071"/>
          </a:xfrm>
        </p:grpSpPr>
        <p:sp>
          <p:nvSpPr>
            <p:cNvPr id="307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YEAH LET'S WAKE UP THE CHURCH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WITH THIS OLD SCHOOL JAM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684213" y="44450"/>
            <a:ext cx="7775575" cy="1384300"/>
            <a:chOff x="-114" y="3249"/>
            <a:chExt cx="6078" cy="1071"/>
          </a:xfrm>
        </p:grpSpPr>
        <p:sp>
          <p:nvSpPr>
            <p:cNvPr id="410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SHOUT TO THE LORD IN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6"/>
          <p:cNvGrpSpPr>
            <a:grpSpLocks/>
          </p:cNvGrpSpPr>
          <p:nvPr/>
        </p:nvGrpSpPr>
        <p:grpSpPr bwMode="auto">
          <a:xfrm>
            <a:off x="684213" y="-201613"/>
            <a:ext cx="7775575" cy="1828801"/>
            <a:chOff x="-114" y="3249"/>
            <a:chExt cx="6078" cy="1071"/>
          </a:xfrm>
        </p:grpSpPr>
        <p:sp>
          <p:nvSpPr>
            <p:cNvPr id="512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 KNOW THAT HE'S GOOD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HIS MERCY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6"/>
          <p:cNvGrpSpPr>
            <a:grpSpLocks/>
          </p:cNvGrpSpPr>
          <p:nvPr/>
        </p:nvGrpSpPr>
        <p:grpSpPr bwMode="auto">
          <a:xfrm>
            <a:off x="539750" y="-201613"/>
            <a:ext cx="8064500" cy="1828801"/>
            <a:chOff x="-114" y="3249"/>
            <a:chExt cx="6078" cy="1071"/>
          </a:xfrm>
        </p:grpSpPr>
        <p:sp>
          <p:nvSpPr>
            <p:cNvPr id="614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ENDURETH FOREVER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THE PEOPLE OF GOD SAID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6"/>
          <p:cNvGrpSpPr>
            <a:grpSpLocks/>
          </p:cNvGrpSpPr>
          <p:nvPr/>
        </p:nvGrpSpPr>
        <p:grpSpPr bwMode="auto">
          <a:xfrm>
            <a:off x="-176213" y="-201613"/>
            <a:ext cx="9496426" cy="1828801"/>
            <a:chOff x="-114" y="3249"/>
            <a:chExt cx="6078" cy="1071"/>
          </a:xfrm>
        </p:grpSpPr>
        <p:sp>
          <p:nvSpPr>
            <p:cNvPr id="717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THEY SAID WHAT 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THE PEOPLE OF GOD SAID YEAH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6"/>
          <p:cNvGrpSpPr>
            <a:grpSpLocks/>
          </p:cNvGrpSpPr>
          <p:nvPr/>
        </p:nvGrpSpPr>
        <p:grpSpPr bwMode="auto">
          <a:xfrm>
            <a:off x="-236538" y="-201613"/>
            <a:ext cx="9617076" cy="1828801"/>
            <a:chOff x="-114" y="3249"/>
            <a:chExt cx="6078" cy="1071"/>
          </a:xfrm>
        </p:grpSpPr>
        <p:sp>
          <p:nvSpPr>
            <p:cNvPr id="819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NOW WE SERVE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NOTICE TO DEPRESSION, CONFUSION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6"/>
          <p:cNvGrpSpPr>
            <a:grpSpLocks/>
          </p:cNvGrpSpPr>
          <p:nvPr/>
        </p:nvGrpSpPr>
        <p:grpSpPr bwMode="auto">
          <a:xfrm>
            <a:off x="1476375" y="-201613"/>
            <a:ext cx="6191250" cy="1828801"/>
            <a:chOff x="-114" y="3249"/>
            <a:chExt cx="6078" cy="1071"/>
          </a:xfrm>
        </p:grpSpPr>
        <p:sp>
          <p:nvSpPr>
            <p:cNvPr id="922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ALL MANER OF EVIL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EVERY SICKNESS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6"/>
          <p:cNvGrpSpPr>
            <a:grpSpLocks/>
          </p:cNvGrpSpPr>
          <p:nvPr/>
        </p:nvGrpSpPr>
        <p:grpSpPr bwMode="auto">
          <a:xfrm>
            <a:off x="1476375" y="-201613"/>
            <a:ext cx="6191250" cy="1828801"/>
            <a:chOff x="-114" y="3249"/>
            <a:chExt cx="6078" cy="1071"/>
          </a:xfrm>
        </p:grpSpPr>
        <p:sp>
          <p:nvSpPr>
            <p:cNvPr id="1024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 CAN IN TO BIND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BUT YOU CANNOT STAY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16"/>
          <p:cNvGrpSpPr>
            <a:grpSpLocks/>
          </p:cNvGrpSpPr>
          <p:nvPr/>
        </p:nvGrpSpPr>
        <p:grpSpPr bwMode="auto">
          <a:xfrm>
            <a:off x="1187450" y="-201613"/>
            <a:ext cx="6769100" cy="1828801"/>
            <a:chOff x="-114" y="3249"/>
            <a:chExt cx="6078" cy="1071"/>
          </a:xfrm>
        </p:grpSpPr>
        <p:sp>
          <p:nvSpPr>
            <p:cNvPr id="1126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6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CUZ THE PEOPLE OF GOD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WE ANI'T HAVIN'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16"/>
          <p:cNvGrpSpPr>
            <a:grpSpLocks/>
          </p:cNvGrpSpPr>
          <p:nvPr/>
        </p:nvGrpSpPr>
        <p:grpSpPr bwMode="auto">
          <a:xfrm>
            <a:off x="-323850" y="-201613"/>
            <a:ext cx="9791700" cy="1828801"/>
            <a:chOff x="-114" y="3249"/>
            <a:chExt cx="6078" cy="1071"/>
          </a:xfrm>
        </p:grpSpPr>
        <p:sp>
          <p:nvSpPr>
            <p:cNvPr id="1229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IT'S A GOOD DAY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EVEN THOUGH I CRIED LAST TUESDAY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-206375" y="44450"/>
            <a:ext cx="9556750" cy="1384300"/>
            <a:chOff x="-114" y="3249"/>
            <a:chExt cx="6078" cy="1071"/>
          </a:xfrm>
        </p:grpSpPr>
        <p:sp>
          <p:nvSpPr>
            <p:cNvPr id="1331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I WAS OUTTER CASH BY FRIDAY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16"/>
          <p:cNvGrpSpPr>
            <a:grpSpLocks/>
          </p:cNvGrpSpPr>
          <p:nvPr/>
        </p:nvGrpSpPr>
        <p:grpSpPr bwMode="auto">
          <a:xfrm>
            <a:off x="412750" y="-201613"/>
            <a:ext cx="8318500" cy="1828801"/>
            <a:chOff x="-114" y="3249"/>
            <a:chExt cx="6078" cy="1071"/>
          </a:xfrm>
        </p:grpSpPr>
        <p:sp>
          <p:nvSpPr>
            <p:cNvPr id="1434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NO MATTER WHAT COMES NEXT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I'M GONNA STAND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6"/>
          <p:cNvGrpSpPr>
            <a:grpSpLocks/>
          </p:cNvGrpSpPr>
          <p:nvPr/>
        </p:nvGrpSpPr>
        <p:grpSpPr bwMode="auto">
          <a:xfrm>
            <a:off x="1042988" y="-201613"/>
            <a:ext cx="7058025" cy="1828801"/>
            <a:chOff x="-114" y="3249"/>
            <a:chExt cx="6078" cy="1071"/>
          </a:xfrm>
        </p:grpSpPr>
        <p:sp>
          <p:nvSpPr>
            <p:cNvPr id="1536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GIVE HIM THE PRAISE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CUZ THIS IS THE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236538" y="44450"/>
            <a:ext cx="8670925" cy="1384300"/>
            <a:chOff x="-114" y="3249"/>
            <a:chExt cx="6078" cy="1071"/>
          </a:xfrm>
        </p:grpSpPr>
        <p:sp>
          <p:nvSpPr>
            <p:cNvPr id="1638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8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THIS IS THE DAY, THIS IS THE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6"/>
          <p:cNvGrpSpPr>
            <a:grpSpLocks/>
          </p:cNvGrpSpPr>
          <p:nvPr/>
        </p:nvGrpSpPr>
        <p:grpSpPr bwMode="auto">
          <a:xfrm>
            <a:off x="1042988" y="-201613"/>
            <a:ext cx="7058025" cy="1828801"/>
            <a:chOff x="-114" y="3249"/>
            <a:chExt cx="6078" cy="1071"/>
          </a:xfrm>
        </p:grpSpPr>
        <p:sp>
          <p:nvSpPr>
            <p:cNvPr id="1741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THAT THE LORD HAS MADE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THAT THE LORD HAS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16"/>
          <p:cNvGrpSpPr>
            <a:grpSpLocks/>
          </p:cNvGrpSpPr>
          <p:nvPr/>
        </p:nvGrpSpPr>
        <p:grpSpPr bwMode="auto">
          <a:xfrm>
            <a:off x="530225" y="-201613"/>
            <a:ext cx="8083550" cy="1828801"/>
            <a:chOff x="-114" y="3249"/>
            <a:chExt cx="6078" cy="1071"/>
          </a:xfrm>
        </p:grpSpPr>
        <p:sp>
          <p:nvSpPr>
            <p:cNvPr id="1843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 WILL REJOICE,I WILL REJOICE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BE GLAD IN IT, GLAD IN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16"/>
          <p:cNvGrpSpPr>
            <a:grpSpLocks/>
          </p:cNvGrpSpPr>
          <p:nvPr/>
        </p:nvGrpSpPr>
        <p:grpSpPr bwMode="auto">
          <a:xfrm>
            <a:off x="1062038" y="-201613"/>
            <a:ext cx="7019925" cy="1828801"/>
            <a:chOff x="-114" y="3249"/>
            <a:chExt cx="6078" cy="1071"/>
          </a:xfrm>
        </p:grpSpPr>
        <p:sp>
          <p:nvSpPr>
            <p:cNvPr id="1946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THIS IS THE DAY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 THAT THE LORD HAS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17475" y="44450"/>
            <a:ext cx="8909050" cy="1384300"/>
            <a:chOff x="-114" y="3249"/>
            <a:chExt cx="6078" cy="1071"/>
          </a:xfrm>
        </p:grpSpPr>
        <p:sp>
          <p:nvSpPr>
            <p:cNvPr id="2048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 WILL REJOICE AND BE GLAD IN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16"/>
          <p:cNvGrpSpPr>
            <a:grpSpLocks/>
          </p:cNvGrpSpPr>
          <p:nvPr/>
        </p:nvGrpSpPr>
        <p:grpSpPr bwMode="auto">
          <a:xfrm>
            <a:off x="323850" y="-201613"/>
            <a:ext cx="8496300" cy="1828801"/>
            <a:chOff x="-114" y="3249"/>
            <a:chExt cx="6078" cy="1071"/>
          </a:xfrm>
        </p:grpSpPr>
        <p:sp>
          <p:nvSpPr>
            <p:cNvPr id="2150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0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THIS IS THE DAY, THIS IS THE DAY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THAT THE LORD HAS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1031875" y="44450"/>
            <a:ext cx="7080250" cy="1384300"/>
            <a:chOff x="-114" y="3249"/>
            <a:chExt cx="6078" cy="1071"/>
          </a:xfrm>
        </p:grpSpPr>
        <p:sp>
          <p:nvSpPr>
            <p:cNvPr id="2253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THAT THE LORD HAS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16"/>
          <p:cNvGrpSpPr>
            <a:grpSpLocks/>
          </p:cNvGrpSpPr>
          <p:nvPr/>
        </p:nvGrpSpPr>
        <p:grpSpPr bwMode="auto">
          <a:xfrm>
            <a:off x="-354013" y="-201613"/>
            <a:ext cx="9852026" cy="1828801"/>
            <a:chOff x="-114" y="3249"/>
            <a:chExt cx="6078" cy="1071"/>
          </a:xfrm>
        </p:grpSpPr>
        <p:sp>
          <p:nvSpPr>
            <p:cNvPr id="2355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AS I LOOK BACK OVER ALL THE YEARS THAT I MADE IT THROUGH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16"/>
          <p:cNvGrpSpPr>
            <a:grpSpLocks/>
          </p:cNvGrpSpPr>
          <p:nvPr/>
        </p:nvGrpSpPr>
        <p:grpSpPr bwMode="auto">
          <a:xfrm>
            <a:off x="-117475" y="-201613"/>
            <a:ext cx="9378950" cy="1828801"/>
            <a:chOff x="-114" y="3249"/>
            <a:chExt cx="6078" cy="1071"/>
          </a:xfrm>
        </p:grpSpPr>
        <p:sp>
          <p:nvSpPr>
            <p:cNvPr id="2458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CAN'T IMAGINE, WHERE I'D BE NOW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IF IT WASN'T FOR YOU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16"/>
          <p:cNvGrpSpPr>
            <a:grpSpLocks/>
          </p:cNvGrpSpPr>
          <p:nvPr/>
        </p:nvGrpSpPr>
        <p:grpSpPr bwMode="auto">
          <a:xfrm>
            <a:off x="0" y="-201613"/>
            <a:ext cx="9144000" cy="1828801"/>
            <a:chOff x="-114" y="3249"/>
            <a:chExt cx="6078" cy="1071"/>
          </a:xfrm>
        </p:grpSpPr>
        <p:sp>
          <p:nvSpPr>
            <p:cNvPr id="2560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WHY YOUR FAVOR RESTS UPON ME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ME I COULD NEVER EXPLAIN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-236538" y="44450"/>
            <a:ext cx="9617076" cy="1384300"/>
            <a:chOff x="-114" y="3249"/>
            <a:chExt cx="6078" cy="1071"/>
          </a:xfrm>
        </p:grpSpPr>
        <p:sp>
          <p:nvSpPr>
            <p:cNvPr id="2662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2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YOUR FAVOR IS JUST WHAT I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16"/>
          <p:cNvGrpSpPr>
            <a:grpSpLocks/>
          </p:cNvGrpSpPr>
          <p:nvPr/>
        </p:nvGrpSpPr>
        <p:grpSpPr bwMode="auto">
          <a:xfrm>
            <a:off x="236538" y="-201613"/>
            <a:ext cx="8670925" cy="1828801"/>
            <a:chOff x="-114" y="3249"/>
            <a:chExt cx="6078" cy="1071"/>
          </a:xfrm>
        </p:grpSpPr>
        <p:sp>
          <p:nvSpPr>
            <p:cNvPr id="2765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BUT I'M SO GLAD THAT I CAN SAY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 WILL REJOICE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236</Words>
  <Application>Microsoft Office PowerPoint</Application>
  <PresentationFormat>On-screen Show (4:3)</PresentationFormat>
  <Paragraphs>44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107</cp:revision>
  <dcterms:created xsi:type="dcterms:W3CDTF">2002-08-17T10:50:50Z</dcterms:created>
  <dcterms:modified xsi:type="dcterms:W3CDTF">2010-12-31T16:29:11Z</dcterms:modified>
</cp:coreProperties>
</file>