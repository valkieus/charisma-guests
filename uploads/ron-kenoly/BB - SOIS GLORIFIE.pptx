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302" r:id="rId3"/>
    <p:sldId id="296" r:id="rId4"/>
    <p:sldId id="297" r:id="rId5"/>
    <p:sldId id="298" r:id="rId6"/>
    <p:sldId id="299" r:id="rId7"/>
    <p:sldId id="300" r:id="rId8"/>
    <p:sldId id="301" r:id="rId9"/>
    <p:sldId id="283" r:id="rId10"/>
    <p:sldId id="284" r:id="rId11"/>
    <p:sldId id="285" r:id="rId12"/>
    <p:sldId id="286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9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9F934-129C-414D-8D98-E98C07F379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1EE85-33F7-4CF5-9267-506431DB61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6EDBA-D456-4231-A249-BAAA57ED75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72BE7-BEE6-4F23-BAB8-025E78DDCE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A5439-6B51-41F0-B05C-E93C9D4A7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F1513-0FF6-45B8-81BF-19B4B49AC4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F8C163-9865-4A58-BB29-AE87D7EAC4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826F1-D9AD-4ECD-A402-E21F487A2E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6979D-F0CD-4BB0-9C15-6AE1322A52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534E5A-A3E9-4379-B7C5-749515955E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BD525D-B64A-423E-A32D-3A9FA962DF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1CD89B5-F6BA-4310-9A0F-BB3F60FCAA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BE GLORIFIED, BE GLORIFIED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BE GLORIFIED, BE GLORIFIED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BE GLORIFIED IN THE HEAVENS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BE GLORIFIED IN THE EARTH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BE GLORIFIED IN THIS TEMPLE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JESUS, JESUS, BE THOU GLORIFIED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JESUS, JESUS, BE THOU GLORIFIED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WORSHIP THE LORD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WORSHIP THE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WORSHIP THE LORD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WORSHIP THE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IN THE EARTH, WORSHIP THE LORD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IN THIS TEMPLE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JESUS, JESUS, BE THOU GLORIFIED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JESUS, JESUS, BE THOU GLORIFIED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SOIS GLORIFIÉ, SOIS GLORIFIÉ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SOIS GLORIFIÉ, SOIS GLORIFIÉ</a:t>
            </a: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SOIS GLORIFIÉ DANS LES CIEUX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SOIS GLORIFIÉ SUR LA TERRE</a:t>
            </a:r>
            <a:r>
              <a:rPr lang="en-US" sz="4000">
                <a:solidFill>
                  <a:schemeClr val="bg1"/>
                </a:solidFill>
              </a:rPr>
              <a:t/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SOIS GLORIFIÉ DANS CE TEMPLE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JÉSUS, JÉSUS, SOIS GLORIFIÉ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JÉSUS, JÉSUS, SOIS GLORIFIÉ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112</Words>
  <Application>Microsoft Office PowerPoint</Application>
  <PresentationFormat>On-screen Show (4:3)</PresentationFormat>
  <Paragraphs>40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77</cp:revision>
  <dcterms:created xsi:type="dcterms:W3CDTF">2010-10-18T20:00:07Z</dcterms:created>
  <dcterms:modified xsi:type="dcterms:W3CDTF">2010-11-05T16:00:01Z</dcterms:modified>
</cp:coreProperties>
</file>