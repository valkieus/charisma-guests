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66" r:id="rId3"/>
    <p:sldId id="267" r:id="rId4"/>
    <p:sldId id="258" r:id="rId5"/>
    <p:sldId id="259" r:id="rId6"/>
    <p:sldId id="260" r:id="rId7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30" d="100"/>
          <a:sy n="30" d="100"/>
        </p:scale>
        <p:origin x="-156" y="-4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4EF464-63F3-41A6-B644-31B2AF84D4B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6E663B-3EDE-459D-9F72-3E96AD55B69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A81B84-8DD3-4F08-8E3C-EEF98C89D61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8B9C6D-A588-49D9-87B5-AF9B1E59F8E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99044A-48D9-4939-9ECF-9845C70ED3A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4DBBD9-AAE1-4B60-909F-61B62AEA795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77E2FF-D887-4D8F-ABEA-A33192E3D71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57D82A-AAE4-43DE-8CDB-37665213443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9A1C15-6269-4A63-BB03-CC6994A70DA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C3B133-382B-4C1F-9A61-37EE7F987B9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442731-4388-4B25-B639-DB733ADAF97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353093EE-0EDC-4D1E-A78B-66EB520D8DA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-107" charset="-128"/>
          <a:cs typeface="ＭＳ Ｐゴシック" pitchFamily="-107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pitchFamily="-107" charset="-128"/>
          <a:cs typeface="ＭＳ Ｐゴシック" pitchFamily="-107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pitchFamily="-107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-107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itchFamily="-107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7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TU ES L’AMOUR DE MA VIE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TU ES L’ESPOIR DE MES NUITS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RIEN AU MONDE 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NE COMPTE PLUS QUE TOI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TU ES PLUS PRÉCIEUX 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QUE L’OR OU L’ARGENT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TU ES PLUS PRÉCIEUX 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QUE TOUS LES DIAMANTS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TU ES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TU ES PLUS QUE TOUT POUR MOI </a:t>
            </a: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JE NE POURRAIS ME TROUVER LOIN DE TOI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MA VIE NE SERAIT RIEN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JE NE POURRAIS VIVRE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 UN JOUR LOIN DE TOI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JE N’AI PAS LA FORCE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 DE RESPIRER SANS TOI</a:t>
            </a: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TANT QUE LE MONDE 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CONTINUE 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DE TOURNER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TANT QUE JE VERRAIS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 LES ÉTOILES BRILLER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TANT QUE LE SOLEIL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 VIENDRA M’ÉCLAIRER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IL N’Y A QUE TOI DANS MA VIE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POUR TOUJOURS, JE CHANTERAI</a:t>
            </a: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YOU ARE THE LOVE OF MY LIFE</a:t>
            </a:r>
            <a:br>
              <a:rPr lang="en-US" sz="3500">
                <a:solidFill>
                  <a:schemeClr val="bg1"/>
                </a:solidFill>
                <a:latin typeface="Arial Black" pitchFamily="-107" charset="0"/>
              </a:rPr>
            </a:b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YOU ARE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 THE HOPE THAT I CLING TO</a:t>
            </a:r>
            <a:br>
              <a:rPr lang="en-US" sz="3500">
                <a:solidFill>
                  <a:schemeClr val="bg1"/>
                </a:solidFill>
                <a:latin typeface="Arial Black" pitchFamily="-107" charset="0"/>
              </a:rPr>
            </a:b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YOU MEAN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MORE THAN THIS WORLD TO ME </a:t>
            </a:r>
            <a:br>
              <a:rPr lang="en-US" sz="3500">
                <a:solidFill>
                  <a:schemeClr val="bg1"/>
                </a:solidFill>
                <a:latin typeface="Arial Black" pitchFamily="-107" charset="0"/>
              </a:rPr>
            </a:b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I WOULDN’T TRADE YOU 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FOR SILVER OR GOLD</a:t>
            </a:r>
            <a:br>
              <a:rPr lang="en-US" sz="3500">
                <a:solidFill>
                  <a:schemeClr val="bg1"/>
                </a:solidFill>
                <a:latin typeface="Arial Black" pitchFamily="-107" charset="0"/>
              </a:rPr>
            </a:b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I WOULDN’T TRADE YOU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 FOR RICHES UNTOLD</a:t>
            </a:r>
            <a:br>
              <a:rPr lang="en-US" sz="3500">
                <a:solidFill>
                  <a:schemeClr val="bg1"/>
                </a:solidFill>
                <a:latin typeface="Arial Black" pitchFamily="-107" charset="0"/>
              </a:rPr>
            </a:b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YOU ARE 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YOU ARE MY EVERYTHING</a:t>
            </a: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I WOULDN’T TAKE ONE STEP WITHOUT YOU </a:t>
            </a:r>
            <a:br>
              <a:rPr lang="en-US" sz="3500">
                <a:solidFill>
                  <a:schemeClr val="bg1"/>
                </a:solidFill>
                <a:latin typeface="Arial Black" pitchFamily="-107" charset="0"/>
              </a:rPr>
            </a:b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I COULD NEVER GO ON</a:t>
            </a:r>
            <a:br>
              <a:rPr lang="en-US" sz="3500">
                <a:solidFill>
                  <a:schemeClr val="bg1"/>
                </a:solidFill>
                <a:latin typeface="Arial Black" pitchFamily="-107" charset="0"/>
              </a:rPr>
            </a:b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I COULDN’T LIVE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 ONE DAY WITHOUT YOU</a:t>
            </a:r>
            <a:br>
              <a:rPr lang="en-US" sz="3500">
                <a:solidFill>
                  <a:schemeClr val="bg1"/>
                </a:solidFill>
                <a:latin typeface="Arial Black" pitchFamily="-107" charset="0"/>
              </a:rPr>
            </a:b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I DON’T HAVE THE STRENGTH</a:t>
            </a:r>
            <a:br>
              <a:rPr lang="en-US" sz="3500">
                <a:solidFill>
                  <a:schemeClr val="bg1"/>
                </a:solidFill>
                <a:latin typeface="Arial Black" pitchFamily="-107" charset="0"/>
              </a:rPr>
            </a:b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TO MAKE IT ON MY OWN</a:t>
            </a: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UNTIL THE WORLD STOPS TURNING </a:t>
            </a:r>
            <a:br>
              <a:rPr lang="en-US" sz="3500">
                <a:solidFill>
                  <a:schemeClr val="bg1"/>
                </a:solidFill>
                <a:latin typeface="Arial Black" pitchFamily="-107" charset="0"/>
              </a:rPr>
            </a:b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UNTIL THE STARS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 FADE FROM THE SKY</a:t>
            </a:r>
            <a:br>
              <a:rPr lang="en-US" sz="3500">
                <a:solidFill>
                  <a:schemeClr val="bg1"/>
                </a:solidFill>
                <a:latin typeface="Arial Black" pitchFamily="-107" charset="0"/>
              </a:rPr>
            </a:b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UNTIL THE SUN STOPS STRIVING</a:t>
            </a:r>
            <a:br>
              <a:rPr lang="en-US" sz="3500">
                <a:solidFill>
                  <a:schemeClr val="bg1"/>
                </a:solidFill>
                <a:latin typeface="Arial Black" pitchFamily="-107" charset="0"/>
              </a:rPr>
            </a:b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I NEED YOU IN MY LIFE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 AND HERE’S THE REASON WHY</a:t>
            </a: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805</TotalTime>
  <Words>132</Words>
  <Application>Microsoft Office PowerPoint</Application>
  <PresentationFormat>On-screen Show (4:3)</PresentationFormat>
  <Paragraphs>36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3" baseType="lpstr">
      <vt:lpstr>Franklin Gothic Medium</vt:lpstr>
      <vt:lpstr>ＭＳ Ｐゴシック</vt:lpstr>
      <vt:lpstr>Arial</vt:lpstr>
      <vt:lpstr>Calibri</vt:lpstr>
      <vt:lpstr>Arial Black</vt:lpstr>
      <vt:lpstr>Arial Narrow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Mireille</cp:lastModifiedBy>
  <cp:revision>74</cp:revision>
  <dcterms:created xsi:type="dcterms:W3CDTF">2002-08-17T10:50:50Z</dcterms:created>
  <dcterms:modified xsi:type="dcterms:W3CDTF">2010-11-06T19:11:22Z</dcterms:modified>
</cp:coreProperties>
</file>