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0" r:id="rId3"/>
    <p:sldId id="261" r:id="rId4"/>
    <p:sldId id="262" r:id="rId5"/>
    <p:sldId id="263" r:id="rId6"/>
    <p:sldId id="265" r:id="rId7"/>
    <p:sldId id="266" r:id="rId8"/>
    <p:sldId id="267" r:id="rId9"/>
    <p:sldId id="268" r:id="rId10"/>
    <p:sldId id="269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37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D0DD3E-3E31-4863-9F20-954A24BE9B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F345A4-5ED0-4B43-ACF6-6902A7FBA8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AF98CE-CA3C-49C7-895E-B4E6F2A5B3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3A5F6D-AC5E-457B-899B-05969BD82C1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8D3AB-4322-4597-9C8D-413848024C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5974F-0E89-4C71-B1D7-9046A0C0D7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DCF4C1-FD8A-4234-8C27-01904EEAE3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EA15F-F2EF-4CB8-953D-BBE65915A6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694E0E-F0B4-4810-B2E8-CC48D990F2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E8B0C-8225-4B94-9523-67BAEFD128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5BB02-BD91-4F10-9F69-0A0DE02218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E378B31-9CA1-4C51-BA3F-E0EDDA22BE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200" dirty="0">
              <a:solidFill>
                <a:schemeClr val="bg1"/>
              </a:solidFill>
              <a:latin typeface="+mn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n-lt"/>
              </a:rPr>
              <a:t>SOIS GLORIFIÉ ET MAGNIFIÉ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n-lt"/>
              </a:rPr>
              <a:t>MON SEIGNEUR, JE TE LOUE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200" dirty="0">
              <a:solidFill>
                <a:schemeClr val="bg1"/>
              </a:solidFill>
              <a:latin typeface="+mn-lt"/>
            </a:endParaRPr>
          </a:p>
          <a:p>
            <a:pPr algn="ctr">
              <a:lnSpc>
                <a:spcPct val="110000"/>
              </a:lnSpc>
              <a:defRPr/>
            </a:pPr>
            <a:endParaRPr lang="fr-FR" sz="200" dirty="0">
              <a:solidFill>
                <a:schemeClr val="bg1"/>
              </a:solidFill>
              <a:latin typeface="+mn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n-lt"/>
              </a:rPr>
              <a:t>SOIS GLORIFIÉ ET MAGNIFIÉ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n-lt"/>
              </a:rPr>
              <a:t>MES LOUANGES SONT À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LÀ, JE ME TIENS DANS TA PRÉSENCE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HUMBLEMENT, JE SUIS PROSTERNÉ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MES MAINS LEVÉES VERS TOI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EN RÉVÉRENCE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TOI SEUL, J’ADORERAI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LORD, I MAGNIFY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 I GLORIFY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200" dirty="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I GIVE MY PRAISE TO YOU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I STAND IN AWE OF YOUR PRESENCE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HUMBLY, I BOW </a:t>
            </a:r>
            <a:r>
              <a:rPr lang="en-US" sz="4000" dirty="0">
                <a:solidFill>
                  <a:schemeClr val="bg1"/>
                </a:solidFill>
              </a:rPr>
              <a:t>BEFORE YOUR THRONE</a:t>
            </a:r>
            <a:endParaRPr lang="en-US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I LIFT MY HANDS TO YOU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IN REVERENCE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TO WORSHIP YOU, LORD, YOU ALONE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YES, LORD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89</Words>
  <Application>Microsoft Office PowerPoint</Application>
  <PresentationFormat>On-screen Show (4:3)</PresentationFormat>
  <Paragraphs>29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Franklin Gothic Medium</vt:lpstr>
      <vt:lpstr>ＭＳ Ｐゴシック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60</cp:revision>
  <dcterms:created xsi:type="dcterms:W3CDTF">2010-10-18T20:00:07Z</dcterms:created>
  <dcterms:modified xsi:type="dcterms:W3CDTF">2010-11-07T15:17:22Z</dcterms:modified>
</cp:coreProperties>
</file>