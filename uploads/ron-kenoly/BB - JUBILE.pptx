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302" r:id="rId3"/>
    <p:sldId id="296" r:id="rId4"/>
    <p:sldId id="297" r:id="rId5"/>
    <p:sldId id="298" r:id="rId6"/>
    <p:sldId id="299" r:id="rId7"/>
    <p:sldId id="300" r:id="rId8"/>
    <p:sldId id="301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4" r:id="rId18"/>
    <p:sldId id="291" r:id="rId19"/>
    <p:sldId id="292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37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D19E23-7ACA-41D8-BDF6-7876EA7153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FA4921-F3B2-46AC-8367-CDEF6F780F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4BF3EC-0A71-49D2-AB58-164F3D3AE5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02178B-58D7-4604-AC41-C63E519611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818FE1-073A-422F-A3DF-4EE30FC19F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8F21F-E519-442D-9A42-F70BD66562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CC957-D74F-4EEB-A1C3-E4BCAAF1C4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33914E-6BBB-41D3-88B6-C5B00CBB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C58071-84D0-475E-8F02-2E2895593A4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A0234-FBC5-4A50-A337-F40EDD6A71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28A24-6200-45F7-A889-FD286E4CDD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7B65CA5-35FE-49D7-9199-38D2636BFA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C’EST NOTRE SAISON DE JUBILÉ                                                             LE TEMPS POUR LOUER ET CÉLÉBRER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REMERCIER DIEU POUR CE QU’IL A FAIT                                   OH, C’EST NOTRE ANNÉE DE JUBILÉ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FRAPPE DES MAINS ET DANSE                                                      QUE CHACUN LOUE LE SEIGNEUR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FRAPPE DES MAINS ET DANSE                                                   POUSSE UN CRI POUR LE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CE QUI A ÉTÉ VOLÉ CETTE ANNÉE 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ME REVIENDRA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PÈRE ET MÈRE, SŒUR ET FRÈRE SERONT DANS LA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CE QUI A ÉTÉ VOLÉ CETTE ANNÉE 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ME REVIENDRA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JE CHANTERAI, CÉLÉBRERAI LA VICTOIRE À CHAQUE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THIS IS THE SEASON OF JUBILEE 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SINGING AND DANCING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 FOR YOU AND ME 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THANKING AND PRAISING 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BECAUSE WE’RE FREE 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OH, THIS IS THE YEAR OF JUBILEE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PUT YOUR HANDS TOGETHER</a:t>
            </a:r>
            <a:br>
              <a:rPr lang="en-US" sz="4000">
                <a:solidFill>
                  <a:schemeClr val="bg1"/>
                </a:solidFill>
              </a:rPr>
            </a:br>
            <a:r>
              <a:rPr lang="en-US" sz="4000">
                <a:solidFill>
                  <a:schemeClr val="bg1"/>
                </a:solidFill>
              </a:rPr>
              <a:t>EVERYBODY PRAISE THE LORD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 PUT YOUR HANDS TOGETHER</a:t>
            </a:r>
            <a:br>
              <a:rPr lang="en-US" sz="4000">
                <a:solidFill>
                  <a:schemeClr val="bg1"/>
                </a:solidFill>
              </a:rPr>
            </a:br>
            <a:r>
              <a:rPr lang="en-US" sz="4000">
                <a:solidFill>
                  <a:schemeClr val="bg1"/>
                </a:solidFill>
              </a:rPr>
              <a:t>SING AND SHOUT AND PRAISE THE LORD</a:t>
            </a:r>
            <a:br>
              <a:rPr lang="en-US" sz="4000">
                <a:solidFill>
                  <a:schemeClr val="bg1"/>
                </a:solidFill>
              </a:rPr>
            </a:b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EVERYTHING THAT WAS STOLEN 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SHALL BE RETURNED UNTO ME</a:t>
            </a:r>
            <a:br>
              <a:rPr lang="en-US" sz="4000">
                <a:solidFill>
                  <a:schemeClr val="bg1"/>
                </a:solidFill>
              </a:rPr>
            </a:b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MOTHER, FATHER, SISTER, BROTHER 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THEY WILL ALL GO FREE</a:t>
            </a:r>
            <a:br>
              <a:rPr lang="en-US" sz="4000">
                <a:solidFill>
                  <a:schemeClr val="bg1"/>
                </a:solidFill>
              </a:rPr>
            </a:b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EVERYTHING THAT WAS STOLEN 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SHALL BE RETURNED UNTO ME</a:t>
            </a:r>
            <a:br>
              <a:rPr lang="en-US" sz="4000">
                <a:solidFill>
                  <a:schemeClr val="bg1"/>
                </a:solidFill>
              </a:rPr>
            </a:b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SINGING, DANCING, PRAISING 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SHOUTING, INCREASE AND VICTORY</a:t>
            </a:r>
            <a:br>
              <a:rPr lang="en-US" sz="4000">
                <a:solidFill>
                  <a:schemeClr val="bg1"/>
                </a:solidFill>
              </a:rPr>
            </a:b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THIS IS THE SEASON OF JUBILEE!!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168</Words>
  <Application>Microsoft Office PowerPoint</Application>
  <PresentationFormat>On-screen Show (4:3)</PresentationFormat>
  <Paragraphs>62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Franklin Gothic Medium</vt:lpstr>
      <vt:lpstr>ＭＳ Ｐゴシック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73</cp:revision>
  <dcterms:created xsi:type="dcterms:W3CDTF">2010-10-18T20:00:07Z</dcterms:created>
  <dcterms:modified xsi:type="dcterms:W3CDTF">2010-11-06T09:39:36Z</dcterms:modified>
</cp:coreProperties>
</file>