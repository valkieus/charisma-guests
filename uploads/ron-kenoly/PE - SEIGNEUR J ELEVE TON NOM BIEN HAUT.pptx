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1" r:id="rId9"/>
    <p:sldId id="270" r:id="rId10"/>
    <p:sldId id="272" r:id="rId11"/>
    <p:sldId id="273" r:id="rId12"/>
    <p:sldId id="274" r:id="rId13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32" d="100"/>
          <a:sy n="32" d="100"/>
        </p:scale>
        <p:origin x="-96" y="-2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A6BFD1-810D-4AD6-A9DE-73F6CB7E84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D1399F-ABF9-4DBD-A019-122BA634BE5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23512-17FA-4F98-ACC1-89CFBEB1156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C3CE47-9F8F-431B-939B-0774D85A931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AEDF39-1250-4CB3-B8EF-43C2D6080EA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73B73A-C2EA-4111-B2E0-628809B4B9C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3D4E10-AD81-478C-9A32-6A1A0EED9D1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C06D9-D25E-4005-927B-3482F5123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B4455C-BDE4-4ED7-BD1A-94E14DA6EA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2B3BA7-0005-47C9-BE01-58A6F80BD1A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4DECC-C725-459E-B0F6-49866DB9C0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7922B9B-F106-4045-9254-6114F2C25F5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SEIGNEUR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J’ÉLÈVE TON NOM BIEN HAUT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J’AIME PROCLAMER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TOUTES TES BONTÉS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ES MON PLUS BEAU CADEAU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ES VENU POUR NOUS SAUVER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 TU VIENS DU CIEL SUR LA TERRE LE CHEMIN MONTRER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    DE LA TERRE À LA CROIX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POUR TOUT PAYER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    DE LA CROIX AU TOMBEAU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DE LA TOMBE JUSQU’AU CIEL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    SEIGNEUR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J’ÉLÈVE TON NOM BIEN HAUT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 SEIGNEUR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J’ÉLÈVE TON NOM BIEN HAUT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ES LE DIEU DE MON SALUT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D’UN SEUL CŒUR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NOUS T’EXALTONS 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SEIGNEUR , NOUS TE GLORIFIONS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LIFT YOUR NAME ON HIGH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LOVE TO SING YOUR PRAISES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I’M SO GLAD YOU ARE IN MY LIFE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I’M SO GLAD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CAME TO SAVE US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14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CAME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HEAVEN TO EARTH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TO SHOW THE WAY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EARTH TO THE CROSS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MY DEBT TO PAY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CROSS TO THE GRAVE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GRAVE TO THE SKY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LORD, I LIFT YOUR NAME ON HIGH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7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CAME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FROM HEAVEN TO EARTH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TO SHOW THE WAY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EARTH TO THE CROSS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MY DEBT TO PAY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CROSS TO THE GRAVE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GRAVE TO THE SKY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LORD I LIFT YOUR NAME ON HIGH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LIFT YOUR NAME ON HIGH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LIFT YOUR NAME ON HIGH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LORD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LOVE TO SING YOUR PRAISES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I’M SO GLAD YOU ARE IN MY LIFE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I’M SO GLAD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CAME TO SAVE US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 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21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CAME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HEAVEN TO EARTH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TO SHOW THE WAY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EARTH TO THE CROSS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MY DEBT TO PAY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CROSS TO THE GRAVE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GRAVE TO THE SKY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LORD, I LIFT YOUR NAME ON HIGH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CAME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HEAVEN TO EARTH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TO SHOW THE WAY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EARTH TO THE CROSS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MY DEBT TO PAY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CROSS TO THE GRAVE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GRAVE TO THE SKY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267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LORD I LIFT YOUR NAME ON HIGH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LIFT YOUR NAME ON HIGH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 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HIGHER, HIGHER, HIGHER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CAME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HEAVEN TO EARTH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TO SHOW THE WAY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EARTH TO THE CROSS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MY DEBT TO PAY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CROSS TO THE GRAVE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GRAVE TO THE SKY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LORD, I LIFT YOUR NAME ON HIGH</a:t>
            </a: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CAME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HEAVEN TO EARTH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 TO SHOW THE WAY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EARTH TO THE CROSS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MY DEBT TO PAY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CROSS TO THE GRAVE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FROM THE GRAVE TO THE SKY</a:t>
            </a:r>
          </a:p>
          <a:p>
            <a:pPr algn="ctr">
              <a:lnSpc>
                <a:spcPct val="110000"/>
              </a:lnSpc>
            </a:pPr>
            <a:endParaRPr lang="en-US" sz="2000">
              <a:solidFill>
                <a:schemeClr val="bg1"/>
              </a:solidFill>
              <a:latin typeface="Arial Black" pitchFamily="-107" charset="0"/>
            </a:endParaRP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LORD I LIFT YOUR NAME ON HIGH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 LIFT YOUR NAME ON HIGH</a:t>
            </a:r>
          </a:p>
          <a:p>
            <a:pPr algn="ctr">
              <a:lnSpc>
                <a:spcPct val="110000"/>
              </a:lnSpc>
            </a:pPr>
            <a:endParaRPr lang="en-US" sz="3500">
              <a:solidFill>
                <a:schemeClr val="bg1"/>
              </a:solidFill>
              <a:latin typeface="Arial Black" pitchFamily="-107" charset="0"/>
            </a:endParaRPr>
          </a:p>
        </p:txBody>
      </p:sp>
      <p:sp>
        <p:nvSpPr>
          <p:cNvPr id="4118" name="Rectangle 22"/>
          <p:cNvSpPr>
            <a:spLocks noChangeArrowheads="1"/>
          </p:cNvSpPr>
          <p:nvPr/>
        </p:nvSpPr>
        <p:spPr bwMode="auto">
          <a:xfrm>
            <a:off x="8172450" y="6308725"/>
            <a:ext cx="971550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fr-FR" sz="3600" dirty="0">
              <a:solidFill>
                <a:schemeClr val="folHlink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 Narrow" pitchFamily="-107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882</TotalTime>
  <Words>413</Words>
  <Application>Microsoft Office PowerPoint</Application>
  <PresentationFormat>On-screen Show (4:3)</PresentationFormat>
  <Paragraphs>99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Franklin Gothic Medium</vt:lpstr>
      <vt:lpstr>ＭＳ Ｐゴシック</vt:lpstr>
      <vt:lpstr>Arial</vt:lpstr>
      <vt:lpstr>Calibri</vt:lpstr>
      <vt:lpstr>Arial Black</vt:lpstr>
      <vt:lpstr>Arial Narrow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82</cp:revision>
  <dcterms:created xsi:type="dcterms:W3CDTF">2002-08-17T10:50:50Z</dcterms:created>
  <dcterms:modified xsi:type="dcterms:W3CDTF">2010-11-06T20:28:27Z</dcterms:modified>
</cp:coreProperties>
</file>