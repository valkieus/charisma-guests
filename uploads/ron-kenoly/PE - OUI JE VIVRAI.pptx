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0" d="100"/>
          <a:sy n="30" d="100"/>
        </p:scale>
        <p:origin x="-2304" y="-9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14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0FD3B5C-9962-4F12-B160-BC46627E5BD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3AB4FE-6267-4572-AAC5-937F7B1B9BBF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71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-107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11BE10-0D3B-41C0-8980-EB20A1956A5C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-107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36C981-66DB-4DDA-BDDF-0F5E964B3B18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-107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F73189-FF3F-4415-BA8D-B2903AA06E1C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Franklin Gothic Medium" pitchFamily="-107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0181B-10FC-437D-8206-35EDBE805D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9549D-445F-4947-8FD2-69FE65582A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E372D-F87F-4337-807B-58CDA7AF58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BB9448-D83F-4F58-A64F-8CFD35E935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AE744-F3BF-404C-85FB-F2667CFB68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9FE00-D6E6-443A-94C6-94816CE2FB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BDDEA-2AAD-42B0-BC36-9A9F1D6C52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27D9B-F248-421D-8BD8-FAEEFB537C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CF741-D339-4ABF-9197-0CFC6B2C10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67BDE-25E6-42B3-8C03-9F723DF09E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1DC9B-0BDD-4B6E-B12C-C91527202E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995220A-9C26-47C8-B96B-4EE24D3493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2" descr="Img_Plein_Ecra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OUI, JE VIVRAI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TEL UN ENFANT RACHETÉ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REMPLI DE JOIE, TOUT A ÉTÉ PAYÉ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RÉCONCILIÉ, UNI AVEC LE PÈRE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ENFANT DU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ÂME EST DANS LA PAIX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INNOCENTÉ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PARDONNERAI MON FRÈRE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DANS LA LOI DE L’AMOUR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MARCHERAI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2" descr="Img_Plein_Ecra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OUI, JE VIVRAI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TEL UN ENFANT PARDONNÉ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J’AIMERAI,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QUI FUT TANT AIMÉ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LORSQUE LA CRAINTE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DIVISERA LES CŒURS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FRANCHIRAI CE MUR D’INIMITIÉ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ET QUAND VIENDRONT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LES TEMPÊTES ET LES PLEURS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RESTERAI FIDÈLE ET DÉVOUÉ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2" descr="Img_Plein_Ecra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-492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QUE TA PUISSANCE ET GLOIRE BRILLENT À TRAVERS MOI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TON RÈGNE VIENNE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SUR MA VIE ET EN MOI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TON NOM TRÈS SAINT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JE LOUERAI AVEC HONNEUR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2" descr="Img_Plein_Ecra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-492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CAR TON ROYAUME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 HABITE DANS MON CŒUR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LE PAIN DE VIE SERA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MON CHANT, MON BONHEUR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SERS-TOI DE MOI</a:t>
            </a:r>
          </a:p>
          <a:p>
            <a:pPr algn="ctr">
              <a:lnSpc>
                <a:spcPct val="110000"/>
              </a:lnSpc>
            </a:pPr>
            <a:r>
              <a:rPr lang="fr-FR" sz="3400">
                <a:solidFill>
                  <a:schemeClr val="bg1"/>
                </a:solidFill>
                <a:latin typeface="Arial Black" pitchFamily="-107" charset="0"/>
              </a:rPr>
              <a:t>MON MERVEILLEUX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137</Words>
  <Application>Microsoft Office PowerPoint</Application>
  <PresentationFormat>On-screen Show (4:3)</PresentationFormat>
  <Paragraphs>35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Franklin Gothic Medium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61</cp:revision>
  <dcterms:created xsi:type="dcterms:W3CDTF">2010-10-04T18:16:27Z</dcterms:created>
  <dcterms:modified xsi:type="dcterms:W3CDTF">2010-11-06T20:44:27Z</dcterms:modified>
</cp:coreProperties>
</file>