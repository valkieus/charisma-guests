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374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2F83A9-1D39-4C80-9BDE-C6E2AEB9C16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28E5A4-242F-45FB-AAA4-A35465D670F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4388C5-8820-4C45-BD24-1A9720CD6B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63DA82-FA49-46BE-9BBA-62E3ADDE2D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FB5226-77F5-484B-9F7E-8014AA65C7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7CE18-D424-43C3-91F0-E0F68980583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3CE88C-2997-4D18-9FAF-B593AF3D8D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63BCB4-D025-463B-8220-D239CAC219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01DBDB-9750-4DA6-B906-FA9C325728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841013-BB01-4142-8D94-A5351B8CA0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7AE0ED-AA3B-4CD6-AE9C-CB407840C5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4E04AB7-68DE-4452-AF15-B3B0494B94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VIENDRAI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DANS TA PRÉSENCE Ô DIEU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AVEC MES MAINS BIEN LEVÉES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CHANTERAI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TON NOM MERVEILLEUX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À JAMAIS, JE TE LOUERAI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TOUTE MA VIE, JE TE GLORIFIERAI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DE LA HONTE, TU  M’AS SAUVÉ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NÉ DE NOUVEAU, TU M’AS JUSTIFIÉ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À JAMAIS, JE TE LOUERAI</a:t>
            </a: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LOUONS-LE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QUE SON NOM SOIT ÉLEVÉ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LOUONS-LE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SON NOM SOIT EXALTÉ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LOUONS-LE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QUE SON  NOM SOIT ÉLEVÉ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POUR TOUTE L’ÉTERNITÉ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WILL COME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INTO YOUR PRESENCE, LORD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WITH THE SACRIFICE OF PRAISE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WITH A SONG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WILL EXALT YOU, LORD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BLESSED BE YOUR HOLY NAME</a:t>
            </a: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WILL GIVE YOU ALL THE GLORY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DELIVERED ME FROM SHAME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I’M CREATED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IN YOUR RIGHTEOUSNESS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BLESSED BE YOUR HOLY NAME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LIFT HIM UP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HIS NAME BE LIFTED HIGHER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LIFT HIM UP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EXALT HIS HOLY NAME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LIFT HIM UP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HIS NAME BE LIFTED HIGHER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EXALT HIS HOLY NAME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</TotalTime>
  <Words>146</Words>
  <Application>Microsoft Office PowerPoint</Application>
  <PresentationFormat>On-screen Show (4:3)</PresentationFormat>
  <Paragraphs>35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3" baseType="lpstr">
      <vt:lpstr>Franklin Gothic Medium</vt:lpstr>
      <vt:lpstr>ＭＳ Ｐゴシック</vt:lpstr>
      <vt:lpstr>Arial</vt:lpstr>
      <vt:lpstr>Calibri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71</cp:revision>
  <dcterms:created xsi:type="dcterms:W3CDTF">2002-08-17T10:50:50Z</dcterms:created>
  <dcterms:modified xsi:type="dcterms:W3CDTF">2010-11-06T05:07:46Z</dcterms:modified>
</cp:coreProperties>
</file>