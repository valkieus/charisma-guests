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5620"/>
    <p:restoredTop sz="94660"/>
  </p:normalViewPr>
  <p:slideViewPr>
    <p:cSldViewPr>
      <p:cViewPr varScale="1">
        <p:scale>
          <a:sx n="20" d="100"/>
          <a:sy n="20" d="100"/>
        </p:scale>
        <p:origin x="-162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B052C8F3-B9F8-4C00-9718-4BB4DD10E7D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6D06AD3C-400F-40B8-89B0-D17ED9A5785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DOES IT MEAN TO BE SAVED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ISN'T IT MORE THAN JUST A PRAYER TO PRAY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MORE THAN JUST A WAY TO HEAVEN ? WHAT DOES IT MEAN TO BE HIS ?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TO BE FORMED IN HIS LIKENESS KNOW THAT WE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SALT AND LIGHT IN THE WORLD TO BE SALT AND LIGHT IN THE WORLD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LET THE REDEEMED OF THE LORD SAY SO LET THE REDEEMED OF THE LORD SAY SO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LET THE REDEEMED OF THE LORD SAY SO SAY SO ! SAY SO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OH THAT THE CHURCH WILL ARISE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OH THAT WE WOULD SEE WITH JESUS EYES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COULD SHOW THE WORLD HEAVEN SHOW WHAT IT MEANS TO BE HIS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 BE FORMED IN HIS LIKENESS SHOW THEM THEY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I AM REDEEMED  (X6)</a:t>
            </a:r>
            <a:br>
              <a:rPr lang="en-US" smtClean="0"/>
            </a:br>
            <a:r>
              <a:rPr lang="en-US" smtClean="0"/>
              <a:t>TO BE SALT AND LIGHT IN THE WORLD  (X6)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LET THE REDEEMED OF THE LORD RISE UP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RISE UP ! RISE UP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DOES IT MEAN TO BE SAVED ?</a:t>
            </a:r>
          </a:p>
          <a:p>
            <a:r>
              <a:rPr lang="en-US"/>
              <a:t>2-  ISN'T IT MORE THAN JUST A PRAYER TO PRAY ?</a:t>
            </a:r>
          </a:p>
          <a:p>
            <a:r>
              <a:rPr lang="en-US"/>
              <a:t>3-  MORE THAN JUST A WAY TO HEAVEN ? WHAT DOES IT MEAN TO BE HIS ? </a:t>
            </a:r>
          </a:p>
          <a:p>
            <a:endParaRPr lang="en-US"/>
          </a:p>
          <a:p>
            <a:r>
              <a:rPr lang="en-US"/>
              <a:t>4-  TO BE FORMED IN HIS LIKENESS KNOW THAT WE HAVE A PURPOSE</a:t>
            </a:r>
          </a:p>
          <a:p>
            <a:r>
              <a:rPr lang="en-US"/>
              <a:t>5-  TO BE SALT AND LIGHT IN THE WORLD TO BE SALT AND LIGHT IN THE WORLD </a:t>
            </a:r>
          </a:p>
          <a:p>
            <a:endParaRPr lang="en-US"/>
          </a:p>
          <a:p>
            <a:r>
              <a:rPr lang="en-US"/>
              <a:t>	6-  LET THE REDEEMED OF THE LORD SAY SO LET THE REDEEMED OF THE LORD SAY SO</a:t>
            </a:r>
          </a:p>
          <a:p>
            <a:r>
              <a:rPr lang="en-US"/>
              <a:t>	7-  LET THE REDEEMED OF THE LORD SAY SO SAY SO ! SAY SO !</a:t>
            </a:r>
          </a:p>
          <a:p>
            <a:endParaRPr lang="en-US"/>
          </a:p>
          <a:p>
            <a:r>
              <a:rPr lang="en-US"/>
              <a:t>8-  OH THAT THE CHURCH WILL ARISE</a:t>
            </a:r>
          </a:p>
          <a:p>
            <a:r>
              <a:rPr lang="en-US"/>
              <a:t>9-  OH THAT WE WOULD SEE WITH JESUS EYES</a:t>
            </a:r>
          </a:p>
          <a:p>
            <a:r>
              <a:rPr lang="en-US"/>
              <a:t>10-  WE COULD SHOW THE WORLD HEAVEN SHOW WHAT IT MEANS TO BE HIS</a:t>
            </a:r>
          </a:p>
          <a:p>
            <a:r>
              <a:rPr lang="en-US"/>
              <a:t>11-  TO BE FORMED IN HIS LIKENESS SHOW THEM THEY HAVE A PURPOSE</a:t>
            </a:r>
          </a:p>
          <a:p>
            <a:endParaRPr lang="en-US"/>
          </a:p>
          <a:p>
            <a:r>
              <a:rPr lang="en-US"/>
              <a:t>12-  I AM REDEEMED  (X6)</a:t>
            </a:r>
            <a:br>
              <a:rPr lang="en-US"/>
            </a:br>
            <a:r>
              <a:rPr lang="en-US"/>
              <a:t>TO BE SALT AND LIGHT IN THE WORLD  (X6)</a:t>
            </a:r>
          </a:p>
          <a:p>
            <a:endParaRPr lang="en-US"/>
          </a:p>
          <a:p>
            <a:r>
              <a:rPr lang="en-US"/>
              <a:t>13-  LET THE REDEEMED OF THE LORD RISE UP</a:t>
            </a:r>
          </a:p>
          <a:p>
            <a:r>
              <a:rPr lang="en-US"/>
              <a:t>14-  RISE UP ! RISE UP !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DOES IT MEAN TO BE SAVED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ISN'T IT MORE THAN JUST A PRAYER TO PRAY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MORE THAN JUST A WAY TO HEAVEN ? WHAT DOES IT MEAN TO BE HIS ?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TO BE FORMED IN HIS LIKENESS KNOW THAT WE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SALT AND LIGHT IN THE WORLD TO BE SALT AND LIGHT IN THE WORLD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LET THE REDEEMED OF THE LORD SAY SO LET THE REDEEMED OF THE LORD SAY SO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LET THE REDEEMED OF THE LORD SAY SO SAY SO ! SAY SO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OH THAT THE CHURCH WILL ARISE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OH THAT WE WOULD SEE WITH JESUS EYES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COULD SHOW THE WORLD HEAVEN SHOW WHAT IT MEANS TO BE HIS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 BE FORMED IN HIS LIKENESS SHOW THEM THEY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I AM REDEEMED  (X6)</a:t>
            </a:r>
            <a:br>
              <a:rPr lang="en-US" smtClean="0"/>
            </a:br>
            <a:r>
              <a:rPr lang="en-US" smtClean="0"/>
              <a:t>TO BE SALT AND LIGHT IN THE WORLD  (X6)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LET THE REDEEMED OF THE LORD RISE UP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RISE UP ! RISE UP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DOES IT MEAN TO BE SAVED ?</a:t>
            </a:r>
          </a:p>
          <a:p>
            <a:r>
              <a:rPr lang="en-US"/>
              <a:t>2-  ISN'T IT MORE THAN JUST A PRAYER TO PRAY ?</a:t>
            </a:r>
          </a:p>
          <a:p>
            <a:r>
              <a:rPr lang="en-US"/>
              <a:t>3-  MORE THAN JUST A WAY TO HEAVEN ? WHAT DOES IT MEAN TO BE HIS ? </a:t>
            </a:r>
          </a:p>
          <a:p>
            <a:endParaRPr lang="en-US"/>
          </a:p>
          <a:p>
            <a:r>
              <a:rPr lang="en-US"/>
              <a:t>4-  TO BE FORMED IN HIS LIKENESS KNOW THAT WE HAVE A PURPOSE</a:t>
            </a:r>
          </a:p>
          <a:p>
            <a:r>
              <a:rPr lang="en-US"/>
              <a:t>5-  TO BE SALT AND LIGHT IN THE WORLD TO BE SALT AND LIGHT IN THE WORLD </a:t>
            </a:r>
          </a:p>
          <a:p>
            <a:endParaRPr lang="en-US"/>
          </a:p>
          <a:p>
            <a:r>
              <a:rPr lang="en-US"/>
              <a:t>	6-  LET THE REDEEMED OF THE LORD SAY SO LET THE REDEEMED OF THE LORD SAY SO</a:t>
            </a:r>
          </a:p>
          <a:p>
            <a:r>
              <a:rPr lang="en-US"/>
              <a:t>	7-  LET THE REDEEMED OF THE LORD SAY SO SAY SO ! SAY SO !</a:t>
            </a:r>
          </a:p>
          <a:p>
            <a:endParaRPr lang="en-US"/>
          </a:p>
          <a:p>
            <a:r>
              <a:rPr lang="en-US"/>
              <a:t>8-  OH THAT THE CHURCH WILL ARISE</a:t>
            </a:r>
          </a:p>
          <a:p>
            <a:r>
              <a:rPr lang="en-US"/>
              <a:t>9-  OH THAT WE WOULD SEE WITH JESUS EYES</a:t>
            </a:r>
          </a:p>
          <a:p>
            <a:r>
              <a:rPr lang="en-US"/>
              <a:t>10-  WE COULD SHOW THE WORLD HEAVEN SHOW WHAT IT MEANS TO BE HIS</a:t>
            </a:r>
          </a:p>
          <a:p>
            <a:r>
              <a:rPr lang="en-US"/>
              <a:t>11-  TO BE FORMED IN HIS LIKENESS SHOW THEM THEY HAVE A PURPOSE</a:t>
            </a:r>
          </a:p>
          <a:p>
            <a:endParaRPr lang="en-US"/>
          </a:p>
          <a:p>
            <a:r>
              <a:rPr lang="en-US"/>
              <a:t>12-  I AM REDEEMED  (X6)</a:t>
            </a:r>
            <a:br>
              <a:rPr lang="en-US"/>
            </a:br>
            <a:r>
              <a:rPr lang="en-US"/>
              <a:t>TO BE SALT AND LIGHT IN THE WORLD  (X6)</a:t>
            </a:r>
          </a:p>
          <a:p>
            <a:endParaRPr lang="en-US"/>
          </a:p>
          <a:p>
            <a:r>
              <a:rPr lang="en-US"/>
              <a:t>13-  LET THE REDEEMED OF THE LORD RISE UP</a:t>
            </a:r>
          </a:p>
          <a:p>
            <a:r>
              <a:rPr lang="en-US"/>
              <a:t>14-  RISE UP ! RISE UP !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DOES IT MEAN TO BE SAVED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ISN'T IT MORE THAN JUST A PRAYER TO PRAY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MORE THAN JUST A WAY TO HEAVEN ? WHAT DOES IT MEAN TO BE HIS ?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TO BE FORMED IN HIS LIKENESS KNOW THAT WE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SALT AND LIGHT IN THE WORLD TO BE SALT AND LIGHT IN THE WORLD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LET THE REDEEMED OF THE LORD SAY SO LET THE REDEEMED OF THE LORD SAY SO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LET THE REDEEMED OF THE LORD SAY SO SAY SO ! SAY SO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OH THAT THE CHURCH WILL ARISE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OH THAT WE WOULD SEE WITH JESUS EYES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COULD SHOW THE WORLD HEAVEN SHOW WHAT IT MEANS TO BE HIS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 BE FORMED IN HIS LIKENESS SHOW THEM THEY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I AM REDEEMED  (X6)</a:t>
            </a:r>
            <a:br>
              <a:rPr lang="en-US" smtClean="0"/>
            </a:br>
            <a:r>
              <a:rPr lang="en-US" smtClean="0"/>
              <a:t>TO BE SALT AND LIGHT IN THE WORLD  (X6)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LET THE REDEEMED OF THE LORD RISE UP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RISE UP ! RISE UP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DOES IT MEAN TO BE SAVED ?</a:t>
            </a:r>
          </a:p>
          <a:p>
            <a:r>
              <a:rPr lang="en-US"/>
              <a:t>2-  ISN'T IT MORE THAN JUST A PRAYER TO PRAY ?</a:t>
            </a:r>
          </a:p>
          <a:p>
            <a:r>
              <a:rPr lang="en-US"/>
              <a:t>3-  MORE THAN JUST A WAY TO HEAVEN ? WHAT DOES IT MEAN TO BE HIS ? </a:t>
            </a:r>
          </a:p>
          <a:p>
            <a:endParaRPr lang="en-US"/>
          </a:p>
          <a:p>
            <a:r>
              <a:rPr lang="en-US"/>
              <a:t>4-  TO BE FORMED IN HIS LIKENESS KNOW THAT WE HAVE A PURPOSE</a:t>
            </a:r>
          </a:p>
          <a:p>
            <a:r>
              <a:rPr lang="en-US"/>
              <a:t>5-  TO BE SALT AND LIGHT IN THE WORLD TO BE SALT AND LIGHT IN THE WORLD </a:t>
            </a:r>
          </a:p>
          <a:p>
            <a:endParaRPr lang="en-US"/>
          </a:p>
          <a:p>
            <a:r>
              <a:rPr lang="en-US"/>
              <a:t>	6-  LET THE REDEEMED OF THE LORD SAY SO LET THE REDEEMED OF THE LORD SAY SO</a:t>
            </a:r>
          </a:p>
          <a:p>
            <a:r>
              <a:rPr lang="en-US"/>
              <a:t>	7-  LET THE REDEEMED OF THE LORD SAY SO SAY SO ! SAY SO !</a:t>
            </a:r>
          </a:p>
          <a:p>
            <a:endParaRPr lang="en-US"/>
          </a:p>
          <a:p>
            <a:r>
              <a:rPr lang="en-US"/>
              <a:t>8-  OH THAT THE CHURCH WILL ARISE</a:t>
            </a:r>
          </a:p>
          <a:p>
            <a:r>
              <a:rPr lang="en-US"/>
              <a:t>9-  OH THAT WE WOULD SEE WITH JESUS EYES</a:t>
            </a:r>
          </a:p>
          <a:p>
            <a:r>
              <a:rPr lang="en-US"/>
              <a:t>10-  WE COULD SHOW THE WORLD HEAVEN SHOW WHAT IT MEANS TO BE HIS</a:t>
            </a:r>
          </a:p>
          <a:p>
            <a:r>
              <a:rPr lang="en-US"/>
              <a:t>11-  TO BE FORMED IN HIS LIKENESS SHOW THEM THEY HAVE A PURPOSE</a:t>
            </a:r>
          </a:p>
          <a:p>
            <a:endParaRPr lang="en-US"/>
          </a:p>
          <a:p>
            <a:r>
              <a:rPr lang="en-US"/>
              <a:t>12-  I AM REDEEMED  (X6)</a:t>
            </a:r>
            <a:br>
              <a:rPr lang="en-US"/>
            </a:br>
            <a:r>
              <a:rPr lang="en-US"/>
              <a:t>TO BE SALT AND LIGHT IN THE WORLD  (X6)</a:t>
            </a:r>
          </a:p>
          <a:p>
            <a:endParaRPr lang="en-US"/>
          </a:p>
          <a:p>
            <a:r>
              <a:rPr lang="en-US"/>
              <a:t>13-  LET THE REDEEMED OF THE LORD RISE UP</a:t>
            </a:r>
          </a:p>
          <a:p>
            <a:r>
              <a:rPr lang="en-US"/>
              <a:t>14-  RISE UP ! RISE UP !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DOES IT MEAN TO BE SAVED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ISN'T IT MORE THAN JUST A PRAYER TO PRAY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MORE THAN JUST A WAY TO HEAVEN ? WHAT DOES IT MEAN TO BE HIS ?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TO BE FORMED IN HIS LIKENESS KNOW THAT WE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SALT AND LIGHT IN THE WORLD TO BE SALT AND LIGHT IN THE WORLD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LET THE REDEEMED OF THE LORD SAY SO LET THE REDEEMED OF THE LORD SAY SO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LET THE REDEEMED OF THE LORD SAY SO SAY SO ! SAY SO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OH THAT THE CHURCH WILL ARISE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OH THAT WE WOULD SEE WITH JESUS EYES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COULD SHOW THE WORLD HEAVEN SHOW WHAT IT MEANS TO BE HIS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 BE FORMED IN HIS LIKENESS SHOW THEM THEY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I AM REDEEMED  (X6)</a:t>
            </a:r>
            <a:br>
              <a:rPr lang="en-US" smtClean="0"/>
            </a:br>
            <a:r>
              <a:rPr lang="en-US" smtClean="0"/>
              <a:t>TO BE SALT AND LIGHT IN THE WORLD  (X6)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LET THE REDEEMED OF THE LORD RISE UP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RISE UP ! RISE UP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DOES IT MEAN TO BE SAVED ?</a:t>
            </a:r>
          </a:p>
          <a:p>
            <a:r>
              <a:rPr lang="en-US"/>
              <a:t>2-  ISN'T IT MORE THAN JUST A PRAYER TO PRAY ?</a:t>
            </a:r>
          </a:p>
          <a:p>
            <a:r>
              <a:rPr lang="en-US"/>
              <a:t>3-  MORE THAN JUST A WAY TO HEAVEN ? WHAT DOES IT MEAN TO BE HIS ? </a:t>
            </a:r>
          </a:p>
          <a:p>
            <a:endParaRPr lang="en-US"/>
          </a:p>
          <a:p>
            <a:r>
              <a:rPr lang="en-US"/>
              <a:t>4-  TO BE FORMED IN HIS LIKENESS KNOW THAT WE HAVE A PURPOSE</a:t>
            </a:r>
          </a:p>
          <a:p>
            <a:r>
              <a:rPr lang="en-US"/>
              <a:t>5-  TO BE SALT AND LIGHT IN THE WORLD TO BE SALT AND LIGHT IN THE WORLD </a:t>
            </a:r>
          </a:p>
          <a:p>
            <a:endParaRPr lang="en-US"/>
          </a:p>
          <a:p>
            <a:r>
              <a:rPr lang="en-US"/>
              <a:t>	6-  LET THE REDEEMED OF THE LORD SAY SO LET THE REDEEMED OF THE LORD SAY SO</a:t>
            </a:r>
          </a:p>
          <a:p>
            <a:r>
              <a:rPr lang="en-US"/>
              <a:t>	7-  LET THE REDEEMED OF THE LORD SAY SO SAY SO ! SAY SO !</a:t>
            </a:r>
          </a:p>
          <a:p>
            <a:endParaRPr lang="en-US"/>
          </a:p>
          <a:p>
            <a:r>
              <a:rPr lang="en-US"/>
              <a:t>8-  OH THAT THE CHURCH WILL ARISE</a:t>
            </a:r>
          </a:p>
          <a:p>
            <a:r>
              <a:rPr lang="en-US"/>
              <a:t>9-  OH THAT WE WOULD SEE WITH JESUS EYES</a:t>
            </a:r>
          </a:p>
          <a:p>
            <a:r>
              <a:rPr lang="en-US"/>
              <a:t>10-  WE COULD SHOW THE WORLD HEAVEN SHOW WHAT IT MEANS TO BE HIS</a:t>
            </a:r>
          </a:p>
          <a:p>
            <a:r>
              <a:rPr lang="en-US"/>
              <a:t>11-  TO BE FORMED IN HIS LIKENESS SHOW THEM THEY HAVE A PURPOSE</a:t>
            </a:r>
          </a:p>
          <a:p>
            <a:endParaRPr lang="en-US"/>
          </a:p>
          <a:p>
            <a:r>
              <a:rPr lang="en-US"/>
              <a:t>12-  I AM REDEEMED  (X6)</a:t>
            </a:r>
            <a:br>
              <a:rPr lang="en-US"/>
            </a:br>
            <a:r>
              <a:rPr lang="en-US"/>
              <a:t>TO BE SALT AND LIGHT IN THE WORLD  (X6)</a:t>
            </a:r>
          </a:p>
          <a:p>
            <a:endParaRPr lang="en-US"/>
          </a:p>
          <a:p>
            <a:r>
              <a:rPr lang="en-US"/>
              <a:t>13-  LET THE REDEEMED OF THE LORD RISE UP</a:t>
            </a:r>
          </a:p>
          <a:p>
            <a:r>
              <a:rPr lang="en-US"/>
              <a:t>14-  RISE UP ! RISE UP !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DOES IT MEAN TO BE SAVED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ISN'T IT MORE THAN JUST A PRAYER TO PRAY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MORE THAN JUST A WAY TO HEAVEN ? WHAT DOES IT MEAN TO BE HIS ?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TO BE FORMED IN HIS LIKENESS KNOW THAT WE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SALT AND LIGHT IN THE WORLD TO BE SALT AND LIGHT IN THE WORLD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LET THE REDEEMED OF THE LORD SAY SO LET THE REDEEMED OF THE LORD SAY SO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LET THE REDEEMED OF THE LORD SAY SO SAY SO ! SAY SO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OH THAT THE CHURCH WILL ARISE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OH THAT WE WOULD SEE WITH JESUS EYES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COULD SHOW THE WORLD HEAVEN SHOW WHAT IT MEANS TO BE HIS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 BE FORMED IN HIS LIKENESS SHOW THEM THEY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I AM REDEEMED  (X6)</a:t>
            </a:r>
            <a:br>
              <a:rPr lang="en-US" smtClean="0"/>
            </a:br>
            <a:r>
              <a:rPr lang="en-US" smtClean="0"/>
              <a:t>TO BE SALT AND LIGHT IN THE WORLD  (X6)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LET THE REDEEMED OF THE LORD RISE UP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RISE UP ! RISE UP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DOES IT MEAN TO BE SAVED ?</a:t>
            </a:r>
          </a:p>
          <a:p>
            <a:r>
              <a:rPr lang="en-US"/>
              <a:t>2-  ISN'T IT MORE THAN JUST A PRAYER TO PRAY ?</a:t>
            </a:r>
          </a:p>
          <a:p>
            <a:r>
              <a:rPr lang="en-US"/>
              <a:t>3-  MORE THAN JUST A WAY TO HEAVEN ? WHAT DOES IT MEAN TO BE HIS ? </a:t>
            </a:r>
          </a:p>
          <a:p>
            <a:endParaRPr lang="en-US"/>
          </a:p>
          <a:p>
            <a:r>
              <a:rPr lang="en-US"/>
              <a:t>4-  TO BE FORMED IN HIS LIKENESS KNOW THAT WE HAVE A PURPOSE</a:t>
            </a:r>
          </a:p>
          <a:p>
            <a:r>
              <a:rPr lang="en-US"/>
              <a:t>5-  TO BE SALT AND LIGHT IN THE WORLD TO BE SALT AND LIGHT IN THE WORLD </a:t>
            </a:r>
          </a:p>
          <a:p>
            <a:endParaRPr lang="en-US"/>
          </a:p>
          <a:p>
            <a:r>
              <a:rPr lang="en-US"/>
              <a:t>	6-  LET THE REDEEMED OF THE LORD SAY SO LET THE REDEEMED OF THE LORD SAY SO</a:t>
            </a:r>
          </a:p>
          <a:p>
            <a:r>
              <a:rPr lang="en-US"/>
              <a:t>	7-  LET THE REDEEMED OF THE LORD SAY SO SAY SO ! SAY SO !</a:t>
            </a:r>
          </a:p>
          <a:p>
            <a:endParaRPr lang="en-US"/>
          </a:p>
          <a:p>
            <a:r>
              <a:rPr lang="en-US"/>
              <a:t>8-  OH THAT THE CHURCH WILL ARISE</a:t>
            </a:r>
          </a:p>
          <a:p>
            <a:r>
              <a:rPr lang="en-US"/>
              <a:t>9-  OH THAT WE WOULD SEE WITH JESUS EYES</a:t>
            </a:r>
          </a:p>
          <a:p>
            <a:r>
              <a:rPr lang="en-US"/>
              <a:t>10-  WE COULD SHOW THE WORLD HEAVEN SHOW WHAT IT MEANS TO BE HIS</a:t>
            </a:r>
          </a:p>
          <a:p>
            <a:r>
              <a:rPr lang="en-US"/>
              <a:t>11-  TO BE FORMED IN HIS LIKENESS SHOW THEM THEY HAVE A PURPOSE</a:t>
            </a:r>
          </a:p>
          <a:p>
            <a:endParaRPr lang="en-US"/>
          </a:p>
          <a:p>
            <a:r>
              <a:rPr lang="en-US"/>
              <a:t>12-  I AM REDEEMED  (X6)</a:t>
            </a:r>
            <a:br>
              <a:rPr lang="en-US"/>
            </a:br>
            <a:r>
              <a:rPr lang="en-US"/>
              <a:t>TO BE SALT AND LIGHT IN THE WORLD  (X6)</a:t>
            </a:r>
          </a:p>
          <a:p>
            <a:endParaRPr lang="en-US"/>
          </a:p>
          <a:p>
            <a:r>
              <a:rPr lang="en-US"/>
              <a:t>13-  LET THE REDEEMED OF THE LORD RISE UP</a:t>
            </a:r>
          </a:p>
          <a:p>
            <a:r>
              <a:rPr lang="en-US"/>
              <a:t>14-  RISE UP ! RISE UP !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DOES IT MEAN TO BE SAVED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ISN'T IT MORE THAN JUST A PRAYER TO PRAY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MORE THAN JUST A WAY TO HEAVEN ? WHAT DOES IT MEAN TO BE HIS ?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TO BE FORMED IN HIS LIKENESS KNOW THAT WE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SALT AND LIGHT IN THE WORLD TO BE SALT AND LIGHT IN THE WORLD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LET THE REDEEMED OF THE LORD SAY SO LET THE REDEEMED OF THE LORD SAY SO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LET THE REDEEMED OF THE LORD SAY SO SAY SO ! SAY SO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OH THAT THE CHURCH WILL ARISE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OH THAT WE WOULD SEE WITH JESUS EYES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COULD SHOW THE WORLD HEAVEN SHOW WHAT IT MEANS TO BE HIS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 BE FORMED IN HIS LIKENESS SHOW THEM THEY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I AM REDEEMED  (X6)</a:t>
            </a:r>
            <a:br>
              <a:rPr lang="en-US" smtClean="0"/>
            </a:br>
            <a:r>
              <a:rPr lang="en-US" smtClean="0"/>
              <a:t>TO BE SALT AND LIGHT IN THE WORLD  (X6)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LET THE REDEEMED OF THE LORD RISE UP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RISE UP ! RISE UP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DOES IT MEAN TO BE SAVED ?</a:t>
            </a:r>
          </a:p>
          <a:p>
            <a:r>
              <a:rPr lang="en-US"/>
              <a:t>2-  ISN'T IT MORE THAN JUST A PRAYER TO PRAY ?</a:t>
            </a:r>
          </a:p>
          <a:p>
            <a:r>
              <a:rPr lang="en-US"/>
              <a:t>3-  MORE THAN JUST A WAY TO HEAVEN ? WHAT DOES IT MEAN TO BE HIS ? </a:t>
            </a:r>
          </a:p>
          <a:p>
            <a:endParaRPr lang="en-US"/>
          </a:p>
          <a:p>
            <a:r>
              <a:rPr lang="en-US"/>
              <a:t>4-  TO BE FORMED IN HIS LIKENESS KNOW THAT WE HAVE A PURPOSE</a:t>
            </a:r>
          </a:p>
          <a:p>
            <a:r>
              <a:rPr lang="en-US"/>
              <a:t>5-  TO BE SALT AND LIGHT IN THE WORLD TO BE SALT AND LIGHT IN THE WORLD </a:t>
            </a:r>
          </a:p>
          <a:p>
            <a:endParaRPr lang="en-US"/>
          </a:p>
          <a:p>
            <a:r>
              <a:rPr lang="en-US"/>
              <a:t>	6-  LET THE REDEEMED OF THE LORD SAY SO LET THE REDEEMED OF THE LORD SAY SO</a:t>
            </a:r>
          </a:p>
          <a:p>
            <a:r>
              <a:rPr lang="en-US"/>
              <a:t>	7-  LET THE REDEEMED OF THE LORD SAY SO SAY SO ! SAY SO !</a:t>
            </a:r>
          </a:p>
          <a:p>
            <a:endParaRPr lang="en-US"/>
          </a:p>
          <a:p>
            <a:r>
              <a:rPr lang="en-US"/>
              <a:t>8-  OH THAT THE CHURCH WILL ARISE</a:t>
            </a:r>
          </a:p>
          <a:p>
            <a:r>
              <a:rPr lang="en-US"/>
              <a:t>9-  OH THAT WE WOULD SEE WITH JESUS EYES</a:t>
            </a:r>
          </a:p>
          <a:p>
            <a:r>
              <a:rPr lang="en-US"/>
              <a:t>10-  WE COULD SHOW THE WORLD HEAVEN SHOW WHAT IT MEANS TO BE HIS</a:t>
            </a:r>
          </a:p>
          <a:p>
            <a:r>
              <a:rPr lang="en-US"/>
              <a:t>11-  TO BE FORMED IN HIS LIKENESS SHOW THEM THEY HAVE A PURPOSE</a:t>
            </a:r>
          </a:p>
          <a:p>
            <a:endParaRPr lang="en-US"/>
          </a:p>
          <a:p>
            <a:r>
              <a:rPr lang="en-US"/>
              <a:t>12-  I AM REDEEMED  (X6)</a:t>
            </a:r>
            <a:br>
              <a:rPr lang="en-US"/>
            </a:br>
            <a:r>
              <a:rPr lang="en-US"/>
              <a:t>TO BE SALT AND LIGHT IN THE WORLD  (X6)</a:t>
            </a:r>
          </a:p>
          <a:p>
            <a:endParaRPr lang="en-US"/>
          </a:p>
          <a:p>
            <a:r>
              <a:rPr lang="en-US"/>
              <a:t>13-  LET THE REDEEMED OF THE LORD RISE UP</a:t>
            </a:r>
          </a:p>
          <a:p>
            <a:r>
              <a:rPr lang="en-US"/>
              <a:t>14-  RISE UP ! RISE UP !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DOES IT MEAN TO BE SAVED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ISN'T IT MORE THAN JUST A PRAYER TO PRAY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MORE THAN JUST A WAY TO HEAVEN ? WHAT DOES IT MEAN TO BE HIS ?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TO BE FORMED IN HIS LIKENESS KNOW THAT WE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SALT AND LIGHT IN THE WORLD TO BE SALT AND LIGHT IN THE WORLD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LET THE REDEEMED OF THE LORD SAY SO LET THE REDEEMED OF THE LORD SAY SO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LET THE REDEEMED OF THE LORD SAY SO SAY SO ! SAY SO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OH THAT THE CHURCH WILL ARISE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OH THAT WE WOULD SEE WITH JESUS EYES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COULD SHOW THE WORLD HEAVEN SHOW WHAT IT MEANS TO BE HIS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 BE FORMED IN HIS LIKENESS SHOW THEM THEY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I AM REDEEMED  (X6)</a:t>
            </a:r>
            <a:br>
              <a:rPr lang="en-US" smtClean="0"/>
            </a:br>
            <a:r>
              <a:rPr lang="en-US" smtClean="0"/>
              <a:t>TO BE SALT AND LIGHT IN THE WORLD  (X6)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LET THE REDEEMED OF THE LORD RISE UP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RISE UP ! RISE UP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DOES IT MEAN TO BE SAVED ?</a:t>
            </a:r>
          </a:p>
          <a:p>
            <a:r>
              <a:rPr lang="en-US"/>
              <a:t>2-  ISN'T IT MORE THAN JUST A PRAYER TO PRAY ?</a:t>
            </a:r>
          </a:p>
          <a:p>
            <a:r>
              <a:rPr lang="en-US"/>
              <a:t>3-  MORE THAN JUST A WAY TO HEAVEN ? WHAT DOES IT MEAN TO BE HIS ? </a:t>
            </a:r>
          </a:p>
          <a:p>
            <a:endParaRPr lang="en-US"/>
          </a:p>
          <a:p>
            <a:r>
              <a:rPr lang="en-US"/>
              <a:t>4-  TO BE FORMED IN HIS LIKENESS KNOW THAT WE HAVE A PURPOSE</a:t>
            </a:r>
          </a:p>
          <a:p>
            <a:r>
              <a:rPr lang="en-US"/>
              <a:t>5-  TO BE SALT AND LIGHT IN THE WORLD TO BE SALT AND LIGHT IN THE WORLD </a:t>
            </a:r>
          </a:p>
          <a:p>
            <a:endParaRPr lang="en-US"/>
          </a:p>
          <a:p>
            <a:r>
              <a:rPr lang="en-US"/>
              <a:t>	6-  LET THE REDEEMED OF THE LORD SAY SO LET THE REDEEMED OF THE LORD SAY SO</a:t>
            </a:r>
          </a:p>
          <a:p>
            <a:r>
              <a:rPr lang="en-US"/>
              <a:t>	7-  LET THE REDEEMED OF THE LORD SAY SO SAY SO ! SAY SO !</a:t>
            </a:r>
          </a:p>
          <a:p>
            <a:endParaRPr lang="en-US"/>
          </a:p>
          <a:p>
            <a:r>
              <a:rPr lang="en-US"/>
              <a:t>8-  OH THAT THE CHURCH WILL ARISE</a:t>
            </a:r>
          </a:p>
          <a:p>
            <a:r>
              <a:rPr lang="en-US"/>
              <a:t>9-  OH THAT WE WOULD SEE WITH JESUS EYES</a:t>
            </a:r>
          </a:p>
          <a:p>
            <a:r>
              <a:rPr lang="en-US"/>
              <a:t>10-  WE COULD SHOW THE WORLD HEAVEN SHOW WHAT IT MEANS TO BE HIS</a:t>
            </a:r>
          </a:p>
          <a:p>
            <a:r>
              <a:rPr lang="en-US"/>
              <a:t>11-  TO BE FORMED IN HIS LIKENESS SHOW THEM THEY HAVE A PURPOSE</a:t>
            </a:r>
          </a:p>
          <a:p>
            <a:endParaRPr lang="en-US"/>
          </a:p>
          <a:p>
            <a:r>
              <a:rPr lang="en-US"/>
              <a:t>12-  I AM REDEEMED  (X6)</a:t>
            </a:r>
            <a:br>
              <a:rPr lang="en-US"/>
            </a:br>
            <a:r>
              <a:rPr lang="en-US"/>
              <a:t>TO BE SALT AND LIGHT IN THE WORLD  (X6)</a:t>
            </a:r>
          </a:p>
          <a:p>
            <a:endParaRPr lang="en-US"/>
          </a:p>
          <a:p>
            <a:r>
              <a:rPr lang="en-US"/>
              <a:t>13-  LET THE REDEEMED OF THE LORD RISE UP</a:t>
            </a:r>
          </a:p>
          <a:p>
            <a:r>
              <a:rPr lang="en-US"/>
              <a:t>14-  RISE UP ! RISE UP !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DOES IT MEAN TO BE SAVED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ISN'T IT MORE THAN JUST A PRAYER TO PRAY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MORE THAN JUST A WAY TO HEAVEN ? WHAT DOES IT MEAN TO BE HIS ?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TO BE FORMED IN HIS LIKENESS KNOW THAT WE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SALT AND LIGHT IN THE WORLD TO BE SALT AND LIGHT IN THE WORLD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LET THE REDEEMED OF THE LORD SAY SO LET THE REDEEMED OF THE LORD SAY SO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LET THE REDEEMED OF THE LORD SAY SO SAY SO ! SAY SO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OH THAT THE CHURCH WILL ARISE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OH THAT WE WOULD SEE WITH JESUS EYES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COULD SHOW THE WORLD HEAVEN SHOW WHAT IT MEANS TO BE HIS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 BE FORMED IN HIS LIKENESS SHOW THEM THEY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I AM REDEEMED  (X6)</a:t>
            </a:r>
            <a:br>
              <a:rPr lang="en-US" smtClean="0"/>
            </a:br>
            <a:r>
              <a:rPr lang="en-US" smtClean="0"/>
              <a:t>TO BE SALT AND LIGHT IN THE WORLD  (X6)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LET THE REDEEMED OF THE LORD RISE UP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RISE UP ! RISE UP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DOES IT MEAN TO BE SAVED ?</a:t>
            </a:r>
          </a:p>
          <a:p>
            <a:r>
              <a:rPr lang="en-US"/>
              <a:t>2-  ISN'T IT MORE THAN JUST A PRAYER TO PRAY ?</a:t>
            </a:r>
          </a:p>
          <a:p>
            <a:r>
              <a:rPr lang="en-US"/>
              <a:t>3-  MORE THAN JUST A WAY TO HEAVEN ? WHAT DOES IT MEAN TO BE HIS ? </a:t>
            </a:r>
          </a:p>
          <a:p>
            <a:endParaRPr lang="en-US"/>
          </a:p>
          <a:p>
            <a:r>
              <a:rPr lang="en-US"/>
              <a:t>4-  TO BE FORMED IN HIS LIKENESS KNOW THAT WE HAVE A PURPOSE</a:t>
            </a:r>
          </a:p>
          <a:p>
            <a:r>
              <a:rPr lang="en-US"/>
              <a:t>5-  TO BE SALT AND LIGHT IN THE WORLD TO BE SALT AND LIGHT IN THE WORLD </a:t>
            </a:r>
          </a:p>
          <a:p>
            <a:endParaRPr lang="en-US"/>
          </a:p>
          <a:p>
            <a:r>
              <a:rPr lang="en-US"/>
              <a:t>	6-  LET THE REDEEMED OF THE LORD SAY SO LET THE REDEEMED OF THE LORD SAY SO</a:t>
            </a:r>
          </a:p>
          <a:p>
            <a:r>
              <a:rPr lang="en-US"/>
              <a:t>	7-  LET THE REDEEMED OF THE LORD SAY SO SAY SO ! SAY SO !</a:t>
            </a:r>
          </a:p>
          <a:p>
            <a:endParaRPr lang="en-US"/>
          </a:p>
          <a:p>
            <a:r>
              <a:rPr lang="en-US"/>
              <a:t>8-  OH THAT THE CHURCH WILL ARISE</a:t>
            </a:r>
          </a:p>
          <a:p>
            <a:r>
              <a:rPr lang="en-US"/>
              <a:t>9-  OH THAT WE WOULD SEE WITH JESUS EYES</a:t>
            </a:r>
          </a:p>
          <a:p>
            <a:r>
              <a:rPr lang="en-US"/>
              <a:t>10-  WE COULD SHOW THE WORLD HEAVEN SHOW WHAT IT MEANS TO BE HIS</a:t>
            </a:r>
          </a:p>
          <a:p>
            <a:r>
              <a:rPr lang="en-US"/>
              <a:t>11-  TO BE FORMED IN HIS LIKENESS SHOW THEM THEY HAVE A PURPOSE</a:t>
            </a:r>
          </a:p>
          <a:p>
            <a:endParaRPr lang="en-US"/>
          </a:p>
          <a:p>
            <a:r>
              <a:rPr lang="en-US"/>
              <a:t>12-  I AM REDEEMED  (X6)</a:t>
            </a:r>
            <a:br>
              <a:rPr lang="en-US"/>
            </a:br>
            <a:r>
              <a:rPr lang="en-US"/>
              <a:t>TO BE SALT AND LIGHT IN THE WORLD  (X6)</a:t>
            </a:r>
          </a:p>
          <a:p>
            <a:endParaRPr lang="en-US"/>
          </a:p>
          <a:p>
            <a:r>
              <a:rPr lang="en-US"/>
              <a:t>13-  LET THE REDEEMED OF THE LORD RISE UP</a:t>
            </a:r>
          </a:p>
          <a:p>
            <a:r>
              <a:rPr lang="en-US"/>
              <a:t>14-  RISE UP ! RISE UP !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DOES IT MEAN TO BE SAVED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ISN'T IT MORE THAN JUST A PRAYER TO PRAY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MORE THAN JUST A WAY TO HEAVEN ? WHAT DOES IT MEAN TO BE HIS ?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TO BE FORMED IN HIS LIKENESS KNOW THAT WE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SALT AND LIGHT IN THE WORLD TO BE SALT AND LIGHT IN THE WORLD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LET THE REDEEMED OF THE LORD SAY SO LET THE REDEEMED OF THE LORD SAY SO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LET THE REDEEMED OF THE LORD SAY SO SAY SO ! SAY SO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OH THAT THE CHURCH WILL ARISE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OH THAT WE WOULD SEE WITH JESUS EYES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COULD SHOW THE WORLD HEAVEN SHOW WHAT IT MEANS TO BE HIS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 BE FORMED IN HIS LIKENESS SHOW THEM THEY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I AM REDEEMED  (X6)</a:t>
            </a:r>
            <a:br>
              <a:rPr lang="en-US" smtClean="0"/>
            </a:br>
            <a:r>
              <a:rPr lang="en-US" smtClean="0"/>
              <a:t>TO BE SALT AND LIGHT IN THE WORLD  (X6)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LET THE REDEEMED OF THE LORD RISE UP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RISE UP ! RISE UP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DOES IT MEAN TO BE SAVED ?</a:t>
            </a:r>
          </a:p>
          <a:p>
            <a:r>
              <a:rPr lang="en-US"/>
              <a:t>2-  ISN'T IT MORE THAN JUST A PRAYER TO PRAY ?</a:t>
            </a:r>
          </a:p>
          <a:p>
            <a:r>
              <a:rPr lang="en-US"/>
              <a:t>3-  MORE THAN JUST A WAY TO HEAVEN ? WHAT DOES IT MEAN TO BE HIS ? </a:t>
            </a:r>
          </a:p>
          <a:p>
            <a:endParaRPr lang="en-US"/>
          </a:p>
          <a:p>
            <a:r>
              <a:rPr lang="en-US"/>
              <a:t>4-  TO BE FORMED IN HIS LIKENESS KNOW THAT WE HAVE A PURPOSE</a:t>
            </a:r>
          </a:p>
          <a:p>
            <a:r>
              <a:rPr lang="en-US"/>
              <a:t>5-  TO BE SALT AND LIGHT IN THE WORLD TO BE SALT AND LIGHT IN THE WORLD </a:t>
            </a:r>
          </a:p>
          <a:p>
            <a:endParaRPr lang="en-US"/>
          </a:p>
          <a:p>
            <a:r>
              <a:rPr lang="en-US"/>
              <a:t>	6-  LET THE REDEEMED OF THE LORD SAY SO LET THE REDEEMED OF THE LORD SAY SO</a:t>
            </a:r>
          </a:p>
          <a:p>
            <a:r>
              <a:rPr lang="en-US"/>
              <a:t>	7-  LET THE REDEEMED OF THE LORD SAY SO SAY SO ! SAY SO !</a:t>
            </a:r>
          </a:p>
          <a:p>
            <a:endParaRPr lang="en-US"/>
          </a:p>
          <a:p>
            <a:r>
              <a:rPr lang="en-US"/>
              <a:t>8-  OH THAT THE CHURCH WILL ARISE</a:t>
            </a:r>
          </a:p>
          <a:p>
            <a:r>
              <a:rPr lang="en-US"/>
              <a:t>9-  OH THAT WE WOULD SEE WITH JESUS EYES</a:t>
            </a:r>
          </a:p>
          <a:p>
            <a:r>
              <a:rPr lang="en-US"/>
              <a:t>10-  WE COULD SHOW THE WORLD HEAVEN SHOW WHAT IT MEANS TO BE HIS</a:t>
            </a:r>
          </a:p>
          <a:p>
            <a:r>
              <a:rPr lang="en-US"/>
              <a:t>11-  TO BE FORMED IN HIS LIKENESS SHOW THEM THEY HAVE A PURPOSE</a:t>
            </a:r>
          </a:p>
          <a:p>
            <a:endParaRPr lang="en-US"/>
          </a:p>
          <a:p>
            <a:r>
              <a:rPr lang="en-US"/>
              <a:t>12-  I AM REDEEMED  (X6)</a:t>
            </a:r>
            <a:br>
              <a:rPr lang="en-US"/>
            </a:br>
            <a:r>
              <a:rPr lang="en-US"/>
              <a:t>TO BE SALT AND LIGHT IN THE WORLD  (X6)</a:t>
            </a:r>
          </a:p>
          <a:p>
            <a:endParaRPr lang="en-US"/>
          </a:p>
          <a:p>
            <a:r>
              <a:rPr lang="en-US"/>
              <a:t>13-  LET THE REDEEMED OF THE LORD RISE UP</a:t>
            </a:r>
          </a:p>
          <a:p>
            <a:r>
              <a:rPr lang="en-US"/>
              <a:t>14-  RISE UP ! RISE UP !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DOES IT MEAN TO BE SAVED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ISN'T IT MORE THAN JUST A PRAYER TO PRAY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MORE THAN JUST A WAY TO HEAVEN ? WHAT DOES IT MEAN TO BE HIS ?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TO BE FORMED IN HIS LIKENESS KNOW THAT WE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SALT AND LIGHT IN THE WORLD TO BE SALT AND LIGHT IN THE WORLD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LET THE REDEEMED OF THE LORD SAY SO LET THE REDEEMED OF THE LORD SAY SO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LET THE REDEEMED OF THE LORD SAY SO SAY SO ! SAY SO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OH THAT THE CHURCH WILL ARISE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OH THAT WE WOULD SEE WITH JESUS EYES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COULD SHOW THE WORLD HEAVEN SHOW WHAT IT MEANS TO BE HIS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 BE FORMED IN HIS LIKENESS SHOW THEM THEY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I AM REDEEMED  (X6)</a:t>
            </a:r>
            <a:br>
              <a:rPr lang="en-US" smtClean="0"/>
            </a:br>
            <a:r>
              <a:rPr lang="en-US" smtClean="0"/>
              <a:t>TO BE SALT AND LIGHT IN THE WORLD  (X6)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LET THE REDEEMED OF THE LORD RISE UP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RISE UP ! RISE UP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DOES IT MEAN TO BE SAVED ?</a:t>
            </a:r>
          </a:p>
          <a:p>
            <a:r>
              <a:rPr lang="en-US"/>
              <a:t>2-  ISN'T IT MORE THAN JUST A PRAYER TO PRAY ?</a:t>
            </a:r>
          </a:p>
          <a:p>
            <a:r>
              <a:rPr lang="en-US"/>
              <a:t>3-  MORE THAN JUST A WAY TO HEAVEN ? WHAT DOES IT MEAN TO BE HIS ? </a:t>
            </a:r>
          </a:p>
          <a:p>
            <a:endParaRPr lang="en-US"/>
          </a:p>
          <a:p>
            <a:r>
              <a:rPr lang="en-US"/>
              <a:t>4-  TO BE FORMED IN HIS LIKENESS KNOW THAT WE HAVE A PURPOSE</a:t>
            </a:r>
          </a:p>
          <a:p>
            <a:r>
              <a:rPr lang="en-US"/>
              <a:t>5-  TO BE SALT AND LIGHT IN THE WORLD TO BE SALT AND LIGHT IN THE WORLD </a:t>
            </a:r>
          </a:p>
          <a:p>
            <a:endParaRPr lang="en-US"/>
          </a:p>
          <a:p>
            <a:r>
              <a:rPr lang="en-US"/>
              <a:t>	6-  LET THE REDEEMED OF THE LORD SAY SO LET THE REDEEMED OF THE LORD SAY SO</a:t>
            </a:r>
          </a:p>
          <a:p>
            <a:r>
              <a:rPr lang="en-US"/>
              <a:t>	7-  LET THE REDEEMED OF THE LORD SAY SO SAY SO ! SAY SO !</a:t>
            </a:r>
          </a:p>
          <a:p>
            <a:endParaRPr lang="en-US"/>
          </a:p>
          <a:p>
            <a:r>
              <a:rPr lang="en-US"/>
              <a:t>8-  OH THAT THE CHURCH WILL ARISE</a:t>
            </a:r>
          </a:p>
          <a:p>
            <a:r>
              <a:rPr lang="en-US"/>
              <a:t>9-  OH THAT WE WOULD SEE WITH JESUS EYES</a:t>
            </a:r>
          </a:p>
          <a:p>
            <a:r>
              <a:rPr lang="en-US"/>
              <a:t>10-  WE COULD SHOW THE WORLD HEAVEN SHOW WHAT IT MEANS TO BE HIS</a:t>
            </a:r>
          </a:p>
          <a:p>
            <a:r>
              <a:rPr lang="en-US"/>
              <a:t>11-  TO BE FORMED IN HIS LIKENESS SHOW THEM THEY HAVE A PURPOSE</a:t>
            </a:r>
          </a:p>
          <a:p>
            <a:endParaRPr lang="en-US"/>
          </a:p>
          <a:p>
            <a:r>
              <a:rPr lang="en-US"/>
              <a:t>12-  I AM REDEEMED  (X6)</a:t>
            </a:r>
            <a:br>
              <a:rPr lang="en-US"/>
            </a:br>
            <a:r>
              <a:rPr lang="en-US"/>
              <a:t>TO BE SALT AND LIGHT IN THE WORLD  (X6)</a:t>
            </a:r>
          </a:p>
          <a:p>
            <a:endParaRPr lang="en-US"/>
          </a:p>
          <a:p>
            <a:r>
              <a:rPr lang="en-US"/>
              <a:t>13-  LET THE REDEEMED OF THE LORD RISE UP</a:t>
            </a:r>
          </a:p>
          <a:p>
            <a:r>
              <a:rPr lang="en-US"/>
              <a:t>14-  RISE UP ! RISE UP !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DOES IT MEAN TO BE SAVED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ISN'T IT MORE THAN JUST A PRAYER TO PRAY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MORE THAN JUST A WAY TO HEAVEN ? WHAT DOES IT MEAN TO BE HIS ?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TO BE FORMED IN HIS LIKENESS KNOW THAT WE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SALT AND LIGHT IN THE WORLD TO BE SALT AND LIGHT IN THE WORLD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LET THE REDEEMED OF THE LORD SAY SO LET THE REDEEMED OF THE LORD SAY SO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LET THE REDEEMED OF THE LORD SAY SO SAY SO ! SAY SO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OH THAT THE CHURCH WILL ARISE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OH THAT WE WOULD SEE WITH JESUS EYES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COULD SHOW THE WORLD HEAVEN SHOW WHAT IT MEANS TO BE HIS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 BE FORMED IN HIS LIKENESS SHOW THEM THEY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I AM REDEEMED  (X6)</a:t>
            </a:r>
            <a:br>
              <a:rPr lang="en-US" smtClean="0"/>
            </a:br>
            <a:r>
              <a:rPr lang="en-US" smtClean="0"/>
              <a:t>TO BE SALT AND LIGHT IN THE WORLD  (X6)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LET THE REDEEMED OF THE LORD RISE UP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RISE UP ! RISE UP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DOES IT MEAN TO BE SAVED ?</a:t>
            </a:r>
          </a:p>
          <a:p>
            <a:r>
              <a:rPr lang="en-US"/>
              <a:t>2-  ISN'T IT MORE THAN JUST A PRAYER TO PRAY ?</a:t>
            </a:r>
          </a:p>
          <a:p>
            <a:r>
              <a:rPr lang="en-US"/>
              <a:t>3-  MORE THAN JUST A WAY TO HEAVEN ? WHAT DOES IT MEAN TO BE HIS ? </a:t>
            </a:r>
          </a:p>
          <a:p>
            <a:endParaRPr lang="en-US"/>
          </a:p>
          <a:p>
            <a:r>
              <a:rPr lang="en-US"/>
              <a:t>4-  TO BE FORMED IN HIS LIKENESS KNOW THAT WE HAVE A PURPOSE</a:t>
            </a:r>
          </a:p>
          <a:p>
            <a:r>
              <a:rPr lang="en-US"/>
              <a:t>5-  TO BE SALT AND LIGHT IN THE WORLD TO BE SALT AND LIGHT IN THE WORLD </a:t>
            </a:r>
          </a:p>
          <a:p>
            <a:endParaRPr lang="en-US"/>
          </a:p>
          <a:p>
            <a:r>
              <a:rPr lang="en-US"/>
              <a:t>	6-  LET THE REDEEMED OF THE LORD SAY SO LET THE REDEEMED OF THE LORD SAY SO</a:t>
            </a:r>
          </a:p>
          <a:p>
            <a:r>
              <a:rPr lang="en-US"/>
              <a:t>	7-  LET THE REDEEMED OF THE LORD SAY SO SAY SO ! SAY SO !</a:t>
            </a:r>
          </a:p>
          <a:p>
            <a:endParaRPr lang="en-US"/>
          </a:p>
          <a:p>
            <a:r>
              <a:rPr lang="en-US"/>
              <a:t>8-  OH THAT THE CHURCH WILL ARISE</a:t>
            </a:r>
          </a:p>
          <a:p>
            <a:r>
              <a:rPr lang="en-US"/>
              <a:t>9-  OH THAT WE WOULD SEE WITH JESUS EYES</a:t>
            </a:r>
          </a:p>
          <a:p>
            <a:r>
              <a:rPr lang="en-US"/>
              <a:t>10-  WE COULD SHOW THE WORLD HEAVEN SHOW WHAT IT MEANS TO BE HIS</a:t>
            </a:r>
          </a:p>
          <a:p>
            <a:r>
              <a:rPr lang="en-US"/>
              <a:t>11-  TO BE FORMED IN HIS LIKENESS SHOW THEM THEY HAVE A PURPOSE</a:t>
            </a:r>
          </a:p>
          <a:p>
            <a:endParaRPr lang="en-US"/>
          </a:p>
          <a:p>
            <a:r>
              <a:rPr lang="en-US"/>
              <a:t>12-  I AM REDEEMED  (X6)</a:t>
            </a:r>
            <a:br>
              <a:rPr lang="en-US"/>
            </a:br>
            <a:r>
              <a:rPr lang="en-US"/>
              <a:t>TO BE SALT AND LIGHT IN THE WORLD  (X6)</a:t>
            </a:r>
          </a:p>
          <a:p>
            <a:endParaRPr lang="en-US"/>
          </a:p>
          <a:p>
            <a:r>
              <a:rPr lang="en-US"/>
              <a:t>13-  LET THE REDEEMED OF THE LORD RISE UP</a:t>
            </a:r>
          </a:p>
          <a:p>
            <a:r>
              <a:rPr lang="en-US"/>
              <a:t>14-  RISE UP ! RISE UP !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DOES IT MEAN TO BE SAVED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ISN'T IT MORE THAN JUST A PRAYER TO PRAY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MORE THAN JUST A WAY TO HEAVEN ? WHAT DOES IT MEAN TO BE HIS ?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TO BE FORMED IN HIS LIKENESS KNOW THAT WE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SALT AND LIGHT IN THE WORLD TO BE SALT AND LIGHT IN THE WORLD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LET THE REDEEMED OF THE LORD SAY SO LET THE REDEEMED OF THE LORD SAY SO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LET THE REDEEMED OF THE LORD SAY SO SAY SO ! SAY SO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OH THAT THE CHURCH WILL ARISE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OH THAT WE WOULD SEE WITH JESUS EYES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COULD SHOW THE WORLD HEAVEN SHOW WHAT IT MEANS TO BE HIS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 BE FORMED IN HIS LIKENESS SHOW THEM THEY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I AM REDEEMED  (X6)</a:t>
            </a:r>
            <a:br>
              <a:rPr lang="en-US" smtClean="0"/>
            </a:br>
            <a:r>
              <a:rPr lang="en-US" smtClean="0"/>
              <a:t>TO BE SALT AND LIGHT IN THE WORLD  (X6)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LET THE REDEEMED OF THE LORD RISE UP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RISE UP ! RISE UP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DOES IT MEAN TO BE SAVED ?</a:t>
            </a:r>
          </a:p>
          <a:p>
            <a:r>
              <a:rPr lang="en-US"/>
              <a:t>2-  ISN'T IT MORE THAN JUST A PRAYER TO PRAY ?</a:t>
            </a:r>
          </a:p>
          <a:p>
            <a:r>
              <a:rPr lang="en-US"/>
              <a:t>3-  MORE THAN JUST A WAY TO HEAVEN ? WHAT DOES IT MEAN TO BE HIS ? </a:t>
            </a:r>
          </a:p>
          <a:p>
            <a:endParaRPr lang="en-US"/>
          </a:p>
          <a:p>
            <a:r>
              <a:rPr lang="en-US"/>
              <a:t>4-  TO BE FORMED IN HIS LIKENESS KNOW THAT WE HAVE A PURPOSE</a:t>
            </a:r>
          </a:p>
          <a:p>
            <a:r>
              <a:rPr lang="en-US"/>
              <a:t>5-  TO BE SALT AND LIGHT IN THE WORLD TO BE SALT AND LIGHT IN THE WORLD </a:t>
            </a:r>
          </a:p>
          <a:p>
            <a:endParaRPr lang="en-US"/>
          </a:p>
          <a:p>
            <a:r>
              <a:rPr lang="en-US"/>
              <a:t>	6-  LET THE REDEEMED OF THE LORD SAY SO LET THE REDEEMED OF THE LORD SAY SO</a:t>
            </a:r>
          </a:p>
          <a:p>
            <a:r>
              <a:rPr lang="en-US"/>
              <a:t>	7-  LET THE REDEEMED OF THE LORD SAY SO SAY SO ! SAY SO !</a:t>
            </a:r>
          </a:p>
          <a:p>
            <a:endParaRPr lang="en-US"/>
          </a:p>
          <a:p>
            <a:r>
              <a:rPr lang="en-US"/>
              <a:t>8-  OH THAT THE CHURCH WILL ARISE</a:t>
            </a:r>
          </a:p>
          <a:p>
            <a:r>
              <a:rPr lang="en-US"/>
              <a:t>9-  OH THAT WE WOULD SEE WITH JESUS EYES</a:t>
            </a:r>
          </a:p>
          <a:p>
            <a:r>
              <a:rPr lang="en-US"/>
              <a:t>10-  WE COULD SHOW THE WORLD HEAVEN SHOW WHAT IT MEANS TO BE HIS</a:t>
            </a:r>
          </a:p>
          <a:p>
            <a:r>
              <a:rPr lang="en-US"/>
              <a:t>11-  TO BE FORMED IN HIS LIKENESS SHOW THEM THEY HAVE A PURPOSE</a:t>
            </a:r>
          </a:p>
          <a:p>
            <a:endParaRPr lang="en-US"/>
          </a:p>
          <a:p>
            <a:r>
              <a:rPr lang="en-US"/>
              <a:t>12-  I AM REDEEMED  (X6)</a:t>
            </a:r>
            <a:br>
              <a:rPr lang="en-US"/>
            </a:br>
            <a:r>
              <a:rPr lang="en-US"/>
              <a:t>TO BE SALT AND LIGHT IN THE WORLD  (X6)</a:t>
            </a:r>
          </a:p>
          <a:p>
            <a:endParaRPr lang="en-US"/>
          </a:p>
          <a:p>
            <a:r>
              <a:rPr lang="en-US"/>
              <a:t>13-  LET THE REDEEMED OF THE LORD RISE UP</a:t>
            </a:r>
          </a:p>
          <a:p>
            <a:r>
              <a:rPr lang="en-US"/>
              <a:t>14-  RISE UP ! RISE UP !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DOES IT MEAN TO BE SAVED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ISN'T IT MORE THAN JUST A PRAYER TO PRAY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MORE THAN JUST A WAY TO HEAVEN ? WHAT DOES IT MEAN TO BE HIS ?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TO BE FORMED IN HIS LIKENESS KNOW THAT WE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SALT AND LIGHT IN THE WORLD TO BE SALT AND LIGHT IN THE WORLD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LET THE REDEEMED OF THE LORD SAY SO LET THE REDEEMED OF THE LORD SAY SO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LET THE REDEEMED OF THE LORD SAY SO SAY SO ! SAY SO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OH THAT THE CHURCH WILL ARISE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OH THAT WE WOULD SEE WITH JESUS EYES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COULD SHOW THE WORLD HEAVEN SHOW WHAT IT MEANS TO BE HIS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 BE FORMED IN HIS LIKENESS SHOW THEM THEY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I AM REDEEMED  (X6)</a:t>
            </a:r>
            <a:br>
              <a:rPr lang="en-US" smtClean="0"/>
            </a:br>
            <a:r>
              <a:rPr lang="en-US" smtClean="0"/>
              <a:t>TO BE SALT AND LIGHT IN THE WORLD  (X6)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LET THE REDEEMED OF THE LORD RISE UP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RISE UP ! RISE UP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DOES IT MEAN TO BE SAVED ?</a:t>
            </a:r>
          </a:p>
          <a:p>
            <a:r>
              <a:rPr lang="en-US"/>
              <a:t>2-  ISN'T IT MORE THAN JUST A PRAYER TO PRAY ?</a:t>
            </a:r>
          </a:p>
          <a:p>
            <a:r>
              <a:rPr lang="en-US"/>
              <a:t>3-  MORE THAN JUST A WAY TO HEAVEN ? WHAT DOES IT MEAN TO BE HIS ? </a:t>
            </a:r>
          </a:p>
          <a:p>
            <a:endParaRPr lang="en-US"/>
          </a:p>
          <a:p>
            <a:r>
              <a:rPr lang="en-US"/>
              <a:t>4-  TO BE FORMED IN HIS LIKENESS KNOW THAT WE HAVE A PURPOSE</a:t>
            </a:r>
          </a:p>
          <a:p>
            <a:r>
              <a:rPr lang="en-US"/>
              <a:t>5-  TO BE SALT AND LIGHT IN THE WORLD TO BE SALT AND LIGHT IN THE WORLD </a:t>
            </a:r>
          </a:p>
          <a:p>
            <a:endParaRPr lang="en-US"/>
          </a:p>
          <a:p>
            <a:r>
              <a:rPr lang="en-US"/>
              <a:t>	6-  LET THE REDEEMED OF THE LORD SAY SO LET THE REDEEMED OF THE LORD SAY SO</a:t>
            </a:r>
          </a:p>
          <a:p>
            <a:r>
              <a:rPr lang="en-US"/>
              <a:t>	7-  LET THE REDEEMED OF THE LORD SAY SO SAY SO ! SAY SO !</a:t>
            </a:r>
          </a:p>
          <a:p>
            <a:endParaRPr lang="en-US"/>
          </a:p>
          <a:p>
            <a:r>
              <a:rPr lang="en-US"/>
              <a:t>8-  OH THAT THE CHURCH WILL ARISE</a:t>
            </a:r>
          </a:p>
          <a:p>
            <a:r>
              <a:rPr lang="en-US"/>
              <a:t>9-  OH THAT WE WOULD SEE WITH JESUS EYES</a:t>
            </a:r>
          </a:p>
          <a:p>
            <a:r>
              <a:rPr lang="en-US"/>
              <a:t>10-  WE COULD SHOW THE WORLD HEAVEN SHOW WHAT IT MEANS TO BE HIS</a:t>
            </a:r>
          </a:p>
          <a:p>
            <a:r>
              <a:rPr lang="en-US"/>
              <a:t>11-  TO BE FORMED IN HIS LIKENESS SHOW THEM THEY HAVE A PURPOSE</a:t>
            </a:r>
          </a:p>
          <a:p>
            <a:endParaRPr lang="en-US"/>
          </a:p>
          <a:p>
            <a:r>
              <a:rPr lang="en-US"/>
              <a:t>12-  I AM REDEEMED  (X6)</a:t>
            </a:r>
            <a:br>
              <a:rPr lang="en-US"/>
            </a:br>
            <a:r>
              <a:rPr lang="en-US"/>
              <a:t>TO BE SALT AND LIGHT IN THE WORLD  (X6)</a:t>
            </a:r>
          </a:p>
          <a:p>
            <a:endParaRPr lang="en-US"/>
          </a:p>
          <a:p>
            <a:r>
              <a:rPr lang="en-US"/>
              <a:t>13-  LET THE REDEEMED OF THE LORD RISE UP</a:t>
            </a:r>
          </a:p>
          <a:p>
            <a:r>
              <a:rPr lang="en-US"/>
              <a:t>14-  RISE UP ! RISE UP !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DOES IT MEAN TO BE SAVED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ISN'T IT MORE THAN JUST A PRAYER TO PRAY 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MORE THAN JUST A WAY TO HEAVEN ? WHAT DOES IT MEAN TO BE HIS ?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TO BE FORMED IN HIS LIKENESS KNOW THAT WE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SALT AND LIGHT IN THE WORLD TO BE SALT AND LIGHT IN THE WORLD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LET THE REDEEMED OF THE LORD SAY SO LET THE REDEEMED OF THE LORD SAY SO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LET THE REDEEMED OF THE LORD SAY SO SAY SO ! SAY SO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OH THAT THE CHURCH WILL ARISE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OH THAT WE WOULD SEE WITH JESUS EYES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WE COULD SHOW THE WORLD HEAVEN SHOW WHAT IT MEANS TO BE HIS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 BE FORMED IN HIS LIKENESS SHOW THEM THEY HAVE A PURPOSE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I AM REDEEMED  (X6)</a:t>
            </a:r>
            <a:br>
              <a:rPr lang="en-US" smtClean="0"/>
            </a:br>
            <a:r>
              <a:rPr lang="en-US" smtClean="0"/>
              <a:t>TO BE SALT AND LIGHT IN THE WORLD  (X6)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LET THE REDEEMED OF THE LORD RISE UP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RISE UP ! RISE UP !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DOES IT MEAN TO BE SAVED ?</a:t>
            </a:r>
          </a:p>
          <a:p>
            <a:r>
              <a:rPr lang="en-US"/>
              <a:t>2-  ISN'T IT MORE THAN JUST A PRAYER TO PRAY ?</a:t>
            </a:r>
          </a:p>
          <a:p>
            <a:r>
              <a:rPr lang="en-US"/>
              <a:t>3-  MORE THAN JUST A WAY TO HEAVEN ? WHAT DOES IT MEAN TO BE HIS ? </a:t>
            </a:r>
          </a:p>
          <a:p>
            <a:endParaRPr lang="en-US"/>
          </a:p>
          <a:p>
            <a:r>
              <a:rPr lang="en-US"/>
              <a:t>4-  TO BE FORMED IN HIS LIKENESS KNOW THAT WE HAVE A PURPOSE</a:t>
            </a:r>
          </a:p>
          <a:p>
            <a:r>
              <a:rPr lang="en-US"/>
              <a:t>5-  TO BE SALT AND LIGHT IN THE WORLD TO BE SALT AND LIGHT IN THE WORLD </a:t>
            </a:r>
          </a:p>
          <a:p>
            <a:endParaRPr lang="en-US"/>
          </a:p>
          <a:p>
            <a:r>
              <a:rPr lang="en-US"/>
              <a:t>	6-  LET THE REDEEMED OF THE LORD SAY SO LET THE REDEEMED OF THE LORD SAY SO</a:t>
            </a:r>
          </a:p>
          <a:p>
            <a:r>
              <a:rPr lang="en-US"/>
              <a:t>	7-  LET THE REDEEMED OF THE LORD SAY SO SAY SO ! SAY SO !</a:t>
            </a:r>
          </a:p>
          <a:p>
            <a:endParaRPr lang="en-US"/>
          </a:p>
          <a:p>
            <a:r>
              <a:rPr lang="en-US"/>
              <a:t>8-  OH THAT THE CHURCH WILL ARISE</a:t>
            </a:r>
          </a:p>
          <a:p>
            <a:r>
              <a:rPr lang="en-US"/>
              <a:t>9-  OH THAT WE WOULD SEE WITH JESUS EYES</a:t>
            </a:r>
          </a:p>
          <a:p>
            <a:r>
              <a:rPr lang="en-US"/>
              <a:t>10-  WE COULD SHOW THE WORLD HEAVEN SHOW WHAT IT MEANS TO BE HIS</a:t>
            </a:r>
          </a:p>
          <a:p>
            <a:r>
              <a:rPr lang="en-US"/>
              <a:t>11-  TO BE FORMED IN HIS LIKENESS SHOW THEM THEY HAVE A PURPOSE</a:t>
            </a:r>
          </a:p>
          <a:p>
            <a:endParaRPr lang="en-US"/>
          </a:p>
          <a:p>
            <a:r>
              <a:rPr lang="en-US"/>
              <a:t>12-  I AM REDEEMED  (X6)</a:t>
            </a:r>
            <a:br>
              <a:rPr lang="en-US"/>
            </a:br>
            <a:r>
              <a:rPr lang="en-US"/>
              <a:t>TO BE SALT AND LIGHT IN THE WORLD  (X6)</a:t>
            </a:r>
          </a:p>
          <a:p>
            <a:endParaRPr lang="en-US"/>
          </a:p>
          <a:p>
            <a:r>
              <a:rPr lang="en-US"/>
              <a:t>13-  LET THE REDEEMED OF THE LORD RISE UP</a:t>
            </a:r>
          </a:p>
          <a:p>
            <a:r>
              <a:rPr lang="en-US"/>
              <a:t>14-  RISE UP ! RISE UP !</a:t>
            </a:r>
          </a:p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2E13A3-F38F-49A9-9ED7-CA1BB8CB99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468E20-25B2-4BBA-A98A-4BA1345B64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BDC88A-F8D2-43B6-804F-3FEF2152DFB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7419C1-7184-4BC8-90F8-DED487D5F4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76D4A5-F1A2-4BB9-9497-CB3F6B929E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30783A-322B-45FD-BBE7-B6938A1E06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08DAE7-7048-4E85-8C3A-4D8A219A4F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755548-F126-4F85-B17E-53EE649FAE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16DE15-FB43-471A-A652-41590F37B29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C5664D-35F4-432A-9539-0359506E05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B432C9-967E-4C93-90B0-F84820948D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A88C1790-9FF7-435B-863D-20775D1D02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WHAT DOES IT MEAN TO BE SAVED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ISN'T IT MORE THAN JUST A PRAYER TO PRAY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MORE THAN JUST A WAY TO HEAVEN ?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WHAT DOES IT MEAN TO BE HIS ?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TO BE FORMED IN HIS LIKENESS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KNOW THAT WE HAVE A PURPOSE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TO BE SALT AND LIGHT IN THE WORLD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TO BE SALT AND LIGHT IN THE WORLD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80975" y="0"/>
            <a:ext cx="950595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LET THE REDEEMED OF THE LORD SAY SO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LET THE REDEEMED OF THE LORD SAY SO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80975" y="0"/>
            <a:ext cx="950595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LET THE REDEEMED OF THE LORD SAY SO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SAY SO ! SAY SO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80975" y="0"/>
            <a:ext cx="950595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OH THAT THE CHURCH WILL ARISE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80975" y="0"/>
            <a:ext cx="950595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OH THAT WE WOULD SEE WITH JESUS EYES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80975" y="0"/>
            <a:ext cx="950595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WE COULD SHOW THE WORLD HEAVEN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SHOW WHAT IT MEANS TO BE HIS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80975" y="0"/>
            <a:ext cx="950595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TO BE FORMED IN HIS LIKENESS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SHOW THEM THEY HAVE A PURPOSE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80975" y="0"/>
            <a:ext cx="950595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I AM REDEEMED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TO BE SALT AND LIGHT IN THE WORLD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80975" y="0"/>
            <a:ext cx="950595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LET THE REDEEMED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OF THE LORD RISE UP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80975" y="0"/>
            <a:ext cx="950595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RISE UP !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RISE UP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</TotalTime>
  <Words>1967</Words>
  <Application>Microsoft Macintosh PowerPoint</Application>
  <PresentationFormat>On-screen Show (4:3)</PresentationFormat>
  <Paragraphs>546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Franklin Gothic Medium</vt:lpstr>
      <vt:lpstr>MS PGothic</vt:lpstr>
      <vt:lpstr>Arial</vt:lpstr>
      <vt:lpstr>Calibri</vt:lpstr>
      <vt:lpstr>Default Design</vt:lpstr>
      <vt:lpstr>WHAT DOES IT MEAN TO BE SAVED ?</vt:lpstr>
      <vt:lpstr>ISN'T IT MORE THAN JUST A PRAYER TO PRAY ?</vt:lpstr>
      <vt:lpstr>MORE THAN JUST A WAY TO HEAVEN ? WHAT DOES IT MEAN TO BE HIS ? </vt:lpstr>
      <vt:lpstr>TO BE FORMED IN HIS LIKENESS KNOW THAT WE HAVE A PURPOSE</vt:lpstr>
      <vt:lpstr>TO BE SALT AND LIGHT IN THE WORLD TO BE SALT AND LIGHT IN THE WORLD </vt:lpstr>
      <vt:lpstr>LET THE REDEEMED OF THE LORD SAY SO LET THE REDEEMED OF THE LORD SAY SO</vt:lpstr>
      <vt:lpstr>LET THE REDEEMED OF THE LORD SAY SO SAY SO ! SAY SO !</vt:lpstr>
      <vt:lpstr>OH THAT THE CHURCH WILL ARISE</vt:lpstr>
      <vt:lpstr>OH THAT WE WOULD SEE WITH JESUS EYES</vt:lpstr>
      <vt:lpstr>WE COULD SHOW THE WORLD HEAVEN SHOW WHAT IT MEANS TO BE HIS</vt:lpstr>
      <vt:lpstr>TO BE FORMED IN HIS LIKENESS SHOW THEM THEY HAVE A PURPOSE</vt:lpstr>
      <vt:lpstr>I AM REDEEMED TO BE SALT AND LIGHT IN THE WORLD</vt:lpstr>
      <vt:lpstr>LET THE REDEEMED OF THE LORD RISE UP</vt:lpstr>
      <vt:lpstr>RISE UP ! RISE UP !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</cp:lastModifiedBy>
  <cp:revision>74</cp:revision>
  <dcterms:created xsi:type="dcterms:W3CDTF">2002-08-17T10:50:50Z</dcterms:created>
  <dcterms:modified xsi:type="dcterms:W3CDTF">2011-12-31T20:15:26Z</dcterms:modified>
</cp:coreProperties>
</file>