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57" r:id="rId4"/>
    <p:sldId id="259" r:id="rId5"/>
    <p:sldId id="268" r:id="rId6"/>
    <p:sldId id="260" r:id="rId7"/>
    <p:sldId id="269" r:id="rId8"/>
    <p:sldId id="262" r:id="rId9"/>
    <p:sldId id="270" r:id="rId10"/>
    <p:sldId id="267" r:id="rId11"/>
    <p:sldId id="271" r:id="rId12"/>
    <p:sldId id="263" r:id="rId13"/>
    <p:sldId id="264" r:id="rId14"/>
    <p:sldId id="265" r:id="rId15"/>
    <p:sldId id="266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397" autoAdjust="0"/>
    <p:restoredTop sz="90929"/>
  </p:normalViewPr>
  <p:slideViewPr>
    <p:cSldViewPr>
      <p:cViewPr varScale="1">
        <p:scale>
          <a:sx n="20" d="100"/>
          <a:sy n="20" d="100"/>
        </p:scale>
        <p:origin x="-143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DBC726E-13BE-4CC5-8995-935A0CDE120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BCFBF0E-9E48-4812-BDB9-11E9139C257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DIEU CHANGE MES PLEURS EN JOIE DIEU CHANGE MES PEURS EN FOI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SANS CRAINTE JE LE LOUERAI SANS FIN JE CHANTERAI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SUIS UN VAINQUEUR DANS LES MAINS DU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ET JE DIS OUI, OUI, OUI, OUI, OUI SEIGNEUR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7-  ET JE DIS NON, NON, NON, NON NON AU DIABLE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8-  AMEN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9-  LAÏ, LAÏ, LAÏ, LAÏ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10-  AMEN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DIS : OUI, OUI, OUI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DIS OUI SEIGNEUR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DIS : NON, NON, NON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JE DIS : NON AU DIABLE !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I'M PRESSED BUT NOT CRUSHED PERSECUTED NOT ABANDONED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STRUCK DOWN BUT NOT DESTROYED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I'M BLESSED BEYOND THE CURSE FOR HIS PROMISE WILL ENDURE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AND HIS JOY'S GONNA BE MY STRENGTH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THOUGH THE SORROW MAY LAST FOR THE NIGHT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HIS JOY COMES WITH THE MORNING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DIEU CHANGE MES PLEURS EN JOIE DIEU CHANGE MES PEURS EN FOI</a:t>
            </a:r>
          </a:p>
          <a:p>
            <a:r>
              <a:rPr lang="fr-FR" smtClean="0">
                <a:solidFill>
                  <a:srgbClr val="000000"/>
                </a:solidFill>
              </a:rPr>
              <a:t>2-  JE SUIS UN VAINQUEUR DANS LES MAINS DU SEIGNEUR</a:t>
            </a:r>
          </a:p>
          <a:p>
            <a:r>
              <a:rPr lang="fr-FR" smtClean="0">
                <a:solidFill>
                  <a:srgbClr val="000000"/>
                </a:solidFill>
              </a:rPr>
              <a:t>3-  SANS CRAINTE JE LE LOUERAI SANS FIN JE CHANTERAI</a:t>
            </a:r>
          </a:p>
          <a:p>
            <a:r>
              <a:rPr lang="fr-FR" smtClean="0">
                <a:solidFill>
                  <a:srgbClr val="000000"/>
                </a:solidFill>
              </a:rPr>
              <a:t>4-  JE SUIS UN VAINQUEUR DANS LES MAINS DU SEIGNEUR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5-  ET JE DIS OUI, OUI, OUI, OUI, OUI SEIGNEUR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6-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7-  ET JE DIS NON, NON, NON, NON NON AU DIABLE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8-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9-  LAÏ, LAÏ, LAÏ, LAÏ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10-  AMEN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JE DIS : OUI, OUI, OUI</a:t>
            </a:r>
          </a:p>
          <a:p>
            <a:r>
              <a:rPr lang="fr-FR" smtClean="0">
                <a:solidFill>
                  <a:srgbClr val="000000"/>
                </a:solidFill>
              </a:rPr>
              <a:t>12-  JE DIS OUI SEIGNEUR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13-  JE DIS : NON, NON, NON </a:t>
            </a:r>
          </a:p>
          <a:p>
            <a:r>
              <a:rPr lang="fr-FR" smtClean="0">
                <a:solidFill>
                  <a:srgbClr val="000000"/>
                </a:solidFill>
              </a:rPr>
              <a:t>14-  JE DIS : NON AU DIABLE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15-  I'M PRESSED BUT NOT CRUSHED PERSECUTED NOT ABANDONED </a:t>
            </a:r>
          </a:p>
          <a:p>
            <a:r>
              <a:rPr lang="fr-FR" smtClean="0">
                <a:solidFill>
                  <a:srgbClr val="000000"/>
                </a:solidFill>
              </a:rPr>
              <a:t>16-  STRUCK DOWN BUT NOT DESTROYED</a:t>
            </a:r>
          </a:p>
          <a:p>
            <a:r>
              <a:rPr lang="fr-FR" smtClean="0">
                <a:solidFill>
                  <a:srgbClr val="000000"/>
                </a:solidFill>
              </a:rPr>
              <a:t>17-  I'M BLESSED BEYOND THE CURSE FOR HIS PROMISE WILL ENDURE</a:t>
            </a:r>
          </a:p>
          <a:p>
            <a:r>
              <a:rPr lang="fr-FR" smtClean="0">
                <a:solidFill>
                  <a:srgbClr val="000000"/>
                </a:solidFill>
              </a:rPr>
              <a:t>18-  AND HIS JOY'S GONNA BE MY STRENGTH</a:t>
            </a:r>
          </a:p>
          <a:p>
            <a:r>
              <a:rPr lang="fr-FR" smtClean="0">
                <a:solidFill>
                  <a:srgbClr val="000000"/>
                </a:solidFill>
              </a:rPr>
              <a:t>19-  THOUGH THE SORROW MAY LAST FOR THE NIGHT</a:t>
            </a:r>
          </a:p>
          <a:p>
            <a:r>
              <a:rPr lang="fr-FR" smtClean="0">
                <a:solidFill>
                  <a:srgbClr val="000000"/>
                </a:solidFill>
              </a:rPr>
              <a:t>20-  HIS JOY COMES WITH THE MORNING</a:t>
            </a:r>
          </a:p>
          <a:p>
            <a:endParaRPr lang="fr-FR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DIEU CHANGE MES PLEURS EN JOIE DIEU CHANGE MES PEURS EN FOI</a:t>
            </a:r>
          </a:p>
          <a:p>
            <a:r>
              <a:rPr lang="fr-FR" smtClean="0">
                <a:solidFill>
                  <a:srgbClr val="000000"/>
                </a:solidFill>
              </a:rPr>
              <a:t>2-  JE SUIS UN VAINQUEUR DANS LES MAINS DU SEIGNEUR</a:t>
            </a:r>
          </a:p>
          <a:p>
            <a:r>
              <a:rPr lang="fr-FR" smtClean="0">
                <a:solidFill>
                  <a:srgbClr val="000000"/>
                </a:solidFill>
              </a:rPr>
              <a:t>3-  SANS CRAINTE JE LE LOUERAI SANS FIN JE CHANTERAI</a:t>
            </a:r>
          </a:p>
          <a:p>
            <a:r>
              <a:rPr lang="fr-FR" smtClean="0">
                <a:solidFill>
                  <a:srgbClr val="000000"/>
                </a:solidFill>
              </a:rPr>
              <a:t>4-  JE SUIS UN VAINQUEUR DANS LES MAINS DU SEIGNEUR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5-  ET JE DIS OUI, OUI, OUI, OUI, OUI SEIGNEUR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6-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7-  ET JE DIS NON, NON, NON, NON NON AU DIABLE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8-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9-  LAÏ, LAÏ, LAÏ, LAÏ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10-  AMEN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JE DIS : OUI, OUI, OUI</a:t>
            </a:r>
          </a:p>
          <a:p>
            <a:r>
              <a:rPr lang="fr-FR" smtClean="0">
                <a:solidFill>
                  <a:srgbClr val="000000"/>
                </a:solidFill>
              </a:rPr>
              <a:t>12-  JE DIS OUI SEIGNEUR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13-  JE DIS : NON, NON, NON </a:t>
            </a:r>
          </a:p>
          <a:p>
            <a:r>
              <a:rPr lang="fr-FR" smtClean="0">
                <a:solidFill>
                  <a:srgbClr val="000000"/>
                </a:solidFill>
              </a:rPr>
              <a:t>14-  JE DIS : NON AU DIABLE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15-  I'M PRESSED BUT NOT CRUSHED PERSECUTED NOT ABANDONED </a:t>
            </a:r>
          </a:p>
          <a:p>
            <a:r>
              <a:rPr lang="fr-FR" smtClean="0">
                <a:solidFill>
                  <a:srgbClr val="000000"/>
                </a:solidFill>
              </a:rPr>
              <a:t>16-  STRUCK DOWN BUT NOT DESTROYED</a:t>
            </a:r>
          </a:p>
          <a:p>
            <a:r>
              <a:rPr lang="fr-FR" smtClean="0">
                <a:solidFill>
                  <a:srgbClr val="000000"/>
                </a:solidFill>
              </a:rPr>
              <a:t>17-  I'M BLESSED BEYOND THE CURSE FOR HIS PROMISE WILL ENDURE</a:t>
            </a:r>
          </a:p>
          <a:p>
            <a:r>
              <a:rPr lang="fr-FR" smtClean="0">
                <a:solidFill>
                  <a:srgbClr val="000000"/>
                </a:solidFill>
              </a:rPr>
              <a:t>18-  AND HIS JOY'S GONNA BE MY STRENGTH</a:t>
            </a:r>
          </a:p>
          <a:p>
            <a:r>
              <a:rPr lang="fr-FR" smtClean="0">
                <a:solidFill>
                  <a:srgbClr val="000000"/>
                </a:solidFill>
              </a:rPr>
              <a:t>19-  THOUGH THE SORROW MAY LAST FOR THE NIGHT</a:t>
            </a:r>
          </a:p>
          <a:p>
            <a:r>
              <a:rPr lang="fr-FR" smtClean="0">
                <a:solidFill>
                  <a:srgbClr val="000000"/>
                </a:solidFill>
              </a:rPr>
              <a:t>20-  HIS JOY COMES WITH THE MORNING</a:t>
            </a:r>
          </a:p>
          <a:p>
            <a:endParaRPr lang="fr-FR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DIEU CHANGE MES PLEURS EN JOIE DIEU CHANGE MES PEURS EN FOI</a:t>
            </a:r>
          </a:p>
          <a:p>
            <a:r>
              <a:rPr lang="fr-FR" smtClean="0">
                <a:solidFill>
                  <a:srgbClr val="000000"/>
                </a:solidFill>
              </a:rPr>
              <a:t>2-  JE SUIS UN VAINQUEUR DANS LES MAINS DU SEIGNEUR</a:t>
            </a:r>
          </a:p>
          <a:p>
            <a:r>
              <a:rPr lang="fr-FR" smtClean="0">
                <a:solidFill>
                  <a:srgbClr val="000000"/>
                </a:solidFill>
              </a:rPr>
              <a:t>3-  SANS CRAINTE JE LE LOUERAI SANS FIN JE CHANTERAI</a:t>
            </a:r>
          </a:p>
          <a:p>
            <a:r>
              <a:rPr lang="fr-FR" smtClean="0">
                <a:solidFill>
                  <a:srgbClr val="000000"/>
                </a:solidFill>
              </a:rPr>
              <a:t>4-  JE SUIS UN VAINQUEUR DANS LES MAINS DU SEIGNEUR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5-  ET JE DIS OUI, OUI, OUI, OUI, OUI SEIGNEUR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6-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7-  ET JE DIS NON, NON, NON, NON NON AU DIABLE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8-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9-  LAÏ, LAÏ, LAÏ, LAÏ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10-  AMEN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JE DIS : OUI, OUI, OUI</a:t>
            </a:r>
          </a:p>
          <a:p>
            <a:r>
              <a:rPr lang="fr-FR" smtClean="0">
                <a:solidFill>
                  <a:srgbClr val="000000"/>
                </a:solidFill>
              </a:rPr>
              <a:t>12-  JE DIS OUI SEIGNEUR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13-  JE DIS : NON, NON, NON </a:t>
            </a:r>
          </a:p>
          <a:p>
            <a:r>
              <a:rPr lang="fr-FR" smtClean="0">
                <a:solidFill>
                  <a:srgbClr val="000000"/>
                </a:solidFill>
              </a:rPr>
              <a:t>14-  JE DIS : NON AU DIABLE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15-  I'M PRESSED BUT NOT CRUSHED PERSECUTED NOT ABANDONED </a:t>
            </a:r>
          </a:p>
          <a:p>
            <a:r>
              <a:rPr lang="fr-FR" smtClean="0">
                <a:solidFill>
                  <a:srgbClr val="000000"/>
                </a:solidFill>
              </a:rPr>
              <a:t>16-  STRUCK DOWN BUT NOT DESTROYED</a:t>
            </a:r>
          </a:p>
          <a:p>
            <a:r>
              <a:rPr lang="fr-FR" smtClean="0">
                <a:solidFill>
                  <a:srgbClr val="000000"/>
                </a:solidFill>
              </a:rPr>
              <a:t>17-  I'M BLESSED BEYOND THE CURSE FOR HIS PROMISE WILL ENDURE</a:t>
            </a:r>
          </a:p>
          <a:p>
            <a:r>
              <a:rPr lang="fr-FR" smtClean="0">
                <a:solidFill>
                  <a:srgbClr val="000000"/>
                </a:solidFill>
              </a:rPr>
              <a:t>18-  AND HIS JOY'S GONNA BE MY STRENGTH</a:t>
            </a:r>
          </a:p>
          <a:p>
            <a:r>
              <a:rPr lang="fr-FR" smtClean="0">
                <a:solidFill>
                  <a:srgbClr val="000000"/>
                </a:solidFill>
              </a:rPr>
              <a:t>19-  THOUGH THE SORROW MAY LAST FOR THE NIGHT</a:t>
            </a:r>
          </a:p>
          <a:p>
            <a:r>
              <a:rPr lang="fr-FR" smtClean="0">
                <a:solidFill>
                  <a:srgbClr val="000000"/>
                </a:solidFill>
              </a:rPr>
              <a:t>20-  HIS JOY COMES WITH THE MORNING</a:t>
            </a:r>
          </a:p>
          <a:p>
            <a:endParaRPr lang="fr-FR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DIEU CHANGE MES PLEURS EN JOIE DIEU CHANGE MES PEURS EN FOI</a:t>
            </a:r>
          </a:p>
          <a:p>
            <a:r>
              <a:rPr lang="fr-FR" smtClean="0">
                <a:solidFill>
                  <a:srgbClr val="000000"/>
                </a:solidFill>
              </a:rPr>
              <a:t>2-  JE SUIS UN VAINQUEUR DANS LES MAINS DU SEIGNEUR</a:t>
            </a:r>
          </a:p>
          <a:p>
            <a:r>
              <a:rPr lang="fr-FR" smtClean="0">
                <a:solidFill>
                  <a:srgbClr val="000000"/>
                </a:solidFill>
              </a:rPr>
              <a:t>3-  SANS CRAINTE JE LE LOUERAI SANS FIN JE CHANTERAI</a:t>
            </a:r>
          </a:p>
          <a:p>
            <a:r>
              <a:rPr lang="fr-FR" smtClean="0">
                <a:solidFill>
                  <a:srgbClr val="000000"/>
                </a:solidFill>
              </a:rPr>
              <a:t>4-  JE SUIS UN VAINQUEUR DANS LES MAINS DU SEIGNEUR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5-  ET JE DIS OUI, OUI, OUI, OUI, OUI SEIGNEUR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6-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7-  ET JE DIS NON, NON, NON, NON NON AU DIABLE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8-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9-  LAÏ, LAÏ, LAÏ, LAÏ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10-  AMEN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JE DIS : OUI, OUI, OUI</a:t>
            </a:r>
          </a:p>
          <a:p>
            <a:r>
              <a:rPr lang="fr-FR" smtClean="0">
                <a:solidFill>
                  <a:srgbClr val="000000"/>
                </a:solidFill>
              </a:rPr>
              <a:t>12-  JE DIS OUI SEIGNEUR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13-  JE DIS : NON, NON, NON </a:t>
            </a:r>
          </a:p>
          <a:p>
            <a:r>
              <a:rPr lang="fr-FR" smtClean="0">
                <a:solidFill>
                  <a:srgbClr val="000000"/>
                </a:solidFill>
              </a:rPr>
              <a:t>14-  JE DIS : NON AU DIABLE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15-  I'M PRESSED BUT NOT CRUSHED PERSECUTED NOT ABANDONED </a:t>
            </a:r>
          </a:p>
          <a:p>
            <a:r>
              <a:rPr lang="fr-FR" smtClean="0">
                <a:solidFill>
                  <a:srgbClr val="000000"/>
                </a:solidFill>
              </a:rPr>
              <a:t>16-  STRUCK DOWN BUT NOT DESTROYED</a:t>
            </a:r>
          </a:p>
          <a:p>
            <a:r>
              <a:rPr lang="fr-FR" smtClean="0">
                <a:solidFill>
                  <a:srgbClr val="000000"/>
                </a:solidFill>
              </a:rPr>
              <a:t>17-  I'M BLESSED BEYOND THE CURSE FOR HIS PROMISE WILL ENDURE</a:t>
            </a:r>
          </a:p>
          <a:p>
            <a:r>
              <a:rPr lang="fr-FR" smtClean="0">
                <a:solidFill>
                  <a:srgbClr val="000000"/>
                </a:solidFill>
              </a:rPr>
              <a:t>18-  AND HIS JOY'S GONNA BE MY STRENGTH</a:t>
            </a:r>
          </a:p>
          <a:p>
            <a:r>
              <a:rPr lang="fr-FR" smtClean="0">
                <a:solidFill>
                  <a:srgbClr val="000000"/>
                </a:solidFill>
              </a:rPr>
              <a:t>19-  THOUGH THE SORROW MAY LAST FOR THE NIGHT</a:t>
            </a:r>
          </a:p>
          <a:p>
            <a:r>
              <a:rPr lang="fr-FR" smtClean="0">
                <a:solidFill>
                  <a:srgbClr val="000000"/>
                </a:solidFill>
              </a:rPr>
              <a:t>20-  HIS JOY COMES WITH THE MORNING</a:t>
            </a:r>
          </a:p>
          <a:p>
            <a:endParaRPr lang="fr-FR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DIEU CHANGE MES PLEURS EN JOIE DIEU CHANGE MES PEURS EN FOI</a:t>
            </a:r>
          </a:p>
          <a:p>
            <a:r>
              <a:rPr lang="fr-FR" smtClean="0">
                <a:solidFill>
                  <a:srgbClr val="000000"/>
                </a:solidFill>
              </a:rPr>
              <a:t>2-  JE SUIS UN VAINQUEUR DANS LES MAINS DU SEIGNEUR</a:t>
            </a:r>
          </a:p>
          <a:p>
            <a:r>
              <a:rPr lang="fr-FR" smtClean="0">
                <a:solidFill>
                  <a:srgbClr val="000000"/>
                </a:solidFill>
              </a:rPr>
              <a:t>3-  SANS CRAINTE JE LE LOUERAI SANS FIN JE CHANTERAI</a:t>
            </a:r>
          </a:p>
          <a:p>
            <a:r>
              <a:rPr lang="fr-FR" smtClean="0">
                <a:solidFill>
                  <a:srgbClr val="000000"/>
                </a:solidFill>
              </a:rPr>
              <a:t>4-  JE SUIS UN VAINQUEUR DANS LES MAINS DU SEIGNEUR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5-  ET JE DIS OUI, OUI, OUI, OUI, OUI SEIGNEUR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6-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7-  ET JE DIS NON, NON, NON, NON NON AU DIABLE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8-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9-  LAÏ, LAÏ, LAÏ, LAÏ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10-  AMEN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JE DIS : OUI, OUI, OUI</a:t>
            </a:r>
          </a:p>
          <a:p>
            <a:r>
              <a:rPr lang="fr-FR" smtClean="0">
                <a:solidFill>
                  <a:srgbClr val="000000"/>
                </a:solidFill>
              </a:rPr>
              <a:t>12-  JE DIS OUI SEIGNEUR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13-  JE DIS : NON, NON, NON </a:t>
            </a:r>
          </a:p>
          <a:p>
            <a:r>
              <a:rPr lang="fr-FR" smtClean="0">
                <a:solidFill>
                  <a:srgbClr val="000000"/>
                </a:solidFill>
              </a:rPr>
              <a:t>14-  JE DIS : NON AU DIABLE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15-  I'M PRESSED BUT NOT CRUSHED PERSECUTED NOT ABANDONED </a:t>
            </a:r>
          </a:p>
          <a:p>
            <a:r>
              <a:rPr lang="fr-FR" smtClean="0">
                <a:solidFill>
                  <a:srgbClr val="000000"/>
                </a:solidFill>
              </a:rPr>
              <a:t>16-  STRUCK DOWN BUT NOT DESTROYED</a:t>
            </a:r>
          </a:p>
          <a:p>
            <a:r>
              <a:rPr lang="fr-FR" smtClean="0">
                <a:solidFill>
                  <a:srgbClr val="000000"/>
                </a:solidFill>
              </a:rPr>
              <a:t>17-  I'M BLESSED BEYOND THE CURSE FOR HIS PROMISE WILL ENDURE</a:t>
            </a:r>
          </a:p>
          <a:p>
            <a:r>
              <a:rPr lang="fr-FR" smtClean="0">
                <a:solidFill>
                  <a:srgbClr val="000000"/>
                </a:solidFill>
              </a:rPr>
              <a:t>18-  AND HIS JOY'S GONNA BE MY STRENGTH</a:t>
            </a:r>
          </a:p>
          <a:p>
            <a:r>
              <a:rPr lang="fr-FR" smtClean="0">
                <a:solidFill>
                  <a:srgbClr val="000000"/>
                </a:solidFill>
              </a:rPr>
              <a:t>19-  THOUGH THE SORROW MAY LAST FOR THE NIGHT</a:t>
            </a:r>
          </a:p>
          <a:p>
            <a:r>
              <a:rPr lang="fr-FR" smtClean="0">
                <a:solidFill>
                  <a:srgbClr val="000000"/>
                </a:solidFill>
              </a:rPr>
              <a:t>20-  HIS JOY COMES WITH THE MORNING</a:t>
            </a:r>
          </a:p>
          <a:p>
            <a:endParaRPr lang="fr-FR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CHANGE MES PLEURS EN JOIE DIEU CHANGE MES PEURS EN FOI</a:t>
            </a:r>
          </a:p>
          <a:p>
            <a:r>
              <a:rPr lang="fr-FR" smtClean="0"/>
              <a:t>2-  JE SUIS UN VAINQUEUR DANS LES MAINS DU SEIGNEUR</a:t>
            </a:r>
          </a:p>
          <a:p>
            <a:r>
              <a:rPr lang="fr-FR" smtClean="0"/>
              <a:t>3-  SANS CRAINTE JE LE LOUERAI SANS FIN JE CHANTERAI</a:t>
            </a:r>
          </a:p>
          <a:p>
            <a:r>
              <a:rPr lang="fr-FR" smtClean="0"/>
              <a:t>4-  JE SUIS UN VAINQUEUR DANS LES MAINS DU SEIGNEUR</a:t>
            </a:r>
          </a:p>
          <a:p>
            <a:endParaRPr lang="fr-FR" smtClean="0"/>
          </a:p>
          <a:p>
            <a:r>
              <a:rPr lang="fr-FR" smtClean="0"/>
              <a:t>     	5-  ET JE DIS OUI, OUI, OUI, OUI, OUI SEIGNEUR  X3</a:t>
            </a:r>
          </a:p>
          <a:p>
            <a:r>
              <a:rPr lang="fr-FR" smtClean="0"/>
              <a:t>     	6-  AMEN</a:t>
            </a:r>
          </a:p>
          <a:p>
            <a:endParaRPr lang="fr-FR" smtClean="0"/>
          </a:p>
          <a:p>
            <a:r>
              <a:rPr lang="fr-FR" smtClean="0"/>
              <a:t>     	7-  ET JE DIS NON, NON, NON, NON NON AU DIABLE  X3</a:t>
            </a:r>
          </a:p>
          <a:p>
            <a:r>
              <a:rPr lang="fr-FR" smtClean="0"/>
              <a:t>     	8-  AMEN</a:t>
            </a:r>
          </a:p>
          <a:p>
            <a:endParaRPr lang="fr-FR" smtClean="0"/>
          </a:p>
          <a:p>
            <a:r>
              <a:rPr lang="fr-FR" smtClean="0"/>
              <a:t>     	9-  LAÏ, LAÏ, LAÏ, LAÏ  X3</a:t>
            </a:r>
          </a:p>
          <a:p>
            <a:r>
              <a:rPr lang="fr-FR" smtClean="0"/>
              <a:t>     	10-  AMEN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11-  JE DIS : OUI, OUI, OUI</a:t>
            </a:r>
          </a:p>
          <a:p>
            <a:r>
              <a:rPr lang="fr-FR" smtClean="0"/>
              <a:t>12-  JE DIS OUI SEIGNEUR !</a:t>
            </a:r>
          </a:p>
          <a:p>
            <a:endParaRPr lang="fr-FR" smtClean="0"/>
          </a:p>
          <a:p>
            <a:r>
              <a:rPr lang="fr-FR" smtClean="0"/>
              <a:t>13-  JE DIS : NON, NON, NON </a:t>
            </a:r>
          </a:p>
          <a:p>
            <a:r>
              <a:rPr lang="fr-FR" smtClean="0"/>
              <a:t>14-  JE DIS : NON AU DIABLE !</a:t>
            </a:r>
          </a:p>
          <a:p>
            <a:endParaRPr lang="fr-FR" smtClean="0"/>
          </a:p>
          <a:p>
            <a:r>
              <a:rPr lang="fr-FR" smtClean="0"/>
              <a:t>15-  I'M PRESSED BUT NOT CRUSHED PERSECUTED NOT ABANDONED </a:t>
            </a:r>
          </a:p>
          <a:p>
            <a:r>
              <a:rPr lang="fr-FR" smtClean="0"/>
              <a:t>16-  STRUCK DOWN BUT NOT DESTROYED</a:t>
            </a:r>
          </a:p>
          <a:p>
            <a:r>
              <a:rPr lang="fr-FR" smtClean="0"/>
              <a:t>17-  I'M BLESSED BEYOND THE CURSE FOR HIS PROMISE WILL ENDURE</a:t>
            </a:r>
          </a:p>
          <a:p>
            <a:r>
              <a:rPr lang="fr-FR" smtClean="0"/>
              <a:t>18-  AND HIS JOY'S GONNA BE MY STRENGTH</a:t>
            </a:r>
          </a:p>
          <a:p>
            <a:r>
              <a:rPr lang="fr-FR" smtClean="0"/>
              <a:t>19-  THOUGH THE SORROW MAY LAST FOR THE NIGHT</a:t>
            </a:r>
          </a:p>
          <a:p>
            <a:r>
              <a:rPr lang="fr-FR" smtClean="0"/>
              <a:t>20-  HIS JOY COMES WITH THE MORNING</a:t>
            </a:r>
          </a:p>
          <a:p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solidFill>
                  <a:srgbClr val="000000"/>
                </a:solidFill>
              </a:rPr>
              <a:t>1-  DIEU CHANGE MES PLEURS EN JOIE DIEU CHANGE MES PEURS EN FOI</a:t>
            </a:r>
          </a:p>
          <a:p>
            <a:r>
              <a:rPr lang="fr-FR" smtClean="0">
                <a:solidFill>
                  <a:srgbClr val="000000"/>
                </a:solidFill>
              </a:rPr>
              <a:t>2-  JE SUIS UN VAINQUEUR DANS LES MAINS DU SEIGNEUR</a:t>
            </a:r>
          </a:p>
          <a:p>
            <a:r>
              <a:rPr lang="fr-FR" smtClean="0">
                <a:solidFill>
                  <a:srgbClr val="000000"/>
                </a:solidFill>
              </a:rPr>
              <a:t>3-  SANS CRAINTE JE LE LOUERAI SANS FIN JE CHANTERAI</a:t>
            </a:r>
          </a:p>
          <a:p>
            <a:r>
              <a:rPr lang="fr-FR" smtClean="0">
                <a:solidFill>
                  <a:srgbClr val="000000"/>
                </a:solidFill>
              </a:rPr>
              <a:t>4-  JE SUIS UN VAINQUEUR DANS LES MAINS DU SEIGNEUR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5-  ET JE DIS OUI, OUI, OUI, OUI, OUI SEIGNEUR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6-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7-  ET JE DIS NON, NON, NON, NON NON AU DIABLE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8-  AMEN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     	9-  LAÏ, LAÏ, LAÏ, LAÏ  X3</a:t>
            </a:r>
          </a:p>
          <a:p>
            <a:r>
              <a:rPr lang="fr-FR" smtClean="0">
                <a:solidFill>
                  <a:srgbClr val="000000"/>
                </a:solidFill>
              </a:rPr>
              <a:t>     	10-  AMEN</a:t>
            </a:r>
          </a:p>
          <a:p>
            <a:r>
              <a:rPr lang="fr-FR" smtClean="0">
                <a:solidFill>
                  <a:srgbClr val="000000"/>
                </a:solidFill>
              </a:rPr>
              <a:t> 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11-  JE DIS : OUI, OUI, OUI</a:t>
            </a:r>
          </a:p>
          <a:p>
            <a:r>
              <a:rPr lang="fr-FR" smtClean="0">
                <a:solidFill>
                  <a:srgbClr val="000000"/>
                </a:solidFill>
              </a:rPr>
              <a:t>12-  JE DIS OUI SEIGNEUR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13-  JE DIS : NON, NON, NON </a:t>
            </a:r>
          </a:p>
          <a:p>
            <a:r>
              <a:rPr lang="fr-FR" smtClean="0">
                <a:solidFill>
                  <a:srgbClr val="000000"/>
                </a:solidFill>
              </a:rPr>
              <a:t>14-  JE DIS : NON AU DIABLE !</a:t>
            </a:r>
          </a:p>
          <a:p>
            <a:endParaRPr lang="fr-FR" smtClean="0">
              <a:solidFill>
                <a:srgbClr val="000000"/>
              </a:solidFill>
            </a:endParaRPr>
          </a:p>
          <a:p>
            <a:r>
              <a:rPr lang="fr-FR" smtClean="0">
                <a:solidFill>
                  <a:srgbClr val="000000"/>
                </a:solidFill>
              </a:rPr>
              <a:t>15-  I'M PRESSED BUT NOT CRUSHED PERSECUTED NOT ABANDONED </a:t>
            </a:r>
          </a:p>
          <a:p>
            <a:r>
              <a:rPr lang="fr-FR" smtClean="0">
                <a:solidFill>
                  <a:srgbClr val="000000"/>
                </a:solidFill>
              </a:rPr>
              <a:t>16-  STRUCK DOWN BUT NOT DESTROYED</a:t>
            </a:r>
          </a:p>
          <a:p>
            <a:r>
              <a:rPr lang="fr-FR" smtClean="0">
                <a:solidFill>
                  <a:srgbClr val="000000"/>
                </a:solidFill>
              </a:rPr>
              <a:t>17-  I'M BLESSED BEYOND THE CURSE FOR HIS PROMISE WILL ENDURE</a:t>
            </a:r>
          </a:p>
          <a:p>
            <a:r>
              <a:rPr lang="fr-FR" smtClean="0">
                <a:solidFill>
                  <a:srgbClr val="000000"/>
                </a:solidFill>
              </a:rPr>
              <a:t>18-  AND HIS JOY'S GONNA BE MY STRENGTH</a:t>
            </a:r>
          </a:p>
          <a:p>
            <a:r>
              <a:rPr lang="fr-FR" smtClean="0">
                <a:solidFill>
                  <a:srgbClr val="000000"/>
                </a:solidFill>
              </a:rPr>
              <a:t>19-  THOUGH THE SORROW MAY LAST FOR THE NIGHT</a:t>
            </a:r>
          </a:p>
          <a:p>
            <a:r>
              <a:rPr lang="fr-FR" smtClean="0">
                <a:solidFill>
                  <a:srgbClr val="000000"/>
                </a:solidFill>
              </a:rPr>
              <a:t>20-  HIS JOY COMES WITH THE MORNING</a:t>
            </a:r>
          </a:p>
          <a:p>
            <a:endParaRPr lang="fr-FR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2029D-8CA2-469F-8F4E-DAE9CE7A8A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1C6CD-EE2E-41D6-AF3D-9F26D066F4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1BCF6C-B04A-4AB4-AA73-4893581ADD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E3E4C-FF32-4E72-80AB-5EBBF26276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4D635-B673-4C8E-B1C1-894E7AF738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5AC10-E770-4BB3-B147-61DC83D11C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BBCB4-8FAB-44AB-8791-A042764C2A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B397C-EF68-4E5C-8AF9-9434B8A844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5C7C26-815A-4260-B85C-1DFDE5F4CE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D1927-7CB6-40D3-87FF-3ADC9DA97E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E9FFE-83A1-41A2-AC0E-F3B983F8C6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A3B80911-4B70-4808-BC76-A60D7A9FCF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3257972C-E248-4416-AA81-2DAAAB4FFC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39E61F48-5464-49A8-94E6-90A0DE173E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15FE46A9-1B3C-4A32-8BE3-B2BD507C67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DA8207CE-6EBA-443F-8A6A-F835B4A807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982FB0EA-2C02-48D0-A367-6492A2363B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715B2A4E-22D2-4BD8-B6BF-7D5E56E4EC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BB7C077A-D70B-4C97-8492-23E0920855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76D0D122-691E-495A-BA44-891FB622D5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98D260E-B542-43C7-BDD5-ECE6B6B912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5453B737-944A-4749-B1D2-AA827186F6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6F979CC-DBB5-4414-BDAE-0B9B61F687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Franklin Gothic Medium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739234C3-8531-4427-9A6A-DC3AC2A7F7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 CHANGE MES PLEURS EN JOIE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 CHANGE MES PEURS EN FOI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492375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UN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LES MAINS DU SEIGNEUR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852738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24175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  <p:sp>
        <p:nvSpPr>
          <p:cNvPr id="4100" name="Rectangle 32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  SANS CRAINTE JE LE LOUERAI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FIN JE CHANTERAI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UN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LES MAINS DU SEIGNEUR</a:t>
            </a:r>
          </a:p>
        </p:txBody>
      </p:sp>
      <p:sp>
        <p:nvSpPr>
          <p:cNvPr id="1741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20938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DIS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OUI, OUI, OUI, OUI, OUI SEIGNEUR</a:t>
            </a:r>
            <a:endParaRPr lang="en-GB" sz="4000" b="1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8436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785813"/>
            <a:ext cx="9177338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1946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DIS NON, NON, NON, NON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NON AU DIABLE</a:t>
            </a:r>
            <a:endParaRPr lang="en-GB" sz="4000" b="1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420938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785813"/>
            <a:ext cx="9177338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2150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420938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241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10244" name="Rectangle 9"/>
          <p:cNvSpPr>
            <a:spLocks noChangeArrowheads="1"/>
          </p:cNvSpPr>
          <p:nvPr/>
        </p:nvSpPr>
        <p:spPr bwMode="auto">
          <a:xfrm>
            <a:off x="0" y="785813"/>
            <a:ext cx="9177338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LAÏ, LAÏ, LAÏ, LAÏ</a:t>
            </a:r>
            <a:endParaRPr lang="fr-FR" sz="400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785813"/>
            <a:ext cx="9177338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AMEN</a:t>
            </a:r>
          </a:p>
        </p:txBody>
      </p:sp>
      <p:sp>
        <p:nvSpPr>
          <p:cNvPr id="2355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420938"/>
            <a:ext cx="7772400" cy="1143000"/>
          </a:xfrm>
        </p:spPr>
        <p:txBody>
          <a:bodyPr/>
          <a:lstStyle/>
          <a:p>
            <a:pPr eaLnBrk="1" hangingPunct="1">
              <a:spcBef>
                <a:spcPct val="5000"/>
              </a:spcBef>
            </a:pPr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760413"/>
            <a:ext cx="9177338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  JE DIS : OUI, OUI, OUI</a:t>
            </a:r>
          </a:p>
        </p:txBody>
      </p:sp>
      <p:sp>
        <p:nvSpPr>
          <p:cNvPr id="2458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DIS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SEIGNEUR !</a:t>
            </a:r>
          </a:p>
        </p:txBody>
      </p:sp>
      <p:sp>
        <p:nvSpPr>
          <p:cNvPr id="2560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785813"/>
            <a:ext cx="9177338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DIS : NON, NON, NON </a:t>
            </a:r>
          </a:p>
        </p:txBody>
      </p:sp>
      <p:sp>
        <p:nvSpPr>
          <p:cNvPr id="2662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9" descr="D1.jp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473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DIS :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NON AU DIABLE !</a:t>
            </a:r>
          </a:p>
        </p:txBody>
      </p:sp>
      <p:sp>
        <p:nvSpPr>
          <p:cNvPr id="276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7813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I'M PRESSED BUT NOT CRUSHED PERSECUTED NOT ABANDONED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STRUCK DOWN BUT NOT DESTROYED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I'M BLESSED BEYOND THE CURSE FOR HIS PROMISE WILL ENDURE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AND HIS JOY'S GONNA BE MY STRENGTH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THOUGH THE SORROW MAY LAST FOR THE NIGHT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HIS JOY COMES WITH THE MORNING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1909</Words>
  <Application>Microsoft PowerPoint</Application>
  <PresentationFormat>On-screen Show (4:3)</PresentationFormat>
  <Paragraphs>1108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13</vt:i4>
      </vt:variant>
      <vt:variant>
        <vt:lpstr>Titres des diapositives</vt:lpstr>
      </vt:variant>
      <vt:variant>
        <vt:i4>20</vt:i4>
      </vt:variant>
    </vt:vector>
  </HeadingPairs>
  <TitlesOfParts>
    <vt:vector size="38" baseType="lpstr">
      <vt:lpstr>Times New Roman</vt:lpstr>
      <vt:lpstr>Arial</vt:lpstr>
      <vt:lpstr>Calibri</vt:lpstr>
      <vt:lpstr>Franklin Gothic Medium</vt:lpstr>
      <vt:lpstr>MS PGothic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I'M PRESSED BUT NOT CRUSHED PERSECUTED NOT ABANDONED </vt:lpstr>
      <vt:lpstr>STRUCK DOWN BUT NOT DESTROYED</vt:lpstr>
      <vt:lpstr>I'M BLESSED BEYOND THE CURSE FOR HIS PROMISE WILL ENDURE</vt:lpstr>
      <vt:lpstr>AND HIS JOY'S GONNA BE MY STRENGTH</vt:lpstr>
      <vt:lpstr>THOUGH THE SORROW MAY LAST FOR THE NIGHT</vt:lpstr>
      <vt:lpstr>HIS JOY COMES WITH THE MORNING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39</cp:revision>
  <dcterms:created xsi:type="dcterms:W3CDTF">2002-08-17T10:54:31Z</dcterms:created>
  <dcterms:modified xsi:type="dcterms:W3CDTF">2011-12-31T20:13:42Z</dcterms:modified>
</cp:coreProperties>
</file>