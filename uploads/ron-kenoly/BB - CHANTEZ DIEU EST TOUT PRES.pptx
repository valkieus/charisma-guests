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74" r:id="rId3"/>
    <p:sldId id="275" r:id="rId4"/>
    <p:sldId id="273" r:id="rId5"/>
    <p:sldId id="268" r:id="rId6"/>
    <p:sldId id="269" r:id="rId7"/>
    <p:sldId id="270" r:id="rId8"/>
    <p:sldId id="271" r:id="rId9"/>
    <p:sldId id="280" r:id="rId10"/>
    <p:sldId id="281" r:id="rId11"/>
    <p:sldId id="258" r:id="rId12"/>
    <p:sldId id="259" r:id="rId13"/>
    <p:sldId id="260" r:id="rId14"/>
    <p:sldId id="262" r:id="rId15"/>
    <p:sldId id="264" r:id="rId16"/>
    <p:sldId id="265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278" r:id="rId35"/>
    <p:sldId id="276" r:id="rId3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9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870D57-D894-4517-BFA0-CED1CEBEEE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DA0ACA-DB0A-4542-8A27-57252E2C75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C7AF3E-DC2A-40FC-9073-53EF8E78992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AC5010-7C08-4F21-8B69-9C26BAE09C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5662C2-8EF8-4A5D-88B4-E3DB93DDF6C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000351-C34E-46B4-BCC4-8FEB454023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8BE3D4-2610-4EE7-AFDE-55B8BECAA9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92102D-D193-4C35-8719-988D891617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3EACF7-A5AC-4DD7-B64C-4B871E1030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B0C473-5541-4BA5-97D6-3DF726BFBF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6CF1D1-AD19-4FE6-9B12-659C5C5CA4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E5E5910-1AB1-4381-BA4C-91C64AAEC3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CHANTEZ, DIEU EST TOUT PRÈS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</a:rPr>
              <a:t>VENEZ LUI ÉDIFIER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UN PALAIS DE LOUANGES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</a:rPr>
              <a:t>POUR LE REMERCIER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LUI, LE RESSUSCITÉ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CHANTEZ UN JOYEUX CHANT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SON AMOUR EST CONSTANT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QUAND LA LOUANGE ABONDE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SA GLOIRE NOUS INONDE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REMPLISSANT SA MAISON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n-lt"/>
              </a:rPr>
              <a:t>CHANTEZ, DIEU EST TOUT PRÈS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JÉSUS, HABITE AU MILIEU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 DES LOUANGES DE SON PEUPLE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VENEZ, ADORONS ENSEMBLE JÉSUS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CHANTONS SA LOUANGE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SOYEZ JOYEUX DE CE QUE DIEU A FAIT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RENDONS-LUI LOUANGE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n-lt"/>
              </a:rPr>
              <a:t>SING OUT, THE LORD IS NEAR</a:t>
            </a:r>
            <a:endParaRPr lang="fr-FR" sz="4000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BUILD HIM A TEMPLE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</a:rPr>
              <a:t>MADE FOR THE KING OF KINGS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SING OUT, A JOYFUL SONG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</a:rPr>
              <a:t>HIS LOVE GOES ON AND 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WHEN PRAISES ABOUND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HIS GLORY SURROUNDS US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BUILDING HIS TEMPLE HERE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SING OUT, THE LORD IS NEAR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n-lt"/>
              </a:rPr>
              <a:t>SING OUT, THE LORD IS NEAR</a:t>
            </a:r>
            <a:endParaRPr lang="fr-FR" sz="4000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BUILD HIM A TEMPLE HERE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</a:rPr>
              <a:t>A PALACE OF PRAISE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A THRONE OF THANKSGIVING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</a:rPr>
              <a:t>MADE FOR THE KING OF KINGS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SING OUT, A JOYFUL SONG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</a:rPr>
              <a:t>HIS LOVE GOES ON AND 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WHEN PRAISES ABOUND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HIS GLORY SURROUNDS US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BUILDING HIS TEMPLE HERE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SING OUT, THE LORD IS NEAR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WE COME, TO WORSHIP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TOGETHER AS ONE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WITH MUSIC AND SINGING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REJOICE IN ALL THAT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THE FATHER HAS DONE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LETS LIFT UP AN OFFERING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n-lt"/>
              </a:rPr>
              <a:t>SING OUT, THE LORD IS NEAR</a:t>
            </a:r>
            <a:endParaRPr lang="fr-FR" sz="4000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BUILD HIM A TEMPLE HERE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</a:rPr>
              <a:t>A PALACE OF PRAISE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A THRONE OF THANKSGIVING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</a:rPr>
              <a:t>MADE FOR THE KING OF KINGS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SING OUT, A JOYFUL SONG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</a:rPr>
              <a:t>HIS LOVE GOES ON AND 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WHEN PRAISES ABOUND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HIS GLORY SURROUNDS US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BUILDING HIS TEMPLE HERE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SING OUT, THE LORD IS NEAR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SING OUT 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THE LORD INHABITS 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THE SONG OF HIS SAINTS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AND LIVES IN THEIR PRAISES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274</Words>
  <Application>Microsoft Office PowerPoint</Application>
  <PresentationFormat>On-screen Show (4:3)</PresentationFormat>
  <Paragraphs>89</Paragraphs>
  <Slides>35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40" baseType="lpstr">
      <vt:lpstr>Franklin Gothic Medium</vt:lpstr>
      <vt:lpstr>ＭＳ Ｐゴシック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67</cp:revision>
  <dcterms:created xsi:type="dcterms:W3CDTF">2010-10-18T20:00:07Z</dcterms:created>
  <dcterms:modified xsi:type="dcterms:W3CDTF">2010-11-07T15:05:28Z</dcterms:modified>
</cp:coreProperties>
</file>