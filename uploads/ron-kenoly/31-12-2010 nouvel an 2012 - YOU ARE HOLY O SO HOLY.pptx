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81" r:id="rId10"/>
    <p:sldId id="282" r:id="rId11"/>
    <p:sldId id="283" r:id="rId12"/>
    <p:sldId id="284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15620"/>
    <p:restoredTop sz="94660"/>
  </p:normalViewPr>
  <p:slideViewPr>
    <p:cSldViewPr>
      <p:cViewPr varScale="1">
        <p:scale>
          <a:sx n="20" d="100"/>
          <a:sy n="20" d="100"/>
        </p:scale>
        <p:origin x="-162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629836DA-2FD1-4C12-B11C-D7CFE4A21F17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96729F70-B5C7-45DC-AE3E-E6C13D33D46C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YOU ARE WORTHY O SO WORTHY YOU ARE WORTHY O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YOU ARE FAITHFUL O SO FAITHFUL YOU ARE FAITHFUL O SO FAITHFUL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TO BE CALLED INTO YOUR PRESENCE AS YOUR OWN                        X2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I CAN SEARCH THE HEAVEN HIGH I CAN SEARCH THE EARTH BELOW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BUT THERE IS NO ONE NO ONE NO ONE                                  X3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NO ONE SO HOLY NO ONE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NO ONE SO FAITHFUL THERE IS NONE NO ONE             X4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PRIVELLEGE AND AN HONOR TO WORSHIP AT YOUR THROAN</a:t>
            </a:r>
          </a:p>
          <a:p>
            <a:r>
              <a:rPr lang="en-US"/>
              <a:t>2-  WHAT PRIVELLEGE AND AN HONOR TO WORSHIP AT YOUR THROAN</a:t>
            </a:r>
          </a:p>
          <a:p>
            <a:r>
              <a:rPr lang="en-US"/>
              <a:t>3-  TO BE CALLED INTO YOUR PRESENCE AS YOUR OWN</a:t>
            </a:r>
          </a:p>
          <a:p>
            <a:endParaRPr lang="en-US"/>
          </a:p>
          <a:p>
            <a:r>
              <a:rPr lang="en-US"/>
              <a:t>4-  YOU ARE WORTHY O SO WORTHY YOU ARE WORTHY O SO WORTHY</a:t>
            </a:r>
          </a:p>
          <a:p>
            <a:r>
              <a:rPr lang="en-US"/>
              <a:t>5-  TO BE CALLED INTO YOUR PRESENCE AS YOUR OWN</a:t>
            </a:r>
          </a:p>
          <a:p>
            <a:endParaRPr lang="en-US"/>
          </a:p>
          <a:p>
            <a:r>
              <a:rPr lang="en-US"/>
              <a:t>6-  YOU ARE FAITHFUL O SO FAITHFUL YOU ARE FAITHFUL O SO FAITHFUL </a:t>
            </a:r>
          </a:p>
          <a:p>
            <a:r>
              <a:rPr lang="en-US"/>
              <a:t>7-  WHAT PRIVELLEGE AND AN HONOR TO WORSHIP AT YOUR THROAN</a:t>
            </a:r>
          </a:p>
          <a:p>
            <a:r>
              <a:rPr lang="en-US"/>
              <a:t>8-  TO BE CALLED INTO YOUR PRESENCE AS YOUR OWN                        X2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9-  I CAN SEARCH THE HEAVEN HIGH I CAN SEARCH THE EARTH BELOW</a:t>
            </a:r>
          </a:p>
          <a:p>
            <a:r>
              <a:rPr lang="en-US"/>
              <a:t>10-  BUT THERE IS NO ONE NO ONE NO ONE                                  X3</a:t>
            </a:r>
          </a:p>
          <a:p>
            <a:endParaRPr lang="en-US"/>
          </a:p>
          <a:p>
            <a:r>
              <a:rPr lang="en-US"/>
              <a:t>11-  NO ONE SO HOLY NO ONE SO WORTHY</a:t>
            </a:r>
          </a:p>
          <a:p>
            <a:r>
              <a:rPr lang="en-US"/>
              <a:t>12-  NO ONE SO FAITHFUL THERE IS NONE NO ONE             X4</a:t>
            </a:r>
          </a:p>
          <a:p>
            <a:endParaRPr lang="en-US"/>
          </a:p>
          <a:p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YOU ARE WORTHY O SO WORTHY YOU ARE WORTHY O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YOU ARE FAITHFUL O SO FAITHFUL YOU ARE FAITHFUL O SO FAITHFUL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TO BE CALLED INTO YOUR PRESENCE AS YOUR OWN                        X2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I CAN SEARCH THE HEAVEN HIGH I CAN SEARCH THE EARTH BELOW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BUT THERE IS NO ONE NO ONE NO ONE                                  X3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NO ONE SO HOLY NO ONE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NO ONE SO FAITHFUL THERE IS NONE NO ONE             X4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PRIVELLEGE AND AN HONOR TO WORSHIP AT YOUR THROAN</a:t>
            </a:r>
          </a:p>
          <a:p>
            <a:r>
              <a:rPr lang="en-US"/>
              <a:t>2-  WHAT PRIVELLEGE AND AN HONOR TO WORSHIP AT YOUR THROAN</a:t>
            </a:r>
          </a:p>
          <a:p>
            <a:r>
              <a:rPr lang="en-US"/>
              <a:t>3-  TO BE CALLED INTO YOUR PRESENCE AS YOUR OWN</a:t>
            </a:r>
          </a:p>
          <a:p>
            <a:endParaRPr lang="en-US"/>
          </a:p>
          <a:p>
            <a:r>
              <a:rPr lang="en-US"/>
              <a:t>4-  YOU ARE WORTHY O SO WORTHY YOU ARE WORTHY O SO WORTHY</a:t>
            </a:r>
          </a:p>
          <a:p>
            <a:r>
              <a:rPr lang="en-US"/>
              <a:t>5-  TO BE CALLED INTO YOUR PRESENCE AS YOUR OWN</a:t>
            </a:r>
          </a:p>
          <a:p>
            <a:endParaRPr lang="en-US"/>
          </a:p>
          <a:p>
            <a:r>
              <a:rPr lang="en-US"/>
              <a:t>6-  YOU ARE FAITHFUL O SO FAITHFUL YOU ARE FAITHFUL O SO FAITHFUL </a:t>
            </a:r>
          </a:p>
          <a:p>
            <a:r>
              <a:rPr lang="en-US"/>
              <a:t>7-  WHAT PRIVELLEGE AND AN HONOR TO WORSHIP AT YOUR THROAN</a:t>
            </a:r>
          </a:p>
          <a:p>
            <a:r>
              <a:rPr lang="en-US"/>
              <a:t>8-  TO BE CALLED INTO YOUR PRESENCE AS YOUR OWN                        X2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9-  I CAN SEARCH THE HEAVEN HIGH I CAN SEARCH THE EARTH BELOW</a:t>
            </a:r>
          </a:p>
          <a:p>
            <a:r>
              <a:rPr lang="en-US"/>
              <a:t>10-  BUT THERE IS NO ONE NO ONE NO ONE                                  X3</a:t>
            </a:r>
          </a:p>
          <a:p>
            <a:endParaRPr lang="en-US"/>
          </a:p>
          <a:p>
            <a:r>
              <a:rPr lang="en-US"/>
              <a:t>11-  NO ONE SO HOLY NO ONE SO WORTHY</a:t>
            </a:r>
          </a:p>
          <a:p>
            <a:r>
              <a:rPr lang="en-US"/>
              <a:t>12-  NO ONE SO FAITHFUL THERE IS NONE NO ONE             X4</a:t>
            </a:r>
          </a:p>
          <a:p>
            <a:endParaRPr lang="en-US"/>
          </a:p>
          <a:p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YOU ARE WORTHY O SO WORTHY YOU ARE WORTHY O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YOU ARE FAITHFUL O SO FAITHFUL YOU ARE FAITHFUL O SO FAITHFUL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TO BE CALLED INTO YOUR PRESENCE AS YOUR OWN                        X2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I CAN SEARCH THE HEAVEN HIGH I CAN SEARCH THE EARTH BELOW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BUT THERE IS NO ONE NO ONE NO ONE                                  X3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NO ONE SO HOLY NO ONE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NO ONE SO FAITHFUL THERE IS NONE NO ONE             X4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PRIVELLEGE AND AN HONOR TO WORSHIP AT YOUR THROAN</a:t>
            </a:r>
          </a:p>
          <a:p>
            <a:r>
              <a:rPr lang="en-US"/>
              <a:t>2-  WHAT PRIVELLEGE AND AN HONOR TO WORSHIP AT YOUR THROAN</a:t>
            </a:r>
          </a:p>
          <a:p>
            <a:r>
              <a:rPr lang="en-US"/>
              <a:t>3-  TO BE CALLED INTO YOUR PRESENCE AS YOUR OWN</a:t>
            </a:r>
          </a:p>
          <a:p>
            <a:endParaRPr lang="en-US"/>
          </a:p>
          <a:p>
            <a:r>
              <a:rPr lang="en-US"/>
              <a:t>4-  YOU ARE WORTHY O SO WORTHY YOU ARE WORTHY O SO WORTHY</a:t>
            </a:r>
          </a:p>
          <a:p>
            <a:r>
              <a:rPr lang="en-US"/>
              <a:t>5-  TO BE CALLED INTO YOUR PRESENCE AS YOUR OWN</a:t>
            </a:r>
          </a:p>
          <a:p>
            <a:endParaRPr lang="en-US"/>
          </a:p>
          <a:p>
            <a:r>
              <a:rPr lang="en-US"/>
              <a:t>6-  YOU ARE FAITHFUL O SO FAITHFUL YOU ARE FAITHFUL O SO FAITHFUL </a:t>
            </a:r>
          </a:p>
          <a:p>
            <a:r>
              <a:rPr lang="en-US"/>
              <a:t>7-  WHAT PRIVELLEGE AND AN HONOR TO WORSHIP AT YOUR THROAN</a:t>
            </a:r>
          </a:p>
          <a:p>
            <a:r>
              <a:rPr lang="en-US"/>
              <a:t>8-  TO BE CALLED INTO YOUR PRESENCE AS YOUR OWN                        X2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9-  I CAN SEARCH THE HEAVEN HIGH I CAN SEARCH THE EARTH BELOW</a:t>
            </a:r>
          </a:p>
          <a:p>
            <a:r>
              <a:rPr lang="en-US"/>
              <a:t>10-  BUT THERE IS NO ONE NO ONE NO ONE                                  X3</a:t>
            </a:r>
          </a:p>
          <a:p>
            <a:endParaRPr lang="en-US"/>
          </a:p>
          <a:p>
            <a:r>
              <a:rPr lang="en-US"/>
              <a:t>11-  NO ONE SO HOLY NO ONE SO WORTHY</a:t>
            </a:r>
          </a:p>
          <a:p>
            <a:r>
              <a:rPr lang="en-US"/>
              <a:t>12-  NO ONE SO FAITHFUL THERE IS NONE NO ONE             X4</a:t>
            </a:r>
          </a:p>
          <a:p>
            <a:endParaRPr lang="en-US"/>
          </a:p>
          <a:p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YOU ARE WORTHY O SO WORTHY YOU ARE WORTHY O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YOU ARE FAITHFUL O SO FAITHFUL YOU ARE FAITHFUL O SO FAITHFUL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TO BE CALLED INTO YOUR PRESENCE AS YOUR OWN                        X2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I CAN SEARCH THE HEAVEN HIGH I CAN SEARCH THE EARTH BELOW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BUT THERE IS NO ONE NO ONE NO ONE                                  X3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NO ONE SO HOLY NO ONE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NO ONE SO FAITHFUL THERE IS NONE NO ONE             X4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PRIVELLEGE AND AN HONOR TO WORSHIP AT YOUR THROAN</a:t>
            </a:r>
          </a:p>
          <a:p>
            <a:r>
              <a:rPr lang="en-US"/>
              <a:t>2-  WHAT PRIVELLEGE AND AN HONOR TO WORSHIP AT YOUR THROAN</a:t>
            </a:r>
          </a:p>
          <a:p>
            <a:r>
              <a:rPr lang="en-US"/>
              <a:t>3-  TO BE CALLED INTO YOUR PRESENCE AS YOUR OWN</a:t>
            </a:r>
          </a:p>
          <a:p>
            <a:endParaRPr lang="en-US"/>
          </a:p>
          <a:p>
            <a:r>
              <a:rPr lang="en-US"/>
              <a:t>4-  YOU ARE WORTHY O SO WORTHY YOU ARE WORTHY O SO WORTHY</a:t>
            </a:r>
          </a:p>
          <a:p>
            <a:r>
              <a:rPr lang="en-US"/>
              <a:t>5-  TO BE CALLED INTO YOUR PRESENCE AS YOUR OWN</a:t>
            </a:r>
          </a:p>
          <a:p>
            <a:endParaRPr lang="en-US"/>
          </a:p>
          <a:p>
            <a:r>
              <a:rPr lang="en-US"/>
              <a:t>6-  YOU ARE FAITHFUL O SO FAITHFUL YOU ARE FAITHFUL O SO FAITHFUL </a:t>
            </a:r>
          </a:p>
          <a:p>
            <a:r>
              <a:rPr lang="en-US"/>
              <a:t>7-  WHAT PRIVELLEGE AND AN HONOR TO WORSHIP AT YOUR THROAN</a:t>
            </a:r>
          </a:p>
          <a:p>
            <a:r>
              <a:rPr lang="en-US"/>
              <a:t>8-  TO BE CALLED INTO YOUR PRESENCE AS YOUR OWN                        X2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9-  I CAN SEARCH THE HEAVEN HIGH I CAN SEARCH THE EARTH BELOW</a:t>
            </a:r>
          </a:p>
          <a:p>
            <a:r>
              <a:rPr lang="en-US"/>
              <a:t>10-  BUT THERE IS NO ONE NO ONE NO ONE                                  X3</a:t>
            </a:r>
          </a:p>
          <a:p>
            <a:endParaRPr lang="en-US"/>
          </a:p>
          <a:p>
            <a:r>
              <a:rPr lang="en-US"/>
              <a:t>11-  NO ONE SO HOLY NO ONE SO WORTHY</a:t>
            </a:r>
          </a:p>
          <a:p>
            <a:r>
              <a:rPr lang="en-US"/>
              <a:t>12-  NO ONE SO FAITHFUL THERE IS NONE NO ONE             X4</a:t>
            </a:r>
          </a:p>
          <a:p>
            <a:endParaRPr lang="en-US"/>
          </a:p>
          <a:p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YOU ARE WORTHY O SO WORTHY YOU ARE WORTHY O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YOU ARE FAITHFUL O SO FAITHFUL YOU ARE FAITHFUL O SO FAITHFUL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TO BE CALLED INTO YOUR PRESENCE AS YOUR OWN                        X2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I CAN SEARCH THE HEAVEN HIGH I CAN SEARCH THE EARTH BELOW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BUT THERE IS NO ONE NO ONE NO ONE                                  X3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NO ONE SO HOLY NO ONE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NO ONE SO FAITHFUL THERE IS NONE NO ONE             X4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PRIVELLEGE AND AN HONOR TO WORSHIP AT YOUR THROAN</a:t>
            </a:r>
          </a:p>
          <a:p>
            <a:r>
              <a:rPr lang="en-US"/>
              <a:t>2-  WHAT PRIVELLEGE AND AN HONOR TO WORSHIP AT YOUR THROAN</a:t>
            </a:r>
          </a:p>
          <a:p>
            <a:r>
              <a:rPr lang="en-US"/>
              <a:t>3-  TO BE CALLED INTO YOUR PRESENCE AS YOUR OWN</a:t>
            </a:r>
          </a:p>
          <a:p>
            <a:endParaRPr lang="en-US"/>
          </a:p>
          <a:p>
            <a:r>
              <a:rPr lang="en-US"/>
              <a:t>4-  YOU ARE WORTHY O SO WORTHY YOU ARE WORTHY O SO WORTHY</a:t>
            </a:r>
          </a:p>
          <a:p>
            <a:r>
              <a:rPr lang="en-US"/>
              <a:t>5-  TO BE CALLED INTO YOUR PRESENCE AS YOUR OWN</a:t>
            </a:r>
          </a:p>
          <a:p>
            <a:endParaRPr lang="en-US"/>
          </a:p>
          <a:p>
            <a:r>
              <a:rPr lang="en-US"/>
              <a:t>6-  YOU ARE FAITHFUL O SO FAITHFUL YOU ARE FAITHFUL O SO FAITHFUL </a:t>
            </a:r>
          </a:p>
          <a:p>
            <a:r>
              <a:rPr lang="en-US"/>
              <a:t>7-  WHAT PRIVELLEGE AND AN HONOR TO WORSHIP AT YOUR THROAN</a:t>
            </a:r>
          </a:p>
          <a:p>
            <a:r>
              <a:rPr lang="en-US"/>
              <a:t>8-  TO BE CALLED INTO YOUR PRESENCE AS YOUR OWN                        X2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9-  I CAN SEARCH THE HEAVEN HIGH I CAN SEARCH THE EARTH BELOW</a:t>
            </a:r>
          </a:p>
          <a:p>
            <a:r>
              <a:rPr lang="en-US"/>
              <a:t>10-  BUT THERE IS NO ONE NO ONE NO ONE                                  X3</a:t>
            </a:r>
          </a:p>
          <a:p>
            <a:endParaRPr lang="en-US"/>
          </a:p>
          <a:p>
            <a:r>
              <a:rPr lang="en-US"/>
              <a:t>11-  NO ONE SO HOLY NO ONE SO WORTHY</a:t>
            </a:r>
          </a:p>
          <a:p>
            <a:r>
              <a:rPr lang="en-US"/>
              <a:t>12-  NO ONE SO FAITHFUL THERE IS NONE NO ONE             X4</a:t>
            </a:r>
          </a:p>
          <a:p>
            <a:endParaRPr lang="en-US"/>
          </a:p>
          <a:p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YOU ARE WORTHY O SO WORTHY YOU ARE WORTHY O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YOU ARE FAITHFUL O SO FAITHFUL YOU ARE FAITHFUL O SO FAITHFUL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TO BE CALLED INTO YOUR PRESENCE AS YOUR OWN                        X2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I CAN SEARCH THE HEAVEN HIGH I CAN SEARCH THE EARTH BELOW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BUT THERE IS NO ONE NO ONE NO ONE                                  X3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NO ONE SO HOLY NO ONE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NO ONE SO FAITHFUL THERE IS NONE NO ONE             X4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PRIVELLEGE AND AN HONOR TO WORSHIP AT YOUR THROAN</a:t>
            </a:r>
          </a:p>
          <a:p>
            <a:r>
              <a:rPr lang="en-US"/>
              <a:t>2-  WHAT PRIVELLEGE AND AN HONOR TO WORSHIP AT YOUR THROAN</a:t>
            </a:r>
          </a:p>
          <a:p>
            <a:r>
              <a:rPr lang="en-US"/>
              <a:t>3-  TO BE CALLED INTO YOUR PRESENCE AS YOUR OWN</a:t>
            </a:r>
          </a:p>
          <a:p>
            <a:endParaRPr lang="en-US"/>
          </a:p>
          <a:p>
            <a:r>
              <a:rPr lang="en-US"/>
              <a:t>4-  YOU ARE WORTHY O SO WORTHY YOU ARE WORTHY O SO WORTHY</a:t>
            </a:r>
          </a:p>
          <a:p>
            <a:r>
              <a:rPr lang="en-US"/>
              <a:t>5-  TO BE CALLED INTO YOUR PRESENCE AS YOUR OWN</a:t>
            </a:r>
          </a:p>
          <a:p>
            <a:endParaRPr lang="en-US"/>
          </a:p>
          <a:p>
            <a:r>
              <a:rPr lang="en-US"/>
              <a:t>6-  YOU ARE FAITHFUL O SO FAITHFUL YOU ARE FAITHFUL O SO FAITHFUL </a:t>
            </a:r>
          </a:p>
          <a:p>
            <a:r>
              <a:rPr lang="en-US"/>
              <a:t>7-  WHAT PRIVELLEGE AND AN HONOR TO WORSHIP AT YOUR THROAN</a:t>
            </a:r>
          </a:p>
          <a:p>
            <a:r>
              <a:rPr lang="en-US"/>
              <a:t>8-  TO BE CALLED INTO YOUR PRESENCE AS YOUR OWN                        X2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9-  I CAN SEARCH THE HEAVEN HIGH I CAN SEARCH THE EARTH BELOW</a:t>
            </a:r>
          </a:p>
          <a:p>
            <a:r>
              <a:rPr lang="en-US"/>
              <a:t>10-  BUT THERE IS NO ONE NO ONE NO ONE                                  X3</a:t>
            </a:r>
          </a:p>
          <a:p>
            <a:endParaRPr lang="en-US"/>
          </a:p>
          <a:p>
            <a:r>
              <a:rPr lang="en-US"/>
              <a:t>11-  NO ONE SO HOLY NO ONE SO WORTHY</a:t>
            </a:r>
          </a:p>
          <a:p>
            <a:r>
              <a:rPr lang="en-US"/>
              <a:t>12-  NO ONE SO FAITHFUL THERE IS NONE NO ONE             X4</a:t>
            </a:r>
          </a:p>
          <a:p>
            <a:endParaRPr lang="en-US"/>
          </a:p>
          <a:p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YOU ARE WORTHY O SO WORTHY YOU ARE WORTHY O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YOU ARE FAITHFUL O SO FAITHFUL YOU ARE FAITHFUL O SO FAITHFUL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TO BE CALLED INTO YOUR PRESENCE AS YOUR OWN                        X2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I CAN SEARCH THE HEAVEN HIGH I CAN SEARCH THE EARTH BELOW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BUT THERE IS NO ONE NO ONE NO ONE                                  X3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NO ONE SO HOLY NO ONE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NO ONE SO FAITHFUL THERE IS NONE NO ONE             X4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PRIVELLEGE AND AN HONOR TO WORSHIP AT YOUR THROAN</a:t>
            </a:r>
          </a:p>
          <a:p>
            <a:r>
              <a:rPr lang="en-US"/>
              <a:t>2-  WHAT PRIVELLEGE AND AN HONOR TO WORSHIP AT YOUR THROAN</a:t>
            </a:r>
          </a:p>
          <a:p>
            <a:r>
              <a:rPr lang="en-US"/>
              <a:t>3-  TO BE CALLED INTO YOUR PRESENCE AS YOUR OWN</a:t>
            </a:r>
          </a:p>
          <a:p>
            <a:endParaRPr lang="en-US"/>
          </a:p>
          <a:p>
            <a:r>
              <a:rPr lang="en-US"/>
              <a:t>4-  YOU ARE WORTHY O SO WORTHY YOU ARE WORTHY O SO WORTHY</a:t>
            </a:r>
          </a:p>
          <a:p>
            <a:r>
              <a:rPr lang="en-US"/>
              <a:t>5-  TO BE CALLED INTO YOUR PRESENCE AS YOUR OWN</a:t>
            </a:r>
          </a:p>
          <a:p>
            <a:endParaRPr lang="en-US"/>
          </a:p>
          <a:p>
            <a:r>
              <a:rPr lang="en-US"/>
              <a:t>6-  YOU ARE FAITHFUL O SO FAITHFUL YOU ARE FAITHFUL O SO FAITHFUL </a:t>
            </a:r>
          </a:p>
          <a:p>
            <a:r>
              <a:rPr lang="en-US"/>
              <a:t>7-  WHAT PRIVELLEGE AND AN HONOR TO WORSHIP AT YOUR THROAN</a:t>
            </a:r>
          </a:p>
          <a:p>
            <a:r>
              <a:rPr lang="en-US"/>
              <a:t>8-  TO BE CALLED INTO YOUR PRESENCE AS YOUR OWN                        X2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9-  I CAN SEARCH THE HEAVEN HIGH I CAN SEARCH THE EARTH BELOW</a:t>
            </a:r>
          </a:p>
          <a:p>
            <a:r>
              <a:rPr lang="en-US"/>
              <a:t>10-  BUT THERE IS NO ONE NO ONE NO ONE                                  X3</a:t>
            </a:r>
          </a:p>
          <a:p>
            <a:endParaRPr lang="en-US"/>
          </a:p>
          <a:p>
            <a:r>
              <a:rPr lang="en-US"/>
              <a:t>11-  NO ONE SO HOLY NO ONE SO WORTHY</a:t>
            </a:r>
          </a:p>
          <a:p>
            <a:r>
              <a:rPr lang="en-US"/>
              <a:t>12-  NO ONE SO FAITHFUL THERE IS NONE NO ONE             X4</a:t>
            </a:r>
          </a:p>
          <a:p>
            <a:endParaRPr lang="en-US"/>
          </a:p>
          <a:p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YOU ARE WORTHY O SO WORTHY YOU ARE WORTHY O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YOU ARE FAITHFUL O SO FAITHFUL YOU ARE FAITHFUL O SO FAITHFUL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TO BE CALLED INTO YOUR PRESENCE AS YOUR OWN                        X2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I CAN SEARCH THE HEAVEN HIGH I CAN SEARCH THE EARTH BELOW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BUT THERE IS NO ONE NO ONE NO ONE                                  X3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NO ONE SO HOLY NO ONE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NO ONE SO FAITHFUL THERE IS NONE NO ONE             X4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PRIVELLEGE AND AN HONOR TO WORSHIP AT YOUR THROAN</a:t>
            </a:r>
          </a:p>
          <a:p>
            <a:r>
              <a:rPr lang="en-US"/>
              <a:t>2-  WHAT PRIVELLEGE AND AN HONOR TO WORSHIP AT YOUR THROAN</a:t>
            </a:r>
          </a:p>
          <a:p>
            <a:r>
              <a:rPr lang="en-US"/>
              <a:t>3-  TO BE CALLED INTO YOUR PRESENCE AS YOUR OWN</a:t>
            </a:r>
          </a:p>
          <a:p>
            <a:endParaRPr lang="en-US"/>
          </a:p>
          <a:p>
            <a:r>
              <a:rPr lang="en-US"/>
              <a:t>4-  YOU ARE WORTHY O SO WORTHY YOU ARE WORTHY O SO WORTHY</a:t>
            </a:r>
          </a:p>
          <a:p>
            <a:r>
              <a:rPr lang="en-US"/>
              <a:t>5-  TO BE CALLED INTO YOUR PRESENCE AS YOUR OWN</a:t>
            </a:r>
          </a:p>
          <a:p>
            <a:endParaRPr lang="en-US"/>
          </a:p>
          <a:p>
            <a:r>
              <a:rPr lang="en-US"/>
              <a:t>6-  YOU ARE FAITHFUL O SO FAITHFUL YOU ARE FAITHFUL O SO FAITHFUL </a:t>
            </a:r>
          </a:p>
          <a:p>
            <a:r>
              <a:rPr lang="en-US"/>
              <a:t>7-  WHAT PRIVELLEGE AND AN HONOR TO WORSHIP AT YOUR THROAN</a:t>
            </a:r>
          </a:p>
          <a:p>
            <a:r>
              <a:rPr lang="en-US"/>
              <a:t>8-  TO BE CALLED INTO YOUR PRESENCE AS YOUR OWN                        X2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9-  I CAN SEARCH THE HEAVEN HIGH I CAN SEARCH THE EARTH BELOW</a:t>
            </a:r>
          </a:p>
          <a:p>
            <a:r>
              <a:rPr lang="en-US"/>
              <a:t>10-  BUT THERE IS NO ONE NO ONE NO ONE                                  X3</a:t>
            </a:r>
          </a:p>
          <a:p>
            <a:endParaRPr lang="en-US"/>
          </a:p>
          <a:p>
            <a:r>
              <a:rPr lang="en-US"/>
              <a:t>11-  NO ONE SO HOLY NO ONE SO WORTHY</a:t>
            </a:r>
          </a:p>
          <a:p>
            <a:r>
              <a:rPr lang="en-US"/>
              <a:t>12-  NO ONE SO FAITHFUL THERE IS NONE NO ONE             X4</a:t>
            </a:r>
          </a:p>
          <a:p>
            <a:endParaRPr lang="en-US"/>
          </a:p>
          <a:p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2-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3-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4-  YOU ARE WORTHY O SO WORTHY YOU ARE WORTHY O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5-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6-  YOU ARE FAITHFUL O SO FAITHFUL YOU ARE FAITHFUL O SO FAITHFUL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7-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8-  TO BE CALLED INTO YOUR PRESENCE AS YOUR OWN                        X2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9-  I CAN SEARCH THE HEAVEN HIGH I CAN SEARCH THE EARTH BELOW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10-  BUT THERE IS NO ONE NO ONE NO ONE                                  X3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11-  NO ONE SO HOLY NO ONE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 smtClean="0"/>
              <a:t>12-  NO ONE SO FAITHFUL THERE IS NONE NO ONE             X4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PRIVELLEGE AND AN HONOR TO WORSHIP AT YOUR THROAN</a:t>
            </a:r>
          </a:p>
          <a:p>
            <a:r>
              <a:rPr lang="en-US"/>
              <a:t>2-  WHAT PRIVELLEGE AND AN HONOR TO WORSHIP AT YOUR THROAN</a:t>
            </a:r>
          </a:p>
          <a:p>
            <a:r>
              <a:rPr lang="en-US"/>
              <a:t>3-  TO BE CALLED INTO YOUR PRESENCE AS YOUR OWN</a:t>
            </a:r>
          </a:p>
          <a:p>
            <a:endParaRPr lang="en-US"/>
          </a:p>
          <a:p>
            <a:r>
              <a:rPr lang="en-US"/>
              <a:t>4-  YOU ARE WORTHY O SO WORTHY YOU ARE WORTHY O SO WORTHY</a:t>
            </a:r>
          </a:p>
          <a:p>
            <a:r>
              <a:rPr lang="en-US"/>
              <a:t>5-  TO BE CALLED INTO YOUR PRESENCE AS YOUR OWN</a:t>
            </a:r>
          </a:p>
          <a:p>
            <a:endParaRPr lang="en-US"/>
          </a:p>
          <a:p>
            <a:r>
              <a:rPr lang="en-US"/>
              <a:t>6-  YOU ARE FAITHFUL O SO FAITHFUL YOU ARE FAITHFUL O SO FAITHFUL </a:t>
            </a:r>
          </a:p>
          <a:p>
            <a:r>
              <a:rPr lang="en-US"/>
              <a:t>7-  WHAT PRIVELLEGE AND AN HONOR TO WORSHIP AT YOUR THROAN</a:t>
            </a:r>
          </a:p>
          <a:p>
            <a:r>
              <a:rPr lang="en-US"/>
              <a:t>8-  TO BE CALLED INTO YOUR PRESENCE AS YOUR OWN                        X2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9-  I CAN SEARCH THE HEAVEN HIGH I CAN SEARCH THE EARTH BELOW</a:t>
            </a:r>
          </a:p>
          <a:p>
            <a:r>
              <a:rPr lang="en-US"/>
              <a:t>10-  BUT THERE IS NO ONE NO ONE NO ONE                                  X3</a:t>
            </a:r>
          </a:p>
          <a:p>
            <a:endParaRPr lang="en-US"/>
          </a:p>
          <a:p>
            <a:r>
              <a:rPr lang="en-US"/>
              <a:t>11-  NO ONE SO HOLY NO ONE SO WORTHY</a:t>
            </a:r>
          </a:p>
          <a:p>
            <a:r>
              <a:rPr lang="en-US"/>
              <a:t>12-  NO ONE SO FAITHFUL THERE IS NONE NO ONE             X4</a:t>
            </a:r>
          </a:p>
          <a:p>
            <a:endParaRPr lang="en-US"/>
          </a:p>
          <a:p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YOU ARE WORTHY O SO WORTHY YOU ARE WORTHY O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YOU ARE FAITHFUL O SO FAITHFUL YOU ARE FAITHFUL O SO FAITHFUL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TO BE CALLED INTO YOUR PRESENCE AS YOUR OWN                        X2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I CAN SEARCH THE HEAVEN HIGH I CAN SEARCH THE EARTH BELOW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BUT THERE IS NO ONE NO ONE NO ONE                                  X3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NO ONE SO HOLY NO ONE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NO ONE SO FAITHFUL THERE IS NONE NO ONE             X4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PRIVELLEGE AND AN HONOR TO WORSHIP AT YOUR THROAN</a:t>
            </a:r>
          </a:p>
          <a:p>
            <a:r>
              <a:rPr lang="en-US"/>
              <a:t>2-  WHAT PRIVELLEGE AND AN HONOR TO WORSHIP AT YOUR THROAN</a:t>
            </a:r>
          </a:p>
          <a:p>
            <a:r>
              <a:rPr lang="en-US"/>
              <a:t>3-  TO BE CALLED INTO YOUR PRESENCE AS YOUR OWN</a:t>
            </a:r>
          </a:p>
          <a:p>
            <a:endParaRPr lang="en-US"/>
          </a:p>
          <a:p>
            <a:r>
              <a:rPr lang="en-US"/>
              <a:t>4-  YOU ARE WORTHY O SO WORTHY YOU ARE WORTHY O SO WORTHY</a:t>
            </a:r>
          </a:p>
          <a:p>
            <a:r>
              <a:rPr lang="en-US"/>
              <a:t>5-  TO BE CALLED INTO YOUR PRESENCE AS YOUR OWN</a:t>
            </a:r>
          </a:p>
          <a:p>
            <a:endParaRPr lang="en-US"/>
          </a:p>
          <a:p>
            <a:r>
              <a:rPr lang="en-US"/>
              <a:t>6-  YOU ARE FAITHFUL O SO FAITHFUL YOU ARE FAITHFUL O SO FAITHFUL </a:t>
            </a:r>
          </a:p>
          <a:p>
            <a:r>
              <a:rPr lang="en-US"/>
              <a:t>7-  WHAT PRIVELLEGE AND AN HONOR TO WORSHIP AT YOUR THROAN</a:t>
            </a:r>
          </a:p>
          <a:p>
            <a:r>
              <a:rPr lang="en-US"/>
              <a:t>8-  TO BE CALLED INTO YOUR PRESENCE AS YOUR OWN                        X2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9-  I CAN SEARCH THE HEAVEN HIGH I CAN SEARCH THE EARTH BELOW</a:t>
            </a:r>
          </a:p>
          <a:p>
            <a:r>
              <a:rPr lang="en-US"/>
              <a:t>10-  BUT THERE IS NO ONE NO ONE NO ONE                                  X3</a:t>
            </a:r>
          </a:p>
          <a:p>
            <a:endParaRPr lang="en-US"/>
          </a:p>
          <a:p>
            <a:r>
              <a:rPr lang="en-US"/>
              <a:t>11-  NO ONE SO HOLY NO ONE SO WORTHY</a:t>
            </a:r>
          </a:p>
          <a:p>
            <a:r>
              <a:rPr lang="en-US"/>
              <a:t>12-  NO ONE SO FAITHFUL THERE IS NONE NO ONE             X4</a:t>
            </a:r>
          </a:p>
          <a:p>
            <a:endParaRPr lang="en-US"/>
          </a:p>
          <a:p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YOU ARE WORTHY O SO WORTHY YOU ARE WORTHY O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YOU ARE FAITHFUL O SO FAITHFUL YOU ARE FAITHFUL O SO FAITHFUL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TO BE CALLED INTO YOUR PRESENCE AS YOUR OWN                        X2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I CAN SEARCH THE HEAVEN HIGH I CAN SEARCH THE EARTH BELOW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BUT THERE IS NO ONE NO ONE NO ONE                                  X3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NO ONE SO HOLY NO ONE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NO ONE SO FAITHFUL THERE IS NONE NO ONE             X4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PRIVELLEGE AND AN HONOR TO WORSHIP AT YOUR THROAN</a:t>
            </a:r>
          </a:p>
          <a:p>
            <a:r>
              <a:rPr lang="en-US"/>
              <a:t>2-  WHAT PRIVELLEGE AND AN HONOR TO WORSHIP AT YOUR THROAN</a:t>
            </a:r>
          </a:p>
          <a:p>
            <a:r>
              <a:rPr lang="en-US"/>
              <a:t>3-  TO BE CALLED INTO YOUR PRESENCE AS YOUR OWN</a:t>
            </a:r>
          </a:p>
          <a:p>
            <a:endParaRPr lang="en-US"/>
          </a:p>
          <a:p>
            <a:r>
              <a:rPr lang="en-US"/>
              <a:t>4-  YOU ARE WORTHY O SO WORTHY YOU ARE WORTHY O SO WORTHY</a:t>
            </a:r>
          </a:p>
          <a:p>
            <a:r>
              <a:rPr lang="en-US"/>
              <a:t>5-  TO BE CALLED INTO YOUR PRESENCE AS YOUR OWN</a:t>
            </a:r>
          </a:p>
          <a:p>
            <a:endParaRPr lang="en-US"/>
          </a:p>
          <a:p>
            <a:r>
              <a:rPr lang="en-US"/>
              <a:t>6-  YOU ARE FAITHFUL O SO FAITHFUL YOU ARE FAITHFUL O SO FAITHFUL </a:t>
            </a:r>
          </a:p>
          <a:p>
            <a:r>
              <a:rPr lang="en-US"/>
              <a:t>7-  WHAT PRIVELLEGE AND AN HONOR TO WORSHIP AT YOUR THROAN</a:t>
            </a:r>
          </a:p>
          <a:p>
            <a:r>
              <a:rPr lang="en-US"/>
              <a:t>8-  TO BE CALLED INTO YOUR PRESENCE AS YOUR OWN                        X2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9-  I CAN SEARCH THE HEAVEN HIGH I CAN SEARCH THE EARTH BELOW</a:t>
            </a:r>
          </a:p>
          <a:p>
            <a:r>
              <a:rPr lang="en-US"/>
              <a:t>10-  BUT THERE IS NO ONE NO ONE NO ONE                                  X3</a:t>
            </a:r>
          </a:p>
          <a:p>
            <a:endParaRPr lang="en-US"/>
          </a:p>
          <a:p>
            <a:r>
              <a:rPr lang="en-US"/>
              <a:t>11-  NO ONE SO HOLY NO ONE SO WORTHY</a:t>
            </a:r>
          </a:p>
          <a:p>
            <a:r>
              <a:rPr lang="en-US"/>
              <a:t>12-  NO ONE SO FAITHFUL THERE IS NONE NO ONE             X4</a:t>
            </a:r>
          </a:p>
          <a:p>
            <a:endParaRPr lang="en-US"/>
          </a:p>
          <a:p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2-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3-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4-  YOU ARE WORTHY O SO WORTHY YOU ARE WORTHY O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5-  TO BE CALLED INTO YOUR PRESENCE AS YOUR OWN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6-  YOU ARE FAITHFUL O SO FAITHFUL YOU ARE FAITHFUL O SO FAITHFUL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7-  WHAT PRIVELLEGE AND AN HONOR TO WORSHIP AT YOUR THROAN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8-  TO BE CALLED INTO YOUR PRESENCE AS YOUR OWN                        X2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Pont :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9-  I CAN SEARCH THE HEAVEN HIGH I CAN SEARCH THE EARTH BELOW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10-  BUT THERE IS NO ONE NO ONE NO ONE                                  X3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11-  NO ONE SO HOLY NO ONE SO WORTHY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mtClean="0"/>
              <a:t>12-  NO ONE SO FAITHFUL THERE IS NONE NO ONE             X4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smtClean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/>
              <a:t>1-  WHAT PRIVELLEGE AND AN HONOR TO WORSHIP AT YOUR THROAN</a:t>
            </a:r>
          </a:p>
          <a:p>
            <a:r>
              <a:rPr lang="en-US"/>
              <a:t>2-  WHAT PRIVELLEGE AND AN HONOR TO WORSHIP AT YOUR THROAN</a:t>
            </a:r>
          </a:p>
          <a:p>
            <a:r>
              <a:rPr lang="en-US"/>
              <a:t>3-  TO BE CALLED INTO YOUR PRESENCE AS YOUR OWN</a:t>
            </a:r>
          </a:p>
          <a:p>
            <a:endParaRPr lang="en-US"/>
          </a:p>
          <a:p>
            <a:r>
              <a:rPr lang="en-US"/>
              <a:t>4-  YOU ARE WORTHY O SO WORTHY YOU ARE WORTHY O SO WORTHY</a:t>
            </a:r>
          </a:p>
          <a:p>
            <a:r>
              <a:rPr lang="en-US"/>
              <a:t>5-  TO BE CALLED INTO YOUR PRESENCE AS YOUR OWN</a:t>
            </a:r>
          </a:p>
          <a:p>
            <a:endParaRPr lang="en-US"/>
          </a:p>
          <a:p>
            <a:r>
              <a:rPr lang="en-US"/>
              <a:t>6-  YOU ARE FAITHFUL O SO FAITHFUL YOU ARE FAITHFUL O SO FAITHFUL </a:t>
            </a:r>
          </a:p>
          <a:p>
            <a:r>
              <a:rPr lang="en-US"/>
              <a:t>7-  WHAT PRIVELLEGE AND AN HONOR TO WORSHIP AT YOUR THROAN</a:t>
            </a:r>
          </a:p>
          <a:p>
            <a:r>
              <a:rPr lang="en-US"/>
              <a:t>8-  TO BE CALLED INTO YOUR PRESENCE AS YOUR OWN                        X2</a:t>
            </a:r>
          </a:p>
          <a:p>
            <a:endParaRPr lang="en-US"/>
          </a:p>
          <a:p>
            <a:r>
              <a:rPr lang="en-US"/>
              <a:t>Pont :</a:t>
            </a:r>
          </a:p>
          <a:p>
            <a:r>
              <a:rPr lang="en-US"/>
              <a:t>9-  I CAN SEARCH THE HEAVEN HIGH I CAN SEARCH THE EARTH BELOW</a:t>
            </a:r>
          </a:p>
          <a:p>
            <a:r>
              <a:rPr lang="en-US"/>
              <a:t>10-  BUT THERE IS NO ONE NO ONE NO ONE                                  X3</a:t>
            </a:r>
          </a:p>
          <a:p>
            <a:endParaRPr lang="en-US"/>
          </a:p>
          <a:p>
            <a:r>
              <a:rPr lang="en-US"/>
              <a:t>11-  NO ONE SO HOLY NO ONE SO WORTHY</a:t>
            </a:r>
          </a:p>
          <a:p>
            <a:r>
              <a:rPr lang="en-US"/>
              <a:t>12-  NO ONE SO FAITHFUL THERE IS NONE NO ONE             X4</a:t>
            </a:r>
          </a:p>
          <a:p>
            <a:endParaRPr lang="en-US"/>
          </a:p>
          <a:p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55179-0538-4BDC-9E09-5E330F74E4D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5AC522-A218-4A8C-8234-ECA2F253E0A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9BF899-7488-4C76-8B32-B1F71959E6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7782BF-4659-43C6-A847-71F9BF59FD0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D6C218-C793-4A11-9162-87318489804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0DE405-1479-47D2-B27D-E87735CCF3A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F06CCE-A35F-4D3C-82AA-55B4812DF1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34AAE5-9F76-498C-9C4C-E082A668AA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73456-4BBA-4CA8-96A9-C92537CE4D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DEE904-6A4A-4C5C-8C53-C50BF29304E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8B5D2F-38A9-40D5-9D8A-4F338501B2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C49860D7-115C-4523-8038-11F874F797B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MS PGothic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MS PGothic" pitchFamily="34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MS PGothic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WHAT PRIVELLEGE AND AN HONOR 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TO WORSHIP AT YOUR THROAN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WHAT PRIVELLEGE AND AN HONOR 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TO WORSHIP AT YOUR THROAN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TO BE CALLED INTO YOUR PRESENCE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AS YOUR 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ARE WORTHY O SO WORTHY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ARE WORTHY O SO WORTHY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TO BE CALLED INTO YOUR PRESENCE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AS YOUR OWN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ARE FAITHFUL O SO FAITHFUL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YOU ARE FAITHFUL O SO FAITHFUL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WHAT PRIVELLEGE AND AN HONOR 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TO WORSHIP AT YOUR THROAN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TO BE CALLED INTO YOUR PRESENCE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AS YOUR OWN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endParaRPr lang="fr-FR" sz="4000" smtClean="0">
              <a:solidFill>
                <a:schemeClr val="bg1"/>
              </a:solidFill>
              <a:effectLst>
                <a:outerShdw blurRad="38100" dist="38100" dir="2700000" algn="tl">
                  <a:srgbClr val="80808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I CAN SEARCH THE HEAVEN HIGH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I CAN SEARCH THE EARTH BELOW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BUT THERE IS NO ONE 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NO ONE NO ONE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NO ONE SO HOLY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NO ONE SO WORTHY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11263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NO ONE SO FAITHFUL</a:t>
            </a:r>
            <a:b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</a:br>
            <a:r>
              <a:rPr lang="fr-FR" sz="4000" smtClean="0">
                <a:solidFill>
                  <a:schemeClr val="bg1"/>
                </a:solidFill>
                <a:effectLst>
                  <a:outerShdw blurRad="38100" dist="38100" dir="2700000" algn="tl">
                    <a:srgbClr val="808080"/>
                  </a:outerShdw>
                </a:effectLst>
              </a:rPr>
              <a:t>THERE IS NONE NO ONE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3328</Words>
  <Application>Microsoft Macintosh PowerPoint</Application>
  <PresentationFormat>On-screen Show (4:3)</PresentationFormat>
  <Paragraphs>420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7" baseType="lpstr">
      <vt:lpstr>Franklin Gothic Medium</vt:lpstr>
      <vt:lpstr>MS PGothic</vt:lpstr>
      <vt:lpstr>Arial</vt:lpstr>
      <vt:lpstr>Calibri</vt:lpstr>
      <vt:lpstr>Default Design</vt:lpstr>
      <vt:lpstr>WHAT PRIVELLEGE AND AN HONOR  TO WORSHIP AT YOUR THROAN</vt:lpstr>
      <vt:lpstr>WHAT PRIVELLEGE AND AN HONOR  TO WORSHIP AT YOUR THROAN</vt:lpstr>
      <vt:lpstr>TO BE CALLED INTO YOUR PRESENCE AS YOUR OWN</vt:lpstr>
      <vt:lpstr>YOU ARE WORTHY O SO WORTHY YOU ARE WORTHY O SO WORTHY</vt:lpstr>
      <vt:lpstr>TO BE CALLED INTO YOUR PRESENCE AS YOUR OWN</vt:lpstr>
      <vt:lpstr>YOU ARE FAITHFUL O SO FAITHFUL YOU ARE FAITHFUL O SO FAITHFUL </vt:lpstr>
      <vt:lpstr>WHAT PRIVELLEGE AND AN HONOR  TO WORSHIP AT YOUR THROAN</vt:lpstr>
      <vt:lpstr>TO BE CALLED INTO YOUR PRESENCE AS YOUR OWN </vt:lpstr>
      <vt:lpstr>I CAN SEARCH THE HEAVEN HIGH I CAN SEARCH THE EARTH BELOW</vt:lpstr>
      <vt:lpstr>BUT THERE IS NO ONE  NO ONE NO ONE</vt:lpstr>
      <vt:lpstr>NO ONE SO HOLY NO ONE SO WORTHY</vt:lpstr>
      <vt:lpstr>NO ONE SO FAITHFUL THERE IS NONE NO ONE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73</cp:revision>
  <dcterms:created xsi:type="dcterms:W3CDTF">2002-08-17T10:50:50Z</dcterms:created>
  <dcterms:modified xsi:type="dcterms:W3CDTF">2011-12-31T20:06:37Z</dcterms:modified>
</cp:coreProperties>
</file>