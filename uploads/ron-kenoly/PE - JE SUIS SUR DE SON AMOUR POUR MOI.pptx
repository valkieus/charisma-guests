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7" r:id="rId7"/>
    <p:sldId id="268" r:id="rId8"/>
    <p:sldId id="269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-96" y="-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73FF2-ABE3-4D33-A64E-F09791369C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C3CC2-9D6C-4992-8A45-B4EA1710AA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BCA34-70E7-48CC-AD84-CB1583910D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01D86-940B-48B5-880B-8A7471EE06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1E0FA-FDF5-485F-B4E9-230A07B205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4385C-1C0A-4335-A447-3699E725F7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FFE928-86B8-4C39-A255-3964E71923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176FF-A997-4518-B87C-5D0DB7E97A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585D3-9AAF-49C2-916C-BB2F9F5320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BEBF4E-35F5-41F1-BF07-57706EFFCB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E6C0B-F2F9-4F38-804E-22D71DA615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7B8772E-8A65-4204-B2C7-63687FFEC2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SUIS SÛR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 SON AMOUR POUR MOI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JÉSUS EST POUR MOI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SA PRÉSENCE EN MOI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ME REND PLUS FORT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IL EST LÀ POUR MOI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PAS DE PEUR, NI DE TROUBLE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EN JÉSUS, JE ME TIENS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SUR LE ROCHER   </a:t>
            </a: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SUIS SÛR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 SON AMOUR POUR MOI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IL EST LÀ POUR MOI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 u="sng">
                <a:solidFill>
                  <a:schemeClr val="bg1"/>
                </a:solidFill>
                <a:latin typeface="Arial Black" pitchFamily="-107" charset="0"/>
              </a:rPr>
              <a:t>PONT</a:t>
            </a: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 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LE SEIGNEUR EST LÀ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IL EST LÀ POUR MOI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HAVE KNOWN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FATHER’S CARE FOR 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HE’S BEEN GOOD, HE’S BEEN GOOD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THROUGH IT ALL HE’S ALWAYS THERE FOR 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GOD’S BEEN GOOD TO ME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THROUGH THE STORMS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THROUGH THE NIGHT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COME WHAT MAY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EVERYTHING WILL BE ALL RIGHT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HAVE KNOWN THE FATHER’S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CARE FOR 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GOD’S BEEN GOOD TO ME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HE’S GOOD SO GOOD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GOD’S BEEN GOOD TO ME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HE’S GOOD SO GOOD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GOD’S BEEN GOOD TO ME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GOOD SO GOOD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GOD’S BEEN GOOD TO ME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GOOD SO GOOD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GOD’S BEEN GOOD TO ME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HE’S BEEN GOOD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HE’S BEEN GOOD TO 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GOD’S BEEN GOOD TO ME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171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77</cp:revision>
  <dcterms:created xsi:type="dcterms:W3CDTF">2002-08-17T10:50:50Z</dcterms:created>
  <dcterms:modified xsi:type="dcterms:W3CDTF">2010-11-06T19:30:21Z</dcterms:modified>
</cp:coreProperties>
</file>