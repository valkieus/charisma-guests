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3" r:id="rId2"/>
    <p:sldId id="274" r:id="rId3"/>
    <p:sldId id="275" r:id="rId4"/>
    <p:sldId id="276" r:id="rId5"/>
    <p:sldId id="278" r:id="rId6"/>
    <p:sldId id="279" r:id="rId7"/>
    <p:sldId id="280" r:id="rId8"/>
    <p:sldId id="281" r:id="rId9"/>
    <p:sldId id="277" r:id="rId10"/>
    <p:sldId id="259" r:id="rId11"/>
    <p:sldId id="260" r:id="rId12"/>
    <p:sldId id="270" r:id="rId13"/>
    <p:sldId id="261" r:id="rId14"/>
    <p:sldId id="262" r:id="rId15"/>
    <p:sldId id="271" r:id="rId16"/>
    <p:sldId id="264" r:id="rId17"/>
    <p:sldId id="282" r:id="rId18"/>
    <p:sldId id="283" r:id="rId19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27" autoAdjust="0"/>
    <p:restoredTop sz="94660"/>
  </p:normalViewPr>
  <p:slideViewPr>
    <p:cSldViewPr>
      <p:cViewPr varScale="1">
        <p:scale>
          <a:sx n="32" d="100"/>
          <a:sy n="32" d="100"/>
        </p:scale>
        <p:origin x="-84" y="-24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162573-FBBB-4109-83E4-98612001B46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E3862C-AA33-4074-8D11-4E35314A854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793C6A-E3B1-45D7-8B9C-178E6075640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CE38BA-D1CA-4FBB-8CCC-1822E02ED27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1B6F94-5940-46C6-B95F-434E583756C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D6579B-B9D9-4697-8F2B-3D611BCB31C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584555-C6DC-4F9D-B6EE-55AABB451CA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C2E08F-0FFE-4128-B03A-703CFB5A2F9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F7E803-CC54-4E01-B0E1-173A32E0103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AB80C5-83DD-4F49-8314-6D75615DEB5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BEC358-FB56-4028-9488-63EECBAF07C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F58CFA49-C677-4D68-A54F-BBF2261EAB5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pitchFamily="-107" charset="-128"/>
          <a:cs typeface="ＭＳ Ｐゴシック" pitchFamily="-107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07" charset="-128"/>
          <a:cs typeface="ＭＳ Ｐゴシック" pitchFamily="-107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07" charset="-128"/>
          <a:cs typeface="ＭＳ Ｐゴシック" pitchFamily="-107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07" charset="-128"/>
          <a:cs typeface="ＭＳ Ｐゴシック" pitchFamily="-107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07" charset="-128"/>
          <a:cs typeface="ＭＳ Ｐゴシック" pitchFamily="-107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ＭＳ Ｐゴシック" pitchFamily="-107" charset="-128"/>
          <a:cs typeface="ＭＳ Ｐゴシック" pitchFamily="-107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pitchFamily="-107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pitchFamily="-107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pitchFamily="-107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07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Image 3" descr="Fond d'écran Chant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IL A TRANSFORMÉ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MES LARMES EN DANSES DE JOIE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EFFACÉ MES PEINES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COMMENT LE CACHER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JE CHANTERAI SA JOIE EN MOI</a:t>
            </a:r>
          </a:p>
        </p:txBody>
      </p:sp>
      <p:sp>
        <p:nvSpPr>
          <p:cNvPr id="4118" name="Rectangle 22"/>
          <p:cNvSpPr>
            <a:spLocks noChangeArrowheads="1"/>
          </p:cNvSpPr>
          <p:nvPr/>
        </p:nvSpPr>
        <p:spPr bwMode="auto">
          <a:xfrm>
            <a:off x="8172450" y="6308725"/>
            <a:ext cx="97155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fr-FR" sz="3600" dirty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-107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Image 3" descr="Fond d'écran Chant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LÀ OÙ RÉGNAIT LA DOULEUR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SA MAIN M’A DÉLIVRÉ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QUAND LE MAL RONGEAIT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MON COEUR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SON ESPRIT M’A CONSOLÉ</a:t>
            </a:r>
          </a:p>
        </p:txBody>
      </p:sp>
      <p:sp>
        <p:nvSpPr>
          <p:cNvPr id="4118" name="Rectangle 22"/>
          <p:cNvSpPr>
            <a:spLocks noChangeArrowheads="1"/>
          </p:cNvSpPr>
          <p:nvPr/>
        </p:nvSpPr>
        <p:spPr bwMode="auto">
          <a:xfrm>
            <a:off x="8172450" y="6308725"/>
            <a:ext cx="97155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fr-FR" sz="3600" dirty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-107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Image 3" descr="Fond d'écran Chant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099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JE SENS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SON MERVEILLEUX AMOUR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PERCER MA TRISTESSE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JE VOIS VENIR UN NOUVEAU JOUR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ET VIENT AVEC LUI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SA PLEINE ALLÉGRESSE</a:t>
            </a:r>
          </a:p>
        </p:txBody>
      </p:sp>
      <p:sp>
        <p:nvSpPr>
          <p:cNvPr id="4118" name="Rectangle 22"/>
          <p:cNvSpPr>
            <a:spLocks noChangeArrowheads="1"/>
          </p:cNvSpPr>
          <p:nvPr/>
        </p:nvSpPr>
        <p:spPr bwMode="auto">
          <a:xfrm>
            <a:off x="8172450" y="6308725"/>
            <a:ext cx="97155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fr-FR" sz="3600" dirty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-107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Image 3" descr="Fond d'écran Chant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123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TU AS TRANSFORMÉ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MES LARMES EN DANSES DE JOIE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EFFACÉ MES PEINES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COMMENT LE CACHER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JE CHANTERAI TA JOIE EN MOI</a:t>
            </a:r>
          </a:p>
        </p:txBody>
      </p:sp>
      <p:sp>
        <p:nvSpPr>
          <p:cNvPr id="4118" name="Rectangle 22"/>
          <p:cNvSpPr>
            <a:spLocks noChangeArrowheads="1"/>
          </p:cNvSpPr>
          <p:nvPr/>
        </p:nvSpPr>
        <p:spPr bwMode="auto">
          <a:xfrm>
            <a:off x="8172450" y="6308725"/>
            <a:ext cx="97155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fr-FR" sz="3600" dirty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-107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Image 3" descr="Fond d'écran Chant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147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LÀ OÙ RÉGNAIT LA DOULEUR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TA MAIN M’A DÉLIVRÉ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QUAND LE MAL RONGEAIT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MON COEUR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SON ESPRIT M’A CONSOLÉ</a:t>
            </a:r>
          </a:p>
        </p:txBody>
      </p:sp>
      <p:sp>
        <p:nvSpPr>
          <p:cNvPr id="4118" name="Rectangle 22"/>
          <p:cNvSpPr>
            <a:spLocks noChangeArrowheads="1"/>
          </p:cNvSpPr>
          <p:nvPr/>
        </p:nvSpPr>
        <p:spPr bwMode="auto">
          <a:xfrm>
            <a:off x="8172450" y="6308725"/>
            <a:ext cx="97155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fr-FR" sz="3600" dirty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-107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Image 3" descr="Fond d'écran Chant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171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JE SENS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TON MERVEILLEUX AMOUR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PERCER MA TRISTESSE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JE VOIS VENIR UN NOUVEAU JOUR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ET VIENT AVEC LUI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TA PLEINE ALLÉGRESSE</a:t>
            </a:r>
          </a:p>
        </p:txBody>
      </p:sp>
      <p:sp>
        <p:nvSpPr>
          <p:cNvPr id="4118" name="Rectangle 22"/>
          <p:cNvSpPr>
            <a:spLocks noChangeArrowheads="1"/>
          </p:cNvSpPr>
          <p:nvPr/>
        </p:nvSpPr>
        <p:spPr bwMode="auto">
          <a:xfrm>
            <a:off x="8172450" y="6308725"/>
            <a:ext cx="97155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fr-FR" sz="3600" dirty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-107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Image 3" descr="Fond d'écran Chant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195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IL A TRANSFORMÉ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MES LARMES EN DANSES DE JOIE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EFFACÉ MES PEINES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COMMENT LE CACHER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JE CHANTERAI SA JOIE EN MOI</a:t>
            </a:r>
          </a:p>
        </p:txBody>
      </p:sp>
      <p:sp>
        <p:nvSpPr>
          <p:cNvPr id="4118" name="Rectangle 22"/>
          <p:cNvSpPr>
            <a:spLocks noChangeArrowheads="1"/>
          </p:cNvSpPr>
          <p:nvPr/>
        </p:nvSpPr>
        <p:spPr bwMode="auto">
          <a:xfrm>
            <a:off x="8172450" y="6308725"/>
            <a:ext cx="97155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fr-FR" sz="3600" dirty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-107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Image 3" descr="Fond d'écran Chant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219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TU AS TRANSFORMÉ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MES LARMES EN DANSES DE JOIE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EFFACÉ MES PEINES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COMMENT LE CACHER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JE CHANTERAI TA JOIE EN MOI</a:t>
            </a:r>
          </a:p>
        </p:txBody>
      </p:sp>
      <p:sp>
        <p:nvSpPr>
          <p:cNvPr id="4118" name="Rectangle 22"/>
          <p:cNvSpPr>
            <a:spLocks noChangeArrowheads="1"/>
          </p:cNvSpPr>
          <p:nvPr/>
        </p:nvSpPr>
        <p:spPr bwMode="auto">
          <a:xfrm>
            <a:off x="8172450" y="6308725"/>
            <a:ext cx="97155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fr-FR" sz="3600" dirty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-107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Image 3" descr="Fond d'écran Chant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43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3500" u="sng">
                <a:solidFill>
                  <a:schemeClr val="bg1"/>
                </a:solidFill>
                <a:latin typeface="Arial Black" pitchFamily="-107" charset="0"/>
              </a:rPr>
              <a:t>PONT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TA COLÈRE NE DURE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QU’UN INSTANT, Ô SEIGNEUR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MAIS TA FAVEUR EST LÀ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POUR L’ÉTERNITÉ ELLE ME SUIVRA</a:t>
            </a:r>
          </a:p>
        </p:txBody>
      </p:sp>
      <p:sp>
        <p:nvSpPr>
          <p:cNvPr id="4118" name="Rectangle 22"/>
          <p:cNvSpPr>
            <a:spLocks noChangeArrowheads="1"/>
          </p:cNvSpPr>
          <p:nvPr/>
        </p:nvSpPr>
        <p:spPr bwMode="auto">
          <a:xfrm>
            <a:off x="8172450" y="6308725"/>
            <a:ext cx="97155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fr-FR" sz="3600" dirty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-107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Image 3" descr="Fond d'écran Chant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267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WHERE THERE ONCE 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WAS ONLY HURT 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HE GAVE HIS HEALING HAND 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WHERE THERE ONCE 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WAS ONLY PAIN 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HE BROUGHT COMFORT 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LIKE A FRIEND </a:t>
            </a:r>
          </a:p>
        </p:txBody>
      </p:sp>
      <p:sp>
        <p:nvSpPr>
          <p:cNvPr id="4118" name="Rectangle 22"/>
          <p:cNvSpPr>
            <a:spLocks noChangeArrowheads="1"/>
          </p:cNvSpPr>
          <p:nvPr/>
        </p:nvSpPr>
        <p:spPr bwMode="auto">
          <a:xfrm>
            <a:off x="8172450" y="6308725"/>
            <a:ext cx="97155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fr-FR" sz="3600" dirty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-107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Image 3" descr="Fond d'écran Chant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291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I FEEL THE SWEETNESS 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OF HIS LOVE 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PIERCING MY DARKNESS 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I SEE THE BRIGHT 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AND MORNING SUN 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AS IT USHERS IN 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HIS JOYFUL GLADNESS</a:t>
            </a:r>
          </a:p>
        </p:txBody>
      </p:sp>
      <p:sp>
        <p:nvSpPr>
          <p:cNvPr id="4118" name="Rectangle 22"/>
          <p:cNvSpPr>
            <a:spLocks noChangeArrowheads="1"/>
          </p:cNvSpPr>
          <p:nvPr/>
        </p:nvSpPr>
        <p:spPr bwMode="auto">
          <a:xfrm>
            <a:off x="8172450" y="6308725"/>
            <a:ext cx="97155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fr-FR" sz="3600" dirty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-107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Image 3" descr="Fond d'écran Chant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en-US" sz="2000">
              <a:solidFill>
                <a:schemeClr val="bg1"/>
              </a:solidFill>
              <a:latin typeface="Arial Black" pitchFamily="-107" charset="0"/>
            </a:endParaRP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YOU’VE TURNED MY MOURNING 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INTO DANCING AGAIN 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YOU’VE LIFTED MY SORROWS 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I CAN’T STAY SILENT 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I MUST SING 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FOR HIS JOY HAS COME</a:t>
            </a:r>
            <a:endParaRPr lang="en-US" sz="2000">
              <a:solidFill>
                <a:schemeClr val="bg1"/>
              </a:solidFill>
              <a:latin typeface="Arial Black" pitchFamily="-107" charset="0"/>
            </a:endParaRPr>
          </a:p>
          <a:p>
            <a:pPr algn="ctr">
              <a:lnSpc>
                <a:spcPct val="110000"/>
              </a:lnSpc>
            </a:pPr>
            <a:endParaRPr lang="en-US" sz="3500">
              <a:solidFill>
                <a:schemeClr val="bg1"/>
              </a:solidFill>
              <a:latin typeface="Arial Black" pitchFamily="-107" charset="0"/>
            </a:endParaRPr>
          </a:p>
        </p:txBody>
      </p:sp>
      <p:sp>
        <p:nvSpPr>
          <p:cNvPr id="4118" name="Rectangle 22"/>
          <p:cNvSpPr>
            <a:spLocks noChangeArrowheads="1"/>
          </p:cNvSpPr>
          <p:nvPr/>
        </p:nvSpPr>
        <p:spPr bwMode="auto">
          <a:xfrm>
            <a:off x="8172450" y="6308725"/>
            <a:ext cx="97155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fr-FR" sz="3600" dirty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-107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Image 3" descr="Fond d'écran Chant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339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WHERE THERE ONCE 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WAS ONLY HURT 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YOU GAVE YOUR 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HEALING HAND 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WHERE THE ONCE 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WAS ONLY PAIN 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YOU BROUGHT COMFORT 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LIKE A FRIEND </a:t>
            </a:r>
          </a:p>
        </p:txBody>
      </p:sp>
      <p:sp>
        <p:nvSpPr>
          <p:cNvPr id="4118" name="Rectangle 22"/>
          <p:cNvSpPr>
            <a:spLocks noChangeArrowheads="1"/>
          </p:cNvSpPr>
          <p:nvPr/>
        </p:nvSpPr>
        <p:spPr bwMode="auto">
          <a:xfrm>
            <a:off x="8172450" y="6308725"/>
            <a:ext cx="97155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fr-FR" sz="3600" dirty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-107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Image 3" descr="Fond d'écran Chant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363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I FEEL THE SWEETNESS 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OF YOUR LOVE 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PIERCING MY DARKNESS 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I SEE THE BRIGHT 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AND MORNING SUN 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AS IT USHERS IN 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YOUR JOYFUL GLADNESS </a:t>
            </a:r>
          </a:p>
        </p:txBody>
      </p:sp>
      <p:sp>
        <p:nvSpPr>
          <p:cNvPr id="4118" name="Rectangle 22"/>
          <p:cNvSpPr>
            <a:spLocks noChangeArrowheads="1"/>
          </p:cNvSpPr>
          <p:nvPr/>
        </p:nvSpPr>
        <p:spPr bwMode="auto">
          <a:xfrm>
            <a:off x="8172450" y="6308725"/>
            <a:ext cx="97155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fr-FR" sz="3600" dirty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-107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Image 3" descr="Fond d'écran Chant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387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en-US" sz="2000">
              <a:solidFill>
                <a:schemeClr val="bg1"/>
              </a:solidFill>
              <a:latin typeface="Arial Black" pitchFamily="-107" charset="0"/>
            </a:endParaRP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YOU’VE TURNED MY MOURNING 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INTO DANCING AGAIN 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YOU’VE LIFTED MY SORROWS 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I CAN’T STAY SILENT 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I MUST SING 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FOR HIS JOY HAS COME</a:t>
            </a:r>
            <a:endParaRPr lang="en-US" sz="2000">
              <a:solidFill>
                <a:schemeClr val="bg1"/>
              </a:solidFill>
              <a:latin typeface="Arial Black" pitchFamily="-107" charset="0"/>
            </a:endParaRPr>
          </a:p>
          <a:p>
            <a:pPr algn="ctr">
              <a:lnSpc>
                <a:spcPct val="110000"/>
              </a:lnSpc>
            </a:pPr>
            <a:endParaRPr lang="en-US" sz="3500">
              <a:solidFill>
                <a:schemeClr val="bg1"/>
              </a:solidFill>
              <a:latin typeface="Arial Black" pitchFamily="-107" charset="0"/>
            </a:endParaRPr>
          </a:p>
        </p:txBody>
      </p:sp>
      <p:sp>
        <p:nvSpPr>
          <p:cNvPr id="4118" name="Rectangle 22"/>
          <p:cNvSpPr>
            <a:spLocks noChangeArrowheads="1"/>
          </p:cNvSpPr>
          <p:nvPr/>
        </p:nvSpPr>
        <p:spPr bwMode="auto">
          <a:xfrm>
            <a:off x="8172450" y="6308725"/>
            <a:ext cx="97155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fr-FR" sz="3600" dirty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-107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Image 3" descr="Fond d'écran Chant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YOUR ANGER LASTS 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FOR A MOMENT IN TIME 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BUT YOUR FAVOR IS HERE 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AND WILL BE FOR ME FOR 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ALL MY LIFE TIME</a:t>
            </a:r>
          </a:p>
        </p:txBody>
      </p:sp>
      <p:sp>
        <p:nvSpPr>
          <p:cNvPr id="4118" name="Rectangle 22"/>
          <p:cNvSpPr>
            <a:spLocks noChangeArrowheads="1"/>
          </p:cNvSpPr>
          <p:nvPr/>
        </p:nvSpPr>
        <p:spPr bwMode="auto">
          <a:xfrm>
            <a:off x="8172450" y="6308725"/>
            <a:ext cx="97155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fr-FR" sz="3600" dirty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-107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Image 3" descr="Fond d'écran Chant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435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en-US" sz="2000">
              <a:solidFill>
                <a:schemeClr val="bg1"/>
              </a:solidFill>
              <a:latin typeface="Arial Black" pitchFamily="-107" charset="0"/>
            </a:endParaRP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YOU’VE TURNED MY MOURNING 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INTO DANCING AGAIN 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YOU’VE LIFTED MY SORROWS 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I CAN’T STAY SILENT 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I MUST SING 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FOR HIS JOY HAS COME       </a:t>
            </a:r>
            <a:endParaRPr lang="en-US" sz="2000">
              <a:solidFill>
                <a:schemeClr val="bg1"/>
              </a:solidFill>
              <a:latin typeface="Arial Black" pitchFamily="-107" charset="0"/>
            </a:endParaRPr>
          </a:p>
          <a:p>
            <a:pPr algn="ctr">
              <a:lnSpc>
                <a:spcPct val="110000"/>
              </a:lnSpc>
            </a:pPr>
            <a:endParaRPr lang="en-US" sz="3500">
              <a:solidFill>
                <a:schemeClr val="bg1"/>
              </a:solidFill>
              <a:latin typeface="Arial Black" pitchFamily="-107" charset="0"/>
            </a:endParaRPr>
          </a:p>
        </p:txBody>
      </p:sp>
      <p:sp>
        <p:nvSpPr>
          <p:cNvPr id="4118" name="Rectangle 22"/>
          <p:cNvSpPr>
            <a:spLocks noChangeArrowheads="1"/>
          </p:cNvSpPr>
          <p:nvPr/>
        </p:nvSpPr>
        <p:spPr bwMode="auto">
          <a:xfrm>
            <a:off x="8172450" y="6308725"/>
            <a:ext cx="97155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fr-FR" sz="3600" dirty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-107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Image 3" descr="Fond d'écran Chant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459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en-US" sz="2000">
              <a:solidFill>
                <a:schemeClr val="bg1"/>
              </a:solidFill>
              <a:latin typeface="Arial Black" pitchFamily="-107" charset="0"/>
            </a:endParaRP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HE’STURNED MY MOURNING 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INTO DANCING AGAIN 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HE’S LIFTED MY SORROWS 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I CAN’T STAY SILENT 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I MUST SING 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FOR HIS JOY HAS COME       </a:t>
            </a:r>
            <a:endParaRPr lang="en-US" sz="2000">
              <a:solidFill>
                <a:schemeClr val="bg1"/>
              </a:solidFill>
              <a:latin typeface="Arial Black" pitchFamily="-107" charset="0"/>
            </a:endParaRPr>
          </a:p>
          <a:p>
            <a:pPr algn="ctr">
              <a:lnSpc>
                <a:spcPct val="110000"/>
              </a:lnSpc>
            </a:pPr>
            <a:endParaRPr lang="en-US" sz="3500">
              <a:solidFill>
                <a:schemeClr val="bg1"/>
              </a:solidFill>
              <a:latin typeface="Arial Black" pitchFamily="-107" charset="0"/>
            </a:endParaRPr>
          </a:p>
        </p:txBody>
      </p:sp>
      <p:sp>
        <p:nvSpPr>
          <p:cNvPr id="4118" name="Rectangle 22"/>
          <p:cNvSpPr>
            <a:spLocks noChangeArrowheads="1"/>
          </p:cNvSpPr>
          <p:nvPr/>
        </p:nvSpPr>
        <p:spPr bwMode="auto">
          <a:xfrm>
            <a:off x="8172450" y="6308725"/>
            <a:ext cx="97155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fr-FR" sz="3600" dirty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-107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1246</TotalTime>
  <Words>392</Words>
  <Application>Microsoft Office PowerPoint</Application>
  <PresentationFormat>On-screen Show (4:3)</PresentationFormat>
  <Paragraphs>109</Paragraphs>
  <Slides>18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25" baseType="lpstr">
      <vt:lpstr>Franklin Gothic Medium</vt:lpstr>
      <vt:lpstr>ＭＳ Ｐゴシック</vt:lpstr>
      <vt:lpstr>Arial</vt:lpstr>
      <vt:lpstr>Calibri</vt:lpstr>
      <vt:lpstr>Arial Black</vt:lpstr>
      <vt:lpstr>Arial Narrow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Mireille</cp:lastModifiedBy>
  <cp:revision>99</cp:revision>
  <dcterms:created xsi:type="dcterms:W3CDTF">2002-08-17T10:50:50Z</dcterms:created>
  <dcterms:modified xsi:type="dcterms:W3CDTF">2010-11-06T19:24:11Z</dcterms:modified>
</cp:coreProperties>
</file>