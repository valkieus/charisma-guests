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96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AED34-F50F-4B04-8E39-86D66FFFBC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640D6-EFD0-4B02-8231-F81F49893A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D7A44-FD9F-4A46-9FB7-CF3BE42EBA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C5154-AC19-40F6-ABFF-0E288AAB6F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8EF08-FB77-4ACB-A5D6-7675C8B542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5812D-E7E8-4234-A6CE-39EF6626C0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D1ED2-6452-4BC1-BA16-10E6642AC4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421777-B142-4606-B45D-A78483AABC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70BA3-0C7F-4BC6-8846-47F863AC32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42B1D4-67A0-411E-BF5A-EF3048B2A9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C937-2BF0-498D-9142-6DA5F7A238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1FB6F16-E71F-492F-9876-4FB014F360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ALLÉLUIA! JÉSUS EST VIVANT!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LA MORT A PERDU SA VICTOIRE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LA TOMBE EST ENFIN VAINCUE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JÉSUS VIT À JAMAIS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EST VIVANT! IL EST VIVANT!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EST L’ALPHA ET L’OMÉGA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LE PREMIER, LE DERNIER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LE PÉCHÉ N’A PLUS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TOUTE PUISSANCE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PARFAITE EST NOTRE LIBERTÉ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L’AGNEAU DE DIEU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EST RESSUSCITÉ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EST VIVANT, IL EST VIVANT !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JÉSUS EST VIVANT!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HALLELUJAH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JESUS IS ALIVE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DEATH HAS LOST ITS VICTORY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THE GRAVE HAS BEEN DENIED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JESUS LIVES FOREVER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ALIVE! HE’S ALIVE!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THE ALPHA AND OMEGA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FIRST AND LAST IS HE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CURSE OF SIN IS BROKEN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WE HAVE PERFECT LIBERTY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LAMB OF GOD IS RISEN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HE’S ALIVE, HE’S ALIVE!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HALLELUJAH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JESUS IS ALIVE!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129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75</cp:revision>
  <dcterms:created xsi:type="dcterms:W3CDTF">2002-08-17T10:50:50Z</dcterms:created>
  <dcterms:modified xsi:type="dcterms:W3CDTF">2010-11-06T12:55:51Z</dcterms:modified>
</cp:coreProperties>
</file>