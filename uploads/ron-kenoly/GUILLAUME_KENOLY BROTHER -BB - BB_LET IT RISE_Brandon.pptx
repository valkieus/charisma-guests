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0" r:id="rId2"/>
    <p:sldId id="272" r:id="rId3"/>
    <p:sldId id="274" r:id="rId4"/>
    <p:sldId id="275" r:id="rId5"/>
    <p:sldId id="278" r:id="rId6"/>
    <p:sldId id="279" r:id="rId7"/>
    <p:sldId id="281" r:id="rId8"/>
    <p:sldId id="286" r:id="rId9"/>
    <p:sldId id="29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7" r:id="rId19"/>
    <p:sldId id="298" r:id="rId20"/>
    <p:sldId id="299" r:id="rId2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54" autoAdjust="0"/>
    <p:restoredTop sz="91136" autoAdjust="0"/>
  </p:normalViewPr>
  <p:slideViewPr>
    <p:cSldViewPr>
      <p:cViewPr>
        <p:scale>
          <a:sx n="30" d="100"/>
          <a:sy n="30" d="100"/>
        </p:scale>
        <p:origin x="-732" y="-9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AC8D2716-F743-4F21-A49B-E000F4382194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847219CA-D885-4540-86B6-2AEBA292A78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fr-FR" smtClean="0"/>
              <a:t>Couplet l :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1-  J'AI SOUVENT ÉTÉ MISE DE CÔTÉ J'AI SOUVENT ÉTÉ OUBLIÉE</a:t>
            </a:r>
          </a:p>
          <a:p>
            <a:pPr>
              <a:spcBef>
                <a:spcPct val="0"/>
              </a:spcBef>
            </a:pPr>
            <a:r>
              <a:rPr lang="fr-FR" smtClean="0"/>
              <a:t>2-  J'AI SOUVENT DEMANDÉ POURQUOI J'ÉTAIS NÉE</a:t>
            </a:r>
          </a:p>
          <a:p>
            <a:pPr>
              <a:spcBef>
                <a:spcPct val="0"/>
              </a:spcBef>
            </a:pPr>
            <a:r>
              <a:rPr lang="fr-FR" smtClean="0"/>
              <a:t>3-  JE SUIS ARRIVÉE UN JOUR LA GÂCHETTE ÉTAIT TROP LOURDE </a:t>
            </a:r>
          </a:p>
          <a:p>
            <a:pPr>
              <a:spcBef>
                <a:spcPct val="0"/>
              </a:spcBef>
            </a:pPr>
            <a:r>
              <a:rPr lang="fr-FR" smtClean="0"/>
              <a:t>4-  ET UN SOUFFLE ME TENAIT POUR ... J'AI FAILLI TOUT LAISSER TOMBER </a:t>
            </a:r>
          </a:p>
          <a:p>
            <a:pPr>
              <a:spcBef>
                <a:spcPct val="0"/>
              </a:spcBef>
            </a:pPr>
            <a:r>
              <a:rPr lang="fr-FR" smtClean="0"/>
              <a:t>5-  MAIS IL M'A DÉLICATEMENT CHUCHOTÉ</a:t>
            </a:r>
          </a:p>
          <a:p>
            <a:pPr>
              <a:spcBef>
                <a:spcPct val="0"/>
              </a:spcBef>
            </a:pPr>
            <a:r>
              <a:rPr lang="fr-FR" smtClean="0"/>
              <a:t>6-  LE MONDE T'AS REJETÉE MAIS MOI JE T'AI TOUJOURS AIMÉE X 2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refrain</a:t>
            </a:r>
          </a:p>
          <a:p>
            <a:pPr>
              <a:spcBef>
                <a:spcPct val="0"/>
              </a:spcBef>
            </a:pPr>
            <a:r>
              <a:rPr lang="fr-FR" smtClean="0"/>
              <a:t>	7-  JE N'OUBLIERAI PAS  IL L'A FAIT POUR MOI</a:t>
            </a:r>
          </a:p>
          <a:p>
            <a:pPr>
              <a:spcBef>
                <a:spcPct val="0"/>
              </a:spcBef>
            </a:pPr>
            <a:r>
              <a:rPr lang="fr-FR" smtClean="0"/>
              <a:t>	8-  JE N'OUBLIERAI PAS JE NE LE MÉRITAIS PAS X 2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9-  SON NOM EST GRAVÉ, SOUVIENS-TOI IL L'A AUSSI FAIT POUR TOI</a:t>
            </a:r>
          </a:p>
          <a:p>
            <a:pPr>
              <a:spcBef>
                <a:spcPct val="0"/>
              </a:spcBef>
            </a:pPr>
            <a:r>
              <a:rPr lang="fr-FR" smtClean="0"/>
              <a:t> </a:t>
            </a:r>
          </a:p>
          <a:p>
            <a:pPr>
              <a:spcBef>
                <a:spcPct val="0"/>
              </a:spcBef>
            </a:pPr>
            <a:r>
              <a:rPr lang="fr-FR" smtClean="0"/>
              <a:t>Couplet ll :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10-  ABANDONNÉE , PIÉTINÉE LA VIE M'AVAIT BRISÉE </a:t>
            </a:r>
          </a:p>
          <a:p>
            <a:pPr>
              <a:spcBef>
                <a:spcPct val="0"/>
              </a:spcBef>
            </a:pPr>
            <a:r>
              <a:rPr lang="fr-FR" smtClean="0"/>
              <a:t>11-  PERSONNE N'AURAIT DONNÉS UN SOU POUR QUI J'ÉTAIS </a:t>
            </a:r>
          </a:p>
          <a:p>
            <a:pPr>
              <a:spcBef>
                <a:spcPct val="0"/>
              </a:spcBef>
            </a:pPr>
            <a:r>
              <a:rPr lang="fr-FR" smtClean="0"/>
              <a:t>12-  MAIS IL M'A APPELÉE PRÉDESTINÉE À RÉGNER </a:t>
            </a:r>
          </a:p>
          <a:p>
            <a:pPr>
              <a:spcBef>
                <a:spcPct val="0"/>
              </a:spcBef>
            </a:pPr>
            <a:r>
              <a:rPr lang="fr-FR" smtClean="0"/>
              <a:t>13-  SI CETTE HISTOIRE RESSEMBLE À LA TIENNE</a:t>
            </a:r>
          </a:p>
          <a:p>
            <a:pPr>
              <a:spcBef>
                <a:spcPct val="0"/>
              </a:spcBef>
            </a:pPr>
            <a:r>
              <a:rPr lang="fr-FR" smtClean="0"/>
              <a:t>14-  OOOH NE PERDS PAS ESPOIR </a:t>
            </a:r>
          </a:p>
          <a:p>
            <a:pPr>
              <a:spcBef>
                <a:spcPct val="0"/>
              </a:spcBef>
            </a:pPr>
            <a:r>
              <a:rPr lang="fr-FR" smtClean="0"/>
              <a:t>15-  NON NE PERDS PAS ESPOIR SI TU LE LAISSES FAIRE</a:t>
            </a:r>
          </a:p>
          <a:p>
            <a:pPr>
              <a:spcBef>
                <a:spcPct val="0"/>
              </a:spcBef>
            </a:pPr>
            <a:r>
              <a:rPr lang="fr-FR" smtClean="0"/>
              <a:t>16-  IL TE DONNERA LE MEILLEUR</a:t>
            </a:r>
          </a:p>
          <a:p>
            <a:pPr>
              <a:spcBef>
                <a:spcPct val="0"/>
              </a:spcBef>
            </a:pPr>
            <a:endParaRPr lang="fr-FR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12813"/>
            <a:r>
              <a:rPr lang="fr-FR">
                <a:solidFill>
                  <a:srgbClr val="000000"/>
                </a:solidFill>
              </a:rPr>
              <a:t>Couplet l :</a:t>
            </a:r>
          </a:p>
          <a:p>
            <a:pPr defTabSz="912813"/>
            <a:endParaRPr lang="fr-FR">
              <a:solidFill>
                <a:srgbClr val="000000"/>
              </a:solidFill>
            </a:endParaRPr>
          </a:p>
          <a:p>
            <a:pPr defTabSz="912813"/>
            <a:r>
              <a:rPr lang="fr-FR">
                <a:solidFill>
                  <a:srgbClr val="000000"/>
                </a:solidFill>
              </a:rPr>
              <a:t>1-  J'AI SOUVENT ÉTÉ MISE DE CÔTÉ J'AI SOUVENT ÉTÉ OUBLIÉE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2-  J'AI SOUVENT DEMANDÉ POURQUOI J'ÉTAIS NÉE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3-  JE SUIS ARRIVÉE UN JOUR LA GÂCHETTE ÉTAIT TROP LOURDE 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4-  ET UN SOUFFLE ME TENAIT POUR ... J'AI FAILLI TOUT LAISSER TOMBER 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5-  MAIS IL M'A DÉLICATEMENT CHUCHOTÉ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6-  LE MONDE T'AS REJETÉE MAIS MOI JE T'AI TOUJOURS AIMÉE X 2</a:t>
            </a:r>
          </a:p>
          <a:p>
            <a:pPr defTabSz="912813"/>
            <a:endParaRPr lang="fr-FR">
              <a:solidFill>
                <a:srgbClr val="000000"/>
              </a:solidFill>
            </a:endParaRPr>
          </a:p>
          <a:p>
            <a:pPr defTabSz="912813"/>
            <a:r>
              <a:rPr lang="fr-FR">
                <a:solidFill>
                  <a:srgbClr val="000000"/>
                </a:solidFill>
              </a:rPr>
              <a:t>	refrain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	7-  JE N'OUBLIERAI PAS  IL L'A FAIT POUR MOI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	8-  JE N'OUBLIERAI PAS JE NE LE MÉRITAIS PAS X 2</a:t>
            </a:r>
          </a:p>
          <a:p>
            <a:pPr defTabSz="912813"/>
            <a:endParaRPr lang="fr-FR">
              <a:solidFill>
                <a:srgbClr val="000000"/>
              </a:solidFill>
            </a:endParaRPr>
          </a:p>
          <a:p>
            <a:pPr defTabSz="912813"/>
            <a:r>
              <a:rPr lang="fr-FR">
                <a:solidFill>
                  <a:srgbClr val="000000"/>
                </a:solidFill>
              </a:rPr>
              <a:t>	9-  SON NOM EST GRAVÉ, SOUVIENS-TOI IL L'A AUSSI FAIT POUR TOI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 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Couplet ll :</a:t>
            </a:r>
          </a:p>
          <a:p>
            <a:pPr defTabSz="912813"/>
            <a:endParaRPr lang="fr-FR">
              <a:solidFill>
                <a:srgbClr val="000000"/>
              </a:solidFill>
            </a:endParaRPr>
          </a:p>
          <a:p>
            <a:pPr defTabSz="912813"/>
            <a:r>
              <a:rPr lang="fr-FR">
                <a:solidFill>
                  <a:srgbClr val="000000"/>
                </a:solidFill>
              </a:rPr>
              <a:t>10-  ABANDONNÉE , PIÉTINÉE LA VIE M'AVAIT BRISÉE 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11-  PERSONNE N'AURAIT DONNÉS UN SOU POUR QUI J'ÉTAIS 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12-  MAIS IL M'A APPELÉE PRÉDESTINÉE À RÉGNER 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13-  SI CETTE HISTOIRE RESSEMBLE À LA TIENNE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14-  OOOH NE PERDS PAS ESPOIR 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15-  NON NE PERDS PAS ESPOIR SI TU LE LAISSES FAIRE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16-  IL TE DONNERA LE MEILLEUR</a:t>
            </a:r>
          </a:p>
          <a:p>
            <a:pPr defTabSz="912813"/>
            <a:endParaRPr lang="fr-FR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fr-FR" smtClean="0"/>
              <a:t>Couplet l :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1-  J'AI SOUVENT ÉTÉ MISE DE CÔTÉ J'AI SOUVENT ÉTÉ OUBLIÉE</a:t>
            </a:r>
          </a:p>
          <a:p>
            <a:pPr>
              <a:spcBef>
                <a:spcPct val="0"/>
              </a:spcBef>
            </a:pPr>
            <a:r>
              <a:rPr lang="fr-FR" smtClean="0"/>
              <a:t>2-  J'AI SOUVENT DEMANDÉ POURQUOI J'ÉTAIS NÉE</a:t>
            </a:r>
          </a:p>
          <a:p>
            <a:pPr>
              <a:spcBef>
                <a:spcPct val="0"/>
              </a:spcBef>
            </a:pPr>
            <a:r>
              <a:rPr lang="fr-FR" smtClean="0"/>
              <a:t>3-  JE SUIS ARRIVÉE UN JOUR LA GÂCHETTE ÉTAIT TROP LOURDE </a:t>
            </a:r>
          </a:p>
          <a:p>
            <a:pPr>
              <a:spcBef>
                <a:spcPct val="0"/>
              </a:spcBef>
            </a:pPr>
            <a:r>
              <a:rPr lang="fr-FR" smtClean="0"/>
              <a:t>4-  ET UN SOUFFLE ME TENAIT POUR ... J'AI FAILLI TOUT LAISSER TOMBER </a:t>
            </a:r>
          </a:p>
          <a:p>
            <a:pPr>
              <a:spcBef>
                <a:spcPct val="0"/>
              </a:spcBef>
            </a:pPr>
            <a:r>
              <a:rPr lang="fr-FR" smtClean="0"/>
              <a:t>5-  MAIS IL M'A DÉLICATEMENT CHUCHOTÉ</a:t>
            </a:r>
          </a:p>
          <a:p>
            <a:pPr>
              <a:spcBef>
                <a:spcPct val="0"/>
              </a:spcBef>
            </a:pPr>
            <a:r>
              <a:rPr lang="fr-FR" smtClean="0"/>
              <a:t>6-  LE MONDE T'AS REJETÉE MAIS MOI JE T'AI TOUJOURS AIMÉE X 2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refrain</a:t>
            </a:r>
          </a:p>
          <a:p>
            <a:pPr>
              <a:spcBef>
                <a:spcPct val="0"/>
              </a:spcBef>
            </a:pPr>
            <a:r>
              <a:rPr lang="fr-FR" smtClean="0"/>
              <a:t>	7-  JE N'OUBLIERAI PAS  IL L'A FAIT POUR MOI</a:t>
            </a:r>
          </a:p>
          <a:p>
            <a:pPr>
              <a:spcBef>
                <a:spcPct val="0"/>
              </a:spcBef>
            </a:pPr>
            <a:r>
              <a:rPr lang="fr-FR" smtClean="0"/>
              <a:t>	8-  JE N'OUBLIERAI PAS JE NE LE MÉRITAIS PAS X 2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9-  SON NOM EST GRAVÉ, SOUVIENS-TOI IL L'A AUSSI FAIT POUR TOI</a:t>
            </a:r>
          </a:p>
          <a:p>
            <a:pPr>
              <a:spcBef>
                <a:spcPct val="0"/>
              </a:spcBef>
            </a:pPr>
            <a:r>
              <a:rPr lang="fr-FR" smtClean="0"/>
              <a:t> </a:t>
            </a:r>
          </a:p>
          <a:p>
            <a:pPr>
              <a:spcBef>
                <a:spcPct val="0"/>
              </a:spcBef>
            </a:pPr>
            <a:r>
              <a:rPr lang="fr-FR" smtClean="0"/>
              <a:t>Couplet ll :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10-  ABANDONNÉE , PIÉTINÉE LA VIE M'AVAIT BRISÉE </a:t>
            </a:r>
          </a:p>
          <a:p>
            <a:pPr>
              <a:spcBef>
                <a:spcPct val="0"/>
              </a:spcBef>
            </a:pPr>
            <a:r>
              <a:rPr lang="fr-FR" smtClean="0"/>
              <a:t>11-  PERSONNE N'AURAIT DONNÉS UN SOU POUR QUI J'ÉTAIS </a:t>
            </a:r>
          </a:p>
          <a:p>
            <a:pPr>
              <a:spcBef>
                <a:spcPct val="0"/>
              </a:spcBef>
            </a:pPr>
            <a:r>
              <a:rPr lang="fr-FR" smtClean="0"/>
              <a:t>12-  MAIS IL M'A APPELÉE PRÉDESTINÉE À RÉGNER </a:t>
            </a:r>
          </a:p>
          <a:p>
            <a:pPr>
              <a:spcBef>
                <a:spcPct val="0"/>
              </a:spcBef>
            </a:pPr>
            <a:r>
              <a:rPr lang="fr-FR" smtClean="0"/>
              <a:t>13-  SI CETTE HISTOIRE RESSEMBLE À LA TIENNE</a:t>
            </a:r>
          </a:p>
          <a:p>
            <a:pPr>
              <a:spcBef>
                <a:spcPct val="0"/>
              </a:spcBef>
            </a:pPr>
            <a:r>
              <a:rPr lang="fr-FR" smtClean="0"/>
              <a:t>14-  OOOH NE PERDS PAS ESPOIR </a:t>
            </a:r>
          </a:p>
          <a:p>
            <a:pPr>
              <a:spcBef>
                <a:spcPct val="0"/>
              </a:spcBef>
            </a:pPr>
            <a:r>
              <a:rPr lang="fr-FR" smtClean="0"/>
              <a:t>15-  NON NE PERDS PAS ESPOIR SI TU LE LAISSES FAIRE</a:t>
            </a:r>
          </a:p>
          <a:p>
            <a:pPr>
              <a:spcBef>
                <a:spcPct val="0"/>
              </a:spcBef>
            </a:pPr>
            <a:r>
              <a:rPr lang="fr-FR" smtClean="0"/>
              <a:t>16-  IL TE DONNERA LE MEILLEUR</a:t>
            </a:r>
          </a:p>
          <a:p>
            <a:pPr>
              <a:spcBef>
                <a:spcPct val="0"/>
              </a:spcBef>
            </a:pP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12813"/>
            <a:r>
              <a:rPr lang="fr-FR">
                <a:solidFill>
                  <a:srgbClr val="000000"/>
                </a:solidFill>
              </a:rPr>
              <a:t>Couplet l :</a:t>
            </a:r>
          </a:p>
          <a:p>
            <a:pPr defTabSz="912813"/>
            <a:endParaRPr lang="fr-FR">
              <a:solidFill>
                <a:srgbClr val="000000"/>
              </a:solidFill>
            </a:endParaRPr>
          </a:p>
          <a:p>
            <a:pPr defTabSz="912813"/>
            <a:r>
              <a:rPr lang="fr-FR">
                <a:solidFill>
                  <a:srgbClr val="000000"/>
                </a:solidFill>
              </a:rPr>
              <a:t>1-  J'AI SOUVENT ÉTÉ MISE DE CÔTÉ J'AI SOUVENT ÉTÉ OUBLIÉE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2-  J'AI SOUVENT DEMANDÉ POURQUOI J'ÉTAIS NÉE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3-  JE SUIS ARRIVÉE UN JOUR LA GÂCHETTE ÉTAIT TROP LOURDE 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4-  ET UN SOUFFLE ME TENAIT POUR ... J'AI FAILLI TOUT LAISSER TOMBER 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5-  MAIS IL M'A DÉLICATEMENT CHUCHOTÉ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6-  LE MONDE T'AS REJETÉE MAIS MOI JE T'AI TOUJOURS AIMÉE X 2</a:t>
            </a:r>
          </a:p>
          <a:p>
            <a:pPr defTabSz="912813"/>
            <a:endParaRPr lang="fr-FR">
              <a:solidFill>
                <a:srgbClr val="000000"/>
              </a:solidFill>
            </a:endParaRPr>
          </a:p>
          <a:p>
            <a:pPr defTabSz="912813"/>
            <a:r>
              <a:rPr lang="fr-FR">
                <a:solidFill>
                  <a:srgbClr val="000000"/>
                </a:solidFill>
              </a:rPr>
              <a:t>	refrain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	7-  JE N'OUBLIERAI PAS  IL L'A FAIT POUR MOI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	8-  JE N'OUBLIERAI PAS JE NE LE MÉRITAIS PAS X 2</a:t>
            </a:r>
          </a:p>
          <a:p>
            <a:pPr defTabSz="912813"/>
            <a:endParaRPr lang="fr-FR">
              <a:solidFill>
                <a:srgbClr val="000000"/>
              </a:solidFill>
            </a:endParaRPr>
          </a:p>
          <a:p>
            <a:pPr defTabSz="912813"/>
            <a:r>
              <a:rPr lang="fr-FR">
                <a:solidFill>
                  <a:srgbClr val="000000"/>
                </a:solidFill>
              </a:rPr>
              <a:t>	9-  SON NOM EST GRAVÉ, SOUVIENS-TOI IL L'A AUSSI FAIT POUR TOI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 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Couplet ll :</a:t>
            </a:r>
          </a:p>
          <a:p>
            <a:pPr defTabSz="912813"/>
            <a:endParaRPr lang="fr-FR">
              <a:solidFill>
                <a:srgbClr val="000000"/>
              </a:solidFill>
            </a:endParaRPr>
          </a:p>
          <a:p>
            <a:pPr defTabSz="912813"/>
            <a:r>
              <a:rPr lang="fr-FR">
                <a:solidFill>
                  <a:srgbClr val="000000"/>
                </a:solidFill>
              </a:rPr>
              <a:t>10-  ABANDONNÉE , PIÉTINÉE LA VIE M'AVAIT BRISÉE 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11-  PERSONNE N'AURAIT DONNÉS UN SOU POUR QUI J'ÉTAIS 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12-  MAIS IL M'A APPELÉE PRÉDESTINÉE À RÉGNER 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13-  SI CETTE HISTOIRE RESSEMBLE À LA TIENNE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14-  OOOH NE PERDS PAS ESPOIR 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15-  NON NE PERDS PAS ESPOIR SI TU LE LAISSES FAIRE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16-  IL TE DONNERA LE MEILLEUR</a:t>
            </a:r>
          </a:p>
          <a:p>
            <a:pPr defTabSz="912813"/>
            <a:endParaRPr lang="fr-FR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fr-FR" smtClean="0"/>
              <a:t>Couplet l :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1-  J'AI SOUVENT ÉTÉ MISE DE CÔTÉ J'AI SOUVENT ÉTÉ OUBLIÉE</a:t>
            </a:r>
          </a:p>
          <a:p>
            <a:pPr>
              <a:spcBef>
                <a:spcPct val="0"/>
              </a:spcBef>
            </a:pPr>
            <a:r>
              <a:rPr lang="fr-FR" smtClean="0"/>
              <a:t>2-  J'AI SOUVENT DEMANDÉ POURQUOI J'ÉTAIS NÉE</a:t>
            </a:r>
          </a:p>
          <a:p>
            <a:pPr>
              <a:spcBef>
                <a:spcPct val="0"/>
              </a:spcBef>
            </a:pPr>
            <a:r>
              <a:rPr lang="fr-FR" smtClean="0"/>
              <a:t>3-  JE SUIS ARRIVÉE UN JOUR LA GÂCHETTE ÉTAIT TROP LOURDE </a:t>
            </a:r>
          </a:p>
          <a:p>
            <a:pPr>
              <a:spcBef>
                <a:spcPct val="0"/>
              </a:spcBef>
            </a:pPr>
            <a:r>
              <a:rPr lang="fr-FR" smtClean="0"/>
              <a:t>4-  ET UN SOUFFLE ME TENAIT POUR ... J'AI FAILLI TOUT LAISSER TOMBER </a:t>
            </a:r>
          </a:p>
          <a:p>
            <a:pPr>
              <a:spcBef>
                <a:spcPct val="0"/>
              </a:spcBef>
            </a:pPr>
            <a:r>
              <a:rPr lang="fr-FR" smtClean="0"/>
              <a:t>5-  MAIS IL M'A DÉLICATEMENT CHUCHOTÉ</a:t>
            </a:r>
          </a:p>
          <a:p>
            <a:pPr>
              <a:spcBef>
                <a:spcPct val="0"/>
              </a:spcBef>
            </a:pPr>
            <a:r>
              <a:rPr lang="fr-FR" smtClean="0"/>
              <a:t>6-  LE MONDE T'AS REJETÉE MAIS MOI JE T'AI TOUJOURS AIMÉE X 2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refrain</a:t>
            </a:r>
          </a:p>
          <a:p>
            <a:pPr>
              <a:spcBef>
                <a:spcPct val="0"/>
              </a:spcBef>
            </a:pPr>
            <a:r>
              <a:rPr lang="fr-FR" smtClean="0"/>
              <a:t>	7-  JE N'OUBLIERAI PAS  IL L'A FAIT POUR MOI</a:t>
            </a:r>
          </a:p>
          <a:p>
            <a:pPr>
              <a:spcBef>
                <a:spcPct val="0"/>
              </a:spcBef>
            </a:pPr>
            <a:r>
              <a:rPr lang="fr-FR" smtClean="0"/>
              <a:t>	8-  JE N'OUBLIERAI PAS JE NE LE MÉRITAIS PAS X 2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	9-  SON NOM EST GRAVÉ, SOUVIENS-TOI IL L'A AUSSI FAIT POUR TOI</a:t>
            </a:r>
          </a:p>
          <a:p>
            <a:pPr>
              <a:spcBef>
                <a:spcPct val="0"/>
              </a:spcBef>
            </a:pPr>
            <a:r>
              <a:rPr lang="fr-FR" smtClean="0"/>
              <a:t> </a:t>
            </a:r>
          </a:p>
          <a:p>
            <a:pPr>
              <a:spcBef>
                <a:spcPct val="0"/>
              </a:spcBef>
            </a:pPr>
            <a:r>
              <a:rPr lang="fr-FR" smtClean="0"/>
              <a:t>Couplet ll :</a:t>
            </a:r>
          </a:p>
          <a:p>
            <a:pPr>
              <a:spcBef>
                <a:spcPct val="0"/>
              </a:spcBef>
            </a:pPr>
            <a:endParaRPr lang="fr-FR" smtClean="0"/>
          </a:p>
          <a:p>
            <a:pPr>
              <a:spcBef>
                <a:spcPct val="0"/>
              </a:spcBef>
            </a:pPr>
            <a:r>
              <a:rPr lang="fr-FR" smtClean="0"/>
              <a:t>10-  ABANDONNÉE , PIÉTINÉE LA VIE M'AVAIT BRISÉE </a:t>
            </a:r>
          </a:p>
          <a:p>
            <a:pPr>
              <a:spcBef>
                <a:spcPct val="0"/>
              </a:spcBef>
            </a:pPr>
            <a:r>
              <a:rPr lang="fr-FR" smtClean="0"/>
              <a:t>11-  PERSONNE N'AURAIT DONNÉS UN SOU POUR QUI J'ÉTAIS </a:t>
            </a:r>
          </a:p>
          <a:p>
            <a:pPr>
              <a:spcBef>
                <a:spcPct val="0"/>
              </a:spcBef>
            </a:pPr>
            <a:r>
              <a:rPr lang="fr-FR" smtClean="0"/>
              <a:t>12-  MAIS IL M'A APPELÉE PRÉDESTINÉE À RÉGNER </a:t>
            </a:r>
          </a:p>
          <a:p>
            <a:pPr>
              <a:spcBef>
                <a:spcPct val="0"/>
              </a:spcBef>
            </a:pPr>
            <a:r>
              <a:rPr lang="fr-FR" smtClean="0"/>
              <a:t>13-  SI CETTE HISTOIRE RESSEMBLE À LA TIENNE</a:t>
            </a:r>
          </a:p>
          <a:p>
            <a:pPr>
              <a:spcBef>
                <a:spcPct val="0"/>
              </a:spcBef>
            </a:pPr>
            <a:r>
              <a:rPr lang="fr-FR" smtClean="0"/>
              <a:t>14-  OOOH NE PERDS PAS ESPOIR </a:t>
            </a:r>
          </a:p>
          <a:p>
            <a:pPr>
              <a:spcBef>
                <a:spcPct val="0"/>
              </a:spcBef>
            </a:pPr>
            <a:r>
              <a:rPr lang="fr-FR" smtClean="0"/>
              <a:t>15-  NON NE PERDS PAS ESPOIR SI TU LE LAISSES FAIRE</a:t>
            </a:r>
          </a:p>
          <a:p>
            <a:pPr>
              <a:spcBef>
                <a:spcPct val="0"/>
              </a:spcBef>
            </a:pPr>
            <a:r>
              <a:rPr lang="fr-FR" smtClean="0"/>
              <a:t>16-  IL TE DONNERA LE MEILLEUR</a:t>
            </a:r>
          </a:p>
          <a:p>
            <a:pPr>
              <a:spcBef>
                <a:spcPct val="0"/>
              </a:spcBef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12813"/>
            <a:r>
              <a:rPr lang="fr-FR">
                <a:solidFill>
                  <a:srgbClr val="000000"/>
                </a:solidFill>
              </a:rPr>
              <a:t>Couplet l :</a:t>
            </a:r>
          </a:p>
          <a:p>
            <a:pPr defTabSz="912813"/>
            <a:endParaRPr lang="fr-FR">
              <a:solidFill>
                <a:srgbClr val="000000"/>
              </a:solidFill>
            </a:endParaRPr>
          </a:p>
          <a:p>
            <a:pPr defTabSz="912813"/>
            <a:r>
              <a:rPr lang="fr-FR">
                <a:solidFill>
                  <a:srgbClr val="000000"/>
                </a:solidFill>
              </a:rPr>
              <a:t>1-  J'AI SOUVENT ÉTÉ MISE DE CÔTÉ J'AI SOUVENT ÉTÉ OUBLIÉE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2-  J'AI SOUVENT DEMANDÉ POURQUOI J'ÉTAIS NÉE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3-  JE SUIS ARRIVÉE UN JOUR LA GÂCHETTE ÉTAIT TROP LOURDE 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4-  ET UN SOUFFLE ME TENAIT POUR ... J'AI FAILLI TOUT LAISSER TOMBER 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5-  MAIS IL M'A DÉLICATEMENT CHUCHOTÉ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6-  LE MONDE T'AS REJETÉE MAIS MOI JE T'AI TOUJOURS AIMÉE X 2</a:t>
            </a:r>
          </a:p>
          <a:p>
            <a:pPr defTabSz="912813"/>
            <a:endParaRPr lang="fr-FR">
              <a:solidFill>
                <a:srgbClr val="000000"/>
              </a:solidFill>
            </a:endParaRPr>
          </a:p>
          <a:p>
            <a:pPr defTabSz="912813"/>
            <a:r>
              <a:rPr lang="fr-FR">
                <a:solidFill>
                  <a:srgbClr val="000000"/>
                </a:solidFill>
              </a:rPr>
              <a:t>	refrain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	7-  JE N'OUBLIERAI PAS  IL L'A FAIT POUR MOI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	8-  JE N'OUBLIERAI PAS JE NE LE MÉRITAIS PAS X 2</a:t>
            </a:r>
          </a:p>
          <a:p>
            <a:pPr defTabSz="912813"/>
            <a:endParaRPr lang="fr-FR">
              <a:solidFill>
                <a:srgbClr val="000000"/>
              </a:solidFill>
            </a:endParaRPr>
          </a:p>
          <a:p>
            <a:pPr defTabSz="912813"/>
            <a:r>
              <a:rPr lang="fr-FR">
                <a:solidFill>
                  <a:srgbClr val="000000"/>
                </a:solidFill>
              </a:rPr>
              <a:t>	9-  SON NOM EST GRAVÉ, SOUVIENS-TOI IL L'A AUSSI FAIT POUR TOI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 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Couplet ll :</a:t>
            </a:r>
          </a:p>
          <a:p>
            <a:pPr defTabSz="912813"/>
            <a:endParaRPr lang="fr-FR">
              <a:solidFill>
                <a:srgbClr val="000000"/>
              </a:solidFill>
            </a:endParaRPr>
          </a:p>
          <a:p>
            <a:pPr defTabSz="912813"/>
            <a:r>
              <a:rPr lang="fr-FR">
                <a:solidFill>
                  <a:srgbClr val="000000"/>
                </a:solidFill>
              </a:rPr>
              <a:t>10-  ABANDONNÉE , PIÉTINÉE LA VIE M'AVAIT BRISÉE 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11-  PERSONNE N'AURAIT DONNÉS UN SOU POUR QUI J'ÉTAIS 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12-  MAIS IL M'A APPELÉE PRÉDESTINÉE À RÉGNER 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13-  SI CETTE HISTOIRE RESSEMBLE À LA TIENNE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14-  OOOH NE PERDS PAS ESPOIR 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15-  NON NE PERDS PAS ESPOIR SI TU LE LAISSES FAIRE</a:t>
            </a:r>
          </a:p>
          <a:p>
            <a:pPr defTabSz="912813"/>
            <a:r>
              <a:rPr lang="fr-FR">
                <a:solidFill>
                  <a:srgbClr val="000000"/>
                </a:solidFill>
              </a:rPr>
              <a:t>16-  IL TE DONNERA LE MEILLEUR</a:t>
            </a:r>
          </a:p>
          <a:p>
            <a:pPr defTabSz="912813"/>
            <a:endParaRPr lang="fr-FR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DB055C-6114-4690-BC05-5CFFD3CD82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EE0614-6BBF-409D-A728-D916DE9A1D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34499B-9A33-4868-80A5-052829BD4D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591156-08E6-4331-95A0-57261FC7AB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B57C95-2A4D-4BD4-A6C0-47CC831D06E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BF9364-284B-4E90-9173-ED085B1C8E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FB387C-D0D2-452E-A1CE-0397F2868A5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302971-8727-486A-9A12-AE8A804004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0FCBD3-FFAF-4758-A634-30D4599317B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387D5E-6CA5-4C9B-9745-CD4C548579F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DC0902-8CF8-4946-8E7A-6363002F8A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0DEBABD-80C2-4C01-869E-F3B9B18C93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568325" y="-100013"/>
            <a:ext cx="8023225" cy="2025651"/>
            <a:chOff x="-114" y="3249"/>
            <a:chExt cx="6078" cy="1071"/>
          </a:xfrm>
        </p:grpSpPr>
        <p:sp>
          <p:nvSpPr>
            <p:cNvPr id="205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5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LET THE GLORY OF THE LORD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RISE AMONG US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441325" y="-100013"/>
            <a:ext cx="8277225" cy="2025651"/>
            <a:chOff x="-114" y="3249"/>
            <a:chExt cx="6078" cy="1071"/>
          </a:xfrm>
        </p:grpSpPr>
        <p:sp>
          <p:nvSpPr>
            <p:cNvPr id="30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0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LET THE PRAISES OF THE KING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RISE AMONG US LET IT RISE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500063" y="-100013"/>
            <a:ext cx="8159750" cy="2025651"/>
            <a:chOff x="-114" y="3249"/>
            <a:chExt cx="6078" cy="1071"/>
          </a:xfrm>
        </p:grpSpPr>
        <p:sp>
          <p:nvSpPr>
            <p:cNvPr id="410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10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10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LET THE SONGS OF THE LORD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RISE AMONG 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850900" y="-100013"/>
            <a:ext cx="7458075" cy="2025651"/>
            <a:chOff x="-114" y="3249"/>
            <a:chExt cx="6078" cy="1071"/>
          </a:xfrm>
        </p:grpSpPr>
        <p:sp>
          <p:nvSpPr>
            <p:cNvPr id="512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12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12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LET THE JOY OF THE KING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RISE AMONG US LET IT RISE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2270125" y="-100013"/>
            <a:ext cx="4619625" cy="2025651"/>
            <a:chOff x="-114" y="3249"/>
            <a:chExt cx="6078" cy="1071"/>
          </a:xfrm>
        </p:grpSpPr>
        <p:sp>
          <p:nvSpPr>
            <p:cNvPr id="614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615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OHH, OHH OHH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LET  IT RISE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568325" y="-100013"/>
            <a:ext cx="8023225" cy="2025651"/>
            <a:chOff x="-114" y="3249"/>
            <a:chExt cx="6078" cy="1071"/>
          </a:xfrm>
        </p:grpSpPr>
        <p:sp>
          <p:nvSpPr>
            <p:cNvPr id="717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717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717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LET THE GLORY OF THE LORD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RISE AMONG US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441325" y="-100013"/>
            <a:ext cx="8277225" cy="2025651"/>
            <a:chOff x="-114" y="3249"/>
            <a:chExt cx="6078" cy="1071"/>
          </a:xfrm>
        </p:grpSpPr>
        <p:sp>
          <p:nvSpPr>
            <p:cNvPr id="819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820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0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819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LET THE PRAISES OF THE KING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RISE AMONG US LET IT RISE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-63500" y="-100013"/>
            <a:ext cx="9286875" cy="2025651"/>
            <a:chOff x="-114" y="3249"/>
            <a:chExt cx="6078" cy="1071"/>
          </a:xfrm>
        </p:grpSpPr>
        <p:sp>
          <p:nvSpPr>
            <p:cNvPr id="922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922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922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AND, LET THE SONGS OF THE LORD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RISE AMONG US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-63500" y="-100013"/>
            <a:ext cx="9286875" cy="2025651"/>
            <a:chOff x="-114" y="3249"/>
            <a:chExt cx="6078" cy="1071"/>
          </a:xfrm>
        </p:grpSpPr>
        <p:sp>
          <p:nvSpPr>
            <p:cNvPr id="1024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024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024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LET, LET THE SONGS OF THE LORD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RISE AMONG US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441325" y="-100013"/>
            <a:ext cx="8277225" cy="2025651"/>
            <a:chOff x="-114" y="3249"/>
            <a:chExt cx="6078" cy="1071"/>
          </a:xfrm>
        </p:grpSpPr>
        <p:sp>
          <p:nvSpPr>
            <p:cNvPr id="1126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127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126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AND, LET THE JOY OF THE KING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RISE AMONG US LET IT RISE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/>
          <p:cNvGrpSpPr>
            <a:grpSpLocks/>
          </p:cNvGrpSpPr>
          <p:nvPr/>
        </p:nvGrpSpPr>
        <p:grpSpPr bwMode="auto">
          <a:xfrm>
            <a:off x="2112963" y="-100013"/>
            <a:ext cx="4933950" cy="2025651"/>
            <a:chOff x="-114" y="3249"/>
            <a:chExt cx="6078" cy="1071"/>
          </a:xfrm>
        </p:grpSpPr>
        <p:sp>
          <p:nvSpPr>
            <p:cNvPr id="1229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229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229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OHH, OHH OHH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LET IT RISE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/>
          <p:cNvGrpSpPr>
            <a:grpSpLocks/>
          </p:cNvGrpSpPr>
          <p:nvPr/>
        </p:nvGrpSpPr>
        <p:grpSpPr bwMode="auto">
          <a:xfrm>
            <a:off x="441325" y="-100013"/>
            <a:ext cx="8277225" cy="2025651"/>
            <a:chOff x="-114" y="3249"/>
            <a:chExt cx="6078" cy="1071"/>
          </a:xfrm>
        </p:grpSpPr>
        <p:sp>
          <p:nvSpPr>
            <p:cNvPr id="1331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332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2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331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LET THE GLORY OF THE LORD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RISE AMONG US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/>
          <p:cNvGrpSpPr>
            <a:grpSpLocks/>
          </p:cNvGrpSpPr>
          <p:nvPr/>
        </p:nvGrpSpPr>
        <p:grpSpPr bwMode="auto">
          <a:xfrm>
            <a:off x="-242888" y="-100013"/>
            <a:ext cx="9601201" cy="2025651"/>
            <a:chOff x="-114" y="3249"/>
            <a:chExt cx="6078" cy="1071"/>
          </a:xfrm>
        </p:grpSpPr>
        <p:sp>
          <p:nvSpPr>
            <p:cNvPr id="1434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434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434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AND, LET THE PRAISES OF THE KING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RISE AMONG US LET IT RISE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/>
          <p:cNvGrpSpPr>
            <a:grpSpLocks/>
          </p:cNvGrpSpPr>
          <p:nvPr/>
        </p:nvGrpSpPr>
        <p:grpSpPr bwMode="auto">
          <a:xfrm>
            <a:off x="0" y="-100013"/>
            <a:ext cx="9159875" cy="2025651"/>
            <a:chOff x="-114" y="3249"/>
            <a:chExt cx="6078" cy="1071"/>
          </a:xfrm>
        </p:grpSpPr>
        <p:sp>
          <p:nvSpPr>
            <p:cNvPr id="1536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536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536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AND, LET THE SONGS OF THE LORD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RISE AMONG US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/>
          <p:cNvGrpSpPr>
            <a:grpSpLocks/>
          </p:cNvGrpSpPr>
          <p:nvPr/>
        </p:nvGrpSpPr>
        <p:grpSpPr bwMode="auto">
          <a:xfrm>
            <a:off x="441325" y="-100013"/>
            <a:ext cx="8277225" cy="2025651"/>
            <a:chOff x="-114" y="3249"/>
            <a:chExt cx="6078" cy="1071"/>
          </a:xfrm>
        </p:grpSpPr>
        <p:sp>
          <p:nvSpPr>
            <p:cNvPr id="1638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639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638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LET THE SONGS OF THE LORD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RISE AMONG US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2"/>
          <p:cNvGrpSpPr>
            <a:grpSpLocks/>
          </p:cNvGrpSpPr>
          <p:nvPr/>
        </p:nvGrpSpPr>
        <p:grpSpPr bwMode="auto">
          <a:xfrm>
            <a:off x="441325" y="-100013"/>
            <a:ext cx="8277225" cy="2025651"/>
            <a:chOff x="-114" y="3249"/>
            <a:chExt cx="6078" cy="1071"/>
          </a:xfrm>
        </p:grpSpPr>
        <p:sp>
          <p:nvSpPr>
            <p:cNvPr id="1741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741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741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AND, LET THE JOY OF THE KING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RISE AMONG US LET IT RISE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/>
          <p:cNvGrpSpPr>
            <a:grpSpLocks/>
          </p:cNvGrpSpPr>
          <p:nvPr/>
        </p:nvGrpSpPr>
        <p:grpSpPr bwMode="auto">
          <a:xfrm>
            <a:off x="2081213" y="-100013"/>
            <a:ext cx="4997450" cy="2025651"/>
            <a:chOff x="-114" y="3249"/>
            <a:chExt cx="6078" cy="1071"/>
          </a:xfrm>
        </p:grpSpPr>
        <p:sp>
          <p:nvSpPr>
            <p:cNvPr id="1843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844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4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843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OHH, OHH OHH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LET IT RISE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defTabSz="912813">
              <a:lnSpc>
                <a:spcPct val="90000"/>
              </a:lnSpc>
            </a:pPr>
            <a:endParaRPr lang="fr-FR" sz="4000">
              <a:solidFill>
                <a:srgbClr val="FFFFFF"/>
              </a:solidFill>
            </a:endParaRPr>
          </a:p>
        </p:txBody>
      </p:sp>
      <p:sp>
        <p:nvSpPr>
          <p:cNvPr id="6147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0"/>
            <a:ext cx="92583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defTabSz="912813"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ea typeface="ＭＳ Ｐゴシック" charset="-128"/>
              </a:rPr>
              <a:t>LET THE GLORY OF THE LORD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ea typeface="ＭＳ Ｐゴシック" charset="-128"/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ea typeface="ＭＳ Ｐゴシック" charset="-128"/>
              </a:rPr>
              <a:t>RISE AMONG US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ea typeface="ＭＳ Ｐゴシック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defTabSz="912813">
              <a:lnSpc>
                <a:spcPct val="90000"/>
              </a:lnSpc>
            </a:pPr>
            <a:endParaRPr lang="fr-FR" sz="4000">
              <a:solidFill>
                <a:srgbClr val="FFFFFF"/>
              </a:solidFill>
            </a:endParaRPr>
          </a:p>
        </p:txBody>
      </p:sp>
      <p:sp>
        <p:nvSpPr>
          <p:cNvPr id="6147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0"/>
            <a:ext cx="92583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defTabSz="912813"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ea typeface="ＭＳ Ｐゴシック" charset="-128"/>
              </a:rPr>
              <a:t>LET THE PRAISES OF THE KING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ea typeface="ＭＳ Ｐゴシック" charset="-128"/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ea typeface="ＭＳ Ｐゴシック" charset="-128"/>
              </a:rPr>
              <a:t>RISE AMONG US LET IT RISE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ea typeface="ＭＳ Ｐゴシック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defTabSz="912813">
              <a:lnSpc>
                <a:spcPct val="90000"/>
              </a:lnSpc>
            </a:pPr>
            <a:endParaRPr lang="fr-FR" sz="4000">
              <a:solidFill>
                <a:srgbClr val="FFFFFF"/>
              </a:solidFill>
            </a:endParaRPr>
          </a:p>
        </p:txBody>
      </p:sp>
      <p:sp>
        <p:nvSpPr>
          <p:cNvPr id="6147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0"/>
            <a:ext cx="92583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defTabSz="912813"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ea typeface="ＭＳ Ｐゴシック" charset="-128"/>
              </a:rPr>
              <a:t>LET THE PRAISES OF THE KING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ea typeface="ＭＳ Ｐゴシック" charset="-128"/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ea typeface="ＭＳ Ｐゴシック" charset="-128"/>
              </a:rPr>
              <a:t>RISE AMONG US LET IT RISE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ea typeface="ＭＳ Ｐゴシック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1027</TotalTime>
  <Words>510</Words>
  <Application>Microsoft Office PowerPoint</Application>
  <PresentationFormat>On-screen Show (4:3)</PresentationFormat>
  <Paragraphs>164</Paragraphs>
  <Slides>20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Franklin Gothic Medium</vt:lpstr>
      <vt:lpstr>Arial</vt:lpstr>
      <vt:lpstr>Calibri</vt:lpstr>
      <vt:lpstr>Default Design</vt:lpstr>
      <vt:lpstr>LET THE GLORY OF THE LORD RISE AMONG US</vt:lpstr>
      <vt:lpstr>LET THE PRAISES OF THE KING RISE AMONG US LET IT RISE</vt:lpstr>
      <vt:lpstr>LET THE SONGS OF THE LORD RISE AMONG US</vt:lpstr>
      <vt:lpstr>LET THE JOY OF THE KING RISE AMONG US LET IT RISE</vt:lpstr>
      <vt:lpstr>OHH, OHH OHH LET  IT RISE</vt:lpstr>
      <vt:lpstr>LET THE GLORY OF THE LORD RISE AMONG US</vt:lpstr>
      <vt:lpstr>LET THE PRAISES OF THE KING RISE AMONG US LET IT RISE</vt:lpstr>
      <vt:lpstr>AND, LET THE SONGS OF THE LORD RISE AMONG US</vt:lpstr>
      <vt:lpstr>LET, LET THE SONGS OF THE LORD RISE AMONG US</vt:lpstr>
      <vt:lpstr>AND, LET THE JOY OF THE KING RISE AMONG US LET IT RISE</vt:lpstr>
      <vt:lpstr>OHH, OHH OHH LET IT RISE</vt:lpstr>
      <vt:lpstr>LET THE GLORY OF THE LORD RISE AMONG US</vt:lpstr>
      <vt:lpstr>AND, LET THE PRAISES OF THE KING RISE AMONG US LET IT RISE</vt:lpstr>
      <vt:lpstr>AND, LET THE SONGS OF THE LORD RISE AMONG US</vt:lpstr>
      <vt:lpstr>LET THE SONGS OF THE LORD RISE AMONG US</vt:lpstr>
      <vt:lpstr>AND, LET THE JOY OF THE KING RISE AMONG US LET IT RISE</vt:lpstr>
      <vt:lpstr>OHH, OHH OHH LET IT RISE</vt:lpstr>
      <vt:lpstr>LET THE GLORY OF THE LORD RISE AMONG US</vt:lpstr>
      <vt:lpstr>LET THE PRAISES OF THE KING RISE AMONG US LET IT RISE</vt:lpstr>
      <vt:lpstr>LET THE PRAISES OF THE KING RISE AMONG US LET IT RISE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89</cp:revision>
  <dcterms:created xsi:type="dcterms:W3CDTF">2002-08-17T10:50:50Z</dcterms:created>
  <dcterms:modified xsi:type="dcterms:W3CDTF">2014-07-20T10:15:05Z</dcterms:modified>
</cp:coreProperties>
</file>