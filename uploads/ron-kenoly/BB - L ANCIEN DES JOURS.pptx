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4" r:id="rId2"/>
    <p:sldId id="285" r:id="rId3"/>
    <p:sldId id="286" r:id="rId4"/>
    <p:sldId id="287" r:id="rId5"/>
    <p:sldId id="288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266" r:id="rId14"/>
    <p:sldId id="271" r:id="rId15"/>
    <p:sldId id="272" r:id="rId16"/>
    <p:sldId id="273" r:id="rId17"/>
    <p:sldId id="274" r:id="rId18"/>
    <p:sldId id="276" r:id="rId19"/>
    <p:sldId id="277" r:id="rId20"/>
    <p:sldId id="278" r:id="rId21"/>
    <p:sldId id="279" r:id="rId22"/>
    <p:sldId id="280" r:id="rId23"/>
    <p:sldId id="281" r:id="rId24"/>
    <p:sldId id="283" r:id="rId25"/>
    <p:sldId id="282" r:id="rId26"/>
    <p:sldId id="296" r:id="rId27"/>
    <p:sldId id="297" r:id="rId28"/>
    <p:sldId id="298" r:id="rId29"/>
    <p:sldId id="299" r:id="rId30"/>
    <p:sldId id="300" r:id="rId31"/>
    <p:sldId id="301" r:id="rId32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374" y="-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1DBD24-7C0D-4B39-AC0E-291918AE811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8E1957-D124-446C-9208-AFCA9C22303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C35A38-21D4-4D27-9246-A5947C91421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1EC17B-1F47-47FB-A20F-F50E11621FB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D94C70-1704-4777-8DAF-94D33D39B36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271644-1BF7-4D2B-8325-A1B470AC6D3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9E667C-DDB6-4488-9C2D-D4B4698BAC1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7EA699-CBE3-4D06-81AC-389ABBC1C90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3BA9B8-CA9F-4A14-AC6F-169DCE07514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76A688-8CF6-49BA-BABE-527871A4723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C39C70-84E1-4986-9416-651B6704532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455E0B85-D205-4C51-8B1E-0133B894B60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pitchFamily="-107" charset="-128"/>
          <a:cs typeface="ＭＳ Ｐゴシック" pitchFamily="-107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pitchFamily="-107" charset="-128"/>
          <a:cs typeface="ＭＳ Ｐゴシック" pitchFamily="-107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pitchFamily="-107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pitchFamily="-107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pitchFamily="-107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7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627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fr-FR" sz="500" dirty="0">
              <a:solidFill>
                <a:schemeClr val="bg1"/>
              </a:solidFill>
              <a:latin typeface="Franklin Gothic Book" pitchFamily="-107" charset="0"/>
            </a:endParaRPr>
          </a:p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n-lt"/>
              </a:rPr>
              <a:t>BÉNÉDICTION, GLOIRE</a:t>
            </a:r>
          </a:p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n-lt"/>
              </a:rPr>
              <a:t>PUISSANCE ET HONNEUR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500">
              <a:solidFill>
                <a:schemeClr val="bg1"/>
              </a:solidFill>
              <a:latin typeface="Franklin Gothic Book" pitchFamily="-107" charset="0"/>
            </a:endParaRPr>
          </a:p>
          <a:p>
            <a:pPr algn="ctr">
              <a:lnSpc>
                <a:spcPct val="110000"/>
              </a:lnSpc>
            </a:pPr>
            <a:endParaRPr lang="fr-FR" sz="500">
              <a:solidFill>
                <a:schemeClr val="bg1"/>
              </a:solidFill>
              <a:latin typeface="Franklin Gothic Book" pitchFamily="-107" charset="0"/>
            </a:endParaRP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SOIENT À L’ANCIEN DES JOURS</a:t>
            </a: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DE TOUTES LES NATIONS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500">
              <a:solidFill>
                <a:schemeClr val="bg1"/>
              </a:solidFill>
              <a:latin typeface="Franklin Gothic Book" pitchFamily="-107" charset="0"/>
            </a:endParaRPr>
          </a:p>
          <a:p>
            <a:pPr algn="ctr">
              <a:lnSpc>
                <a:spcPct val="110000"/>
              </a:lnSpc>
            </a:pPr>
            <a:endParaRPr lang="fr-FR" sz="500">
              <a:solidFill>
                <a:schemeClr val="bg1"/>
              </a:solidFill>
              <a:latin typeface="Franklin Gothic Book" pitchFamily="-107" charset="0"/>
            </a:endParaRP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TOUTE CRÉATION S’INCLINE DEVANT L’ANCIEN DES JOURS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500">
              <a:solidFill>
                <a:schemeClr val="bg1"/>
              </a:solidFill>
              <a:latin typeface="Franklin Gothic Book" pitchFamily="-107" charset="0"/>
            </a:endParaRP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TOUTE LANGUE</a:t>
            </a: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AU CIEL ET SUR TERRE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500">
              <a:solidFill>
                <a:schemeClr val="bg1"/>
              </a:solidFill>
              <a:latin typeface="Franklin Gothic Book" pitchFamily="-107" charset="0"/>
            </a:endParaRP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DOIT DÉCLARER TA GLOIRE</a:t>
            </a: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A TES PIEDS CHACUN VA PLIER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500">
              <a:solidFill>
                <a:schemeClr val="bg1"/>
              </a:solidFill>
              <a:latin typeface="Franklin Gothic Book" pitchFamily="-107" charset="0"/>
            </a:endParaRP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ET T’ADORER</a:t>
            </a: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TU SERAS EXALTÉ, MON DIEU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19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500">
              <a:solidFill>
                <a:schemeClr val="bg1"/>
              </a:solidFill>
              <a:latin typeface="Franklin Gothic Book" pitchFamily="-107" charset="0"/>
            </a:endParaRP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ET TON ROYAUME SERA LÀ</a:t>
            </a: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POUR TOUJOURS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Ô ANCIEN DES JOURS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3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500">
              <a:solidFill>
                <a:schemeClr val="bg1"/>
              </a:solidFill>
              <a:latin typeface="Franklin Gothic Book" pitchFamily="-107" charset="0"/>
            </a:endParaRP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TON ROYAUME SUR TERRE</a:t>
            </a: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EST LÀ POUR TOUJOURS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67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500">
              <a:solidFill>
                <a:schemeClr val="bg1"/>
              </a:solidFill>
              <a:latin typeface="Franklin Gothic Book" pitchFamily="-107" charset="0"/>
            </a:endParaRP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CHANTEZ</a:t>
            </a: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POUR L’ANCIEN DES JOURS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291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500">
              <a:solidFill>
                <a:schemeClr val="bg1"/>
              </a:solidFill>
              <a:latin typeface="Franklin Gothic Book" pitchFamily="-107" charset="0"/>
            </a:endParaRP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NUL NE PEUT</a:t>
            </a: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SE COMPARER À JÉSUS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500">
              <a:solidFill>
                <a:schemeClr val="bg1"/>
              </a:solidFill>
              <a:latin typeface="Franklin Gothic Book" pitchFamily="-107" charset="0"/>
            </a:endParaRP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CHANTEZ</a:t>
            </a: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POUR L’ANCIEN DES JOURS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39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500">
              <a:solidFill>
                <a:schemeClr val="bg1"/>
              </a:solidFill>
              <a:latin typeface="Franklin Gothic Book" pitchFamily="-107" charset="0"/>
            </a:endParaRP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BLESSING AND HONOUR</a:t>
            </a: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GLORY AND POWER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63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500">
              <a:solidFill>
                <a:schemeClr val="bg1"/>
              </a:solidFill>
              <a:latin typeface="Franklin Gothic Book" pitchFamily="-107" charset="0"/>
            </a:endParaRP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BE UNTO THE ANCIENT OF DAYS</a:t>
            </a: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FROM EVERY NATION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387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500">
              <a:solidFill>
                <a:schemeClr val="bg1"/>
              </a:solidFill>
              <a:latin typeface="Franklin Gothic Book" pitchFamily="-107" charset="0"/>
            </a:endParaRP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ALL OF CREATION</a:t>
            </a: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BOW BEFORE THE ANCIENT OF DAYS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500">
              <a:solidFill>
                <a:schemeClr val="bg1"/>
              </a:solidFill>
              <a:latin typeface="Franklin Gothic Book" pitchFamily="-107" charset="0"/>
            </a:endParaRP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EVERY TONGUE</a:t>
            </a: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IN HEAVEN AND EARTH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3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500">
              <a:solidFill>
                <a:schemeClr val="bg1"/>
              </a:solidFill>
              <a:latin typeface="Franklin Gothic Book" pitchFamily="-107" charset="0"/>
            </a:endParaRP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SHALL DECLARE YOUR GLORY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459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500">
              <a:solidFill>
                <a:schemeClr val="bg1"/>
              </a:solidFill>
              <a:latin typeface="Franklin Gothic Book" pitchFamily="-107" charset="0"/>
            </a:endParaRP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EVERY KNEE SHALL</a:t>
            </a: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BOW AT YOUR THRONE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483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500">
              <a:solidFill>
                <a:schemeClr val="bg1"/>
              </a:solidFill>
              <a:latin typeface="Franklin Gothic Book" pitchFamily="-107" charset="0"/>
            </a:endParaRP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IN WORSHIP</a:t>
            </a: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YOU WILL BE EXHALTED OH GOD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507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500">
              <a:solidFill>
                <a:schemeClr val="bg1"/>
              </a:solidFill>
              <a:latin typeface="Franklin Gothic Book" pitchFamily="-107" charset="0"/>
            </a:endParaRP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AND YOUR KINGDOM</a:t>
            </a: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SHALL NOT PASS AWAY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531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OH ANCIENT OF DAYS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55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500">
              <a:solidFill>
                <a:schemeClr val="bg1"/>
              </a:solidFill>
              <a:latin typeface="Franklin Gothic Book" pitchFamily="-107" charset="0"/>
            </a:endParaRP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YOUR KINGDOM</a:t>
            </a: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SHALL REIGN OVER ALL THE EARTH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579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500">
              <a:solidFill>
                <a:schemeClr val="bg1"/>
              </a:solidFill>
              <a:latin typeface="Franklin Gothic Book" pitchFamily="-107" charset="0"/>
            </a:endParaRP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SING TO THE ANCIENT OF DAYS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603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500">
              <a:solidFill>
                <a:schemeClr val="bg1"/>
              </a:solidFill>
              <a:latin typeface="Franklin Gothic Book" pitchFamily="-107" charset="0"/>
            </a:endParaRPr>
          </a:p>
          <a:p>
            <a:pPr algn="ctr">
              <a:lnSpc>
                <a:spcPct val="110000"/>
              </a:lnSpc>
            </a:pPr>
            <a:endParaRPr lang="fr-FR" sz="40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NO ONE CAN COMPARE</a:t>
            </a: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TO YOUR MATCHLESS WORTH</a:t>
            </a: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627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500">
              <a:solidFill>
                <a:schemeClr val="bg1"/>
              </a:solidFill>
              <a:latin typeface="Franklin Gothic Book" pitchFamily="-107" charset="0"/>
            </a:endParaRP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SING UNTO THE ANCIENT OF DAYS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651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500">
              <a:solidFill>
                <a:schemeClr val="bg1"/>
              </a:solidFill>
              <a:latin typeface="Franklin Gothic Book" pitchFamily="-107" charset="0"/>
            </a:endParaRP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EVERY TONGUE</a:t>
            </a: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IN HEAVEN AND EARTH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67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500">
              <a:solidFill>
                <a:schemeClr val="bg1"/>
              </a:solidFill>
              <a:latin typeface="Franklin Gothic Book" pitchFamily="-107" charset="0"/>
            </a:endParaRP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SHALL DECLARE YOUR GLORY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699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500">
              <a:solidFill>
                <a:schemeClr val="bg1"/>
              </a:solidFill>
              <a:latin typeface="Franklin Gothic Book" pitchFamily="-107" charset="0"/>
            </a:endParaRP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EVERY KNEE SHALL</a:t>
            </a: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BOW AT YOUR THRONE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23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500">
              <a:solidFill>
                <a:schemeClr val="bg1"/>
              </a:solidFill>
              <a:latin typeface="Franklin Gothic Book" pitchFamily="-107" charset="0"/>
            </a:endParaRP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IN WORSHIP</a:t>
            </a: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YOU WILL BE EXHALTED OH GOD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747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500">
              <a:solidFill>
                <a:schemeClr val="bg1"/>
              </a:solidFill>
              <a:latin typeface="Franklin Gothic Book" pitchFamily="-107" charset="0"/>
            </a:endParaRP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AND YOUR KINGDOM</a:t>
            </a: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SHALL NOT PASS AWAY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771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OH ANCIENT OF DAYS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</TotalTime>
  <Words>208</Words>
  <Application>Microsoft PowerPoint</Application>
  <PresentationFormat>On-screen Show (4:3)</PresentationFormat>
  <Paragraphs>88</Paragraphs>
  <Slides>31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37" baseType="lpstr">
      <vt:lpstr>Franklin Gothic Medium</vt:lpstr>
      <vt:lpstr>ＭＳ Ｐゴシック</vt:lpstr>
      <vt:lpstr>Arial</vt:lpstr>
      <vt:lpstr>Calibri</vt:lpstr>
      <vt:lpstr>Franklin Gothic Book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  <vt:lpstr>Diapositive 27</vt:lpstr>
      <vt:lpstr>Diapositive 28</vt:lpstr>
      <vt:lpstr>Diapositive 29</vt:lpstr>
      <vt:lpstr>Diapositive 30</vt:lpstr>
      <vt:lpstr>Diapositive 31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Mireille</cp:lastModifiedBy>
  <cp:revision>64</cp:revision>
  <dcterms:created xsi:type="dcterms:W3CDTF">2010-11-01T19:18:25Z</dcterms:created>
  <dcterms:modified xsi:type="dcterms:W3CDTF">2010-11-07T15:46:55Z</dcterms:modified>
</cp:coreProperties>
</file>