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02" r:id="rId3"/>
    <p:sldId id="296" r:id="rId4"/>
    <p:sldId id="297" r:id="rId5"/>
    <p:sldId id="298" r:id="rId6"/>
    <p:sldId id="299" r:id="rId7"/>
    <p:sldId id="300" r:id="rId8"/>
    <p:sldId id="301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4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461A59-C80E-47EC-87FA-F1365A13FC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380963-5ACA-40A7-A1C5-CC107F067C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49444-91CD-4F28-B19F-DF853A1B3E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A1DD3-B12F-4915-9D77-FC9042A61F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AD0AF-98A4-445E-A51C-DF45923E26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408C7-B20A-452F-AA08-5806660AF9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54721-83F7-4E43-A1FC-24A81A55E0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B2ABE-936B-400A-8E46-B70DA813C5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1AD4F-F452-41A4-AEA1-41767F69DB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C2BC1-76EF-4F1D-8EF3-A27CD65BC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FF36C-4801-4755-A4A8-EAEF2AFD7A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98E8C55-F512-42A7-A28F-CA4CF01573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OUI, JE VIVRAI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TEL UN ENFANT RACHETÉ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REMPLI DE JOIE, TOUT A ÉTÉ PAYÉ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RÉCONCILIÉ, UNI AVEC LE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ENFANT DU ROI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MON ÂME EST DANS LA PAIX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INNOCENTÉ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PARDONNERAI MON FRÈRE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DANS LA LOI DE L’AMOUR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MARCHERAI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OUI, JE VIVRAI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TEL UN ENFANT PARDONNÉ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J’AIMERAI, MOI, QUI FUT TANT AIMÉ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LORSQUE LA CRAINTE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DIVISERA LES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FRANCHIRAI CE MUR D’INIMITIÉ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QUAND VIENDRONT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LES TEMPÊTES ET LES PLEURS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RESTERAI FIDÈLE ET DÉVOUÉ</a:t>
            </a:r>
            <a:r>
              <a:rPr lang="en-US" sz="4000">
                <a:solidFill>
                  <a:schemeClr val="bg1"/>
                </a:solidFill>
              </a:rPr>
              <a:t> 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QUE TA PUISSANCE ET GLOIRE BRILLENT À TRAVERS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TON RÈGNE VIENNE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SUR MA VIE ET EN MOI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 </a:t>
            </a:r>
            <a:r>
              <a:rPr lang="fr-FR" sz="4000">
                <a:solidFill>
                  <a:schemeClr val="bg1"/>
                </a:solidFill>
              </a:rPr>
              <a:t>TON NOM TRÈS SAINT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JE LOUERAI AVEC HONNEUR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CAR TON ROYAUME HABITE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DANS MON CŒUR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LE PAIN DE VIE SERA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MON CHANT, MON BONHEUR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SERS-TOI DE MOI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MON MERVEILLEUX SEIGNEUR 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134</Words>
  <Application>Microsoft Office PowerPoint</Application>
  <PresentationFormat>On-screen Show (4:3)</PresentationFormat>
  <Paragraphs>63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75</cp:revision>
  <dcterms:created xsi:type="dcterms:W3CDTF">2010-10-18T20:00:07Z</dcterms:created>
  <dcterms:modified xsi:type="dcterms:W3CDTF">2010-11-05T15:41:44Z</dcterms:modified>
</cp:coreProperties>
</file>