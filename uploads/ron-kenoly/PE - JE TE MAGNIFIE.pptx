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2" d="100"/>
          <a:sy n="32" d="100"/>
        </p:scale>
        <p:origin x="-96" y="-3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C62D73-38BC-4CDA-B3E6-FCF0DA7324C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D84973-BB64-4502-A870-C50E5AFE82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C1C29D-16E1-48D9-832B-E222745D24C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836977-7568-4FE2-8788-EB8EC5DBDD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FF1A68-24BD-48A6-950D-8CD0051954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F53E6-63A3-4C4B-8C8A-517846172A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761ABB-F0A2-4D13-96BB-9735775219D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D246E9-1E18-4C82-BBC6-D095144FE0E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2F1A58-B2F3-430E-A7B7-8B5AB07E94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31BAB5-7524-446B-869D-9A56A14405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921A5B-5F6B-4539-A3ED-25F2C434F72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F574421-987F-4824-AF8C-514C0816285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SOIS GLORIFIÉ ET MAGNIFIÉ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MON SEIGNEUR, JE TE LOUE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(MES LOUANGES SONT À TOI)</a:t>
            </a: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SOIS GLORIFIÉ ET MAGNIFIÉ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MON SEIGNEUR, JE TE LOUE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(MES LOUANGES SONT À TOI)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LÀ, JE ME TIENS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DANS TA PRÉSENCE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HUMBLEMENT, JE SUIS PROSTERNÉ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MES MAINS LEVÉES VERS TOI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EN RÉVÉRENCE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TOI SEUL, J’ADORERAI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1438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LORD I MAGNIFY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GLORIFY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GIVE MY PRAISE TO YOU</a:t>
            </a: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LORD I MAGNIFY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GLORIFY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GIVE MY PRAISE TO YOU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STAND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IN AWE OF YOUR PRESENCE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HUMBLY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BOW BEFORE YOUR THRONE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LIFT MY HANDS TO YOU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IN REVERENCE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TO WORSHIP YOU, LORD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YOU ALONE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YES, LORD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821</TotalTime>
  <Words>111</Words>
  <Application>Microsoft Office PowerPoint</Application>
  <PresentationFormat>On-screen Show (4:3)</PresentationFormat>
  <Paragraphs>30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1" baseType="lpstr">
      <vt:lpstr>Franklin Gothic Medium</vt:lpstr>
      <vt:lpstr>ＭＳ Ｐゴシック</vt:lpstr>
      <vt:lpstr>Arial</vt:lpstr>
      <vt:lpstr>Calibri</vt:lpstr>
      <vt:lpstr>Arial Black</vt:lpstr>
      <vt:lpstr>Arial Narrow</vt:lpstr>
      <vt:lpstr>Default Design</vt:lpstr>
      <vt:lpstr>Diapositive 1</vt:lpstr>
      <vt:lpstr>Diapositive 2</vt:lpstr>
      <vt:lpstr>Diapositive 3</vt:lpstr>
      <vt:lpstr>Diapositive 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73</cp:revision>
  <dcterms:created xsi:type="dcterms:W3CDTF">2002-08-17T10:50:50Z</dcterms:created>
  <dcterms:modified xsi:type="dcterms:W3CDTF">2010-11-06T18:43:56Z</dcterms:modified>
</cp:coreProperties>
</file>