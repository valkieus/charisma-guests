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8" r:id="rId7"/>
    <p:sldId id="275" r:id="rId8"/>
    <p:sldId id="276" r:id="rId9"/>
    <p:sldId id="277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4" autoAdjust="0"/>
    <p:restoredTop sz="91136" autoAdjust="0"/>
  </p:normalViewPr>
  <p:slideViewPr>
    <p:cSldViewPr>
      <p:cViewPr>
        <p:scale>
          <a:sx n="75" d="100"/>
          <a:sy n="75" d="100"/>
        </p:scale>
        <p:origin x="1410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65A09F-2613-46CB-B607-9596B7E022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5FF9A4-4430-4077-AC0E-198821DE58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6BA9C0-CF13-461A-9501-0054D4CFDF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3908D-0285-4350-A88B-3B11626A46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D3BE1D-227B-48B9-9CD1-73E28C6323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C7E35-A799-4D0A-9C99-20C7322306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83D383-35DA-4A4E-B3BC-AF992F7E1E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EC7C3F-C683-4DD0-B4AE-633487FDAE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D502A-45BD-4DE2-827D-15C437D8A8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A3B33-310C-4A35-A57B-57EBBC7D3B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232F2-0B00-4380-BC12-6A68A837F2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1B84820-5D27-4BB9-912D-216E64FF4F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31750" y="-100013"/>
            <a:ext cx="9096375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LORD,YOU ARE GOOD AND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YOUR MERCY ENDURETH FOREVER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409575" y="-100013"/>
            <a:ext cx="8340725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PEOPLE FROM EVERY NATION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AND TONGUE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252413" y="-100013"/>
            <a:ext cx="9664701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FROM GENERATION TO GENERATION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1828800" y="-100013"/>
            <a:ext cx="5502275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WE WORSHIP YOU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HALLELUJAH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-536575" y="-100013"/>
            <a:ext cx="10233025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WE WORSHIP YOU FOR WHO YOU ARE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1908175" y="-100013"/>
            <a:ext cx="5343525" cy="2025651"/>
            <a:chOff x="-114" y="3249"/>
            <a:chExt cx="6078" cy="1071"/>
          </a:xfrm>
        </p:grpSpPr>
        <p:sp>
          <p:nvSpPr>
            <p:cNvPr id="2150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0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0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151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1513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WE WORSHIP YOU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HALLELUJAH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568325" y="-100013"/>
            <a:ext cx="8023225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WE WORSHIP YOU FOR WHO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YOU ARE AND YOU ARE GOOD 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441325" y="-100013"/>
            <a:ext cx="8277225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BRIDGE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YOU ARE GOOD ALL THE TIME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-252413" y="-100013"/>
            <a:ext cx="9664701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AND ALL THE TIME YOU ARE GOOD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</TotalTime>
  <Words>58</Words>
  <Application>Microsoft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Franklin Gothic Medium</vt:lpstr>
      <vt:lpstr>Arial</vt:lpstr>
      <vt:lpstr>Calibri</vt:lpstr>
      <vt:lpstr>Default Design</vt:lpstr>
      <vt:lpstr>LORD,YOU ARE GOOD AND YOUR MERCY ENDURETH FOREVER</vt:lpstr>
      <vt:lpstr>PEOPLE FROM EVERY NATION AND TONGUE</vt:lpstr>
      <vt:lpstr>FROM GENERATION TO GENERATION</vt:lpstr>
      <vt:lpstr>WE WORSHIP YOU HALLELUJAH</vt:lpstr>
      <vt:lpstr>WE WORSHIP YOU FOR WHO YOU ARE</vt:lpstr>
      <vt:lpstr>WE WORSHIP YOU HALLELUJAH</vt:lpstr>
      <vt:lpstr>WE WORSHIP YOU FOR WHO YOU ARE AND YOU ARE GOOD </vt:lpstr>
      <vt:lpstr>BRIDGE YOU ARE GOOD ALL THE TIME</vt:lpstr>
      <vt:lpstr>AND ALL THE TIME YOU ARE GOOD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70</cp:revision>
  <dcterms:created xsi:type="dcterms:W3CDTF">2002-08-17T10:50:50Z</dcterms:created>
  <dcterms:modified xsi:type="dcterms:W3CDTF">2010-12-31T19:35:08Z</dcterms:modified>
</cp:coreProperties>
</file>