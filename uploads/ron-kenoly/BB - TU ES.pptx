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9" r:id="rId2"/>
    <p:sldId id="268" r:id="rId3"/>
    <p:sldId id="280" r:id="rId4"/>
    <p:sldId id="278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69" r:id="rId15"/>
    <p:sldId id="291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58" r:id="rId25"/>
    <p:sldId id="259" r:id="rId26"/>
    <p:sldId id="260" r:id="rId27"/>
    <p:sldId id="261" r:id="rId2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19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B5F8D6-088C-4FD1-B35D-1D682C42A5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4E2D1B-772B-40CA-A832-9C7BCED3275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7DFEB-FC38-4C17-BB76-8A93593A490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87E4DC-ED12-4E97-BCBE-E391C76DBF4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FC10EB-677B-44B8-82CC-405CB353F8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60A19C-1D9D-4B8A-BEE7-20B814BC69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101A15-C1CE-4229-ADB6-B105ACC75C6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D77670-A5FE-47F9-8B0D-E11C1390229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F780FD-78A3-4614-B908-DFA9E1F12CD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512E9-5924-4D47-8BFD-82D069B179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D574DA-B412-4677-9661-5501522EC5D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0B4EC9E0-E7EA-42F8-9DE6-2D46176BFB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  <a:ea typeface="ＭＳ Ｐゴシック" pitchFamily="-107" charset="-128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TU ES L’AMOUR DE MA VIE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TU ES L’ESPOIR DE MES NUITS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  <a:ea typeface="ＭＳ Ｐゴシック" pitchFamily="-107" charset="-128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RIEN AU MONDE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NE COMPTE PLUS QUE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fr-FR" sz="500" dirty="0">
              <a:solidFill>
                <a:schemeClr val="bg1"/>
              </a:solidFill>
              <a:latin typeface="+mj-lt"/>
              <a:ea typeface="ＭＳ Ｐゴシック" pitchFamily="-107" charset="-128"/>
            </a:endParaRP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TU ES PLUS PRÉCIEUX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QUE L’OR OU L’ARGENT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TU ES PLUS PRÉCIEUX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QUE TOUS LES DIAMANTS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TU ES, TU ES PLUS QUE TOUT POUR MOI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JE NE POURRAIS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ME TROUVER LOIN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MA VIE NE SERAIT RIEN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JE NE POURRAIS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VIVRE UN JOUR LOIN DE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JE N’AI PAS LA FORCE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DE RESPIRER SANS TOI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TANT QUE LE MONDE</a:t>
            </a:r>
          </a:p>
          <a:p>
            <a:pPr algn="ctr">
              <a:lnSpc>
                <a:spcPct val="110000"/>
              </a:lnSpc>
              <a:defRPr/>
            </a:pPr>
            <a:r>
              <a:rPr lang="fr-FR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CONTINUE DE TOURNER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29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TANT QUE JE VERRAIS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LES ÉTOILES BRILLER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TANT QUE LE SOLEIL VIENDRA M’ÉCLAIRER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IL N’Y A QUE TOI DANS MA VIE</a:t>
            </a:r>
          </a:p>
          <a:p>
            <a:pPr algn="ctr">
              <a:lnSpc>
                <a:spcPct val="110000"/>
              </a:lnSpc>
            </a:pPr>
            <a:r>
              <a:rPr lang="fr-FR" sz="4000">
                <a:solidFill>
                  <a:schemeClr val="bg1"/>
                </a:solidFill>
              </a:rPr>
              <a:t>POUR TOUJOURS, JE CHANTERAI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  <a:ea typeface="ＭＳ Ｐゴシック" pitchFamily="-107" charset="-128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YOU ARE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THE LOVE OF MY LIFE</a:t>
            </a:r>
            <a:endParaRPr lang="fr-FR" sz="4000" dirty="0">
              <a:solidFill>
                <a:schemeClr val="bg1"/>
              </a:solidFill>
              <a:latin typeface="+mj-lt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  <a:ea typeface="ＭＳ Ｐゴシック" pitchFamily="-107" charset="-128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YOU ARE 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THE HOPE THAT I CLING TO</a:t>
            </a:r>
            <a:endParaRPr lang="fr-FR" sz="4000" dirty="0">
              <a:solidFill>
                <a:schemeClr val="bg1"/>
              </a:solidFill>
              <a:latin typeface="+mj-lt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n-lt"/>
              <a:ea typeface="ＭＳ Ｐゴシック" pitchFamily="-107" charset="-128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YOU MEAN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MORE THAN THIS WORLD TO ME</a:t>
            </a:r>
            <a:endParaRPr lang="fr-FR" sz="4000" dirty="0">
              <a:solidFill>
                <a:schemeClr val="bg1"/>
              </a:solidFill>
              <a:latin typeface="+mn-lt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n-lt"/>
              <a:ea typeface="ＭＳ Ｐゴシック" pitchFamily="-107" charset="-128"/>
            </a:endParaRPr>
          </a:p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n-lt"/>
              <a:ea typeface="ＭＳ Ｐゴシック" pitchFamily="-107" charset="-128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I WOULDN’T TRADE YOU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FOR SILVER OR GOLD</a:t>
            </a:r>
            <a:endParaRPr lang="fr-FR" sz="4000" dirty="0">
              <a:solidFill>
                <a:schemeClr val="bg1"/>
              </a:solidFill>
              <a:latin typeface="+mn-lt"/>
              <a:ea typeface="ＭＳ Ｐゴシック" pitchFamily="-107" charset="-12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945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WOULDN’T TRADE YOU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FOR RICHES UNTOLD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83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YOU ARE 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YOU ARE MY EVERYTHING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7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WOULDN’T TAKE ONE STEP</a:t>
            </a: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WITHOUT YOU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1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COULD NEVER GO ON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55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COULDN’T LIVE ONE DAY WITHOUT YOU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4579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</a:pPr>
            <a:endParaRPr lang="en-US" sz="500">
              <a:solidFill>
                <a:schemeClr val="bg1"/>
              </a:solidFill>
            </a:endParaRPr>
          </a:p>
          <a:p>
            <a:pPr algn="ctr">
              <a:lnSpc>
                <a:spcPct val="110000"/>
              </a:lnSpc>
            </a:pPr>
            <a:r>
              <a:rPr lang="en-US" sz="4000">
                <a:solidFill>
                  <a:schemeClr val="bg1"/>
                </a:solidFill>
              </a:rPr>
              <a:t>I DON’T HAVE THE STRENGTH</a:t>
            </a:r>
            <a:br>
              <a:rPr lang="en-US" sz="4000">
                <a:solidFill>
                  <a:schemeClr val="bg1"/>
                </a:solidFill>
              </a:rPr>
            </a:br>
            <a:r>
              <a:rPr lang="en-US" sz="4000">
                <a:solidFill>
                  <a:schemeClr val="bg1"/>
                </a:solidFill>
              </a:rPr>
              <a:t>TO MAKE IT ON MY OWN</a:t>
            </a:r>
            <a:endParaRPr lang="fr-FR" sz="4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n-lt"/>
                <a:ea typeface="ＭＳ Ｐゴシック" pitchFamily="-107" charset="-128"/>
              </a:rPr>
              <a:t>UNTIL THE WORLD STOPS TURNING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6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  <a:ea typeface="ＭＳ Ｐゴシック" pitchFamily="-107" charset="-128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UNTIL THE STARS FADE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FROM THE SKY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UNTIL THE SUN STOPS STRIVING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Image 10" descr="Composition 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0" y="0"/>
            <a:ext cx="9177338" cy="1258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110000"/>
              </a:lnSpc>
              <a:defRPr/>
            </a:pPr>
            <a:endParaRPr lang="en-US" sz="500" dirty="0">
              <a:solidFill>
                <a:schemeClr val="bg1"/>
              </a:solidFill>
              <a:latin typeface="+mj-lt"/>
              <a:ea typeface="ＭＳ Ｐゴシック" pitchFamily="-107" charset="-128"/>
            </a:endParaRP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I NEED YOU IN MY LIFE</a:t>
            </a:r>
          </a:p>
          <a:p>
            <a:pPr algn="ctr">
              <a:lnSpc>
                <a:spcPct val="110000"/>
              </a:lnSpc>
              <a:defRPr/>
            </a:pPr>
            <a:r>
              <a:rPr lang="en-US" sz="4000" dirty="0">
                <a:solidFill>
                  <a:schemeClr val="bg1"/>
                </a:solidFill>
                <a:latin typeface="+mj-lt"/>
                <a:ea typeface="ＭＳ Ｐゴシック" pitchFamily="-107" charset="-128"/>
              </a:rPr>
              <a:t>AND HERE’S THE REASON WHY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206</Words>
  <Application>Microsoft Office PowerPoint</Application>
  <PresentationFormat>On-screen Show (4:3)</PresentationFormat>
  <Paragraphs>62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2" baseType="lpstr">
      <vt:lpstr>Franklin Gothic Medium</vt:lpstr>
      <vt:lpstr>ＭＳ Ｐゴシック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Mireille</cp:lastModifiedBy>
  <cp:revision>67</cp:revision>
  <dcterms:created xsi:type="dcterms:W3CDTF">2010-10-18T20:00:07Z</dcterms:created>
  <dcterms:modified xsi:type="dcterms:W3CDTF">2010-11-07T15:25:24Z</dcterms:modified>
</cp:coreProperties>
</file>