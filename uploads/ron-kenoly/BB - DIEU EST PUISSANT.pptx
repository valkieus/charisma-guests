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89" r:id="rId15"/>
    <p:sldId id="290" r:id="rId16"/>
    <p:sldId id="281" r:id="rId17"/>
    <p:sldId id="282" r:id="rId18"/>
    <p:sldId id="283" r:id="rId19"/>
    <p:sldId id="284" r:id="rId20"/>
    <p:sldId id="273" r:id="rId21"/>
    <p:sldId id="274" r:id="rId22"/>
    <p:sldId id="275" r:id="rId23"/>
    <p:sldId id="278" r:id="rId24"/>
    <p:sldId id="277" r:id="rId25"/>
    <p:sldId id="276" r:id="rId26"/>
    <p:sldId id="279" r:id="rId27"/>
    <p:sldId id="280" r:id="rId28"/>
    <p:sldId id="285" r:id="rId29"/>
    <p:sldId id="286" r:id="rId30"/>
    <p:sldId id="287" r:id="rId31"/>
    <p:sldId id="288" r:id="rId3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374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7B7492-58B7-4EB5-89F3-802431283F5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D0B60C-4524-4201-AD89-A869F0F443F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140682-9794-4B39-87A4-CD78FB010FC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8A655A-2C2C-43AD-B8E0-95C2B663D2A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904AC5-E68D-43E6-AC58-A2865AFF475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532FA2-31F6-4365-852C-C8398C6E2CD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A33872-4BD3-4BC2-BA52-20AF6712581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49B0E9-2A96-4379-92D9-9751531C2E3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BFBF1E-BADC-4921-8367-4879A299B07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A101A7-B416-47F0-B8D2-08DC145E738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15877C-D526-459A-B044-E643E5A7D1F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E6D6AB78-653C-41A5-9BDD-E9B75F7D000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500" dirty="0">
              <a:solidFill>
                <a:schemeClr val="bg1"/>
              </a:solidFill>
              <a:latin typeface="+mn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n-lt"/>
              </a:rPr>
              <a:t>DIEU EST PUISSANT</a:t>
            </a: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n-lt"/>
              </a:rPr>
              <a:t>DIEU EST PUISSANT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DIEU EST PUISSANT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 POUR FAIRE CE QU’IL A PROMIS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QUAND JE PENSE À DANIEL</a:t>
            </a: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DANS LA FOSSE AUX LIONS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C’ÉTAIT PAS ÉVIDENT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MAIS EN DIEU IL ÉTAIT CONFIANT</a:t>
            </a:r>
            <a:endParaRPr lang="en-US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SHADRAK, MESHAK ET ABED-NÉGO</a:t>
            </a: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QUAND LES FLAMMES MONTAIENT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C’EST EN DIEU QU’ILS SE SONT CONFIÉS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ET IL NE LES A PAS LAISSÉS TOMBER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QUAND JE PENSE À L’EXODE</a:t>
            </a: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DES ENFANTS D’ISRAËL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PHARAON LES POURSUIT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DIEU MONTRE SA FIDÉLITÉ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SI TU CROIS ÊTRE ÉPROUVÉ</a:t>
            </a: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</a:rPr>
              <a:t>PAR LE FEU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QUAND LES FLAMMES MONTENT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CONFIE-TOI SEULEMENT EN DIEU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IL NE TE LAISSERA JAMAIS TOMBER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GOD IS ABLE, GOD IS ABLE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GOD IS 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3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40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HE CAN DO WHAT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HE SAID HE WOULD DO</a:t>
            </a:r>
          </a:p>
          <a:p>
            <a:pPr algn="ctr">
              <a:lnSpc>
                <a:spcPct val="11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GOD IS ABLE, GOD IS ABLE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GOD IS 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8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40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HE CAN DO WHAT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HE SAID HE’LL DO</a:t>
            </a:r>
          </a:p>
          <a:p>
            <a:pPr algn="ctr">
              <a:lnSpc>
                <a:spcPct val="11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40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HE CAN LIFT YOU UP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WHEN TRIALS COME YOUR WAY</a:t>
            </a:r>
          </a:p>
          <a:p>
            <a:pPr algn="ctr">
              <a:lnSpc>
                <a:spcPct val="11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2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HE CAN GIVE YOU PEACE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DOWN IN YOUR SOUL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5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HE WILL ALWAYS DO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HE’LL BE THERE FOR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40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WILL YOU BELIVE HIM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RECEIVE HIM</a:t>
            </a:r>
          </a:p>
          <a:p>
            <a:pPr algn="ctr">
              <a:lnSpc>
                <a:spcPct val="11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8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I THINK ABOUT DANIEL 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IN THE LION’S DEN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40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DIDN’T LOOK TOO GOOD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BUT DANIEL PUT HIS TRUST IN HIM</a:t>
            </a:r>
          </a:p>
          <a:p>
            <a:pPr algn="ctr">
              <a:lnSpc>
                <a:spcPct val="11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5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SHADRACH, MESHACH AND ABEDNEGO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WHEN THE FLAMES GREW HOT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7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40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THEY JUST PUT THEIR TRUST IN GOD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AND HE WOULD NOT LET’EM GO</a:t>
            </a:r>
          </a:p>
          <a:p>
            <a:pPr algn="ctr">
              <a:lnSpc>
                <a:spcPct val="11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0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I THINK ABOUT ISRAEL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AND THE EXODUS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2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40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n-US" sz="40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PHARAOH SENT HIS MEN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BUT GOD SHOWED HIS FAITHFULNESS</a:t>
            </a:r>
          </a:p>
          <a:p>
            <a:pPr algn="ctr">
              <a:lnSpc>
                <a:spcPct val="110000"/>
              </a:lnSpc>
            </a:pPr>
            <a:endParaRPr lang="en-US" sz="40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5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40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n-US" sz="40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IF YOU THINK YOU’RE IN A TRIAL BY FIRE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WHEN THE FLAMES GROW HOT</a:t>
            </a:r>
          </a:p>
          <a:p>
            <a:pPr algn="ctr">
              <a:lnSpc>
                <a:spcPct val="110000"/>
              </a:lnSpc>
            </a:pPr>
            <a:endParaRPr lang="en-US" sz="40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7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40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n-US" sz="40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YOU JUST PUT YOUR TRUST IN GOD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AND HE’LL NEVER LET YOU GO</a:t>
            </a:r>
          </a:p>
          <a:p>
            <a:pPr algn="ctr">
              <a:lnSpc>
                <a:spcPct val="110000"/>
              </a:lnSpc>
            </a:pPr>
            <a:endParaRPr lang="en-US" sz="40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69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40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HE CAN LIFT YOU UP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WHEN TRIALS COME YOUR WAY</a:t>
            </a:r>
          </a:p>
          <a:p>
            <a:pPr algn="ctr">
              <a:lnSpc>
                <a:spcPct val="11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2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HE CAN GIVE YOU PEACE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DOWN IN YOUR SOUL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4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HE WILL ALWAYS DO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HE’LL BE THERE FOR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77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40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WILL YOU BELIEVE HIM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WILL YOU BELIEVE HIM</a:t>
            </a:r>
          </a:p>
          <a:p>
            <a:pPr algn="ctr">
              <a:lnSpc>
                <a:spcPct val="11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</TotalTime>
  <Words>288</Words>
  <Application>Microsoft Office PowerPoint</Application>
  <PresentationFormat>On-screen Show (4:3)</PresentationFormat>
  <Paragraphs>107</Paragraphs>
  <Slides>31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6" baseType="lpstr">
      <vt:lpstr>Franklin Gothic Medium</vt:lpstr>
      <vt:lpstr>ＭＳ Ｐゴシック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Mireille</cp:lastModifiedBy>
  <cp:revision>63</cp:revision>
  <dcterms:created xsi:type="dcterms:W3CDTF">2010-10-18T20:00:07Z</dcterms:created>
  <dcterms:modified xsi:type="dcterms:W3CDTF">2010-11-07T15:12:12Z</dcterms:modified>
</cp:coreProperties>
</file>