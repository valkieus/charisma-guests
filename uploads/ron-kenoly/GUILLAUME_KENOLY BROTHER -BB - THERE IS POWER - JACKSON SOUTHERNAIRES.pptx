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4" r:id="rId2"/>
    <p:sldId id="435" r:id="rId3"/>
    <p:sldId id="436" r:id="rId4"/>
    <p:sldId id="437" r:id="rId5"/>
    <p:sldId id="438" r:id="rId6"/>
    <p:sldId id="426" r:id="rId7"/>
    <p:sldId id="439" r:id="rId8"/>
    <p:sldId id="440" r:id="rId9"/>
    <p:sldId id="441" r:id="rId10"/>
    <p:sldId id="442" r:id="rId11"/>
    <p:sldId id="443" r:id="rId12"/>
    <p:sldId id="445" r:id="rId13"/>
    <p:sldId id="444" r:id="rId14"/>
    <p:sldId id="446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93" autoAdjust="0"/>
    <p:restoredTop sz="90929"/>
  </p:normalViewPr>
  <p:slideViewPr>
    <p:cSldViewPr>
      <p:cViewPr>
        <p:scale>
          <a:sx n="32" d="100"/>
          <a:sy n="32" d="100"/>
        </p:scale>
        <p:origin x="-2406" y="-8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AD9E1A-6E0D-49DC-A404-8A5A1D0DA7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F97E0-7390-4BF3-BC8D-CF11BD9444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4A4A16-4238-4AB2-8F85-F7687766DA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ABC171-4F74-49BD-B830-9351D6F66F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61DC8F-B4A5-4621-B66A-F3D63C9B41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E51CC6-EBC8-4E07-BD41-9B1BF4AA4F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95249-417F-40A3-94A1-75BC43A786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3FB75-791A-4CBE-ABFB-034C352423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94D6A-C35B-4F4B-A9EB-BA36A51BCD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438CAF-0D05-4D2F-8883-6A64263882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4F831-EDB4-44CC-AF16-12CD75C78C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3897390-8FC5-4180-923C-8EE2EA07FC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6"/>
          <p:cNvGrpSpPr>
            <a:grpSpLocks/>
          </p:cNvGrpSpPr>
          <p:nvPr/>
        </p:nvGrpSpPr>
        <p:grpSpPr bwMode="auto">
          <a:xfrm>
            <a:off x="1416050" y="-201613"/>
            <a:ext cx="6311900" cy="1828801"/>
            <a:chOff x="-114" y="3249"/>
            <a:chExt cx="6078" cy="1071"/>
          </a:xfrm>
        </p:grpSpPr>
        <p:sp>
          <p:nvSpPr>
            <p:cNvPr id="205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POWER IN THE NAME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IN THE NAME OF JESUS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6"/>
          <p:cNvGrpSpPr>
            <a:grpSpLocks/>
          </p:cNvGrpSpPr>
          <p:nvPr/>
        </p:nvGrpSpPr>
        <p:grpSpPr bwMode="auto">
          <a:xfrm>
            <a:off x="1120775" y="-201613"/>
            <a:ext cx="6902450" cy="1828801"/>
            <a:chOff x="-114" y="3249"/>
            <a:chExt cx="6078" cy="1071"/>
          </a:xfrm>
        </p:grpSpPr>
        <p:sp>
          <p:nvSpPr>
            <p:cNvPr id="307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POWER SO MUCH POWER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POWER IN HIS 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6"/>
          <p:cNvGrpSpPr>
            <a:grpSpLocks/>
          </p:cNvGrpSpPr>
          <p:nvPr/>
        </p:nvGrpSpPr>
        <p:grpSpPr bwMode="auto">
          <a:xfrm>
            <a:off x="58738" y="-201613"/>
            <a:ext cx="9026525" cy="1828801"/>
            <a:chOff x="-114" y="3249"/>
            <a:chExt cx="6078" cy="1071"/>
          </a:xfrm>
        </p:grpSpPr>
        <p:sp>
          <p:nvSpPr>
            <p:cNvPr id="410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0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 MAN CAME TO JESUS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SAID LORD I WANT TO BE HEALED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16"/>
          <p:cNvGrpSpPr>
            <a:grpSpLocks/>
          </p:cNvGrpSpPr>
          <p:nvPr/>
        </p:nvGrpSpPr>
        <p:grpSpPr bwMode="auto">
          <a:xfrm>
            <a:off x="471488" y="-201613"/>
            <a:ext cx="8201025" cy="1828801"/>
            <a:chOff x="-114" y="3249"/>
            <a:chExt cx="6078" cy="1071"/>
          </a:xfrm>
        </p:grpSpPr>
        <p:sp>
          <p:nvSpPr>
            <p:cNvPr id="512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12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BODY ALL FILLED WITH SORES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LORD I WANT TO LIVE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16"/>
          <p:cNvGrpSpPr>
            <a:grpSpLocks/>
          </p:cNvGrpSpPr>
          <p:nvPr/>
        </p:nvGrpSpPr>
        <p:grpSpPr bwMode="auto">
          <a:xfrm>
            <a:off x="1739900" y="-201613"/>
            <a:ext cx="5664200" cy="1828801"/>
            <a:chOff x="-114" y="3249"/>
            <a:chExt cx="6078" cy="1071"/>
          </a:xfrm>
        </p:grpSpPr>
        <p:sp>
          <p:nvSpPr>
            <p:cNvPr id="614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5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JESUS REACHED OUT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TOUCHED HIM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2"/>
          <p:cNvGrpSpPr>
            <a:grpSpLocks/>
          </p:cNvGrpSpPr>
          <p:nvPr/>
        </p:nvGrpSpPr>
        <p:grpSpPr bwMode="auto">
          <a:xfrm>
            <a:off x="323850" y="44450"/>
            <a:ext cx="8496300" cy="1384300"/>
            <a:chOff x="-114" y="3249"/>
            <a:chExt cx="6078" cy="1071"/>
          </a:xfrm>
        </p:grpSpPr>
        <p:sp>
          <p:nvSpPr>
            <p:cNvPr id="7172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3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4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5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176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ALL HIS SORES WENT AWAY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Group 16"/>
          <p:cNvGrpSpPr>
            <a:grpSpLocks/>
          </p:cNvGrpSpPr>
          <p:nvPr/>
        </p:nvGrpSpPr>
        <p:grpSpPr bwMode="auto">
          <a:xfrm>
            <a:off x="1739900" y="-201613"/>
            <a:ext cx="5664200" cy="1828801"/>
            <a:chOff x="-114" y="3249"/>
            <a:chExt cx="6078" cy="1071"/>
          </a:xfrm>
        </p:grpSpPr>
        <p:sp>
          <p:nvSpPr>
            <p:cNvPr id="8196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7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8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199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8200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JUST LIKE HE HEALED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THAT MAN THAT DAY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-88900" y="44450"/>
            <a:ext cx="9321800" cy="1384300"/>
            <a:chOff x="-114" y="3249"/>
            <a:chExt cx="6078" cy="1071"/>
          </a:xfrm>
        </p:grpSpPr>
        <p:sp>
          <p:nvSpPr>
            <p:cNvPr id="9220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1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2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3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224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HE'LL TAKE YOUR SINS AWAY CAUSE</a:t>
            </a:r>
            <a:br>
              <a:rPr lang="en-US" sz="4000">
                <a:solidFill>
                  <a:schemeClr val="bg1"/>
                </a:solidFill>
              </a:rPr>
            </a:br>
            <a:endParaRPr lang="en-US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16"/>
          <p:cNvGrpSpPr>
            <a:grpSpLocks/>
          </p:cNvGrpSpPr>
          <p:nvPr/>
        </p:nvGrpSpPr>
        <p:grpSpPr bwMode="auto">
          <a:xfrm>
            <a:off x="-530225" y="-201613"/>
            <a:ext cx="10204450" cy="1828801"/>
            <a:chOff x="-114" y="3249"/>
            <a:chExt cx="6078" cy="1071"/>
          </a:xfrm>
        </p:grpSpPr>
        <p:sp>
          <p:nvSpPr>
            <p:cNvPr id="10244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5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6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7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0248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IF YOU REALLY KNOW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THE LORD HAS BROUGHT YOU THROUGH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16"/>
          <p:cNvGrpSpPr>
            <a:grpSpLocks/>
          </p:cNvGrpSpPr>
          <p:nvPr/>
        </p:nvGrpSpPr>
        <p:grpSpPr bwMode="auto">
          <a:xfrm>
            <a:off x="971550" y="-201613"/>
            <a:ext cx="7200900" cy="1828801"/>
            <a:chOff x="-114" y="3249"/>
            <a:chExt cx="6078" cy="1071"/>
          </a:xfrm>
        </p:grpSpPr>
        <p:sp>
          <p:nvSpPr>
            <p:cNvPr id="11268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69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0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1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1272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YOU SHOULD STAND 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SHOUT TO THE WORLD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16"/>
          <p:cNvGrpSpPr>
            <a:grpSpLocks/>
          </p:cNvGrpSpPr>
          <p:nvPr/>
        </p:nvGrpSpPr>
        <p:grpSpPr bwMode="auto">
          <a:xfrm>
            <a:off x="147638" y="-201613"/>
            <a:ext cx="8848725" cy="1828801"/>
            <a:chOff x="-114" y="3249"/>
            <a:chExt cx="6078" cy="1071"/>
          </a:xfrm>
        </p:grpSpPr>
        <p:sp>
          <p:nvSpPr>
            <p:cNvPr id="12292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3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4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5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2296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THAT I'M A WITNESS TOO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YOU OUGHT TO CLAP YOUR HANDS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4" name="Group 2"/>
          <p:cNvGrpSpPr>
            <a:grpSpLocks/>
          </p:cNvGrpSpPr>
          <p:nvPr/>
        </p:nvGrpSpPr>
        <p:grpSpPr bwMode="auto">
          <a:xfrm>
            <a:off x="0" y="44450"/>
            <a:ext cx="9144000" cy="1384300"/>
            <a:chOff x="-114" y="3249"/>
            <a:chExt cx="6078" cy="1071"/>
          </a:xfrm>
        </p:grpSpPr>
        <p:sp>
          <p:nvSpPr>
            <p:cNvPr id="13316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7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8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3320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AND TELL THEM I HAVE NO DOUBT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16"/>
          <p:cNvGrpSpPr>
            <a:grpSpLocks/>
          </p:cNvGrpSpPr>
          <p:nvPr/>
        </p:nvGrpSpPr>
        <p:grpSpPr bwMode="auto">
          <a:xfrm>
            <a:off x="708025" y="-201613"/>
            <a:ext cx="7727950" cy="1828801"/>
            <a:chOff x="-114" y="3249"/>
            <a:chExt cx="6078" cy="1071"/>
          </a:xfrm>
        </p:grpSpPr>
        <p:sp>
          <p:nvSpPr>
            <p:cNvPr id="14340" name="Rectangle 17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1" name="AutoShape 18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2" name="AutoShape 19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3" name="Oval 20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44" name="Oval 21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169863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THROUGH ALL MY TROUBLES</a:t>
            </a:r>
          </a:p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 AND TRIALS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>
            <a:grpSpLocks/>
          </p:cNvGrpSpPr>
          <p:nvPr/>
        </p:nvGrpSpPr>
        <p:grpSpPr bwMode="auto">
          <a:xfrm>
            <a:off x="354013" y="44450"/>
            <a:ext cx="8435975" cy="1384300"/>
            <a:chOff x="-114" y="3249"/>
            <a:chExt cx="6078" cy="1071"/>
          </a:xfrm>
        </p:grpSpPr>
        <p:sp>
          <p:nvSpPr>
            <p:cNvPr id="15364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5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6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7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5368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428625"/>
            <a:ext cx="9177338" cy="68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en-US" sz="4000">
                <a:solidFill>
                  <a:schemeClr val="bg1"/>
                </a:solidFill>
              </a:rPr>
              <a:t>IT WAS JESUS BROUGHT ME OUT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81</Words>
  <Application>Microsoft Office PowerPoint</Application>
  <PresentationFormat>On-screen Show (4:3)</PresentationFormat>
  <Paragraphs>18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110</cp:revision>
  <dcterms:created xsi:type="dcterms:W3CDTF">2002-08-17T10:50:50Z</dcterms:created>
  <dcterms:modified xsi:type="dcterms:W3CDTF">2010-12-31T16:56:12Z</dcterms:modified>
</cp:coreProperties>
</file>