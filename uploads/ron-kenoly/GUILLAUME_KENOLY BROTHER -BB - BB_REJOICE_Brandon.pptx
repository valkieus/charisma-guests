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4" autoAdjust="0"/>
    <p:restoredTop sz="91136" autoAdjust="0"/>
  </p:normalViewPr>
  <p:slideViewPr>
    <p:cSldViewPr>
      <p:cViewPr>
        <p:scale>
          <a:sx n="30" d="100"/>
          <a:sy n="30" d="100"/>
        </p:scale>
        <p:origin x="-156" y="-6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93654D-C4C2-4BFE-BAEC-739AAFF8E9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134831-48FE-4DE1-BE0F-2FAA32A63B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182420-90F9-4CB9-B3EE-DD6CA9B89A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9F720-0074-4209-A539-15798B20F3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384EE1-0E9E-42EF-B5C8-88011E4C26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5E818F-DEE9-47CD-BF70-805523E57D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E16AB7-0CED-4686-857B-E592478195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C57C73-6249-4C0E-BC3C-E772179963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BE5FE5-50B5-40A4-AAC2-A58EB529BB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010EB2-FA80-4590-9BAF-287C86200B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B4C7F9-1C66-4F79-BF8C-838365680B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DA6C535-97B7-4490-81E2-7E91AB70AE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419225" y="-100013"/>
            <a:ext cx="6321425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THIS IS THE DAY THAT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THE LORD HAS MADE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-63500" y="-100013"/>
            <a:ext cx="9286875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I WILL REJOICE AND BE GLAD IN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757238" y="-100013"/>
            <a:ext cx="7645400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REJOICE, REJOICE, REJOICE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1419225" y="-100013"/>
            <a:ext cx="6367463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THIS IS THE DAY THAT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THE LORD HAS MADE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0" y="-100013"/>
            <a:ext cx="9159875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I WILL REJOICE AND BE GLAD IN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850900" y="-100013"/>
            <a:ext cx="7458075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REJOICE, REJOICE, REJOICE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</TotalTime>
  <Words>36</Words>
  <Application>Microsoft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Franklin Gothic Medium</vt:lpstr>
      <vt:lpstr>Arial</vt:lpstr>
      <vt:lpstr>Calibri</vt:lpstr>
      <vt:lpstr>Default Design</vt:lpstr>
      <vt:lpstr>THIS IS THE DAY THAT THE LORD HAS MADE</vt:lpstr>
      <vt:lpstr>I WILL REJOICE AND BE GLAD IN IT</vt:lpstr>
      <vt:lpstr>REJOICE, REJOICE, REJOICE</vt:lpstr>
      <vt:lpstr>THIS IS THE DAY THAT THE LORD HAS MADE</vt:lpstr>
      <vt:lpstr>I WILL REJOICE AND BE GLAD IN IT</vt:lpstr>
      <vt:lpstr>REJOICE, REJOICE, REJOICE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louanges</cp:lastModifiedBy>
  <cp:revision>71</cp:revision>
  <dcterms:created xsi:type="dcterms:W3CDTF">2002-08-17T10:50:50Z</dcterms:created>
  <dcterms:modified xsi:type="dcterms:W3CDTF">2010-12-31T18:25:38Z</dcterms:modified>
</cp:coreProperties>
</file>