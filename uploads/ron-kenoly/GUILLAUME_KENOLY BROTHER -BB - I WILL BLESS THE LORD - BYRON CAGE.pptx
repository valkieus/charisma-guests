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28" r:id="rId2"/>
    <p:sldId id="429" r:id="rId3"/>
    <p:sldId id="430" r:id="rId4"/>
    <p:sldId id="431" r:id="rId5"/>
    <p:sldId id="432" r:id="rId6"/>
    <p:sldId id="426" r:id="rId7"/>
    <p:sldId id="433" r:id="rId8"/>
    <p:sldId id="434" r:id="rId9"/>
    <p:sldId id="435" r:id="rId10"/>
    <p:sldId id="436" r:id="rId11"/>
    <p:sldId id="437" r:id="rId1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93" autoAdjust="0"/>
    <p:restoredTop sz="90929"/>
  </p:normalViewPr>
  <p:slideViewPr>
    <p:cSldViewPr>
      <p:cViewPr>
        <p:scale>
          <a:sx n="32" d="100"/>
          <a:sy n="32" d="100"/>
        </p:scale>
        <p:origin x="-2406" y="-8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6C22C0-1A3C-42B7-AEDA-F11F3F1D5A4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F843B7-9A2C-4214-AEC9-F6899DBA8A2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97E067-5EC4-4395-B6EC-61BD62C3A0B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7D0EE5-2DAA-4769-9917-EE74A8590F3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560009-B988-4F3B-888B-5F22D5B5F2A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8344FA-C037-4840-B850-611E20D4258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FE2198-D94C-44C8-8AEC-720CE6B2077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2A0D10-E386-4306-B561-D7B7CF96A0E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EA7997-7A59-4C57-9F28-1C4F3B09322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DF72B1-F903-40F6-9E53-079926A8672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DAE8C0-27C2-4292-A662-944CB3BE9C7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67536950-C3B7-4986-AC67-1DACD1845A5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16"/>
          <p:cNvGrpSpPr>
            <a:grpSpLocks/>
          </p:cNvGrpSpPr>
          <p:nvPr/>
        </p:nvGrpSpPr>
        <p:grpSpPr bwMode="auto">
          <a:xfrm>
            <a:off x="-396875" y="-201613"/>
            <a:ext cx="9937750" cy="1828801"/>
            <a:chOff x="-114" y="3249"/>
            <a:chExt cx="6078" cy="1071"/>
          </a:xfrm>
        </p:grpSpPr>
        <p:sp>
          <p:nvSpPr>
            <p:cNvPr id="2052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3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4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5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6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MAGNIFY THE LORD WITH ME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WHOM THE SON, HE HATH REDEEMED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16"/>
          <p:cNvGrpSpPr>
            <a:grpSpLocks/>
          </p:cNvGrpSpPr>
          <p:nvPr/>
        </p:nvGrpSpPr>
        <p:grpSpPr bwMode="auto">
          <a:xfrm>
            <a:off x="-619125" y="-201613"/>
            <a:ext cx="10382250" cy="1828801"/>
            <a:chOff x="-114" y="3249"/>
            <a:chExt cx="6078" cy="1071"/>
          </a:xfrm>
        </p:grpSpPr>
        <p:sp>
          <p:nvSpPr>
            <p:cNvPr id="3076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7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8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9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80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CLAP YOUR HANDS, REJOICE, AND SING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YOU ARE LORD OF EVERYTHING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16"/>
          <p:cNvGrpSpPr>
            <a:grpSpLocks/>
          </p:cNvGrpSpPr>
          <p:nvPr/>
        </p:nvGrpSpPr>
        <p:grpSpPr bwMode="auto">
          <a:xfrm>
            <a:off x="468313" y="-201613"/>
            <a:ext cx="8207375" cy="1828801"/>
            <a:chOff x="-114" y="3249"/>
            <a:chExt cx="6078" cy="1071"/>
          </a:xfrm>
        </p:grpSpPr>
        <p:sp>
          <p:nvSpPr>
            <p:cNvPr id="4100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1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2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3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4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I WILL BLESS THE LORD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BLESS THE LORD AT ALL TIMES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16"/>
          <p:cNvGrpSpPr>
            <a:grpSpLocks/>
          </p:cNvGrpSpPr>
          <p:nvPr/>
        </p:nvGrpSpPr>
        <p:grpSpPr bwMode="auto">
          <a:xfrm>
            <a:off x="0" y="-201613"/>
            <a:ext cx="9144000" cy="1828801"/>
            <a:chOff x="-114" y="3249"/>
            <a:chExt cx="6078" cy="1071"/>
          </a:xfrm>
        </p:grpSpPr>
        <p:sp>
          <p:nvSpPr>
            <p:cNvPr id="5124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5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6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7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8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FOR THE LORD OUR GOD IS GREAT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PERFECT LORD, IN ALL YOUR WAYS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16"/>
          <p:cNvGrpSpPr>
            <a:grpSpLocks/>
          </p:cNvGrpSpPr>
          <p:nvPr/>
        </p:nvGrpSpPr>
        <p:grpSpPr bwMode="auto">
          <a:xfrm>
            <a:off x="323850" y="-201613"/>
            <a:ext cx="8496300" cy="1828801"/>
            <a:chOff x="-114" y="3249"/>
            <a:chExt cx="6078" cy="1071"/>
          </a:xfrm>
        </p:grpSpPr>
        <p:sp>
          <p:nvSpPr>
            <p:cNvPr id="6148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49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0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1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2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GOD OF MERCY, LORD OF GRACE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HOLY ONE, ANCIENT OF DAYS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2"/>
          <p:cNvGrpSpPr>
            <a:grpSpLocks/>
          </p:cNvGrpSpPr>
          <p:nvPr/>
        </p:nvGrpSpPr>
        <p:grpSpPr bwMode="auto">
          <a:xfrm>
            <a:off x="539750" y="44450"/>
            <a:ext cx="8064500" cy="1384300"/>
            <a:chOff x="-114" y="3249"/>
            <a:chExt cx="6078" cy="1071"/>
          </a:xfrm>
        </p:grpSpPr>
        <p:sp>
          <p:nvSpPr>
            <p:cNvPr id="7172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3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4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5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6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428625"/>
            <a:ext cx="9177338" cy="68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BLESS THE LORD, OH MY SOUL</a:t>
            </a:r>
            <a:endParaRPr lang="fr-FR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16"/>
          <p:cNvGrpSpPr>
            <a:grpSpLocks/>
          </p:cNvGrpSpPr>
          <p:nvPr/>
        </p:nvGrpSpPr>
        <p:grpSpPr bwMode="auto">
          <a:xfrm>
            <a:off x="827088" y="-201613"/>
            <a:ext cx="7489825" cy="1828801"/>
            <a:chOff x="-114" y="3249"/>
            <a:chExt cx="6078" cy="1071"/>
          </a:xfrm>
        </p:grpSpPr>
        <p:sp>
          <p:nvSpPr>
            <p:cNvPr id="8196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7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8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9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200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AND ALL THAT'S WITHIN ME 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BLESS HIS NAME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2"/>
          <p:cNvGrpSpPr>
            <a:grpSpLocks/>
          </p:cNvGrpSpPr>
          <p:nvPr/>
        </p:nvGrpSpPr>
        <p:grpSpPr bwMode="auto">
          <a:xfrm>
            <a:off x="1331913" y="44450"/>
            <a:ext cx="6480175" cy="1384300"/>
            <a:chOff x="-114" y="3249"/>
            <a:chExt cx="6078" cy="1071"/>
          </a:xfrm>
        </p:grpSpPr>
        <p:sp>
          <p:nvSpPr>
            <p:cNvPr id="9220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1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2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3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4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428625"/>
            <a:ext cx="9177338" cy="68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I WILL BLESS THE LORD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16"/>
          <p:cNvGrpSpPr>
            <a:grpSpLocks/>
          </p:cNvGrpSpPr>
          <p:nvPr/>
        </p:nvGrpSpPr>
        <p:grpSpPr bwMode="auto">
          <a:xfrm>
            <a:off x="-396875" y="-201613"/>
            <a:ext cx="9937750" cy="1828801"/>
            <a:chOff x="-114" y="3249"/>
            <a:chExt cx="6078" cy="1071"/>
          </a:xfrm>
        </p:grpSpPr>
        <p:sp>
          <p:nvSpPr>
            <p:cNvPr id="10244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5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6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7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8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HE HAS DONE GREAT THINGS FOR ME 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SO I WILL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Group 2"/>
          <p:cNvGrpSpPr>
            <a:grpSpLocks/>
          </p:cNvGrpSpPr>
          <p:nvPr/>
        </p:nvGrpSpPr>
        <p:grpSpPr bwMode="auto">
          <a:xfrm>
            <a:off x="-323850" y="44450"/>
            <a:ext cx="9791700" cy="1384300"/>
            <a:chOff x="-114" y="3249"/>
            <a:chExt cx="6078" cy="1071"/>
          </a:xfrm>
        </p:grpSpPr>
        <p:sp>
          <p:nvSpPr>
            <p:cNvPr id="11268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69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0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1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2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428625"/>
            <a:ext cx="9177338" cy="68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HE HAS DONE GREAT THINGS FOR 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16"/>
          <p:cNvGrpSpPr>
            <a:grpSpLocks/>
          </p:cNvGrpSpPr>
          <p:nvPr/>
        </p:nvGrpSpPr>
        <p:grpSpPr bwMode="auto">
          <a:xfrm>
            <a:off x="900113" y="-201613"/>
            <a:ext cx="7343775" cy="1828801"/>
            <a:chOff x="-114" y="3249"/>
            <a:chExt cx="6078" cy="1071"/>
          </a:xfrm>
        </p:grpSpPr>
        <p:sp>
          <p:nvSpPr>
            <p:cNvPr id="12292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3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4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5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6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SO I WILL BLESS THE LORD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BLESS THE LORD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970</TotalTime>
  <Words>109</Words>
  <Application>Microsoft Office PowerPoint</Application>
  <PresentationFormat>On-screen Show (4:3)</PresentationFormat>
  <Paragraphs>19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Yomo</cp:lastModifiedBy>
  <cp:revision>102</cp:revision>
  <dcterms:created xsi:type="dcterms:W3CDTF">2002-08-17T10:50:50Z</dcterms:created>
  <dcterms:modified xsi:type="dcterms:W3CDTF">2010-12-31T15:48:52Z</dcterms:modified>
</cp:coreProperties>
</file>