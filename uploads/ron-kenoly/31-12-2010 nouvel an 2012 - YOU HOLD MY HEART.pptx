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5620"/>
    <p:restoredTop sz="94660"/>
  </p:normalViewPr>
  <p:slideViewPr>
    <p:cSldViewPr>
      <p:cViewPr varScale="1">
        <p:scale>
          <a:sx n="20" d="100"/>
          <a:sy n="20" d="100"/>
        </p:scale>
        <p:origin x="-162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42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AB995F5E-61DB-41E9-9ACF-7F05E8E76964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3C62AA8D-A4C7-4481-A110-D389E7D3C1C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TAKE MY HEART LORD WILL YOU TAKE MY HEART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AS I SURRENDER TO YOUR WILL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I CONFESS YOU ARE MY RIGHTEOUSNESS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UNTIL YOU MOVE ME I'LL BE STILL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6-  YOU HOLD MY WORLD IN YOUR HANDS AND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I AM AMAZED AT YOUR LOVE I AM AMAZED THAT YOU LOVE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8-  YOU HOLD MY WORLD IN YOUR HANDS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YOU HOLD MY WORLD IN YOUR HANDS AND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10-  I'M NOT AFRAID MY WORLD IS SAFE IN YOUR HANDS OH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11- 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TAKE MY LIFE LORD WILL YOU TAKE MY LIFE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13-  YOU ARE THE REASON THAT I LIVE I BELIEVE YOU HAVE FORGIVEN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14-  AND BY YOUR GRACE I WILL FORGIVE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15-  AND KNOW THAT YOU ARE GOD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16-  YOU WON'T LET GO OF ME YOU WON'T LET GO OF ME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17-  YOU WON'T LET GO OF ME YOU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18-  WON'T LET GO NEVER LET GO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YOU WILL TAKE CARE OF ME YOU WILL TAKE CARE OF ME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20-  YOU WILL TAKE CARE ALWAYS TAKE CARE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21-  YOU HOLD MY WORLD IN YOUR HANDS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YOU HOLD MY WORLD AND YOU WON'T LET GO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TAKE MY HEART LORD WILL YOU TAKE MY HEART</a:t>
            </a:r>
          </a:p>
          <a:p>
            <a:r>
              <a:rPr lang="en-US"/>
              <a:t>2-  AS I SURRENDER TO YOUR WILL</a:t>
            </a:r>
          </a:p>
          <a:p>
            <a:r>
              <a:rPr lang="en-US"/>
              <a:t>3-  I CONFESS YOU ARE MY RIGHTEOUSNESS</a:t>
            </a:r>
          </a:p>
          <a:p>
            <a:r>
              <a:rPr lang="en-US"/>
              <a:t>4-  AND UNTIL YOU MOVE ME I'LL BE STILL AND KNOW THAT YOU ARE GOD</a:t>
            </a:r>
          </a:p>
          <a:p>
            <a:endParaRPr lang="en-US"/>
          </a:p>
          <a:p>
            <a:r>
              <a:rPr lang="en-US"/>
              <a:t>	5-  YOU HOLD MY WORLD IN YOUR HANDS </a:t>
            </a:r>
          </a:p>
          <a:p>
            <a:r>
              <a:rPr lang="en-US"/>
              <a:t>	6-  YOU HOLD MY WORLD IN YOUR HANDS AND</a:t>
            </a:r>
          </a:p>
          <a:p>
            <a:r>
              <a:rPr lang="en-US"/>
              <a:t>	7-  I AM AMAZED AT YOUR LOVE I AM AMAZED THAT YOU LOVE ME</a:t>
            </a:r>
          </a:p>
          <a:p>
            <a:endParaRPr lang="en-US"/>
          </a:p>
          <a:p>
            <a:r>
              <a:rPr lang="en-US"/>
              <a:t>	8-  YOU HOLD MY WORLD IN YOUR HANDS </a:t>
            </a:r>
          </a:p>
          <a:p>
            <a:r>
              <a:rPr lang="en-US"/>
              <a:t>	9-  YOU HOLD MY WORLD IN YOUR HANDS AND </a:t>
            </a:r>
          </a:p>
          <a:p>
            <a:r>
              <a:rPr lang="en-US"/>
              <a:t>	10-  I'M NOT AFRAID MY WORLD IS SAFE IN YOUR HANDS OH</a:t>
            </a:r>
          </a:p>
          <a:p>
            <a:r>
              <a:rPr lang="en-US"/>
              <a:t>	11-  IN YOUR HANDS</a:t>
            </a:r>
          </a:p>
          <a:p>
            <a:endParaRPr lang="en-US"/>
          </a:p>
          <a:p>
            <a:r>
              <a:rPr lang="en-US"/>
              <a:t>12-  TAKE MY LIFE LORD WILL YOU TAKE MY LIFE </a:t>
            </a:r>
          </a:p>
          <a:p>
            <a:r>
              <a:rPr lang="en-US"/>
              <a:t>13-  YOU ARE THE REASON THAT I LIVE I BELIEVE YOU HAVE FORGIVEN ME</a:t>
            </a:r>
          </a:p>
          <a:p>
            <a:r>
              <a:rPr lang="en-US"/>
              <a:t>14-  AND BY YOUR GRACE I WILL FORGIVE AND KNOW THAT YOU ARE GOD</a:t>
            </a:r>
          </a:p>
          <a:p>
            <a:r>
              <a:rPr lang="en-US"/>
              <a:t>15-  AND KNOW THAT YOU ARE GOD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16-  YOU WON'T LET GO OF ME YOU WON'T LET GO OF ME </a:t>
            </a:r>
          </a:p>
          <a:p>
            <a:r>
              <a:rPr lang="en-US"/>
              <a:t>17-  YOU WON'T LET GO OF ME YOU</a:t>
            </a:r>
          </a:p>
          <a:p>
            <a:r>
              <a:rPr lang="en-US"/>
              <a:t>18-  WON'T LET GO NEVER LET GO YOU WILL TAKE CARE OF ME</a:t>
            </a:r>
          </a:p>
          <a:p>
            <a:endParaRPr lang="en-US"/>
          </a:p>
          <a:p>
            <a:r>
              <a:rPr lang="en-US"/>
              <a:t>19-  YOU WILL TAKE CARE OF ME YOU WILL TAKE CARE OF ME</a:t>
            </a:r>
          </a:p>
          <a:p>
            <a:r>
              <a:rPr lang="en-US"/>
              <a:t>20-  YOU WILL TAKE CARE ALWAYS TAKE CARE</a:t>
            </a:r>
          </a:p>
          <a:p>
            <a:endParaRPr lang="en-US"/>
          </a:p>
          <a:p>
            <a:r>
              <a:rPr lang="en-US"/>
              <a:t>21-  YOU HOLD MY WORLD IN YOUR HANDS</a:t>
            </a:r>
          </a:p>
          <a:p>
            <a:endParaRPr lang="en-US"/>
          </a:p>
          <a:p>
            <a:r>
              <a:rPr lang="en-US"/>
              <a:t>22-  YOU HOLD MY WORLD AND YOU WON'T LET GO </a:t>
            </a:r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949C81-6D30-43D9-8E63-F42A2C61FC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4C300-0549-4E2D-A8FC-F7E8EFB749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0CDDC-5863-4EA4-935C-0B1307168E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F7DE9D-E57C-4175-8F62-31A5736C36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1D5675-E564-4D22-95C3-A7A16AF1ED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16388B-9DB4-4495-8684-59B633C1D6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62CDF-6CC1-4AB2-B32F-52B745E50A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4E9D4-6EF5-410B-8712-26D0BB5675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B764DF-AB60-4BDB-ADC0-F8A56EAF0CD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6AA44-EB81-40CA-B80E-2232DB52293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C5B2B7-CFE4-4B6A-A250-3E663BA0642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3E247AA6-01CB-4A30-B787-F23B6B4CBF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TAKE MY HEART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LORD WILL YOU TAKE MY HEART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AS I SURRENDER TO YOUR WILL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 CONFESS YOU ARE MY RIGHTEOUSNESS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AND UNTIL YOU MOVE ME I'LL BE STILL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AND KNOW THAT YOU ARE GOD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HOLD MY WORLD IN YOUR HANDS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HOLD MY WORLD IN YOUR HANDS AND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 AM AMAZED AT YOUR LOVE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 AM AMAZED THAT YOU LOVE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HOLD MY WORLD IN YOUR HANDS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HOLD MY WORLD IN YOUR HANDS AND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I'M NOT AFRAID MY WORLD IS SAFE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IN YOUR HANDS OH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IN YOUR HANDS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TAKE MY LIFE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LORD WILL YOU TAKE MY LIFE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ARE THE REASON THAT I LIVE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 BELIEVE YOU HAVE FORGIVEN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AND BY YOUR GRACE I WILL FORGIVE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AND KNOW THAT YOU ARE GOD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AND KNOW THAT YOU ARE GOD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WON'T LET GO OF ME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WON'T LET GO OF 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WON'T LET GO OF ME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WON'T LET GO NEVER LET GO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WILL TAKE CARE OF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WILL TAKE CARE OF ME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WILL TAKE CARE OF 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WILL TAKE CARE ALWAYS TAKE CARE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HOLD MY WORLD IN YOUR HANDS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HOLD MY WORLD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AND YOU WON'T LET GO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</TotalTime>
  <Words>1850</Words>
  <Application>Microsoft Macintosh PowerPoint</Application>
  <PresentationFormat>On-screen Show (4:3)</PresentationFormat>
  <Paragraphs>1342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Franklin Gothic Medium</vt:lpstr>
      <vt:lpstr>MS PGothic</vt:lpstr>
      <vt:lpstr>Arial</vt:lpstr>
      <vt:lpstr>Calibri</vt:lpstr>
      <vt:lpstr>Default Design</vt:lpstr>
      <vt:lpstr>TAKE MY HEART LORD WILL YOU TAKE MY HEART</vt:lpstr>
      <vt:lpstr>AS I SURRENDER TO YOUR WILL</vt:lpstr>
      <vt:lpstr>I CONFESS YOU ARE MY RIGHTEOUSNESS</vt:lpstr>
      <vt:lpstr>AND UNTIL YOU MOVE ME I'LL BE STILL AND KNOW THAT YOU ARE GOD</vt:lpstr>
      <vt:lpstr>YOU HOLD MY WORLD IN YOUR HANDS</vt:lpstr>
      <vt:lpstr>YOU HOLD MY WORLD IN YOUR HANDS AND</vt:lpstr>
      <vt:lpstr>I AM AMAZED AT YOUR LOVE I AM AMAZED THAT YOU LOVE ME</vt:lpstr>
      <vt:lpstr>YOU HOLD MY WORLD IN YOUR HANDS </vt:lpstr>
      <vt:lpstr>YOU HOLD MY WORLD IN YOUR HANDS AND </vt:lpstr>
      <vt:lpstr>I'M NOT AFRAID MY WORLD IS SAFE IN YOUR HANDS OH</vt:lpstr>
      <vt:lpstr>IN YOUR HANDS</vt:lpstr>
      <vt:lpstr>TAKE MY LIFE LORD WILL YOU TAKE MY LIFE </vt:lpstr>
      <vt:lpstr>YOU ARE THE REASON THAT I LIVE I BELIEVE YOU HAVE FORGIVEN ME</vt:lpstr>
      <vt:lpstr>AND BY YOUR GRACE I WILL FORGIVE AND KNOW THAT YOU ARE GOD</vt:lpstr>
      <vt:lpstr>AND KNOW THAT YOU ARE GOD</vt:lpstr>
      <vt:lpstr>YOU WON'T LET GO OF ME YOU WON'T LET GO OF ME </vt:lpstr>
      <vt:lpstr>YOU WON'T LET GO OF ME YOU</vt:lpstr>
      <vt:lpstr>WON'T LET GO NEVER LET GO YOU WILL TAKE CARE OF ME</vt:lpstr>
      <vt:lpstr>YOU WILL TAKE CARE OF ME YOU WILL TAKE CARE OF ME</vt:lpstr>
      <vt:lpstr>YOU WILL TAKE CARE ALWAYS TAKE CARE</vt:lpstr>
      <vt:lpstr>YOU HOLD MY WORLD IN YOUR HANDS</vt:lpstr>
      <vt:lpstr>YOU HOLD MY WORLD AND YOU WON'T LET GO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73</cp:revision>
  <dcterms:created xsi:type="dcterms:W3CDTF">2002-08-17T10:50:50Z</dcterms:created>
  <dcterms:modified xsi:type="dcterms:W3CDTF">2011-12-31T20:10:09Z</dcterms:modified>
</cp:coreProperties>
</file>