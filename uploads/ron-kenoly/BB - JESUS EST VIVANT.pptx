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4" r:id="rId7"/>
    <p:sldId id="273" r:id="rId8"/>
    <p:sldId id="266" r:id="rId9"/>
    <p:sldId id="275" r:id="rId10"/>
    <p:sldId id="276" r:id="rId11"/>
    <p:sldId id="280" r:id="rId12"/>
    <p:sldId id="281" r:id="rId13"/>
    <p:sldId id="277" r:id="rId14"/>
    <p:sldId id="279" r:id="rId15"/>
    <p:sldId id="278" r:id="rId16"/>
    <p:sldId id="282" r:id="rId17"/>
    <p:sldId id="283" r:id="rId18"/>
    <p:sldId id="284" r:id="rId19"/>
    <p:sldId id="286" r:id="rId20"/>
    <p:sldId id="287" r:id="rId21"/>
    <p:sldId id="288" r:id="rId22"/>
    <p:sldId id="289" r:id="rId23"/>
    <p:sldId id="285" r:id="rId24"/>
    <p:sldId id="267" r:id="rId25"/>
    <p:sldId id="268" r:id="rId26"/>
    <p:sldId id="269" r:id="rId27"/>
    <p:sldId id="270" r:id="rId28"/>
    <p:sldId id="271" r:id="rId29"/>
    <p:sldId id="272" r:id="rId30"/>
    <p:sldId id="274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459D09-A681-4F37-8CE3-DDD380FD57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337D1C-4906-41B0-A15A-D6BEFD9F61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F3BE9-BBAF-4D73-B233-12B9850DE7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C5995-30C8-4C4E-A7C0-E518197D11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E39D86-16EB-4CB6-A93D-5AEE4EF1A2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31A17-201B-4586-A4A5-ABE5245234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1D5408-7E58-47C2-BE44-EC2600D6BF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54B4A3-3083-4B18-9142-CADD5B4BD9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67B6F-1346-4B50-88FB-06F2537358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300012-81E1-48D8-9C2F-6958295955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68779-A04A-4D26-9B4E-BA79BB0BCE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2BBBAAF-F191-4985-A3BF-0CF93D714D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ALLÉLUIA! JÉSUS EST VIVANT!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 LA MORT A PERDU SA VICTOIRE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LA TOMBE EST ENFIN VAINCUE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JÉSUS VIT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IL EST VIVANT! IL EST VIVANT!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IL EST L’ALPHA ET L’OMÉGA 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LE PREMIER, LE DERNIER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LE PÉCHÉ N’A PLUS TOUTE PUISSANCE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PARFAITE EST NOTRE LIBERTÉ</a:t>
            </a: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L’AGNEAU DE DIEU EST RESSUSCITÉ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</a:rPr>
              <a:t>IL EST VIVANT, IL EST VIVANT!</a:t>
            </a: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JÉSUS</a:t>
            </a:r>
            <a:r>
              <a:rPr lang="fr-FR" sz="4000" dirty="0">
                <a:solidFill>
                  <a:schemeClr val="bg1"/>
                </a:solidFill>
              </a:rPr>
              <a:t> EST VIVANT!</a:t>
            </a:r>
          </a:p>
          <a:p>
            <a:pPr algn="ctr">
              <a:lnSpc>
                <a:spcPct val="110000"/>
              </a:lnSpc>
              <a:defRPr/>
            </a:pP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FOR ALL THE EARTH HAD TREMBLED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SUN HAD HID ITS FACE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AND ALL THE MEN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THAT WALKED WITH JESUS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THEY TURNED AND THEY RAN AWAY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THEY CRUCIFIED OUR SAVIOR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AND LAID HIM IN THE TOMB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LIFE THAT ONCE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 BROUGHT LOVE AND HOPE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SLIPPED AWAY THAT AFTERNOON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SATAN GLEAMED WITH PLEASURE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THAT DAY AT CALVARY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HE THOUGHT HE HAD WON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 MIGHTY VICTORY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AND ALL OF THE DEMONS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OF HELL BEGAN TO CHEER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BUT LITTLE DID THEY KNOW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THAT THEIR END WAS DRAWING NEAR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EARLY SUNDAY MORNING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LIKE JESUS SAID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HE BROKE THE CURSE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 OF SIN AND DEATH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AND HE ROSE UP FROM THE DEAD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54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NOW WE HAVE A NEW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 A NEW BEGINNING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endParaRPr lang="en-US" sz="40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</a:rPr>
              <a:t>IN A KINGDOM, THAT HAS NO ENDING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HALLELUJAH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</a:rPr>
              <a:t>HALLELUJAH  </a:t>
            </a:r>
            <a:r>
              <a:rPr lang="fr-FR" sz="4000" dirty="0">
                <a:solidFill>
                  <a:schemeClr val="bg1"/>
                </a:solidFill>
                <a:latin typeface="+mj-lt"/>
              </a:rPr>
              <a:t>JESUS IS ALIVE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DEATH HAS LOST ITS VICTORY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AND THE GRAVE HAS BEEN DENIED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JESUS LIVES FOREVER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HE’S ALIVE! HE’S ALIVE!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HE’S THE ALPHA AND OMEGA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FIRST AND LAST IS 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</a:rPr>
              <a:t>THE CURSE OF SIN IS BROKEN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</a:rPr>
              <a:t>AND WE HAVE PERFECT LIBERTY</a:t>
            </a:r>
            <a:endParaRPr lang="fr-FR" sz="40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THE LAMB OF GOD HAS RISEN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HE’S ALIVE, HE’S ALIVE!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HALLELUJAH</a:t>
            </a: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JESUS IS ALIVE!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256</Words>
  <Application>Microsoft Office PowerPoint</Application>
  <PresentationFormat>On-screen Show (4:3)</PresentationFormat>
  <Paragraphs>91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64</cp:revision>
  <dcterms:created xsi:type="dcterms:W3CDTF">2010-10-18T20:00:07Z</dcterms:created>
  <dcterms:modified xsi:type="dcterms:W3CDTF">2010-11-07T15:19:51Z</dcterms:modified>
</cp:coreProperties>
</file>