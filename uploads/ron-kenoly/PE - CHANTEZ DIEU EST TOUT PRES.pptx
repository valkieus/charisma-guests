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  <p:sldId id="258" r:id="rId5"/>
    <p:sldId id="265" r:id="rId6"/>
    <p:sldId id="264" r:id="rId7"/>
    <p:sldId id="259" r:id="rId8"/>
    <p:sldId id="260" r:id="rId9"/>
    <p:sldId id="267" r:id="rId10"/>
    <p:sldId id="268" r:id="rId11"/>
    <p:sldId id="266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7" d="100"/>
          <a:sy n="37" d="100"/>
        </p:scale>
        <p:origin x="54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A42268-AE61-421A-9A64-FB5DC079B5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F62109-A3B9-429D-8DC0-9EC7F80ADF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9A7C6E-34D2-4186-9948-49BBE074195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681A0D-81BE-4CA3-BAA2-00FD8D25A2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2CB0C2-103D-44E1-A014-20C5C29BB3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3DB9EE-CB1B-4876-9CCB-F8280BE754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326AEA-FBDD-4673-89E5-727C777C26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94F3CC-270D-4CAF-9452-08ECC7FCA0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CCCDEE-B710-4C88-8C59-6B14956FDD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60A5DB-16FD-4A39-A9A4-097E75F38F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A7A50B-BC8C-4BCC-A1E8-4721C238F16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  <a:cs typeface="+mn-cs"/>
              </a:defRPr>
            </a:lvl1pPr>
          </a:lstStyle>
          <a:p>
            <a:pPr>
              <a:defRPr/>
            </a:pPr>
            <a:fld id="{FADEFE09-58C3-4645-8EF3-E6090D013E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CHANTEZ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DIEU EST TOUT PRÈS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VENEZ LUI ÉDIFIER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UN PALAIS DE LOUANGES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POUR LE REMERCIER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LUI, LE RESSUSCITÉ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CHANTEZ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UN JOYEUX CHANT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SON AMOUR EST CONSTANT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QUAND LA LOUANGE ABONDE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SA GLOIRE NOUS INONDE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REMPLISSANT SA MAISON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CHANTEZ, DIEU EST TOUT PRÈS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 sz="36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265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JÉSUS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HABITE AU MILIEU DES LOUANGES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DE SON PEUPLE     </a:t>
            </a:r>
            <a:r>
              <a:rPr lang="fr-FR" sz="2000">
                <a:solidFill>
                  <a:schemeClr val="bg1"/>
                </a:solidFill>
                <a:latin typeface="Arial Black" pitchFamily="-107" charset="0"/>
              </a:rPr>
              <a:t>X2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fr-FR" sz="360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rPr>
              <a:t>265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SING OUT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LORD IS NEAR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BUILD HIM A TEMPLE HERE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MADE FOR THE KING OF KINGS</a:t>
            </a: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SING OUT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 JOYFUL SONG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HIS LOVE GOES ON AND ON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WHEN PRAISES ABOUND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HIS GLORY SURROUNDS US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BUILDING HIS TEMPLE HERE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SING OUT THE LORD IS NEAR</a:t>
            </a: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SING OUT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LORD IS NEAR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BUILD HIM A TEMPLE HERE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 PALACE OF PRAISE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 THRONE OF THANKSGIVING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MADE FOR THE KING OF KINGS</a:t>
            </a: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SING OUT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 JOYFUL SONG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HIS LOVE GOES ON AND ON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WHEN PRAISES ABOUND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HIS GLORY SURROUNDS US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BUILDING HIS TEMPLE HERE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SING OUT THE LORD IS NEAR</a:t>
            </a: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WE COME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TO WORSHIP TOGETHER AS ONE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WITH MUSIC AND SINGING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REJOICE IN ALL THAT THE FATHER HAS DONE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LETS LIFT UP AN OFFERING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243888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SING OUT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 JOYFUL SONG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HIS LOVE GOES ON AND ON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WHEN PRAISES ABOUND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HIS GLORY SURROUNDS US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BUILDING HIS TEMPLE HERE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SING OUT THE LORD IS NEAR</a:t>
            </a:r>
          </a:p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SING OUT!!!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LORD INHABITS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SONG OF HIS SAINTS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AND LIVES IN THEIR PRAISES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243888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222</Words>
  <Application>Microsoft Office PowerPoint</Application>
  <PresentationFormat>On-screen Show (4:3)</PresentationFormat>
  <Paragraphs>78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71</cp:revision>
  <dcterms:created xsi:type="dcterms:W3CDTF">2002-08-17T10:50:50Z</dcterms:created>
  <dcterms:modified xsi:type="dcterms:W3CDTF">2010-11-06T19:03:27Z</dcterms:modified>
</cp:coreProperties>
</file>