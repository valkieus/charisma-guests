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  <p:sldId id="275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54" autoAdjust="0"/>
    <p:restoredTop sz="91136" autoAdjust="0"/>
  </p:normalViewPr>
  <p:slideViewPr>
    <p:cSldViewPr>
      <p:cViewPr>
        <p:scale>
          <a:sx n="30" d="100"/>
          <a:sy n="30" d="100"/>
        </p:scale>
        <p:origin x="-156" y="-6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C894AF-BCAA-4DE7-9CCD-B167951A84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6684DC-9053-49F0-98A4-568B32FF26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7D769B-95D7-4AF3-9D79-6145378BFC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706C7E-B197-47DF-90A0-26AEC78C02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125F0C-DA15-4875-9E96-DE7225FD42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BABCEF-1B40-49F8-8C06-FAAD44B757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C27531-B7C1-428C-B057-90A78B8AEF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246D6B-25B5-4583-9801-FB0490D84F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887E69-B974-4DFB-BA41-501E8960C22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879A5F-FA44-49A9-B244-8DE4FA4EE5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6453F1-E63B-4EB5-B7BC-27A9D63997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0B3B102-CC7D-455D-A63B-B78EC49BC2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-284163" y="-100013"/>
            <a:ext cx="9728201" cy="2025651"/>
            <a:chOff x="-114" y="3249"/>
            <a:chExt cx="6078" cy="1071"/>
          </a:xfrm>
        </p:grpSpPr>
        <p:sp>
          <p:nvSpPr>
            <p:cNvPr id="20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DIEU TU ES BON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ET TA MISÉRICORDE DURE À JAMAIS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788988" y="-100013"/>
            <a:ext cx="7581900" cy="2025651"/>
            <a:chOff x="-114" y="3249"/>
            <a:chExt cx="6078" cy="1071"/>
          </a:xfrm>
        </p:grpSpPr>
        <p:sp>
          <p:nvSpPr>
            <p:cNvPr id="30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LES PEUPLES DE LA TERRE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ET TOUTES LES NATIONS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-31750" y="-100013"/>
            <a:ext cx="9223375" cy="2025651"/>
            <a:chOff x="-114" y="3249"/>
            <a:chExt cx="6078" cy="1071"/>
          </a:xfrm>
        </p:grpSpPr>
        <p:sp>
          <p:nvSpPr>
            <p:cNvPr id="41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1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DE GÉNÉRATION EN GÉNÉRATION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-500063" y="-100013"/>
            <a:ext cx="10215563" cy="2025651"/>
            <a:chOff x="-114" y="3249"/>
            <a:chExt cx="6078" cy="1071"/>
          </a:xfrm>
        </p:grpSpPr>
        <p:sp>
          <p:nvSpPr>
            <p:cNvPr id="51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1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NOUS T’ADORONS ALLÉLUIA, ALLÉLUIA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NOUS T’ADORONS POUR C’QUE TU 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2490788" y="-100013"/>
            <a:ext cx="4178300" cy="2025651"/>
            <a:chOff x="-114" y="3249"/>
            <a:chExt cx="6078" cy="1071"/>
          </a:xfrm>
        </p:grpSpPr>
        <p:sp>
          <p:nvSpPr>
            <p:cNvPr id="614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15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DIEU EST BON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568325" y="-100013"/>
            <a:ext cx="8023225" cy="2025651"/>
            <a:chOff x="-114" y="3249"/>
            <a:chExt cx="6078" cy="1071"/>
          </a:xfrm>
        </p:grpSpPr>
        <p:sp>
          <p:nvSpPr>
            <p:cNvPr id="717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717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717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DIEU EST BON TOUT LE TEMPS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TOUT LE TEMPS DIEU EST BON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</TotalTime>
  <Words>27</Words>
  <Application>Microsoft PowerPoint</Application>
  <PresentationFormat>On-screen Show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Franklin Gothic Medium</vt:lpstr>
      <vt:lpstr>Arial</vt:lpstr>
      <vt:lpstr>Calibri</vt:lpstr>
      <vt:lpstr>Default Design</vt:lpstr>
      <vt:lpstr>DIEU TU ES BON ET TA MISÉRICORDE DURE À JAMAIS </vt:lpstr>
      <vt:lpstr>LES PEUPLES DE LA TERRE ET TOUTES LES NATIONS</vt:lpstr>
      <vt:lpstr>DE GÉNÉRATION EN GÉNÉRATION</vt:lpstr>
      <vt:lpstr>NOUS T’ADORONS ALLÉLUIA, ALLÉLUIA NOUS T’ADORONS POUR C’QUE TU ES </vt:lpstr>
      <vt:lpstr>DIEU EST BON </vt:lpstr>
      <vt:lpstr>DIEU EST BON TOUT LE TEMPS  TOUT LE TEMPS DIEU EST BON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louanges</cp:lastModifiedBy>
  <cp:revision>70</cp:revision>
  <dcterms:created xsi:type="dcterms:W3CDTF">2002-08-17T10:50:50Z</dcterms:created>
  <dcterms:modified xsi:type="dcterms:W3CDTF">2010-12-31T18:18:13Z</dcterms:modified>
</cp:coreProperties>
</file>