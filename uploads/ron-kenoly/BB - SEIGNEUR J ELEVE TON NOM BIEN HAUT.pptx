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B6B48C-8373-42BB-88F6-DB84186D09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02138-F1D6-4F08-9625-6BEAFDBC6E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E7B39-C473-460D-8C12-B6F5840820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ECE530-4BF5-44C6-99F1-36760AF5DF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2ED33-8A4C-4048-AAE8-CA8C2FF88D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3650D-265B-427A-855E-45A5D2A42E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D2C2F-019D-4E1A-8300-A417B19A96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1F7AE-1E84-487D-A5B8-AD949CFF76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EF1971-7388-4BD0-84BA-6E50D2799D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F9111C-D8A0-4C90-847F-A1219B9A03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B95CA-19D4-4B02-9ADF-621FC5BCB2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D33899-4B22-489B-AF17-28803A6CA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J’ÉLÈVE TON NOM BIEN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J’AIME PROCLAMER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TOUTES TES BONTÉS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TU ES MON PLUS BEAU CADEAU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TU ES VENU POUR NOUS SAUVER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TU VIENS DU CIEL SUR LA TERRE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LE CHEMIN MONTRER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DE LA TERRE À LA CROIX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POUR TOUT PAYER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DE LA CROIX AU TOMBEAU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DE LA TOMBE JUSQU’AU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J’ÉLÈVE TON NOM BIEN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J’ÉLÈVE TON NOM BIEN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TU ES LE DIEU DE MON SALUT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D’UN SEUL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NOUS T’EXALTONS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SEIGNEUR NOUS TE GLORIFIONS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LORD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LORD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 LOVE TO SING YOUR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I’M SO GLAD YOU ARE IN MY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I'M SO GLAD YOU CAME TO SAVE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LORD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LORD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 LOVE TO SING YOUR PRAISES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I’M SO GLAD YOU ARE IN MY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I'M SO GLAD YOU CAME TO SAVE 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HIGHER, HIGHER, HIGHER</a:t>
            </a:r>
          </a:p>
          <a:p>
            <a:pPr algn="ctr">
              <a:lnSpc>
                <a:spcPct val="110000"/>
              </a:lnSpc>
            </a:pP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9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YOU CAME FROM HEAVEN TO EARTH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 TO SHOW THE 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EARTH TO THE CROSS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MY DEBT TO PAY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0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9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CROSS TO THE GRAVE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</a:rPr>
              <a:t>FROM THE GRAVE TO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LIFT YOUR NAME ON HIGH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403</Words>
  <Application>Microsoft PowerPoint</Application>
  <PresentationFormat>On-screen Show (4:3)</PresentationFormat>
  <Paragraphs>126</Paragraphs>
  <Slides>43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8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61</cp:revision>
  <dcterms:created xsi:type="dcterms:W3CDTF">2010-11-01T20:03:09Z</dcterms:created>
  <dcterms:modified xsi:type="dcterms:W3CDTF">2010-11-07T15:56:11Z</dcterms:modified>
</cp:coreProperties>
</file>