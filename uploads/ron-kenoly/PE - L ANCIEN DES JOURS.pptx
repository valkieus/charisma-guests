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6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46AE6-9C1E-4BEB-A342-9F7903EAF3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67CB3-C67A-4F6F-AF1B-623B94ECAD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7280D-4804-414D-A093-F73B4F6685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2CE2A-01B2-4972-870A-5C609F0F6F6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ADFB0-1FA6-46D4-B4B3-BD6B26676C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42DD5-E1E6-41DD-BECF-1A3DE870AC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6D204-47C4-4CD8-938B-A525E97B42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98455-87EF-4DAF-81BB-FE21B69882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B7A14-BD93-4D7B-8790-29AF5E2DFC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8838-0A09-47B9-8E2C-FCC10D44AA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6E9C4-BEFC-4D6D-BECA-31C1E4A700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AFC8186-155C-4820-85EB-C572F9AAC1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BÉNÉDICTION, GLOIRE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PUISSANCE ET HONNEUR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SOIENT À L'ANCIEN DES JOURS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TOUTES LES NATIONS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TOUTE CRÉATION S’INCLINE DEVANT L’ANCIEN DES JOURS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TOUTE LANGUE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AU CIEL ET SUR TERRE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DOIT DÉCLARER TA GLOIRE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À TES PIEDS CHACUN VA PLIER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T’ADORER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SERAS EXALTÉ, MON DIEU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TON ROYAUME SERA LÀ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TOUJOURS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Ô ANCIEN DES JOURS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TON ROYAUME SUR TERRE EST LÀ POUR TOUJOURS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CHANTEZ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L’ANCIEN DES JOURS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NUL NE PEUT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SE COMPARER À JÉSUS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CHANTEZ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L’ANCIEN DES JOURS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BLESSING AND HONOUR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GLORY AND POWER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UNTO THE ANCIENT OF DAYS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EVERY NATION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ALL OF CREATION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BOW BEFORE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ANCIENT OF DAYS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EVERY TONGUE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HEAVEN AND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WILL DECLARE YOUR GLORY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EVERY KNEE SHALL BOW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AT YOUR THRONE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WORSHIP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WILL BE EXHALTED, OH GOD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YOUR KINGDOM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SHALL NOT PASS AWAY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OH ANCIENT OF DAYS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YOUR KINGDOM SHALL REIGN OVER ALL THE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UNTO THE ANCIENT OF DAYS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NO ONE CAN COMPARE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TO YOUR MATCHLESS WORTH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UNTO THE ANCIENT OF DAYS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EVERY TONGUE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HEAVEN AND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WILL DECLARE YOUR GLORY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EVERY KNEE SHALL BOW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AT YOUR THRONE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WORSHIP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WILL BE EXHALTED, OH GOD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YOUR KINGDOM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SHALL NOT PASS AWAY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OH ANCIENT OF DAYS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211</Words>
  <Application>Microsoft Office PowerPoint</Application>
  <PresentationFormat>On-screen Show (4:3)</PresentationFormat>
  <Paragraphs>54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77</cp:revision>
  <dcterms:created xsi:type="dcterms:W3CDTF">2002-08-17T10:50:50Z</dcterms:created>
  <dcterms:modified xsi:type="dcterms:W3CDTF">2010-11-06T19:55:57Z</dcterms:modified>
</cp:coreProperties>
</file>