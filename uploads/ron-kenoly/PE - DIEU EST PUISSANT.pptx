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9" r:id="rId6"/>
    <p:sldId id="266" r:id="rId7"/>
    <p:sldId id="267" r:id="rId8"/>
    <p:sldId id="268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2" d="100"/>
          <a:sy n="32" d="100"/>
        </p:scale>
        <p:origin x="-96" y="-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7B1321-F5F0-4A35-8587-D1BBC20A13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5D743E-D1B0-49FE-98CE-507476C034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1C6729-35C3-499F-9C9B-54115C6E63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97A7AD-7A1E-471C-9B76-E0A5121533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D12FB7-CFED-4D69-8487-80065F40B7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E247B-07D1-4B3B-A5B1-5679222709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D20B4-B641-40E0-93A9-470EF8E1FE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2E8477-B1EE-4C82-BB25-14D50CE951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FFE0A1-7211-4047-A271-D55DAD844A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43926-6560-4DE7-9480-14CB91B338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D62086-309C-44E3-A18A-6B9ACB6D57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381085-E5B9-4988-89AC-16C32C4E03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DIEU EST PUISSANT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DIEU EST PUISSANT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DIEU EST PUISSANT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POUR FAIRE CE QU’IL A PROMIS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 sz="36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07" charset="0"/>
              </a:rPr>
              <a:t>229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QUAND JE PENSE À DANIEL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DANS LA FOSSE AUX LIONS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C’ÉTAIT PAS ÉVIDENT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MAIS EN DIEU, IL ÉTAIT CONFIANT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SHADRAK, MESHAK ET ABED-NÉGO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QUAND LES FLAMMES MONTAIENT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C’EST EN DIEU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QU’ILS SE SONT CONFIÉS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ET IL NE LES A PAS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LAISSÉS TOMBER </a:t>
            </a: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 sz="36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07" charset="0"/>
              </a:rPr>
              <a:t>229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QUAND JE PENSE À L’EXODE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DES ENFANTS D’ISRAËL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PHARAON LES POURSUIT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DIEU MONTRE SA FIDÉLITÉ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SI TU CROIS ÊTRE ÉPROUVÉ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PAR LE FEU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QUAND LES FLAMMES MONTENT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CONFIE-TOI SEULEMENT EN DIEU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IL NE TE LAISSERA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JAMAIS TOMBER </a:t>
            </a: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 sz="36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07" charset="0"/>
              </a:rPr>
              <a:t>229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GOD IS ABLE, GOD IS ABLE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GOD IS ABLE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 CAN DO WHAT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 SAID HE WOULD DO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GOD IS ABLE, GOD IS ABLE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GOD IS ABLE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 CAN DO WHAT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 SAID HE’LL DO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 CAN LIFT YOU UP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WHEN TRIALS COME YOUR WAY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 CAN GIVE YOU PEACE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DOWN IN YOU SOUL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 WILL ALWAYS DO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HE’LL BE THERE FOR YOU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WILL YOU BELIEVE HIM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RECEIVE HIM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THINK ABOUT DANIEL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 THE LION’S DEN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DIDN’T LOOK TOO GOOD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BUT DANIEL PUT HIS TRUST IN HIM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SHADRACH, MESHACH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AND ABEDNEGO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WHEN THE FLAMES GREW HOT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THEY JUST PUT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THEIR TRUST IN GOD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AND HE WOULD NOT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LET’EM GO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THINK ABOUT ISRAEL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AND THE EXODUS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PHARAOH SENT HIS MEN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BUT GOD SHOWED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HIS FAITHFULNESS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IF YOU THINK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YOU’RE IN A TRIAL BY FIRE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WHEN THE FLAMES GROW HOT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JUST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PUT YOUR TRUST IN GOD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AND HE’LL NEVER LET YOU GO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 CAN LIFT YOU UP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WHEN TRIALS COME YOUR WAY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 CAN GIVE YOU PEACE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DOWN IN YOUR SOUL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 WILL ALWAYS DO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HE’LL BE THERE FOR YOU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WILL YOU BELIVE HIM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WILL YOU BELIVE HIM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291</Words>
  <Application>Microsoft Office PowerPoint</Application>
  <PresentationFormat>On-screen Show (4:3)</PresentationFormat>
  <Paragraphs>84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72</cp:revision>
  <dcterms:created xsi:type="dcterms:W3CDTF">2002-08-17T10:50:50Z</dcterms:created>
  <dcterms:modified xsi:type="dcterms:W3CDTF">2010-11-06T18:32:38Z</dcterms:modified>
</cp:coreProperties>
</file>