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3" r:id="rId2"/>
    <p:sldId id="434" r:id="rId3"/>
    <p:sldId id="426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>
        <p:scale>
          <a:sx n="32" d="100"/>
          <a:sy n="32" d="100"/>
        </p:scale>
        <p:origin x="-2406" y="-8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4E985-5AD8-4F10-BA0C-DA3F9C09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37854-CC65-46C0-802A-8118AB945B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93F39-221F-47CB-9F02-9C2152B6AE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B0DB5-F2B8-4CB3-A88B-F269C917B6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B449D-2879-45B6-864B-9D0EC2A5BF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A23DD-E736-4243-BB20-3B7F6F5EB0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18C53-28FC-423E-ADD8-18C1FBB742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86053-BFB8-469D-B363-4C2CB6AC53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45419-9F06-4597-88DE-D7716338BA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9C3CD-05EA-4930-9FC9-6F2A9D388E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84AD6-9E33-48A3-A602-D5BBF6BEF7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64D0EF6-25CD-4A0F-9DBC-A97207F7B1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6"/>
          <p:cNvGrpSpPr>
            <a:grpSpLocks/>
          </p:cNvGrpSpPr>
          <p:nvPr/>
        </p:nvGrpSpPr>
        <p:grpSpPr bwMode="auto">
          <a:xfrm>
            <a:off x="855663" y="-201613"/>
            <a:ext cx="7432675" cy="1828801"/>
            <a:chOff x="-114" y="3249"/>
            <a:chExt cx="6078" cy="1071"/>
          </a:xfrm>
        </p:grpSpPr>
        <p:sp>
          <p:nvSpPr>
            <p:cNvPr id="205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WOULD YOU BE FREE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FROM YOUR BURDEN OF SIN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6"/>
          <p:cNvGrpSpPr>
            <a:grpSpLocks/>
          </p:cNvGrpSpPr>
          <p:nvPr/>
        </p:nvGrpSpPr>
        <p:grpSpPr bwMode="auto">
          <a:xfrm>
            <a:off x="471488" y="-201613"/>
            <a:ext cx="8201025" cy="1828801"/>
            <a:chOff x="-114" y="3249"/>
            <a:chExt cx="6078" cy="1071"/>
          </a:xfrm>
        </p:grpSpPr>
        <p:sp>
          <p:nvSpPr>
            <p:cNvPr id="307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THERE'S POWER IN THE BLOOD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POWER IN THE BLOOD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96875" y="44450"/>
            <a:ext cx="9937750" cy="1384300"/>
            <a:chOff x="-114" y="3249"/>
            <a:chExt cx="6078" cy="1071"/>
          </a:xfrm>
        </p:grpSpPr>
        <p:sp>
          <p:nvSpPr>
            <p:cNvPr id="41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WOULD YOU O'ER EVIL A VICTORY WIN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6"/>
          <p:cNvGrpSpPr>
            <a:grpSpLocks/>
          </p:cNvGrpSpPr>
          <p:nvPr/>
        </p:nvGrpSpPr>
        <p:grpSpPr bwMode="auto">
          <a:xfrm>
            <a:off x="471488" y="-201613"/>
            <a:ext cx="8201025" cy="1828801"/>
            <a:chOff x="-114" y="3249"/>
            <a:chExt cx="6078" cy="1071"/>
          </a:xfrm>
        </p:grpSpPr>
        <p:sp>
          <p:nvSpPr>
            <p:cNvPr id="512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THERE'S WONDERFULL POWER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THE BLOOD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6"/>
          <p:cNvGrpSpPr>
            <a:grpSpLocks/>
          </p:cNvGrpSpPr>
          <p:nvPr/>
        </p:nvGrpSpPr>
        <p:grpSpPr bwMode="auto">
          <a:xfrm>
            <a:off x="855663" y="-201613"/>
            <a:ext cx="7432675" cy="1828801"/>
            <a:chOff x="-114" y="3249"/>
            <a:chExt cx="6078" cy="1071"/>
          </a:xfrm>
        </p:grpSpPr>
        <p:sp>
          <p:nvSpPr>
            <p:cNvPr id="614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 IS POWER, POWER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WONDER WORKING POWER 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708025" y="44450"/>
            <a:ext cx="7727950" cy="1384300"/>
            <a:chOff x="-114" y="3249"/>
            <a:chExt cx="6078" cy="1071"/>
          </a:xfrm>
        </p:grpSpPr>
        <p:sp>
          <p:nvSpPr>
            <p:cNvPr id="717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THE BLOOD OF THE LAMB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6"/>
          <p:cNvGrpSpPr>
            <a:grpSpLocks/>
          </p:cNvGrpSpPr>
          <p:nvPr/>
        </p:nvGrpSpPr>
        <p:grpSpPr bwMode="auto">
          <a:xfrm>
            <a:off x="-471488" y="-201613"/>
            <a:ext cx="10086976" cy="1828801"/>
            <a:chOff x="-114" y="3249"/>
            <a:chExt cx="6078" cy="1071"/>
          </a:xfrm>
        </p:grpSpPr>
        <p:sp>
          <p:nvSpPr>
            <p:cNvPr id="819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WOULD YOU BE WHITER MUCH WITHER THAN SNOW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6"/>
          <p:cNvGrpSpPr>
            <a:grpSpLocks/>
          </p:cNvGrpSpPr>
          <p:nvPr/>
        </p:nvGrpSpPr>
        <p:grpSpPr bwMode="auto">
          <a:xfrm>
            <a:off x="-471488" y="-201613"/>
            <a:ext cx="10086976" cy="1828801"/>
            <a:chOff x="-114" y="3249"/>
            <a:chExt cx="6078" cy="1071"/>
          </a:xfrm>
        </p:grpSpPr>
        <p:sp>
          <p:nvSpPr>
            <p:cNvPr id="922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THERE'S POWER IN THE BLOOD POWER IN THE BLOOD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6"/>
          <p:cNvGrpSpPr>
            <a:grpSpLocks/>
          </p:cNvGrpSpPr>
          <p:nvPr/>
        </p:nvGrpSpPr>
        <p:grpSpPr bwMode="auto">
          <a:xfrm>
            <a:off x="855663" y="-201613"/>
            <a:ext cx="7432675" cy="1828801"/>
            <a:chOff x="-114" y="3249"/>
            <a:chExt cx="6078" cy="1071"/>
          </a:xfrm>
        </p:grpSpPr>
        <p:sp>
          <p:nvSpPr>
            <p:cNvPr id="1024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SIN'S STAINS ARE LOST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ITS LIFE GIVING FLOW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16"/>
          <p:cNvGrpSpPr>
            <a:grpSpLocks/>
          </p:cNvGrpSpPr>
          <p:nvPr/>
        </p:nvGrpSpPr>
        <p:grpSpPr bwMode="auto">
          <a:xfrm>
            <a:off x="-471488" y="-201613"/>
            <a:ext cx="10086976" cy="1828801"/>
            <a:chOff x="-114" y="3249"/>
            <a:chExt cx="6078" cy="1071"/>
          </a:xfrm>
        </p:grpSpPr>
        <p:sp>
          <p:nvSpPr>
            <p:cNvPr id="1126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THERE'S POWER IN THE BLOOD POWER IN THE BLOOD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6"/>
          <p:cNvGrpSpPr>
            <a:grpSpLocks/>
          </p:cNvGrpSpPr>
          <p:nvPr/>
        </p:nvGrpSpPr>
        <p:grpSpPr bwMode="auto">
          <a:xfrm>
            <a:off x="855663" y="-201613"/>
            <a:ext cx="7432675" cy="1828801"/>
            <a:chOff x="-114" y="3249"/>
            <a:chExt cx="6078" cy="1071"/>
          </a:xfrm>
        </p:grpSpPr>
        <p:sp>
          <p:nvSpPr>
            <p:cNvPr id="1229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 IS POWER, POWER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WONDER WORKING POWER 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708025" y="44450"/>
            <a:ext cx="7727950" cy="1384300"/>
            <a:chOff x="-114" y="3249"/>
            <a:chExt cx="6078" cy="1071"/>
          </a:xfrm>
        </p:grpSpPr>
        <p:sp>
          <p:nvSpPr>
            <p:cNvPr id="1331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THE BLOOD OF THE LAMB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16"/>
          <p:cNvGrpSpPr>
            <a:grpSpLocks/>
          </p:cNvGrpSpPr>
          <p:nvPr/>
        </p:nvGrpSpPr>
        <p:grpSpPr bwMode="auto">
          <a:xfrm>
            <a:off x="-88900" y="-201613"/>
            <a:ext cx="9321800" cy="1828801"/>
            <a:chOff x="-114" y="3249"/>
            <a:chExt cx="6078" cy="1071"/>
          </a:xfrm>
        </p:grpSpPr>
        <p:sp>
          <p:nvSpPr>
            <p:cNvPr id="1434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WOULD YOU DO SERVICE FOR JESUS YOUR KING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6"/>
          <p:cNvGrpSpPr>
            <a:grpSpLocks/>
          </p:cNvGrpSpPr>
          <p:nvPr/>
        </p:nvGrpSpPr>
        <p:grpSpPr bwMode="auto">
          <a:xfrm>
            <a:off x="-501650" y="-201613"/>
            <a:ext cx="10147300" cy="1828801"/>
            <a:chOff x="-114" y="3249"/>
            <a:chExt cx="6078" cy="1071"/>
          </a:xfrm>
        </p:grpSpPr>
        <p:sp>
          <p:nvSpPr>
            <p:cNvPr id="1536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THERE'S POWER IN THE BLOOD POWER IN THE BLOOD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6"/>
          <p:cNvGrpSpPr>
            <a:grpSpLocks/>
          </p:cNvGrpSpPr>
          <p:nvPr/>
        </p:nvGrpSpPr>
        <p:grpSpPr bwMode="auto">
          <a:xfrm>
            <a:off x="1416050" y="-201613"/>
            <a:ext cx="6311900" cy="1828801"/>
            <a:chOff x="-114" y="3249"/>
            <a:chExt cx="6078" cy="1071"/>
          </a:xfrm>
        </p:grpSpPr>
        <p:sp>
          <p:nvSpPr>
            <p:cNvPr id="1638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8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WOULD YOU LIFT DAVID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HIS PRAISES TO 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6"/>
          <p:cNvGrpSpPr>
            <a:grpSpLocks/>
          </p:cNvGrpSpPr>
          <p:nvPr/>
        </p:nvGrpSpPr>
        <p:grpSpPr bwMode="auto">
          <a:xfrm>
            <a:off x="530225" y="-201613"/>
            <a:ext cx="8083550" cy="1828801"/>
            <a:chOff x="-114" y="3249"/>
            <a:chExt cx="6078" cy="1071"/>
          </a:xfrm>
        </p:grpSpPr>
        <p:sp>
          <p:nvSpPr>
            <p:cNvPr id="1741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THERE'S WONDERFULL POWER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THE BLOOD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16"/>
          <p:cNvGrpSpPr>
            <a:grpSpLocks/>
          </p:cNvGrpSpPr>
          <p:nvPr/>
        </p:nvGrpSpPr>
        <p:grpSpPr bwMode="auto">
          <a:xfrm>
            <a:off x="855663" y="-201613"/>
            <a:ext cx="7432675" cy="1828801"/>
            <a:chOff x="-114" y="3249"/>
            <a:chExt cx="6078" cy="1071"/>
          </a:xfrm>
        </p:grpSpPr>
        <p:sp>
          <p:nvSpPr>
            <p:cNvPr id="1843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THERE IS POWER, POWER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WONDER WORKING POWER 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708025" y="44450"/>
            <a:ext cx="7727950" cy="1384300"/>
            <a:chOff x="-114" y="3249"/>
            <a:chExt cx="6078" cy="1071"/>
          </a:xfrm>
        </p:grpSpPr>
        <p:sp>
          <p:nvSpPr>
            <p:cNvPr id="1946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THE BLOOD OF THE LAMB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30163" y="44450"/>
            <a:ext cx="9083675" cy="1384300"/>
            <a:chOff x="-114" y="3249"/>
            <a:chExt cx="6078" cy="1071"/>
          </a:xfrm>
        </p:grpSpPr>
        <p:sp>
          <p:nvSpPr>
            <p:cNvPr id="2048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IN THE PRECIOUS BLOOD OF LAMB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145</Words>
  <Application>Microsoft Office PowerPoint</Application>
  <PresentationFormat>On-screen Show (4:3)</PresentationFormat>
  <Paragraphs>28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109</cp:revision>
  <dcterms:created xsi:type="dcterms:W3CDTF">2002-08-17T10:50:50Z</dcterms:created>
  <dcterms:modified xsi:type="dcterms:W3CDTF">2010-12-31T16:45:55Z</dcterms:modified>
</cp:coreProperties>
</file>