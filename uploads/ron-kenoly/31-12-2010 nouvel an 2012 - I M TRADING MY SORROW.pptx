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64" charset="0"/>
        <a:ea typeface="ＭＳ Ｐゴシック" pitchFamily="6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5" d="100"/>
          <a:sy n="85" d="100"/>
        </p:scale>
        <p:origin x="-177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4A1CB-EDE7-4D39-BFEE-FC2C0E89058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1CD74-6074-4B5C-918B-821C65B64E3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70CB35-7238-477E-9DD1-CD625526E57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2A827-4A43-47DA-A94E-65411884AD6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33F83E-9E88-4A9A-AC0B-E1669C369AB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3F5701-CF93-492E-BBD0-44AD023569D8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544943-591A-4832-948A-10F68D2BD9C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57EF9-F64F-47EC-A16B-B321953E237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4646BD-C7C1-4431-861C-A4AA92E5D37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53C244-4DBE-49F8-BAEA-2FC9E3D74E6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9EA2B1-FC74-44AE-B4C9-778357AC516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19193DB-406A-46C8-8FF6-A00757BD3551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TRADING MY SORROW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TRADING MY SHAME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LAYING IT DOWN FOR THE JOY OF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TRADING MY SICKNESS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TRADING MY PAIN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LAYING IT DOWN FOR THE JOY OF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AND WE SAY YES LORD YES LORD YES YES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YES LORD YES LORD YES YES LORD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YES LORD YES LORD YES YES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AMEN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PRESSED BUT NOT CRUSHED PERSECUTED NOT ABANDONED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STRUCK DOWN BUT NOT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I'M BLESSED BEYOND THE CURSE FOR HIS PROMISE WILL ENDURE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AND HIS JOY'S GONNA BE MY STRENGTH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THOUGH THE SORROW MAY LAST FOR THE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ＭＳ Ｐゴシック" pitchFamily="64" charset="-128"/>
              </a:rPr>
              <a:t>HIS JOY COMES WITH THE MORNING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90</Words>
  <Application>Microsoft Macintosh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Franklin Gothic Medium</vt:lpstr>
      <vt:lpstr>ＭＳ Ｐゴシック</vt:lpstr>
      <vt:lpstr>Arial</vt:lpstr>
      <vt:lpstr>Calibri</vt:lpstr>
      <vt:lpstr>Default Design</vt:lpstr>
      <vt:lpstr>I'M TRADING MY SORROW I'M TRADING MY SHAME</vt:lpstr>
      <vt:lpstr>I'M LAYING IT DOWN FOR THE JOY OF THE LORD</vt:lpstr>
      <vt:lpstr>I'M TRADING MY SICKNESS I'M TRADING MY PAIN</vt:lpstr>
      <vt:lpstr>I'M LAYING IT DOWN FOR THE JOY OF THE LORD</vt:lpstr>
      <vt:lpstr>AND WE SAY YES LORD YES LORD YES YES LORD</vt:lpstr>
      <vt:lpstr>YES LORD YES LORD YES YES LORD YES LORD YES LORD YES YES LORD</vt:lpstr>
      <vt:lpstr>AMEN</vt:lpstr>
      <vt:lpstr>I'M PRESSED BUT NOT CRUSHED PERSECUTED NOT ABANDONED </vt:lpstr>
      <vt:lpstr>STRUCK DOWN BUT NOT DESTROYED</vt:lpstr>
      <vt:lpstr>I'M BLESSED BEYOND THE CURSE FOR HIS PROMISE WILL ENDURE</vt:lpstr>
      <vt:lpstr>AND HIS JOY'S GONNA BE MY STRENGTH</vt:lpstr>
      <vt:lpstr>THOUGH THE SORROW MAY LAST FOR THE NIGHT</vt:lpstr>
      <vt:lpstr>HIS JOY COMES WITH THE MORNING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Igaur MPANDY</cp:lastModifiedBy>
  <cp:revision>72</cp:revision>
  <dcterms:created xsi:type="dcterms:W3CDTF">2002-08-17T10:50:50Z</dcterms:created>
  <dcterms:modified xsi:type="dcterms:W3CDTF">2011-12-31T15:56:26Z</dcterms:modified>
</cp:coreProperties>
</file>