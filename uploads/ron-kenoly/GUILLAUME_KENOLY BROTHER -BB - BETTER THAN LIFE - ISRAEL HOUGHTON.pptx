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7" r:id="rId3"/>
    <p:sldId id="428" r:id="rId4"/>
    <p:sldId id="426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CFFBA-2188-4BD8-AAEE-89161BC9B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29553-9C62-4B06-8199-4F67A391AB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2EC2A-AB6B-4521-AC4F-1A6B7C3E84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A8487-76FE-4C22-96D4-7097141DE7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A6148-4072-46A0-98C8-9C06A86720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4277E-216A-4799-B7DF-1B94C37C00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6C4B0-A916-435E-931C-A0094CA67E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F52D4-C777-4EB4-9AE0-D62C2A0E07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1DF13-79A2-4388-B99E-5942ACF32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06220-FEB7-4511-81BA-EB734A33A3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035AD-7C5D-44C9-B1D6-D4592B3381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D9130C4-7614-4972-A732-D23776B4E0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6"/>
          <p:cNvGrpSpPr>
            <a:grpSpLocks/>
          </p:cNvGrpSpPr>
          <p:nvPr/>
        </p:nvGrpSpPr>
        <p:grpSpPr bwMode="auto">
          <a:xfrm>
            <a:off x="827088" y="-201613"/>
            <a:ext cx="7489825" cy="1828801"/>
            <a:chOff x="-114" y="3249"/>
            <a:chExt cx="6078" cy="1071"/>
          </a:xfrm>
        </p:grpSpPr>
        <p:sp>
          <p:nvSpPr>
            <p:cNvPr id="20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LOVE IS EVERLASTING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IT'S AN EVERLASTING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611188" y="-201613"/>
            <a:ext cx="7921625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MERCY IS AS NEW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AS EVERY RISING OF THE SUN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6"/>
          <p:cNvGrpSpPr>
            <a:grpSpLocks/>
          </p:cNvGrpSpPr>
          <p:nvPr/>
        </p:nvGrpSpPr>
        <p:grpSpPr bwMode="auto">
          <a:xfrm>
            <a:off x="611188" y="-201613"/>
            <a:ext cx="7921625" cy="1828801"/>
            <a:chOff x="-114" y="3249"/>
            <a:chExt cx="6078" cy="1071"/>
          </a:xfrm>
        </p:grpSpPr>
        <p:sp>
          <p:nvSpPr>
            <p:cNvPr id="410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YOUR LOVING-KINDNESS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692275" y="44450"/>
            <a:ext cx="5759450" cy="1384300"/>
            <a:chOff x="-114" y="3249"/>
            <a:chExt cx="6078" cy="1071"/>
          </a:xfrm>
        </p:grpSpPr>
        <p:sp>
          <p:nvSpPr>
            <p:cNvPr id="512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395288" y="-201613"/>
            <a:ext cx="8353425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GRACE IS ALL SUFFICIENT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IT'S AN ALL SUFFICIENT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6"/>
          <p:cNvGrpSpPr>
            <a:grpSpLocks/>
          </p:cNvGrpSpPr>
          <p:nvPr/>
        </p:nvGrpSpPr>
        <p:grpSpPr bwMode="auto">
          <a:xfrm>
            <a:off x="395288" y="-201613"/>
            <a:ext cx="8353425" cy="1828801"/>
            <a:chOff x="-114" y="3249"/>
            <a:chExt cx="6078" cy="1071"/>
          </a:xfrm>
        </p:grpSpPr>
        <p:sp>
          <p:nvSpPr>
            <p:cNvPr id="717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POWER AND YOUR GLORY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ARE FOREVER ON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611188" y="-201613"/>
            <a:ext cx="7921625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YOUR LOVING-KINDNESS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692275" y="44450"/>
            <a:ext cx="5759450" cy="1384300"/>
            <a:chOff x="-114" y="3249"/>
            <a:chExt cx="6078" cy="1071"/>
          </a:xfrm>
        </p:grpSpPr>
        <p:sp>
          <p:nvSpPr>
            <p:cNvPr id="922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"/>
          <p:cNvGrpSpPr>
            <a:grpSpLocks/>
          </p:cNvGrpSpPr>
          <p:nvPr/>
        </p:nvGrpSpPr>
        <p:grpSpPr bwMode="auto">
          <a:xfrm>
            <a:off x="0" y="-201613"/>
            <a:ext cx="9144000" cy="1828801"/>
            <a:chOff x="-114" y="3249"/>
            <a:chExt cx="6078" cy="1071"/>
          </a:xfrm>
        </p:grpSpPr>
        <p:sp>
          <p:nvSpPr>
            <p:cNvPr id="1024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OH, OH, OH, IT'S BETTER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OH, OH, OH, IT'S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6"/>
          <p:cNvGrpSpPr>
            <a:grpSpLocks/>
          </p:cNvGrpSpPr>
          <p:nvPr/>
        </p:nvGrpSpPr>
        <p:grpSpPr bwMode="auto">
          <a:xfrm>
            <a:off x="395288" y="-201613"/>
            <a:ext cx="8353425" cy="1828801"/>
            <a:chOff x="-114" y="3249"/>
            <a:chExt cx="6078" cy="1071"/>
          </a:xfrm>
        </p:grpSpPr>
        <p:sp>
          <p:nvSpPr>
            <p:cNvPr id="1126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OH, OH, OH, SO MUCH BETTER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JESUS, 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692275" y="44450"/>
            <a:ext cx="5759450" cy="1384300"/>
            <a:chOff x="-114" y="3249"/>
            <a:chExt cx="6078" cy="1071"/>
          </a:xfrm>
        </p:grpSpPr>
        <p:sp>
          <p:nvSpPr>
            <p:cNvPr id="1229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6"/>
          <p:cNvGrpSpPr>
            <a:grpSpLocks/>
          </p:cNvGrpSpPr>
          <p:nvPr/>
        </p:nvGrpSpPr>
        <p:grpSpPr bwMode="auto">
          <a:xfrm>
            <a:off x="0" y="-201613"/>
            <a:ext cx="9144000" cy="1828801"/>
            <a:chOff x="-114" y="3249"/>
            <a:chExt cx="6078" cy="1071"/>
          </a:xfrm>
        </p:grpSpPr>
        <p:sp>
          <p:nvSpPr>
            <p:cNvPr id="1331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FAIREST OF TEN THOUSAND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OF TEN THOUSAND YOU ARE FAIR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6"/>
          <p:cNvGrpSpPr>
            <a:grpSpLocks/>
          </p:cNvGrpSpPr>
          <p:nvPr/>
        </p:nvGrpSpPr>
        <p:grpSpPr bwMode="auto">
          <a:xfrm>
            <a:off x="-323850" y="-201613"/>
            <a:ext cx="9791700" cy="1828801"/>
            <a:chOff x="-114" y="3249"/>
            <a:chExt cx="6078" cy="1071"/>
          </a:xfrm>
        </p:grpSpPr>
        <p:sp>
          <p:nvSpPr>
            <p:cNvPr id="1434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NOTHING IN THIS WORLD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COULD EVER MEASURE OR COMPARE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6"/>
          <p:cNvGrpSpPr>
            <a:grpSpLocks/>
          </p:cNvGrpSpPr>
          <p:nvPr/>
        </p:nvGrpSpPr>
        <p:grpSpPr bwMode="auto">
          <a:xfrm>
            <a:off x="900113" y="-201613"/>
            <a:ext cx="7343775" cy="1828801"/>
            <a:chOff x="-114" y="3249"/>
            <a:chExt cx="6078" cy="1071"/>
          </a:xfrm>
        </p:grpSpPr>
        <p:sp>
          <p:nvSpPr>
            <p:cNvPr id="1536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TO YOUR LOVING-KINDNESS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692275" y="44450"/>
            <a:ext cx="5759450" cy="1384300"/>
            <a:chOff x="-114" y="3249"/>
            <a:chExt cx="6078" cy="1071"/>
          </a:xfrm>
        </p:grpSpPr>
        <p:sp>
          <p:nvSpPr>
            <p:cNvPr id="1638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6"/>
          <p:cNvGrpSpPr>
            <a:grpSpLocks/>
          </p:cNvGrpSpPr>
          <p:nvPr/>
        </p:nvGrpSpPr>
        <p:grpSpPr bwMode="auto">
          <a:xfrm>
            <a:off x="-206375" y="-201613"/>
            <a:ext cx="9556750" cy="1828801"/>
            <a:chOff x="-114" y="3249"/>
            <a:chExt cx="6078" cy="1071"/>
          </a:xfrm>
        </p:grpSpPr>
        <p:sp>
          <p:nvSpPr>
            <p:cNvPr id="1741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ALL YOUR WAYS ARE JUST, OH LORD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YOU'RE JUST IN ALL YOUR 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6"/>
          <p:cNvGrpSpPr>
            <a:grpSpLocks/>
          </p:cNvGrpSpPr>
          <p:nvPr/>
        </p:nvGrpSpPr>
        <p:grpSpPr bwMode="auto">
          <a:xfrm>
            <a:off x="-206375" y="-201613"/>
            <a:ext cx="9556750" cy="1828801"/>
            <a:chOff x="-114" y="3249"/>
            <a:chExt cx="6078" cy="1071"/>
          </a:xfrm>
        </p:grpSpPr>
        <p:sp>
          <p:nvSpPr>
            <p:cNvPr id="1843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I WILL LIFT MY HANDS, OH LORD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GRATITUDE AND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6"/>
          <p:cNvGrpSpPr>
            <a:grpSpLocks/>
          </p:cNvGrpSpPr>
          <p:nvPr/>
        </p:nvGrpSpPr>
        <p:grpSpPr bwMode="auto">
          <a:xfrm>
            <a:off x="755650" y="-201613"/>
            <a:ext cx="7632700" cy="1828801"/>
            <a:chOff x="-114" y="3249"/>
            <a:chExt cx="6078" cy="1071"/>
          </a:xfrm>
        </p:grpSpPr>
        <p:sp>
          <p:nvSpPr>
            <p:cNvPr id="1946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FOR YOUR LOVING-KINDNESS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692275" y="44450"/>
            <a:ext cx="5759450" cy="1384300"/>
            <a:chOff x="-114" y="3249"/>
            <a:chExt cx="6078" cy="1071"/>
          </a:xfrm>
        </p:grpSpPr>
        <p:sp>
          <p:nvSpPr>
            <p:cNvPr id="2048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IS 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16"/>
          <p:cNvGrpSpPr>
            <a:grpSpLocks/>
          </p:cNvGrpSpPr>
          <p:nvPr/>
        </p:nvGrpSpPr>
        <p:grpSpPr bwMode="auto">
          <a:xfrm>
            <a:off x="395288" y="-201613"/>
            <a:ext cx="8353425" cy="1828801"/>
            <a:chOff x="-114" y="3249"/>
            <a:chExt cx="6078" cy="1071"/>
          </a:xfrm>
        </p:grpSpPr>
        <p:sp>
          <p:nvSpPr>
            <p:cNvPr id="2150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JESUS, YOUR LOVING-KINDNESS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IS BETTER THAN LIFE ITSELF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16"/>
          <p:cNvGrpSpPr>
            <a:grpSpLocks/>
          </p:cNvGrpSpPr>
          <p:nvPr/>
        </p:nvGrpSpPr>
        <p:grpSpPr bwMode="auto">
          <a:xfrm>
            <a:off x="395288" y="-201613"/>
            <a:ext cx="8353425" cy="1828801"/>
            <a:chOff x="-114" y="3249"/>
            <a:chExt cx="6078" cy="1071"/>
          </a:xfrm>
        </p:grpSpPr>
        <p:sp>
          <p:nvSpPr>
            <p:cNvPr id="2253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BETTER THAN LIFE ITSELF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JESUS, YOUR LOVING-KINDNESS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16"/>
          <p:cNvGrpSpPr>
            <a:grpSpLocks/>
          </p:cNvGrpSpPr>
          <p:nvPr/>
        </p:nvGrpSpPr>
        <p:grpSpPr bwMode="auto">
          <a:xfrm>
            <a:off x="755650" y="-201613"/>
            <a:ext cx="7632700" cy="1828801"/>
            <a:chOff x="-114" y="3249"/>
            <a:chExt cx="6078" cy="1071"/>
          </a:xfrm>
        </p:grpSpPr>
        <p:sp>
          <p:nvSpPr>
            <p:cNvPr id="2355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IS BETTER THAN LIFE ITSELF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BETTER THAN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181</Words>
  <Application>Microsoft Office PowerPoint</Application>
  <PresentationFormat>On-screen Show (4:3)</PresentationFormat>
  <Paragraphs>39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100</cp:revision>
  <dcterms:created xsi:type="dcterms:W3CDTF">2002-08-17T10:50:50Z</dcterms:created>
  <dcterms:modified xsi:type="dcterms:W3CDTF">2010-12-31T15:38:42Z</dcterms:modified>
</cp:coreProperties>
</file>