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294" r:id="rId21"/>
    <p:sldId id="295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304" r:id="rId31"/>
    <p:sldId id="305" r:id="rId32"/>
    <p:sldId id="306" r:id="rId33"/>
    <p:sldId id="307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1" r:id="rId45"/>
    <p:sldId id="308" r:id="rId46"/>
    <p:sldId id="280" r:id="rId47"/>
    <p:sldId id="282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-112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-112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-112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-112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-112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-112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-112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-112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87" autoAdjust="0"/>
    <p:restoredTop sz="94660"/>
  </p:normalViewPr>
  <p:slideViewPr>
    <p:cSldViewPr>
      <p:cViewPr varScale="1">
        <p:scale>
          <a:sx n="41" d="100"/>
          <a:sy n="41" d="100"/>
        </p:scale>
        <p:origin x="-96" y="-7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CE0763-D912-4A32-BC14-BDE6531D27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AE9E47-37E8-4158-910F-7B3B77D10E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C3F8A1-8499-43CD-AA49-536CAD3FB4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0DD40-A1FE-43E7-93FF-877CA2C6B2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61B5A-279F-42F4-98D1-021FBBFEA9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3DEEF6-C044-4FFA-8FE2-71F8214A89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4E552E-EA5E-4B6B-BB2D-5669B36999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87C1E-15A8-4D1F-A8AD-368547EBD1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9EBDF-45EE-4E4B-8A78-A89A273462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DB881-F618-42A8-9427-EFB0A29BAF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5A0913-5EDD-437D-87E9-282BB32634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CCB3730C-E8B5-40CF-9C2A-98966AE8C7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IL A  TRANSFORMÉ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MES LARMES EN DANSES DE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EFFACÉ MES PEINES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COMMENT LE CACHER</a:t>
            </a: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CHANTERAI SA JOIE EN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LÀ OÙ RÉGNAIT LA DOULEUR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SA MAIN M’A DÉLIVRÉ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QUAND LE MAL RONGEAIT MON COEUR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SON ESPRIT M’A CONSOLÉ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SENS SON MERVEILLEUX AMOUR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PERCER MA TRISTESSE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VOIS VENIR UN NOUVEAU JOUR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ET VIENT AVEC LUI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SA PLEINE ALLÉGRESSE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IL A TRANSFORMÉ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MES LARMES EN DANSES DE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EFFACÉ MES PEINES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COMMENT LE CACHER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CHANTERAI SA JOIE EN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LÀ OÙ RÉGNAIT LA DOULEUR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SA MAIN M’A DÉLIVRÉ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QUAND LE MAL RONGEAIT MON COEUR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SON ESPRIT M’A CONSOLÉ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SENS TON MERVEILLEUX AMOUR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PERCER MA TRISTESSE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VOIS VENIR UN NOUVEAU JOUR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ET VIENT AVEC LUI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TA PLEINE ALLÉGRESSE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TU AS  TRANSFORMÉ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MES LARMES EN DANSES DE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EFFACÉ MES PEINES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COMMENT LE CACHER</a:t>
            </a: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CHANTERAI TA JOIE EN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TA COLÈRE NE DURE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QU’UN INSTANT Ô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MAIS TA FAVEUR EST LÀ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POUR L’ÉTERNITÉ ELLE ME SUIVRA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WHERE THERE ONCE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WAS ONLY HURT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HE GAVE HIS HEALING HAND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WHERE THERE ONCE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WAS ONLY PAIN</a:t>
            </a:r>
            <a:endParaRPr lang="fr-FR" sz="4000" dirty="0">
              <a:solidFill>
                <a:schemeClr val="bg1"/>
              </a:solidFill>
              <a:latin typeface="+mj-lt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HE BROUGHT COMFORT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LIKE A FRIEND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I FEEL THE SWEETNESS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OF HIS LOVE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PIERCING MY DARKNESS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I SEE THE BRIGHT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AND MORNING SUN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AS IT USHERS IN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HIS JOYFUL GLADNESS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YOU’VE </a:t>
            </a: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TURNED MY MOURNING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INTO DANCING AGAIN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YOU’VE </a:t>
            </a: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LIFTED MY SORROWS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CAN'T STAY SILENT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I MUST SING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FOR HIS JOY HAS COME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WHERE THERE ONCE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WAS ONLY HURT</a:t>
            </a:r>
            <a:endParaRPr lang="fr-FR" sz="4000" dirty="0">
              <a:solidFill>
                <a:schemeClr val="bg1"/>
              </a:solidFill>
              <a:latin typeface="+mn-lt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YOU GAVE YOUR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HEALING HAND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WHERE THE ONCE 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WAS ONLY PAIN </a:t>
            </a:r>
          </a:p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YOU BROUGHT COMFORT 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LIKE A FRIEND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9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FEEL THE SWEETNESS 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OF YOUR LOVE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PIERCING MY DARKNESS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SEE THE BRIGHT 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AND MORNING SUN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AS IT USHERS IN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YOUR JOYFUL GLADNESS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YOU’VE TURNED MY MOURNING 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INTO DANCING AGAIN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5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YOU’VE LIFTED MY SORROWS 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AND I CAN'T STAY SILENT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MUST SING 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FOR YOUR JOY HAS COME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0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YOUR ANGER LASTS 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FOR A MOMENT IN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BUT YOUR FAVOR IS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AND WILL BE FOR ME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 FOR ALL MY LIFE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YOU’VE </a:t>
            </a: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TURNED MY MOURNING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INTO DANCING AGAIN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YOU’VE </a:t>
            </a: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LIFTED MY SORROWS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CAN'T STAY SILENT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I MUST SING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FOR HIS JOY HAS COME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HE’S </a:t>
            </a: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TURNED MY MOURNING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INTO DANCING AGAIN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HE’S </a:t>
            </a: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LIFTED MY SORROWS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CAN'T STAY SILENT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I MUST SING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FOR HIS JOY HAS COME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371</Words>
  <Application>Microsoft Office PowerPoint</Application>
  <PresentationFormat>On-screen Show (4:3)</PresentationFormat>
  <Paragraphs>96</Paragraphs>
  <Slides>55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55</vt:i4>
      </vt:variant>
    </vt:vector>
  </HeadingPairs>
  <TitlesOfParts>
    <vt:vector size="61" baseType="lpstr">
      <vt:lpstr>Franklin Gothic Medium</vt:lpstr>
      <vt:lpstr>ＭＳ Ｐゴシック</vt:lpstr>
      <vt:lpstr>Arial</vt:lpstr>
      <vt:lpstr>Calibri</vt:lpstr>
      <vt:lpstr>Times New Roman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  <vt:lpstr>Diapositive 52</vt:lpstr>
      <vt:lpstr>Diapositive 53</vt:lpstr>
      <vt:lpstr>Diapositive 54</vt:lpstr>
      <vt:lpstr>Diapositive 55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67</cp:revision>
  <dcterms:created xsi:type="dcterms:W3CDTF">2010-10-18T20:00:07Z</dcterms:created>
  <dcterms:modified xsi:type="dcterms:W3CDTF">2010-12-31T22:34:36Z</dcterms:modified>
</cp:coreProperties>
</file>