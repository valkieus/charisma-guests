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0" r:id="rId2"/>
    <p:sldId id="311" r:id="rId3"/>
    <p:sldId id="312" r:id="rId4"/>
    <p:sldId id="313" r:id="rId5"/>
    <p:sldId id="314" r:id="rId6"/>
    <p:sldId id="315" r:id="rId7"/>
    <p:sldId id="316" r:id="rId8"/>
    <p:sldId id="317" r:id="rId9"/>
    <p:sldId id="295" r:id="rId10"/>
    <p:sldId id="302" r:id="rId11"/>
    <p:sldId id="296" r:id="rId12"/>
    <p:sldId id="297" r:id="rId13"/>
    <p:sldId id="298" r:id="rId14"/>
    <p:sldId id="299" r:id="rId15"/>
    <p:sldId id="300" r:id="rId16"/>
    <p:sldId id="303" r:id="rId17"/>
    <p:sldId id="318" r:id="rId18"/>
    <p:sldId id="309" r:id="rId19"/>
    <p:sldId id="301" r:id="rId20"/>
    <p:sldId id="304" r:id="rId21"/>
    <p:sldId id="319" r:id="rId22"/>
    <p:sldId id="320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37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628F16-2655-4CE9-89CC-6356C0D3CF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CA0A1F-8F96-4379-A119-5906DA1A57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B90C6-916A-4004-95C6-70051E9670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FF6104-0DEF-48A5-808B-74DCDDD88C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FC0F07-E827-4298-8702-2B418DB4ACF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954981-A0A9-4637-A6B2-EF2AAF7A7A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AB4DA-178F-4766-8F44-AFD927D721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CD0782-9AA6-4862-8E1E-B38B124EE5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4ACCA-2D14-4DDD-B982-9BE4E945A4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4049B9-1DAD-4411-B10B-328B340A31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D7A7D6-A1E6-4F11-9D3C-6CDF333C0A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CC8F1B6-92DD-4C12-AD7C-3E0D340F86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JE SUIS SÛR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DE SON AMOUR POUR MOI</a:t>
            </a: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MON JÉSUS EST POUR MOI </a:t>
            </a:r>
            <a:r>
              <a:rPr lang="en-US" sz="4000">
                <a:solidFill>
                  <a:schemeClr val="bg1"/>
                </a:solidFill>
              </a:rPr>
              <a:t/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SA PRÉSENCE EN MOI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ME REND PLUS FORT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IL EST LÀ POUR MOI </a:t>
            </a:r>
            <a:r>
              <a:rPr lang="en-US" sz="4000">
                <a:solidFill>
                  <a:schemeClr val="bg1"/>
                </a:solidFill>
              </a:rPr>
              <a:t/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PAS DE PEUR, NI DE TROUBLE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EN JÉSUS, JE ME TIENS SUR LE ROCHER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JE SUIS SÛR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DE SON AMOUR POUR MOI</a:t>
            </a: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IL EST LÀ POUR MOI </a:t>
            </a:r>
            <a:r>
              <a:rPr lang="en-US" sz="4000">
                <a:solidFill>
                  <a:schemeClr val="bg1"/>
                </a:solidFill>
              </a:rPr>
              <a:t/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LE SEIGNEUR EST LÀ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IL EST LÀ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 HAVE KNOWN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THE FATHER’S CARE FOR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HE’S BEEN GOOD, HE’S BEEN GOOD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THROUGH IT ALL HE’S ALWAYS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THERE FOR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GOD’S BEEN GOOD TO 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fr-FR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THROUGH THE STORMS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THROUGH THE NIGHT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COME WHAT MAY EVERYTHING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WILL BE ALL RIGHT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 HAVE KNOWN THE FATHER’S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CARE FOR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GOD’S BEEN GOOD TO 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HE’S BEEN GOOD TO 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HE’S BEEN GOOD SO GOOD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GOD’S BEEN GOOD TO 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HE’S BEEN SO GOOD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GOD’S BEEN GOOD TO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GOOD SO GOOD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GOD’S BEEN GOOD TO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HE’S BEEN GOOD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HE’S BEEN GOOD TO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GOD’S BEEN GOOD TO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164</Words>
  <Application>Microsoft Office PowerPoint</Application>
  <PresentationFormat>On-screen Show (4:3)</PresentationFormat>
  <Paragraphs>71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7" baseType="lpstr">
      <vt:lpstr>Franklin Gothic Medium</vt:lpstr>
      <vt:lpstr>ＭＳ Ｐゴシック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82</cp:revision>
  <dcterms:created xsi:type="dcterms:W3CDTF">2010-10-18T20:00:07Z</dcterms:created>
  <dcterms:modified xsi:type="dcterms:W3CDTF">2010-11-07T15:42:17Z</dcterms:modified>
</cp:coreProperties>
</file>