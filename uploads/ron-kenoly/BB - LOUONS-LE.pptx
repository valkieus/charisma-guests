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1" r:id="rId4"/>
    <p:sldId id="278" r:id="rId5"/>
    <p:sldId id="272" r:id="rId6"/>
    <p:sldId id="273" r:id="rId7"/>
    <p:sldId id="274" r:id="rId8"/>
    <p:sldId id="275" r:id="rId9"/>
    <p:sldId id="276" r:id="rId10"/>
    <p:sldId id="283" r:id="rId11"/>
    <p:sldId id="277" r:id="rId12"/>
    <p:sldId id="280" r:id="rId13"/>
    <p:sldId id="281" r:id="rId14"/>
    <p:sldId id="282" r:id="rId15"/>
    <p:sldId id="258" r:id="rId16"/>
    <p:sldId id="259" r:id="rId17"/>
    <p:sldId id="260" r:id="rId18"/>
    <p:sldId id="261" r:id="rId19"/>
    <p:sldId id="262" r:id="rId20"/>
    <p:sldId id="263" r:id="rId21"/>
    <p:sldId id="279" r:id="rId22"/>
    <p:sldId id="264" r:id="rId23"/>
    <p:sldId id="265" r:id="rId24"/>
    <p:sldId id="266" r:id="rId25"/>
    <p:sldId id="267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CB829-7425-4F55-9EBE-DBEEB84967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A54C0-B1E7-4766-BFDF-7D75BEC391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5FE82-8CCD-4B15-AAB8-105DD14299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AAD7A-0838-4A29-9F58-F69164B15F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33506-E625-425C-AAA3-04C67762D9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F240B-5E39-4F77-B035-8554B46737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FCF65-21EC-41B7-9BB4-89DC485571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318A4-F2C8-44AF-9F0D-EDC0DE9001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A99C5-ED22-4A9F-8530-7AD3B16CE0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0489B-F74D-40A3-B51F-9AAEFD83B3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04E89-4F89-49ED-AAA3-55FFD59267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AE00C47-5B99-467D-8B65-A484E49B00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JE VIENDRAI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DANS TA PRÉSENCE Ô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AVEC MES MAINS BIEN LEVÉES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JE CHANTERAI TON NOM MERVEILLEUX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À JAMAIS, JE TE LOUERAI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TOUTE MA VIE, JE TE GLORIFIERAI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DE LA HONTE, TU  M’AS SAUVÉ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NÉ DE NOUVEAU, TU M’AS JUSTIFIÉ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À JAMAIS, JE TE LOUERAI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QUE SON NOM SOIT ÉLEVÉ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SON NOM SOIT EXALTÉ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QUE SON NOM SOIT ÉLEVÉ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TOUTE L’ÉTERNITÉ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LOUE SON NOM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 SEIGNEUR SOIT ÉLEVÉ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LOUE SON NOM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EXALTE SA MAJESTÉ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LOUE SON NOM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 SEIGNEUR SOIT ÉLEVÉ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TOUTE L’ÉTERNITÉ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I WILL COME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</a:rPr>
              <a:t>INTO YOUR PRESENCE,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WITH THE SACRIFICE OF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WITH A SONG, I WILL EXALT YOU, 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BLESSED BE YOUR HOLY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 WILL GIVE YOU ALL THE GLORY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YOU DELIVERED ME FROM SHAME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I’M CREATED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IN YOUR RIGHTEOUSNESS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BLESSED BE YOUR HOLY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LIFT HIM UP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NAME BE LIFTED HIGHER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LIFT HIM UP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EXALT HIS HOLY NAME</a:t>
            </a:r>
            <a:endParaRPr lang="fr-FR" sz="40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LIFT HIM UP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HIS NAME BE LIFTED HIGHER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2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EXALT HIS HOLY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170</Words>
  <Application>Microsoft Office PowerPoint</Application>
  <PresentationFormat>On-screen Show (4:3)</PresentationFormat>
  <Paragraphs>64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64</cp:revision>
  <dcterms:created xsi:type="dcterms:W3CDTF">2010-10-18T20:00:07Z</dcterms:created>
  <dcterms:modified xsi:type="dcterms:W3CDTF">2010-11-07T15:14:53Z</dcterms:modified>
</cp:coreProperties>
</file>