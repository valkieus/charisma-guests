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946CD-CC0D-4C10-8837-7B3C56A8BB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B7B99-BD57-4762-9316-C67D471967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E14D9-A12A-44C2-926D-60047DCA7C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E01EBC-043A-4A98-9146-87894C9BD7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D936B-1141-4117-ADE6-843A40E3EC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4A347-6905-4036-8DE2-E1964153DF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9E102-E030-4DEC-852C-3023257D70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9A4E0-9216-4640-BC55-E488215806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46705-6727-4C9D-9ECF-3AEF08D824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E8792-26C7-463B-92C3-7CCE0461EA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44E7B-CAE1-4EB8-87D7-58F6A36CE5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992B5F3-AEE1-4E1A-923F-7D7E08F5F7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C’EST NOTRE SAISON DE JUBILÉ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LE TEMPS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POUR LOUER ET CÉLÉBRER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REMERCIER DIEU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POUR CE QU’IL A FAIT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 OH, C’EST NOTRE ANNÉE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DE JUBILÉ</a:t>
            </a:r>
          </a:p>
          <a:p>
            <a:pPr algn="ctr">
              <a:lnSpc>
                <a:spcPct val="110000"/>
              </a:lnSpc>
            </a:pPr>
            <a:endParaRPr lang="en-GB" sz="36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FRAPPE DES MAINS ET DANSE                QUE CHACUN LOUE LE SEIGNEUR                                                 FRAPPE DES MAINS ET DANSE                                                   POUSSE UN CRI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POUR LE SEIGNEUR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CE QUI A ÉTÉ VOLÉ CETTE ANNÉE ME REVIENDRA                                PÈRE ET MÈRE, SŒUR ET FRÈRE SERONT DANS LA JOIE                             CE QUI A ÉTÉ VOLÉ CETTE ANNÉE ME REVIENDRA                                  JE CHANTERAI, CÉLÉBRERAI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07" charset="0"/>
              </a:rPr>
              <a:t> LA VICTOIRE À CHAQUE PAS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THIS IS THE SEASON OF JUBILEE 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SINGING AND DANCING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 FOR YOU AND ME 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THANKING AND PRAISING BECAUSE WE’RE FREE 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OH, THIS IS THE YEAR OF JUBILEE 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/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PUT YOUR HANDS TOGETHER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EVERYBODY PRAISE THE LORD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PUT YOUR HANDS TOGETHER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SING AND SHOUT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 AND PRAISE THE LORD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EVERYTHING THAT WAS STOLEN SHALL BE RETURNED UNTO ME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MOTHER, FATHER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SISTER, BROTHER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 THEY WILL ALL GO FREE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EVERYTHING THAT WAS STOLEN SHALL BE RETURNED UNTO ME</a:t>
            </a:r>
            <a:br>
              <a:rPr lang="en-US" sz="36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SINGING, DANCING, PRAISING SHOUTING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 INCREASE AND VICTORY</a:t>
            </a:r>
          </a:p>
          <a:p>
            <a:pPr algn="ctr">
              <a:lnSpc>
                <a:spcPct val="110000"/>
              </a:lnSpc>
            </a:pPr>
            <a:r>
              <a:rPr lang="en-US" sz="1000">
                <a:solidFill>
                  <a:schemeClr val="bg1"/>
                </a:solidFill>
                <a:latin typeface="Arial Black" pitchFamily="-107" charset="0"/>
              </a:rPr>
              <a:t/>
            </a:r>
            <a:br>
              <a:rPr lang="en-US" sz="10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600">
                <a:solidFill>
                  <a:schemeClr val="bg1"/>
                </a:solidFill>
                <a:latin typeface="Arial Black" pitchFamily="-107" charset="0"/>
              </a:rPr>
              <a:t>THIS IS THE SEASON OF JUBILEE!!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105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73</cp:revision>
  <dcterms:created xsi:type="dcterms:W3CDTF">2002-08-17T10:50:50Z</dcterms:created>
  <dcterms:modified xsi:type="dcterms:W3CDTF">2010-11-06T09:39:42Z</dcterms:modified>
</cp:coreProperties>
</file>