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58738" autoAdjust="0"/>
  </p:normalViewPr>
  <p:slideViewPr>
    <p:cSldViewPr>
      <p:cViewPr varScale="1">
        <p:scale>
          <a:sx n="61" d="100"/>
          <a:sy n="61" d="100"/>
        </p:scale>
        <p:origin x="137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8B9485-F624-41D6-B18C-8508718733E2}" type="datetimeFigureOut">
              <a:rPr lang="fr-FR"/>
              <a:pPr>
                <a:defRPr/>
              </a:pPr>
              <a:t>19/10/2024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A2F374E-F32E-4573-BF39-6EF23835A8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dirty="0" smtClean="0"/>
              <a:t>1-  </a:t>
            </a:r>
            <a:r>
              <a:rPr lang="fr-FR" sz="1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ALPHA AND OMEGA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l’Alpha et l’Oméga ]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51732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48031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43762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45547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39002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2CF38-71AF-4140-B6F4-FA9E65E074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A712A-C5E5-440D-A09B-55F0DF2D611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A9F27-3D21-4C69-AC7B-BC67C6CCA84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ECE6C-8D89-41B9-AF8C-2EAE3454FED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C51CD-804A-49EE-907B-6A2796CF95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FFD66-B8BF-484B-9FD1-A1FFEDCDEF0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25E27-E10F-4FE2-912D-ABFF13EA75A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3F77F-2F87-4EC3-A5BD-D91FFA7A66D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FDB65-DAE3-4125-8BAF-E5CC9439B6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62A46-0D04-47A2-9FE7-B6F7A20A41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33BE-BC39-4AAA-B4BE-07B099DF4A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FE21A37-0EE2-46C8-A3DB-A351D7DD64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ALPHA AND OMEGA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l’Alpha et l’Oméga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WORSHIP YOU OUR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T’adorons Seigneur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86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WORTHY TO BE PRAISED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digne d’être loué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06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GIVE YOU ALL THE GLORY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Te donnons toute la gloire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65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WORSHIP YOU OUR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T’adorons Seigneur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65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WORTHY TO BE PRAISED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digne d’être loué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98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448</Words>
  <Application>Microsoft Office PowerPoint</Application>
  <PresentationFormat>Affichage à l'écran (4:3)</PresentationFormat>
  <Paragraphs>70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41</cp:revision>
  <dcterms:created xsi:type="dcterms:W3CDTF">2002-08-17T11:00:44Z</dcterms:created>
  <dcterms:modified xsi:type="dcterms:W3CDTF">2024-10-19T16:10:06Z</dcterms:modified>
</cp:coreProperties>
</file>