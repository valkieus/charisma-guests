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4" autoAdjust="0"/>
    <p:restoredTop sz="36864" autoAdjust="0"/>
  </p:normalViewPr>
  <p:slideViewPr>
    <p:cSldViewPr>
      <p:cViewPr varScale="1">
        <p:scale>
          <a:sx n="37" d="100"/>
          <a:sy n="37" d="100"/>
        </p:scale>
        <p:origin x="5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12/08/2023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72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685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41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112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360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6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523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903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142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5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572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584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3-  ICI MAINTENANT NOUS DÉCLARONS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4-  SEIGNEUR DE GLOIRE, VIENS RÉGNER 
	5-  NOUS DÉSIRONS TE VOIR  x2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14-  CHANTE ALLÉLUIA DANSE DANS SA PRÉSENCE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CETTE TERRE, PROSTERNÉE CRIERA :  TU ES DIEU 
2-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:
	3-  ICI MAINTENANT NOUS DÉCLARONS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Refrain :
	4-  SEIGNEUR DE GLOIRE, VIENS RÉGNER 
	5-  NOUS DÉSIRONS TE VOIR  x2     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Couplet :
6-  CETTE TERRE, PROSTERNÉE CRIERA :  TU ES DIEU 
7-  TOUS LES HOMMES, PROSTERNÉS CRIERONT : TU ES ROI 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	Pré-refrain 2 :
	8-  ICI MAINTENANT IMPATIEMMENT 
	9-  NOUS LOUONS TON NOM VICTORIEUX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1 :
10-  NOUS CHANTERONS ALLÉLUIA JUSQU’À TON RETOUR 
11-  NOUS DANSERONS DANS TA PRÉSENCE JUSQU’À TON RETOUR 
12-  NOUS CHANTERONS ALLÉLUIA  JUSQU’À TON RETOUR                  
13-  NOUS DANSERONS DANS TA PRÉSENCE JUSQU’À TON RETOUR 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2 :
14-  CHANTE ALLÉLUIA DANSE DANS SA PRÉSENCE 
</a:t>
            </a: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482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CETTE TERRE, PROSTERNÉE CRIERA :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 TU ES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TOUS LES HOMMES, PROSTERNÉS CRIERONT : TU ES ROI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952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ICI MAINTENANT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DÉCLARONS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423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SEIGNEUR DE GLOIRE, VIENS RÉGNER</a:t>
            </a:r>
          </a:p>
        </p:txBody>
      </p:sp>
    </p:spTree>
    <p:extLst>
      <p:ext uri="{BB962C8B-B14F-4D97-AF65-F5344CB8AC3E}">
        <p14:creationId xmlns:p14="http://schemas.microsoft.com/office/powerpoint/2010/main" val="17447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DÉSIRONS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054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CETTE TERRE, PROSTERNÉE CRIERA :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 TU ES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341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TOUS LES HOMMES, PROSTERNÉS CRIERONT : TU ES ROI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60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ICI MAINTENANT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IMPATIEMMENT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596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LOUONS TON NOM VICTORIEUX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67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CHANTERONS ALLÉLUIA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JUSQU’À TON RETOUR</a:t>
            </a:r>
          </a:p>
        </p:txBody>
      </p:sp>
    </p:spTree>
    <p:extLst>
      <p:ext uri="{BB962C8B-B14F-4D97-AF65-F5344CB8AC3E}">
        <p14:creationId xmlns:p14="http://schemas.microsoft.com/office/powerpoint/2010/main" val="96542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DANSERONS DANS TA PRÉSENCE JUSQU’À TON RETOUR</a:t>
            </a:r>
          </a:p>
        </p:txBody>
      </p:sp>
    </p:spTree>
    <p:extLst>
      <p:ext uri="{BB962C8B-B14F-4D97-AF65-F5344CB8AC3E}">
        <p14:creationId xmlns:p14="http://schemas.microsoft.com/office/powerpoint/2010/main" val="985018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CHANTERONS ALLÉLUIA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 JUSQU’À TON RETOUR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35224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NOUS DANSERONS DANS TA PRÉSENCE JUSQU’À TON RETOUR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422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CHANTE ALLÉLUIA</a:t>
            </a:r>
          </a:p>
          <a:p>
            <a:pPr lvl="0"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n-ea"/>
              </a:rPr>
              <a:t>DANSE DANS SA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193806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433</Words>
  <Application>Microsoft Office PowerPoint</Application>
  <PresentationFormat>Affichage à l'écran (4:3)</PresentationFormat>
  <Paragraphs>413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ＭＳ Ｐゴシック</vt:lpstr>
      <vt:lpstr>Calibri</vt:lpstr>
      <vt:lpstr>Franklin Gothic Medium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2011-01-30T10:04:33Z</dcterms:created>
  <dcterms:modified xsi:type="dcterms:W3CDTF">2023-08-11T23:28:53Z</dcterms:modified>
</cp:coreProperties>
</file>