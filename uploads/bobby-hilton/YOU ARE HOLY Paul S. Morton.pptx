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81" r:id="rId3"/>
    <p:sldId id="272" r:id="rId4"/>
    <p:sldId id="282" r:id="rId5"/>
    <p:sldId id="275" r:id="rId6"/>
    <p:sldId id="276" r:id="rId7"/>
    <p:sldId id="283" r:id="rId8"/>
    <p:sldId id="284" r:id="rId9"/>
    <p:sldId id="285" r:id="rId10"/>
    <p:sldId id="28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2559" autoAdjust="0"/>
  </p:normalViewPr>
  <p:slideViewPr>
    <p:cSldViewPr>
      <p:cViewPr varScale="1">
        <p:scale>
          <a:sx n="43" d="100"/>
          <a:sy n="43" d="100"/>
        </p:scale>
        <p:origin x="90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237344D-C823-4C13-8AB1-1F11D5B04CEB}" type="datetimeFigureOut">
              <a:rPr lang="fr-FR"/>
              <a:pPr>
                <a:defRPr/>
              </a:pPr>
              <a:t>12/08/2023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14C5E56-CDAA-42FB-B314-3070220602C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5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5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5844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3817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6200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6585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5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00491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5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12499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91003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YOU ARE HOLY  LORD OF GLORY 
2-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
3-  ALL CREATION  BOW BEFORE YOU 
4-  WE ACKNOWLEDGE  YOUR SOVEREIGNTY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
5-  IT'S YOU LORD  IT'S YOU WE WORSHIP 
6-  IT'S YOU LORD  IT'S YOU WE PRAISE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
7-  YOU ARE HOLY  LORD OF GLORY 
8-  FILLED WITH SPLENDOR  AND MAJESTY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
9-  ALL CREATION  BOW BEFORE YOU 
10-  WE ACKNOWLEDGE  YOUR SOVEREIGNTY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YOU ARE HOLY  LORD OF GLORY 
2-  FILLED WITH SPLENDOR  AND MAJESTY </a:t>
            </a:r>
          </a:p>
          <a:p>
            <a:r>
              <a:rPr lang="en-US" smtClean="0"/>
              <a:t>
3-  ALL CREATION  BOW BEFORE YOU 
4-  WE ACKNOWLEDGE  YOUR SOVEREIGNTY         x2</a:t>
            </a:r>
          </a:p>
          <a:p>
            <a:r>
              <a:rPr lang="en-US" smtClean="0"/>
              <a:t> 
5-  IT'S YOU LORD  IT'S YOU WE WORSHIP 
6-  IT'S YOU LORD  IT'S YOU WE PRAISE                  x2</a:t>
            </a:r>
          </a:p>
          <a:p>
            <a:r>
              <a:rPr lang="en-US" smtClean="0"/>
              <a:t>
7-  YOU ARE HOLY  LORD OF GLORY 
8-  FILLED WITH SPLENDOR  AND MAJESTY </a:t>
            </a:r>
          </a:p>
          <a:p>
            <a:r>
              <a:rPr lang="en-US" smtClean="0"/>
              <a:t>
9-  ALL CREATION  BOW BEFORE YOU 
10-  WE ACKNOWLEDGE  YOUR SOVEREIGNTY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68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E529D-C155-427C-9281-287D3587E53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28F8D-0C0B-47F9-8396-6814531091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16A91-99B1-424F-B88B-4D5C961A45F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9FBA1-EFBA-4C88-A40F-8011C44528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E14EE-6365-44AD-B8D1-34710B2C87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477E9-0D2B-4AF4-9D79-906642BACF5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1339B-D696-4C27-B405-5CEB8CA751F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06EA4-0C0A-4CE7-AF4A-AC5D043F033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17466-1F0B-4E49-948E-32E154D0A7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FB7D9-96B0-4AA9-B091-982EC86EA4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EC83F-D31E-46AA-992A-C6DA263A1D8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47D69F8-E11A-4030-80D9-17185BABE6F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HOLY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OF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GLORY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WITH SPLENDOR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MAJESTY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6721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 CREATION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BOW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BEFORE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ACKNOWLEDGE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SOVEREIGNTY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4414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IT'S YOU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IT'S YOU WE WORSHIP</a:t>
            </a:r>
          </a:p>
        </p:txBody>
      </p:sp>
    </p:spTree>
    <p:extLst>
      <p:ext uri="{BB962C8B-B14F-4D97-AF65-F5344CB8AC3E}">
        <p14:creationId xmlns:p14="http://schemas.microsoft.com/office/powerpoint/2010/main" val="38502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IT'S YOU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IT'S YOU WE PRAISE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0551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HOLY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OF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GLORY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7061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WITH SPLENDOR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MAJESTY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352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 CREATION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BOW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BEFORE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9029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ACKNOWLEDGE 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SOVEREIGNTY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0385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194</Words>
  <Application>Microsoft Office PowerPoint</Application>
  <PresentationFormat>Affichage à l'écran (4:3)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153</cp:revision>
  <dcterms:created xsi:type="dcterms:W3CDTF">2002-08-17T10:50:50Z</dcterms:created>
  <dcterms:modified xsi:type="dcterms:W3CDTF">2023-08-12T00:00:05Z</dcterms:modified>
</cp:coreProperties>
</file>