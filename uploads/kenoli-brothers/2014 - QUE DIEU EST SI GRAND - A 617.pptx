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1" r:id="rId2"/>
    <p:sldId id="282" r:id="rId3"/>
    <p:sldId id="283" r:id="rId4"/>
    <p:sldId id="263" r:id="rId5"/>
    <p:sldId id="264" r:id="rId6"/>
    <p:sldId id="265" r:id="rId7"/>
    <p:sldId id="266" r:id="rId8"/>
    <p:sldId id="284" r:id="rId9"/>
    <p:sldId id="285" r:id="rId10"/>
    <p:sldId id="286" r:id="rId11"/>
    <p:sldId id="270" r:id="rId12"/>
    <p:sldId id="271" r:id="rId13"/>
    <p:sldId id="272" r:id="rId14"/>
    <p:sldId id="273" r:id="rId15"/>
    <p:sldId id="277" r:id="rId16"/>
    <p:sldId id="279" r:id="rId17"/>
    <p:sldId id="278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593" autoAdjust="0"/>
  </p:normalViewPr>
  <p:slideViewPr>
    <p:cSldViewPr>
      <p:cViewPr varScale="1">
        <p:scale>
          <a:sx n="36" d="100"/>
          <a:sy n="36" d="100"/>
        </p:scale>
        <p:origin x="-78" y="-7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1CA3470-BE72-4F6C-8B94-CEBD73DEF31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FB6D57-BFE2-483B-829A-7DB59BA41F1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2-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3-  ET TOUS VERRONT QUE DIEU QUE DIEU EST SI GRAND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LA SPLENDEUR D’UN GRAND ROI COUVERT DE MAJESTÉ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TOUTE LA TERRE LE CÉLÈBRE TOUTE LA TERRE LE CÉLÈBRE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REVÊTU DE LUMIÈRE REPOUSSANT LES TÉNÈBRES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ÉBRANLÉES À SA VOIX ÉBRANLÉES À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CHANTONS TOUS ENSEMBLE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ET TOUS VERRONT QUE DIEU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D’ÂGE EN ÂGE, IL SE TIENT LE TEMPS EST DANS SES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 COMMENCEMENT, LA FIN LE COMMENCEMENT, LA FIN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DIEU DE LA TRINITÉ LES TROIS DANS L’UNITÉ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LION, L’AGNEAU, IL EST  LE LION, L’AGNEAU,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NOM AU-DESSUS DE TOUS NOMS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TU ES DIGNE DE TOUTES NOS LOUANGES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ET NOS CŒURS QUI CHANTENT QUE DIEU EST SI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     	1-  QUE DIEU EST SI GRAND</a:t>
            </a:r>
          </a:p>
          <a:p>
            <a:r>
              <a:rPr lang="fr-FR" smtClean="0"/>
              <a:t>     	2-  CHANTONS TOUS ENSEMBLE QUE DIEU EST SI GRAND</a:t>
            </a:r>
          </a:p>
          <a:p>
            <a:r>
              <a:rPr lang="fr-FR" smtClean="0"/>
              <a:t>     	3-  ET TOUS VERRONT QUE DIEU QUE DIEU EST SI GRAND </a:t>
            </a:r>
          </a:p>
          <a:p>
            <a:endParaRPr lang="fr-FR" smtClean="0"/>
          </a:p>
          <a:p>
            <a:r>
              <a:rPr lang="fr-FR" smtClean="0"/>
              <a:t>4-  LA SPLENDEUR D’UN GRAND ROI COUVERT DE MAJESTÉ</a:t>
            </a:r>
          </a:p>
          <a:p>
            <a:r>
              <a:rPr lang="fr-FR" smtClean="0"/>
              <a:t>5-  TOUTE LA TERRE LE CÉLÈBRE TOUTE LA TERRE LE CÉLÈBRE</a:t>
            </a:r>
          </a:p>
          <a:p>
            <a:r>
              <a:rPr lang="fr-FR" smtClean="0"/>
              <a:t>6-  REVÊTU DE LUMIÈRE REPOUSSANT LES TÉNÈBRES</a:t>
            </a:r>
          </a:p>
          <a:p>
            <a:r>
              <a:rPr lang="fr-FR" smtClean="0"/>
              <a:t>7-  ÉBRANLÉES À SA VOIX ÉBRANLÉES À SA VOIX</a:t>
            </a:r>
          </a:p>
          <a:p>
            <a:endParaRPr lang="fr-FR" smtClean="0"/>
          </a:p>
          <a:p>
            <a:r>
              <a:rPr lang="fr-FR" smtClean="0"/>
              <a:t>     	8-  QUE DIEU EST SI GRAND</a:t>
            </a:r>
          </a:p>
          <a:p>
            <a:r>
              <a:rPr lang="fr-FR" smtClean="0"/>
              <a:t>     	9-  CHANTONS TOUS ENSEMBLE QUE DIEU EST SI GRAND</a:t>
            </a:r>
          </a:p>
          <a:p>
            <a:r>
              <a:rPr lang="fr-FR" smtClean="0"/>
              <a:t>     	10- ET TOUS VERRONT QUE DIEU QUE DIEU EST SI GRAND</a:t>
            </a:r>
          </a:p>
          <a:p>
            <a:endParaRPr lang="fr-FR" smtClean="0"/>
          </a:p>
          <a:p>
            <a:r>
              <a:rPr lang="fr-FR" smtClean="0"/>
              <a:t>11-  D’ÂGE EN ÂGE, IL SE TIENT LE TEMPS EST DANS SES MAINS</a:t>
            </a:r>
          </a:p>
          <a:p>
            <a:r>
              <a:rPr lang="fr-FR" smtClean="0"/>
              <a:t>12-  LE COMMENCEMENT, LA FIN LE COMMENCEMENT, LA FIN</a:t>
            </a:r>
          </a:p>
          <a:p>
            <a:r>
              <a:rPr lang="fr-FR" smtClean="0"/>
              <a:t>13-  DIEU DE LA TRINITÉ LES TROIS DANS L’UNITÉ</a:t>
            </a:r>
          </a:p>
          <a:p>
            <a:r>
              <a:rPr lang="fr-FR" smtClean="0"/>
              <a:t>14-  LE LION, L’AGNEAU, IL EST  LE LION, L’AGNEAU, IL EST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15-  NOM AU-DESSUS DE TOUS NOMS</a:t>
            </a:r>
          </a:p>
          <a:p>
            <a:r>
              <a:rPr lang="fr-FR" smtClean="0"/>
              <a:t>16-  TU ES DIGNE DE TOUTES NOS LOUANGES</a:t>
            </a:r>
          </a:p>
          <a:p>
            <a:r>
              <a:rPr lang="fr-FR" smtClean="0"/>
              <a:t>17-  ET NOS CŒURS QUI CHANTENT QUE DIEU EST SI GRAND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A126D-13D7-4D22-9F3B-6C25CDDCB2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0D640F-1E12-4182-AB5B-5692274C00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010665-4CE5-4888-BFD1-41CFAFF3A4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71D35-372A-43F3-A38F-ADFC82CE26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4F9AD8-736D-4F7E-AEE8-6F4639EC7A4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7A90A5-0B88-4E32-8D28-A97E689160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8F8D31-BEF9-4E9F-BA61-41BF7FF928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FCD610-7479-4587-8DB9-3D6677E575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6B7778-2CD2-4360-8848-2450686E5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B66D5-AC73-4462-B9FF-76F1D523E7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1DC32-D5A7-4F0A-9659-D901A90719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181214A-47D1-44B8-83DD-43760DDA98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TOUS ENSEMBLE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23971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TOUS VERRONT QUE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SPLENDEUR D’UN GRAND ROI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COUVERT DE MAJESTÉ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 TERRE LE CÉLÈBRE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 TERRE LE CÉLÈBRE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REVÊTU DE LUMIÈRE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REPOUSSANT LES TÉNÈBRES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ÉBRANLÉES À SA VOIX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ÉBRANLÉES À SA VOIX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2555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TOUS ENSEMBLE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23971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TOUS VERRONT QUE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19138" y="0"/>
            <a:ext cx="7705725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D’ÂGE EN ÂGE, IL SE TIENT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TEMPS EST DANS SES MAINS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719138" y="0"/>
            <a:ext cx="7705725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COMMENCEMENT, LA FIN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COMMENCEMENT, LA FIN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719138" y="0"/>
            <a:ext cx="7705725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DE LA TRINITÉ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TROIS DANS L’UNITÉ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719138" y="0"/>
            <a:ext cx="7705725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LION, L’AGNEAU, IL EST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LION, L’AGNEAU, IL 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815975" y="0"/>
            <a:ext cx="751205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NOM AU-DESSUS DE TOUS NOMS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815975" y="0"/>
            <a:ext cx="751205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DIGNE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TOUTES NOS LOUANGES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-90488" y="0"/>
            <a:ext cx="9312276" cy="10795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NOS CŒURS QUI CHANTENT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EST SI GRAND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113</Words>
  <Application>Microsoft PowerPoint</Application>
  <PresentationFormat>On-screen Show (4:3)</PresentationFormat>
  <Paragraphs>765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Franklin Gothic Medium</vt:lpstr>
      <vt:lpstr>Arial</vt:lpstr>
      <vt:lpstr>Calibri</vt:lpstr>
      <vt:lpstr>Default Design</vt:lpstr>
      <vt:lpstr>QUE DIEU EST SI GRAND </vt:lpstr>
      <vt:lpstr>CHANTONS TOUS ENSEMBLE QUE DIEU EST SI GRAND</vt:lpstr>
      <vt:lpstr>ET TOUS VERRONT QUE DIEU QUE DIEU EST SI GRAND</vt:lpstr>
      <vt:lpstr>LA SPLENDEUR D’UN GRAND ROI COUVERT DE MAJESTÉ</vt:lpstr>
      <vt:lpstr>TOUTE LA TERRE LE CÉLÈBRE TOUTE LA TERRE LE CÉLÈBRE</vt:lpstr>
      <vt:lpstr>REVÊTU DE LUMIÈRE REPOUSSANT LES TÉNÈBRES</vt:lpstr>
      <vt:lpstr>ÉBRANLÉES À SA VOIX ÉBRANLÉES À SA VOIX</vt:lpstr>
      <vt:lpstr>QUE DIEU EST SI GRAND </vt:lpstr>
      <vt:lpstr>CHANTONS TOUS ENSEMBLE QUE DIEU EST SI GRAND</vt:lpstr>
      <vt:lpstr>ET TOUS VERRONT QUE DIEU QUE DIEU EST SI GRAND</vt:lpstr>
      <vt:lpstr>D’ÂGE EN ÂGE, IL SE TIENT LE TEMPS EST DANS SES MAINS</vt:lpstr>
      <vt:lpstr>LE COMMENCEMENT, LA FIN LE COMMENCEMENT, LA FIN</vt:lpstr>
      <vt:lpstr>DIEU DE LA TRINITÉ LES TROIS DANS L’UNITÉ</vt:lpstr>
      <vt:lpstr>LE LION, L’AGNEAU, IL EST  LE LION, L’AGNEAU, IL EST</vt:lpstr>
      <vt:lpstr>NOM AU-DESSUS DE TOUS NOMS</vt:lpstr>
      <vt:lpstr>TU ES DIGNE DE TOUTES NOS LOUANGES</vt:lpstr>
      <vt:lpstr>ET NOS CŒURS QUI CHANTENT QUE DIEU EST SI GRAND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69</cp:revision>
  <dcterms:created xsi:type="dcterms:W3CDTF">2002-08-17T10:50:50Z</dcterms:created>
  <dcterms:modified xsi:type="dcterms:W3CDTF">2013-01-25T19:59:08Z</dcterms:modified>
</cp:coreProperties>
</file>