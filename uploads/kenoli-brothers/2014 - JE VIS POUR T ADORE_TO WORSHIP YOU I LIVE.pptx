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3" r:id="rId2"/>
    <p:sldId id="274" r:id="rId3"/>
    <p:sldId id="275" r:id="rId4"/>
    <p:sldId id="276" r:id="rId5"/>
    <p:sldId id="277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63925" autoAdjust="0"/>
  </p:normalViewPr>
  <p:slideViewPr>
    <p:cSldViewPr>
      <p:cViewPr>
        <p:scale>
          <a:sx n="44" d="100"/>
          <a:sy n="44" d="100"/>
        </p:scale>
        <p:origin x="-28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30D3E6-D0CF-4D5D-81A1-E3C4556C19A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3DA28FA-2441-420A-BB58-DB6B1618315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IMPRO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IMPRO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IMPRO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IMPRO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IMPRO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404628-58FE-402D-B254-E4E73638C8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759CE9-5068-4C8C-B79B-A16EB00022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5956FA-A52D-4D80-9036-E3CD5B092E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8D327-7FD3-4E15-B883-5834B2C19D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844247-786B-4577-8535-0EEE3BF1F1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F4A7C-F4D6-4104-9919-EAADDF17A1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0A7F9-25AB-4B36-89D7-1F7CCE6BA2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F2731A-643A-4BB0-BDB4-B05E1852CC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5D4AA-E4B5-44EC-BD4A-2748C8BB78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92FEA8-D8D1-43FD-B37A-AC4B8955B0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C1268-A957-4A93-B0D5-A7D4522C9A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12BAB00-017E-4810-9FD2-448CDF53AD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WORSHIP YOU, I LIVE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WORSHIP YOU, I LIVE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LIVE TO WORSHIP YOU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</a:t>
            </a:r>
            <a:r>
              <a:rPr lang="en-US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VIS POUR T’ADORER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VIS POUR T’ADORER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T’ADORER, JE VIS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T’ADORER, JE VIS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</TotalTime>
  <Words>43</Words>
  <Application>Microsoft Office PowerPoint</Application>
  <PresentationFormat>On-screen Show (4:3)</PresentationFormat>
  <Paragraphs>15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Franklin Gothic Medium</vt:lpstr>
      <vt:lpstr>Arial</vt:lpstr>
      <vt:lpstr>Calibri</vt:lpstr>
      <vt:lpstr>Default Design</vt:lpstr>
      <vt:lpstr>TO WORSHIP YOU, I LIVE TO WORSHIP YOU, I LIVE</vt:lpstr>
      <vt:lpstr>I LIVE TO WORSHIP YOU  </vt:lpstr>
      <vt:lpstr>OH OH OH</vt:lpstr>
      <vt:lpstr>JE VIS POUR T’ADORER JE VIS POUR T’ADORER</vt:lpstr>
      <vt:lpstr>POUR T’ADORER, JE VIS  POUR T’ADORER, JE VIS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127</cp:revision>
  <dcterms:created xsi:type="dcterms:W3CDTF">2002-08-17T10:50:50Z</dcterms:created>
  <dcterms:modified xsi:type="dcterms:W3CDTF">2014-07-20T10:02:06Z</dcterms:modified>
</cp:coreProperties>
</file>