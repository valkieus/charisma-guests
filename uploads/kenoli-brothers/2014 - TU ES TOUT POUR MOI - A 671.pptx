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2" r:id="rId2"/>
    <p:sldId id="267" r:id="rId3"/>
    <p:sldId id="268" r:id="rId4"/>
    <p:sldId id="269" r:id="rId5"/>
    <p:sldId id="270" r:id="rId6"/>
    <p:sldId id="271" r:id="rId7"/>
    <p:sldId id="278" r:id="rId8"/>
    <p:sldId id="272" r:id="rId9"/>
    <p:sldId id="279" r:id="rId10"/>
    <p:sldId id="273" r:id="rId11"/>
    <p:sldId id="274" r:id="rId12"/>
    <p:sldId id="275" r:id="rId13"/>
    <p:sldId id="276" r:id="rId14"/>
    <p:sldId id="277" r:id="rId15"/>
    <p:sldId id="280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7" autoAdjust="0"/>
    <p:restoredTop sz="81652" autoAdjust="0"/>
  </p:normalViewPr>
  <p:slideViewPr>
    <p:cSldViewPr>
      <p:cViewPr varScale="1">
        <p:scale>
          <a:sx n="52" d="100"/>
          <a:sy n="52" d="100"/>
        </p:scale>
        <p:origin x="-90" y="-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EFC8BD2F-E01D-4C2E-99A4-DE6141CCA4A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Pont :</a:t>
            </a:r>
          </a:p>
          <a:p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endParaRPr lang="fr-FR" smtClean="0">
              <a:latin typeface="Times New Roman" charset="0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UNE PLUIE DIVINE D’AMOUR ET DE TENDRESSE</a:t>
            </a:r>
          </a:p>
          <a:p>
            <a:pPr algn="r"/>
            <a:r>
              <a:rPr lang="fr-FR" sz="1200"/>
              <a:t>2-  ET LORSQUE J’AI SOIF UN FLEUVE D’EAU FRAÎCHE</a:t>
            </a:r>
          </a:p>
          <a:p>
            <a:pPr algn="r"/>
            <a:r>
              <a:rPr lang="fr-FR" sz="1200"/>
              <a:t>3-  TU M’ENTOURES PAR DEVANT ET PAR DERRIÈRE</a:t>
            </a:r>
          </a:p>
          <a:p>
            <a:pPr algn="r"/>
            <a:r>
              <a:rPr lang="fr-FR" sz="1200"/>
              <a:t>4-  TU ME PROTÈGES ET ME CONSOLES DE MES MISÈRES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 	5-  TU ES TOUT, TU ES TOUT POUR MOI MON REFUGE, MON PÈRE ET MON ROI</a:t>
            </a:r>
          </a:p>
          <a:p>
            <a:pPr algn="r"/>
            <a:r>
              <a:rPr lang="fr-FR" sz="1200"/>
              <a:t>     	6-  MON CŒUR S’ÉPANOUI DANS LE CREUX DE TES BRAS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    	7-  TU ES TOUT, TU ES TOUT POUR MOI</a:t>
            </a:r>
          </a:p>
          <a:p>
            <a:pPr algn="r"/>
            <a:r>
              <a:rPr lang="fr-FR" sz="1200"/>
              <a:t>     	8-  MON AMOUR MA FORCE ET MA FOI</a:t>
            </a:r>
          </a:p>
          <a:p>
            <a:pPr algn="r"/>
            <a:r>
              <a:rPr lang="fr-FR" sz="1200"/>
              <a:t>     	9-  MON ÂME EST APAISÉE AU DOUX SON DE TA VOIX</a:t>
            </a:r>
          </a:p>
          <a:p>
            <a:pPr algn="r"/>
            <a:r>
              <a:rPr lang="fr-FR" sz="1200"/>
              <a:t>     	10-  TU ES TOUT POUR MOI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UNE ÉTOILE BRILLANTE ILLUMINANT MES MATINS</a:t>
            </a:r>
          </a:p>
          <a:p>
            <a:pPr algn="r"/>
            <a:r>
              <a:rPr lang="fr-FR" sz="1200"/>
              <a:t>12-  BEAUTÉ ÉCLATANTE À TOI JE LÈVE MES MAINS</a:t>
            </a:r>
          </a:p>
          <a:p>
            <a:pPr algn="r"/>
            <a:r>
              <a:rPr lang="fr-FR" sz="1200"/>
              <a:t>13-  TU M’ENVIRONNES DE TON AMOUR ET DE TA GRÂCE</a:t>
            </a:r>
          </a:p>
          <a:p>
            <a:pPr algn="r"/>
            <a:r>
              <a:rPr lang="fr-FR" sz="1200"/>
              <a:t>14-  JE ME RÉJOUIRAI POUR TOUJOURS DEVANT TA FACE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Pont :</a:t>
            </a:r>
          </a:p>
          <a:p>
            <a:pPr algn="r"/>
            <a:r>
              <a:rPr lang="fr-FR" sz="1200"/>
              <a:t>15-  TU ES, TU ES TOUT POUR TU ES, TU ES TOUT, TOUT POUR MOI </a:t>
            </a:r>
          </a:p>
          <a:p>
            <a:pPr algn="r"/>
            <a:endParaRPr lang="fr-FR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charset="0"/>
              </a:rPr>
              <a:t>1-  UNE PLUIE DIVINE D’AMOUR ET DE TENDRESSE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2-  ET LORSQUE J’AI SOIF UN FLEUVE D’EAU FRAÎCHE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3-  TU M’ENTOURES PAR DEVANT ET PAR DERRIÈRE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4-  TU ME PROTÈGES ET ME CONSOLES DE MES MISÈRES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 	5-  TU ES TOUT, TU ES TOUT POUR MOI MON REFUGE, MON PÈRE ET MON ROI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6-  MON CŒUR S’ÉPANOUI DANS LE CREUX DE TES BRAS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    	7-  TU ES TOUT, TU ES TOUT POUR MOI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8-  MON AMOUR MA FORCE ET MA FOI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9-  MON ÂME EST APAISÉE AU DOUX SON DE TA VOIX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     	10-  TU ES TOUT POUR MOI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11-  UNE ÉTOILE BRILLANTE ILLUMINANT MES MATINS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12-  BEAUTÉ ÉCLATANTE À TOI JE LÈVE MES MAINS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13-  TU M’ENVIRONNES DE TON AMOUR ET DE TA GRÂCE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14-  JE ME RÉJOUIRAI POUR TOUJOURS DEVANT TA FACE</a:t>
            </a:r>
          </a:p>
          <a:p>
            <a:pPr eaLnBrk="1" hangingPunct="1"/>
            <a:endParaRPr lang="fr-FR" smtClean="0">
              <a:latin typeface="Times New Roman" charset="0"/>
            </a:endParaRPr>
          </a:p>
          <a:p>
            <a:pPr eaLnBrk="1" hangingPunct="1"/>
            <a:r>
              <a:rPr lang="fr-FR" smtClean="0">
                <a:latin typeface="Times New Roman" charset="0"/>
              </a:rPr>
              <a:t>Pont :</a:t>
            </a:r>
          </a:p>
          <a:p>
            <a:pPr eaLnBrk="1" hangingPunct="1"/>
            <a:r>
              <a:rPr lang="fr-FR" smtClean="0">
                <a:latin typeface="Times New Roman" charset="0"/>
              </a:rPr>
              <a:t>15-  TU ES, TU ES TOUT POUR TU ES, TU ES TOUT, TOUT POUR MOI </a:t>
            </a:r>
          </a:p>
          <a:p>
            <a:pPr eaLnBrk="1" hangingPunct="1"/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FFB6C-4DB6-4751-B55A-97F84D6A04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25627-83A9-458F-AC76-57C3A034D0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47D45-FE4F-4D59-B8F2-81D4EFCCDD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1AC8B-4B2D-4523-A331-D787B9116D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A4202-608E-4AD8-94B8-4B5A74C696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14FF2-A3CA-4942-9571-9E7CE6ABDB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1CACE-5900-4C9D-83E3-F4AFD3675B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A899B-5B92-48B5-9AB2-3DC9E29ECB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8B35C-876D-4662-8C94-1965EA09F7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05B12-176E-469F-90FF-79EA439FD1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368B9-F294-4C5F-A348-339F1D1326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A2B7A9B4-F2A5-47D8-9B30-38A64F07F4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UNE PLUIE DIVINE D’AMOUR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DE TENDRESSE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403350" y="79375"/>
            <a:ext cx="63690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LORSQUE J’AI SOIF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FLEUVE D’EAU FRAÎCHE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971550" y="79375"/>
            <a:ext cx="72326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M’ENTOURES PAR DEVANT ET PAR DERRIÈRE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971550" y="79375"/>
            <a:ext cx="72326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ME PROTÈGES ET ME CONSOLES DE MES MISÈRES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79375"/>
            <a:ext cx="91757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TOUT, TU ES TOUT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REFUGE, MON PÈRE ET MON ROI</a:t>
            </a:r>
            <a:endParaRPr lang="en-GB" sz="39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468313" y="79375"/>
            <a:ext cx="82391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CŒUR S’ÉPANOUI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LE CREUX DE TES 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468313" y="80963"/>
            <a:ext cx="82391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TOUT, TU ES TOUT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979613" y="79375"/>
            <a:ext cx="52165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FORCE ET MA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1403350" y="79375"/>
            <a:ext cx="63690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ÂME EST APAISÉE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DOUX SON DE TA VOIX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1979613" y="79375"/>
            <a:ext cx="5216525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TOUT POUR MOI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1258888" y="79375"/>
            <a:ext cx="665797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UNE ÉTOILE BRILLANTE ILLUMINANT MES MATINS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971550" y="79375"/>
            <a:ext cx="72326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BEAUTÉ ÉCLATANTE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LÈVE MES MAINS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31750" y="79375"/>
            <a:ext cx="91122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M’ENVIRONNES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TON AMOUR ET DE TA GRÂCE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31750" y="79375"/>
            <a:ext cx="91122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RÉJOUIRAI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 DEVANT TA FACE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85750" y="79375"/>
            <a:ext cx="8358188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ES, TU ES TOUT POUR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ES, TU ES TOUT, TOUT POUR MOI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1216</Words>
  <Application>Microsoft PowerPoint</Application>
  <PresentationFormat>On-screen Show (4:3)</PresentationFormat>
  <Paragraphs>625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Times New Roman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52</cp:revision>
  <dcterms:created xsi:type="dcterms:W3CDTF">2002-08-17T13:35:43Z</dcterms:created>
  <dcterms:modified xsi:type="dcterms:W3CDTF">2012-09-16T06:28:33Z</dcterms:modified>
</cp:coreProperties>
</file>