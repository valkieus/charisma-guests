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54" autoAdjust="0"/>
    <p:restoredTop sz="48539" autoAdjust="0"/>
  </p:normalViewPr>
  <p:slideViewPr>
    <p:cSldViewPr>
      <p:cViewPr>
        <p:scale>
          <a:sx n="44" d="100"/>
          <a:sy n="44" d="100"/>
        </p:scale>
        <p:origin x="-34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66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D2D0B230-AA47-439D-95DF-FFFB50DC1C4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8C165200-9BCB-439D-8EAD-35541A5D200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THE SPLENDOR OF A KING CLOTHED IN MAJESTY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LET ALL THE EARTH REJOICE ALL THE EARTH REJOICE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HE WRAPS HIMSELF IN LIGHT AND DARKNESS TRIES TO HIDE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AND TREMBLES AT HIS VOICE TREMBLES AT HIS VOICE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HOW GREAT IS OUR GOD, SING WITH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HOW GREAT IS OUR GOD AND ALL WILL SEE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HOW GREAT, HOW GREAT IS OUR GOD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AGE TO AGE HE STANDS AND TIME IS IN HIS HANDS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BEGINNING AND THE END BEGINNING AND THE END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THE GODHEAD THREE IN ONE FATHER SPIRIT SON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THE LION AND THE LAMB THE LION AND THE LAMB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THE SPLENDOR OF A KING CLOTHED IN MAJESTY</a:t>
            </a:r>
          </a:p>
          <a:p>
            <a:r>
              <a:rPr lang="en-US" smtClean="0"/>
              <a:t>2-  LET ALL THE EARTH REJOICE ALL THE EARTH REJOICE</a:t>
            </a:r>
          </a:p>
          <a:p>
            <a:r>
              <a:rPr lang="en-US" smtClean="0"/>
              <a:t>3-  HE WRAPS HIMSELF IN LIGHT AND DARKNESS TRIES TO HIDE</a:t>
            </a:r>
          </a:p>
          <a:p>
            <a:r>
              <a:rPr lang="en-US" smtClean="0"/>
              <a:t>4-  AND TREMBLES AT HIS VOICE TREMBLES AT HIS VOICE</a:t>
            </a:r>
          </a:p>
          <a:p>
            <a:endParaRPr lang="en-US" smtClean="0"/>
          </a:p>
          <a:p>
            <a:r>
              <a:rPr lang="en-US" smtClean="0"/>
              <a:t>5-  HOW GREAT IS OUR GOD, SING WITH ME</a:t>
            </a:r>
          </a:p>
          <a:p>
            <a:r>
              <a:rPr lang="en-US" smtClean="0"/>
              <a:t>6-  HOW GREAT IS OUR GOD AND ALL WILL SEE</a:t>
            </a:r>
          </a:p>
          <a:p>
            <a:r>
              <a:rPr lang="en-US" smtClean="0"/>
              <a:t>7-  HOW GREAT, HOW GREAT IS OUR GOD</a:t>
            </a:r>
          </a:p>
          <a:p>
            <a:endParaRPr lang="en-US" smtClean="0"/>
          </a:p>
          <a:p>
            <a:r>
              <a:rPr lang="en-US" smtClean="0"/>
              <a:t>8-  AGE TO AGE HE STANDS AND TIME IS IN HIS HANDS</a:t>
            </a:r>
          </a:p>
          <a:p>
            <a:r>
              <a:rPr lang="en-US" smtClean="0"/>
              <a:t>9-  BEGINNING AND THE END BEGINNING AND THE END</a:t>
            </a:r>
          </a:p>
          <a:p>
            <a:r>
              <a:rPr lang="en-US" smtClean="0"/>
              <a:t>10-  THE GODHEAD THREE IN ONE FATHER SPIRIT SON</a:t>
            </a:r>
          </a:p>
          <a:p>
            <a:r>
              <a:rPr lang="en-US" smtClean="0"/>
              <a:t>11-  THE LION AND THE LAMB THE LION AND THE LAMB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AACDF-264F-4EED-A48D-6949698D5E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6BBA4-6BCF-4CD5-BC1C-FB2CC9A379B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8C891C-4352-46D3-BC1E-3DE76037CA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C2035-DF40-40C3-81F6-436867F5F5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83CE0E-E0A7-4F74-8455-B8D5EDED75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D563CC-2F43-4803-B54B-0138A10CF6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88DE7-AC1B-4E02-A233-701B8F5E52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B2B1D5-1ECE-4324-8D00-D1D98BC4E7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7FD15-0495-4060-97ED-8527646B73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E65D0-A369-4972-BC32-3CFF3E976E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60E15-3EE9-4329-9F6B-0254A0ED7B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44F4BE1-050E-4AE2-8F55-18B38AAFFDD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SPLENDOR OF A KING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CLOTHED IN MAJESTY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LET ALL THE EARTH REJOICE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THE EARTH REJOICE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HE WRAPS HIMSELF IN LIGHT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DARKNESS TRIES TO HIDE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TREMBLES AT HIS VOICE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TREMBLES AT HIS VOICE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GREAT IS OUR GOD, SING WITH 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GREAT IS OUR GOD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ALL WILL SEE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GREAT, HOW GREAT IS OUR GOD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AGE TO AGE HE STANDS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AND TIME IS IN HIS HANDS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BEGINNING AND THE END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BEGINNING AND THE END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GODHEAD THREE IN ONE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FATHER SPIRIT SON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LION AND THE LAMB</a:t>
            </a:r>
            <a:b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LION AND THE LAMB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</TotalTime>
  <Words>2481</Words>
  <Application>Microsoft Office PowerPoint</Application>
  <PresentationFormat>On-screen Show (4:3)</PresentationFormat>
  <Paragraphs>297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Franklin Gothic Medium</vt:lpstr>
      <vt:lpstr>Arial</vt:lpstr>
      <vt:lpstr>Calibri</vt:lpstr>
      <vt:lpstr>Default Design</vt:lpstr>
      <vt:lpstr>THE SPLENDOR OF A KING CLOTHED IN MAJESTY</vt:lpstr>
      <vt:lpstr>LET ALL THE EARTH REJOICE ALL THE EARTH REJOICE</vt:lpstr>
      <vt:lpstr>HE WRAPS HIMSELF IN LIGHT AND DARKNESS TRIES TO HIDE</vt:lpstr>
      <vt:lpstr>AND TREMBLES AT HIS VOICE TREMBLES AT HIS VOICE</vt:lpstr>
      <vt:lpstr>HOW GREAT IS OUR GOD, SING WITH ME</vt:lpstr>
      <vt:lpstr>HOW GREAT IS OUR GOD AND ALL WILL SEE</vt:lpstr>
      <vt:lpstr>HOW GREAT, HOW GREAT IS OUR GOD</vt:lpstr>
      <vt:lpstr>AGE TO AGE HE STANDS AND TIME IS IN HIS HANDS</vt:lpstr>
      <vt:lpstr>BEGINNING AND THE END BEGINNING AND THE END</vt:lpstr>
      <vt:lpstr>THE GODHEAD THREE IN ONE FATHER SPIRIT SON</vt:lpstr>
      <vt:lpstr>THE LION AND THE LAMB THE LION AND THE LAMB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115</cp:revision>
  <dcterms:created xsi:type="dcterms:W3CDTF">2002-08-17T10:50:50Z</dcterms:created>
  <dcterms:modified xsi:type="dcterms:W3CDTF">2014-07-20T10:13:37Z</dcterms:modified>
</cp:coreProperties>
</file>