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327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44040" autoAdjust="0"/>
  </p:normalViewPr>
  <p:slideViewPr>
    <p:cSldViewPr>
      <p:cViewPr>
        <p:scale>
          <a:sx n="20" d="100"/>
          <a:sy n="20" d="100"/>
        </p:scale>
        <p:origin x="-660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603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8892E12-62F5-41F1-ABDA-F514D1F6B36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EC44551-0AEB-46FC-9AA5-2A1A3BF8B70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	1-  Bless the Lord, O my soul O my soul</a:t>
            </a:r>
          </a:p>
          <a:p>
            <a:pPr>
              <a:defRPr/>
            </a:pPr>
            <a:r>
              <a:rPr lang="fr-FR" smtClean="0"/>
              <a:t>	BÉNIS DIEU, Ô MON ÂME Ô MON ÂME</a:t>
            </a:r>
          </a:p>
          <a:p>
            <a:pPr>
              <a:defRPr/>
            </a:pPr>
            <a:r>
              <a:rPr lang="fr-FR" smtClean="0"/>
              <a:t>	2-  Worship His holy name Sing like never before</a:t>
            </a:r>
          </a:p>
          <a:p>
            <a:pPr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>
              <a:defRPr/>
            </a:pPr>
            <a:r>
              <a:rPr lang="fr-FR" smtClean="0"/>
              <a:t>	Ô MON ÂME POUR ADORER SON SAINT NOM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>
              <a:defRPr/>
            </a:pPr>
            <a:r>
              <a:rPr lang="fr-FR" smtClean="0"/>
              <a:t>JE VEUX TE CHANTER LORSQUE LA NUIT VIENT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>
              <a:defRPr/>
            </a:pPr>
            <a:r>
              <a:rPr lang="fr-FR" smtClean="0"/>
              <a:t>	BÉNIS DIEU, Ô MON ÂME Ô MON ÂME</a:t>
            </a:r>
          </a:p>
          <a:p>
            <a:pPr>
              <a:defRPr/>
            </a:pPr>
            <a:r>
              <a:rPr lang="fr-FR" smtClean="0"/>
              <a:t>	9-  Worship His holy name Sing like never before</a:t>
            </a:r>
          </a:p>
          <a:p>
            <a:pPr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>
              <a:defRPr/>
            </a:pPr>
            <a:r>
              <a:rPr lang="fr-FR" smtClean="0"/>
              <a:t>	Ô MON ÂME POUR ADORER SON SAINT NOM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>
              <a:defRPr/>
            </a:pPr>
            <a:r>
              <a:rPr lang="fr-FR" smtClean="0"/>
              <a:t>TON NOM EST GRAND ET TON CŒUR EST BON</a:t>
            </a:r>
          </a:p>
          <a:p>
            <a:pPr>
              <a:defRPr/>
            </a:pPr>
            <a:r>
              <a:rPr lang="fr-FR" smtClean="0"/>
              <a:t>13-  For all Your goodness I will keep on singing</a:t>
            </a:r>
          </a:p>
          <a:p>
            <a:pPr>
              <a:defRPr/>
            </a:pPr>
            <a:r>
              <a:rPr lang="fr-FR" smtClean="0"/>
              <a:t>POUR TOUTE TA BONTÉ SANS FIN JE CHANTERAI</a:t>
            </a:r>
          </a:p>
          <a:p>
            <a:pPr>
              <a:defRPr/>
            </a:pPr>
            <a:r>
              <a:rPr lang="fr-FR" smtClean="0"/>
              <a:t>14-  Ten thousand reasons for my heart to find</a:t>
            </a:r>
          </a:p>
          <a:p>
            <a:pPr>
              <a:defRPr/>
            </a:pPr>
            <a:r>
              <a:rPr lang="fr-FR" smtClean="0"/>
              <a:t>CAR J’AI 10 000 RAISONS DE TE LOUER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And on that day when my strength is failing</a:t>
            </a:r>
          </a:p>
          <a:p>
            <a:pPr>
              <a:defRPr/>
            </a:pPr>
            <a:r>
              <a:rPr lang="fr-FR" smtClean="0"/>
              <a:t>ET EN CE JOUR OÙ MA FORCE S’ÉTEINDRA </a:t>
            </a:r>
          </a:p>
          <a:p>
            <a:pPr>
              <a:defRPr/>
            </a:pPr>
            <a:r>
              <a:rPr lang="fr-FR" smtClean="0"/>
              <a:t>16-  The end draws near and my time has come</a:t>
            </a:r>
          </a:p>
          <a:p>
            <a:pPr>
              <a:defRPr/>
            </a:pPr>
            <a:r>
              <a:rPr lang="fr-FR" smtClean="0"/>
              <a:t>QUAND SERA VENU LE MOMENT POUR MOI</a:t>
            </a:r>
          </a:p>
          <a:p>
            <a:pPr>
              <a:defRPr/>
            </a:pPr>
            <a:r>
              <a:rPr lang="fr-FR" smtClean="0"/>
              <a:t>17-  Still my soul will sing Your praise unending</a:t>
            </a:r>
          </a:p>
          <a:p>
            <a:pPr>
              <a:defRPr/>
            </a:pPr>
            <a:r>
              <a:rPr lang="fr-FR" smtClean="0"/>
              <a:t>MON ÂME CONTINUERA DE TE LOUER</a:t>
            </a:r>
          </a:p>
          <a:p>
            <a:pPr>
              <a:defRPr/>
            </a:pPr>
            <a:r>
              <a:rPr lang="fr-FR" smtClean="0"/>
              <a:t>18-  Ten thousand years and then forevermore</a:t>
            </a:r>
          </a:p>
          <a:p>
            <a:pPr>
              <a:defRPr/>
            </a:pPr>
            <a:r>
              <a:rPr lang="fr-FR" smtClean="0"/>
              <a:t>POUR 10 000 ANS ET POUR L’ÉTERNITÉ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Sing like never before O my soul</a:t>
            </a:r>
          </a:p>
          <a:p>
            <a:pPr>
              <a:defRPr/>
            </a:pPr>
            <a:r>
              <a:rPr lang="fr-FR" smtClean="0"/>
              <a:t>CHANTE PLUS FORT QUE JAMAIS Ô MON ÂME</a:t>
            </a:r>
          </a:p>
          <a:p>
            <a:pPr>
              <a:defRPr/>
            </a:pPr>
            <a:r>
              <a:rPr lang="fr-FR" smtClean="0"/>
              <a:t>21-  I'll worship Your holy name Jesus, I'll worship Your holy name</a:t>
            </a:r>
          </a:p>
          <a:p>
            <a:pPr>
              <a:defRPr/>
            </a:pPr>
            <a:r>
              <a:rPr lang="fr-FR" smtClean="0"/>
              <a:t>POUR ADORER SON SAINT NOM JÉSUS, J’ADORERAI TON SAINT NOM</a:t>
            </a:r>
          </a:p>
          <a:p>
            <a:pPr>
              <a:defRPr/>
            </a:pPr>
            <a:r>
              <a:rPr lang="fr-FR" smtClean="0"/>
              <a:t>22-  J’adorerai Ton saint nom</a:t>
            </a:r>
          </a:p>
          <a:p>
            <a:pPr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JE VEUX TE CHANTER LORSQUE LA NUIT VIENT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BÉNIS DIEU, Ô MON ÂME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Worship His holy name Sing like never before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Ô MON ÂME POUR ADORER SON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TON NOM EST GRAND ET TON CŒUR EST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For all Your goodness I will keep on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TOUTE TA BONTÉ SANS FIN JE CHANTERAI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Ten thousand reasons for my heart to find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CAR J’AI 10 000 RAISONS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And on that day when my strength is failing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ET EN CE JOUR OÙ MA FORCE S’ÉTEINDRA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The end draws near and my time has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QUAND SERA VENU LE MOMENT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Still my soul will sing Your praise unending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MON ÂME CONTINUERA DE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Ten thousand years and then forevermore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10 000 ANS ET POUR L’ÉTERNITÉ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Jesus, I'll worship Your holy name Lord,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JÉSUS, J’ADORERAI TON SAINT NOM SEIGNEUR,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Sing like never before O my soul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CHANTE PLUS FORT QUE JAMAIS Ô MON ÂME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I'll worship Your holy name Jesus, I'll worship Your holy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POUR ADORER SON SAINT NOM JÉSUS,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J’ADORERAI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2-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3-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4-  The sun comes up, it's a new day dawning</a:t>
            </a:r>
          </a:p>
          <a:p>
            <a:r>
              <a:rPr lang="fr-FR" smtClean="0"/>
              <a:t>LE SOLEIL BRILLE, UN NOUVEAU JOUR SE LÈVE</a:t>
            </a:r>
            <a:br>
              <a:rPr lang="fr-FR" smtClean="0"/>
            </a:br>
            <a:r>
              <a:rPr lang="fr-FR" smtClean="0"/>
              <a:t>5-  It's time to sing Your song again</a:t>
            </a:r>
          </a:p>
          <a:p>
            <a:r>
              <a:rPr lang="fr-FR" smtClean="0"/>
              <a:t>JE VEUX TE LOUER ENCORE</a:t>
            </a:r>
            <a:br>
              <a:rPr lang="fr-FR" smtClean="0"/>
            </a:br>
            <a:r>
              <a:rPr lang="fr-FR" smtClean="0"/>
              <a:t>6-  Whatever may pass, and whatever lies before meEN TOUTE CHOSE QUI PEUT VENIR SUR MON CHEMIN</a:t>
            </a:r>
            <a:br>
              <a:rPr lang="fr-FR" smtClean="0"/>
            </a:br>
            <a:r>
              <a:rPr lang="fr-FR" smtClean="0"/>
              <a:t>7-  Let me be singing when the evening comes</a:t>
            </a:r>
          </a:p>
          <a:p>
            <a:r>
              <a:rPr lang="fr-FR" smtClean="0"/>
              <a:t>JE VEUX TE CHANTER LORSQUE LA NUIT VIENT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8-  Bless the Lord, O my soul O my soul</a:t>
            </a:r>
          </a:p>
          <a:p>
            <a:r>
              <a:rPr lang="fr-FR" smtClean="0"/>
              <a:t>	BÉNIS DIEU, Ô MON ÂME Ô MON ÂME</a:t>
            </a:r>
          </a:p>
          <a:p>
            <a:r>
              <a:rPr lang="fr-FR" smtClean="0"/>
              <a:t>	9-  Worship His holy name Sing like never before</a:t>
            </a:r>
          </a:p>
          <a:p>
            <a:r>
              <a:rPr lang="fr-FR" smtClean="0"/>
              <a:t>	ADORANT SON SAINT NOM CHANTE PLUS FORT QUE JAMAIS</a:t>
            </a:r>
            <a:br>
              <a:rPr lang="fr-FR" smtClean="0"/>
            </a:br>
            <a:r>
              <a:rPr lang="fr-FR" smtClean="0"/>
              <a:t>	10-  O my soul I'll worship Your holy name</a:t>
            </a:r>
          </a:p>
          <a:p>
            <a:r>
              <a:rPr lang="fr-FR" smtClean="0"/>
              <a:t>	Ô MON ÂME POUR ADORER SON SAINT NOM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You're rich in love, and You're slow to anger</a:t>
            </a:r>
          </a:p>
          <a:p>
            <a:r>
              <a:rPr lang="fr-FR" smtClean="0"/>
              <a:t>RICHE EN AMOUR ET LENT À LA COLÈRE</a:t>
            </a:r>
            <a:br>
              <a:rPr lang="fr-FR" smtClean="0"/>
            </a:br>
            <a:r>
              <a:rPr lang="fr-FR" smtClean="0"/>
              <a:t>12-  Your name is great, and Your heart is kind</a:t>
            </a:r>
          </a:p>
          <a:p>
            <a:r>
              <a:rPr lang="fr-FR" smtClean="0"/>
              <a:t>TON NOM EST GRAND ET TON CŒUR EST BON</a:t>
            </a:r>
          </a:p>
          <a:p>
            <a:r>
              <a:rPr lang="fr-FR" smtClean="0"/>
              <a:t>13-  For all Your goodness I will keep on singing</a:t>
            </a:r>
          </a:p>
          <a:p>
            <a:r>
              <a:rPr lang="fr-FR" smtClean="0"/>
              <a:t>POUR TOUTE TA BONTÉ SANS FIN JE CHANTERAI</a:t>
            </a:r>
          </a:p>
          <a:p>
            <a:r>
              <a:rPr lang="fr-FR" smtClean="0"/>
              <a:t>14-  Ten thousand reasons for my heart to find</a:t>
            </a:r>
          </a:p>
          <a:p>
            <a:r>
              <a:rPr lang="fr-FR" smtClean="0"/>
              <a:t>CAR J’AI 10 000 RAISONS DE TE LOUER</a:t>
            </a:r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>15-  And on that day when my strength is failing</a:t>
            </a:r>
          </a:p>
          <a:p>
            <a:r>
              <a:rPr lang="fr-FR" smtClean="0"/>
              <a:t>ET EN CE JOUR OÙ MA FORCE S’ÉTEINDRA </a:t>
            </a:r>
          </a:p>
          <a:p>
            <a:r>
              <a:rPr lang="fr-FR" smtClean="0"/>
              <a:t>16-  The end draws near and my time has come</a:t>
            </a:r>
          </a:p>
          <a:p>
            <a:r>
              <a:rPr lang="fr-FR" smtClean="0"/>
              <a:t>QUAND SERA VENU LE MOMENT POUR MOI</a:t>
            </a:r>
          </a:p>
          <a:p>
            <a:r>
              <a:rPr lang="fr-FR" smtClean="0"/>
              <a:t>17-  Still my soul will sing Your praise unending</a:t>
            </a:r>
          </a:p>
          <a:p>
            <a:r>
              <a:rPr lang="fr-FR" smtClean="0"/>
              <a:t>MON ÂME CONTINUERA DE TE LOUER</a:t>
            </a:r>
          </a:p>
          <a:p>
            <a:r>
              <a:rPr lang="fr-FR" smtClean="0"/>
              <a:t>18-  Ten thousand years and then forevermore</a:t>
            </a:r>
          </a:p>
          <a:p>
            <a:r>
              <a:rPr lang="fr-FR" smtClean="0"/>
              <a:t>POUR 10 000 ANS ET POUR L’ÉTERNITÉ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19-  Jesus, I'll worship Your holy name Lord, I'll worship Your holy name</a:t>
            </a:r>
          </a:p>
          <a:p>
            <a:r>
              <a:rPr lang="fr-FR" smtClean="0"/>
              <a:t>JÉSUS, J’ADORERAI TON SAINT NOM SEIGNEUR, J’ADORERAI TON SAINT NOM</a:t>
            </a:r>
          </a:p>
          <a:p>
            <a:endParaRPr lang="fr-FR" smtClean="0"/>
          </a:p>
          <a:p>
            <a:r>
              <a:rPr lang="fr-FR" smtClean="0"/>
              <a:t>20-  Sing like never before O my soul</a:t>
            </a:r>
          </a:p>
          <a:p>
            <a:r>
              <a:rPr lang="fr-FR" smtClean="0"/>
              <a:t>CHANTE PLUS FORT QUE JAMAIS Ô MON ÂME</a:t>
            </a:r>
          </a:p>
          <a:p>
            <a:r>
              <a:rPr lang="fr-FR" smtClean="0"/>
              <a:t>21-  I'll worship Your holy name Jesus, I'll worship Your holy name</a:t>
            </a:r>
          </a:p>
          <a:p>
            <a:r>
              <a:rPr lang="fr-FR" smtClean="0"/>
              <a:t>POUR ADORER SON SAINT NOM JÉSUS, J’ADORERAI TON SAINT NOM</a:t>
            </a:r>
          </a:p>
          <a:p>
            <a:r>
              <a:rPr lang="fr-FR" smtClean="0"/>
              <a:t>22-  J’adorerai Ton saint nom</a:t>
            </a:r>
          </a:p>
          <a:p>
            <a:r>
              <a:rPr lang="fr-FR" smtClean="0"/>
              <a:t>J’ADORERAI TON SAINT NOM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23FAF5-6EAA-4A20-8781-A6BE633A73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A875AE-98EC-4B16-B635-AF744F6F63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C66BFB-7E5C-499C-BCC1-5E5A44BF5C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96352-05E5-498B-9AEB-8B0F0AC001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BD9DD-A209-4BFC-BB93-5E23C0EB6E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7C7968-B54D-4977-921E-8F1ABF3C39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C81EFA-314D-435C-9F16-DF5A9528F1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1ABBA7-7D50-4ECC-81E7-EC235EF34C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F75722-DFAE-4E60-A398-35403B6EAD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16DA5F-414B-4C73-AAF3-0FD42BBE87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07D317-04ED-49E4-9219-67318DA826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B71EE59-6356-4946-AD5B-D8C89EDD93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DIEU, Ô MON ÂME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Ô MON ÂME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ADORANT SON SAINT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 PLUS FORT QUE JAMAIS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MON ÂME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ADORER SON SAINT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SOLEIL BRILLE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NOUVEAU JOUR SE LÈVE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LOUER ENCORE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TOUTE CHOSE QUI PEUT VENIR SUR MON CHEMIN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TE CHANTER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LORSQUE LA NUIT VIENT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DIEU, Ô MON ÂME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Ô MON ÂME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ADORANT SON SAINT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 PLUS FORT QUE JAMAIS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MON ÂME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ADORER SON SAINT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RICHE EN AMOUR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LENT À LA COLÈRE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NOM EST GRAND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TON CŒUR EST BON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TOUTE TA BONTÉ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FIN JE CHANTERAI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J’AI 10 000 RAISONS DE TE LOUER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EN CE JOUR OÙ MA FORCE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S’ÉTEINDRA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SERA VENU LE MOMENT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ÂME CONTINUERA DE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LOUER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10 000 ANS ET POUR L’ÉTERNITÉ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J’ADORERAI TON SAINT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J’ADORERAI TON SAINT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 PLUS FORT QUE JAMAIS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MON ÂME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ADORER SON SAINT NOM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J’ADORERAI TON SAINT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J’ADORERAI TON SAINT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3174</TotalTime>
  <Words>99</Words>
  <Application>Microsoft Office PowerPoint</Application>
  <PresentationFormat>On-screen Show (4:3)</PresentationFormat>
  <Paragraphs>1958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Franklin Gothic Medium</vt:lpstr>
      <vt:lpstr>Arial</vt:lpstr>
      <vt:lpstr>Calibri</vt:lpstr>
      <vt:lpstr>Default Design</vt:lpstr>
      <vt:lpstr>BÉNIS DIEU, Ô MON ÂME  Ô MON ÂME   </vt:lpstr>
      <vt:lpstr>ADORANT SON SAINT NOM CHANTE PLUS FORT QUE JAMAIS    </vt:lpstr>
      <vt:lpstr>Ô MON ÂME POUR ADORER SON SAINT NOM    </vt:lpstr>
      <vt:lpstr>LE SOLEIL BRILLE UN NOUVEAU JOUR SE LÈVE     </vt:lpstr>
      <vt:lpstr>JE VEUX TE LOUER ENCORE     </vt:lpstr>
      <vt:lpstr>EN TOUTE CHOSE QUI PEUT VENIR SUR MON CHEMIN   </vt:lpstr>
      <vt:lpstr>JE VEUX TE CHANTER  LORSQUE LA NUIT VIENT </vt:lpstr>
      <vt:lpstr>BÉNI DIEU, Ô MON ÂME  Ô MON ÂME   </vt:lpstr>
      <vt:lpstr>ADORANT SON SAINT NOM CHANTE PLUS FORT QUE JAMAIS    </vt:lpstr>
      <vt:lpstr>Ô MON ÂME POUR ADORER SON SAINT NOM    </vt:lpstr>
      <vt:lpstr>RICHE EN AMOUR  ET LENT À LA COLÈRE   </vt:lpstr>
      <vt:lpstr>TON NOM EST GRAND  ET TON CŒUR EST BON    </vt:lpstr>
      <vt:lpstr>POUR TOUTE TA BONTÉ SANS FIN JE CHANTERAI</vt:lpstr>
      <vt:lpstr>CAR J’AI 10 000 RAISONS DE TE LOUER</vt:lpstr>
      <vt:lpstr>ET EN CE JOUR OÙ MA FORCE  S’ÉTEINDRA</vt:lpstr>
      <vt:lpstr>QUAND SERA VENU LE MOMENT  POUR MOI</vt:lpstr>
      <vt:lpstr>MON ÂME CONTINUERA DE  TE LOUER</vt:lpstr>
      <vt:lpstr>POUR 10 000 ANS ET POUR L’ÉTERNITÉ</vt:lpstr>
      <vt:lpstr>JÉSUS, J’ADORERAI TON SAINT NOM SEIGNEUR, J’ADORERAI TON SAINT NOM</vt:lpstr>
      <vt:lpstr>CHANTE PLUS FORT QUE JAMAIS Ô MON ÂME</vt:lpstr>
      <vt:lpstr>POUR ADORER SON SAINT NOM JÉSUS, J’ADORERAI TON SAINT NOM</vt:lpstr>
      <vt:lpstr>J’ADORERAI TON SAINT NOM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147</cp:revision>
  <dcterms:created xsi:type="dcterms:W3CDTF">2002-08-17T10:50:50Z</dcterms:created>
  <dcterms:modified xsi:type="dcterms:W3CDTF">2014-07-19T12:14:18Z</dcterms:modified>
</cp:coreProperties>
</file>