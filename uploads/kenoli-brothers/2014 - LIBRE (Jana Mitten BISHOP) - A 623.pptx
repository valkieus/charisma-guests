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4" r:id="rId3"/>
    <p:sldId id="265" r:id="rId4"/>
    <p:sldId id="266" r:id="rId5"/>
    <p:sldId id="267" r:id="rId6"/>
    <p:sldId id="268" r:id="rId7"/>
    <p:sldId id="270" r:id="rId8"/>
    <p:sldId id="27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620" autoAdjust="0"/>
    <p:restoredTop sz="85484" autoAdjust="0"/>
  </p:normalViewPr>
  <p:slideViewPr>
    <p:cSldViewPr>
      <p:cViewPr>
        <p:scale>
          <a:sx n="30" d="100"/>
          <a:sy n="30" d="100"/>
        </p:scale>
        <p:origin x="-6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F0C9F99-63FF-4FFC-BFA0-EC202BF3553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F69D1CD-4D74-44D6-B04A-175DCD53B77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VAIS LOUER FORT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VAIS DANSER COMME DAVID DEVANT L’ÉTERNEL,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VAIS CRIER, CRIER ENCORE PLUS FORT QU’AVANT, OOH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SAUTER PLUS HAUT JUSQU’À TOUCHER LE CIEL, OOH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PLUS DE CHAINES, PLUS DE LIENS PLUS DE FARDEAUX, JE SUIS LIBRE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LIBRE, LIBRE, LIBRE, LIBRE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ALLÉLU, ALLÉLUIA, ALLÉLU, ALLÉLUIA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VAIS LOUER FORT PLUS FORT QU’AVANT, OOH</a:t>
            </a:r>
          </a:p>
          <a:p>
            <a:r>
              <a:rPr lang="fr-FR" smtClean="0"/>
              <a:t>2-  JE VAIS DANSER COMME DAVID DEVANT L’ÉTERNEL, OOH</a:t>
            </a:r>
          </a:p>
          <a:p>
            <a:r>
              <a:rPr lang="fr-FR" smtClean="0"/>
              <a:t>3-  JE VAIS CRIER, CRIER ENCORE PLUS FORT QU’AVANT, OOH</a:t>
            </a:r>
          </a:p>
          <a:p>
            <a:r>
              <a:rPr lang="fr-FR" smtClean="0"/>
              <a:t>4-  JE VAIS SAUTER PLUS HAUT JUSQU’À TOUCHER LE CIEL, OOH</a:t>
            </a:r>
          </a:p>
          <a:p>
            <a:endParaRPr lang="fr-FR" smtClean="0"/>
          </a:p>
          <a:p>
            <a:r>
              <a:rPr lang="fr-FR" smtClean="0"/>
              <a:t>     	5-  LIBRE, LIBRE, LIBRE, LIBRE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6-  PLUS DE CHAINES, PLUS DE LIENS PLUS DE FARDEAUX, JE SUIS LIBRE  (BOUCLE)</a:t>
            </a:r>
          </a:p>
          <a:p>
            <a:endParaRPr lang="fr-FR" smtClean="0"/>
          </a:p>
          <a:p>
            <a:r>
              <a:rPr lang="fr-FR" smtClean="0"/>
              <a:t>	7-  LIBRE, LIBRE, LIBRE, LIBRE</a:t>
            </a:r>
          </a:p>
          <a:p>
            <a:endParaRPr lang="fr-FR" smtClean="0"/>
          </a:p>
          <a:p>
            <a:r>
              <a:rPr lang="fr-FR" smtClean="0"/>
              <a:t>8- ALLÉLU, ALLÉLUIA, ALLÉLU, ALLÉLUIA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61495-8B71-437B-870D-235EDEA223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4B70C-EBF5-4BB8-96BF-ACA2A36FE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5C70A-E37F-4F5B-B984-9FF6D8FBA7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837EC-E7E0-4853-A926-F7E044EA2B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4D347-1A85-4341-A4D8-D53568D8A8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60FA2-D2F5-40A6-B44E-135DD8C803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D7D7-2BBB-4E47-AADA-DBC3323E79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4C00EC-F9F1-4C4D-B2E9-5AB1DF5A2F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FADBFF-9A3C-4069-9D64-53C85578CD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86059-4060-497D-AF16-E9787EE78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1E63D-1B29-476D-8E08-562BD6CC77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959CF1D-A9CF-4DA1-95F7-06C659C1B7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LOUER FORT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QU’AVANT, 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DANSER COMME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DAVID DEVANT L’ÉTERNEL, 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CRIER, CRIER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PLUS FORT QU’AVANT, 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SAUTER PLUS HAUT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TOUCHER LE CIEL, OOH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LIBRE, LIBRE, LIBRE,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CHAINES, PLUS DE LIENS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FARDEAUX, JE SUIS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LIBRE, LIBRE, LIBRE, LIBRE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ALLÉLU, ALLÉLUIA, ALLÉLU,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766</Words>
  <Application>Microsoft PowerPoint</Application>
  <PresentationFormat>On-screen Show (4:3)</PresentationFormat>
  <Paragraphs>216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JE VAIS LOUER FORT PLUS FORT QU’AVANT, OOH</vt:lpstr>
      <vt:lpstr>JE VAIS DANSER COMME DAVID DEVANT L’ÉTERNEL, OOH</vt:lpstr>
      <vt:lpstr>JE VAIS CRIER, CRIER ENCORE PLUS FORT QU’AVANT, OOH</vt:lpstr>
      <vt:lpstr>JE VAIS SAUTER PLUS HAUT JUSQU’À TOUCHER LE CIEL, OOH</vt:lpstr>
      <vt:lpstr>LIBRE, LIBRE, LIBRE, LIBRE</vt:lpstr>
      <vt:lpstr>PLUS DE CHAINES, PLUS DE LIENS PLUS DE FARDEAUX, JE SUIS LIBRE</vt:lpstr>
      <vt:lpstr>LIBRE, LIBRE, LIBRE, LIBRE </vt:lpstr>
      <vt:lpstr>ALLÉLU, ALLÉLUIA, ALLÉLU, ALLÉLUIA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73</cp:revision>
  <dcterms:created xsi:type="dcterms:W3CDTF">2002-08-17T10:50:50Z</dcterms:created>
  <dcterms:modified xsi:type="dcterms:W3CDTF">2012-09-16T05:46:58Z</dcterms:modified>
</cp:coreProperties>
</file>