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59" r:id="rId3"/>
    <p:sldId id="260" r:id="rId4"/>
    <p:sldId id="269" r:id="rId5"/>
    <p:sldId id="262" r:id="rId6"/>
    <p:sldId id="267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52" autoAdjust="0"/>
    <p:restoredTop sz="56958" autoAdjust="0"/>
  </p:normalViewPr>
  <p:slideViewPr>
    <p:cSldViewPr>
      <p:cViewPr varScale="1">
        <p:scale>
          <a:sx n="47" d="100"/>
          <a:sy n="47" d="100"/>
        </p:scale>
        <p:origin x="-96" y="-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262A8A0-18CC-4C42-B88B-89217262A2E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  X2</a:t>
            </a:r>
          </a:p>
          <a:p>
            <a:r>
              <a:rPr lang="fr-FR" smtClean="0"/>
              <a:t>2-  ALLÉLUIA</a:t>
            </a:r>
          </a:p>
          <a:p>
            <a:endParaRPr lang="fr-FR" smtClean="0"/>
          </a:p>
          <a:p>
            <a:r>
              <a:rPr lang="fr-FR" smtClean="0"/>
              <a:t>	3-  SAINT, SAINT, SAINT</a:t>
            </a:r>
          </a:p>
          <a:p>
            <a:r>
              <a:rPr lang="fr-FR" smtClean="0"/>
              <a:t>	4-  SAINT, SAINT, TU ES SAINT SEIGNEUR DIEU TOUT-PUISSANT</a:t>
            </a:r>
          </a:p>
          <a:p>
            <a:r>
              <a:rPr lang="fr-FR" smtClean="0"/>
              <a:t>	5-  DIGNE EST L’AGNEAU</a:t>
            </a:r>
          </a:p>
          <a:p>
            <a:endParaRPr lang="fr-FR" smtClean="0"/>
          </a:p>
          <a:p>
            <a:r>
              <a:rPr lang="fr-FR" smtClean="0"/>
              <a:t>	6-  AMEN</a:t>
            </a:r>
          </a:p>
          <a:p>
            <a:endParaRPr lang="fr-FR" smtClean="0"/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  X2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3-  SAINT, SAINT, SAINT</a:t>
            </a:r>
          </a:p>
          <a:p>
            <a:pPr eaLnBrk="1" hangingPunct="1"/>
            <a:r>
              <a:rPr lang="fr-FR" smtClean="0"/>
              <a:t>	4-  SAINT, SAINT, TU ES SAINT SEIGNEUR DIEU TOUT-PUISSANT</a:t>
            </a:r>
          </a:p>
          <a:p>
            <a:pPr eaLnBrk="1" hangingPunct="1"/>
            <a:r>
              <a:rPr lang="fr-FR" smtClean="0"/>
              <a:t>	5-  DIGNE EST L’AGNEAU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6-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  X2</a:t>
            </a:r>
          </a:p>
          <a:p>
            <a:r>
              <a:rPr lang="fr-FR" smtClean="0"/>
              <a:t>2-  ALLÉLUIA</a:t>
            </a:r>
          </a:p>
          <a:p>
            <a:endParaRPr lang="fr-FR" smtClean="0"/>
          </a:p>
          <a:p>
            <a:r>
              <a:rPr lang="fr-FR" smtClean="0"/>
              <a:t>	3-  SAINT, SAINT, SAINT</a:t>
            </a:r>
          </a:p>
          <a:p>
            <a:r>
              <a:rPr lang="fr-FR" smtClean="0"/>
              <a:t>	4-  SAINT, SAINT, TU ES SAINT SEIGNEUR DIEU TOUT-PUISSANT</a:t>
            </a:r>
          </a:p>
          <a:p>
            <a:r>
              <a:rPr lang="fr-FR" smtClean="0"/>
              <a:t>	5-  DIGNE EST L’AGNEAU</a:t>
            </a:r>
          </a:p>
          <a:p>
            <a:endParaRPr lang="fr-FR" smtClean="0"/>
          </a:p>
          <a:p>
            <a:r>
              <a:rPr lang="fr-FR" smtClean="0"/>
              <a:t>	6-  AMEN</a:t>
            </a:r>
          </a:p>
          <a:p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  X2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3-  SAINT, SAINT, SAINT</a:t>
            </a:r>
          </a:p>
          <a:p>
            <a:pPr eaLnBrk="1" hangingPunct="1"/>
            <a:r>
              <a:rPr lang="fr-FR" smtClean="0"/>
              <a:t>	4-  SAINT, SAINT, TU ES SAINT SEIGNEUR DIEU TOUT-PUISSANT</a:t>
            </a:r>
          </a:p>
          <a:p>
            <a:pPr eaLnBrk="1" hangingPunct="1"/>
            <a:r>
              <a:rPr lang="fr-FR" smtClean="0"/>
              <a:t>	5-  DIGNE EST L’AGNEAU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6-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  X2</a:t>
            </a:r>
          </a:p>
          <a:p>
            <a:r>
              <a:rPr lang="fr-FR" smtClean="0"/>
              <a:t>2-  ALLÉLUIA</a:t>
            </a:r>
          </a:p>
          <a:p>
            <a:endParaRPr lang="fr-FR" smtClean="0"/>
          </a:p>
          <a:p>
            <a:r>
              <a:rPr lang="fr-FR" smtClean="0"/>
              <a:t>	3-  SAINT, SAINT, SAINT</a:t>
            </a:r>
          </a:p>
          <a:p>
            <a:r>
              <a:rPr lang="fr-FR" smtClean="0"/>
              <a:t>	4-  SAINT, SAINT, TU ES SAINT SEIGNEUR DIEU TOUT-PUISSANT</a:t>
            </a:r>
          </a:p>
          <a:p>
            <a:r>
              <a:rPr lang="fr-FR" smtClean="0"/>
              <a:t>	5-  DIGNE EST L’AGNEAU</a:t>
            </a:r>
          </a:p>
          <a:p>
            <a:endParaRPr lang="fr-FR" smtClean="0"/>
          </a:p>
          <a:p>
            <a:r>
              <a:rPr lang="fr-FR" smtClean="0"/>
              <a:t>	6-  AMEN</a:t>
            </a:r>
          </a:p>
          <a:p>
            <a:endParaRPr lang="fr-FR" smtClean="0"/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  X2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3-  SAINT, SAINT, SAINT</a:t>
            </a:r>
          </a:p>
          <a:p>
            <a:pPr eaLnBrk="1" hangingPunct="1"/>
            <a:r>
              <a:rPr lang="fr-FR" smtClean="0"/>
              <a:t>	4-  SAINT, SAINT, TU ES SAINT SEIGNEUR DIEU TOUT-PUISSANT</a:t>
            </a:r>
          </a:p>
          <a:p>
            <a:pPr eaLnBrk="1" hangingPunct="1"/>
            <a:r>
              <a:rPr lang="fr-FR" smtClean="0"/>
              <a:t>	5-  DIGNE EST L’AGNEAU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6-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  X2</a:t>
            </a:r>
          </a:p>
          <a:p>
            <a:r>
              <a:rPr lang="fr-FR" smtClean="0"/>
              <a:t>2-  ALLÉLUIA</a:t>
            </a:r>
          </a:p>
          <a:p>
            <a:endParaRPr lang="fr-FR" smtClean="0"/>
          </a:p>
          <a:p>
            <a:r>
              <a:rPr lang="fr-FR" smtClean="0"/>
              <a:t>	3-  SAINT, SAINT, SAINT</a:t>
            </a:r>
          </a:p>
          <a:p>
            <a:r>
              <a:rPr lang="fr-FR" smtClean="0"/>
              <a:t>	4-  SAINT, SAINT, TU ES SAINT SEIGNEUR DIEU TOUT-PUISSANT</a:t>
            </a:r>
          </a:p>
          <a:p>
            <a:r>
              <a:rPr lang="fr-FR" smtClean="0"/>
              <a:t>	5-  DIGNE EST L’AGNEAU</a:t>
            </a:r>
          </a:p>
          <a:p>
            <a:endParaRPr lang="fr-FR" smtClean="0"/>
          </a:p>
          <a:p>
            <a:r>
              <a:rPr lang="fr-FR" smtClean="0"/>
              <a:t>	6-  AMEN</a:t>
            </a:r>
          </a:p>
          <a:p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  X2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3-  SAINT, SAINT, SAINT</a:t>
            </a:r>
          </a:p>
          <a:p>
            <a:pPr eaLnBrk="1" hangingPunct="1"/>
            <a:r>
              <a:rPr lang="fr-FR" smtClean="0"/>
              <a:t>	4-  SAINT, SAINT, TU ES SAINT SEIGNEUR DIEU TOUT-PUISSANT</a:t>
            </a:r>
          </a:p>
          <a:p>
            <a:pPr eaLnBrk="1" hangingPunct="1"/>
            <a:r>
              <a:rPr lang="fr-FR" smtClean="0"/>
              <a:t>	5-  DIGNE EST L’AGNEAU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6-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  X2</a:t>
            </a:r>
          </a:p>
          <a:p>
            <a:r>
              <a:rPr lang="fr-FR" smtClean="0"/>
              <a:t>2-  ALLÉLUIA</a:t>
            </a:r>
          </a:p>
          <a:p>
            <a:endParaRPr lang="fr-FR" smtClean="0"/>
          </a:p>
          <a:p>
            <a:r>
              <a:rPr lang="fr-FR" smtClean="0"/>
              <a:t>	3-  SAINT, SAINT, SAINT</a:t>
            </a:r>
          </a:p>
          <a:p>
            <a:r>
              <a:rPr lang="fr-FR" smtClean="0"/>
              <a:t>	4-  SAINT, SAINT, TU ES SAINT SEIGNEUR DIEU TOUT-PUISSANT</a:t>
            </a:r>
          </a:p>
          <a:p>
            <a:r>
              <a:rPr lang="fr-FR" smtClean="0"/>
              <a:t>	5-  DIGNE EST L’AGNEAU</a:t>
            </a:r>
          </a:p>
          <a:p>
            <a:endParaRPr lang="fr-FR" smtClean="0"/>
          </a:p>
          <a:p>
            <a:r>
              <a:rPr lang="fr-FR" smtClean="0"/>
              <a:t>	6-  AMEN</a:t>
            </a:r>
          </a:p>
          <a:p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  X2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3-  SAINT, SAINT, SAINT</a:t>
            </a:r>
          </a:p>
          <a:p>
            <a:pPr eaLnBrk="1" hangingPunct="1"/>
            <a:r>
              <a:rPr lang="fr-FR" smtClean="0"/>
              <a:t>	4-  SAINT, SAINT, TU ES SAINT SEIGNEUR DIEU TOUT-PUISSANT</a:t>
            </a:r>
          </a:p>
          <a:p>
            <a:pPr eaLnBrk="1" hangingPunct="1"/>
            <a:r>
              <a:rPr lang="fr-FR" smtClean="0"/>
              <a:t>	5-  DIGNE EST L’AGNEAU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6-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ALLÉLUIA, ALLÉLUIA AU SEIGNEUR DIEU TOUT-PUISSANT QUI RÈGNE  X2</a:t>
            </a:r>
          </a:p>
          <a:p>
            <a:r>
              <a:rPr lang="fr-FR" smtClean="0"/>
              <a:t>2-  ALLÉLUIA</a:t>
            </a:r>
          </a:p>
          <a:p>
            <a:endParaRPr lang="fr-FR" smtClean="0"/>
          </a:p>
          <a:p>
            <a:r>
              <a:rPr lang="fr-FR" smtClean="0"/>
              <a:t>	3-  SAINT, SAINT, SAINT</a:t>
            </a:r>
          </a:p>
          <a:p>
            <a:r>
              <a:rPr lang="fr-FR" smtClean="0"/>
              <a:t>	4-  SAINT, SAINT, TU ES SAINT SEIGNEUR DIEU TOUT-PUISSANT</a:t>
            </a:r>
          </a:p>
          <a:p>
            <a:r>
              <a:rPr lang="fr-FR" smtClean="0"/>
              <a:t>	5-  DIGNE EST L’AGNEAU</a:t>
            </a:r>
          </a:p>
          <a:p>
            <a:endParaRPr lang="fr-FR" smtClean="0"/>
          </a:p>
          <a:p>
            <a:r>
              <a:rPr lang="fr-FR" smtClean="0"/>
              <a:t>	6-  AMEN</a:t>
            </a:r>
          </a:p>
          <a:p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ALLÉLUIA, ALLÉLUIA AU SEIGNEUR DIEU TOUT-PUISSANT QUI RÈGNE  X2</a:t>
            </a:r>
          </a:p>
          <a:p>
            <a:pPr eaLnBrk="1" hangingPunct="1"/>
            <a:r>
              <a:rPr lang="fr-FR" smtClean="0"/>
              <a:t>2-  ALLÉLUIA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3-  SAINT, SAINT, SAINT</a:t>
            </a:r>
          </a:p>
          <a:p>
            <a:pPr eaLnBrk="1" hangingPunct="1"/>
            <a:r>
              <a:rPr lang="fr-FR" smtClean="0"/>
              <a:t>	4-  SAINT, SAINT, TU ES SAINT SEIGNEUR DIEU TOUT-PUISSANT</a:t>
            </a:r>
          </a:p>
          <a:p>
            <a:pPr eaLnBrk="1" hangingPunct="1"/>
            <a:r>
              <a:rPr lang="fr-FR" smtClean="0"/>
              <a:t>	5-  DIGNE EST L’AGNEAU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6-  AMEN</a:t>
            </a:r>
          </a:p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31D9C-5394-4E39-8D13-4F8719FAE3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882D00-C208-4E6F-B324-88232D8C2A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52E23-CDE0-431A-8865-E97F485BF1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6C1F2-DEFF-42E6-B6A6-EDE63F0297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77D3F-D7B3-4981-863B-FA14B197C7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1A114-71D6-4A9B-9F8F-10C21347F9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2A5EC-BFDC-4527-A5A5-C499B83AB3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9913E9-7A10-499D-B4A6-1CF8BEBD1B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978C1-3F7F-41E4-B2EC-B9638C77FA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790370-8861-404C-9AE0-47E96E484F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B8917-7AB1-4E1D-9667-9EFAA4042B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B4891FA-B279-4134-930E-5C2DD7EAD8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ALLÉLUIA AU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TOUT-PUISSANT QUI RÈGNE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5654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24923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SAINT, SAINT, SAINT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28527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SAINT, SAINT, TU ES SAINT SEIGNEUR DIEU TOUT-PUISSANT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DIGNE EST L’AGNEAU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997200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115888"/>
            <a:ext cx="9177338" cy="65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AMEN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636838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185</Words>
  <Application>Microsoft PowerPoint</Application>
  <PresentationFormat>On-screen Show (4:3)</PresentationFormat>
  <Paragraphs>103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Franklin Gothic Medium</vt:lpstr>
      <vt:lpstr>Arial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49</cp:revision>
  <dcterms:created xsi:type="dcterms:W3CDTF">2002-08-17T10:50:50Z</dcterms:created>
  <dcterms:modified xsi:type="dcterms:W3CDTF">2012-09-16T00:55:33Z</dcterms:modified>
</cp:coreProperties>
</file>