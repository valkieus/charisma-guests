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06" r:id="rId2"/>
    <p:sldId id="307" r:id="rId3"/>
    <p:sldId id="319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20" r:id="rId16"/>
    <p:sldId id="321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34534" autoAdjust="0"/>
  </p:normalViewPr>
  <p:slideViewPr>
    <p:cSldViewPr>
      <p:cViewPr>
        <p:scale>
          <a:sx n="40" d="100"/>
          <a:sy n="40" d="100"/>
        </p:scale>
        <p:origin x="-9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22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5F418CA-D528-416B-9832-B702EA81F1E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0774645-FB32-4643-BCC0-195C3AC787E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Higher than the mountains that I face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In death, In life, I’m confident and covered by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DANS LA MORT, LA VIE JE SAIS QUE JE SUIS  OUVERT PAR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the power of Your great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My debt is paid, there’s nothing that can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separate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TOUT EST PAYÉ, ET RIEN NE POURRA SÉPARER MON CŒUR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from Your great love...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DE TON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Higher than the mountains that I face</a:t>
            </a:r>
          </a:p>
          <a:p>
            <a:r>
              <a:rPr lang="fr-FR" smtClean="0"/>
              <a:t>PLUS GRAND QUE CES MONTAGNES ÉLEVÉES  </a:t>
            </a:r>
            <a:br>
              <a:rPr lang="fr-FR" smtClean="0"/>
            </a:br>
            <a:r>
              <a:rPr lang="fr-FR" smtClean="0"/>
              <a:t>2-  Stronger than the power of the grave</a:t>
            </a:r>
          </a:p>
          <a:p>
            <a:r>
              <a:rPr lang="fr-FR" smtClean="0"/>
              <a:t>PLUS FORT QUE LA TOMBE CETTE PIERRE ROULÉE</a:t>
            </a:r>
            <a:br>
              <a:rPr lang="fr-FR" smtClean="0"/>
            </a:br>
            <a:r>
              <a:rPr lang="fr-FR" smtClean="0"/>
              <a:t>3-  Constant through the trial and the change</a:t>
            </a:r>
          </a:p>
          <a:p>
            <a:r>
              <a:rPr lang="fr-FR" smtClean="0"/>
              <a:t>FIDÈLE DANS MES ÉPREUVES À TOUTE HEURE </a:t>
            </a:r>
            <a:br>
              <a:rPr lang="fr-FR" smtClean="0"/>
            </a:br>
            <a:r>
              <a:rPr lang="fr-FR" smtClean="0"/>
              <a:t>4-  One thing… Remains </a:t>
            </a:r>
          </a:p>
          <a:p>
            <a:r>
              <a:rPr lang="fr-FR" smtClean="0"/>
              <a:t>UNE CHOSE… DEMEURE</a:t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r>
              <a:rPr lang="fr-FR" smtClean="0"/>
              <a:t>5-  Your love never fails, never gives up</a:t>
            </a:r>
          </a:p>
          <a:p>
            <a:r>
              <a:rPr lang="fr-FR" smtClean="0"/>
              <a:t>TON AMOUR EST LÀ NE M’ABANDONNE PAS</a:t>
            </a:r>
            <a:br>
              <a:rPr lang="fr-FR" smtClean="0"/>
            </a:br>
            <a:r>
              <a:rPr lang="fr-FR" smtClean="0"/>
              <a:t>6-  Never runs out on me </a:t>
            </a:r>
          </a:p>
          <a:p>
            <a:r>
              <a:rPr lang="fr-FR" smtClean="0"/>
              <a:t>NE S’ÉLOIGNE JAMAIS DE MOI	x 3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On and on and on and on it goes</a:t>
            </a:r>
          </a:p>
          <a:p>
            <a:r>
              <a:rPr lang="fr-FR" smtClean="0"/>
              <a:t>POUR TOUJOURS ET À JAMAIS, IL EST LÀ </a:t>
            </a:r>
            <a:br>
              <a:rPr lang="fr-FR" smtClean="0"/>
            </a:br>
            <a:r>
              <a:rPr lang="fr-FR" smtClean="0"/>
              <a:t>8-  It overwhelms and satisfies my soul</a:t>
            </a:r>
          </a:p>
          <a:p>
            <a:r>
              <a:rPr lang="fr-FR" smtClean="0"/>
              <a:t>MON ÂME EST RASSASIÉE DE TON AMOUR POUR MOI </a:t>
            </a:r>
            <a:br>
              <a:rPr lang="fr-FR" smtClean="0"/>
            </a:br>
            <a:r>
              <a:rPr lang="fr-FR" smtClean="0"/>
              <a:t>9-  And I never, ever, have to be afraid</a:t>
            </a:r>
          </a:p>
          <a:p>
            <a:r>
              <a:rPr lang="fr-FR" smtClean="0"/>
              <a:t>JE N’AURAI JAMAIS AUCUNE RAISON D’AVOIR PEUR</a:t>
            </a:r>
            <a:br>
              <a:rPr lang="fr-FR" smtClean="0"/>
            </a:br>
            <a:r>
              <a:rPr lang="fr-FR" smtClean="0"/>
              <a:t>10-  One thing remains</a:t>
            </a:r>
          </a:p>
          <a:p>
            <a:r>
              <a:rPr lang="fr-FR" smtClean="0"/>
              <a:t>UNE CHOSE DEMEURE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11-  In death, In life, I’m confident and covered by </a:t>
            </a:r>
          </a:p>
          <a:p>
            <a:r>
              <a:rPr lang="fr-FR" smtClean="0"/>
              <a:t>DANS LA MORT, LA VIE JE SAIS QUE JE SUIS  OUVERT PAR </a:t>
            </a:r>
          </a:p>
          <a:p>
            <a:r>
              <a:rPr lang="fr-FR" smtClean="0"/>
              <a:t>12-  the power of Your great love</a:t>
            </a:r>
          </a:p>
          <a:p>
            <a:r>
              <a:rPr lang="fr-FR" smtClean="0"/>
              <a:t> LA PUISSANCE DE TON AMOUR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13-  My debt is paid, there’s nothing that can</a:t>
            </a:r>
          </a:p>
          <a:p>
            <a:r>
              <a:rPr lang="fr-FR" smtClean="0"/>
              <a:t>separate my heart</a:t>
            </a:r>
          </a:p>
          <a:p>
            <a:r>
              <a:rPr lang="fr-FR" smtClean="0"/>
              <a:t>TOUT EST PAYÉ, ET RIEN NE POURRA SÉPARER MON CŒUR </a:t>
            </a:r>
          </a:p>
          <a:p>
            <a:r>
              <a:rPr lang="fr-FR" smtClean="0"/>
              <a:t>14-  from Your great love...</a:t>
            </a:r>
          </a:p>
          <a:p>
            <a:r>
              <a:rPr lang="fr-FR" smtClean="0"/>
              <a:t>DE TON AMOUR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15-  TON AMOUR EST LÀ NE M’ABANDONNE PAS</a:t>
            </a:r>
            <a:br>
              <a:rPr lang="fr-FR" smtClean="0"/>
            </a:br>
            <a:r>
              <a:rPr lang="fr-FR" smtClean="0"/>
              <a:t>16-  NE S’ÉLOIGNE JAMAIS DE MOI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0B4A4-7763-4A8F-805A-60E5AB66F0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69CDA-6339-422E-A3E9-8DBEC5E912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DD1947-0E0F-4FDD-9CCD-3557FA9879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A8EBE-ADA8-4907-933D-56A364FC74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A2E27C-E78B-46EE-8D8B-976455327F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E92AE-956D-42FD-893D-5940C718F1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2C0783-FD6C-4077-8249-93A3129B90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9EE2D-C323-439B-8C90-3485DA1872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339E3-1FA3-4A77-80E3-D7B3E56368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56EE45-8D7C-464E-810E-29DC08CA89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81D1C0-FDBC-49EB-AEAD-C9B21DA1A6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FD6B4DF-9949-403F-B451-7B70FA4143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GRAND QUE CES MONTAGNES ÉLEVÉES 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FORT QUE LA TOMBE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PIERRE ROULÉE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FIDÈLE DANS MES ÉPREUVES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TOUTE HEURE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CHOSE… DEMEURE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EST LÀ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M’ABANDONNE PAS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S’ÉLOIGNE JAMAIS DE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TOUJOURS ET À JAMAIS, IL EST LÀ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ÂME EST RASSASIÉE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TON AMOUR POUR MOI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N’AURAI JAMAIS AUCUNE RAISON D’AVOIR PEUR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CHOSE DEMEURE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MORT, LA VIE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JE SUIS COUVERT PAR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LA PUISSANCE DE TON AMOUR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EST PAYÉ, ET RIEN NE POURRA SÉPARER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TON 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EST LÀ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M’ABANDONNE PAS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S’ÉLOIGNE JAMAIS DE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3155</TotalTime>
  <Words>534</Words>
  <Application>Microsoft Office PowerPoint</Application>
  <PresentationFormat>On-screen Show (4:3)</PresentationFormat>
  <Paragraphs>752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Franklin Gothic Medium</vt:lpstr>
      <vt:lpstr>Arial</vt:lpstr>
      <vt:lpstr>Calibri</vt:lpstr>
      <vt:lpstr>Default Design</vt:lpstr>
      <vt:lpstr>PLUS GRAND QUE CES MONTAGNES ÉLEVÉES   </vt:lpstr>
      <vt:lpstr>PLUS FORT QUE LA TOMBE CETTE PIERRE ROULÉE   </vt:lpstr>
      <vt:lpstr>FIDÈLE DANS MES ÉPREUVES À TOUTE HEURE  </vt:lpstr>
      <vt:lpstr>UNE CHOSE… DEMEURE   </vt:lpstr>
      <vt:lpstr>TON AMOUR EST LÀ NE M’ABANDONNE PAS     </vt:lpstr>
      <vt:lpstr>NE S’ÉLOIGNE JAMAIS DE MOI     </vt:lpstr>
      <vt:lpstr>POUR TOUJOURS ET À JAMAIS, IL EST LÀ    </vt:lpstr>
      <vt:lpstr>MON ÂME EST RASSASIÉE DE TON AMOUR POUR MOI  </vt:lpstr>
      <vt:lpstr>JE N’AURAI JAMAIS AUCUNE RAISON D’AVOIR PEUR   </vt:lpstr>
      <vt:lpstr>UNE CHOSE DEMEURE     </vt:lpstr>
      <vt:lpstr>DANS LA MORT, LA VIE JE SAIS QUE JE SUIS COUVERT PAR    </vt:lpstr>
      <vt:lpstr> LA PUISSANCE DE TON AMOUR    </vt:lpstr>
      <vt:lpstr>TOUT EST PAYÉ, ET RIEN NE POURRA SÉPARER MON CŒUR   </vt:lpstr>
      <vt:lpstr>DE TON AMOUR</vt:lpstr>
      <vt:lpstr>TON AMOUR EST LÀ NE M’ABANDONNE PAS     </vt:lpstr>
      <vt:lpstr>NE S’ÉLOIGNE JAMAIS DE MOI    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149</cp:revision>
  <dcterms:created xsi:type="dcterms:W3CDTF">2002-08-17T10:50:50Z</dcterms:created>
  <dcterms:modified xsi:type="dcterms:W3CDTF">2014-07-19T12:19:08Z</dcterms:modified>
</cp:coreProperties>
</file>