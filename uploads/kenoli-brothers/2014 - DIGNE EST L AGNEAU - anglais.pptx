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8" r:id="rId2"/>
    <p:sldId id="259" r:id="rId3"/>
    <p:sldId id="260" r:id="rId4"/>
    <p:sldId id="269" r:id="rId5"/>
    <p:sldId id="262" r:id="rId6"/>
    <p:sldId id="267" r:id="rId7"/>
    <p:sldId id="270" r:id="rId8"/>
    <p:sldId id="271" r:id="rId9"/>
    <p:sldId id="272" r:id="rId10"/>
    <p:sldId id="273" r:id="rId11"/>
    <p:sldId id="274" r:id="rId12"/>
    <p:sldId id="275" r:id="rId1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52" autoAdjust="0"/>
    <p:restoredTop sz="56958" autoAdjust="0"/>
  </p:normalViewPr>
  <p:slideViewPr>
    <p:cSldViewPr>
      <p:cViewPr varScale="1">
        <p:scale>
          <a:sx n="37" d="100"/>
          <a:sy n="37" d="100"/>
        </p:scale>
        <p:origin x="-312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67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5B6A9C9-498C-4C02-B1EF-7F64FF78E79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ALLÉLUIA, ALLÉLUIA AU SEIGNEUR DIEU TOUT-PUISSANT QUI RÈGNE</a:t>
            </a:r>
          </a:p>
          <a:p>
            <a:r>
              <a:rPr lang="fr-FR" smtClean="0"/>
              <a:t>2-  ALLÉLUIA</a:t>
            </a:r>
          </a:p>
          <a:p>
            <a:r>
              <a:rPr lang="fr-FR" smtClean="0"/>
              <a:t>3-  SAINT, SAINT, SAINT</a:t>
            </a:r>
          </a:p>
          <a:p>
            <a:r>
              <a:rPr lang="fr-FR" smtClean="0"/>
              <a:t>4-  SAINT, SAINT, TU ES SAINT SEIGNEUR DIEU TOUT-PUISSANT</a:t>
            </a:r>
          </a:p>
          <a:p>
            <a:r>
              <a:rPr lang="fr-FR" smtClean="0"/>
              <a:t>5-  DIGNE EST L’AGNEAU</a:t>
            </a:r>
          </a:p>
          <a:p>
            <a:r>
              <a:rPr lang="fr-FR" smtClean="0"/>
              <a:t>6-  AMEN</a:t>
            </a:r>
          </a:p>
          <a:p>
            <a:endParaRPr lang="fr-FR" smtClean="0"/>
          </a:p>
          <a:p>
            <a:r>
              <a:rPr lang="fr-FR" smtClean="0"/>
              <a:t>7-  HALLELUJAH, HALLELUJAH TO THE LORD GOD ALMIGHTY HE REIGNS</a:t>
            </a:r>
          </a:p>
          <a:p>
            <a:r>
              <a:rPr lang="fr-FR" smtClean="0"/>
              <a:t>8-  HALLELUJAH</a:t>
            </a:r>
          </a:p>
          <a:p>
            <a:r>
              <a:rPr lang="fr-FR" smtClean="0"/>
              <a:t>9-  HOLY, HOLY, HOLY, </a:t>
            </a:r>
          </a:p>
          <a:p>
            <a:r>
              <a:rPr lang="fr-FR" smtClean="0"/>
              <a:t>10-  HOLY, HOLY, ARE YOU LORD GOD ALMIGHTY</a:t>
            </a:r>
          </a:p>
          <a:p>
            <a:r>
              <a:rPr lang="fr-FR" smtClean="0"/>
              <a:t>11-  WORTHY IS THE LAMB</a:t>
            </a:r>
          </a:p>
          <a:p>
            <a:r>
              <a:rPr lang="fr-FR" smtClean="0"/>
              <a:t>12-  AMEN</a:t>
            </a:r>
          </a:p>
          <a:p>
            <a:endParaRPr lang="fr-FR" smtClean="0"/>
          </a:p>
        </p:txBody>
      </p:sp>
      <p:sp>
        <p:nvSpPr>
          <p:cNvPr id="153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ALLÉLUIA, ALLÉLUIA AU SEIGNEUR DIEU TOUT-PUISSANT QUI RÈGNE</a:t>
            </a:r>
          </a:p>
          <a:p>
            <a:pPr eaLnBrk="1" hangingPunct="1"/>
            <a:r>
              <a:rPr lang="fr-FR" smtClean="0"/>
              <a:t>2-  ALLÉLUIA</a:t>
            </a:r>
          </a:p>
          <a:p>
            <a:pPr eaLnBrk="1" hangingPunct="1"/>
            <a:r>
              <a:rPr lang="fr-FR" smtClean="0"/>
              <a:t>3-  SAINT, SAINT, SAINT</a:t>
            </a:r>
          </a:p>
          <a:p>
            <a:pPr eaLnBrk="1" hangingPunct="1"/>
            <a:r>
              <a:rPr lang="fr-FR" smtClean="0"/>
              <a:t>4-  SAINT, SAINT, TU ES SAINT SEIGNEUR DIEU TOUT-PUISSANT</a:t>
            </a:r>
          </a:p>
          <a:p>
            <a:pPr eaLnBrk="1" hangingPunct="1"/>
            <a:r>
              <a:rPr lang="fr-FR" smtClean="0"/>
              <a:t>5-  DIGNE EST L’AGNEAU</a:t>
            </a:r>
          </a:p>
          <a:p>
            <a:pPr eaLnBrk="1" hangingPunct="1"/>
            <a:r>
              <a:rPr lang="fr-FR" smtClean="0"/>
              <a:t>6-  AMEN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7-  HALLELUJAH, HALLELUJAH TO THE LORD GOD ALMIGHTY HE REIGNS</a:t>
            </a:r>
          </a:p>
          <a:p>
            <a:pPr eaLnBrk="1" hangingPunct="1"/>
            <a:r>
              <a:rPr lang="fr-FR" smtClean="0"/>
              <a:t>8-  HALLELUJAH</a:t>
            </a:r>
          </a:p>
          <a:p>
            <a:pPr eaLnBrk="1" hangingPunct="1"/>
            <a:r>
              <a:rPr lang="fr-FR" smtClean="0"/>
              <a:t>9-  HOLY, HOLY, HOLY, </a:t>
            </a:r>
          </a:p>
          <a:p>
            <a:pPr eaLnBrk="1" hangingPunct="1"/>
            <a:r>
              <a:rPr lang="fr-FR" smtClean="0"/>
              <a:t>10-  HOLY, HOLY, ARE YOU LORD GOD ALMIGHTY</a:t>
            </a:r>
          </a:p>
          <a:p>
            <a:pPr eaLnBrk="1" hangingPunct="1"/>
            <a:r>
              <a:rPr lang="fr-FR" smtClean="0"/>
              <a:t>11-  WORTHY IS THE LAMB</a:t>
            </a:r>
          </a:p>
          <a:p>
            <a:pPr eaLnBrk="1" hangingPunct="1"/>
            <a:r>
              <a:rPr lang="fr-FR" smtClean="0"/>
              <a:t>12-  AMEN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ALLÉLUIA, ALLÉLUIA AU SEIGNEUR DIEU TOUT-PUISSANT QUI RÈGNE</a:t>
            </a:r>
          </a:p>
          <a:p>
            <a:r>
              <a:rPr lang="fr-FR" smtClean="0"/>
              <a:t>2-  ALLÉLUIA</a:t>
            </a:r>
          </a:p>
          <a:p>
            <a:r>
              <a:rPr lang="fr-FR" smtClean="0"/>
              <a:t>3-  SAINT, SAINT, SAINT</a:t>
            </a:r>
          </a:p>
          <a:p>
            <a:r>
              <a:rPr lang="fr-FR" smtClean="0"/>
              <a:t>4-  SAINT, SAINT, TU ES SAINT SEIGNEUR DIEU TOUT-PUISSANT</a:t>
            </a:r>
          </a:p>
          <a:p>
            <a:r>
              <a:rPr lang="fr-FR" smtClean="0"/>
              <a:t>5-  DIGNE EST L’AGNEAU</a:t>
            </a:r>
          </a:p>
          <a:p>
            <a:r>
              <a:rPr lang="fr-FR" smtClean="0"/>
              <a:t>6-  AMEN</a:t>
            </a:r>
          </a:p>
          <a:p>
            <a:endParaRPr lang="fr-FR" smtClean="0"/>
          </a:p>
          <a:p>
            <a:r>
              <a:rPr lang="fr-FR" smtClean="0"/>
              <a:t>7-  HALLELUJAH, HALLELUJAH TO THE LORD GOD ALMIGHTY HE REIGNS</a:t>
            </a:r>
          </a:p>
          <a:p>
            <a:r>
              <a:rPr lang="fr-FR" smtClean="0"/>
              <a:t>8-  HALLELUJAH</a:t>
            </a:r>
          </a:p>
          <a:p>
            <a:r>
              <a:rPr lang="fr-FR" smtClean="0"/>
              <a:t>9-  HOLY, HOLY, HOLY, </a:t>
            </a:r>
          </a:p>
          <a:p>
            <a:r>
              <a:rPr lang="fr-FR" smtClean="0"/>
              <a:t>10-  HOLY, HOLY, ARE YOU LORD GOD ALMIGHTY</a:t>
            </a:r>
          </a:p>
          <a:p>
            <a:r>
              <a:rPr lang="fr-FR" smtClean="0"/>
              <a:t>11-  WORTHY IS THE LAMB</a:t>
            </a:r>
          </a:p>
          <a:p>
            <a:r>
              <a:rPr lang="fr-FR" smtClean="0"/>
              <a:t>12-  AMEN</a:t>
            </a:r>
          </a:p>
          <a:p>
            <a:endParaRPr lang="fr-FR" smtClean="0"/>
          </a:p>
        </p:txBody>
      </p:sp>
      <p:sp>
        <p:nvSpPr>
          <p:cNvPr id="163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ALLÉLUIA, ALLÉLUIA AU SEIGNEUR DIEU TOUT-PUISSANT QUI RÈGNE</a:t>
            </a:r>
          </a:p>
          <a:p>
            <a:pPr eaLnBrk="1" hangingPunct="1"/>
            <a:r>
              <a:rPr lang="fr-FR" smtClean="0"/>
              <a:t>2-  ALLÉLUIA</a:t>
            </a:r>
          </a:p>
          <a:p>
            <a:pPr eaLnBrk="1" hangingPunct="1"/>
            <a:r>
              <a:rPr lang="fr-FR" smtClean="0"/>
              <a:t>3-  SAINT, SAINT, SAINT</a:t>
            </a:r>
          </a:p>
          <a:p>
            <a:pPr eaLnBrk="1" hangingPunct="1"/>
            <a:r>
              <a:rPr lang="fr-FR" smtClean="0"/>
              <a:t>4-  SAINT, SAINT, TU ES SAINT SEIGNEUR DIEU TOUT-PUISSANT</a:t>
            </a:r>
          </a:p>
          <a:p>
            <a:pPr eaLnBrk="1" hangingPunct="1"/>
            <a:r>
              <a:rPr lang="fr-FR" smtClean="0"/>
              <a:t>5-  DIGNE EST L’AGNEAU</a:t>
            </a:r>
          </a:p>
          <a:p>
            <a:pPr eaLnBrk="1" hangingPunct="1"/>
            <a:r>
              <a:rPr lang="fr-FR" smtClean="0"/>
              <a:t>6-  AMEN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7-  HALLELUJAH, HALLELUJAH TO THE LORD GOD ALMIGHTY HE REIGNS</a:t>
            </a:r>
          </a:p>
          <a:p>
            <a:pPr eaLnBrk="1" hangingPunct="1"/>
            <a:r>
              <a:rPr lang="fr-FR" smtClean="0"/>
              <a:t>8-  HALLELUJAH</a:t>
            </a:r>
          </a:p>
          <a:p>
            <a:pPr eaLnBrk="1" hangingPunct="1"/>
            <a:r>
              <a:rPr lang="fr-FR" smtClean="0"/>
              <a:t>9-  HOLY, HOLY, HOLY, </a:t>
            </a:r>
          </a:p>
          <a:p>
            <a:pPr eaLnBrk="1" hangingPunct="1"/>
            <a:r>
              <a:rPr lang="fr-FR" smtClean="0"/>
              <a:t>10-  HOLY, HOLY, ARE YOU LORD GOD ALMIGHTY</a:t>
            </a:r>
          </a:p>
          <a:p>
            <a:pPr eaLnBrk="1" hangingPunct="1"/>
            <a:r>
              <a:rPr lang="fr-FR" smtClean="0"/>
              <a:t>11-  WORTHY IS THE LAMB</a:t>
            </a:r>
          </a:p>
          <a:p>
            <a:pPr eaLnBrk="1" hangingPunct="1"/>
            <a:r>
              <a:rPr lang="fr-FR" smtClean="0"/>
              <a:t>12-  AMEN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ALLÉLUIA, ALLÉLUIA AU SEIGNEUR DIEU TOUT-PUISSANT QUI RÈGNE</a:t>
            </a:r>
          </a:p>
          <a:p>
            <a:r>
              <a:rPr lang="fr-FR" smtClean="0"/>
              <a:t>2-  ALLÉLUIA</a:t>
            </a:r>
          </a:p>
          <a:p>
            <a:r>
              <a:rPr lang="fr-FR" smtClean="0"/>
              <a:t>3-  SAINT, SAINT, SAINT</a:t>
            </a:r>
          </a:p>
          <a:p>
            <a:r>
              <a:rPr lang="fr-FR" smtClean="0"/>
              <a:t>4-  SAINT, SAINT, TU ES SAINT SEIGNEUR DIEU TOUT-PUISSANT</a:t>
            </a:r>
          </a:p>
          <a:p>
            <a:r>
              <a:rPr lang="fr-FR" smtClean="0"/>
              <a:t>5-  DIGNE EST L’AGNEAU</a:t>
            </a:r>
          </a:p>
          <a:p>
            <a:r>
              <a:rPr lang="fr-FR" smtClean="0"/>
              <a:t>6-  AMEN</a:t>
            </a:r>
          </a:p>
          <a:p>
            <a:endParaRPr lang="fr-FR" smtClean="0"/>
          </a:p>
          <a:p>
            <a:r>
              <a:rPr lang="fr-FR" smtClean="0"/>
              <a:t>7-  HALLELUJAH, HALLELUJAH TO THE LORD GOD ALMIGHTY HE REIGNS</a:t>
            </a:r>
          </a:p>
          <a:p>
            <a:r>
              <a:rPr lang="fr-FR" smtClean="0"/>
              <a:t>8-  HALLELUJAH</a:t>
            </a:r>
          </a:p>
          <a:p>
            <a:r>
              <a:rPr lang="fr-FR" smtClean="0"/>
              <a:t>9-  HOLY, HOLY, HOLY, </a:t>
            </a:r>
          </a:p>
          <a:p>
            <a:r>
              <a:rPr lang="fr-FR" smtClean="0"/>
              <a:t>10-  HOLY, HOLY, ARE YOU LORD GOD ALMIGHTY</a:t>
            </a:r>
          </a:p>
          <a:p>
            <a:r>
              <a:rPr lang="fr-FR" smtClean="0"/>
              <a:t>11-  WORTHY IS THE LAMB</a:t>
            </a:r>
          </a:p>
          <a:p>
            <a:r>
              <a:rPr lang="fr-FR" smtClean="0"/>
              <a:t>12-  AMEN</a:t>
            </a:r>
          </a:p>
          <a:p>
            <a:endParaRPr lang="fr-FR" smtClean="0"/>
          </a:p>
        </p:txBody>
      </p:sp>
      <p:sp>
        <p:nvSpPr>
          <p:cNvPr id="174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ALLÉLUIA, ALLÉLUIA AU SEIGNEUR DIEU TOUT-PUISSANT QUI RÈGNE</a:t>
            </a:r>
          </a:p>
          <a:p>
            <a:pPr eaLnBrk="1" hangingPunct="1"/>
            <a:r>
              <a:rPr lang="fr-FR" smtClean="0"/>
              <a:t>2-  ALLÉLUIA</a:t>
            </a:r>
          </a:p>
          <a:p>
            <a:pPr eaLnBrk="1" hangingPunct="1"/>
            <a:r>
              <a:rPr lang="fr-FR" smtClean="0"/>
              <a:t>3-  SAINT, SAINT, SAINT</a:t>
            </a:r>
          </a:p>
          <a:p>
            <a:pPr eaLnBrk="1" hangingPunct="1"/>
            <a:r>
              <a:rPr lang="fr-FR" smtClean="0"/>
              <a:t>4-  SAINT, SAINT, TU ES SAINT SEIGNEUR DIEU TOUT-PUISSANT</a:t>
            </a:r>
          </a:p>
          <a:p>
            <a:pPr eaLnBrk="1" hangingPunct="1"/>
            <a:r>
              <a:rPr lang="fr-FR" smtClean="0"/>
              <a:t>5-  DIGNE EST L’AGNEAU</a:t>
            </a:r>
          </a:p>
          <a:p>
            <a:pPr eaLnBrk="1" hangingPunct="1"/>
            <a:r>
              <a:rPr lang="fr-FR" smtClean="0"/>
              <a:t>6-  AMEN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7-  HALLELUJAH, HALLELUJAH TO THE LORD GOD ALMIGHTY HE REIGNS</a:t>
            </a:r>
          </a:p>
          <a:p>
            <a:pPr eaLnBrk="1" hangingPunct="1"/>
            <a:r>
              <a:rPr lang="fr-FR" smtClean="0"/>
              <a:t>8-  HALLELUJAH</a:t>
            </a:r>
          </a:p>
          <a:p>
            <a:pPr eaLnBrk="1" hangingPunct="1"/>
            <a:r>
              <a:rPr lang="fr-FR" smtClean="0"/>
              <a:t>9-  HOLY, HOLY, HOLY, </a:t>
            </a:r>
          </a:p>
          <a:p>
            <a:pPr eaLnBrk="1" hangingPunct="1"/>
            <a:r>
              <a:rPr lang="fr-FR" smtClean="0"/>
              <a:t>10-  HOLY, HOLY, ARE YOU LORD GOD ALMIGHTY</a:t>
            </a:r>
          </a:p>
          <a:p>
            <a:pPr eaLnBrk="1" hangingPunct="1"/>
            <a:r>
              <a:rPr lang="fr-FR" smtClean="0"/>
              <a:t>11-  WORTHY IS THE LAMB</a:t>
            </a:r>
          </a:p>
          <a:p>
            <a:pPr eaLnBrk="1" hangingPunct="1"/>
            <a:r>
              <a:rPr lang="fr-FR" smtClean="0"/>
              <a:t>12-  AMEN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ALLÉLUIA, ALLÉLUIA AU SEIGNEUR DIEU TOUT-PUISSANT QUI RÈGNE</a:t>
            </a:r>
          </a:p>
          <a:p>
            <a:r>
              <a:rPr lang="fr-FR" smtClean="0"/>
              <a:t>2-  ALLÉLUIA</a:t>
            </a:r>
          </a:p>
          <a:p>
            <a:r>
              <a:rPr lang="fr-FR" smtClean="0"/>
              <a:t>3-  SAINT, SAINT, SAINT</a:t>
            </a:r>
          </a:p>
          <a:p>
            <a:r>
              <a:rPr lang="fr-FR" smtClean="0"/>
              <a:t>4-  SAINT, SAINT, TU ES SAINT SEIGNEUR DIEU TOUT-PUISSANT</a:t>
            </a:r>
          </a:p>
          <a:p>
            <a:r>
              <a:rPr lang="fr-FR" smtClean="0"/>
              <a:t>5-  DIGNE EST L’AGNEAU</a:t>
            </a:r>
          </a:p>
          <a:p>
            <a:r>
              <a:rPr lang="fr-FR" smtClean="0"/>
              <a:t>6-  AMEN</a:t>
            </a:r>
          </a:p>
          <a:p>
            <a:endParaRPr lang="fr-FR" smtClean="0"/>
          </a:p>
          <a:p>
            <a:r>
              <a:rPr lang="fr-FR" smtClean="0"/>
              <a:t>7-  HALLELUJAH, HALLELUJAH TO THE LORD GOD ALMIGHTY HE REIGNS</a:t>
            </a:r>
          </a:p>
          <a:p>
            <a:r>
              <a:rPr lang="fr-FR" smtClean="0"/>
              <a:t>8-  HALLELUJAH</a:t>
            </a:r>
          </a:p>
          <a:p>
            <a:r>
              <a:rPr lang="fr-FR" smtClean="0"/>
              <a:t>9-  HOLY, HOLY, HOLY, </a:t>
            </a:r>
          </a:p>
          <a:p>
            <a:r>
              <a:rPr lang="fr-FR" smtClean="0"/>
              <a:t>10-  HOLY, HOLY, ARE YOU LORD GOD ALMIGHTY</a:t>
            </a:r>
          </a:p>
          <a:p>
            <a:r>
              <a:rPr lang="fr-FR" smtClean="0"/>
              <a:t>11-  WORTHY IS THE LAMB</a:t>
            </a:r>
          </a:p>
          <a:p>
            <a:r>
              <a:rPr lang="fr-FR" smtClean="0"/>
              <a:t>12-  AMEN</a:t>
            </a:r>
          </a:p>
          <a:p>
            <a:endParaRPr lang="fr-FR" smtClean="0"/>
          </a:p>
        </p:txBody>
      </p:sp>
      <p:sp>
        <p:nvSpPr>
          <p:cNvPr id="184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ALLÉLUIA, ALLÉLUIA AU SEIGNEUR DIEU TOUT-PUISSANT QUI RÈGNE</a:t>
            </a:r>
          </a:p>
          <a:p>
            <a:pPr eaLnBrk="1" hangingPunct="1"/>
            <a:r>
              <a:rPr lang="fr-FR" smtClean="0"/>
              <a:t>2-  ALLÉLUIA</a:t>
            </a:r>
          </a:p>
          <a:p>
            <a:pPr eaLnBrk="1" hangingPunct="1"/>
            <a:r>
              <a:rPr lang="fr-FR" smtClean="0"/>
              <a:t>3-  SAINT, SAINT, SAINT</a:t>
            </a:r>
          </a:p>
          <a:p>
            <a:pPr eaLnBrk="1" hangingPunct="1"/>
            <a:r>
              <a:rPr lang="fr-FR" smtClean="0"/>
              <a:t>4-  SAINT, SAINT, TU ES SAINT SEIGNEUR DIEU TOUT-PUISSANT</a:t>
            </a:r>
          </a:p>
          <a:p>
            <a:pPr eaLnBrk="1" hangingPunct="1"/>
            <a:r>
              <a:rPr lang="fr-FR" smtClean="0"/>
              <a:t>5-  DIGNE EST L’AGNEAU</a:t>
            </a:r>
          </a:p>
          <a:p>
            <a:pPr eaLnBrk="1" hangingPunct="1"/>
            <a:r>
              <a:rPr lang="fr-FR" smtClean="0"/>
              <a:t>6-  AMEN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7-  HALLELUJAH, HALLELUJAH TO THE LORD GOD ALMIGHTY HE REIGNS</a:t>
            </a:r>
          </a:p>
          <a:p>
            <a:pPr eaLnBrk="1" hangingPunct="1"/>
            <a:r>
              <a:rPr lang="fr-FR" smtClean="0"/>
              <a:t>8-  HALLELUJAH</a:t>
            </a:r>
          </a:p>
          <a:p>
            <a:pPr eaLnBrk="1" hangingPunct="1"/>
            <a:r>
              <a:rPr lang="fr-FR" smtClean="0"/>
              <a:t>9-  HOLY, HOLY, HOLY, </a:t>
            </a:r>
          </a:p>
          <a:p>
            <a:pPr eaLnBrk="1" hangingPunct="1"/>
            <a:r>
              <a:rPr lang="fr-FR" smtClean="0"/>
              <a:t>10-  HOLY, HOLY, ARE YOU LORD GOD ALMIGHTY</a:t>
            </a:r>
          </a:p>
          <a:p>
            <a:pPr eaLnBrk="1" hangingPunct="1"/>
            <a:r>
              <a:rPr lang="fr-FR" smtClean="0"/>
              <a:t>11-  WORTHY IS THE LAMB</a:t>
            </a:r>
          </a:p>
          <a:p>
            <a:pPr eaLnBrk="1" hangingPunct="1"/>
            <a:r>
              <a:rPr lang="fr-FR" smtClean="0"/>
              <a:t>12-  AMEN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ALLÉLUIA, ALLÉLUIA AU SEIGNEUR DIEU TOUT-PUISSANT QUI RÈGNE</a:t>
            </a:r>
          </a:p>
          <a:p>
            <a:r>
              <a:rPr lang="fr-FR" smtClean="0"/>
              <a:t>2-  ALLÉLUIA</a:t>
            </a:r>
          </a:p>
          <a:p>
            <a:r>
              <a:rPr lang="fr-FR" smtClean="0"/>
              <a:t>3-  SAINT, SAINT, SAINT</a:t>
            </a:r>
          </a:p>
          <a:p>
            <a:r>
              <a:rPr lang="fr-FR" smtClean="0"/>
              <a:t>4-  SAINT, SAINT, TU ES SAINT SEIGNEUR DIEU TOUT-PUISSANT</a:t>
            </a:r>
          </a:p>
          <a:p>
            <a:r>
              <a:rPr lang="fr-FR" smtClean="0"/>
              <a:t>5-  DIGNE EST L’AGNEAU</a:t>
            </a:r>
          </a:p>
          <a:p>
            <a:r>
              <a:rPr lang="fr-FR" smtClean="0"/>
              <a:t>6-  AMEN</a:t>
            </a:r>
          </a:p>
          <a:p>
            <a:endParaRPr lang="fr-FR" smtClean="0"/>
          </a:p>
          <a:p>
            <a:r>
              <a:rPr lang="fr-FR" smtClean="0"/>
              <a:t>7-  HALLELUJAH, HALLELUJAH TO THE LORD GOD ALMIGHTY HE REIGNS</a:t>
            </a:r>
          </a:p>
          <a:p>
            <a:r>
              <a:rPr lang="fr-FR" smtClean="0"/>
              <a:t>8-  HALLELUJAH</a:t>
            </a:r>
          </a:p>
          <a:p>
            <a:r>
              <a:rPr lang="fr-FR" smtClean="0"/>
              <a:t>9-  HOLY, HOLY, HOLY, </a:t>
            </a:r>
          </a:p>
          <a:p>
            <a:r>
              <a:rPr lang="fr-FR" smtClean="0"/>
              <a:t>10-  HOLY, HOLY, ARE YOU LORD GOD ALMIGHTY</a:t>
            </a:r>
          </a:p>
          <a:p>
            <a:r>
              <a:rPr lang="fr-FR" smtClean="0"/>
              <a:t>11-  WORTHY IS THE LAMB</a:t>
            </a:r>
          </a:p>
          <a:p>
            <a:r>
              <a:rPr lang="fr-FR" smtClean="0"/>
              <a:t>12-  AMEN</a:t>
            </a:r>
          </a:p>
          <a:p>
            <a:endParaRPr lang="fr-FR" smtClean="0"/>
          </a:p>
        </p:txBody>
      </p:sp>
      <p:sp>
        <p:nvSpPr>
          <p:cNvPr id="194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ALLÉLUIA, ALLÉLUIA AU SEIGNEUR DIEU TOUT-PUISSANT QUI RÈGNE</a:t>
            </a:r>
          </a:p>
          <a:p>
            <a:pPr eaLnBrk="1" hangingPunct="1"/>
            <a:r>
              <a:rPr lang="fr-FR" smtClean="0"/>
              <a:t>2-  ALLÉLUIA</a:t>
            </a:r>
          </a:p>
          <a:p>
            <a:pPr eaLnBrk="1" hangingPunct="1"/>
            <a:r>
              <a:rPr lang="fr-FR" smtClean="0"/>
              <a:t>3-  SAINT, SAINT, SAINT</a:t>
            </a:r>
          </a:p>
          <a:p>
            <a:pPr eaLnBrk="1" hangingPunct="1"/>
            <a:r>
              <a:rPr lang="fr-FR" smtClean="0"/>
              <a:t>4-  SAINT, SAINT, TU ES SAINT SEIGNEUR DIEU TOUT-PUISSANT</a:t>
            </a:r>
          </a:p>
          <a:p>
            <a:pPr eaLnBrk="1" hangingPunct="1"/>
            <a:r>
              <a:rPr lang="fr-FR" smtClean="0"/>
              <a:t>5-  DIGNE EST L’AGNEAU</a:t>
            </a:r>
          </a:p>
          <a:p>
            <a:pPr eaLnBrk="1" hangingPunct="1"/>
            <a:r>
              <a:rPr lang="fr-FR" smtClean="0"/>
              <a:t>6-  AMEN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7-  HALLELUJAH, HALLELUJAH TO THE LORD GOD ALMIGHTY HE REIGNS</a:t>
            </a:r>
          </a:p>
          <a:p>
            <a:pPr eaLnBrk="1" hangingPunct="1"/>
            <a:r>
              <a:rPr lang="fr-FR" smtClean="0"/>
              <a:t>8-  HALLELUJAH</a:t>
            </a:r>
          </a:p>
          <a:p>
            <a:pPr eaLnBrk="1" hangingPunct="1"/>
            <a:r>
              <a:rPr lang="fr-FR" smtClean="0"/>
              <a:t>9-  HOLY, HOLY, HOLY, </a:t>
            </a:r>
          </a:p>
          <a:p>
            <a:pPr eaLnBrk="1" hangingPunct="1"/>
            <a:r>
              <a:rPr lang="fr-FR" smtClean="0"/>
              <a:t>10-  HOLY, HOLY, ARE YOU LORD GOD ALMIGHTY</a:t>
            </a:r>
          </a:p>
          <a:p>
            <a:pPr eaLnBrk="1" hangingPunct="1"/>
            <a:r>
              <a:rPr lang="fr-FR" smtClean="0"/>
              <a:t>11-  WORTHY IS THE LAMB</a:t>
            </a:r>
          </a:p>
          <a:p>
            <a:pPr eaLnBrk="1" hangingPunct="1"/>
            <a:r>
              <a:rPr lang="fr-FR" smtClean="0"/>
              <a:t>12-  AMEN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ALLÉLUIA, ALLÉLUIA AU SEIGNEUR DIEU TOUT-PUISSANT QUI RÈGNE</a:t>
            </a:r>
          </a:p>
          <a:p>
            <a:r>
              <a:rPr lang="fr-FR" smtClean="0"/>
              <a:t>2-  ALLÉLUIA</a:t>
            </a:r>
          </a:p>
          <a:p>
            <a:r>
              <a:rPr lang="fr-FR" smtClean="0"/>
              <a:t>3-  SAINT, SAINT, SAINT</a:t>
            </a:r>
          </a:p>
          <a:p>
            <a:r>
              <a:rPr lang="fr-FR" smtClean="0"/>
              <a:t>4-  SAINT, SAINT, TU ES SAINT SEIGNEUR DIEU TOUT-PUISSANT</a:t>
            </a:r>
          </a:p>
          <a:p>
            <a:r>
              <a:rPr lang="fr-FR" smtClean="0"/>
              <a:t>5-  DIGNE EST L’AGNEAU</a:t>
            </a:r>
          </a:p>
          <a:p>
            <a:r>
              <a:rPr lang="fr-FR" smtClean="0"/>
              <a:t>6-  AMEN</a:t>
            </a:r>
          </a:p>
          <a:p>
            <a:endParaRPr lang="fr-FR" smtClean="0"/>
          </a:p>
          <a:p>
            <a:r>
              <a:rPr lang="fr-FR" smtClean="0"/>
              <a:t>7-  HALLELUJAH, HALLELUJAH TO THE LORD GOD ALMIGHTY HE REIGNS</a:t>
            </a:r>
          </a:p>
          <a:p>
            <a:r>
              <a:rPr lang="fr-FR" smtClean="0"/>
              <a:t>8-  HALLELUJAH</a:t>
            </a:r>
          </a:p>
          <a:p>
            <a:r>
              <a:rPr lang="fr-FR" smtClean="0"/>
              <a:t>9-  HOLY, HOLY, HOLY, </a:t>
            </a:r>
          </a:p>
          <a:p>
            <a:r>
              <a:rPr lang="fr-FR" smtClean="0"/>
              <a:t>10-  HOLY, HOLY, ARE YOU LORD GOD ALMIGHTY</a:t>
            </a:r>
          </a:p>
          <a:p>
            <a:r>
              <a:rPr lang="fr-FR" smtClean="0"/>
              <a:t>11-  WORTHY IS THE LAMB</a:t>
            </a:r>
          </a:p>
          <a:p>
            <a:r>
              <a:rPr lang="fr-FR" smtClean="0"/>
              <a:t>12-  AMEN</a:t>
            </a:r>
          </a:p>
          <a:p>
            <a:endParaRPr lang="fr-FR" smtClean="0"/>
          </a:p>
        </p:txBody>
      </p:sp>
      <p:sp>
        <p:nvSpPr>
          <p:cNvPr id="204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ALLÉLUIA, ALLÉLUIA AU SEIGNEUR DIEU TOUT-PUISSANT QUI RÈGNE</a:t>
            </a:r>
          </a:p>
          <a:p>
            <a:pPr eaLnBrk="1" hangingPunct="1"/>
            <a:r>
              <a:rPr lang="fr-FR" smtClean="0"/>
              <a:t>2-  ALLÉLUIA</a:t>
            </a:r>
          </a:p>
          <a:p>
            <a:pPr eaLnBrk="1" hangingPunct="1"/>
            <a:r>
              <a:rPr lang="fr-FR" smtClean="0"/>
              <a:t>3-  SAINT, SAINT, SAINT</a:t>
            </a:r>
          </a:p>
          <a:p>
            <a:pPr eaLnBrk="1" hangingPunct="1"/>
            <a:r>
              <a:rPr lang="fr-FR" smtClean="0"/>
              <a:t>4-  SAINT, SAINT, TU ES SAINT SEIGNEUR DIEU TOUT-PUISSANT</a:t>
            </a:r>
          </a:p>
          <a:p>
            <a:pPr eaLnBrk="1" hangingPunct="1"/>
            <a:r>
              <a:rPr lang="fr-FR" smtClean="0"/>
              <a:t>5-  DIGNE EST L’AGNEAU</a:t>
            </a:r>
          </a:p>
          <a:p>
            <a:pPr eaLnBrk="1" hangingPunct="1"/>
            <a:r>
              <a:rPr lang="fr-FR" smtClean="0"/>
              <a:t>6-  AMEN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7-  HALLELUJAH, HALLELUJAH TO THE LORD GOD ALMIGHTY HE REIGNS</a:t>
            </a:r>
          </a:p>
          <a:p>
            <a:pPr eaLnBrk="1" hangingPunct="1"/>
            <a:r>
              <a:rPr lang="fr-FR" smtClean="0"/>
              <a:t>8-  HALLELUJAH</a:t>
            </a:r>
          </a:p>
          <a:p>
            <a:pPr eaLnBrk="1" hangingPunct="1"/>
            <a:r>
              <a:rPr lang="fr-FR" smtClean="0"/>
              <a:t>9-  HOLY, HOLY, HOLY, </a:t>
            </a:r>
          </a:p>
          <a:p>
            <a:pPr eaLnBrk="1" hangingPunct="1"/>
            <a:r>
              <a:rPr lang="fr-FR" smtClean="0"/>
              <a:t>10-  HOLY, HOLY, ARE YOU LORD GOD ALMIGHTY</a:t>
            </a:r>
          </a:p>
          <a:p>
            <a:pPr eaLnBrk="1" hangingPunct="1"/>
            <a:r>
              <a:rPr lang="fr-FR" smtClean="0"/>
              <a:t>11-  WORTHY IS THE LAMB</a:t>
            </a:r>
          </a:p>
          <a:p>
            <a:pPr eaLnBrk="1" hangingPunct="1"/>
            <a:r>
              <a:rPr lang="fr-FR" smtClean="0"/>
              <a:t>12-  AMEN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ALLÉLUIA, ALLÉLUIA AU SEIGNEUR DIEU TOUT-PUISSANT QUI RÈGNE</a:t>
            </a:r>
          </a:p>
          <a:p>
            <a:r>
              <a:rPr lang="fr-FR" smtClean="0"/>
              <a:t>2-  ALLÉLUIA</a:t>
            </a:r>
          </a:p>
          <a:p>
            <a:r>
              <a:rPr lang="fr-FR" smtClean="0"/>
              <a:t>3-  SAINT, SAINT, SAINT</a:t>
            </a:r>
          </a:p>
          <a:p>
            <a:r>
              <a:rPr lang="fr-FR" smtClean="0"/>
              <a:t>4-  SAINT, SAINT, TU ES SAINT SEIGNEUR DIEU TOUT-PUISSANT</a:t>
            </a:r>
          </a:p>
          <a:p>
            <a:r>
              <a:rPr lang="fr-FR" smtClean="0"/>
              <a:t>5-  DIGNE EST L’AGNEAU</a:t>
            </a:r>
          </a:p>
          <a:p>
            <a:r>
              <a:rPr lang="fr-FR" smtClean="0"/>
              <a:t>6-  AMEN</a:t>
            </a:r>
          </a:p>
          <a:p>
            <a:endParaRPr lang="fr-FR" smtClean="0"/>
          </a:p>
          <a:p>
            <a:r>
              <a:rPr lang="fr-FR" smtClean="0"/>
              <a:t>7-  HALLELUJAH, HALLELUJAH TO THE LORD GOD ALMIGHTY HE REIGNS</a:t>
            </a:r>
          </a:p>
          <a:p>
            <a:r>
              <a:rPr lang="fr-FR" smtClean="0"/>
              <a:t>8-  HALLELUJAH</a:t>
            </a:r>
          </a:p>
          <a:p>
            <a:r>
              <a:rPr lang="fr-FR" smtClean="0"/>
              <a:t>9-  HOLY, HOLY, HOLY, </a:t>
            </a:r>
          </a:p>
          <a:p>
            <a:r>
              <a:rPr lang="fr-FR" smtClean="0"/>
              <a:t>10-  HOLY, HOLY, ARE YOU LORD GOD ALMIGHTY</a:t>
            </a:r>
          </a:p>
          <a:p>
            <a:r>
              <a:rPr lang="fr-FR" smtClean="0"/>
              <a:t>11-  WORTHY IS THE LAMB</a:t>
            </a:r>
          </a:p>
          <a:p>
            <a:r>
              <a:rPr lang="fr-FR" smtClean="0"/>
              <a:t>12-  AMEN</a:t>
            </a:r>
          </a:p>
          <a:p>
            <a:endParaRPr lang="fr-FR" smtClean="0"/>
          </a:p>
        </p:txBody>
      </p:sp>
      <p:sp>
        <p:nvSpPr>
          <p:cNvPr id="215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ALLÉLUIA, ALLÉLUIA AU SEIGNEUR DIEU TOUT-PUISSANT QUI RÈGNE</a:t>
            </a:r>
          </a:p>
          <a:p>
            <a:pPr eaLnBrk="1" hangingPunct="1"/>
            <a:r>
              <a:rPr lang="fr-FR" smtClean="0"/>
              <a:t>2-  ALLÉLUIA</a:t>
            </a:r>
          </a:p>
          <a:p>
            <a:pPr eaLnBrk="1" hangingPunct="1"/>
            <a:r>
              <a:rPr lang="fr-FR" smtClean="0"/>
              <a:t>3-  SAINT, SAINT, SAINT</a:t>
            </a:r>
          </a:p>
          <a:p>
            <a:pPr eaLnBrk="1" hangingPunct="1"/>
            <a:r>
              <a:rPr lang="fr-FR" smtClean="0"/>
              <a:t>4-  SAINT, SAINT, TU ES SAINT SEIGNEUR DIEU TOUT-PUISSANT</a:t>
            </a:r>
          </a:p>
          <a:p>
            <a:pPr eaLnBrk="1" hangingPunct="1"/>
            <a:r>
              <a:rPr lang="fr-FR" smtClean="0"/>
              <a:t>5-  DIGNE EST L’AGNEAU</a:t>
            </a:r>
          </a:p>
          <a:p>
            <a:pPr eaLnBrk="1" hangingPunct="1"/>
            <a:r>
              <a:rPr lang="fr-FR" smtClean="0"/>
              <a:t>6-  AMEN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7-  HALLELUJAH, HALLELUJAH TO THE LORD GOD ALMIGHTY HE REIGNS</a:t>
            </a:r>
          </a:p>
          <a:p>
            <a:pPr eaLnBrk="1" hangingPunct="1"/>
            <a:r>
              <a:rPr lang="fr-FR" smtClean="0"/>
              <a:t>8-  HALLELUJAH</a:t>
            </a:r>
          </a:p>
          <a:p>
            <a:pPr eaLnBrk="1" hangingPunct="1"/>
            <a:r>
              <a:rPr lang="fr-FR" smtClean="0"/>
              <a:t>9-  HOLY, HOLY, HOLY, </a:t>
            </a:r>
          </a:p>
          <a:p>
            <a:pPr eaLnBrk="1" hangingPunct="1"/>
            <a:r>
              <a:rPr lang="fr-FR" smtClean="0"/>
              <a:t>10-  HOLY, HOLY, ARE YOU LORD GOD ALMIGHTY</a:t>
            </a:r>
          </a:p>
          <a:p>
            <a:pPr eaLnBrk="1" hangingPunct="1"/>
            <a:r>
              <a:rPr lang="fr-FR" smtClean="0"/>
              <a:t>11-  WORTHY IS THE LAMB</a:t>
            </a:r>
          </a:p>
          <a:p>
            <a:pPr eaLnBrk="1" hangingPunct="1"/>
            <a:r>
              <a:rPr lang="fr-FR" smtClean="0"/>
              <a:t>12-  AMEN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ALLÉLUIA, ALLÉLUIA AU SEIGNEUR DIEU TOUT-PUISSANT QUI RÈGNE</a:t>
            </a:r>
          </a:p>
          <a:p>
            <a:r>
              <a:rPr lang="fr-FR" smtClean="0"/>
              <a:t>2-  ALLÉLUIA</a:t>
            </a:r>
          </a:p>
          <a:p>
            <a:r>
              <a:rPr lang="fr-FR" smtClean="0"/>
              <a:t>3-  SAINT, SAINT, SAINT</a:t>
            </a:r>
          </a:p>
          <a:p>
            <a:r>
              <a:rPr lang="fr-FR" smtClean="0"/>
              <a:t>4-  SAINT, SAINT, TU ES SAINT SEIGNEUR DIEU TOUT-PUISSANT</a:t>
            </a:r>
          </a:p>
          <a:p>
            <a:r>
              <a:rPr lang="fr-FR" smtClean="0"/>
              <a:t>5-  DIGNE EST L’AGNEAU</a:t>
            </a:r>
          </a:p>
          <a:p>
            <a:r>
              <a:rPr lang="fr-FR" smtClean="0"/>
              <a:t>6-  AMEN</a:t>
            </a:r>
          </a:p>
          <a:p>
            <a:endParaRPr lang="fr-FR" smtClean="0"/>
          </a:p>
          <a:p>
            <a:r>
              <a:rPr lang="fr-FR" smtClean="0"/>
              <a:t>7-  HALLELUJAH, HALLELUJAH TO THE LORD GOD ALMIGHTY HE REIGNS</a:t>
            </a:r>
          </a:p>
          <a:p>
            <a:r>
              <a:rPr lang="fr-FR" smtClean="0"/>
              <a:t>8-  HALLELUJAH</a:t>
            </a:r>
          </a:p>
          <a:p>
            <a:r>
              <a:rPr lang="fr-FR" smtClean="0"/>
              <a:t>9-  HOLY, HOLY, HOLY, </a:t>
            </a:r>
          </a:p>
          <a:p>
            <a:r>
              <a:rPr lang="fr-FR" smtClean="0"/>
              <a:t>10-  HOLY, HOLY, ARE YOU LORD GOD ALMIGHTY</a:t>
            </a:r>
          </a:p>
          <a:p>
            <a:r>
              <a:rPr lang="fr-FR" smtClean="0"/>
              <a:t>11-  WORTHY IS THE LAMB</a:t>
            </a:r>
          </a:p>
          <a:p>
            <a:r>
              <a:rPr lang="fr-FR" smtClean="0"/>
              <a:t>12-  AMEN</a:t>
            </a:r>
          </a:p>
          <a:p>
            <a:endParaRPr lang="fr-FR" smtClean="0"/>
          </a:p>
        </p:txBody>
      </p:sp>
      <p:sp>
        <p:nvSpPr>
          <p:cNvPr id="225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ALLÉLUIA, ALLÉLUIA AU SEIGNEUR DIEU TOUT-PUISSANT QUI RÈGNE</a:t>
            </a:r>
          </a:p>
          <a:p>
            <a:pPr eaLnBrk="1" hangingPunct="1"/>
            <a:r>
              <a:rPr lang="fr-FR" smtClean="0"/>
              <a:t>2-  ALLÉLUIA</a:t>
            </a:r>
          </a:p>
          <a:p>
            <a:pPr eaLnBrk="1" hangingPunct="1"/>
            <a:r>
              <a:rPr lang="fr-FR" smtClean="0"/>
              <a:t>3-  SAINT, SAINT, SAINT</a:t>
            </a:r>
          </a:p>
          <a:p>
            <a:pPr eaLnBrk="1" hangingPunct="1"/>
            <a:r>
              <a:rPr lang="fr-FR" smtClean="0"/>
              <a:t>4-  SAINT, SAINT, TU ES SAINT SEIGNEUR DIEU TOUT-PUISSANT</a:t>
            </a:r>
          </a:p>
          <a:p>
            <a:pPr eaLnBrk="1" hangingPunct="1"/>
            <a:r>
              <a:rPr lang="fr-FR" smtClean="0"/>
              <a:t>5-  DIGNE EST L’AGNEAU</a:t>
            </a:r>
          </a:p>
          <a:p>
            <a:pPr eaLnBrk="1" hangingPunct="1"/>
            <a:r>
              <a:rPr lang="fr-FR" smtClean="0"/>
              <a:t>6-  AMEN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7-  HALLELUJAH, HALLELUJAH TO THE LORD GOD ALMIGHTY HE REIGNS</a:t>
            </a:r>
          </a:p>
          <a:p>
            <a:pPr eaLnBrk="1" hangingPunct="1"/>
            <a:r>
              <a:rPr lang="fr-FR" smtClean="0"/>
              <a:t>8-  HALLELUJAH</a:t>
            </a:r>
          </a:p>
          <a:p>
            <a:pPr eaLnBrk="1" hangingPunct="1"/>
            <a:r>
              <a:rPr lang="fr-FR" smtClean="0"/>
              <a:t>9-  HOLY, HOLY, HOLY, </a:t>
            </a:r>
          </a:p>
          <a:p>
            <a:pPr eaLnBrk="1" hangingPunct="1"/>
            <a:r>
              <a:rPr lang="fr-FR" smtClean="0"/>
              <a:t>10-  HOLY, HOLY, ARE YOU LORD GOD ALMIGHTY</a:t>
            </a:r>
          </a:p>
          <a:p>
            <a:pPr eaLnBrk="1" hangingPunct="1"/>
            <a:r>
              <a:rPr lang="fr-FR" smtClean="0"/>
              <a:t>11-  WORTHY IS THE LAMB</a:t>
            </a:r>
          </a:p>
          <a:p>
            <a:pPr eaLnBrk="1" hangingPunct="1"/>
            <a:r>
              <a:rPr lang="fr-FR" smtClean="0"/>
              <a:t>12-  AMEN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ALLÉLUIA, ALLÉLUIA AU SEIGNEUR DIEU TOUT-PUISSANT QUI RÈGNE</a:t>
            </a:r>
          </a:p>
          <a:p>
            <a:r>
              <a:rPr lang="fr-FR" smtClean="0"/>
              <a:t>2-  ALLÉLUIA</a:t>
            </a:r>
          </a:p>
          <a:p>
            <a:r>
              <a:rPr lang="fr-FR" smtClean="0"/>
              <a:t>3-  SAINT, SAINT, SAINT</a:t>
            </a:r>
          </a:p>
          <a:p>
            <a:r>
              <a:rPr lang="fr-FR" smtClean="0"/>
              <a:t>4-  SAINT, SAINT, TU ES SAINT SEIGNEUR DIEU TOUT-PUISSANT</a:t>
            </a:r>
          </a:p>
          <a:p>
            <a:r>
              <a:rPr lang="fr-FR" smtClean="0"/>
              <a:t>5-  DIGNE EST L’AGNEAU</a:t>
            </a:r>
          </a:p>
          <a:p>
            <a:r>
              <a:rPr lang="fr-FR" smtClean="0"/>
              <a:t>6-  AMEN</a:t>
            </a:r>
          </a:p>
          <a:p>
            <a:endParaRPr lang="fr-FR" smtClean="0"/>
          </a:p>
          <a:p>
            <a:r>
              <a:rPr lang="fr-FR" smtClean="0"/>
              <a:t>7-  HALLELUJAH, HALLELUJAH TO THE LORD GOD ALMIGHTY HE REIGNS</a:t>
            </a:r>
          </a:p>
          <a:p>
            <a:r>
              <a:rPr lang="fr-FR" smtClean="0"/>
              <a:t>8-  HALLELUJAH</a:t>
            </a:r>
          </a:p>
          <a:p>
            <a:r>
              <a:rPr lang="fr-FR" smtClean="0"/>
              <a:t>9-  HOLY, HOLY, HOLY, </a:t>
            </a:r>
          </a:p>
          <a:p>
            <a:r>
              <a:rPr lang="fr-FR" smtClean="0"/>
              <a:t>10-  HOLY, HOLY, ARE YOU LORD GOD ALMIGHTY</a:t>
            </a:r>
          </a:p>
          <a:p>
            <a:r>
              <a:rPr lang="fr-FR" smtClean="0"/>
              <a:t>11-  WORTHY IS THE LAMB</a:t>
            </a:r>
          </a:p>
          <a:p>
            <a:r>
              <a:rPr lang="fr-FR" smtClean="0"/>
              <a:t>12-  AMEN</a:t>
            </a:r>
          </a:p>
          <a:p>
            <a:endParaRPr lang="fr-FR" smtClean="0"/>
          </a:p>
        </p:txBody>
      </p:sp>
      <p:sp>
        <p:nvSpPr>
          <p:cNvPr id="2355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ALLÉLUIA, ALLÉLUIA AU SEIGNEUR DIEU TOUT-PUISSANT QUI RÈGNE</a:t>
            </a:r>
          </a:p>
          <a:p>
            <a:pPr eaLnBrk="1" hangingPunct="1"/>
            <a:r>
              <a:rPr lang="fr-FR" smtClean="0"/>
              <a:t>2-  ALLÉLUIA</a:t>
            </a:r>
          </a:p>
          <a:p>
            <a:pPr eaLnBrk="1" hangingPunct="1"/>
            <a:r>
              <a:rPr lang="fr-FR" smtClean="0"/>
              <a:t>3-  SAINT, SAINT, SAINT</a:t>
            </a:r>
          </a:p>
          <a:p>
            <a:pPr eaLnBrk="1" hangingPunct="1"/>
            <a:r>
              <a:rPr lang="fr-FR" smtClean="0"/>
              <a:t>4-  SAINT, SAINT, TU ES SAINT SEIGNEUR DIEU TOUT-PUISSANT</a:t>
            </a:r>
          </a:p>
          <a:p>
            <a:pPr eaLnBrk="1" hangingPunct="1"/>
            <a:r>
              <a:rPr lang="fr-FR" smtClean="0"/>
              <a:t>5-  DIGNE EST L’AGNEAU</a:t>
            </a:r>
          </a:p>
          <a:p>
            <a:pPr eaLnBrk="1" hangingPunct="1"/>
            <a:r>
              <a:rPr lang="fr-FR" smtClean="0"/>
              <a:t>6-  AMEN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7-  HALLELUJAH, HALLELUJAH TO THE LORD GOD ALMIGHTY HE REIGNS</a:t>
            </a:r>
          </a:p>
          <a:p>
            <a:pPr eaLnBrk="1" hangingPunct="1"/>
            <a:r>
              <a:rPr lang="fr-FR" smtClean="0"/>
              <a:t>8-  HALLELUJAH</a:t>
            </a:r>
          </a:p>
          <a:p>
            <a:pPr eaLnBrk="1" hangingPunct="1"/>
            <a:r>
              <a:rPr lang="fr-FR" smtClean="0"/>
              <a:t>9-  HOLY, HOLY, HOLY, </a:t>
            </a:r>
          </a:p>
          <a:p>
            <a:pPr eaLnBrk="1" hangingPunct="1"/>
            <a:r>
              <a:rPr lang="fr-FR" smtClean="0"/>
              <a:t>10-  HOLY, HOLY, ARE YOU LORD GOD ALMIGHTY</a:t>
            </a:r>
          </a:p>
          <a:p>
            <a:pPr eaLnBrk="1" hangingPunct="1"/>
            <a:r>
              <a:rPr lang="fr-FR" smtClean="0"/>
              <a:t>11-  WORTHY IS THE LAMB</a:t>
            </a:r>
          </a:p>
          <a:p>
            <a:pPr eaLnBrk="1" hangingPunct="1"/>
            <a:r>
              <a:rPr lang="fr-FR" smtClean="0"/>
              <a:t>12-  AMEN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ALLÉLUIA, ALLÉLUIA AU SEIGNEUR DIEU TOUT-PUISSANT QUI RÈGNE</a:t>
            </a:r>
          </a:p>
          <a:p>
            <a:r>
              <a:rPr lang="fr-FR" smtClean="0"/>
              <a:t>2-  ALLÉLUIA</a:t>
            </a:r>
          </a:p>
          <a:p>
            <a:r>
              <a:rPr lang="fr-FR" smtClean="0"/>
              <a:t>3-  SAINT, SAINT, SAINT</a:t>
            </a:r>
          </a:p>
          <a:p>
            <a:r>
              <a:rPr lang="fr-FR" smtClean="0"/>
              <a:t>4-  SAINT, SAINT, TU ES SAINT SEIGNEUR DIEU TOUT-PUISSANT</a:t>
            </a:r>
          </a:p>
          <a:p>
            <a:r>
              <a:rPr lang="fr-FR" smtClean="0"/>
              <a:t>5-  DIGNE EST L’AGNEAU</a:t>
            </a:r>
          </a:p>
          <a:p>
            <a:r>
              <a:rPr lang="fr-FR" smtClean="0"/>
              <a:t>6-  AMEN</a:t>
            </a:r>
          </a:p>
          <a:p>
            <a:endParaRPr lang="fr-FR" smtClean="0"/>
          </a:p>
          <a:p>
            <a:r>
              <a:rPr lang="fr-FR" smtClean="0"/>
              <a:t>7-  HALLELUJAH, HALLELUJAH TO THE LORD GOD ALMIGHTY HE REIGNS</a:t>
            </a:r>
          </a:p>
          <a:p>
            <a:r>
              <a:rPr lang="fr-FR" smtClean="0"/>
              <a:t>8-  HALLELUJAH</a:t>
            </a:r>
          </a:p>
          <a:p>
            <a:r>
              <a:rPr lang="fr-FR" smtClean="0"/>
              <a:t>9-  HOLY, HOLY, HOLY, </a:t>
            </a:r>
          </a:p>
          <a:p>
            <a:r>
              <a:rPr lang="fr-FR" smtClean="0"/>
              <a:t>10-  HOLY, HOLY, ARE YOU LORD GOD ALMIGHTY</a:t>
            </a:r>
          </a:p>
          <a:p>
            <a:r>
              <a:rPr lang="fr-FR" smtClean="0"/>
              <a:t>11-  WORTHY IS THE LAMB</a:t>
            </a:r>
          </a:p>
          <a:p>
            <a:r>
              <a:rPr lang="fr-FR" smtClean="0"/>
              <a:t>12-  AMEN</a:t>
            </a:r>
          </a:p>
          <a:p>
            <a:endParaRPr lang="fr-FR" smtClean="0"/>
          </a:p>
        </p:txBody>
      </p:sp>
      <p:sp>
        <p:nvSpPr>
          <p:cNvPr id="2457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ALLÉLUIA, ALLÉLUIA AU SEIGNEUR DIEU TOUT-PUISSANT QUI RÈGNE</a:t>
            </a:r>
          </a:p>
          <a:p>
            <a:pPr eaLnBrk="1" hangingPunct="1"/>
            <a:r>
              <a:rPr lang="fr-FR" smtClean="0"/>
              <a:t>2-  ALLÉLUIA</a:t>
            </a:r>
          </a:p>
          <a:p>
            <a:pPr eaLnBrk="1" hangingPunct="1"/>
            <a:r>
              <a:rPr lang="fr-FR" smtClean="0"/>
              <a:t>3-  SAINT, SAINT, SAINT</a:t>
            </a:r>
          </a:p>
          <a:p>
            <a:pPr eaLnBrk="1" hangingPunct="1"/>
            <a:r>
              <a:rPr lang="fr-FR" smtClean="0"/>
              <a:t>4-  SAINT, SAINT, TU ES SAINT SEIGNEUR DIEU TOUT-PUISSANT</a:t>
            </a:r>
          </a:p>
          <a:p>
            <a:pPr eaLnBrk="1" hangingPunct="1"/>
            <a:r>
              <a:rPr lang="fr-FR" smtClean="0"/>
              <a:t>5-  DIGNE EST L’AGNEAU</a:t>
            </a:r>
          </a:p>
          <a:p>
            <a:pPr eaLnBrk="1" hangingPunct="1"/>
            <a:r>
              <a:rPr lang="fr-FR" smtClean="0"/>
              <a:t>6-  AMEN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7-  HALLELUJAH, HALLELUJAH TO THE LORD GOD ALMIGHTY HE REIGNS</a:t>
            </a:r>
          </a:p>
          <a:p>
            <a:pPr eaLnBrk="1" hangingPunct="1"/>
            <a:r>
              <a:rPr lang="fr-FR" smtClean="0"/>
              <a:t>8-  HALLELUJAH</a:t>
            </a:r>
          </a:p>
          <a:p>
            <a:pPr eaLnBrk="1" hangingPunct="1"/>
            <a:r>
              <a:rPr lang="fr-FR" smtClean="0"/>
              <a:t>9-  HOLY, HOLY, HOLY, </a:t>
            </a:r>
          </a:p>
          <a:p>
            <a:pPr eaLnBrk="1" hangingPunct="1"/>
            <a:r>
              <a:rPr lang="fr-FR" smtClean="0"/>
              <a:t>10-  HOLY, HOLY, ARE YOU LORD GOD ALMIGHTY</a:t>
            </a:r>
          </a:p>
          <a:p>
            <a:pPr eaLnBrk="1" hangingPunct="1"/>
            <a:r>
              <a:rPr lang="fr-FR" smtClean="0"/>
              <a:t>11-  WORTHY IS THE LAMB</a:t>
            </a:r>
          </a:p>
          <a:p>
            <a:pPr eaLnBrk="1" hangingPunct="1"/>
            <a:r>
              <a:rPr lang="fr-FR" smtClean="0"/>
              <a:t>12-  AMEN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ALLÉLUIA, ALLÉLUIA AU SEIGNEUR DIEU TOUT-PUISSANT QUI RÈGNE</a:t>
            </a:r>
          </a:p>
          <a:p>
            <a:r>
              <a:rPr lang="fr-FR" smtClean="0"/>
              <a:t>2-  ALLÉLUIA</a:t>
            </a:r>
          </a:p>
          <a:p>
            <a:r>
              <a:rPr lang="fr-FR" smtClean="0"/>
              <a:t>3-  SAINT, SAINT, SAINT</a:t>
            </a:r>
          </a:p>
          <a:p>
            <a:r>
              <a:rPr lang="fr-FR" smtClean="0"/>
              <a:t>4-  SAINT, SAINT, TU ES SAINT SEIGNEUR DIEU TOUT-PUISSANT</a:t>
            </a:r>
          </a:p>
          <a:p>
            <a:r>
              <a:rPr lang="fr-FR" smtClean="0"/>
              <a:t>5-  DIGNE EST L’AGNEAU</a:t>
            </a:r>
          </a:p>
          <a:p>
            <a:r>
              <a:rPr lang="fr-FR" smtClean="0"/>
              <a:t>6-  AMEN</a:t>
            </a:r>
          </a:p>
          <a:p>
            <a:endParaRPr lang="fr-FR" smtClean="0"/>
          </a:p>
          <a:p>
            <a:r>
              <a:rPr lang="fr-FR" smtClean="0"/>
              <a:t>7-  HALLELUJAH, HALLELUJAH TO THE LORD GOD ALMIGHTY HE REIGNS</a:t>
            </a:r>
          </a:p>
          <a:p>
            <a:r>
              <a:rPr lang="fr-FR" smtClean="0"/>
              <a:t>8-  HALLELUJAH</a:t>
            </a:r>
          </a:p>
          <a:p>
            <a:r>
              <a:rPr lang="fr-FR" smtClean="0"/>
              <a:t>9-  HOLY, HOLY, HOLY, </a:t>
            </a:r>
          </a:p>
          <a:p>
            <a:r>
              <a:rPr lang="fr-FR" smtClean="0"/>
              <a:t>10-  HOLY, HOLY, ARE YOU LORD GOD ALMIGHTY</a:t>
            </a:r>
          </a:p>
          <a:p>
            <a:r>
              <a:rPr lang="fr-FR" smtClean="0"/>
              <a:t>11-  WORTHY IS THE LAMB</a:t>
            </a:r>
          </a:p>
          <a:p>
            <a:r>
              <a:rPr lang="fr-FR" smtClean="0"/>
              <a:t>12-  AMEN</a:t>
            </a:r>
          </a:p>
          <a:p>
            <a:endParaRPr lang="fr-FR" smtClean="0"/>
          </a:p>
        </p:txBody>
      </p:sp>
      <p:sp>
        <p:nvSpPr>
          <p:cNvPr id="256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ALLÉLUIA, ALLÉLUIA AU SEIGNEUR DIEU TOUT-PUISSANT QUI RÈGNE</a:t>
            </a:r>
          </a:p>
          <a:p>
            <a:pPr eaLnBrk="1" hangingPunct="1"/>
            <a:r>
              <a:rPr lang="fr-FR" smtClean="0"/>
              <a:t>2-  ALLÉLUIA</a:t>
            </a:r>
          </a:p>
          <a:p>
            <a:pPr eaLnBrk="1" hangingPunct="1"/>
            <a:r>
              <a:rPr lang="fr-FR" smtClean="0"/>
              <a:t>3-  SAINT, SAINT, SAINT</a:t>
            </a:r>
          </a:p>
          <a:p>
            <a:pPr eaLnBrk="1" hangingPunct="1"/>
            <a:r>
              <a:rPr lang="fr-FR" smtClean="0"/>
              <a:t>4-  SAINT, SAINT, TU ES SAINT SEIGNEUR DIEU TOUT-PUISSANT</a:t>
            </a:r>
          </a:p>
          <a:p>
            <a:pPr eaLnBrk="1" hangingPunct="1"/>
            <a:r>
              <a:rPr lang="fr-FR" smtClean="0"/>
              <a:t>5-  DIGNE EST L’AGNEAU</a:t>
            </a:r>
          </a:p>
          <a:p>
            <a:pPr eaLnBrk="1" hangingPunct="1"/>
            <a:r>
              <a:rPr lang="fr-FR" smtClean="0"/>
              <a:t>6-  AMEN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7-  HALLELUJAH, HALLELUJAH TO THE LORD GOD ALMIGHTY HE REIGNS</a:t>
            </a:r>
          </a:p>
          <a:p>
            <a:pPr eaLnBrk="1" hangingPunct="1"/>
            <a:r>
              <a:rPr lang="fr-FR" smtClean="0"/>
              <a:t>8-  HALLELUJAH</a:t>
            </a:r>
          </a:p>
          <a:p>
            <a:pPr eaLnBrk="1" hangingPunct="1"/>
            <a:r>
              <a:rPr lang="fr-FR" smtClean="0"/>
              <a:t>9-  HOLY, HOLY, HOLY, </a:t>
            </a:r>
          </a:p>
          <a:p>
            <a:pPr eaLnBrk="1" hangingPunct="1"/>
            <a:r>
              <a:rPr lang="fr-FR" smtClean="0"/>
              <a:t>10-  HOLY, HOLY, ARE YOU LORD GOD ALMIGHTY</a:t>
            </a:r>
          </a:p>
          <a:p>
            <a:pPr eaLnBrk="1" hangingPunct="1"/>
            <a:r>
              <a:rPr lang="fr-FR" smtClean="0"/>
              <a:t>11-  WORTHY IS THE LAMB</a:t>
            </a:r>
          </a:p>
          <a:p>
            <a:pPr eaLnBrk="1" hangingPunct="1"/>
            <a:r>
              <a:rPr lang="fr-FR" smtClean="0"/>
              <a:t>12-  AMEN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ALLÉLUIA, ALLÉLUIA AU SEIGNEUR DIEU TOUT-PUISSANT QUI RÈGNE</a:t>
            </a:r>
          </a:p>
          <a:p>
            <a:r>
              <a:rPr lang="fr-FR" smtClean="0"/>
              <a:t>2-  ALLÉLUIA</a:t>
            </a:r>
          </a:p>
          <a:p>
            <a:r>
              <a:rPr lang="fr-FR" smtClean="0"/>
              <a:t>3-  SAINT, SAINT, SAINT</a:t>
            </a:r>
          </a:p>
          <a:p>
            <a:r>
              <a:rPr lang="fr-FR" smtClean="0"/>
              <a:t>4-  SAINT, SAINT, TU ES SAINT SEIGNEUR DIEU TOUT-PUISSANT</a:t>
            </a:r>
          </a:p>
          <a:p>
            <a:r>
              <a:rPr lang="fr-FR" smtClean="0"/>
              <a:t>5-  DIGNE EST L’AGNEAU</a:t>
            </a:r>
          </a:p>
          <a:p>
            <a:r>
              <a:rPr lang="fr-FR" smtClean="0"/>
              <a:t>6-  AMEN</a:t>
            </a:r>
          </a:p>
          <a:p>
            <a:endParaRPr lang="fr-FR" smtClean="0"/>
          </a:p>
          <a:p>
            <a:r>
              <a:rPr lang="fr-FR" smtClean="0"/>
              <a:t>7-  HALLELUJAH, HALLELUJAH TO THE LORD GOD ALMIGHTY HE REIGNS</a:t>
            </a:r>
          </a:p>
          <a:p>
            <a:r>
              <a:rPr lang="fr-FR" smtClean="0"/>
              <a:t>8-  HALLELUJAH</a:t>
            </a:r>
          </a:p>
          <a:p>
            <a:r>
              <a:rPr lang="fr-FR" smtClean="0"/>
              <a:t>9-  HOLY, HOLY, HOLY, </a:t>
            </a:r>
          </a:p>
          <a:p>
            <a:r>
              <a:rPr lang="fr-FR" smtClean="0"/>
              <a:t>10-  HOLY, HOLY, ARE YOU LORD GOD ALMIGHTY</a:t>
            </a:r>
          </a:p>
          <a:p>
            <a:r>
              <a:rPr lang="fr-FR" smtClean="0"/>
              <a:t>11-  WORTHY IS THE LAMB</a:t>
            </a:r>
          </a:p>
          <a:p>
            <a:r>
              <a:rPr lang="fr-FR" smtClean="0"/>
              <a:t>12-  AMEN</a:t>
            </a:r>
          </a:p>
          <a:p>
            <a:endParaRPr lang="fr-FR" smtClean="0"/>
          </a:p>
        </p:txBody>
      </p:sp>
      <p:sp>
        <p:nvSpPr>
          <p:cNvPr id="2662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ALLÉLUIA, ALLÉLUIA AU SEIGNEUR DIEU TOUT-PUISSANT QUI RÈGNE</a:t>
            </a:r>
          </a:p>
          <a:p>
            <a:pPr eaLnBrk="1" hangingPunct="1"/>
            <a:r>
              <a:rPr lang="fr-FR" smtClean="0"/>
              <a:t>2-  ALLÉLUIA</a:t>
            </a:r>
          </a:p>
          <a:p>
            <a:pPr eaLnBrk="1" hangingPunct="1"/>
            <a:r>
              <a:rPr lang="fr-FR" smtClean="0"/>
              <a:t>3-  SAINT, SAINT, SAINT</a:t>
            </a:r>
          </a:p>
          <a:p>
            <a:pPr eaLnBrk="1" hangingPunct="1"/>
            <a:r>
              <a:rPr lang="fr-FR" smtClean="0"/>
              <a:t>4-  SAINT, SAINT, TU ES SAINT SEIGNEUR DIEU TOUT-PUISSANT</a:t>
            </a:r>
          </a:p>
          <a:p>
            <a:pPr eaLnBrk="1" hangingPunct="1"/>
            <a:r>
              <a:rPr lang="fr-FR" smtClean="0"/>
              <a:t>5-  DIGNE EST L’AGNEAU</a:t>
            </a:r>
          </a:p>
          <a:p>
            <a:pPr eaLnBrk="1" hangingPunct="1"/>
            <a:r>
              <a:rPr lang="fr-FR" smtClean="0"/>
              <a:t>6-  AMEN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7-  HALLELUJAH, HALLELUJAH TO THE LORD GOD ALMIGHTY HE REIGNS</a:t>
            </a:r>
          </a:p>
          <a:p>
            <a:pPr eaLnBrk="1" hangingPunct="1"/>
            <a:r>
              <a:rPr lang="fr-FR" smtClean="0"/>
              <a:t>8-  HALLELUJAH</a:t>
            </a:r>
          </a:p>
          <a:p>
            <a:pPr eaLnBrk="1" hangingPunct="1"/>
            <a:r>
              <a:rPr lang="fr-FR" smtClean="0"/>
              <a:t>9-  HOLY, HOLY, HOLY, </a:t>
            </a:r>
          </a:p>
          <a:p>
            <a:pPr eaLnBrk="1" hangingPunct="1"/>
            <a:r>
              <a:rPr lang="fr-FR" smtClean="0"/>
              <a:t>10-  HOLY, HOLY, ARE YOU LORD GOD ALMIGHTY</a:t>
            </a:r>
          </a:p>
          <a:p>
            <a:pPr eaLnBrk="1" hangingPunct="1"/>
            <a:r>
              <a:rPr lang="fr-FR" smtClean="0"/>
              <a:t>11-  WORTHY IS THE LAMB</a:t>
            </a:r>
          </a:p>
          <a:p>
            <a:pPr eaLnBrk="1" hangingPunct="1"/>
            <a:r>
              <a:rPr lang="fr-FR" smtClean="0"/>
              <a:t>12-  AMEN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588DF8-90BD-47F6-A059-068F320437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D64570-30A3-4B8F-8A26-3C822AAFDB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3C9909-1DA3-4D7C-96B0-416D3E91574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FFA8CF-7C8E-4619-9590-F2B95FE02C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7A4CDA-5009-43CE-A28A-38CE568E4F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46252B-CF8C-4279-99C4-55AC9AE5EE3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56BFA5-7160-4D3F-80B3-755DE2D3D5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8676D1-388E-429E-866F-F9BEF8DAFB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B5B19A-BCA3-4B14-9A64-72AC6ABF17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737D10-2875-40C0-83D7-2A8EC0FC89F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5C1303-6859-4929-9CBC-A4091879B74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DB362C2-2E5D-4B47-9F09-B2DF7A36042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ALLÉLUIA, ALLÉLUIA AU SEIGNEUR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TOUT-PUISSANT QUI RÈGNE</a:t>
            </a: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565400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115888"/>
            <a:ext cx="9177338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</a:t>
            </a: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827088" y="24923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115888"/>
            <a:ext cx="9177338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SAINT, SAINT, SAINT</a:t>
            </a: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900113" y="28527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SAINT, SAINT, TU ES SAINT SEIGNEUR DIEU TOUT-PUISSANT</a:t>
            </a: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115888"/>
            <a:ext cx="9177338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DIGNE EST L’AGNEAU</a:t>
            </a: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997200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115888"/>
            <a:ext cx="9177338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AMEN</a:t>
            </a: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-252536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HALLELUJAH, HALLELUJAH TO THE LORD GOD ALMIGHTY HE REIGNS</a:t>
            </a:r>
          </a:p>
          <a:p>
            <a:pPr algn="ctr">
              <a:lnSpc>
                <a:spcPct val="90000"/>
              </a:lnSpc>
              <a:defRPr/>
            </a:pP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8195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565400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115888"/>
            <a:ext cx="9177338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HALLELUJAH</a:t>
            </a:r>
          </a:p>
        </p:txBody>
      </p:sp>
      <p:sp>
        <p:nvSpPr>
          <p:cNvPr id="921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827088" y="24923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3174" y="0"/>
            <a:ext cx="9177338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HOLY, HOLY, </a:t>
            </a: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HOLY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1024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900113" y="28527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HOLY, HOLY, ARE YOU LORD GOD ALMIGHTY</a:t>
            </a:r>
          </a:p>
        </p:txBody>
      </p:sp>
      <p:sp>
        <p:nvSpPr>
          <p:cNvPr id="1126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115888"/>
            <a:ext cx="9177338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WORTHY IS THE LAMB</a:t>
            </a:r>
          </a:p>
        </p:txBody>
      </p:sp>
      <p:sp>
        <p:nvSpPr>
          <p:cNvPr id="1229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997200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115888"/>
            <a:ext cx="9177338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AMEN</a:t>
            </a:r>
          </a:p>
        </p:txBody>
      </p:sp>
      <p:sp>
        <p:nvSpPr>
          <p:cNvPr id="13315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1787</Words>
  <Application>Microsoft PowerPoint</Application>
  <PresentationFormat>On-screen Show (4:3)</PresentationFormat>
  <Paragraphs>325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Franklin Gothic Medium</vt:lpstr>
      <vt:lpstr>Arial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53</cp:revision>
  <dcterms:created xsi:type="dcterms:W3CDTF">2002-08-17T10:50:50Z</dcterms:created>
  <dcterms:modified xsi:type="dcterms:W3CDTF">2014-07-20T10:13:03Z</dcterms:modified>
</cp:coreProperties>
</file>