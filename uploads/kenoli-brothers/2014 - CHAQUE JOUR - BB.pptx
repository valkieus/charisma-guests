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6" r:id="rId2"/>
    <p:sldId id="307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57996" autoAdjust="0"/>
  </p:normalViewPr>
  <p:slideViewPr>
    <p:cSldViewPr>
      <p:cViewPr>
        <p:scale>
          <a:sx n="40" d="100"/>
          <a:sy n="40" d="100"/>
        </p:scale>
        <p:origin x="-34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A610871-5FB2-4A3A-ACDC-E8E3EC6E13A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18A5316-D23A-4C0A-8DA2-D80F457F66C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1-  Every day that I live I'll give all the glory </a:t>
            </a:r>
          </a:p>
          <a:p>
            <a:pPr>
              <a:defRPr/>
            </a:pPr>
            <a:r>
              <a:rPr lang="fr-FR" smtClean="0"/>
              <a:t>	CHAQUE JOUR DE MA VIE JE DONNERAI LA GLOIRE</a:t>
            </a:r>
          </a:p>
          <a:p>
            <a:pPr>
              <a:defRPr/>
            </a:pPr>
            <a:r>
              <a:rPr lang="fr-FR" smtClean="0"/>
              <a:t>	2- Every day that I live I'll give all the glory (2x)</a:t>
            </a:r>
          </a:p>
          <a:p>
            <a:pPr>
              <a:defRPr/>
            </a:pPr>
            <a:r>
              <a:rPr lang="fr-FR" smtClean="0"/>
              <a:t>To You </a:t>
            </a:r>
          </a:p>
          <a:p>
            <a:pPr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3-  Through the sunshine</a:t>
            </a:r>
          </a:p>
          <a:p>
            <a:pPr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>
              <a:defRPr/>
            </a:pPr>
            <a:r>
              <a:rPr lang="fr-FR" smtClean="0"/>
              <a:t>     SOUS LA PLUIE TU ES DIGNE</a:t>
            </a:r>
          </a:p>
          <a:p>
            <a:pPr>
              <a:defRPr/>
            </a:pPr>
            <a:r>
              <a:rPr lang="fr-FR" smtClean="0"/>
              <a:t>5-  Through the good times</a:t>
            </a:r>
          </a:p>
          <a:p>
            <a:pPr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>
              <a:defRPr/>
            </a:pPr>
            <a:r>
              <a:rPr lang="fr-FR" smtClean="0"/>
              <a:t>     MÊME DANS MES DÉFIS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>
              <a:defRPr/>
            </a:pPr>
            <a:r>
              <a:rPr lang="fr-FR" smtClean="0"/>
              <a:t>To You</a:t>
            </a:r>
          </a:p>
          <a:p>
            <a:pPr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1E26D-82E1-43A6-B6C9-F83190C8D3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B8657-32C5-4D86-9B31-C695E65B63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FD05E-72B2-49AE-84CE-11CB2F41B4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6C142-321D-4631-92CE-98199C3CEE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8CBCD-C2B5-4DA0-BC73-F113FF39DA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F3EB7-77B6-421D-8B1C-A3905DB861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C8151-CB2C-4793-89F6-7FD62B42CD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53986-E4CE-4153-84E9-848C485F20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C7365-1176-424B-98AD-9B64ED7FB3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6C64C-7D3C-4C9A-8F95-DD6D573DF5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044BA3-BEF9-45AE-8464-A5B18A4159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765E6E7-99B0-43E0-9EAC-8F466E17D5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JOUR DE MA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DONNERAI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JOUR DE MA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DONNERAI LA GLOIRE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LE SOLEIL BRILLE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SOUS LA PLUIE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BONHEUR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DOULEUR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TOUT TEMPS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DIRAI INFINIMENT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AU LONG DE MA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DANS MES DÉFIS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DONNERAI LA GLOIRE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3215</TotalTime>
  <Words>46</Words>
  <Application>Microsoft Office PowerPoint</Application>
  <PresentationFormat>On-screen Show (4:3)</PresentationFormat>
  <Paragraphs>444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CHAQUE JOUR DE MA VIE JE DONNERAI LA GLOIRE</vt:lpstr>
      <vt:lpstr>CHAQUE JOUR DE MA VIE JE TE DONNERAI LA GLOIRE   </vt:lpstr>
      <vt:lpstr>QUAND LE SOLEIL BRILLE TU ES DIGNE </vt:lpstr>
      <vt:lpstr>SOUS LA PLUIE TU ES DIGNE </vt:lpstr>
      <vt:lpstr>DANS LE BONHEUR TU ES DIGNE </vt:lpstr>
      <vt:lpstr>DANS LA DOULEUR TU ES DIGNE </vt:lpstr>
      <vt:lpstr>EN TOUT TEMPS TU ES DIGNE </vt:lpstr>
      <vt:lpstr>JE DIRAI INFINIMENT TU ES DIGNE </vt:lpstr>
      <vt:lpstr>TOUT AU LONG DE MA VIE TU ES DIGNE </vt:lpstr>
      <vt:lpstr>MÊME DANS MES DÉFIS </vt:lpstr>
      <vt:lpstr>JE TE DONNERAI LA GLOIRE  </vt:lpstr>
      <vt:lpstr>À TOI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156</cp:revision>
  <dcterms:created xsi:type="dcterms:W3CDTF">2002-08-17T10:50:50Z</dcterms:created>
  <dcterms:modified xsi:type="dcterms:W3CDTF">2014-07-20T10:15:35Z</dcterms:modified>
</cp:coreProperties>
</file>