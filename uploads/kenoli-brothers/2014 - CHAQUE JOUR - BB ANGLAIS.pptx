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06" r:id="rId2"/>
    <p:sldId id="307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8" r:id="rId12"/>
    <p:sldId id="327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66859" autoAdjust="0"/>
  </p:normalViewPr>
  <p:slideViewPr>
    <p:cSldViewPr>
      <p:cViewPr>
        <p:scale>
          <a:sx n="40" d="100"/>
          <a:sy n="40" d="100"/>
        </p:scale>
        <p:origin x="-342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62BA94-8542-4324-B4E0-289C5A9AC46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0C3E51B-19D3-4A12-B3B7-8469AE5D2E9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	1-  Every day that I live I'll give all the glory </a:t>
            </a:r>
          </a:p>
          <a:p>
            <a:pPr>
              <a:defRPr/>
            </a:pPr>
            <a:r>
              <a:rPr lang="fr-FR" smtClean="0"/>
              <a:t>	CHAQUE JOUR DE MA VIE JE DONNERAI LA GLOIRE</a:t>
            </a:r>
          </a:p>
          <a:p>
            <a:pPr>
              <a:defRPr/>
            </a:pPr>
            <a:r>
              <a:rPr lang="fr-FR" smtClean="0"/>
              <a:t>	2- Every day that I live I'll give all the glory (2x)</a:t>
            </a:r>
          </a:p>
          <a:p>
            <a:pPr>
              <a:defRPr/>
            </a:pPr>
            <a:r>
              <a:rPr lang="fr-FR" smtClean="0"/>
              <a:t>To You </a:t>
            </a:r>
          </a:p>
          <a:p>
            <a:pPr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3-  Through the sunshine</a:t>
            </a:r>
          </a:p>
          <a:p>
            <a:pPr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>
              <a:defRPr/>
            </a:pPr>
            <a:r>
              <a:rPr lang="fr-FR" smtClean="0"/>
              <a:t>     SOUS LA PLUIE TU ES DIGNE</a:t>
            </a:r>
          </a:p>
          <a:p>
            <a:pPr>
              <a:defRPr/>
            </a:pPr>
            <a:r>
              <a:rPr lang="fr-FR" smtClean="0"/>
              <a:t>5-  Through the good times</a:t>
            </a:r>
          </a:p>
          <a:p>
            <a:pPr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>
              <a:defRPr/>
            </a:pPr>
            <a:r>
              <a:rPr lang="fr-FR" smtClean="0"/>
              <a:t>     MÊME DANS MES DÉFIS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>
              <a:defRPr/>
            </a:pPr>
            <a:r>
              <a:rPr lang="fr-FR" smtClean="0"/>
              <a:t>To You</a:t>
            </a:r>
          </a:p>
          <a:p>
            <a:pPr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1-  Every day that I live I'll give all the glory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DONNERAI LA GLOIRE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2- Every day that I live I'll give all the glory (2x)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Through the sunshine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SOUS LA PLUIE TU ES DIGNE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Through the good times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MÊME DANS MES DÉFIS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1-  Every day that I live I'll give all the glory </a:t>
            </a:r>
          </a:p>
          <a:p>
            <a:r>
              <a:rPr lang="fr-FR" smtClean="0"/>
              <a:t>	CHAQUE JOUR DE MA VIE JE DONNERAI LA GLOIRE</a:t>
            </a:r>
          </a:p>
          <a:p>
            <a:r>
              <a:rPr lang="fr-FR" smtClean="0"/>
              <a:t>	2- Every day that I live I'll give all the glory (2x)</a:t>
            </a:r>
          </a:p>
          <a:p>
            <a:r>
              <a:rPr lang="fr-FR" smtClean="0"/>
              <a:t>To You </a:t>
            </a:r>
          </a:p>
          <a:p>
            <a:r>
              <a:rPr lang="fr-FR" smtClean="0"/>
              <a:t>	CHAQUE JOUR DE MA VIE JE TE DONNERAI LA GLOIRE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3-  Through the sunshine</a:t>
            </a:r>
          </a:p>
          <a:p>
            <a:r>
              <a:rPr lang="fr-FR" smtClean="0"/>
              <a:t>     QUAND LE SOLEIL BRILLE TU ES DIGNE</a:t>
            </a:r>
            <a:br>
              <a:rPr lang="fr-FR" smtClean="0"/>
            </a:br>
            <a:r>
              <a:rPr lang="fr-FR" smtClean="0"/>
              <a:t>4-  Through the rain</a:t>
            </a:r>
          </a:p>
          <a:p>
            <a:r>
              <a:rPr lang="fr-FR" smtClean="0"/>
              <a:t>     SOUS LA PLUIE TU ES DIGNE</a:t>
            </a:r>
          </a:p>
          <a:p>
            <a:r>
              <a:rPr lang="fr-FR" smtClean="0"/>
              <a:t>5-  Through the good times</a:t>
            </a:r>
          </a:p>
          <a:p>
            <a:r>
              <a:rPr lang="fr-FR" smtClean="0"/>
              <a:t>     DANS LE BONHEUR TU ES DIGNE</a:t>
            </a:r>
            <a:br>
              <a:rPr lang="fr-FR" smtClean="0"/>
            </a:br>
            <a:r>
              <a:rPr lang="fr-FR" smtClean="0"/>
              <a:t>6-  Through all the pain</a:t>
            </a:r>
          </a:p>
          <a:p>
            <a:r>
              <a:rPr lang="fr-FR" smtClean="0"/>
              <a:t>     DANS LA DOULEUR TU ES DIGNE</a:t>
            </a:r>
            <a:br>
              <a:rPr lang="fr-FR" smtClean="0"/>
            </a:br>
            <a:r>
              <a:rPr lang="fr-FR" smtClean="0"/>
              <a:t>7-  Through it all</a:t>
            </a:r>
          </a:p>
          <a:p>
            <a:r>
              <a:rPr lang="fr-FR" smtClean="0"/>
              <a:t>     EN TOUT TEMPS TU ES DIGNE</a:t>
            </a:r>
            <a:br>
              <a:rPr lang="fr-FR" smtClean="0"/>
            </a:br>
            <a:r>
              <a:rPr lang="fr-FR" smtClean="0"/>
              <a:t>8-  Standing tall</a:t>
            </a:r>
          </a:p>
          <a:p>
            <a:r>
              <a:rPr lang="fr-FR" smtClean="0"/>
              <a:t>     JE DIRAI INFINIMENT TU ES DIGNE</a:t>
            </a:r>
            <a:br>
              <a:rPr lang="fr-FR" smtClean="0"/>
            </a:br>
            <a:r>
              <a:rPr lang="fr-FR" smtClean="0"/>
              <a:t>9-  For the rest of my life</a:t>
            </a:r>
          </a:p>
          <a:p>
            <a:r>
              <a:rPr lang="fr-FR" smtClean="0"/>
              <a:t>     TOUT AU LONG DE MA VIE TU ES DIGNE</a:t>
            </a:r>
            <a:br>
              <a:rPr lang="fr-FR" smtClean="0"/>
            </a:br>
            <a:r>
              <a:rPr lang="fr-FR" smtClean="0"/>
              <a:t>10-  Even in sacrifice</a:t>
            </a:r>
          </a:p>
          <a:p>
            <a:r>
              <a:rPr lang="fr-FR" smtClean="0"/>
              <a:t>     MÊME DANS MES DÉFIS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11-  I'll give all the glory (repeat)</a:t>
            </a:r>
          </a:p>
          <a:p>
            <a:r>
              <a:rPr lang="fr-FR" smtClean="0"/>
              <a:t>To You</a:t>
            </a:r>
          </a:p>
          <a:p>
            <a:r>
              <a:rPr lang="fr-FR" smtClean="0"/>
              <a:t>     JE TE DONNERAI LA GLOIRE </a:t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AFDA9C-6F25-4924-BF52-D86E3F55D5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85A2F3-D5E3-4A21-A113-1991794E8A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EA11BC-2434-44D5-91A7-15CF0DF2E4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7B3B2-25C2-438D-8B87-BB0BDC8B45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210E32-8D15-493E-88F2-444626BAE2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666F3-D031-410A-84C8-D286ABC9B0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FC8A06-56BA-4933-AF8C-024BCEC6AD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C9E28F-0FFA-4323-A1B7-0F94951E65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B4DDD-560F-4D31-B48E-A9E08240D4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BC319-595F-4E3A-9119-E402D9E9F0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29E251-127C-494C-B6E1-A5495648DF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01EB528-6F90-4059-8381-DB79C6562F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EVERY DAY THAT I LIVE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GIVE ALL THE GLORY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EVERY DAY THAT I LIVE 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GIVE ALL THE GLORY, TO YOU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THROUGH THE SUNSHINE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GIVE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THROUGH THE RAIN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GIVE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THROUGH THE GOOD TIMES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GIVE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THROUGH ALL THE PAIN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GIVE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THROUGH IT ALL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GIVE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STANDING TALL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GIVE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FOR THE REST OF MY LIFE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GIVE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EVEN IN SACRIFICE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GIVE ALL THE GLORY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YOU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3222</TotalTime>
  <Words>45</Words>
  <Application>Microsoft Office PowerPoint</Application>
  <PresentationFormat>On-screen Show (4:3)</PresentationFormat>
  <Paragraphs>444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EVERY DAY THAT I LIVE I'LL GIVE ALL THE GLORY </vt:lpstr>
      <vt:lpstr>EVERY DAY THAT I LIVE  I'LL GIVE ALL THE GLORY, TO YOU </vt:lpstr>
      <vt:lpstr>THROUGH THE SUNSHINE I'LL GIVE IT</vt:lpstr>
      <vt:lpstr>THROUGH THE RAIN I'LL GIVE IT</vt:lpstr>
      <vt:lpstr>THROUGH THE GOOD TIMES I'LL GIVE IT</vt:lpstr>
      <vt:lpstr>THROUGH ALL THE PAIN I'LL GIVE IT</vt:lpstr>
      <vt:lpstr>THROUGH IT ALL I'LL GIVE IT</vt:lpstr>
      <vt:lpstr>STANDING TALL I'LL GIVE IT</vt:lpstr>
      <vt:lpstr>FOR THE REST OF MY LIFE I'LL GIVE IT</vt:lpstr>
      <vt:lpstr>EVEN IN SACRIFICE</vt:lpstr>
      <vt:lpstr>I'LL GIVE ALL THE GLORY </vt:lpstr>
      <vt:lpstr>TO YOU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158</cp:revision>
  <dcterms:created xsi:type="dcterms:W3CDTF">2002-08-17T10:50:50Z</dcterms:created>
  <dcterms:modified xsi:type="dcterms:W3CDTF">2014-07-20T10:15:41Z</dcterms:modified>
</cp:coreProperties>
</file>