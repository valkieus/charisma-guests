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65" r:id="rId2"/>
    <p:sldId id="266" r:id="rId3"/>
    <p:sldId id="267" r:id="rId4"/>
    <p:sldId id="268" r:id="rId5"/>
    <p:sldId id="285" r:id="rId6"/>
    <p:sldId id="282" r:id="rId7"/>
    <p:sldId id="286" r:id="rId8"/>
    <p:sldId id="269" r:id="rId9"/>
    <p:sldId id="287" r:id="rId10"/>
    <p:sldId id="288" r:id="rId11"/>
    <p:sldId id="270" r:id="rId12"/>
    <p:sldId id="271" r:id="rId13"/>
    <p:sldId id="272" r:id="rId14"/>
    <p:sldId id="284" r:id="rId15"/>
    <p:sldId id="273" r:id="rId16"/>
    <p:sldId id="274" r:id="rId17"/>
    <p:sldId id="275" r:id="rId18"/>
    <p:sldId id="276" r:id="rId19"/>
    <p:sldId id="277" r:id="rId20"/>
    <p:sldId id="283" r:id="rId21"/>
    <p:sldId id="278" r:id="rId22"/>
    <p:sldId id="279" r:id="rId23"/>
    <p:sldId id="280" r:id="rId24"/>
    <p:sldId id="281" r:id="rId2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30103" autoAdjust="0"/>
  </p:normalViewPr>
  <p:slideViewPr>
    <p:cSldViewPr>
      <p:cViewPr varScale="1">
        <p:scale>
          <a:sx n="31" d="100"/>
          <a:sy n="31" d="100"/>
        </p:scale>
        <p:origin x="1152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24/06/2023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+mn-lt"/>
              </a:rPr>
              <a:t>	Refrain :	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+mn-lt"/>
              </a:rPr>
              <a:t>	1-  TOUS ENSEMBLE DANS SA PRÉSENCE VENONS LE LOUER  
	2-  TOUS ENSEMBLE DANS SA PRÉSENCE VENONS L’ADORER 
	3-  SUPER-ÉGLISE ES-TU PRÊTE À LE CÉLÉBRER  
	4-  LÈVE x5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+mn-lt"/>
              </a:rPr>
              <a:t>	5-  LÈVE TES MAINS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+mn-lt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+mn-lt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+mn-lt"/>
              </a:rPr>
              <a:t>	10-  LÈVE TES MAINS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+mn-lt"/>
              </a:rPr>
              <a:t>
Couplet 1 :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+mn-lt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dirty="0" smtClean="0">
              <a:solidFill>
                <a:srgbClr val="242424"/>
              </a:solidFill>
              <a:effectLst/>
              <a:latin typeface="+mn-lt"/>
            </a:endParaRP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+mn-lt"/>
              </a:rPr>
              <a:t>Pré-refrain :
13-  NOUS SOMMES FOUS, FOUS DE TOI  
14-  RIEN NE NOUS ARRÊTERA  x2                      </a:t>
            </a:r>
            <a:r>
              <a:rPr lang="fr-FR" b="0" i="0" cap="all" baseline="0" dirty="0" err="1" smtClean="0">
                <a:solidFill>
                  <a:srgbClr val="242424"/>
                </a:solidFill>
                <a:effectLst/>
                <a:latin typeface="+mn-lt"/>
              </a:rPr>
              <a:t>x2</a:t>
            </a:r>
            <a:endParaRPr lang="fr-FR" b="0" i="0" cap="all" baseline="0" dirty="0" smtClean="0">
              <a:solidFill>
                <a:srgbClr val="242424"/>
              </a:solidFill>
              <a:effectLst/>
              <a:latin typeface="+mn-lt"/>
            </a:endParaRPr>
          </a:p>
          <a:p>
            <a:pPr algn="l" rtl="0" fontAlgn="base"/>
            <a:endParaRPr lang="fr-FR" b="0" i="0" cap="all" baseline="0" dirty="0" smtClean="0">
              <a:solidFill>
                <a:srgbClr val="242424"/>
              </a:solidFill>
              <a:effectLst/>
              <a:latin typeface="+mn-lt"/>
            </a:endParaRP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+mn-lt"/>
              </a:rPr>
              <a:t>                   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+mn-lt"/>
              </a:rPr>
              <a:t> 	Refrain :
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+mn-lt"/>
              </a:rPr>
              <a:t>Couplet 2 :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+mn-lt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dirty="0" smtClean="0">
                <a:solidFill>
                  <a:srgbClr val="242424"/>
                </a:solidFill>
                <a:effectLst/>
                <a:latin typeface="+mn-lt"/>
              </a:rPr>
            </a:br>
            <a:endParaRPr lang="fr-FR" b="0" i="0" cap="all" baseline="0" dirty="0" smtClean="0">
              <a:solidFill>
                <a:srgbClr val="242424"/>
              </a:solidFill>
              <a:effectLst/>
              <a:latin typeface="+mn-lt"/>
            </a:endParaRP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+mn-lt"/>
              </a:rPr>
              <a:t>	Refrain :
</a:t>
            </a:r>
          </a:p>
          <a:p>
            <a:pPr algn="l" rtl="0" fontAlgn="base"/>
            <a:r>
              <a:rPr lang="fr-FR" b="0" i="0" cap="all" baseline="0" dirty="0" err="1" smtClean="0">
                <a:solidFill>
                  <a:srgbClr val="242424"/>
                </a:solidFill>
                <a:effectLst/>
                <a:latin typeface="+mn-lt"/>
              </a:rPr>
              <a:t>Outro</a:t>
            </a:r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+mn-lt"/>
              </a:rPr>
              <a:t> : 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+mn-lt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+mn-lt"/>
              </a:rPr>
              <a:t>  
23-  OOOOH  x3 
24-  J’AI LA VICTOIRE</a:t>
            </a:r>
            <a:br>
              <a:rPr lang="fr-FR" b="0" i="0" cap="all" baseline="0" dirty="0" smtClean="0">
                <a:solidFill>
                  <a:srgbClr val="242424"/>
                </a:solidFill>
                <a:effectLst/>
                <a:latin typeface="+mn-lt"/>
              </a:rPr>
            </a:br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+mn-lt"/>
              </a:rPr>
              <a:t> 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4877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	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1-  TOUS ENSEMBLE DANS SA PRÉSENCE VENONS LE LOUER  
	2-  TOUS ENSEMBLE DANS SA PRÉSENCE VENONS L’ADORER 
	3-  SUPER-ÉGLISE ES-TU PRÊTE À LE CÉLÉBRER  
	4-  LÈVE x5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5-  LÈVE TES MAINS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10-  LÈVE TES MAINS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Couplet 1 :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dirty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Pré-refrain :
13-  NOUS SOMMES FOUS, FOUS DE TOI  
14-  RIEN NE NOUS ARRÊTERA  x2                      </a:t>
            </a:r>
            <a:r>
              <a:rPr lang="fr-FR" b="0" i="0" cap="all" baseline="0" dirty="0" err="1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x2</a:t>
            </a:r>
            <a:endParaRPr lang="fr-FR" b="0" i="0" cap="all" baseline="0" dirty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endParaRPr lang="fr-FR" b="0" i="0" cap="all" baseline="0" dirty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                 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	Refrain :
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Couplet 2 :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fr-FR" b="0" i="0" cap="all" baseline="0" dirty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
</a:t>
            </a:r>
          </a:p>
          <a:p>
            <a:pPr algn="l" rtl="0" fontAlgn="base"/>
            <a:r>
              <a:rPr lang="fr-FR" b="0" i="0" cap="all" baseline="0" dirty="0" err="1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Outro</a:t>
            </a:r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: 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
23-  OOOOH  x3 
24-  J’AI LA VICTOIRE</a:t>
            </a:r>
            <a:b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1632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	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1-  TOUS ENSEMBLE DANS SA PRÉSENCE VENONS LE LOUER  
	2-  TOUS ENSEMBLE DANS SA PRÉSENCE VENONS L’ADORER 
	3-  SUPER-ÉGLISE ES-TU PRÊTE À LE CÉLÉBRER  
	4-  LÈVE x5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5-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10-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Couplet 1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Pré-refrain :
13-  NOUS SOMMES FOUS, FOUS DE TOI  
14-  RIEN NE NOUS ARRÊTERA  x2                      x2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                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Couplet 2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Outro :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
23-  OOOOH  x3 
24-  J’AI LA VICTOIRE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4833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	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1-  TOUS ENSEMBLE DANS SA PRÉSENCE VENONS LE LOUER  
	2-  TOUS ENSEMBLE DANS SA PRÉSENCE VENONS L’ADORER 
	3-  SUPER-ÉGLISE ES-TU PRÊTE À LE CÉLÉBRER  
	4-  LÈVE x5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5-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10-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Couplet 1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Pré-refrain :
13-  NOUS SOMMES FOUS, FOUS DE TOI  
14-  RIEN NE NOUS ARRÊTERA  x2                      x2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                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Couplet 2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Outro :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
23-  OOOOH  x3 
24-  J’AI LA VICTOIRE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3764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	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1-  TOUS ENSEMBLE DANS SA PRÉSENCE VENONS LE LOUER  
	2-  TOUS ENSEMBLE DANS SA PRÉSENCE VENONS L’ADORER 
	3-  SUPER-ÉGLISE ES-TU PRÊTE À LE CÉLÉBRER  
	4-  LÈVE x5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5-  LÈVE TES MAINS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10-  LÈVE TES MAINS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Couplet 1 :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dirty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Pré-refrain :
13-  NOUS SOMMES FOUS, FOUS DE TOI  
14-  RIEN NE NOUS ARRÊTERA  x2                      </a:t>
            </a:r>
            <a:r>
              <a:rPr lang="fr-FR" b="0" i="0" cap="all" baseline="0" dirty="0" err="1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x2</a:t>
            </a:r>
            <a:endParaRPr lang="fr-FR" b="0" i="0" cap="all" baseline="0" dirty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endParaRPr lang="fr-FR" b="0" i="0" cap="all" baseline="0" dirty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                 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	Refrain :
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Couplet 2 :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fr-FR" b="0" i="0" cap="all" baseline="0" dirty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
</a:t>
            </a:r>
          </a:p>
          <a:p>
            <a:pPr algn="l" rtl="0" fontAlgn="base"/>
            <a:r>
              <a:rPr lang="fr-FR" b="0" i="0" cap="all" baseline="0" dirty="0" err="1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Outro</a:t>
            </a:r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: 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
23-  OOOOH  x3 
24-  J’AI LA VICTOIRE</a:t>
            </a:r>
            <a:b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3267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	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1-  TOUS ENSEMBLE DANS SA PRÉSENCE VENONS LE LOUER  
	2-  TOUS ENSEMBLE DANS SA PRÉSENCE VENONS L’ADORER 
	3-  SUPER-ÉGLISE ES-TU PRÊTE À LE CÉLÉBRER  
	4-  LÈVE x5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5-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10-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Couplet 1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Pré-refrain :
13-  NOUS SOMMES FOUS, FOUS DE TOI  
14-  RIEN NE NOUS ARRÊTERA  x2                      x2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                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Couplet 2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Outro :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
23-  OOOOH  x3 
24-  J’AI LA VICTOIRE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0127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	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1-  TOUS ENSEMBLE DANS SA PRÉSENCE VENONS LE LOUER  
	2-  TOUS ENSEMBLE DANS SA PRÉSENCE VENONS L’ADORER 
	3-  SUPER-ÉGLISE ES-TU PRÊTE À LE CÉLÉBRER  
	4-  LÈVE x5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5-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10-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Couplet 1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Pré-refrain :
13-  NOUS SOMMES FOUS, FOUS DE TOI  
14-  RIEN NE NOUS ARRÊTERA  x2                      x2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                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Couplet 2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Outro :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
23-  OOOOH  x3 
24-  J’AI LA VICTOIRE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0443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	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1-  TOUS ENSEMBLE DANS SA PRÉSENCE VENONS LE LOUER  
	2-  TOUS ENSEMBLE DANS SA PRÉSENCE VENONS L’ADORER 
	3-  SUPER-ÉGLISE ES-TU PRÊTE À LE CÉLÉBRER  
	4-  LÈVE x5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5-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10-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Couplet 1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Pré-refrain :
13-  NOUS SOMMES FOUS, FOUS DE TOI  
14-  RIEN NE NOUS ARRÊTERA  x2                      x2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                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Couplet 2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Outro :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
23-  OOOOH  x3 
24-  J’AI LA VICTOIRE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3320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	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1-  TOUS ENSEMBLE DANS SA PRÉSENCE VENONS LE LOUER  
	2-  TOUS ENSEMBLE DANS SA PRÉSENCE VENONS L’ADORER 
	3-  SUPER-ÉGLISE ES-TU PRÊTE À LE CÉLÉBRER  
	4-  LÈVE x5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5-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10-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Couplet 1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Pré-refrain :
13-  NOUS SOMMES FOUS, FOUS DE TOI  
14-  RIEN NE NOUS ARRÊTERA  x2                      x2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                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Couplet 2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Outro :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
23-  OOOOH  x3 
24-  J’AI LA VICTOIRE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88459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	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1-  TOUS ENSEMBLE DANS SA PRÉSENCE VENONS LE LOUER  
	2-  TOUS ENSEMBLE DANS SA PRÉSENCE VENONS L’ADORER 
	3-  SUPER-ÉGLISE ES-TU PRÊTE À LE CÉLÉBRER  
	4-  LÈVE x5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5-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10-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Couplet 1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Pré-refrain :
13-  NOUS SOMMES FOUS, FOUS DE TOI  
14-  RIEN NE NOUS ARRÊTERA  x2                      x2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                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Couplet 2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Outro :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
23-  OOOOH  x3 
24-  J’AI LA VICTOIRE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0412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	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1-  TOUS ENSEMBLE DANS SA PRÉSENCE VENONS LE LOUER  
	2-  TOUS ENSEMBLE DANS SA PRÉSENCE VENONS L’ADORER 
	3-  SUPER-ÉGLISE ES-TU PRÊTE À LE CÉLÉBRER  
	4-  LÈVE x5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5-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10-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Couplet 1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Pré-refrain :
13-  NOUS SOMMES FOUS, FOUS DE TOI  
14-  RIEN NE NOUS ARRÊTERA  x2                      x2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                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Couplet 2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Outro :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
23-  OOOOH  x3 
24-  J’AI LA VICTOIRE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48748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	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1-  TOUS ENSEMBLE DANS SA PRÉSENCE VENONS LE LOUER  
	2-  TOUS ENSEMBLE DANS SA PRÉSENCE VENONS L’ADORER 
	3-  SUPER-ÉGLISE ES-TU PRÊTE À LE CÉLÉBRER  
	4-  LÈVE x5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5-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10-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Couplet 1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Pré-refrain :
13-  NOUS SOMMES FOUS, FOUS DE TOI  
14-  RIEN NE NOUS ARRÊTERA  x2                      x2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                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Couplet 2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Outro :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
23-  OOOOH  x3 
24-  J’AI LA VICTOIRE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76693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	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1-  TOUS ENSEMBLE DANS SA PRÉSENCE VENONS LE LOUER  
	2-  TOUS ENSEMBLE DANS SA PRÉSENCE VENONS L’ADORER 
	3-  SUPER-ÉGLISE ES-TU PRÊTE À LE CÉLÉBRER  
	4-  LÈVE x5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5-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10-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Couplet 1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Pré-refrain :
13-  NOUS SOMMES FOUS, FOUS DE TOI  
14-  RIEN NE NOUS ARRÊTERA  x2                      x2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                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Couplet 2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Outro :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
23-  OOOOH  x3 
24-  J’AI LA VICTOIRE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35341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	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1-  TOUS ENSEMBLE DANS SA PRÉSENCE VENONS LE LOUER  
	2-  TOUS ENSEMBLE DANS SA PRÉSENCE VENONS L’ADORER 
	3-  SUPER-ÉGLISE ES-TU PRÊTE À LE CÉLÉBRER  
	4-  LÈVE x5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5-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10-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Couplet 1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Pré-refrain :
13-  NOUS SOMMES FOUS, FOUS DE TOI  
14-  RIEN NE NOUS ARRÊTERA  x2                      x2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                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Couplet 2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Outro :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
23-  OOOOH  x3 
24-  J’AI LA VICTOIRE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15931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	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1-  TOUS ENSEMBLE DANS SA PRÉSENCE VENONS LE LOUER  
	2-  TOUS ENSEMBLE DANS SA PRÉSENCE VENONS L’ADORER 
	3-  SUPER-ÉGLISE ES-TU PRÊTE À LE CÉLÉBRER  
	4-  LÈVE x5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5-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10-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Couplet 1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Pré-refrain :
13-  NOUS SOMMES FOUS, FOUS DE TOI  
14-  RIEN NE NOUS ARRÊTERA  x2                      x2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                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Couplet 2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Outro :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
23-  OOOOH  x3 
24-  J’AI LA VICTOIRE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56138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	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1-  TOUS ENSEMBLE DANS SA PRÉSENCE VENONS LE LOUER  
	2-  TOUS ENSEMBLE DANS SA PRÉSENCE VENONS L’ADORER 
	3-  SUPER-ÉGLISE ES-TU PRÊTE À LE CÉLÉBRER  
	4-  LÈVE x5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5-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10-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Couplet 1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Pré-refrain :
13-  NOUS SOMMES FOUS, FOUS DE TOI  
14-  RIEN NE NOUS ARRÊTERA  x2                      x2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                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Couplet 2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Outro :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
23-  OOOOH  x3 
24-  J’AI LA VICTOIRE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39492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	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1-  TOUS ENSEMBLE DANS SA PRÉSENCE VENONS LE LOUER  
	2-  TOUS ENSEMBLE DANS SA PRÉSENCE VENONS L’ADORER 
	3-  SUPER-ÉGLISE ES-TU PRÊTE À LE CÉLÉBRER  
	4-  LÈVE x5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5-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10-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Couplet 1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Pré-refrain :
13-  NOUS SOMMES FOUS, FOUS DE TOI  
14-  RIEN NE NOUS ARRÊTERA  x2                      x2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                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Couplet 2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Outro :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
23-  OOOOH  x3 
24-  J’AI LA VICTOIRE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72915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	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1-  TOUS ENSEMBLE DANS SA PRÉSENCE VENONS LE LOUER  
	2-  TOUS ENSEMBLE DANS SA PRÉSENCE VENONS L’ADORER 
	3-  SUPER-ÉGLISE ES-TU PRÊTE À LE CÉLÉBRER  
	4-  LÈVE x5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5-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10-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Couplet 1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Pré-refrain :
13-  NOUS SOMMES FOUS, FOUS DE TOI  
14-  RIEN NE NOUS ARRÊTERA  x2                      x2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                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Couplet 2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Outro :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
23-  OOOOH  x3 
24-  J’AI LA VICTOIRE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13325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	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1-  TOUS ENSEMBLE DANS SA PRÉSENCE VENONS LE LOUER  
	2-  TOUS ENSEMBLE DANS SA PRÉSENCE VENONS L’ADORER 
	3-  SUPER-ÉGLISE ES-TU PRÊTE À LE CÉLÉBRER  
	4-  LÈVE x5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5-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10-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Couplet 1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Pré-refrain :
13-  NOUS SOMMES FOUS, FOUS DE TOI  
14-  RIEN NE NOUS ARRÊTERA  x2                      x2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                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Couplet 2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Outro :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
23-  OOOOH  x3 
24-  J’AI LA VICTOIRE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64646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	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1-  TOUS ENSEMBLE DANS SA PRÉSENCE VENONS LE LOUER  
	2-  TOUS ENSEMBLE DANS SA PRÉSENCE VENONS L’ADORER 
	3-  SUPER-ÉGLISE ES-TU PRÊTE À LE CÉLÉBRER  
	4-  LÈVE x5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5-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10-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Couplet 1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Pré-refrain :
13-  NOUS SOMMES FOUS, FOUS DE TOI  
14-  RIEN NE NOUS ARRÊTERA  x2                      x2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                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Couplet 2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Outro :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
23-  OOOOH  x3 
24-  J’AI LA VICTOIRE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76100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	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1-  TOUS ENSEMBLE DANS SA PRÉSENCE VENONS LE LOUER  
	2-  TOUS ENSEMBLE DANS SA PRÉSENCE VENONS L’ADORER 
	3-  SUPER-ÉGLISE ES-TU PRÊTE À LE CÉLÉBRER  
	4-  LÈVE x5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5-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10-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Couplet 1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Pré-refrain :
13-  NOUS SOMMES FOUS, FOUS DE TOI  
14-  RIEN NE NOUS ARRÊTERA  x2                      x2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                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Couplet 2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Outro :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
23-  OOOOH  x3 
24-  J’AI LA VICTOIRE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79016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	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1-  TOUS ENSEMBLE DANS SA PRÉSENCE VENONS LE LOUER  
	2-  TOUS ENSEMBLE DANS SA PRÉSENCE VENONS L’ADORER 
	3-  SUPER-ÉGLISE ES-TU PRÊTE À LE CÉLÉBRER  
	4-  LÈVE x5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5-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10-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Couplet 1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Pré-refrain :
13-  NOUS SOMMES FOUS, FOUS DE TOI  
14-  RIEN NE NOUS ARRÊTERA  x2                      x2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                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Couplet 2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Outro :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
23-  OOOOH  x3 
24-  J’AI LA VICTOIRE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82558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	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1-  TOUS ENSEMBLE DANS SA PRÉSENCE VENONS LE LOUER  
	2-  TOUS ENSEMBLE DANS SA PRÉSENCE VENONS L’ADORER 
	3-  SUPER-ÉGLISE ES-TU PRÊTE À LE CÉLÉBRER  
	4-  LÈVE x5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5-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10-  LÈVE TES MAINS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Couplet 1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Pré-refrain :
13-  NOUS SOMMES FOUS, FOUS DE TOI  
14-  RIEN NE NOUS ARRÊTERA  x2                      x2</a:t>
            </a:r>
          </a:p>
          <a:p>
            <a:pPr algn="l" rtl="0" fontAlgn="base"/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                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Couplet 2 :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fr-FR" b="0" i="0" cap="all" baseline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
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Outro : 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
23-  OOOOH  x3 
24-  J’AI LA VICTOIRE</a:t>
            </a:r>
            <a:b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fr-FR" b="0" i="0" cap="all" baseline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43600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	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1-  TOUS ENSEMBLE DANS SA PRÉSENCE VENONS LE LOUER  
	2-  TOUS ENSEMBLE DANS SA PRÉSENCE VENONS L’ADORER 
	3-  SUPER-ÉGLISE ES-TU PRÊTE À LE CÉLÉBRER </a:t>
            </a:r>
            <a:endParaRPr lang="fr-FR" b="0" i="0" cap="all" baseline="0" dirty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</a:t>
            </a:r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	4-  LÈVE x5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5-  LÈVE TES MAINS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6-  SAUTE x5   
	7-  SAUTE DE JOIE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8-  CRIE x5  
	9-  CRIE POUR L’ÉLEVER x2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10-  LÈVE TES MAINS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
Couplet 1 :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11-  TOUJOURS PRÊTS À TE CÉLÉBRER JAMAIS NOUS NE SERONS FATIGUÉS 
12-  ÉLEVER TON NOM C’EST NOTRE MISSION</a:t>
            </a:r>
          </a:p>
          <a:p>
            <a:pPr algn="l" rtl="0" fontAlgn="base"/>
            <a:endParaRPr lang="fr-FR" b="0" i="0" cap="all" baseline="0" dirty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Pré-refrain :
13-  NOUS SOMMES FOUS, FOUS DE TOI  
14-  RIEN NE NOUS ARRÊTERA  x2                      </a:t>
            </a:r>
            <a:r>
              <a:rPr lang="fr-FR" b="0" i="0" cap="all" baseline="0" dirty="0" err="1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x2</a:t>
            </a:r>
            <a:endParaRPr lang="fr-FR" b="0" i="0" cap="all" baseline="0" dirty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endParaRPr lang="fr-FR" b="0" i="0" cap="all" baseline="0" dirty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                 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	Refrain :
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Couplet 2 :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fr-FR" b="0" i="0" cap="all" baseline="0" dirty="0" smtClean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	Refrain :
</a:t>
            </a:r>
          </a:p>
          <a:p>
            <a:pPr algn="l" rtl="0" fontAlgn="base"/>
            <a:r>
              <a:rPr lang="fr-FR" b="0" i="0" cap="all" baseline="0" dirty="0" err="1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Outro</a:t>
            </a:r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: 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21-  JE SUIS UN ENFANT DE LA SUPER-ÉGLISE  
22-  J’AIME JÉSUS C’EST MON MEILLEUR AMI</a:t>
            </a:r>
          </a:p>
          <a:p>
            <a:pPr algn="l" rtl="0" fontAlgn="base"/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 
23-  OOOOH  x3 
24-  J’AI LA VICTOIRE</a:t>
            </a:r>
            <a:b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fr-FR" b="0" i="0" cap="all" baseline="0" dirty="0" smtClean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TOUS ENSEMBLE DANS SA PRÉSENCE VENONS LE LOUER  
	2-  TOUS ENSEMBLE DANS SA PRÉSENCE VENONS L’ADORER 
	3-  SUPER-ÉGLISE ES-TU PRÊTE À LE CÉLÉBRER  
	4-  LÈVE x5</a:t>
            </a:r>
          </a:p>
          <a:p>
            <a:r>
              <a:rPr lang="fr-FR" smtClean="0"/>
              <a:t>	5-  LÈVE TES MAINS</a:t>
            </a:r>
          </a:p>
          <a:p>
            <a:r>
              <a:rPr lang="fr-FR" smtClean="0"/>
              <a:t>	6-  SAUTE x5   
	7-  SAUTE DE JOIE</a:t>
            </a:r>
          </a:p>
          <a:p>
            <a:r>
              <a:rPr lang="fr-FR" smtClean="0"/>
              <a:t>	8-  CRIE x5  
	9-  CRIE POUR L’ÉLEVER x2</a:t>
            </a:r>
          </a:p>
          <a:p>
            <a:r>
              <a:rPr lang="fr-FR" smtClean="0"/>
              <a:t>	10-  LÈVE TES MAINS</a:t>
            </a:r>
          </a:p>
          <a:p>
            <a:r>
              <a:rPr lang="fr-FR" smtClean="0"/>
              <a:t>
Couplet 1 :</a:t>
            </a:r>
          </a:p>
          <a:p>
            <a:r>
              <a:rPr lang="fr-FR" smtClean="0"/>
              <a:t>11-  TOUJOURS PRÊTS À TE CÉLÉBRER JAMAIS NOUS NE SERONS FATIGUÉS 
12-  ÉLEVER TON NOM C’EST NOTRE MISSION</a:t>
            </a:r>
          </a:p>
          <a:p>
            <a:endParaRPr lang="fr-FR" smtClean="0"/>
          </a:p>
          <a:p>
            <a:r>
              <a:rPr lang="fr-FR" smtClean="0"/>
              <a:t>Pré-refrain :
13-  NOUS SOMMES FOUS, FOUS DE TOI  
14-  RIEN NE NOUS ARRÊTERA  x2                      x2</a:t>
            </a:r>
          </a:p>
          <a:p>
            <a:endParaRPr lang="fr-FR" smtClean="0"/>
          </a:p>
          <a:p>
            <a:r>
              <a:rPr lang="fr-FR" smtClean="0"/>
              <a:t>                   </a:t>
            </a:r>
          </a:p>
          <a:p>
            <a:r>
              <a:rPr lang="fr-FR" smtClean="0"/>
              <a:t> 	Refrain :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15-  AVEC DES CRIS DE JOIE NOUS VENONS DEVANT TOI  
16-  AVEC DES DANSES NOUS VENONS CÉLÉBRER LE ROI 
17-  LE ROI  QUI MÉRITE TOUTE LA GLOIRE  
18-  LE ROI QUI M’A SAUVÉ AIMÉ ET PARDONNÉ 
19-  JE LE LOUERAI 
20-  LOUERAI   x3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Outro : </a:t>
            </a:r>
          </a:p>
          <a:p>
            <a:r>
              <a:rPr lang="fr-FR" smtClean="0"/>
              <a:t>21-  JE SUIS UN ENFANT DE LA SUPER-ÉGLISE  
22-  J’AIME JÉSUS C’EST MON MEILLEUR AMI</a:t>
            </a:r>
          </a:p>
          <a:p>
            <a:r>
              <a:rPr lang="fr-FR" smtClean="0"/>
              <a:t>  
23-  OOOOH  x3 
24-  J’AI LA VICTOIRE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336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TOUS ENSEMBLE DANS SA PRÉSENCE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VENONS LE LOUER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88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TOUS ENSEMBLE DANS SA PRÉSENCE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VENONS L’ADORER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211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SUPER-ÉGLISE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ES-TU PRÊTE À LE CÉLÉBRER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014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LÈVE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51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LÈVE TES MAINS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662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SAUTE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209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SAUTE DE JOIE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110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CRIE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041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CRIE POUR L’ÉLEVER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464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LÈVE TES MAINS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594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TOUJOURS PRÊTS À TE CÉLÉBRER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JAMAIS NOUS NE SERONS FATIGUÉS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483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ÉLEVER TON NOM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NOTRE MISSION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59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SOMMES FOUS, FOUS DE TOI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490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RIEN NE NOUS ARRÊTERA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10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AVEC DES CRIS DE JOIE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VENONS DEVANT TOI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968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AVEC DES DANSES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VENONS CÉLÉBRER LE ROI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732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ROI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MÉRITE TOUTE LA GLOIRE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82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ROI QUI M’A SAUVÉ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AIMÉ ET PARDONNÉ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447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LE LOUERAI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48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LOUERAI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776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SUIS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 ENFANT DE LA SUPER-ÉGLISE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30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J’AIME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MON MEILLEUR AMI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52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OOOOH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753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LA VICTOIRE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065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1091</TotalTime>
  <Words>116</Words>
  <Application>Microsoft Office PowerPoint</Application>
  <PresentationFormat>Affichage à l'écran (4:3)</PresentationFormat>
  <Paragraphs>952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9" baseType="lpstr">
      <vt:lpstr>Calibri</vt:lpstr>
      <vt:lpstr>Franklin Gothic Medium</vt:lpstr>
      <vt:lpstr>Segoe UI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116</cp:revision>
  <dcterms:created xsi:type="dcterms:W3CDTF">2002-08-17T13:12:10Z</dcterms:created>
  <dcterms:modified xsi:type="dcterms:W3CDTF">2023-06-24T14:57:37Z</dcterms:modified>
</cp:coreProperties>
</file>