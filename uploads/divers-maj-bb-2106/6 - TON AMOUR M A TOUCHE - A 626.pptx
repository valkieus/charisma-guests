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1" r:id="rId2"/>
    <p:sldId id="272" r:id="rId3"/>
    <p:sldId id="273" r:id="rId4"/>
    <p:sldId id="274" r:id="rId5"/>
    <p:sldId id="275" r:id="rId6"/>
    <p:sldId id="280" r:id="rId7"/>
    <p:sldId id="281" r:id="rId8"/>
    <p:sldId id="278" r:id="rId9"/>
    <p:sldId id="279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32068" autoAdjust="0"/>
  </p:normalViewPr>
  <p:slideViewPr>
    <p:cSldViewPr>
      <p:cViewPr varScale="1">
        <p:scale>
          <a:sx n="33" d="100"/>
          <a:sy n="33" d="100"/>
        </p:scale>
        <p:origin x="1158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Franklin Gothic Medium" pitchFamily="-110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Franklin Gothic Medium" pitchFamily="-110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fld id="{A6B41986-3C73-4667-A1B8-E112ABE4E1BB}" type="datetime1">
              <a:rPr lang="fr-FR"/>
              <a:pPr>
                <a:defRPr/>
              </a:pPr>
              <a:t>24/06/2023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Franklin Gothic Medium" pitchFamily="-110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Franklin Gothic Medium" pitchFamily="-110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fld id="{9BFA580C-23B4-40CE-AFDE-FE7A9204DD7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ＭＳ Ｐゴシック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r>
              <a:rPr lang="fr-FR" dirty="0" smtClean="0">
                <a:ea typeface="ＭＳ Ｐゴシック" charset="-128"/>
              </a:rPr>
              <a:t>Couplet :</a:t>
            </a:r>
          </a:p>
          <a:p>
            <a:r>
              <a:rPr lang="fr-FR" dirty="0" smtClean="0">
                <a:ea typeface="ＭＳ Ｐゴシック" charset="-128"/>
              </a:rPr>
              <a:t>1-  FORMÉ DANS LE CREUX DE TES MAINS</a:t>
            </a:r>
          </a:p>
          <a:p>
            <a:r>
              <a:rPr lang="fr-FR" dirty="0" smtClean="0">
                <a:ea typeface="ＭＳ Ｐゴシック" charset="-128"/>
              </a:rPr>
              <a:t>2-  TU AS PLACÉ TES YEUX SUR MOI</a:t>
            </a:r>
          </a:p>
          <a:p>
            <a:r>
              <a:rPr lang="fr-FR" dirty="0" smtClean="0">
                <a:ea typeface="ＭＳ Ｐゴシック" charset="-128"/>
              </a:rPr>
              <a:t>3-  TON AMOUR M’A TOUCHÉ POUR TOUJOURS</a:t>
            </a:r>
          </a:p>
          <a:p>
            <a:endParaRPr lang="fr-FR" dirty="0" smtClean="0">
              <a:ea typeface="ＭＳ Ｐゴシック" charset="-128"/>
            </a:endParaRPr>
          </a:p>
          <a:p>
            <a:r>
              <a:rPr lang="fr-FR" dirty="0" smtClean="0">
                <a:ea typeface="ＭＳ Ｐゴシック" charset="-128"/>
              </a:rPr>
              <a:t>4-  CACHÉ SOUS TES AILES TU M’AS GARDÉ, Ô ÉTERNEL</a:t>
            </a:r>
          </a:p>
          <a:p>
            <a:r>
              <a:rPr lang="fr-FR" dirty="0" smtClean="0">
                <a:ea typeface="ＭＳ Ｐゴシック" charset="-128"/>
              </a:rPr>
              <a:t>5-  TON AMOUR M’A TOUCHÉ POUR TOUJOURS</a:t>
            </a:r>
          </a:p>
          <a:p>
            <a:endParaRPr lang="fr-FR" dirty="0" smtClean="0">
              <a:ea typeface="ＭＳ Ｐゴシック" charset="-128"/>
            </a:endParaRPr>
          </a:p>
          <a:p>
            <a:r>
              <a:rPr lang="fr-FR" dirty="0" smtClean="0">
                <a:ea typeface="ＭＳ Ｐゴシック" charset="-128"/>
              </a:rPr>
              <a:t>	Refrain :</a:t>
            </a:r>
          </a:p>
          <a:p>
            <a:r>
              <a:rPr lang="fr-FR" dirty="0" smtClean="0">
                <a:ea typeface="ＭＳ Ｐゴシック" charset="-128"/>
              </a:rPr>
              <a:t>     	6-  JE LÈVE MES MAINS VERS TOI LE SEIGNEUR DE TOUT MON COEUR</a:t>
            </a:r>
          </a:p>
          <a:p>
            <a:r>
              <a:rPr lang="fr-FR" dirty="0" smtClean="0">
                <a:ea typeface="ＭＳ Ｐゴシック" charset="-128"/>
              </a:rPr>
              <a:t>     	7-  JE TE REMETS MA VIE CAR EN TOI, JE ME CONFIE          x2</a:t>
            </a:r>
          </a:p>
          <a:p>
            <a:endParaRPr lang="fr-FR" dirty="0" smtClean="0">
              <a:ea typeface="ＭＳ Ｐゴシック" charset="-128"/>
            </a:endParaRPr>
          </a:p>
          <a:p>
            <a:r>
              <a:rPr lang="fr-FR" dirty="0" smtClean="0">
                <a:ea typeface="ＭＳ Ｐゴシック" charset="-128"/>
              </a:rPr>
              <a:t>Pont :</a:t>
            </a:r>
          </a:p>
          <a:p>
            <a:r>
              <a:rPr lang="fr-FR" dirty="0" smtClean="0">
                <a:ea typeface="ＭＳ Ｐゴシック" charset="-128"/>
              </a:rPr>
              <a:t>8-  VERS TOI JE LÈVE MA VOIX POUR TE CONNAÎTRE MON ROI</a:t>
            </a:r>
          </a:p>
          <a:p>
            <a:r>
              <a:rPr lang="fr-FR" dirty="0" smtClean="0">
                <a:ea typeface="ＭＳ Ｐゴシック" charset="-128"/>
              </a:rPr>
              <a:t>9-  PROSTERNÉ DEVANT TOI POUR T’ADORER MON ROI        x2</a:t>
            </a:r>
          </a:p>
          <a:p>
            <a:endParaRPr lang="fr-FR" dirty="0">
              <a:ea typeface="ＭＳ Ｐゴシック" charset="-128"/>
            </a:endParaRPr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1-  FORMÉ DANS LE CREUX DE TES MAINS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2-  TU AS PLACÉ TES YEUX SUR MOI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3-  TON AMOUR M’A TOUCHÉ POUR TOUJOURS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4-  CACHÉ SOUS TES AILES TU M’AS GARDÉ, Ô ÉTERNEL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5-  TON AMOUR M’A TOUCHÉ POUR TOUJOURS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     	6-  JE LÈVE MES MAINS VERS TOI LE SEIGNEUR DE TOUT MON COEUR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     	7-  JE TE REMETS MA VIE CAR EN TOI, JE ME CONFIE          x2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8-  VERS TOI JE LÈVE MA VOIX POUR TE CONNAÎTRE MON ROI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9-  PROSTERNÉ DEVANT TOI POUR T’ADORER MON ROI        x2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r>
              <a:rPr lang="fr-FR" smtClean="0">
                <a:ea typeface="ＭＳ Ｐゴシック" charset="-128"/>
              </a:rPr>
              <a:t>1-  FORMÉ DANS LE CREUX DE TES MAINS</a:t>
            </a:r>
          </a:p>
          <a:p>
            <a:r>
              <a:rPr lang="fr-FR" smtClean="0">
                <a:ea typeface="ＭＳ Ｐゴシック" charset="-128"/>
              </a:rPr>
              <a:t>2-  TU AS PLACÉ TES YEUX SUR MOI</a:t>
            </a:r>
          </a:p>
          <a:p>
            <a:r>
              <a:rPr lang="fr-FR" smtClean="0">
                <a:ea typeface="ＭＳ Ｐゴシック" charset="-128"/>
              </a:rPr>
              <a:t>3-  TON AMOUR M’A TOUCHÉ POUR TOUJOURS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CACHÉ SOUS TES AILES TU M’AS GARDÉ, Ô ÉTERNEL</a:t>
            </a:r>
          </a:p>
          <a:p>
            <a:r>
              <a:rPr lang="fr-FR" smtClean="0">
                <a:ea typeface="ＭＳ Ｐゴシック" charset="-128"/>
              </a:rPr>
              <a:t>5-  TON AMOUR M’A TOUCHÉ POUR TOUJOURS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6-  JE LÈVE MES MAINS VERS TOI LE SEIGNEUR DE TOUT MON COEUR</a:t>
            </a:r>
          </a:p>
          <a:p>
            <a:r>
              <a:rPr lang="fr-FR" smtClean="0">
                <a:ea typeface="ＭＳ Ｐゴシック" charset="-128"/>
              </a:rPr>
              <a:t>     	7-  JE TE REMETS MA VIE CAR EN TOI, JE ME CONFIE          x2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Pont :</a:t>
            </a:r>
          </a:p>
          <a:p>
            <a:r>
              <a:rPr lang="fr-FR" smtClean="0">
                <a:ea typeface="ＭＳ Ｐゴシック" charset="-128"/>
              </a:rPr>
              <a:t>8-  VERS TOI JE LÈVE MA VOIX POUR TE CONNAÎTRE MON ROI</a:t>
            </a:r>
          </a:p>
          <a:p>
            <a:r>
              <a:rPr lang="fr-FR" smtClean="0">
                <a:ea typeface="ＭＳ Ｐゴシック" charset="-128"/>
              </a:rPr>
              <a:t>9-  PROSTERNÉ DEVANT TOI POUR T’ADORER MON ROI        x2</a:t>
            </a:r>
          </a:p>
          <a:p>
            <a:endParaRPr lang="fr-FR">
              <a:ea typeface="ＭＳ Ｐゴシック" charset="-128"/>
            </a:endParaRPr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1-  FORMÉ DANS LE CREUX DE TES MAINS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2-  TU AS PLACÉ TES YEUX SUR MOI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3-  TON AMOUR M’A TOUCHÉ POUR TOUJOURS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4-  CACHÉ SOUS TES AILES TU M’AS GARDÉ, Ô ÉTERNEL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5-  TON AMOUR M’A TOUCHÉ POUR TOUJOURS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     	6-  JE LÈVE MES MAINS VERS TOI LE SEIGNEUR DE TOUT MON COEUR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     	7-  JE TE REMETS MA VIE CAR EN TOI, JE ME CONFIE          x2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8-  VERS TOI JE LÈVE MA VOIX POUR TE CONNAÎTRE MON ROI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9-  PROSTERNÉ DEVANT TOI POUR T’ADORER MON ROI        x2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r>
              <a:rPr lang="fr-FR" smtClean="0">
                <a:ea typeface="ＭＳ Ｐゴシック" charset="-128"/>
              </a:rPr>
              <a:t>1-  FORMÉ DANS LE CREUX DE TES MAINS</a:t>
            </a:r>
          </a:p>
          <a:p>
            <a:r>
              <a:rPr lang="fr-FR" smtClean="0">
                <a:ea typeface="ＭＳ Ｐゴシック" charset="-128"/>
              </a:rPr>
              <a:t>2-  TU AS PLACÉ TES YEUX SUR MOI</a:t>
            </a:r>
          </a:p>
          <a:p>
            <a:r>
              <a:rPr lang="fr-FR" smtClean="0">
                <a:ea typeface="ＭＳ Ｐゴシック" charset="-128"/>
              </a:rPr>
              <a:t>3-  TON AMOUR M’A TOUCHÉ POUR TOUJOURS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CACHÉ SOUS TES AILES TU M’AS GARDÉ, Ô ÉTERNEL</a:t>
            </a:r>
          </a:p>
          <a:p>
            <a:r>
              <a:rPr lang="fr-FR" smtClean="0">
                <a:ea typeface="ＭＳ Ｐゴシック" charset="-128"/>
              </a:rPr>
              <a:t>5-  TON AMOUR M’A TOUCHÉ POUR TOUJOURS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6-  JE LÈVE MES MAINS VERS TOI LE SEIGNEUR DE TOUT MON COEUR</a:t>
            </a:r>
          </a:p>
          <a:p>
            <a:r>
              <a:rPr lang="fr-FR" smtClean="0">
                <a:ea typeface="ＭＳ Ｐゴシック" charset="-128"/>
              </a:rPr>
              <a:t>     	7-  JE TE REMETS MA VIE CAR EN TOI, JE ME CONFIE          x2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Pont :</a:t>
            </a:r>
          </a:p>
          <a:p>
            <a:r>
              <a:rPr lang="fr-FR" smtClean="0">
                <a:ea typeface="ＭＳ Ｐゴシック" charset="-128"/>
              </a:rPr>
              <a:t>8-  VERS TOI JE LÈVE MA VOIX POUR TE CONNAÎTRE MON ROI</a:t>
            </a:r>
          </a:p>
          <a:p>
            <a:r>
              <a:rPr lang="fr-FR" smtClean="0">
                <a:ea typeface="ＭＳ Ｐゴシック" charset="-128"/>
              </a:rPr>
              <a:t>9-  PROSTERNÉ DEVANT TOI POUR T’ADORER MON ROI        x2</a:t>
            </a:r>
          </a:p>
          <a:p>
            <a:endParaRPr lang="fr-FR">
              <a:ea typeface="ＭＳ Ｐゴシック" charset="-128"/>
            </a:endParaRPr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1-  FORMÉ DANS LE CREUX DE TES MAINS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2-  TU AS PLACÉ TES YEUX SUR MOI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3-  TON AMOUR M’A TOUCHÉ POUR TOUJOURS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4-  CACHÉ SOUS TES AILES TU M’AS GARDÉ, Ô ÉTERNEL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5-  TON AMOUR M’A TOUCHÉ POUR TOUJOURS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     	6-  JE LÈVE MES MAINS VERS TOI LE SEIGNEUR DE TOUT MON COEUR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     	7-  JE TE REMETS MA VIE CAR EN TOI, JE ME CONFIE          x2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8-  VERS TOI JE LÈVE MA VOIX POUR TE CONNAÎTRE MON ROI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9-  PROSTERNÉ DEVANT TOI POUR T’ADORER MON ROI        x2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r>
              <a:rPr lang="fr-FR" smtClean="0">
                <a:ea typeface="ＭＳ Ｐゴシック" charset="-128"/>
              </a:rPr>
              <a:t>1-  FORMÉ DANS LE CREUX DE TES MAINS</a:t>
            </a:r>
          </a:p>
          <a:p>
            <a:r>
              <a:rPr lang="fr-FR" smtClean="0">
                <a:ea typeface="ＭＳ Ｐゴシック" charset="-128"/>
              </a:rPr>
              <a:t>2-  TU AS PLACÉ TES YEUX SUR MOI</a:t>
            </a:r>
          </a:p>
          <a:p>
            <a:r>
              <a:rPr lang="fr-FR" smtClean="0">
                <a:ea typeface="ＭＳ Ｐゴシック" charset="-128"/>
              </a:rPr>
              <a:t>3-  TON AMOUR M’A TOUCHÉ POUR TOUJOURS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CACHÉ SOUS TES AILES TU M’AS GARDÉ, Ô ÉTERNEL</a:t>
            </a:r>
          </a:p>
          <a:p>
            <a:r>
              <a:rPr lang="fr-FR" smtClean="0">
                <a:ea typeface="ＭＳ Ｐゴシック" charset="-128"/>
              </a:rPr>
              <a:t>5-  TON AMOUR M’A TOUCHÉ POUR TOUJOURS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6-  JE LÈVE MES MAINS VERS TOI LE SEIGNEUR DE TOUT MON COEUR</a:t>
            </a:r>
          </a:p>
          <a:p>
            <a:r>
              <a:rPr lang="fr-FR" smtClean="0">
                <a:ea typeface="ＭＳ Ｐゴシック" charset="-128"/>
              </a:rPr>
              <a:t>     	7-  JE TE REMETS MA VIE CAR EN TOI, JE ME CONFIE          x2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Pont :</a:t>
            </a:r>
          </a:p>
          <a:p>
            <a:r>
              <a:rPr lang="fr-FR" smtClean="0">
                <a:ea typeface="ＭＳ Ｐゴシック" charset="-128"/>
              </a:rPr>
              <a:t>8-  VERS TOI JE LÈVE MA VOIX POUR TE CONNAÎTRE MON ROI</a:t>
            </a:r>
          </a:p>
          <a:p>
            <a:r>
              <a:rPr lang="fr-FR" smtClean="0">
                <a:ea typeface="ＭＳ Ｐゴシック" charset="-128"/>
              </a:rPr>
              <a:t>9-  PROSTERNÉ DEVANT TOI POUR T’ADORER MON ROI        x2</a:t>
            </a:r>
          </a:p>
          <a:p>
            <a:endParaRPr lang="fr-FR">
              <a:ea typeface="ＭＳ Ｐゴシック" charset="-128"/>
            </a:endParaRPr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1-  FORMÉ DANS LE CREUX DE TES MAINS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2-  TU AS PLACÉ TES YEUX SUR MOI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3-  TON AMOUR M’A TOUCHÉ POUR TOUJOURS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4-  CACHÉ SOUS TES AILES TU M’AS GARDÉ, Ô ÉTERNEL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5-  TON AMOUR M’A TOUCHÉ POUR TOUJOURS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     	6-  JE LÈVE MES MAINS VERS TOI LE SEIGNEUR DE TOUT MON COEUR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     	7-  JE TE REMETS MA VIE CAR EN TOI, JE ME CONFIE          x2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8-  VERS TOI JE LÈVE MA VOIX POUR TE CONNAÎTRE MON ROI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9-  PROSTERNÉ DEVANT TOI POUR T’ADORER MON ROI        x2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r>
              <a:rPr lang="fr-FR" smtClean="0">
                <a:ea typeface="ＭＳ Ｐゴシック" charset="-128"/>
              </a:rPr>
              <a:t>1-  FORMÉ DANS LE CREUX DE TES MAINS</a:t>
            </a:r>
          </a:p>
          <a:p>
            <a:r>
              <a:rPr lang="fr-FR" smtClean="0">
                <a:ea typeface="ＭＳ Ｐゴシック" charset="-128"/>
              </a:rPr>
              <a:t>2-  TU AS PLACÉ TES YEUX SUR MOI</a:t>
            </a:r>
          </a:p>
          <a:p>
            <a:r>
              <a:rPr lang="fr-FR" smtClean="0">
                <a:ea typeface="ＭＳ Ｐゴシック" charset="-128"/>
              </a:rPr>
              <a:t>3-  TON AMOUR M’A TOUCHÉ POUR TOUJOURS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CACHÉ SOUS TES AILES TU M’AS GARDÉ, Ô ÉTERNEL</a:t>
            </a:r>
          </a:p>
          <a:p>
            <a:r>
              <a:rPr lang="fr-FR" smtClean="0">
                <a:ea typeface="ＭＳ Ｐゴシック" charset="-128"/>
              </a:rPr>
              <a:t>5-  TON AMOUR M’A TOUCHÉ POUR TOUJOURS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6-  JE LÈVE MES MAINS VERS TOI LE SEIGNEUR DE TOUT MON COEUR</a:t>
            </a:r>
          </a:p>
          <a:p>
            <a:r>
              <a:rPr lang="fr-FR" smtClean="0">
                <a:ea typeface="ＭＳ Ｐゴシック" charset="-128"/>
              </a:rPr>
              <a:t>     	7-  JE TE REMETS MA VIE CAR EN TOI, JE ME CONFIE          x2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Pont :</a:t>
            </a:r>
          </a:p>
          <a:p>
            <a:r>
              <a:rPr lang="fr-FR" smtClean="0">
                <a:ea typeface="ＭＳ Ｐゴシック" charset="-128"/>
              </a:rPr>
              <a:t>8-  VERS TOI JE LÈVE MA VOIX POUR TE CONNAÎTRE MON ROI</a:t>
            </a:r>
          </a:p>
          <a:p>
            <a:r>
              <a:rPr lang="fr-FR" smtClean="0">
                <a:ea typeface="ＭＳ Ｐゴシック" charset="-128"/>
              </a:rPr>
              <a:t>9-  PROSTERNÉ DEVANT TOI POUR T’ADORER MON ROI        x2</a:t>
            </a:r>
          </a:p>
          <a:p>
            <a:endParaRPr lang="fr-FR">
              <a:ea typeface="ＭＳ Ｐゴシック" charset="-128"/>
            </a:endParaRPr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1-  FORMÉ DANS LE CREUX DE TES MAINS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2-  TU AS PLACÉ TES YEUX SUR MOI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3-  TON AMOUR M’A TOUCHÉ POUR TOUJOURS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4-  CACHÉ SOUS TES AILES TU M’AS GARDÉ, Ô ÉTERNEL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5-  TON AMOUR M’A TOUCHÉ POUR TOUJOURS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     	6-  JE LÈVE MES MAINS VERS TOI LE SEIGNEUR DE TOUT MON COEUR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     	7-  JE TE REMETS MA VIE CAR EN TOI, JE ME CONFIE          x2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8-  VERS TOI JE LÈVE MA VOIX POUR TE CONNAÎTRE MON ROI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9-  PROSTERNÉ DEVANT TOI POUR T’ADORER MON ROI        x2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r>
              <a:rPr lang="fr-FR" smtClean="0">
                <a:ea typeface="ＭＳ Ｐゴシック" charset="-128"/>
              </a:rPr>
              <a:t>1-  FORMÉ DANS LE CREUX DE TES MAINS</a:t>
            </a:r>
          </a:p>
          <a:p>
            <a:r>
              <a:rPr lang="fr-FR" smtClean="0">
                <a:ea typeface="ＭＳ Ｐゴシック" charset="-128"/>
              </a:rPr>
              <a:t>2-  TU AS PLACÉ TES YEUX SUR MOI</a:t>
            </a:r>
          </a:p>
          <a:p>
            <a:r>
              <a:rPr lang="fr-FR" smtClean="0">
                <a:ea typeface="ＭＳ Ｐゴシック" charset="-128"/>
              </a:rPr>
              <a:t>3-  TON AMOUR M’A TOUCHÉ POUR TOUJOURS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CACHÉ SOUS TES AILES TU M’AS GARDÉ, Ô ÉTERNEL</a:t>
            </a:r>
          </a:p>
          <a:p>
            <a:r>
              <a:rPr lang="fr-FR" smtClean="0">
                <a:ea typeface="ＭＳ Ｐゴシック" charset="-128"/>
              </a:rPr>
              <a:t>5-  TON AMOUR M’A TOUCHÉ POUR TOUJOURS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6-  JE LÈVE MES MAINS VERS TOI LE SEIGNEUR DE TOUT MON COEUR</a:t>
            </a:r>
          </a:p>
          <a:p>
            <a:r>
              <a:rPr lang="fr-FR" smtClean="0">
                <a:ea typeface="ＭＳ Ｐゴシック" charset="-128"/>
              </a:rPr>
              <a:t>     	7-  JE TE REMETS MA VIE CAR EN TOI, JE ME CONFIE          x2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Pont :</a:t>
            </a:r>
          </a:p>
          <a:p>
            <a:r>
              <a:rPr lang="fr-FR" smtClean="0">
                <a:ea typeface="ＭＳ Ｐゴシック" charset="-128"/>
              </a:rPr>
              <a:t>8-  VERS TOI JE LÈVE MA VOIX POUR TE CONNAÎTRE MON ROI</a:t>
            </a:r>
          </a:p>
          <a:p>
            <a:r>
              <a:rPr lang="fr-FR" smtClean="0">
                <a:ea typeface="ＭＳ Ｐゴシック" charset="-128"/>
              </a:rPr>
              <a:t>9-  PROSTERNÉ DEVANT TOI POUR T’ADORER MON ROI        x2</a:t>
            </a:r>
          </a:p>
          <a:p>
            <a:endParaRPr lang="fr-FR" dirty="0">
              <a:ea typeface="ＭＳ Ｐゴシック" charset="-128"/>
            </a:endParaRPr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1-  FORMÉ DANS LE CREUX DE TES MAINS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2-  TU AS PLACÉ TES YEUX SUR MOI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3-  TON AMOUR M’A TOUCHÉ POUR TOUJOURS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4-  CACHÉ SOUS TES AILES TU M’AS GARDÉ, Ô ÉTERNEL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5-  TON AMOUR M’A TOUCHÉ POUR TOUJOURS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     	6-  JE LÈVE MES MAINS VERS TOI LE SEIGNEUR DE TOUT MON COEUR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     	7-  JE TE REMETS MA VIE CAR EN TOI, JE ME CONFIE          x2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8-  VERS TOI JE LÈVE MA VOIX POUR TE CONNAÎTRE MON ROI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9-  PROSTERNÉ DEVANT TOI POUR T’ADORER MON ROI        x2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r>
              <a:rPr lang="fr-FR" smtClean="0">
                <a:ea typeface="ＭＳ Ｐゴシック" charset="-128"/>
              </a:rPr>
              <a:t>1-  FORMÉ DANS LE CREUX DE TES MAINS</a:t>
            </a:r>
          </a:p>
          <a:p>
            <a:r>
              <a:rPr lang="fr-FR" smtClean="0">
                <a:ea typeface="ＭＳ Ｐゴシック" charset="-128"/>
              </a:rPr>
              <a:t>2-  TU AS PLACÉ TES YEUX SUR MOI</a:t>
            </a:r>
          </a:p>
          <a:p>
            <a:r>
              <a:rPr lang="fr-FR" smtClean="0">
                <a:ea typeface="ＭＳ Ｐゴシック" charset="-128"/>
              </a:rPr>
              <a:t>3-  TON AMOUR M’A TOUCHÉ POUR TOUJOURS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CACHÉ SOUS TES AILES TU M’AS GARDÉ, Ô ÉTERNEL</a:t>
            </a:r>
          </a:p>
          <a:p>
            <a:r>
              <a:rPr lang="fr-FR" smtClean="0">
                <a:ea typeface="ＭＳ Ｐゴシック" charset="-128"/>
              </a:rPr>
              <a:t>5-  TON AMOUR M’A TOUCHÉ POUR TOUJOURS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6-  JE LÈVE MES MAINS VERS TOI LE SEIGNEUR DE TOUT MON COEUR</a:t>
            </a:r>
          </a:p>
          <a:p>
            <a:r>
              <a:rPr lang="fr-FR" smtClean="0">
                <a:ea typeface="ＭＳ Ｐゴシック" charset="-128"/>
              </a:rPr>
              <a:t>     	7-  JE TE REMETS MA VIE CAR EN TOI, JE ME CONFIE          x2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Pont :</a:t>
            </a:r>
          </a:p>
          <a:p>
            <a:r>
              <a:rPr lang="fr-FR" smtClean="0">
                <a:ea typeface="ＭＳ Ｐゴシック" charset="-128"/>
              </a:rPr>
              <a:t>8-  VERS TOI JE LÈVE MA VOIX POUR TE CONNAÎTRE MON ROI</a:t>
            </a:r>
          </a:p>
          <a:p>
            <a:r>
              <a:rPr lang="fr-FR" smtClean="0">
                <a:ea typeface="ＭＳ Ｐゴシック" charset="-128"/>
              </a:rPr>
              <a:t>9-  PROSTERNÉ DEVANT TOI POUR T’ADORER MON ROI        x2</a:t>
            </a:r>
          </a:p>
          <a:p>
            <a:endParaRPr lang="fr-FR" dirty="0">
              <a:ea typeface="ＭＳ Ｐゴシック" charset="-128"/>
            </a:endParaRPr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1-  FORMÉ DANS LE CREUX DE TES MAINS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2-  TU AS PLACÉ TES YEUX SUR MOI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3-  TON AMOUR M’A TOUCHÉ POUR TOUJOURS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4-  CACHÉ SOUS TES AILES TU M’AS GARDÉ, Ô ÉTERNEL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5-  TON AMOUR M’A TOUCHÉ POUR TOUJOURS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     	6-  JE LÈVE MES MAINS VERS TOI LE SEIGNEUR DE TOUT MON COEUR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     	7-  JE TE REMETS MA VIE CAR EN TOI, JE ME CONFIE          x2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8-  VERS TOI JE LÈVE MA VOIX POUR TE CONNAÎTRE MON ROI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9-  PROSTERNÉ DEVANT TOI POUR T’ADORER MON ROI        x2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r>
              <a:rPr lang="fr-FR" smtClean="0">
                <a:ea typeface="ＭＳ Ｐゴシック" charset="-128"/>
              </a:rPr>
              <a:t>1-  FORMÉ DANS LE CREUX DE TES MAINS</a:t>
            </a:r>
          </a:p>
          <a:p>
            <a:r>
              <a:rPr lang="fr-FR" smtClean="0">
                <a:ea typeface="ＭＳ Ｐゴシック" charset="-128"/>
              </a:rPr>
              <a:t>2-  TU AS PLACÉ TES YEUX SUR MOI</a:t>
            </a:r>
          </a:p>
          <a:p>
            <a:r>
              <a:rPr lang="fr-FR" smtClean="0">
                <a:ea typeface="ＭＳ Ｐゴシック" charset="-128"/>
              </a:rPr>
              <a:t>3-  TON AMOUR M’A TOUCHÉ POUR TOUJOURS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CACHÉ SOUS TES AILES TU M’AS GARDÉ, Ô ÉTERNEL</a:t>
            </a:r>
          </a:p>
          <a:p>
            <a:r>
              <a:rPr lang="fr-FR" smtClean="0">
                <a:ea typeface="ＭＳ Ｐゴシック" charset="-128"/>
              </a:rPr>
              <a:t>5-  TON AMOUR M’A TOUCHÉ POUR TOUJOURS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6-  JE LÈVE MES MAINS VERS TOI LE SEIGNEUR DE TOUT MON COEUR</a:t>
            </a:r>
          </a:p>
          <a:p>
            <a:r>
              <a:rPr lang="fr-FR" smtClean="0">
                <a:ea typeface="ＭＳ Ｐゴシック" charset="-128"/>
              </a:rPr>
              <a:t>     	7-  JE TE REMETS MA VIE CAR EN TOI, JE ME CONFIE          x2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Pont :</a:t>
            </a:r>
          </a:p>
          <a:p>
            <a:r>
              <a:rPr lang="fr-FR" smtClean="0">
                <a:ea typeface="ＭＳ Ｐゴシック" charset="-128"/>
              </a:rPr>
              <a:t>8-  VERS TOI JE LÈVE MA VOIX POUR TE CONNAÎTRE MON ROI</a:t>
            </a:r>
          </a:p>
          <a:p>
            <a:r>
              <a:rPr lang="fr-FR" smtClean="0">
                <a:ea typeface="ＭＳ Ｐゴシック" charset="-128"/>
              </a:rPr>
              <a:t>9-  PROSTERNÉ DEVANT TOI POUR T’ADORER MON ROI        x2</a:t>
            </a:r>
          </a:p>
          <a:p>
            <a:endParaRPr lang="fr-FR">
              <a:ea typeface="ＭＳ Ｐゴシック" charset="-128"/>
            </a:endParaRPr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1-  FORMÉ DANS LE CREUX DE TES MAINS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2-  TU AS PLACÉ TES YEUX SUR MOI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3-  TON AMOUR M’A TOUCHÉ POUR TOUJOURS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4-  CACHÉ SOUS TES AILES TU M’AS GARDÉ, Ô ÉTERNEL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5-  TON AMOUR M’A TOUCHÉ POUR TOUJOURS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     	6-  JE LÈVE MES MAINS VERS TOI LE SEIGNEUR DE TOUT MON COEUR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     	7-  JE TE REMETS MA VIE CAR EN TOI, JE ME CONFIE          x2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8-  VERS TOI JE LÈVE MA VOIX POUR TE CONNAÎTRE MON ROI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9-  PROSTERNÉ DEVANT TOI POUR T’ADORER MON ROI        x2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r>
              <a:rPr lang="fr-FR" smtClean="0">
                <a:ea typeface="ＭＳ Ｐゴシック" charset="-128"/>
              </a:rPr>
              <a:t>1-  FORMÉ DANS LE CREUX DE TES MAINS</a:t>
            </a:r>
          </a:p>
          <a:p>
            <a:r>
              <a:rPr lang="fr-FR" smtClean="0">
                <a:ea typeface="ＭＳ Ｐゴシック" charset="-128"/>
              </a:rPr>
              <a:t>2-  TU AS PLACÉ TES YEUX SUR MOI</a:t>
            </a:r>
          </a:p>
          <a:p>
            <a:r>
              <a:rPr lang="fr-FR" smtClean="0">
                <a:ea typeface="ＭＳ Ｐゴシック" charset="-128"/>
              </a:rPr>
              <a:t>3-  TON AMOUR M’A TOUCHÉ POUR TOUJOURS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CACHÉ SOUS TES AILES TU M’AS GARDÉ, Ô ÉTERNEL</a:t>
            </a:r>
          </a:p>
          <a:p>
            <a:r>
              <a:rPr lang="fr-FR" smtClean="0">
                <a:ea typeface="ＭＳ Ｐゴシック" charset="-128"/>
              </a:rPr>
              <a:t>5-  TON AMOUR M’A TOUCHÉ POUR TOUJOURS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6-  JE LÈVE MES MAINS VERS TOI LE SEIGNEUR DE TOUT MON COEUR</a:t>
            </a:r>
          </a:p>
          <a:p>
            <a:r>
              <a:rPr lang="fr-FR" smtClean="0">
                <a:ea typeface="ＭＳ Ｐゴシック" charset="-128"/>
              </a:rPr>
              <a:t>     	7-  JE TE REMETS MA VIE CAR EN TOI, JE ME CONFIE          x2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Pont :</a:t>
            </a:r>
          </a:p>
          <a:p>
            <a:r>
              <a:rPr lang="fr-FR" smtClean="0">
                <a:ea typeface="ＭＳ Ｐゴシック" charset="-128"/>
              </a:rPr>
              <a:t>8-  VERS TOI JE LÈVE MA VOIX POUR TE CONNAÎTRE MON ROI</a:t>
            </a:r>
          </a:p>
          <a:p>
            <a:r>
              <a:rPr lang="fr-FR" smtClean="0">
                <a:ea typeface="ＭＳ Ｐゴシック" charset="-128"/>
              </a:rPr>
              <a:t>9-  PROSTERNÉ DEVANT TOI POUR T’ADORER MON ROI        x2</a:t>
            </a:r>
          </a:p>
          <a:p>
            <a:endParaRPr lang="fr-FR" dirty="0">
              <a:ea typeface="ＭＳ Ｐゴシック" charset="-128"/>
            </a:endParaRPr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1-  FORMÉ DANS LE CREUX DE TES MAINS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2-  TU AS PLACÉ TES YEUX SUR MOI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3-  TON AMOUR M’A TOUCHÉ POUR TOUJOURS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4-  CACHÉ SOUS TES AILES TU M’AS GARDÉ, Ô ÉTERNEL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5-  TON AMOUR M’A TOUCHÉ POUR TOUJOURS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     	6-  JE LÈVE MES MAINS VERS TOI LE SEIGNEUR DE TOUT MON COEUR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     	7-  JE TE REMETS MA VIE CAR EN TOI, JE ME CONFIE          x2</a:t>
            </a:r>
          </a:p>
          <a:p>
            <a:endParaRPr lang="fr-FR" smtClean="0">
              <a:latin typeface="Franklin Gothic Medium" pitchFamily="34" charset="0"/>
              <a:ea typeface="ＭＳ Ｐゴシック" charset="-128"/>
            </a:endParaRP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8-  VERS TOI JE LÈVE MA VOIX POUR TE CONNAÎTRE MON ROI</a:t>
            </a:r>
          </a:p>
          <a:p>
            <a:r>
              <a:rPr lang="fr-FR" smtClean="0">
                <a:latin typeface="Franklin Gothic Medium" pitchFamily="34" charset="0"/>
                <a:ea typeface="ＭＳ Ｐゴシック" charset="-128"/>
              </a:rPr>
              <a:t>9-  PROSTERNÉ DEVANT TOI POUR T’ADORER MON ROI        x2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6B2A5F-31BA-4F9D-9CA3-601561D2A04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A77396-6B6E-460B-A95A-02BB11DA5D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D2A82E-98E9-4F16-940C-3F274E9A78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C11722-F31E-4860-86DE-99D8ED4ABCD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05971A-7F7A-4BC7-AFAC-AEED53911D0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CF3C71-7CA8-4650-A830-C24961A29CD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CDACA-CD0A-414B-B551-B9CF83D8CA1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01FF58-7E98-4D20-A8D3-C49BEB5E352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24DF1F-B855-49B5-A518-BB853218CC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0CF376-5DCF-4EEF-AA30-62017E953B0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48E4A1-0C2C-4A84-8065-09ADB225BDD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-110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-110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-110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fld id="{49C29F4A-2D2F-47D2-9733-8EFDA79280E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10" charset="-128"/>
          <a:cs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10" charset="-128"/>
          <a:cs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10" charset="-128"/>
          <a:cs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10" charset="-128"/>
          <a:cs typeface="ＭＳ Ｐゴシック" pitchFamily="-11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10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10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10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defTabSz="457200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FORMÉ DANS LE CREUX</a:t>
            </a:r>
          </a:p>
          <a:p>
            <a:pPr algn="ctr" defTabSz="457200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DE TES MAINS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defTabSz="457200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TU AS PLACÉ TES YEUX SUR MOI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defTabSz="457200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TON AMOUR </a:t>
            </a:r>
          </a:p>
          <a:p>
            <a:pPr algn="ctr" defTabSz="457200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M’A TOUCHÉ POUR TOUJOURS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defTabSz="457200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CACHÉ SOUS TES AILES</a:t>
            </a:r>
          </a:p>
          <a:p>
            <a:pPr algn="ctr" defTabSz="457200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TU M’AS GARDÉ, Ô ÉTERNEL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defTabSz="457200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pitchFamily="-112" charset="-128"/>
              </a:rPr>
              <a:t>TON AMOUR </a:t>
            </a:r>
          </a:p>
          <a:p>
            <a:pPr algn="ctr" defTabSz="457200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pitchFamily="-112" charset="-128"/>
              </a:rPr>
              <a:t>M’A TOUCHÉ POUR TOUJOURS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defTabSz="457200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pitchFamily="-112" charset="-128"/>
              </a:rPr>
              <a:t>JE LÈVE MES MAINS VERS TOI</a:t>
            </a:r>
          </a:p>
          <a:p>
            <a:pPr algn="ctr" defTabSz="457200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pitchFamily="-112" charset="-128"/>
              </a:rPr>
              <a:t> LE SEIGNEUR DE TOUT MON CŒUR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defTabSz="457200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JE TE REMETS MA VIE</a:t>
            </a:r>
          </a:p>
          <a:p>
            <a:pPr algn="ctr" defTabSz="457200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CAR EN TOI JE ME CONFIE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defTabSz="457200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pitchFamily="-112" charset="-128"/>
              </a:rPr>
              <a:t>VERS TOI JE LÈVE MA VOIX</a:t>
            </a:r>
          </a:p>
          <a:p>
            <a:pPr algn="ctr" defTabSz="457200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pitchFamily="-112" charset="-128"/>
              </a:rPr>
              <a:t>POUR TE CONNAÎTRE MON ROI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defTabSz="457200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pitchFamily="-112" charset="-128"/>
              </a:rPr>
              <a:t>PROSTERNÉ DEVANT TOI</a:t>
            </a:r>
          </a:p>
          <a:p>
            <a:pPr algn="ctr" defTabSz="457200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pitchFamily="-112" charset="-128"/>
              </a:rPr>
              <a:t>POUR T’ADORER MON ROI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1584</TotalTime>
  <Words>835</Words>
  <Application>Microsoft Office PowerPoint</Application>
  <PresentationFormat>Affichage à l'écran (4:3)</PresentationFormat>
  <Paragraphs>253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ＭＳ Ｐゴシック</vt:lpstr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126</cp:revision>
  <dcterms:created xsi:type="dcterms:W3CDTF">2002-08-17T10:50:50Z</dcterms:created>
  <dcterms:modified xsi:type="dcterms:W3CDTF">2023-06-24T10:33:29Z</dcterms:modified>
</cp:coreProperties>
</file>