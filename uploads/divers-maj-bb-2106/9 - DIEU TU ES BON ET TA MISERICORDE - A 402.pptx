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3" r:id="rId4"/>
    <p:sldId id="260" r:id="rId5"/>
    <p:sldId id="266" r:id="rId6"/>
    <p:sldId id="269" r:id="rId7"/>
    <p:sldId id="270" r:id="rId8"/>
    <p:sldId id="261" r:id="rId9"/>
    <p:sldId id="268" r:id="rId10"/>
    <p:sldId id="262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38" autoAdjust="0"/>
    <p:restoredTop sz="36822" autoAdjust="0"/>
  </p:normalViewPr>
  <p:slideViewPr>
    <p:cSldViewPr>
      <p:cViewPr varScale="1">
        <p:scale>
          <a:sx n="37" d="100"/>
          <a:sy n="37" d="100"/>
        </p:scale>
        <p:origin x="103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7CC4CC4-C250-46D4-BF9A-E67A01F5FA5E}" type="datetimeFigureOut">
              <a:rPr lang="fr-FR"/>
              <a:pPr>
                <a:defRPr/>
              </a:pPr>
              <a:t>24/06/2023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CF95B39-60F1-474C-92AC-A19F79D35A80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dirty="0" smtClean="0"/>
              <a:t>Couplet :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1-  DIEU TU ES BON ET TA MISÉRICORDE DURE À JAMAIS  x2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Pré-refrain :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2-  LES PEUPLES DE LA TERRE ET TOUTES LES NATIONS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3-  DE GÉNÉRATION EN GÉNÉRATION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Refrain :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4-  NOUS T’ADORONS ALLÉLUIA, ALLÉLUIA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5-  NOUS T’ADORONS POUR CE QUE TU ES       x2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6- POUR CE QUE TU ES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Intro :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7-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endParaRPr lang="fr-FR" dirty="0" smtClean="0"/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Couplet :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Pré-refrain :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Refrain :	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8-  DIEU EST BON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9-  OUI TU ES, OUI TU ES, OUI TU ES SI BON, SI BON, SI BON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10-  DIEU EST BON, TOUT LE TEMPS TOUT LE TEMPS, DIEU EST BON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endParaRPr lang="fr-FR" dirty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DIEU TU ES BON ET TA MISÉRICORDE DURE À JAMAIS  x2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2-  LES PEUPLES DE LA TERRE ET TOUTES LES NATIONS </a:t>
            </a:r>
          </a:p>
          <a:p>
            <a:r>
              <a:rPr lang="fr-FR" smtClean="0"/>
              <a:t>	3-  DE GÉNÉRATION EN GÉNÉRATION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NOUS T’ADORONS ALLÉLUIA, ALLÉLUIA</a:t>
            </a:r>
          </a:p>
          <a:p>
            <a:r>
              <a:rPr lang="fr-FR" smtClean="0"/>
              <a:t>	5-  NOUS T’ADORONS POUR CE QUE TU ES       x2</a:t>
            </a:r>
          </a:p>
          <a:p>
            <a:endParaRPr lang="fr-FR" smtClean="0"/>
          </a:p>
          <a:p>
            <a:r>
              <a:rPr lang="fr-FR" smtClean="0"/>
              <a:t>6- POUR CE QUE TU ES</a:t>
            </a:r>
          </a:p>
          <a:p>
            <a:endParaRPr lang="fr-FR" smtClean="0"/>
          </a:p>
          <a:p>
            <a:r>
              <a:rPr lang="fr-FR" smtClean="0"/>
              <a:t>Intro :</a:t>
            </a:r>
          </a:p>
          <a:p>
            <a:r>
              <a:rPr lang="fr-FR" smtClean="0"/>
              <a:t>7- OH OH OH OH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	</a:t>
            </a:r>
          </a:p>
          <a:p>
            <a:endParaRPr lang="fr-FR" smtClean="0"/>
          </a:p>
          <a:p>
            <a:r>
              <a:rPr lang="fr-FR" smtClean="0"/>
              <a:t>8-  DIEU EST BON</a:t>
            </a:r>
          </a:p>
          <a:p>
            <a:r>
              <a:rPr lang="fr-FR" smtClean="0"/>
              <a:t>9-  OUI TU ES, OUI TU ES, OUI TU ES SI BON, SI BON, SI BON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10-  DIEU EST BON, TOUT LE TEMPS TOUT LE TEMPS, DIEU EST BON</a:t>
            </a:r>
          </a:p>
          <a:p>
            <a:endParaRPr lang="fr-FR" smtClean="0"/>
          </a:p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Couplet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DIEU TU ES BON ET TA MISÉRICORDE DURE À JAMAIS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Pré-refrain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LES PEUPLES DE LA TERRE ET TOUTES LES NATIONS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DE GÉNÉRATION EN GÉNÉRATION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T’ADORONS ALLÉLUIA, ALLÉLUIA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NOUS T’ADORONS POUR CE QUE TU ES    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POUR CE QUE TU 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Intro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OH OH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Pré-refrain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	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DIEU EST BON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OUI TU ES, OUI TU ES, OUI TU ES SI BON, SI BON, SI BON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DIEU EST BON, TOUT LE TEMPS TOUT LE TEMPS, DIEU EST BON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DIEU TU ES BON ET TA MISÉRICORDE DURE À JAMAIS  x2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2-  LES PEUPLES DE LA TERRE ET TOUTES LES NATIONS </a:t>
            </a:r>
          </a:p>
          <a:p>
            <a:r>
              <a:rPr lang="fr-FR" smtClean="0"/>
              <a:t>	3-  DE GÉNÉRATION EN GÉNÉRATION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NOUS T’ADORONS ALLÉLUIA, ALLÉLUIA</a:t>
            </a:r>
          </a:p>
          <a:p>
            <a:r>
              <a:rPr lang="fr-FR" smtClean="0"/>
              <a:t>	5-  NOUS T’ADORONS POUR CE QUE TU ES       x2</a:t>
            </a:r>
          </a:p>
          <a:p>
            <a:endParaRPr lang="fr-FR" smtClean="0"/>
          </a:p>
          <a:p>
            <a:r>
              <a:rPr lang="fr-FR" smtClean="0"/>
              <a:t>6- POUR CE QUE TU ES</a:t>
            </a:r>
          </a:p>
          <a:p>
            <a:endParaRPr lang="fr-FR" smtClean="0"/>
          </a:p>
          <a:p>
            <a:r>
              <a:rPr lang="fr-FR" smtClean="0"/>
              <a:t>Intro :</a:t>
            </a:r>
          </a:p>
          <a:p>
            <a:r>
              <a:rPr lang="fr-FR" smtClean="0"/>
              <a:t>7- OH OH OH OH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	</a:t>
            </a:r>
          </a:p>
          <a:p>
            <a:endParaRPr lang="fr-FR" smtClean="0"/>
          </a:p>
          <a:p>
            <a:r>
              <a:rPr lang="fr-FR" smtClean="0"/>
              <a:t>8-  DIEU EST BON</a:t>
            </a:r>
          </a:p>
          <a:p>
            <a:r>
              <a:rPr lang="fr-FR" smtClean="0"/>
              <a:t>9-  OUI TU ES, OUI TU ES, OUI TU ES SI BON, SI BON, SI BON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10-  DIEU EST BON, TOUT LE TEMPS TOUT LE TEMPS, DIEU EST BON</a:t>
            </a:r>
          </a:p>
          <a:p>
            <a:endParaRPr lang="fr-FR" smtClean="0"/>
          </a:p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Couplet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DIEU TU ES BON ET TA MISÉRICORDE DURE À JAMAIS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Pré-refrain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LES PEUPLES DE LA TERRE ET TOUTES LES NATIONS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DE GÉNÉRATION EN GÉNÉRATION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T’ADORONS ALLÉLUIA, ALLÉLUIA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NOUS T’ADORONS POUR CE QUE TU ES    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POUR CE QUE TU 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Intro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OH OH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Pré-refrain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	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DIEU EST BON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OUI TU ES, OUI TU ES, OUI TU ES SI BON, SI BON, SI BON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DIEU EST BON, TOUT LE TEMPS TOUT LE TEMPS, DIEU EST BON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DIEU TU ES BON ET TA MISÉRICORDE DURE À JAMAIS  x2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2-  LES PEUPLES DE LA TERRE ET TOUTES LES NATIONS </a:t>
            </a:r>
          </a:p>
          <a:p>
            <a:r>
              <a:rPr lang="fr-FR" smtClean="0"/>
              <a:t>	3-  DE GÉNÉRATION EN GÉNÉRATION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NOUS T’ADORONS ALLÉLUIA, ALLÉLUIA</a:t>
            </a:r>
          </a:p>
          <a:p>
            <a:r>
              <a:rPr lang="fr-FR" smtClean="0"/>
              <a:t>	5-  NOUS T’ADORONS POUR CE QUE TU ES       x2</a:t>
            </a:r>
          </a:p>
          <a:p>
            <a:endParaRPr lang="fr-FR" smtClean="0"/>
          </a:p>
          <a:p>
            <a:r>
              <a:rPr lang="fr-FR" smtClean="0"/>
              <a:t>6- POUR CE QUE TU ES</a:t>
            </a:r>
          </a:p>
          <a:p>
            <a:endParaRPr lang="fr-FR" smtClean="0"/>
          </a:p>
          <a:p>
            <a:r>
              <a:rPr lang="fr-FR" smtClean="0"/>
              <a:t>Intro :</a:t>
            </a:r>
          </a:p>
          <a:p>
            <a:r>
              <a:rPr lang="fr-FR" smtClean="0"/>
              <a:t>7- OH OH OH OH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	</a:t>
            </a:r>
          </a:p>
          <a:p>
            <a:endParaRPr lang="fr-FR" smtClean="0"/>
          </a:p>
          <a:p>
            <a:r>
              <a:rPr lang="fr-FR" smtClean="0"/>
              <a:t>8-  DIEU EST BON</a:t>
            </a:r>
          </a:p>
          <a:p>
            <a:r>
              <a:rPr lang="fr-FR" smtClean="0"/>
              <a:t>9-  OUI TU ES, OUI TU ES, OUI TU ES SI BON, SI BON, SI BON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10-  DIEU EST BON, TOUT LE TEMPS TOUT LE TEMPS, DIEU EST BON</a:t>
            </a:r>
          </a:p>
          <a:p>
            <a:endParaRPr lang="fr-FR" smtClean="0"/>
          </a:p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dirty="0" smtClean="0"/>
              <a:t>Couplet :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1-  DIEU TU ES BON ET TA MISÉRICORDE DURE À JAMAIS  x2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Pré-refrain :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2-  LES PEUPLES DE LA TERRE ET TOUTES LES NATIONS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3-  DE GÉNÉRATION EN GÉNÉRATION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Refrain :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4-  NOUS T’ADORONS ALLÉLUIA, ALLÉLUIA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5-  NOUS T’ADORONS POUR CE QUE TU ES       x2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6- POUR CE QUE TU ES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Intro :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7-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endParaRPr lang="fr-FR" dirty="0" smtClean="0"/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Couplet :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Pré-refrain :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	Refrain :	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8-  DIEU EST BON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9-  OUI TU ES, OUI TU ES, OUI TU ES SI BON, SI BON, SI BON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dirty="0" smtClean="0"/>
              <a:t>10-  DIEU EST BON, TOUT LE TEMPS TOUT LE TEMPS, DIEU EST BON</a:t>
            </a:r>
          </a:p>
          <a:p>
            <a:pPr eaLnBrk="1" hangingPunct="1">
              <a:spcBef>
                <a:spcPct val="0"/>
              </a:spcBef>
            </a:pPr>
            <a:endParaRPr lang="fr-FR" dirty="0" smtClean="0"/>
          </a:p>
          <a:p>
            <a:pPr eaLnBrk="1" hangingPunct="1">
              <a:spcBef>
                <a:spcPct val="0"/>
              </a:spcBef>
            </a:pPr>
            <a:endParaRPr lang="fr-FR" dirty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DIEU TU ES BON ET TA MISÉRICORDE DURE À JAMAIS  x2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2-  LES PEUPLES DE LA TERRE ET TOUTES LES NATIONS </a:t>
            </a:r>
          </a:p>
          <a:p>
            <a:r>
              <a:rPr lang="fr-FR" smtClean="0"/>
              <a:t>	3-  DE GÉNÉRATION EN GÉNÉRATION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NOUS T’ADORONS ALLÉLUIA, ALLÉLUIA</a:t>
            </a:r>
          </a:p>
          <a:p>
            <a:r>
              <a:rPr lang="fr-FR" smtClean="0"/>
              <a:t>	5-  NOUS T’ADORONS POUR CE QUE TU ES       x2</a:t>
            </a:r>
          </a:p>
          <a:p>
            <a:endParaRPr lang="fr-FR" smtClean="0"/>
          </a:p>
          <a:p>
            <a:r>
              <a:rPr lang="fr-FR" smtClean="0"/>
              <a:t>6- POUR CE QUE TU ES</a:t>
            </a:r>
          </a:p>
          <a:p>
            <a:endParaRPr lang="fr-FR" smtClean="0"/>
          </a:p>
          <a:p>
            <a:r>
              <a:rPr lang="fr-FR" smtClean="0"/>
              <a:t>Intro :</a:t>
            </a:r>
          </a:p>
          <a:p>
            <a:r>
              <a:rPr lang="fr-FR" smtClean="0"/>
              <a:t>7- OH OH OH OH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	</a:t>
            </a:r>
          </a:p>
          <a:p>
            <a:endParaRPr lang="fr-FR" smtClean="0"/>
          </a:p>
          <a:p>
            <a:r>
              <a:rPr lang="fr-FR" smtClean="0"/>
              <a:t>8-  DIEU EST BON</a:t>
            </a:r>
          </a:p>
          <a:p>
            <a:r>
              <a:rPr lang="fr-FR" smtClean="0"/>
              <a:t>9-  OUI TU ES, OUI TU ES, OUI TU ES SI BON, SI BON, SI BON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10-  DIEU EST BON, TOUT LE TEMPS TOUT LE TEMPS, DIEU EST BON</a:t>
            </a:r>
          </a:p>
          <a:p>
            <a:endParaRPr lang="fr-FR" smtClean="0"/>
          </a:p>
          <a:p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Couplet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DIEU TU ES BON ET TA MISÉRICORDE DURE À JAMAIS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Pré-refrain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LES PEUPLES DE LA TERRE ET TOUTES LES NATIONS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DE GÉNÉRATION EN GÉNÉRATION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T’ADORONS ALLÉLUIA, ALLÉLUIA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NOUS T’ADORONS POUR CE QUE TU ES    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POUR CE QUE TU 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Intro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OH OH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Pré-refrain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	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DIEU EST BON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OUI TU ES, OUI TU ES, OUI TU ES SI BON, SI BON, SI BON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DIEU EST BON, TOUT LE TEMPS TOUT LE TEMPS, DIEU EST BON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DIEU TU ES BON ET TA MISÉRICORDE DURE À JAMAIS  x2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2-  LES PEUPLES DE LA TERRE ET TOUTES LES NATIONS </a:t>
            </a:r>
          </a:p>
          <a:p>
            <a:r>
              <a:rPr lang="fr-FR" smtClean="0"/>
              <a:t>	3-  DE GÉNÉRATION EN GÉNÉRATION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NOUS T’ADORONS ALLÉLUIA, ALLÉLUIA</a:t>
            </a:r>
          </a:p>
          <a:p>
            <a:r>
              <a:rPr lang="fr-FR" smtClean="0"/>
              <a:t>	5-  NOUS T’ADORONS POUR CE QUE TU ES       x2</a:t>
            </a:r>
          </a:p>
          <a:p>
            <a:endParaRPr lang="fr-FR" smtClean="0"/>
          </a:p>
          <a:p>
            <a:r>
              <a:rPr lang="fr-FR" smtClean="0"/>
              <a:t>6- POUR CE QUE TU ES</a:t>
            </a:r>
          </a:p>
          <a:p>
            <a:endParaRPr lang="fr-FR" smtClean="0"/>
          </a:p>
          <a:p>
            <a:r>
              <a:rPr lang="fr-FR" smtClean="0"/>
              <a:t>Intro :</a:t>
            </a:r>
          </a:p>
          <a:p>
            <a:r>
              <a:rPr lang="fr-FR" smtClean="0"/>
              <a:t>7- OH OH OH OH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	</a:t>
            </a:r>
          </a:p>
          <a:p>
            <a:endParaRPr lang="fr-FR" smtClean="0"/>
          </a:p>
          <a:p>
            <a:r>
              <a:rPr lang="fr-FR" smtClean="0"/>
              <a:t>8-  DIEU EST BON</a:t>
            </a:r>
          </a:p>
          <a:p>
            <a:r>
              <a:rPr lang="fr-FR" smtClean="0"/>
              <a:t>9-  OUI TU ES, OUI TU ES, OUI TU ES SI BON, SI BON, SI BON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10-  DIEU EST BON, TOUT LE TEMPS TOUT LE TEMPS, DIEU EST BON</a:t>
            </a:r>
          </a:p>
          <a:p>
            <a:endParaRPr lang="fr-FR" smtClean="0"/>
          </a:p>
          <a:p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Couplet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DIEU TU ES BON ET TA MISÉRICORDE DURE À JAMAIS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Pré-refrain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LES PEUPLES DE LA TERRE ET TOUTES LES NATIONS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DE GÉNÉRATION EN GÉNÉRATION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T’ADORONS ALLÉLUIA, ALLÉLUIA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NOUS T’ADORONS POUR CE QUE TU ES    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POUR CE QUE TU 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Intro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OH OH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Pré-refrain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	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DIEU EST BON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OUI TU ES, OUI TU ES, OUI TU ES SI BON, SI BON, SI BON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DIEU EST BON, TOUT LE TEMPS TOUT LE TEMPS, DIEU EST BON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DIEU TU ES BON ET TA MISÉRICORDE DURE À JAMAIS  x2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2-  LES PEUPLES DE LA TERRE ET TOUTES LES NATIONS </a:t>
            </a:r>
          </a:p>
          <a:p>
            <a:r>
              <a:rPr lang="fr-FR" smtClean="0"/>
              <a:t>	3-  DE GÉNÉRATION EN GÉNÉRATION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NOUS T’ADORONS ALLÉLUIA, ALLÉLUIA</a:t>
            </a:r>
          </a:p>
          <a:p>
            <a:r>
              <a:rPr lang="fr-FR" smtClean="0"/>
              <a:t>	5-  NOUS T’ADORONS POUR CE QUE TU ES       x2</a:t>
            </a:r>
          </a:p>
          <a:p>
            <a:endParaRPr lang="fr-FR" smtClean="0"/>
          </a:p>
          <a:p>
            <a:r>
              <a:rPr lang="fr-FR" smtClean="0"/>
              <a:t>6- POUR CE QUE TU ES</a:t>
            </a:r>
          </a:p>
          <a:p>
            <a:endParaRPr lang="fr-FR" smtClean="0"/>
          </a:p>
          <a:p>
            <a:r>
              <a:rPr lang="fr-FR" smtClean="0"/>
              <a:t>Intro :</a:t>
            </a:r>
          </a:p>
          <a:p>
            <a:r>
              <a:rPr lang="fr-FR" smtClean="0"/>
              <a:t>7- OH OH OH OH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	</a:t>
            </a:r>
          </a:p>
          <a:p>
            <a:endParaRPr lang="fr-FR" smtClean="0"/>
          </a:p>
          <a:p>
            <a:r>
              <a:rPr lang="fr-FR" smtClean="0"/>
              <a:t>8-  DIEU EST BON</a:t>
            </a:r>
          </a:p>
          <a:p>
            <a:r>
              <a:rPr lang="fr-FR" smtClean="0"/>
              <a:t>9-  OUI TU ES, OUI TU ES, OUI TU ES SI BON, SI BON, SI BON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10-  DIEU EST BON, TOUT LE TEMPS TOUT LE TEMPS, DIEU EST BON</a:t>
            </a:r>
          </a:p>
          <a:p>
            <a:endParaRPr lang="fr-FR" smtClean="0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846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Couplet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DIEU TU ES BON ET TA MISÉRICORDE DURE À JAMAIS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Pré-refrain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LES PEUPLES DE LA TERRE ET TOUTES LES NATIONS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DE GÉNÉRATION EN GÉNÉRATION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T’ADORONS ALLÉLUIA, ALLÉLUIA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NOUS T’ADORONS POUR CE QUE TU ES    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POUR CE QUE TU 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Intro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OH OH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Pré-refrain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	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DIEU EST BON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OUI TU ES, OUI TU ES, OUI TU ES SI BON, SI BON, SI BON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DIEU EST BON, TOUT LE TEMPS TOUT LE TEMPS, DIEU EST BON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DIEU TU ES BON ET TA MISÉRICORDE DURE À JAMAIS  x2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2-  LES PEUPLES DE LA TERRE ET TOUTES LES NATIONS </a:t>
            </a:r>
          </a:p>
          <a:p>
            <a:r>
              <a:rPr lang="fr-FR" smtClean="0"/>
              <a:t>	3-  DE GÉNÉRATION EN GÉNÉRATION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NOUS T’ADORONS ALLÉLUIA, ALLÉLUIA</a:t>
            </a:r>
          </a:p>
          <a:p>
            <a:r>
              <a:rPr lang="fr-FR" smtClean="0"/>
              <a:t>	5-  NOUS T’ADORONS POUR CE QUE TU ES       x2</a:t>
            </a:r>
          </a:p>
          <a:p>
            <a:endParaRPr lang="fr-FR" smtClean="0"/>
          </a:p>
          <a:p>
            <a:r>
              <a:rPr lang="fr-FR" smtClean="0"/>
              <a:t>6- POUR CE QUE TU ES</a:t>
            </a:r>
          </a:p>
          <a:p>
            <a:endParaRPr lang="fr-FR" smtClean="0"/>
          </a:p>
          <a:p>
            <a:r>
              <a:rPr lang="fr-FR" smtClean="0"/>
              <a:t>Intro :</a:t>
            </a:r>
          </a:p>
          <a:p>
            <a:r>
              <a:rPr lang="fr-FR" smtClean="0"/>
              <a:t>7- OH OH OH OH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	</a:t>
            </a:r>
          </a:p>
          <a:p>
            <a:endParaRPr lang="fr-FR" smtClean="0"/>
          </a:p>
          <a:p>
            <a:r>
              <a:rPr lang="fr-FR" smtClean="0"/>
              <a:t>8-  DIEU EST BON</a:t>
            </a:r>
          </a:p>
          <a:p>
            <a:r>
              <a:rPr lang="fr-FR" smtClean="0"/>
              <a:t>9-  OUI TU ES, OUI TU ES, OUI TU ES SI BON, SI BON, SI BON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10-  DIEU EST BON, TOUT LE TEMPS TOUT LE TEMPS, DIEU EST BON</a:t>
            </a:r>
          </a:p>
          <a:p>
            <a:endParaRPr lang="fr-FR" smtClean="0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53357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Couplet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DIEU TU ES BON ET TA MISÉRICORDE DURE À JAMAIS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Pré-refrain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LES PEUPLES DE LA TERRE ET TOUTES LES NATIONS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DE GÉNÉRATION EN GÉNÉRATION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T’ADORONS ALLÉLUIA, ALLÉLUIA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NOUS T’ADORONS POUR CE QUE TU ES    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POUR CE QUE TU 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Intro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OH OH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Pré-refrain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	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DIEU EST BON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OUI TU ES, OUI TU ES, OUI TU ES SI BON, SI BON, SI BON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DIEU EST BON, TOUT LE TEMPS TOUT LE TEMPS, DIEU EST BON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DIEU TU ES BON ET TA MISÉRICORDE DURE À JAMAIS  x2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2-  LES PEUPLES DE LA TERRE ET TOUTES LES NATIONS </a:t>
            </a:r>
          </a:p>
          <a:p>
            <a:r>
              <a:rPr lang="fr-FR" smtClean="0"/>
              <a:t>	3-  DE GÉNÉRATION EN GÉNÉRATION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NOUS T’ADORONS ALLÉLUIA, ALLÉLUIA</a:t>
            </a:r>
          </a:p>
          <a:p>
            <a:r>
              <a:rPr lang="fr-FR" smtClean="0"/>
              <a:t>	5-  NOUS T’ADORONS POUR CE QUE TU ES       x2</a:t>
            </a:r>
          </a:p>
          <a:p>
            <a:endParaRPr lang="fr-FR" smtClean="0"/>
          </a:p>
          <a:p>
            <a:r>
              <a:rPr lang="fr-FR" smtClean="0"/>
              <a:t>6- POUR CE QUE TU ES</a:t>
            </a:r>
          </a:p>
          <a:p>
            <a:endParaRPr lang="fr-FR" smtClean="0"/>
          </a:p>
          <a:p>
            <a:r>
              <a:rPr lang="fr-FR" smtClean="0"/>
              <a:t>Intro :</a:t>
            </a:r>
          </a:p>
          <a:p>
            <a:r>
              <a:rPr lang="fr-FR" smtClean="0"/>
              <a:t>7- OH OH OH OH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	</a:t>
            </a:r>
          </a:p>
          <a:p>
            <a:endParaRPr lang="fr-FR" smtClean="0"/>
          </a:p>
          <a:p>
            <a:r>
              <a:rPr lang="fr-FR" smtClean="0"/>
              <a:t>8-  DIEU EST BON</a:t>
            </a:r>
          </a:p>
          <a:p>
            <a:r>
              <a:rPr lang="fr-FR" smtClean="0"/>
              <a:t>9-  OUI TU ES, OUI TU ES, OUI TU ES SI BON, SI BON, SI BON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10-  DIEU EST BON, TOUT LE TEMPS TOUT LE TEMPS, DIEU EST BON</a:t>
            </a:r>
          </a:p>
          <a:p>
            <a:endParaRPr lang="fr-FR" smtClean="0"/>
          </a:p>
          <a:p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Couplet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DIEU TU ES BON ET TA MISÉRICORDE DURE À JAMAIS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Pré-refrain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LES PEUPLES DE LA TERRE ET TOUTES LES NATIONS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DE GÉNÉRATION EN GÉNÉRATION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T’ADORONS ALLÉLUIA, ALLÉLUIA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NOUS T’ADORONS POUR CE QUE TU ES    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POUR CE QUE TU 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Intro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OH OH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Pré-refrain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	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DIEU EST BON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OUI TU ES, OUI TU ES, OUI TU ES SI BON, SI BON, SI BON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DIEU EST BON, TOUT LE TEMPS TOUT LE TEMPS, DIEU EST BON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DIEU TU ES BON ET TA MISÉRICORDE DURE À JAMAIS  x2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2-  LES PEUPLES DE LA TERRE ET TOUTES LES NATIONS </a:t>
            </a:r>
          </a:p>
          <a:p>
            <a:r>
              <a:rPr lang="fr-FR" smtClean="0"/>
              <a:t>	3-  DE GÉNÉRATION EN GÉNÉRATION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NOUS T’ADORONS ALLÉLUIA, ALLÉLUIA</a:t>
            </a:r>
          </a:p>
          <a:p>
            <a:r>
              <a:rPr lang="fr-FR" smtClean="0"/>
              <a:t>	5-  NOUS T’ADORONS POUR CE QUE TU ES       x2</a:t>
            </a:r>
          </a:p>
          <a:p>
            <a:endParaRPr lang="fr-FR" smtClean="0"/>
          </a:p>
          <a:p>
            <a:r>
              <a:rPr lang="fr-FR" smtClean="0"/>
              <a:t>6- POUR CE QUE TU ES</a:t>
            </a:r>
          </a:p>
          <a:p>
            <a:endParaRPr lang="fr-FR" smtClean="0"/>
          </a:p>
          <a:p>
            <a:r>
              <a:rPr lang="fr-FR" smtClean="0"/>
              <a:t>Intro :</a:t>
            </a:r>
          </a:p>
          <a:p>
            <a:r>
              <a:rPr lang="fr-FR" smtClean="0"/>
              <a:t>7- OH OH OH OH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	</a:t>
            </a:r>
          </a:p>
          <a:p>
            <a:endParaRPr lang="fr-FR" smtClean="0"/>
          </a:p>
          <a:p>
            <a:r>
              <a:rPr lang="fr-FR" smtClean="0"/>
              <a:t>8-  DIEU EST BON</a:t>
            </a:r>
          </a:p>
          <a:p>
            <a:r>
              <a:rPr lang="fr-FR" smtClean="0"/>
              <a:t>9-  OUI TU ES, OUI TU ES, OUI TU ES SI BON, SI BON, SI BON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10-  DIEU EST BON, TOUT LE TEMPS TOUT LE TEMPS, DIEU EST BON</a:t>
            </a:r>
          </a:p>
          <a:p>
            <a:endParaRPr lang="fr-FR" smtClean="0"/>
          </a:p>
          <a:p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Couplet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DIEU TU ES BON ET TA MISÉRICORDE DURE À JAMAIS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Pré-refrain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2-  LES PEUPLES DE LA TERRE ET TOUTES LES NATIONS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DE GÉNÉRATION EN GÉNÉRATION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4-  NOUS T’ADORONS ALLÉLUIA, ALLÉLUIA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5-  NOUS T’ADORONS POUR CE QUE TU ES    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POUR CE QUE TU ES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Intro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OH OH OH OH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Pré-refrain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	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DIEU EST BON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OUI TU ES, OUI TU ES, OUI TU ES SI BON, SI BON, SI BON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Pont 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DIEU EST BON, TOUT LE TEMPS TOUT LE TEMPS, DIEU EST BON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DIEU TU ES BON ET TA MISÉRICORDE DURE À JAMAIS  x2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2-  LES PEUPLES DE LA TERRE ET TOUTES LES NATIONS </a:t>
            </a:r>
          </a:p>
          <a:p>
            <a:r>
              <a:rPr lang="fr-FR" smtClean="0"/>
              <a:t>	3-  DE GÉNÉRATION EN GÉNÉRATION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NOUS T’ADORONS ALLÉLUIA, ALLÉLUIA</a:t>
            </a:r>
          </a:p>
          <a:p>
            <a:r>
              <a:rPr lang="fr-FR" smtClean="0"/>
              <a:t>	5-  NOUS T’ADORONS POUR CE QUE TU ES       x2</a:t>
            </a:r>
          </a:p>
          <a:p>
            <a:endParaRPr lang="fr-FR" smtClean="0"/>
          </a:p>
          <a:p>
            <a:r>
              <a:rPr lang="fr-FR" smtClean="0"/>
              <a:t>6- POUR CE QUE TU ES</a:t>
            </a:r>
          </a:p>
          <a:p>
            <a:endParaRPr lang="fr-FR" smtClean="0"/>
          </a:p>
          <a:p>
            <a:r>
              <a:rPr lang="fr-FR" smtClean="0"/>
              <a:t>Intro :</a:t>
            </a:r>
          </a:p>
          <a:p>
            <a:r>
              <a:rPr lang="fr-FR" smtClean="0"/>
              <a:t>7- OH OH OH OH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	</a:t>
            </a:r>
          </a:p>
          <a:p>
            <a:endParaRPr lang="fr-FR" smtClean="0"/>
          </a:p>
          <a:p>
            <a:r>
              <a:rPr lang="fr-FR" smtClean="0"/>
              <a:t>8-  DIEU EST BON</a:t>
            </a:r>
          </a:p>
          <a:p>
            <a:r>
              <a:rPr lang="fr-FR" smtClean="0"/>
              <a:t>9-  OUI TU ES, OUI TU ES, OUI TU ES SI BON, SI BON, SI BON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10-  DIEU EST BON, TOUT LE TEMPS TOUT LE TEMPS, DIEU EST BON</a:t>
            </a:r>
          </a:p>
          <a:p>
            <a:endParaRPr lang="fr-FR" smtClean="0"/>
          </a:p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460ED8-D912-4042-B68C-23A65F25296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124B7D-0511-4664-BBE9-81D17FD145C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9042E6-663B-4E6E-A769-F15CDA4718A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26410E-61F1-4219-8B9A-63A41C42BB5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F58A59-0F36-4E2D-98AB-F983159AC01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5CB4E8-0A63-481D-8F55-30E7C7BBF71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A84DC8-46FB-4DD8-B6B4-7FC64994CA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C12BA1-51BA-45FA-BFCC-36825E49877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7440C6-A062-4C34-A917-BCD3166B488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C85884-AE81-4C7A-9412-2CE1C3596D6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C46BB3-421C-4D55-B1EA-CBA9AD8F5EB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30A638A-6814-4826-892B-BC88B6A5A3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DIEU TU ES BON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TA MISÉRICORDE DURE À JAMAIS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LES PEUPLES DE LA TERRE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TOUTES LES NATIONS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032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GB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GÉNÉRATION EN GÉNÉRATION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GB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T’ADORONS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ALLÉLUIA, ALLÉLUIA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T’ADORONS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CE QUE TU ES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CE QUE TU ES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332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 OH OH OH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060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GB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DIEU EST BON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 TU ES, OUI TU ES, OUI TU 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SI BON, SI BON, SI BON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DIEU EST BON, TOUT LE TEMPS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 LE TEMPS, DIEU EST BON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1074</TotalTime>
  <Words>360</Words>
  <Application>Microsoft Office PowerPoint</Application>
  <PresentationFormat>Affichage à l'écran (4:3)</PresentationFormat>
  <Paragraphs>536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64</cp:revision>
  <dcterms:created xsi:type="dcterms:W3CDTF">2002-08-17T11:17:38Z</dcterms:created>
  <dcterms:modified xsi:type="dcterms:W3CDTF">2023-06-24T10:33:50Z</dcterms:modified>
</cp:coreProperties>
</file>