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77" r:id="rId3"/>
    <p:sldId id="276" r:id="rId4"/>
    <p:sldId id="275" r:id="rId5"/>
    <p:sldId id="274" r:id="rId6"/>
    <p:sldId id="273" r:id="rId7"/>
    <p:sldId id="272" r:id="rId8"/>
    <p:sldId id="271" r:id="rId9"/>
    <p:sldId id="270" r:id="rId10"/>
    <p:sldId id="269" r:id="rId11"/>
    <p:sldId id="268" r:id="rId12"/>
    <p:sldId id="267" r:id="rId13"/>
    <p:sldId id="278" r:id="rId14"/>
    <p:sldId id="266" r:id="rId15"/>
    <p:sldId id="265" r:id="rId16"/>
    <p:sldId id="264" r:id="rId17"/>
    <p:sldId id="263" r:id="rId18"/>
    <p:sldId id="262" r:id="rId19"/>
    <p:sldId id="261" r:id="rId20"/>
    <p:sldId id="260" r:id="rId21"/>
    <p:sldId id="259" r:id="rId22"/>
    <p:sldId id="279" r:id="rId23"/>
    <p:sldId id="280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0" autoAdjust="0"/>
    <p:restoredTop sz="39595" autoAdjust="0"/>
  </p:normalViewPr>
  <p:slideViewPr>
    <p:cSldViewPr>
      <p:cViewPr varScale="1">
        <p:scale>
          <a:sx n="40" d="100"/>
          <a:sy n="40" d="100"/>
        </p:scale>
        <p:origin x="80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366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288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895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747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3409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30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0238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302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8195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960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671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772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8663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4992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5318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715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8215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9897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135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06733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COMME L’ÉCLAIR 
	11-  PLUS RAPIDE QUE LA LUMIÈRE 
	12-  JE VAIS VITE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COMME L’ÉCLAIR</a:t>
            </a: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Coulpet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:
14-  J’AI TELLEMENT ENVIE DE TE VOIR MALGRÉ TOUT CE QU’IL SE PASSE 
15-  J’ARRIVERAI JUSQU’À TOI 
16-  MÊME SI TOUT S’ARRÊTE  ET DEVIENT NOIR 
17-  TU ES LA LUMIÈRE QUI GUIDE MES PAS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LÀ AH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LÀ AH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4645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OUI J’AI ENVIE DE TE VOIR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8-  OUI J’AI ENVIE DE TE VOIR  x3 
	9-  TE VOIR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10-  JE VAIS VITE VITE VITE  COMME L’ÉCLAIR 
	11-  PLUS RAPIDE QUE LA LUMIÈRE 
	12-  JE VAIS VITE VITE VITE  COMME L’ÉCLAIR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J’ARRIVE VERS TOI		        x2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
18-  JE COURS, JE VOLE, JE NAGE  x4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19-  J’ARRIVE VERS TOI  x4 
20-  PARCE QUE TU ES LÀ-AH-AH 
21-  LÀ AH AH LÀ AH AH AH AH </a:t>
            </a:r>
          </a:p>
          <a:p>
            <a:pPr>
              <a:defRPr/>
            </a:pP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JE SAIS QUE TU ES LÀ AH AH</a:t>
            </a:r>
          </a:p>
          <a:p>
            <a:pPr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LÀ AH AH LÀ AH AH AH AH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OUI J’AI ENVIE DE TE VOIR</a:t>
            </a:r>
          </a:p>
          <a:p>
            <a:endParaRPr lang="fr-FR" smtClean="0"/>
          </a:p>
          <a:p>
            <a:r>
              <a:rPr lang="fr-FR" smtClean="0"/>
              <a:t>Couplet 1 :
2-  J’AVAIS ENVIE DE TE VOIR J’AI ENFILÉ MES BASKETS 
3-  J’AI PRIS MON SAC ALLUMÉ MON GPS 
4-  ENTRÉ TON ADRESSE PRÊT À PARTIR 
5-  J’AVAIS ENVIE DE TE VOIR J’AI ENFILÉ MES BASKETS 
6-  J’AI PRIS MON SAC ALLUMÉ MON GPS 
7-  ENTRÉ TON ADRESSE SUPERVITESSE</a:t>
            </a:r>
          </a:p>
          <a:p>
            <a:endParaRPr lang="fr-FR" smtClean="0"/>
          </a:p>
          <a:p>
            <a:r>
              <a:rPr lang="fr-FR" smtClean="0"/>
              <a:t>	Pré-refrain :
	8-  OUI J’AI ENVIE DE TE VOIR  x3 
	9-  TE VOIR </a:t>
            </a:r>
          </a:p>
          <a:p>
            <a:endParaRPr lang="fr-FR" smtClean="0"/>
          </a:p>
          <a:p>
            <a:r>
              <a:rPr lang="fr-FR" smtClean="0"/>
              <a:t>	Refrain :
	10-  JE VAIS VITE VITE VITE  COMME L’ÉCLAIR 
	11-  PLUS RAPIDE QUE LA LUMIÈRE 
	12-  JE VAIS VITE VITE VITE  COMME L’ÉCLAIR</a:t>
            </a:r>
          </a:p>
          <a:p>
            <a:r>
              <a:rPr lang="fr-FR" smtClean="0"/>
              <a:t>	13-  J’ARRIVE VERS TOI		        x2</a:t>
            </a:r>
          </a:p>
          <a:p>
            <a:endParaRPr lang="fr-FR" smtClean="0"/>
          </a:p>
          <a:p>
            <a:r>
              <a:rPr lang="fr-FR" smtClean="0"/>
              <a:t>		</a:t>
            </a:r>
          </a:p>
          <a:p>
            <a:r>
              <a:rPr lang="fr-FR" smtClean="0"/>
              <a:t> Coulpet 2 :
14-  J’AI TELLEMENT ENVIE DE TE VOIR MALGRÉ TOUT CE QU’IL SE PASSE 
15-  J’ARRIVERAI JUSQU’À TOI 
16-  MÊME SI TOUT S’ARRÊTE  ET DEVIENT NOIR 
17-  TU ES LA LUMIÈRE QUI GUIDE MES PAS OH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18-  JE COURS, JE VOLE, JE NAGE  x4</a:t>
            </a:r>
          </a:p>
          <a:p>
            <a:endParaRPr lang="fr-FR" smtClean="0"/>
          </a:p>
          <a:p>
            <a:r>
              <a:rPr lang="fr-FR" smtClean="0"/>
              <a:t>Pont 2 :
19-  J’ARRIVE VERS TOI  x4 
20-  PARCE QUE TU ES LÀ-AH-AH 
21-  LÀ AH AH LÀ AH AH AH AH </a:t>
            </a:r>
          </a:p>
          <a:p>
            <a:endParaRPr lang="fr-FR" smtClean="0"/>
          </a:p>
          <a:p>
            <a:r>
              <a:rPr lang="fr-FR" smtClean="0"/>
              <a:t>22- JE SAIS QUE TU ES LÀ AH AH</a:t>
            </a:r>
          </a:p>
          <a:p>
            <a:r>
              <a:rPr lang="fr-FR" smtClean="0"/>
              <a:t>23- LÀ AH AH LÀ AH AH AH AH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2922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J’AI ENVIE DE TE 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J’AVAIS ENVIE DE TE 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ENFILÉ MES BASKETS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95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PRIS MON SAC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ALLUMÉ MON GPS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82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ENTRÉ TON ADRESSE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PRÊT À PARTIR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41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J’AVAIS ENVIE DE TE 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ENFILÉ MES BASKETS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69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PRIS MON SAC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ALLUMÉ MON GPS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63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ENTRÉ TON ADRESSE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SUPERVITESSE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61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J’AI ENVIE DE TE 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94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 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46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VAIS VITE VITE VITE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L’ÉCLAIR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29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RAPIDE QUE LA LUMIÈRE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11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VAIS VITE VITE VITE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L’ÉCLAIR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02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J’ARRIVE VERS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00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TELLEMENT ENVIE DE TE 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MALGRÉ TOUT CE QU’IL SE PASSE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80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J’ARRIVERAI JUSQU’À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94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MÊME SI TOUT S’ARRÊTE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DEVIENT NOIR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54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LA LUMIÈRE QUI GUIDE MES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44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COURS, JE VOLE, JE NAGE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44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J’ARRIVE VERS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8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PARCE QUE TU ES LÀ-AH-AH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47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LÀ AH AH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LÀ AH AH AH 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03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SAIS QUE TU ES LÀ AH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7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LÀ AH AH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LÀ AH AH AH 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8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702</Words>
  <Application>Microsoft Office PowerPoint</Application>
  <PresentationFormat>Affichage à l'écran (4:3)</PresentationFormat>
  <Paragraphs>1094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104</cp:revision>
  <dcterms:created xsi:type="dcterms:W3CDTF">2002-08-17T13:12:10Z</dcterms:created>
  <dcterms:modified xsi:type="dcterms:W3CDTF">2023-06-24T14:57:24Z</dcterms:modified>
</cp:coreProperties>
</file>