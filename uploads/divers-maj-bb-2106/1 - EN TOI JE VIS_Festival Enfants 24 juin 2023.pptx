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59" r:id="rId3"/>
    <p:sldId id="277" r:id="rId4"/>
    <p:sldId id="278" r:id="rId5"/>
    <p:sldId id="279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80" r:id="rId24"/>
    <p:sldId id="276" r:id="rId25"/>
    <p:sldId id="281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26" autoAdjust="0"/>
    <p:restoredTop sz="22642" autoAdjust="0"/>
  </p:normalViewPr>
  <p:slideViewPr>
    <p:cSldViewPr>
      <p:cViewPr varScale="1">
        <p:scale>
          <a:sx n="27" d="100"/>
          <a:sy n="27" d="100"/>
        </p:scale>
        <p:origin x="116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u="none" smtClean="0"/>
              <a:t>Canon : </a:t>
            </a:r>
          </a:p>
          <a:p>
            <a:pPr>
              <a:defRPr/>
            </a:pPr>
            <a:r>
              <a:rPr lang="fr-FR" u="none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u="none" smtClean="0"/>
              <a:t>
4-  CAR JE SAIS QUE TU ES LÀ 
5-  OUI JE SAIS QUE TU ES LÀ  x3</a:t>
            </a:r>
          </a:p>
          <a:p>
            <a:pPr>
              <a:defRPr/>
            </a:pPr>
            <a:endParaRPr lang="fr-FR" u="none" smtClean="0"/>
          </a:p>
          <a:p>
            <a:pPr>
              <a:defRPr/>
            </a:pPr>
            <a:r>
              <a:rPr lang="fr-FR" u="none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u="none" smtClean="0"/>
              <a:t>		
Couplet :</a:t>
            </a:r>
          </a:p>
          <a:p>
            <a:pPr>
              <a:defRPr/>
            </a:pPr>
            <a:r>
              <a:rPr lang="fr-FR" u="none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u="none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u="none" smtClean="0"/>
          </a:p>
          <a:p>
            <a:pPr>
              <a:defRPr/>
            </a:pPr>
            <a:r>
              <a:rPr lang="fr-FR" u="none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u="none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u="none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u="none" smtClean="0"/>
              <a:t>  
19-  MILLE MILLE MILLE À MES CÔTÉS JE SAIS QUE JE NE SERAI PAS ATTEINT</a:t>
            </a:r>
          </a:p>
          <a:p>
            <a:pPr>
              <a:defRPr/>
            </a:pPr>
            <a:endParaRPr lang="fr-FR" u="none" smtClean="0"/>
          </a:p>
          <a:p>
            <a:pPr>
              <a:defRPr/>
            </a:pPr>
            <a:r>
              <a:rPr lang="fr-FR" u="none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u="none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u="none" smtClean="0"/>
          </a:p>
          <a:p>
            <a:pPr>
              <a:defRPr/>
            </a:pPr>
            <a:endParaRPr lang="fr-FR" u="none" smtClean="0"/>
          </a:p>
          <a:p>
            <a:pPr>
              <a:defRPr/>
            </a:pPr>
            <a:r>
              <a:rPr lang="fr-FR" u="none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u="none" smtClean="0"/>
              <a:t>25- JE SAIS QUE TU ES LÀ AH AH</a:t>
            </a:r>
          </a:p>
          <a:p>
            <a:pPr>
              <a:defRPr/>
            </a:pPr>
            <a:r>
              <a:rPr lang="fr-FR" u="none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4835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9071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2163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0317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396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2115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2536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1703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1720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4415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4460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601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0239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64943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50452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00296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00322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4461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00177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6392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72729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31192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Canon : </a:t>
            </a:r>
          </a:p>
          <a:p>
            <a:pPr>
              <a:defRPr/>
            </a:pPr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pPr>
              <a:defRPr/>
            </a:pPr>
            <a:r>
              <a:rPr lang="fr-FR" smtClean="0"/>
              <a:t>
4-  CAR JE SAIS QUE TU ES LÀ 
5-  OUI JE SAIS QUE TU ES LÀ  x3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smtClean="0"/>
              <a:t>		
Couplet :</a:t>
            </a:r>
          </a:p>
          <a:p>
            <a:pPr>
              <a:defRPr/>
            </a:pPr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smtClean="0"/>
              <a:t> 
17-  JE SAIS JAMAIS TU M’LAISSERAS TOMBER 
18-  JE SAIS JAMAIS JAMAIS TU NOUS LAISSERAS TOMBER</a:t>
            </a:r>
          </a:p>
          <a:p>
            <a:pPr>
              <a:defRPr/>
            </a:pPr>
            <a:r>
              <a:rPr lang="fr-FR" smtClean="0"/>
              <a:t>  
19-  MILLE MILLE MILLE À MES CÔTÉS JE SAIS QUE JE NE SERAI PAS ATTEINT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smtClean="0"/>
              <a:t>	
22-  PARCE QUE TU ES LÀ AH AH 
23-  LÀ AH AH LÀ AH AH AH AH           x2         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24-  MILLE MILLE MILLE À MES CÔTÉS JE SAIS QUE JE NE SERAI PAS ATTEINT </a:t>
            </a:r>
          </a:p>
          <a:p>
            <a:pPr>
              <a:defRPr/>
            </a:pPr>
            <a:r>
              <a:rPr lang="fr-FR" smtClean="0"/>
              <a:t>25- JE SAIS QUE TU ES LÀ AH AH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39164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Canon : </a:t>
            </a:r>
          </a:p>
          <a:p>
            <a:pPr>
              <a:defRPr/>
            </a:pPr>
            <a:r>
              <a:rPr lang="fr-FR" dirty="0" smtClean="0"/>
              <a:t>1-  RIEN </a:t>
            </a:r>
            <a:r>
              <a:rPr lang="fr-FR" dirty="0" err="1" smtClean="0"/>
              <a:t>RIEN</a:t>
            </a:r>
            <a:r>
              <a:rPr lang="fr-FR" dirty="0" smtClean="0"/>
              <a:t> </a:t>
            </a:r>
            <a:r>
              <a:rPr lang="fr-FR" dirty="0" err="1" smtClean="0"/>
              <a:t>RIEN</a:t>
            </a:r>
            <a:r>
              <a:rPr lang="fr-FR" dirty="0" smtClean="0"/>
              <a:t> </a:t>
            </a:r>
            <a:r>
              <a:rPr lang="fr-FR" dirty="0" err="1" smtClean="0"/>
              <a:t>RIEN</a:t>
            </a:r>
            <a:r>
              <a:rPr lang="fr-FR" dirty="0" smtClean="0"/>
              <a:t> NE M’ARRÊTERA 
2-  RIEN </a:t>
            </a:r>
            <a:r>
              <a:rPr lang="fr-FR" dirty="0" err="1" smtClean="0"/>
              <a:t>RIEN</a:t>
            </a:r>
            <a:r>
              <a:rPr lang="fr-FR" dirty="0" smtClean="0"/>
              <a:t> </a:t>
            </a:r>
            <a:r>
              <a:rPr lang="fr-FR" dirty="0" err="1" smtClean="0"/>
              <a:t>RIEN</a:t>
            </a:r>
            <a:r>
              <a:rPr lang="fr-FR" dirty="0" smtClean="0"/>
              <a:t> CAR JE SAIS QUE TU ES LÀ 
3-  RIEN </a:t>
            </a:r>
            <a:r>
              <a:rPr lang="fr-FR" dirty="0" err="1" smtClean="0"/>
              <a:t>RIEN</a:t>
            </a:r>
            <a:r>
              <a:rPr lang="fr-FR" dirty="0" smtClean="0"/>
              <a:t> </a:t>
            </a:r>
            <a:r>
              <a:rPr lang="fr-FR" dirty="0" err="1" smtClean="0"/>
              <a:t>RIEN</a:t>
            </a:r>
            <a:r>
              <a:rPr lang="fr-FR" dirty="0" smtClean="0"/>
              <a:t> </a:t>
            </a:r>
            <a:r>
              <a:rPr lang="fr-FR" dirty="0" err="1" smtClean="0"/>
              <a:t>RIEN</a:t>
            </a:r>
            <a:r>
              <a:rPr lang="fr-FR" dirty="0" smtClean="0"/>
              <a:t> NE M’ARRÊTERA </a:t>
            </a:r>
          </a:p>
          <a:p>
            <a:pPr>
              <a:defRPr/>
            </a:pPr>
            <a:r>
              <a:rPr lang="fr-FR" dirty="0" smtClean="0"/>
              <a:t>
4-  CAR JE SAIS QUE TU ES LÀ 
5-  OUI JE SAIS QUE TU ES LÀ  x3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:
	6-  EN TOI JE VIS TU ME CONDUIS 
	7-  TU ME REMPLIS DE TON ESPRIT            x4</a:t>
            </a:r>
          </a:p>
          <a:p>
            <a:pPr>
              <a:defRPr/>
            </a:pPr>
            <a:r>
              <a:rPr lang="fr-FR" dirty="0" smtClean="0"/>
              <a:t>		
Couplet :</a:t>
            </a:r>
          </a:p>
          <a:p>
            <a:pPr>
              <a:defRPr/>
            </a:pPr>
            <a:r>
              <a:rPr lang="fr-FR" dirty="0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pPr>
              <a:defRPr/>
            </a:pPr>
            <a:r>
              <a:rPr lang="fr-FR" dirty="0" smtClean="0"/>
              <a:t>
11-  RIEN NE M’ARRÊTERA CAR JE SAIS QUE TU ES LÀ 
12-  OUI JE SAIS QUE TU ES LÀ RIEN NE M’ARRIVERA                   x4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Interlude/Rap :
13-  EN TOI JE VIS EN TOI JE SAIS QUI JE SUIS  
14-  TU ES LA LUMIÈRE DE CE MONDE À JAMAIS TU NOUS ÉBLOUIS</a:t>
            </a:r>
          </a:p>
          <a:p>
            <a:pPr>
              <a:defRPr/>
            </a:pPr>
            <a:r>
              <a:rPr lang="fr-FR" dirty="0" smtClean="0"/>
              <a:t> 
15-  BERGER, NOTRE APPUI PAR TA PAROLE TU NOUS CONDUIS 
16-  TON ESPRIT NOUS REND CAPABLES  DE TENIR FACE À L’ENNEMI</a:t>
            </a:r>
          </a:p>
          <a:p>
            <a:pPr>
              <a:defRPr/>
            </a:pPr>
            <a:r>
              <a:rPr lang="fr-FR" dirty="0" smtClean="0"/>
              <a:t> 
17-  JE SAIS JAMAIS TU M’LAISSERAS TOMBER 
18-  JE SAIS JAMAIS </a:t>
            </a:r>
            <a:r>
              <a:rPr lang="fr-FR" dirty="0" err="1" smtClean="0"/>
              <a:t>JAMAIS</a:t>
            </a:r>
            <a:r>
              <a:rPr lang="fr-FR" dirty="0" smtClean="0"/>
              <a:t> TU NOUS LAISSERAS TOMBER</a:t>
            </a:r>
          </a:p>
          <a:p>
            <a:pPr>
              <a:defRPr/>
            </a:pPr>
            <a:r>
              <a:rPr lang="fr-FR" dirty="0" smtClean="0"/>
              <a:t>  
19-  MILLE </a:t>
            </a:r>
            <a:r>
              <a:rPr lang="fr-FR" dirty="0" err="1" smtClean="0"/>
              <a:t>MILLE</a:t>
            </a:r>
            <a:r>
              <a:rPr lang="fr-FR" dirty="0" smtClean="0"/>
              <a:t> </a:t>
            </a:r>
            <a:r>
              <a:rPr lang="fr-FR" dirty="0" err="1" smtClean="0"/>
              <a:t>MILLE</a:t>
            </a:r>
            <a:r>
              <a:rPr lang="fr-FR" dirty="0" smtClean="0"/>
              <a:t> À MES CÔTÉS JE SAIS QUE JE NE SERAI PAS ATTEINT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
20-  MILLE À MON CÔTÉ MILLE DE L’AUTRE CÔTÉ  
21-  JE SAIS QUE  JAMAIS JE NE SERAI ATTEINT            x2 </a:t>
            </a:r>
          </a:p>
          <a:p>
            <a:pPr>
              <a:defRPr/>
            </a:pPr>
            <a:r>
              <a:rPr lang="fr-FR" dirty="0" smtClean="0"/>
              <a:t>	
22-  PARCE QUE TU ES LÀ AH </a:t>
            </a:r>
            <a:r>
              <a:rPr lang="fr-FR" dirty="0" err="1" smtClean="0"/>
              <a:t>AH</a:t>
            </a:r>
            <a:r>
              <a:rPr lang="fr-FR" dirty="0" smtClean="0"/>
              <a:t> 
23-  LÀ AH </a:t>
            </a:r>
            <a:r>
              <a:rPr lang="fr-FR" dirty="0" err="1" smtClean="0"/>
              <a:t>AH</a:t>
            </a:r>
            <a:r>
              <a:rPr lang="fr-FR" dirty="0" smtClean="0"/>
              <a:t> LÀ AH </a:t>
            </a:r>
            <a:r>
              <a:rPr lang="fr-FR" dirty="0" err="1" smtClean="0"/>
              <a:t>AH</a:t>
            </a:r>
            <a:r>
              <a:rPr lang="fr-FR" dirty="0" smtClean="0"/>
              <a:t> </a:t>
            </a:r>
            <a:r>
              <a:rPr lang="fr-FR" dirty="0" err="1" smtClean="0"/>
              <a:t>AH</a:t>
            </a:r>
            <a:r>
              <a:rPr lang="fr-FR" dirty="0" smtClean="0"/>
              <a:t> </a:t>
            </a:r>
            <a:r>
              <a:rPr lang="fr-FR" dirty="0" err="1" smtClean="0"/>
              <a:t>AH</a:t>
            </a:r>
            <a:r>
              <a:rPr lang="fr-FR" dirty="0" smtClean="0"/>
              <a:t>           x2                  </a:t>
            </a:r>
            <a:r>
              <a:rPr lang="fr-FR" dirty="0" err="1" smtClean="0"/>
              <a:t>x2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Fin :
24-  MILLE </a:t>
            </a:r>
            <a:r>
              <a:rPr lang="fr-FR" dirty="0" err="1" smtClean="0"/>
              <a:t>MILLE</a:t>
            </a:r>
            <a:r>
              <a:rPr lang="fr-FR" dirty="0" smtClean="0"/>
              <a:t> </a:t>
            </a:r>
            <a:r>
              <a:rPr lang="fr-FR" dirty="0" err="1" smtClean="0"/>
              <a:t>MILLE</a:t>
            </a:r>
            <a:r>
              <a:rPr lang="fr-FR" dirty="0" smtClean="0"/>
              <a:t> À MES CÔTÉS JE SAIS QUE JE NE SERAI PAS ATTEINT </a:t>
            </a:r>
          </a:p>
          <a:p>
            <a:pPr>
              <a:defRPr/>
            </a:pPr>
            <a:r>
              <a:rPr lang="fr-FR" dirty="0" smtClean="0"/>
              <a:t>25- JE SAIS QUE TU ES LÀ AH </a:t>
            </a:r>
            <a:r>
              <a:rPr lang="fr-FR" dirty="0" err="1" smtClean="0"/>
              <a:t>AH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Canon : </a:t>
            </a:r>
          </a:p>
          <a:p>
            <a:r>
              <a:rPr lang="fr-FR" smtClean="0"/>
              <a:t>1-  RIEN RIEN RIEN RIEN NE M’ARRÊTERA 
2-  RIEN RIEN RIEN CAR JE SAIS QUE TU ES LÀ 
3-  RIEN RIEN RIEN RIEN NE M’ARRÊTERA </a:t>
            </a:r>
          </a:p>
          <a:p>
            <a:r>
              <a:rPr lang="fr-FR" smtClean="0"/>
              <a:t>
4-  CAR JE SAIS QUE TU ES LÀ 
5-  OUI JE SAIS QUE TU ES LÀ  x3</a:t>
            </a:r>
          </a:p>
          <a:p>
            <a:endParaRPr lang="fr-FR" smtClean="0"/>
          </a:p>
          <a:p>
            <a:r>
              <a:rPr lang="fr-FR" smtClean="0"/>
              <a:t>	Refrain :
	6-  EN TOI JE VIS TU ME CONDUIS 
	7-  TU ME REMPLIS DE TON ESPRIT            x4</a:t>
            </a:r>
          </a:p>
          <a:p>
            <a:r>
              <a:rPr lang="fr-FR" smtClean="0"/>
              <a:t>		
Couplet :</a:t>
            </a:r>
          </a:p>
          <a:p>
            <a:r>
              <a:rPr lang="fr-FR" smtClean="0"/>
              <a:t>8-  MA VIE N’EST PLUS LA MÊME DEPUIS QUE TU ES LÀ 
9-  JE M’AVANCE PLEIN DE COURAGE VERS UNE TROUPE EN ARMES 
10-  JE SAIS, TU ME SAUVERAS                                                                          x2</a:t>
            </a:r>
          </a:p>
          <a:p>
            <a:r>
              <a:rPr lang="fr-FR" smtClean="0"/>
              <a:t>
11-  RIEN NE M’ARRÊTERA CAR JE SAIS QUE TU ES LÀ 
12-  OUI JE SAIS QUE TU ES LÀ RIEN NE M’ARRIVERA                   x4</a:t>
            </a:r>
          </a:p>
          <a:p>
            <a:endParaRPr lang="fr-FR" smtClean="0"/>
          </a:p>
          <a:p>
            <a:r>
              <a:rPr lang="fr-FR" smtClean="0"/>
              <a:t>Interlude/Rap :
13-  EN TOI JE VIS EN TOI JE SAIS QUI JE SUIS  
14-  TU ES LA LUMIÈRE DE CE MONDE À JAMAIS TU NOUS ÉBLOUIS</a:t>
            </a:r>
          </a:p>
          <a:p>
            <a:r>
              <a:rPr lang="fr-FR" smtClean="0"/>
              <a:t> 
15-  BERGER, NOTRE APPUI PAR TA PAROLE TU NOUS CONDUIS 
16-  TON ESPRIT NOUS REND CAPABLES  DE TENIR FACE À L’ENNEMI</a:t>
            </a:r>
          </a:p>
          <a:p>
            <a:r>
              <a:rPr lang="fr-FR" smtClean="0"/>
              <a:t> 
17-  JE SAIS JAMAIS TU M’LAISSERAS TOMBER 
18-  JE SAIS JAMAIS JAMAIS TU NOUS LAISSERAS TOMBER</a:t>
            </a:r>
          </a:p>
          <a:p>
            <a:r>
              <a:rPr lang="fr-FR" smtClean="0"/>
              <a:t>  
19-  MILLE MILLE MILLE À MES CÔTÉS JE SAIS QUE JE NE SERAI PAS ATTEINT</a:t>
            </a:r>
          </a:p>
          <a:p>
            <a:endParaRPr lang="fr-FR" smtClean="0"/>
          </a:p>
          <a:p>
            <a:r>
              <a:rPr lang="fr-FR" smtClean="0"/>
              <a:t>Pont :
20-  MILLE À MON CÔTÉ MILLE DE L’AUTRE CÔTÉ  
21-  JE SAIS QUE  JAMAIS JE NE SERAI ATTEINT            x2 </a:t>
            </a:r>
          </a:p>
          <a:p>
            <a:r>
              <a:rPr lang="fr-FR" smtClean="0"/>
              <a:t>	
22-  PARCE QUE TU ES LÀ AH AH 
23-  LÀ AH AH LÀ AH AH AH AH           x2                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Fin :
24-  MILLE MILLE MILLE À MES CÔTÉS JE SAIS QUE JE NE SERAI PAS ATTEINT </a:t>
            </a:r>
          </a:p>
          <a:p>
            <a:r>
              <a:rPr lang="fr-FR" smtClean="0"/>
              <a:t>25- JE SAIS QUE TU ES LÀ AH AH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1023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RIEN RIEN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NE M’ARRÊTERA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RIEN RIEN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JE SAIS QUE TU ES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74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RIEN RIEN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NE M’ARRÊTERA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796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JE SAIS QUE TU ES LÀ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 JE SAIS QUE TU ES LÀ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51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 TOI JE VIS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ME CONDUIS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66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ME REMPLIS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TON ESPRIT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74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 VIE N’EST PLUS LA MÊME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DEPUIS QUE TU ES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859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M’AVANCE PLEIN DE COURAGE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VERS UNE TROUPE EN ARMES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59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SAIS, TU ME SAUVERAS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14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NE M’ARRÊTERA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JE SAIS QUE TU ES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13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 JE SAIS QUE TU ES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NE M’ARRIVERA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774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 TOI JE VIS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 TOI JE SAIS QUI JE SUIS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35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LA LUMIÈRE DE CE MONDE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 JAMAIS TU NOUS ÉBLOUIS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54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BERGER, NOTRE APPUI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 TA PAROLE TU NOUS CONDUIS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624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TON ESPRIT NOUS REND CAPABLES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TENIR FACE À L’ENNEMI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26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JAMAIS TU M’LAISSERAS TOMBER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811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 JAMAIS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JAMAIS TU NOUS LAISSERAS TOMBER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712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MILLE MILLE MILLE À MES CÔTÉS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 QUE JE NE SERAI PAS ATTEINT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97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MILLE À MON CÔTÉ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MILLE DE L’AUTRE CÔTÉ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62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 QUE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JAMAIS JE NE SERAI ATTEINT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23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PARCE QUE TU ES LÀ AH AH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56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LÀ AH AH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LÀ AH AH AH AH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249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MILLE MILLE MILLE À MES CÔTÉS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 QUE JE NE SERAI PAS ATTEINT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62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 QUE TU ES LÀ AH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121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</TotalTime>
  <Words>670</Words>
  <Application>Microsoft Office PowerPoint</Application>
  <PresentationFormat>Affichage à l'écran (4:3)</PresentationFormat>
  <Paragraphs>1095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100</cp:revision>
  <dcterms:created xsi:type="dcterms:W3CDTF">2002-08-17T13:12:10Z</dcterms:created>
  <dcterms:modified xsi:type="dcterms:W3CDTF">2023-06-24T14:57:17Z</dcterms:modified>
</cp:coreProperties>
</file>