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5" r:id="rId2"/>
    <p:sldId id="281" r:id="rId3"/>
    <p:sldId id="280" r:id="rId4"/>
    <p:sldId id="282" r:id="rId5"/>
    <p:sldId id="279" r:id="rId6"/>
    <p:sldId id="278" r:id="rId7"/>
    <p:sldId id="277" r:id="rId8"/>
    <p:sldId id="275" r:id="rId9"/>
    <p:sldId id="274" r:id="rId10"/>
    <p:sldId id="273" r:id="rId11"/>
    <p:sldId id="272" r:id="rId12"/>
    <p:sldId id="271" r:id="rId13"/>
    <p:sldId id="270" r:id="rId14"/>
    <p:sldId id="269" r:id="rId15"/>
    <p:sldId id="268" r:id="rId16"/>
    <p:sldId id="284" r:id="rId17"/>
    <p:sldId id="283" r:id="rId18"/>
    <p:sldId id="285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8182" autoAdjust="0"/>
    <p:restoredTop sz="22642" autoAdjust="0"/>
  </p:normalViewPr>
  <p:slideViewPr>
    <p:cSldViewPr>
      <p:cViewPr varScale="1">
        <p:scale>
          <a:sx n="27" d="100"/>
          <a:sy n="27" d="100"/>
        </p:scale>
        <p:origin x="12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403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3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184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566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78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ET C’EST POUR ÇA QUE JE CHANTE ET C’EST POUR ÇA QUE JE DANSE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x2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178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649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493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37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3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500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273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951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726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575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70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OH OH OH
	5-  ET C’EST POUR ÇA QUE JE CHANTE ET C’EST POUR ÇA QUE JE DANSE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J’ÉLÈVE, J’ÉLÈVE TON NOM  x2 
	7-  OH OH OH              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
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15-  POUR TOUJOURS JE LOUERAI À JAMAIS JE CHANTERAI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LE ROI À TOUT JAMAIS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POUR TOUJOURS JE LOUERAI À JAMAIS JE CHANTERAI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Refrain 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RIEN NE POURRA M’ARRÊTER RIEN NE POURRA M’EMPÊCHER 
2-  JE VEUX CRIER AU MONDE ENTIER TU M’AS AIMÉ, M’A SAUVÉ 
3-  EN TOI JE SUIS LIBÉRÉ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4-  OH OH OH
	5-  ET C’EST POUR ÇA QUE JE CHANTE ET C’EST POUR ÇA QUE JE DANSE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J’ÉLÈVE, J’ÉLÈVE TON NOM  x2 
	7-  OH OH OH                                    x2 </a:t>
            </a:r>
          </a:p>
          <a:p>
            <a:r>
              <a:rPr lang="fr-FR" smtClean="0"/>
              <a:t>		
Couplet 2 :</a:t>
            </a:r>
          </a:p>
          <a:p>
            <a:r>
              <a:rPr lang="fr-FR" smtClean="0"/>
              <a:t>8-  RIEN NE POURRA T’ARRÊTER RIEN NE POURRA T’ÉBRANLER 
9-  CAR TU RÈGNES À TOUT JAMAIS 
10-  TOI LE ROI, TU M’AS AIMÉ TOI LE ROI, TU M’AS SAUVÉ 
11-  À JAMAIS JE VEUX T’ADORER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POUR TOUJOURS JE LOUERAI À JAMAIS JE CHANTERAI 
13-  TU ES LE ROI À TOUT JAMAIS POUR TOUJOURS JE LOUERAI 
14-  À JAMAIS JE CHANTERAI MA LOUANGE S’ÉLÈVERA                            x2</a:t>
            </a:r>
          </a:p>
          <a:p>
            <a:r>
              <a:rPr lang="fr-FR" smtClean="0"/>
              <a:t>	 
15-  POUR TOUJOURS JE LOUERAI À JAMAIS JE CHANTERAI</a:t>
            </a:r>
          </a:p>
          <a:p>
            <a:r>
              <a:rPr lang="fr-FR" smtClean="0"/>
              <a:t>16-  TU ES LE ROI À TOUT JAMAIS</a:t>
            </a:r>
          </a:p>
          <a:p>
            <a:endParaRPr lang="fr-FR" smtClean="0"/>
          </a:p>
          <a:p>
            <a:r>
              <a:rPr lang="fr-FR" smtClean="0"/>
              <a:t>17-  POUR TOUJOURS JE LOUERAI À JAMAIS JE CHANTERAI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 
	Refrain :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483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M’ARRÊTER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M’EMPÊCHER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CRIER AU MONDE ENTIER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M’AS AIMÉ, M’A SAUVÉ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00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TOI JE SUIS LIBÉRÉ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VEUX T’ADORER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8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60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C’EST POUR ÇA QUE JE CHANTE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C’EST POUR ÇA QUE JE DANSE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87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J’ÉLÈVE, J’ÉLÈVE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78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97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T’ARRÊTER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T’ÉBRANLER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90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RÈGNES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4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TOI LE ROI, TU M’AS AIMÉ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TOI LE ROI, TU M’AS SAUVÉ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9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VEUX T’ADORER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2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 JE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CHANTERAI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39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ROI À TOUT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 JE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80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LOUANGE S’ÉLÈVERA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7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 JE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CHANTERAI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8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ROI À TOUT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2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 JE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JE CHANTERAI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5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4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575</Words>
  <Application>Microsoft Office PowerPoint</Application>
  <PresentationFormat>Affichage à l'écran (4:3)</PresentationFormat>
  <Paragraphs>857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117</cp:revision>
  <dcterms:created xsi:type="dcterms:W3CDTF">2002-08-17T13:12:10Z</dcterms:created>
  <dcterms:modified xsi:type="dcterms:W3CDTF">2023-06-24T15:09:13Z</dcterms:modified>
</cp:coreProperties>
</file>