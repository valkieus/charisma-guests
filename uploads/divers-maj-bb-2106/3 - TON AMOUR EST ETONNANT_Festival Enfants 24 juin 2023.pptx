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5" r:id="rId2"/>
    <p:sldId id="289" r:id="rId3"/>
    <p:sldId id="288" r:id="rId4"/>
    <p:sldId id="287" r:id="rId5"/>
    <p:sldId id="286" r:id="rId6"/>
    <p:sldId id="285" r:id="rId7"/>
    <p:sldId id="284" r:id="rId8"/>
    <p:sldId id="283" r:id="rId9"/>
    <p:sldId id="282" r:id="rId10"/>
    <p:sldId id="281" r:id="rId11"/>
    <p:sldId id="280" r:id="rId12"/>
    <p:sldId id="279" r:id="rId13"/>
    <p:sldId id="278" r:id="rId14"/>
    <p:sldId id="277" r:id="rId15"/>
    <p:sldId id="276" r:id="rId16"/>
    <p:sldId id="275" r:id="rId17"/>
    <p:sldId id="274" r:id="rId18"/>
    <p:sldId id="273" r:id="rId19"/>
    <p:sldId id="272" r:id="rId20"/>
    <p:sldId id="271" r:id="rId21"/>
    <p:sldId id="270" r:id="rId22"/>
    <p:sldId id="269" r:id="rId23"/>
    <p:sldId id="268" r:id="rId24"/>
    <p:sldId id="290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30103" autoAdjust="0"/>
  </p:normalViewPr>
  <p:slideViewPr>
    <p:cSldViewPr>
      <p:cViewPr varScale="1">
        <p:scale>
          <a:sx n="31" d="100"/>
          <a:sy n="31" d="100"/>
        </p:scale>
        <p:origin x="115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-114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OHOHOHOH  x2
4-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OOH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OHOHOHOH  x2
	15-  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OOH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43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5594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80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91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80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49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524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912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656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640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14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352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481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621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335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40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404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344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443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4206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499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181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TON AMOUR ÉTONNANT DÉPASSE TOUTE FRONTIÈRE 
2-  JE SAIS, TU M’AIMES À JAMAIS RIEN NE NOUS SÉPARERA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3-  OH OH - OHOHOHOH  x2
4-  OH OH – OOH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
5-  TU AS PRIS MA PLACE À LA CROIX TU AS TOUT DONNÉ POUR MOI 
6-  MOI QUI NE MÉRITAIS PAS POURQUOI TU AS FAIT ÇA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7-  OUI JE PEUX COMPTER SUR TOI JE SUIVRAI TOUS TES PAS 
8-  TU ES UN EXEMPLE MOI JÉSUS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Pré-refrain :
	9-  ET MALGRÉ TOUT CE QUI SE PASSE MES YEUX SONT FIXÉS SUR TOI 
	10-  RIEN NE M’ARRÊTERA, TON AMOUR ME GARDERA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	14-  OH OH - OHOHOHOH  x2
	15-  OH OH - OOH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
23-  AHAH AHAH 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24-  TA VIE EN MOI PRODUIT TOUT ÇA      x2
</a:t>
            </a:r>
            <a:endParaRPr lang="fr-FR" dirty="0">
              <a:latin typeface="+mn-lt"/>
            </a:endParaRP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 :</a:t>
            </a:r>
          </a:p>
          <a:p>
            <a:r>
              <a:rPr lang="fr-FR" smtClean="0"/>
              <a:t>1-  TON AMOUR ÉTONNANT DÉPASSE TOUTE FRONTIÈRE 
2-  JE SAIS, TU M’AIMES À JAMAIS RIEN NE NOUS SÉPARERA        x2</a:t>
            </a:r>
          </a:p>
          <a:p>
            <a:r>
              <a:rPr lang="fr-FR" smtClean="0"/>
              <a:t>	 
3-  OH OH - OHOHOHOH  x2
4-  OH OH – OOH</a:t>
            </a:r>
          </a:p>
          <a:p>
            <a:endParaRPr lang="fr-FR" smtClean="0"/>
          </a:p>
          <a:p>
            <a:r>
              <a:rPr lang="fr-FR" smtClean="0"/>
              <a:t>Couplet 1 :
5-  TU AS PRIS MA PLACE À LA CROIX TU AS TOUT DONNÉ POUR MOI 
6-  MOI QUI NE MÉRITAIS PAS POURQUOI TU AS FAIT ÇA</a:t>
            </a:r>
          </a:p>
          <a:p>
            <a:r>
              <a:rPr lang="fr-FR" smtClean="0"/>
              <a:t> 
7-  OUI JE PEUX COMPTER SUR TOI JE SUIVRAI TOUS TES PAS 
8-  TU ES UN EXEMPLE MOI JÉSUS</a:t>
            </a:r>
          </a:p>
          <a:p>
            <a:endParaRPr lang="fr-FR" smtClean="0"/>
          </a:p>
          <a:p>
            <a:r>
              <a:rPr lang="fr-FR" smtClean="0"/>
              <a:t>	Pré-refrain :
	9-  ET MALGRÉ TOUT CE QUI SE PASSE MES YEUX SONT FIXÉS SUR TOI 
	10-  RIEN NE M’ARRÊTERA, TON AMOUR ME GARDERA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11-  RIEN NE POURRA M’ARRÊTER C’EST TOI QUE JE VISE 
	12-  C’EST TOI QUE JE VEUX RIEN NE POURRA M’EMPÊCHER 
	13-  OH OH OH OH OH OH                                                                       x2</a:t>
            </a:r>
          </a:p>
          <a:p>
            <a:r>
              <a:rPr lang="fr-FR" smtClean="0"/>
              <a:t>	 
	14-  OH OH - OHOHOHOH  x2
	15-  OH OH - OOH 
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16-  ALORS JE SAUTE 
17-  SAUTE x4 
18-  ALORS JE DANSE 
19-  DANSE x4 
20-  ALORS JE CRIE 
21-  CRIE x4 
22-  TA VIE EN MOI PRODUIT TOUT ÇA                  x2</a:t>
            </a:r>
          </a:p>
          <a:p>
            <a:r>
              <a:rPr lang="fr-FR" smtClean="0"/>
              <a:t>	 
23-  AHAH AHAH  x3</a:t>
            </a:r>
          </a:p>
          <a:p>
            <a:r>
              <a:rPr lang="fr-FR" smtClean="0"/>
              <a:t>24-  TA VIE EN MOI PRODUIT TOUT ÇA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62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AMOUR ÉTONNANT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DÉPASSE TOUTE FRONTIÈRE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SAIS, TU M’AIMES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NOUS SÉPARERA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82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- OHOHOHOH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5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- OOH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29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PRIS MA PLACE À LA CROIX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TOUT DONNÉ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93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 QUI NE MÉRITAIS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POURQUOI TU AS FAIT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68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JE PEUX COMPTER SUR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SUIVRAI TOUS TES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9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UN EXEMPLE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9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MALGRÉ TOUT CE QUI SE PASSE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MES YEUX SONT FIXÉS SUR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71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M’ARRÊTERA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AMOUR ME GARDERA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21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M’ARRÊTER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TOI QUE JE VISE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7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TOI QUE JE VEUX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POURRA M’EMPÊCHER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88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OH 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02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- OHOHOHOH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2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OH - OOH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8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JE SAUTE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6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SAUTE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86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JE DANSE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45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50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JE CRIE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61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6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VIE EN MOI PRODUIT TOUT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09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AHAH AHAH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99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VIE EN MOI PRODUIT TOUT ÇA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96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578</Words>
  <Application>Microsoft Office PowerPoint</Application>
  <PresentationFormat>Affichage à l'écran (4:3)</PresentationFormat>
  <Paragraphs>754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118</cp:revision>
  <dcterms:created xsi:type="dcterms:W3CDTF">2002-08-17T13:12:10Z</dcterms:created>
  <dcterms:modified xsi:type="dcterms:W3CDTF">2023-06-24T11:05:36Z</dcterms:modified>
</cp:coreProperties>
</file>