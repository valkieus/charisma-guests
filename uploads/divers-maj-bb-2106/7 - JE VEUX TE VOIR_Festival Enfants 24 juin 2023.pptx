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5" r:id="rId2"/>
    <p:sldId id="285" r:id="rId3"/>
    <p:sldId id="284" r:id="rId4"/>
    <p:sldId id="283" r:id="rId5"/>
    <p:sldId id="286" r:id="rId6"/>
    <p:sldId id="282" r:id="rId7"/>
    <p:sldId id="281" r:id="rId8"/>
    <p:sldId id="280" r:id="rId9"/>
    <p:sldId id="279" r:id="rId10"/>
    <p:sldId id="278" r:id="rId11"/>
    <p:sldId id="277" r:id="rId12"/>
    <p:sldId id="276" r:id="rId13"/>
    <p:sldId id="275" r:id="rId14"/>
    <p:sldId id="274" r:id="rId15"/>
    <p:sldId id="273" r:id="rId16"/>
    <p:sldId id="272" r:id="rId17"/>
    <p:sldId id="271" r:id="rId18"/>
    <p:sldId id="270" r:id="rId19"/>
    <p:sldId id="269" r:id="rId20"/>
    <p:sldId id="266" r:id="rId21"/>
    <p:sldId id="287" r:id="rId22"/>
    <p:sldId id="288" r:id="rId23"/>
    <p:sldId id="289" r:id="rId24"/>
    <p:sldId id="290" r:id="rId25"/>
    <p:sldId id="291" r:id="rId26"/>
    <p:sldId id="292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30103" autoAdjust="0"/>
  </p:normalViewPr>
  <p:slideViewPr>
    <p:cSldViewPr>
      <p:cViewPr varScale="1">
        <p:scale>
          <a:sx n="31" d="100"/>
          <a:sy n="31" d="100"/>
        </p:scale>
        <p:origin x="115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87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844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855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700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792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975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501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172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716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994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687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296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558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172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786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838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840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662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465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543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259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057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769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8797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1793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MAJESTÉ, ME VOICI DEVANT TOI  POUR ÊTRE CHANGÉ 
2-  MES ERREURS JE DÉPOSE TOUT À TES PIEDS 
3-  JE VEUX ÊTRE TRANSFORMÉ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 :
4-  PARDONNE-MOI CAR J’AI SOUVENT ERRÉ   
5-  LOIN DE TA VOIE 
6-  JE NE VEUX PLUS JAMAIS  ME SÉPARER DE TOI 
7-  FAIS TA VOLONTÉ EN MOI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MON SAUVEUR, JE VIENS T’OFFRIR  CE QUE J’AI DE MEILLEUR 
16-  MAIS JE T’EN PRIE OUVRE LES YEUX DE MON CŒUR 
17-  CAR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1 :
18-  TOUCHE MON CŒUR CAR JE VEUX TE VOIR 
19-  TOUCHE MON CŒUR  x2 
20-  JE VEUX TE VOIR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2 :
21-  JE VEUX TE VOIR  x3 
22-  JE VEUX TE VOIR, SEIGNEUR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26- DE TA PRÉSENCE DANS NOS VIES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MAJESTÉ, ME VOICI DEVANT TOI  POUR ÊTRE CHANGÉ 
2-  MES ERREURS JE DÉPOSE TOUT À TES PIEDS 
3-  JE VEUX ÊTRE TRANSFORMÉ</a:t>
            </a:r>
          </a:p>
          <a:p>
            <a:endParaRPr lang="fr-FR" smtClean="0"/>
          </a:p>
          <a:p>
            <a:r>
              <a:rPr lang="fr-FR" smtClean="0"/>
              <a:t>Couplet 2  :
4-  PARDONNE-MOI CAR J’AI SOUVENT ERRÉ   
5-  LOIN DE TA VOIE 
6-  JE NE VEUX PLUS JAMAIS  ME SÉPARER DE TOI 
7-  FAIS TA VOLONTÉ EN MOI</a:t>
            </a:r>
          </a:p>
          <a:p>
            <a:endParaRPr lang="fr-FR" smtClean="0"/>
          </a:p>
          <a:p>
            <a:r>
              <a:rPr lang="fr-FR" smtClean="0"/>
              <a:t>	Refrain :	 
	8-  JE VIENS À TOI CAR TOUT T’APPARTIENT 
	9-  MON CŒUR MA VIE SONT ENTRE TES MAINS 
	10-  ENVOIE TON FEU DU RENOUVEAU ET QUE MON CŒUR BRÛLE À NOUVEAU </a:t>
            </a:r>
          </a:p>
          <a:p>
            <a:r>
              <a:rPr lang="fr-FR" smtClean="0"/>
              <a:t>
	11-  PÈRE, REMPLIS-MOI  DE TON SAINT-ESPRIT 
	12-  OUI DE TA MAIN VIENS CHANGER MA VIE 
	13-  ENVOIE TON FEU DU RENOUVEAU ET QUE MON CŒUR BRÛLE À NOUVEAU 
	14-  SEIGNEUR 
</a:t>
            </a:r>
          </a:p>
          <a:p>
            <a:r>
              <a:rPr lang="fr-FR" smtClean="0"/>
              <a:t>Couplet 3 :</a:t>
            </a:r>
          </a:p>
          <a:p>
            <a:r>
              <a:rPr lang="fr-FR" smtClean="0"/>
              <a:t>15-  MON SAUVEUR, JE VIENS T’OFFRIR  CE QUE J’AI DE MEILLEUR 
16-  MAIS JE T’EN PRIE OUVRE LES YEUX DE MON CŒUR 
17-  CAR JE VEUX TE VOIR, SEIGNEUR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1 :
18-  TOUCHE MON CŒUR CAR JE VEUX TE VOIR 
19-  TOUCHE MON CŒUR  x2 
20-  JE VEUX TE VOIR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2 :
21-  JE VEUX TE VOIR  x3 
22-  JE VEUX TE VOIR, SEIGNEUR</a:t>
            </a:r>
          </a:p>
          <a:p>
            <a:endParaRPr lang="fr-FR" smtClean="0"/>
          </a:p>
          <a:p>
            <a:r>
              <a:rPr lang="fr-FR" smtClean="0"/>
              <a:t>Impro :</a:t>
            </a:r>
          </a:p>
          <a:p>
            <a:r>
              <a:rPr lang="fr-FR" smtClean="0"/>
              <a:t>23- NOUS VOULONS PLUS DE TA PRÉSENCE</a:t>
            </a:r>
          </a:p>
          <a:p>
            <a:r>
              <a:rPr lang="fr-FR" smtClean="0"/>
              <a:t>24- DE TA PRÉSENCE DANS CET ENDROIT</a:t>
            </a:r>
          </a:p>
          <a:p>
            <a:endParaRPr lang="fr-FR" smtClean="0"/>
          </a:p>
          <a:p>
            <a:r>
              <a:rPr lang="fr-FR" smtClean="0"/>
              <a:t>25- NOUS VOULONS PLUS DE TA PRÉSENCE</a:t>
            </a:r>
          </a:p>
          <a:p>
            <a:r>
              <a:rPr lang="fr-FR" smtClean="0"/>
              <a:t>26- DE TA PRÉSENCE DANS NOS VIES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54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MAJESTÉ, ME VOICI DEVANT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ÊTRE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MES ERREURS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DÉPOSE TOUT À TES PIEDS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8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ÊTRE TRANSFORMÉ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7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PARDONNE-MOI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J’AI SOUVENT ERRÉ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69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LOIN DE TA VOIE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9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VEUX PLUS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SÉPARER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638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FAIS TA VOLONTÉ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390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VIENS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TOUT T’APPARTIENT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68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VIE SONT ENTRE TES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886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ENVOIE TON FEU DU RENOUVEAU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QUE MON CŒUR BRÛLE À NOUVEAU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53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PÈRE, REMPLIS-MOI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TON SAINT-ESPRIT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97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DE TA MAIN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CHANGER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10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ENVOIE TON FEU DU RENOUVEAU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QUE MON CŒUR BRÛLE À NOUVEAU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13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17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SAUVEUR, JE VIENS T’OFFRIR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QUE J’AI DE MEILLEUR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54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JE T’EN PRIE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OUVRE LES YEUX DE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17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VEUX TE VOIR,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TOUCHE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VEUX 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50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TOUCHE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27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242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TE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280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TE VOIR,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452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VOULONS PLUS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754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CET ENDROIT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VOULONS PLUS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558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15585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851</Words>
  <Application>Microsoft Office PowerPoint</Application>
  <PresentationFormat>Affichage à l'écran (4:3)</PresentationFormat>
  <Paragraphs>1291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113</cp:revision>
  <dcterms:created xsi:type="dcterms:W3CDTF">2002-08-17T13:12:10Z</dcterms:created>
  <dcterms:modified xsi:type="dcterms:W3CDTF">2023-06-24T10:33:35Z</dcterms:modified>
</cp:coreProperties>
</file>