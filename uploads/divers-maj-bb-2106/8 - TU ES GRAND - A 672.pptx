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5" r:id="rId15"/>
    <p:sldId id="276" r:id="rId16"/>
    <p:sldId id="277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85" autoAdjust="0"/>
    <p:restoredTop sz="24939" autoAdjust="0"/>
  </p:normalViewPr>
  <p:slideViewPr>
    <p:cSldViewPr>
      <p:cViewPr varScale="1">
        <p:scale>
          <a:sx n="22" d="100"/>
          <a:sy n="22" d="100"/>
        </p:scale>
        <p:origin x="147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83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3645A8BA-A996-4BB9-A5CF-19B57ACECFA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eaLnBrk="1" hangingPunct="1"/>
            <a:r>
              <a:rPr lang="fr-FR" smtClean="0"/>
              <a:t>
	8-  TU ES GRAND </a:t>
            </a:r>
          </a:p>
          <a:p>
            <a:pPr eaLnBrk="1" hangingPunct="1"/>
            <a:r>
              <a:rPr lang="fr-FR" smtClean="0"/>
              <a:t>
Pont :</a:t>
            </a:r>
          </a:p>
          <a:p>
            <a:pPr eaLnBrk="1" hangingPunct="1"/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eaLnBrk="1" hangingPunct="1"/>
            <a:r>
              <a:rPr lang="fr-FR" smtClean="0"/>
              <a:t>
Impro :</a:t>
            </a:r>
          </a:p>
          <a:p>
            <a:pPr eaLnBrk="1" hangingPunct="1"/>
            <a:r>
              <a:rPr lang="fr-FR" smtClean="0"/>
              <a:t>13- NOUS VOULONS PLUS DE TA PRÉSENCE</a:t>
            </a:r>
          </a:p>
          <a:p>
            <a:pPr eaLnBrk="1" hangingPunct="1"/>
            <a:r>
              <a:rPr lang="fr-FR" smtClean="0"/>
              <a:t>14- DE TA PRÉSENCE DANS CET ENDROIT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15- NOUS VOULONS PLUS DE TA PRÉSENCE</a:t>
            </a:r>
          </a:p>
          <a:p>
            <a:pPr eaLnBrk="1" hangingPunct="1"/>
            <a:r>
              <a:rPr lang="fr-FR" smtClean="0"/>
              <a:t>16- DE TA PRÉSENCE DANS NOS VIES</a:t>
            </a:r>
          </a:p>
          <a:p>
            <a:pPr eaLnBrk="1" hangingPunct="1"/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r>
              <a:rPr lang="fr-FR" smtClean="0"/>
              <a:t>
	8-  TU ES GRAND 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r>
              <a:rPr lang="fr-FR" smtClean="0"/>
              <a:t>
Impro :</a:t>
            </a:r>
          </a:p>
          <a:p>
            <a:r>
              <a:rPr lang="fr-FR" smtClean="0"/>
              <a:t>13- NOUS VOULONS PLUS DE TA PRÉSENCE</a:t>
            </a:r>
          </a:p>
          <a:p>
            <a:r>
              <a:rPr lang="fr-FR" smtClean="0"/>
              <a:t>14- DE TA PRÉSENCE DANS CET ENDROIT</a:t>
            </a:r>
          </a:p>
          <a:p>
            <a:endParaRPr lang="fr-FR" smtClean="0"/>
          </a:p>
          <a:p>
            <a:r>
              <a:rPr lang="fr-FR" smtClean="0"/>
              <a:t>15- NOUS VOULONS PLUS DE TA PRÉSENCE</a:t>
            </a:r>
          </a:p>
          <a:p>
            <a:r>
              <a:rPr lang="fr-FR" smtClean="0"/>
              <a:t>16- DE TA PRÉSENCE DANS NOS VIES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 smtClean="0"/>
              <a:t>Couplet :</a:t>
            </a:r>
          </a:p>
          <a:p>
            <a:pPr algn="r"/>
            <a:r>
              <a:rPr lang="fr-FR" sz="1200" smtClean="0"/>
              <a:t>1-  QUI EST COMME TOI UN DIEU SI BON, SI FASCINANT 
2-  BEAUTÉ ET MAJESTÉ TOUT CE QUE TU FAIS EST SI PARFAIT 
3-  ET DEVANT TA CRÉATION JE VOIS UN DIEU SI GRAND </a:t>
            </a:r>
          </a:p>
          <a:p>
            <a:pPr algn="r"/>
            <a:r>
              <a:rPr lang="fr-FR" sz="1200" smtClean="0"/>
              <a:t>
	Refrain :</a:t>
            </a:r>
          </a:p>
          <a:p>
            <a:pPr algn="r"/>
            <a:r>
              <a:rPr lang="fr-FR" sz="1200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algn="r"/>
            <a:r>
              <a:rPr lang="fr-FR" sz="1200" smtClean="0"/>
              <a:t>
	8-  TU ES GRAND </a:t>
            </a:r>
          </a:p>
          <a:p>
            <a:pPr algn="r"/>
            <a:r>
              <a:rPr lang="fr-FR" sz="1200" smtClean="0"/>
              <a:t>
Pont :</a:t>
            </a:r>
          </a:p>
          <a:p>
            <a:pPr algn="r"/>
            <a:r>
              <a:rPr lang="fr-FR" sz="1200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algn="r"/>
            <a:r>
              <a:rPr lang="fr-FR" sz="1200" smtClean="0"/>
              <a:t>
Impro :</a:t>
            </a:r>
          </a:p>
          <a:p>
            <a:pPr algn="r"/>
            <a:r>
              <a:rPr lang="fr-FR" sz="1200" smtClean="0"/>
              <a:t>13- NOUS VOULONS PLUS DE TA PRÉSENCE</a:t>
            </a:r>
          </a:p>
          <a:p>
            <a:pPr algn="r"/>
            <a:r>
              <a:rPr lang="fr-FR" sz="1200" smtClean="0"/>
              <a:t>14- DE TA PRÉSENCE DANS CET ENDROIT</a:t>
            </a:r>
          </a:p>
          <a:p>
            <a:pPr algn="r"/>
            <a:endParaRPr lang="fr-FR" sz="1200" smtClean="0"/>
          </a:p>
          <a:p>
            <a:pPr algn="r"/>
            <a:r>
              <a:rPr lang="fr-FR" sz="1200" smtClean="0"/>
              <a:t>15- NOUS VOULONS PLUS DE TA PRÉSENCE</a:t>
            </a:r>
          </a:p>
          <a:p>
            <a:pPr algn="r"/>
            <a:r>
              <a:rPr lang="fr-FR" sz="1200" smtClean="0"/>
              <a:t>16- DE TA PRÉSENCE DANS NOS VIES</a:t>
            </a:r>
          </a:p>
          <a:p>
            <a:pPr algn="r"/>
            <a:endParaRPr lang="fr-FR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eaLnBrk="1" hangingPunct="1"/>
            <a:r>
              <a:rPr lang="fr-FR" smtClean="0"/>
              <a:t>
	8-  TU ES GRAND </a:t>
            </a:r>
          </a:p>
          <a:p>
            <a:pPr eaLnBrk="1" hangingPunct="1"/>
            <a:r>
              <a:rPr lang="fr-FR" smtClean="0"/>
              <a:t>
Pont :</a:t>
            </a:r>
          </a:p>
          <a:p>
            <a:pPr eaLnBrk="1" hangingPunct="1"/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eaLnBrk="1" hangingPunct="1"/>
            <a:r>
              <a:rPr lang="fr-FR" smtClean="0"/>
              <a:t>
Impro :</a:t>
            </a:r>
          </a:p>
          <a:p>
            <a:pPr eaLnBrk="1" hangingPunct="1"/>
            <a:r>
              <a:rPr lang="fr-FR" smtClean="0"/>
              <a:t>13- NOUS VOULONS PLUS DE TA PRÉSENCE</a:t>
            </a:r>
          </a:p>
          <a:p>
            <a:pPr eaLnBrk="1" hangingPunct="1"/>
            <a:r>
              <a:rPr lang="fr-FR" smtClean="0"/>
              <a:t>14- DE TA PRÉSENCE DANS CET ENDROIT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15- NOUS VOULONS PLUS DE TA PRÉSENCE</a:t>
            </a:r>
          </a:p>
          <a:p>
            <a:pPr eaLnBrk="1" hangingPunct="1"/>
            <a:r>
              <a:rPr lang="fr-FR" smtClean="0"/>
              <a:t>16- DE TA PRÉSENCE DANS NOS VIES</a:t>
            </a:r>
          </a:p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 smtClean="0"/>
              <a:t>Couplet :</a:t>
            </a:r>
          </a:p>
          <a:p>
            <a:pPr algn="r"/>
            <a:r>
              <a:rPr lang="fr-FR" sz="1200" smtClean="0"/>
              <a:t>1-  QUI EST COMME TOI UN DIEU SI BON, SI FASCINANT 
2-  BEAUTÉ ET MAJESTÉ TOUT CE QUE TU FAIS EST SI PARFAIT 
3-  ET DEVANT TA CRÉATION JE VOIS UN DIEU SI GRAND </a:t>
            </a:r>
          </a:p>
          <a:p>
            <a:pPr algn="r"/>
            <a:r>
              <a:rPr lang="fr-FR" sz="1200" smtClean="0"/>
              <a:t>
	Refrain :</a:t>
            </a:r>
          </a:p>
          <a:p>
            <a:pPr algn="r"/>
            <a:r>
              <a:rPr lang="fr-FR" sz="1200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algn="r"/>
            <a:r>
              <a:rPr lang="fr-FR" sz="1200" smtClean="0"/>
              <a:t>
	8-  TU ES GRAND </a:t>
            </a:r>
          </a:p>
          <a:p>
            <a:pPr algn="r"/>
            <a:r>
              <a:rPr lang="fr-FR" sz="1200" smtClean="0"/>
              <a:t>
Pont :</a:t>
            </a:r>
          </a:p>
          <a:p>
            <a:pPr algn="r"/>
            <a:r>
              <a:rPr lang="fr-FR" sz="1200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algn="r"/>
            <a:r>
              <a:rPr lang="fr-FR" sz="1200" smtClean="0"/>
              <a:t>
Impro :</a:t>
            </a:r>
          </a:p>
          <a:p>
            <a:pPr algn="r"/>
            <a:r>
              <a:rPr lang="fr-FR" sz="1200" smtClean="0"/>
              <a:t>13- NOUS VOULONS PLUS DE TA PRÉSENCE</a:t>
            </a:r>
          </a:p>
          <a:p>
            <a:pPr algn="r"/>
            <a:r>
              <a:rPr lang="fr-FR" sz="1200" smtClean="0"/>
              <a:t>14- DE TA PRÉSENCE DANS CET ENDROIT</a:t>
            </a:r>
          </a:p>
          <a:p>
            <a:pPr algn="r"/>
            <a:endParaRPr lang="fr-FR" sz="1200" smtClean="0"/>
          </a:p>
          <a:p>
            <a:pPr algn="r"/>
            <a:r>
              <a:rPr lang="fr-FR" sz="1200" smtClean="0"/>
              <a:t>15- NOUS VOULONS PLUS DE TA PRÉSENCE</a:t>
            </a:r>
          </a:p>
          <a:p>
            <a:pPr algn="r"/>
            <a:r>
              <a:rPr lang="fr-FR" sz="1200" smtClean="0"/>
              <a:t>16- DE TA PRÉSENCE DANS NOS VIES</a:t>
            </a:r>
          </a:p>
          <a:p>
            <a:pPr algn="r"/>
            <a:endParaRPr lang="fr-FR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eaLnBrk="1" hangingPunct="1"/>
            <a:r>
              <a:rPr lang="fr-FR" smtClean="0"/>
              <a:t>
	8-  TU ES GRAND </a:t>
            </a:r>
          </a:p>
          <a:p>
            <a:pPr eaLnBrk="1" hangingPunct="1"/>
            <a:r>
              <a:rPr lang="fr-FR" smtClean="0"/>
              <a:t>
Pont :</a:t>
            </a:r>
          </a:p>
          <a:p>
            <a:pPr eaLnBrk="1" hangingPunct="1"/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eaLnBrk="1" hangingPunct="1"/>
            <a:r>
              <a:rPr lang="fr-FR" smtClean="0"/>
              <a:t>
Impro :</a:t>
            </a:r>
          </a:p>
          <a:p>
            <a:pPr eaLnBrk="1" hangingPunct="1"/>
            <a:r>
              <a:rPr lang="fr-FR" smtClean="0"/>
              <a:t>13- NOUS VOULONS PLUS DE TA PRÉSENCE</a:t>
            </a:r>
          </a:p>
          <a:p>
            <a:pPr eaLnBrk="1" hangingPunct="1"/>
            <a:r>
              <a:rPr lang="fr-FR" smtClean="0"/>
              <a:t>14- DE TA PRÉSENCE DANS CET ENDROIT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15- NOUS VOULONS PLUS DE TA PRÉSENCE</a:t>
            </a:r>
          </a:p>
          <a:p>
            <a:pPr eaLnBrk="1" hangingPunct="1"/>
            <a:r>
              <a:rPr lang="fr-FR" smtClean="0"/>
              <a:t>16- DE TA PRÉSENCE DANS NOS VIES</a:t>
            </a:r>
          </a:p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 smtClean="0"/>
              <a:t>Couplet :</a:t>
            </a:r>
          </a:p>
          <a:p>
            <a:pPr algn="r"/>
            <a:r>
              <a:rPr lang="fr-FR" sz="1200" smtClean="0"/>
              <a:t>1-  QUI EST COMME TOI UN DIEU SI BON, SI FASCINANT 
2-  BEAUTÉ ET MAJESTÉ TOUT CE QUE TU FAIS EST SI PARFAIT 
3-  ET DEVANT TA CRÉATION JE VOIS UN DIEU SI GRAND </a:t>
            </a:r>
          </a:p>
          <a:p>
            <a:pPr algn="r"/>
            <a:r>
              <a:rPr lang="fr-FR" sz="1200" smtClean="0"/>
              <a:t>
	Refrain :</a:t>
            </a:r>
          </a:p>
          <a:p>
            <a:pPr algn="r"/>
            <a:r>
              <a:rPr lang="fr-FR" sz="1200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algn="r"/>
            <a:r>
              <a:rPr lang="fr-FR" sz="1200" smtClean="0"/>
              <a:t>
	8-  TU ES GRAND </a:t>
            </a:r>
          </a:p>
          <a:p>
            <a:pPr algn="r"/>
            <a:r>
              <a:rPr lang="fr-FR" sz="1200" smtClean="0"/>
              <a:t>
Pont :</a:t>
            </a:r>
          </a:p>
          <a:p>
            <a:pPr algn="r"/>
            <a:r>
              <a:rPr lang="fr-FR" sz="1200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algn="r"/>
            <a:r>
              <a:rPr lang="fr-FR" sz="1200" smtClean="0"/>
              <a:t>
Impro :</a:t>
            </a:r>
          </a:p>
          <a:p>
            <a:pPr algn="r"/>
            <a:r>
              <a:rPr lang="fr-FR" sz="1200" smtClean="0"/>
              <a:t>13- NOUS VOULONS PLUS DE TA PRÉSENCE</a:t>
            </a:r>
          </a:p>
          <a:p>
            <a:pPr algn="r"/>
            <a:r>
              <a:rPr lang="fr-FR" sz="1200" smtClean="0"/>
              <a:t>14- DE TA PRÉSENCE DANS CET ENDROIT</a:t>
            </a:r>
          </a:p>
          <a:p>
            <a:pPr algn="r"/>
            <a:endParaRPr lang="fr-FR" sz="1200" smtClean="0"/>
          </a:p>
          <a:p>
            <a:pPr algn="r"/>
            <a:r>
              <a:rPr lang="fr-FR" sz="1200" smtClean="0"/>
              <a:t>15- NOUS VOULONS PLUS DE TA PRÉSENCE</a:t>
            </a:r>
          </a:p>
          <a:p>
            <a:pPr algn="r"/>
            <a:r>
              <a:rPr lang="fr-FR" sz="1200" smtClean="0"/>
              <a:t>16- DE TA PRÉSENCE DANS NOS VIES</a:t>
            </a:r>
          </a:p>
          <a:p>
            <a:pPr algn="r"/>
            <a:endParaRPr lang="fr-FR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eaLnBrk="1" hangingPunct="1"/>
            <a:r>
              <a:rPr lang="fr-FR" smtClean="0"/>
              <a:t>
	8-  TU ES GRAND </a:t>
            </a:r>
          </a:p>
          <a:p>
            <a:pPr eaLnBrk="1" hangingPunct="1"/>
            <a:r>
              <a:rPr lang="fr-FR" smtClean="0"/>
              <a:t>
Pont :</a:t>
            </a:r>
          </a:p>
          <a:p>
            <a:pPr eaLnBrk="1" hangingPunct="1"/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eaLnBrk="1" hangingPunct="1"/>
            <a:r>
              <a:rPr lang="fr-FR" smtClean="0"/>
              <a:t>
Impro :</a:t>
            </a:r>
          </a:p>
          <a:p>
            <a:pPr eaLnBrk="1" hangingPunct="1"/>
            <a:r>
              <a:rPr lang="fr-FR" smtClean="0"/>
              <a:t>13- NOUS VOULONS PLUS DE TA PRÉSENCE</a:t>
            </a:r>
          </a:p>
          <a:p>
            <a:pPr eaLnBrk="1" hangingPunct="1"/>
            <a:r>
              <a:rPr lang="fr-FR" smtClean="0"/>
              <a:t>14- DE TA PRÉSENCE DANS CET ENDROIT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15- NOUS VOULONS PLUS DE TA PRÉSENCE</a:t>
            </a:r>
          </a:p>
          <a:p>
            <a:pPr eaLnBrk="1" hangingPunct="1"/>
            <a:r>
              <a:rPr lang="fr-FR" smtClean="0"/>
              <a:t>16- DE TA PRÉSENCE DANS NOS VIES</a:t>
            </a:r>
          </a:p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 smtClean="0"/>
              <a:t>Couplet :</a:t>
            </a:r>
          </a:p>
          <a:p>
            <a:pPr algn="r"/>
            <a:r>
              <a:rPr lang="fr-FR" sz="1200" smtClean="0"/>
              <a:t>1-  QUI EST COMME TOI UN DIEU SI BON, SI FASCINANT 
2-  BEAUTÉ ET MAJESTÉ TOUT CE QUE TU FAIS EST SI PARFAIT 
3-  ET DEVANT TA CRÉATION JE VOIS UN DIEU SI GRAND </a:t>
            </a:r>
          </a:p>
          <a:p>
            <a:pPr algn="r"/>
            <a:r>
              <a:rPr lang="fr-FR" sz="1200" smtClean="0"/>
              <a:t>
	Refrain :</a:t>
            </a:r>
          </a:p>
          <a:p>
            <a:pPr algn="r"/>
            <a:r>
              <a:rPr lang="fr-FR" sz="1200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algn="r"/>
            <a:r>
              <a:rPr lang="fr-FR" sz="1200" smtClean="0"/>
              <a:t>
	8-  TU ES GRAND </a:t>
            </a:r>
          </a:p>
          <a:p>
            <a:pPr algn="r"/>
            <a:r>
              <a:rPr lang="fr-FR" sz="1200" smtClean="0"/>
              <a:t>
Pont :</a:t>
            </a:r>
          </a:p>
          <a:p>
            <a:pPr algn="r"/>
            <a:r>
              <a:rPr lang="fr-FR" sz="1200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algn="r"/>
            <a:r>
              <a:rPr lang="fr-FR" sz="1200" smtClean="0"/>
              <a:t>
Impro :</a:t>
            </a:r>
          </a:p>
          <a:p>
            <a:pPr algn="r"/>
            <a:r>
              <a:rPr lang="fr-FR" sz="1200" smtClean="0"/>
              <a:t>13- NOUS VOULONS PLUS DE TA PRÉSENCE</a:t>
            </a:r>
          </a:p>
          <a:p>
            <a:pPr algn="r"/>
            <a:r>
              <a:rPr lang="fr-FR" sz="1200" smtClean="0"/>
              <a:t>14- DE TA PRÉSENCE DANS CET ENDROIT</a:t>
            </a:r>
          </a:p>
          <a:p>
            <a:pPr algn="r"/>
            <a:endParaRPr lang="fr-FR" sz="1200" smtClean="0"/>
          </a:p>
          <a:p>
            <a:pPr algn="r"/>
            <a:r>
              <a:rPr lang="fr-FR" sz="1200" smtClean="0"/>
              <a:t>15- NOUS VOULONS PLUS DE TA PRÉSENCE</a:t>
            </a:r>
          </a:p>
          <a:p>
            <a:pPr algn="r"/>
            <a:r>
              <a:rPr lang="fr-FR" sz="1200" smtClean="0"/>
              <a:t>16- DE TA PRÉSENCE DANS NOS VIES</a:t>
            </a:r>
          </a:p>
          <a:p>
            <a:pPr algn="r"/>
            <a:endParaRPr lang="fr-FR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dirty="0" smtClean="0"/>
              <a:t>Couplet :</a:t>
            </a:r>
          </a:p>
          <a:p>
            <a:pPr eaLnBrk="1" hangingPunct="1"/>
            <a:r>
              <a:rPr lang="fr-FR" dirty="0" smtClean="0"/>
              <a:t>1-  QUI EST COMME TOI UN DIEU SI BON, SI FASCINANT 
2-  BEAUTÉ ET MAJESTÉ TOUT CE QUE TU FAIS EST SI PARFAIT 
3-  ET DEVANT TA CRÉATION JE VOIS UN DIEU SI GRAND </a:t>
            </a:r>
          </a:p>
          <a:p>
            <a:pPr eaLnBrk="1" hangingPunct="1"/>
            <a:r>
              <a:rPr lang="fr-FR" dirty="0" smtClean="0"/>
              <a:t>
	Refrain :</a:t>
            </a:r>
          </a:p>
          <a:p>
            <a:pPr eaLnBrk="1" hangingPunct="1"/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eaLnBrk="1" hangingPunct="1"/>
            <a:r>
              <a:rPr lang="fr-FR" dirty="0" smtClean="0"/>
              <a:t>
	8-  TU ES GRAND </a:t>
            </a:r>
          </a:p>
          <a:p>
            <a:pPr eaLnBrk="1" hangingPunct="1"/>
            <a:r>
              <a:rPr lang="fr-FR" dirty="0" smtClean="0"/>
              <a:t>
Pont :</a:t>
            </a:r>
          </a:p>
          <a:p>
            <a:pPr eaLnBrk="1" hangingPunct="1"/>
            <a:r>
              <a:rPr lang="fr-FR" dirty="0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eaLnBrk="1" hangingPunct="1"/>
            <a:r>
              <a:rPr lang="fr-FR" dirty="0" smtClean="0"/>
              <a:t>
Impro :</a:t>
            </a:r>
          </a:p>
          <a:p>
            <a:pPr eaLnBrk="1" hangingPunct="1"/>
            <a:r>
              <a:rPr lang="fr-FR" dirty="0" smtClean="0"/>
              <a:t>13- NOUS VOULONS PLUS DE TA PRÉSENCE</a:t>
            </a:r>
          </a:p>
          <a:p>
            <a:pPr eaLnBrk="1" hangingPunct="1"/>
            <a:r>
              <a:rPr lang="fr-FR" dirty="0" smtClean="0"/>
              <a:t>14- DE TA PRÉSENCE DANS CET ENDROIT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15- NOUS VOULONS PLUS DE TA PRÉSENCE</a:t>
            </a:r>
          </a:p>
          <a:p>
            <a:pPr eaLnBrk="1" hangingPunct="1"/>
            <a:r>
              <a:rPr lang="fr-FR" dirty="0" smtClean="0"/>
              <a:t>16- DE TA PRÉSENCE DANS NOS VIES</a:t>
            </a:r>
          </a:p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 smtClean="0"/>
              <a:t>Couplet :</a:t>
            </a:r>
          </a:p>
          <a:p>
            <a:pPr algn="r"/>
            <a:r>
              <a:rPr lang="fr-FR" sz="1200" smtClean="0"/>
              <a:t>1-  QUI EST COMME TOI UN DIEU SI BON, SI FASCINANT 
2-  BEAUTÉ ET MAJESTÉ TOUT CE QUE TU FAIS EST SI PARFAIT 
3-  ET DEVANT TA CRÉATION JE VOIS UN DIEU SI GRAND </a:t>
            </a:r>
          </a:p>
          <a:p>
            <a:pPr algn="r"/>
            <a:r>
              <a:rPr lang="fr-FR" sz="1200" smtClean="0"/>
              <a:t>
	Refrain :</a:t>
            </a:r>
          </a:p>
          <a:p>
            <a:pPr algn="r"/>
            <a:r>
              <a:rPr lang="fr-FR" sz="1200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algn="r"/>
            <a:r>
              <a:rPr lang="fr-FR" sz="1200" smtClean="0"/>
              <a:t>
	8-  TU ES GRAND </a:t>
            </a:r>
          </a:p>
          <a:p>
            <a:pPr algn="r"/>
            <a:r>
              <a:rPr lang="fr-FR" sz="1200" smtClean="0"/>
              <a:t>
Pont :</a:t>
            </a:r>
          </a:p>
          <a:p>
            <a:pPr algn="r"/>
            <a:r>
              <a:rPr lang="fr-FR" sz="1200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algn="r"/>
            <a:r>
              <a:rPr lang="fr-FR" sz="1200" smtClean="0"/>
              <a:t>
Impro :</a:t>
            </a:r>
          </a:p>
          <a:p>
            <a:pPr algn="r"/>
            <a:r>
              <a:rPr lang="fr-FR" sz="1200" smtClean="0"/>
              <a:t>13- NOUS VOULONS PLUS DE TA PRÉSENCE</a:t>
            </a:r>
          </a:p>
          <a:p>
            <a:pPr algn="r"/>
            <a:r>
              <a:rPr lang="fr-FR" sz="1200" smtClean="0"/>
              <a:t>14- DE TA PRÉSENCE DANS CET ENDROIT</a:t>
            </a:r>
          </a:p>
          <a:p>
            <a:pPr algn="r"/>
            <a:endParaRPr lang="fr-FR" sz="1200" smtClean="0"/>
          </a:p>
          <a:p>
            <a:pPr algn="r"/>
            <a:r>
              <a:rPr lang="fr-FR" sz="1200" smtClean="0"/>
              <a:t>15- NOUS VOULONS PLUS DE TA PRÉSENCE</a:t>
            </a:r>
          </a:p>
          <a:p>
            <a:pPr algn="r"/>
            <a:r>
              <a:rPr lang="fr-FR" sz="1200" smtClean="0"/>
              <a:t>16- DE TA PRÉSENCE DANS NOS VIES</a:t>
            </a:r>
          </a:p>
          <a:p>
            <a:pPr algn="r"/>
            <a:endParaRPr lang="fr-FR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eaLnBrk="1" hangingPunct="1"/>
            <a:r>
              <a:rPr lang="fr-FR" smtClean="0"/>
              <a:t>
	8-  TU ES GRAND </a:t>
            </a:r>
          </a:p>
          <a:p>
            <a:pPr eaLnBrk="1" hangingPunct="1"/>
            <a:r>
              <a:rPr lang="fr-FR" smtClean="0"/>
              <a:t>
Pont :</a:t>
            </a:r>
          </a:p>
          <a:p>
            <a:pPr eaLnBrk="1" hangingPunct="1"/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eaLnBrk="1" hangingPunct="1"/>
            <a:r>
              <a:rPr lang="fr-FR" smtClean="0"/>
              <a:t>
Impro :</a:t>
            </a:r>
          </a:p>
          <a:p>
            <a:pPr eaLnBrk="1" hangingPunct="1"/>
            <a:r>
              <a:rPr lang="fr-FR" smtClean="0"/>
              <a:t>13- NOUS VOULONS PLUS DE TA PRÉSENCE</a:t>
            </a:r>
          </a:p>
          <a:p>
            <a:pPr eaLnBrk="1" hangingPunct="1"/>
            <a:r>
              <a:rPr lang="fr-FR" smtClean="0"/>
              <a:t>14- DE TA PRÉSENCE DANS CET ENDROIT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15- NOUS VOULONS PLUS DE TA PRÉSENCE</a:t>
            </a:r>
          </a:p>
          <a:p>
            <a:pPr eaLnBrk="1" hangingPunct="1"/>
            <a:r>
              <a:rPr lang="fr-FR" smtClean="0"/>
              <a:t>16- DE TA PRÉSENCE DANS NOS VIES</a:t>
            </a:r>
          </a:p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 smtClean="0"/>
              <a:t>Couplet :</a:t>
            </a:r>
          </a:p>
          <a:p>
            <a:pPr algn="r"/>
            <a:r>
              <a:rPr lang="fr-FR" sz="1200" smtClean="0"/>
              <a:t>1-  QUI EST COMME TOI UN DIEU SI BON, SI FASCINANT 
2-  BEAUTÉ ET MAJESTÉ TOUT CE QUE TU FAIS EST SI PARFAIT 
3-  ET DEVANT TA CRÉATION JE VOIS UN DIEU SI GRAND </a:t>
            </a:r>
          </a:p>
          <a:p>
            <a:pPr algn="r"/>
            <a:r>
              <a:rPr lang="fr-FR" sz="1200" smtClean="0"/>
              <a:t>
	Refrain :</a:t>
            </a:r>
          </a:p>
          <a:p>
            <a:pPr algn="r"/>
            <a:r>
              <a:rPr lang="fr-FR" sz="1200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algn="r"/>
            <a:r>
              <a:rPr lang="fr-FR" sz="1200" smtClean="0"/>
              <a:t>
	8-  TU ES GRAND </a:t>
            </a:r>
          </a:p>
          <a:p>
            <a:pPr algn="r"/>
            <a:r>
              <a:rPr lang="fr-FR" sz="1200" smtClean="0"/>
              <a:t>
Pont :</a:t>
            </a:r>
          </a:p>
          <a:p>
            <a:pPr algn="r"/>
            <a:r>
              <a:rPr lang="fr-FR" sz="1200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algn="r"/>
            <a:r>
              <a:rPr lang="fr-FR" sz="1200" smtClean="0"/>
              <a:t>
Impro :</a:t>
            </a:r>
          </a:p>
          <a:p>
            <a:pPr algn="r"/>
            <a:r>
              <a:rPr lang="fr-FR" sz="1200" smtClean="0"/>
              <a:t>13- NOUS VOULONS PLUS DE TA PRÉSENCE</a:t>
            </a:r>
          </a:p>
          <a:p>
            <a:pPr algn="r"/>
            <a:r>
              <a:rPr lang="fr-FR" sz="1200" smtClean="0"/>
              <a:t>14- DE TA PRÉSENCE DANS CET ENDROIT</a:t>
            </a:r>
          </a:p>
          <a:p>
            <a:pPr algn="r"/>
            <a:endParaRPr lang="fr-FR" sz="1200" smtClean="0"/>
          </a:p>
          <a:p>
            <a:pPr algn="r"/>
            <a:r>
              <a:rPr lang="fr-FR" sz="1200" smtClean="0"/>
              <a:t>15- NOUS VOULONS PLUS DE TA PRÉSENCE</a:t>
            </a:r>
          </a:p>
          <a:p>
            <a:pPr algn="r"/>
            <a:r>
              <a:rPr lang="fr-FR" sz="1200" smtClean="0"/>
              <a:t>16- DE TA PRÉSENCE DANS NOS VIES</a:t>
            </a:r>
          </a:p>
          <a:p>
            <a:pPr algn="r"/>
            <a:endParaRPr lang="fr-FR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eaLnBrk="1" hangingPunct="1"/>
            <a:r>
              <a:rPr lang="fr-FR" smtClean="0"/>
              <a:t>
	8-  TU ES GRAND </a:t>
            </a:r>
          </a:p>
          <a:p>
            <a:pPr eaLnBrk="1" hangingPunct="1"/>
            <a:r>
              <a:rPr lang="fr-FR" smtClean="0"/>
              <a:t>
Pont :</a:t>
            </a:r>
          </a:p>
          <a:p>
            <a:pPr eaLnBrk="1" hangingPunct="1"/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eaLnBrk="1" hangingPunct="1"/>
            <a:r>
              <a:rPr lang="fr-FR" smtClean="0"/>
              <a:t>
Impro :</a:t>
            </a:r>
          </a:p>
          <a:p>
            <a:pPr eaLnBrk="1" hangingPunct="1"/>
            <a:r>
              <a:rPr lang="fr-FR" smtClean="0"/>
              <a:t>13- NOUS VOULONS PLUS DE TA PRÉSENCE</a:t>
            </a:r>
          </a:p>
          <a:p>
            <a:pPr eaLnBrk="1" hangingPunct="1"/>
            <a:r>
              <a:rPr lang="fr-FR" smtClean="0"/>
              <a:t>14- DE TA PRÉSENCE DANS CET ENDROIT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15- NOUS VOULONS PLUS DE TA PRÉSENCE</a:t>
            </a:r>
          </a:p>
          <a:p>
            <a:pPr eaLnBrk="1" hangingPunct="1"/>
            <a:r>
              <a:rPr lang="fr-FR" smtClean="0"/>
              <a:t>16- DE TA PRÉSENCE DANS NOS VIES</a:t>
            </a:r>
          </a:p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 smtClean="0"/>
              <a:t>Couplet :</a:t>
            </a:r>
          </a:p>
          <a:p>
            <a:pPr algn="r"/>
            <a:r>
              <a:rPr lang="fr-FR" sz="1200" smtClean="0"/>
              <a:t>1-  QUI EST COMME TOI UN DIEU SI BON, SI FASCINANT 
2-  BEAUTÉ ET MAJESTÉ TOUT CE QUE TU FAIS EST SI PARFAIT 
3-  ET DEVANT TA CRÉATION JE VOIS UN DIEU SI GRAND </a:t>
            </a:r>
          </a:p>
          <a:p>
            <a:pPr algn="r"/>
            <a:r>
              <a:rPr lang="fr-FR" sz="1200" smtClean="0"/>
              <a:t>
	Refrain :</a:t>
            </a:r>
          </a:p>
          <a:p>
            <a:pPr algn="r"/>
            <a:r>
              <a:rPr lang="fr-FR" sz="1200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algn="r"/>
            <a:r>
              <a:rPr lang="fr-FR" sz="1200" smtClean="0"/>
              <a:t>
	8-  TU ES GRAND </a:t>
            </a:r>
          </a:p>
          <a:p>
            <a:pPr algn="r"/>
            <a:r>
              <a:rPr lang="fr-FR" sz="1200" smtClean="0"/>
              <a:t>
Pont :</a:t>
            </a:r>
          </a:p>
          <a:p>
            <a:pPr algn="r"/>
            <a:r>
              <a:rPr lang="fr-FR" sz="1200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algn="r"/>
            <a:r>
              <a:rPr lang="fr-FR" sz="1200" smtClean="0"/>
              <a:t>
Impro :</a:t>
            </a:r>
          </a:p>
          <a:p>
            <a:pPr algn="r"/>
            <a:r>
              <a:rPr lang="fr-FR" sz="1200" smtClean="0"/>
              <a:t>13- NOUS VOULONS PLUS DE TA PRÉSENCE</a:t>
            </a:r>
          </a:p>
          <a:p>
            <a:pPr algn="r"/>
            <a:r>
              <a:rPr lang="fr-FR" sz="1200" smtClean="0"/>
              <a:t>14- DE TA PRÉSENCE DANS CET ENDROIT</a:t>
            </a:r>
          </a:p>
          <a:p>
            <a:pPr algn="r"/>
            <a:endParaRPr lang="fr-FR" sz="1200" smtClean="0"/>
          </a:p>
          <a:p>
            <a:pPr algn="r"/>
            <a:r>
              <a:rPr lang="fr-FR" sz="1200" smtClean="0"/>
              <a:t>15- NOUS VOULONS PLUS DE TA PRÉSENCE</a:t>
            </a:r>
          </a:p>
          <a:p>
            <a:pPr algn="r"/>
            <a:r>
              <a:rPr lang="fr-FR" sz="1200" smtClean="0"/>
              <a:t>16- DE TA PRÉSENCE DANS NOS VIES</a:t>
            </a:r>
          </a:p>
          <a:p>
            <a:pPr algn="r"/>
            <a:endParaRPr lang="fr-FR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eaLnBrk="1" hangingPunct="1"/>
            <a:r>
              <a:rPr lang="fr-FR" smtClean="0"/>
              <a:t>
	8-  TU ES GRAND </a:t>
            </a:r>
          </a:p>
          <a:p>
            <a:pPr eaLnBrk="1" hangingPunct="1"/>
            <a:r>
              <a:rPr lang="fr-FR" smtClean="0"/>
              <a:t>
Pont :</a:t>
            </a:r>
          </a:p>
          <a:p>
            <a:pPr eaLnBrk="1" hangingPunct="1"/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eaLnBrk="1" hangingPunct="1"/>
            <a:r>
              <a:rPr lang="fr-FR" smtClean="0"/>
              <a:t>
Impro :</a:t>
            </a:r>
          </a:p>
          <a:p>
            <a:pPr eaLnBrk="1" hangingPunct="1"/>
            <a:r>
              <a:rPr lang="fr-FR" smtClean="0"/>
              <a:t>13- NOUS VOULONS PLUS DE TA PRÉSENCE</a:t>
            </a:r>
          </a:p>
          <a:p>
            <a:pPr eaLnBrk="1" hangingPunct="1"/>
            <a:r>
              <a:rPr lang="fr-FR" smtClean="0"/>
              <a:t>14- DE TA PRÉSENCE DANS CET ENDROIT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15- NOUS VOULONS PLUS DE TA PRÉSENCE</a:t>
            </a:r>
          </a:p>
          <a:p>
            <a:pPr eaLnBrk="1" hangingPunct="1"/>
            <a:r>
              <a:rPr lang="fr-FR" smtClean="0"/>
              <a:t>16- DE TA PRÉSENCE DANS NOS VIES</a:t>
            </a:r>
          </a:p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 smtClean="0"/>
              <a:t>Couplet :</a:t>
            </a:r>
          </a:p>
          <a:p>
            <a:pPr algn="r"/>
            <a:r>
              <a:rPr lang="fr-FR" sz="1200" smtClean="0"/>
              <a:t>1-  QUI EST COMME TOI UN DIEU SI BON, SI FASCINANT 
2-  BEAUTÉ ET MAJESTÉ TOUT CE QUE TU FAIS EST SI PARFAIT 
3-  ET DEVANT TA CRÉATION JE VOIS UN DIEU SI GRAND </a:t>
            </a:r>
          </a:p>
          <a:p>
            <a:pPr algn="r"/>
            <a:r>
              <a:rPr lang="fr-FR" sz="1200" smtClean="0"/>
              <a:t>
	Refrain :</a:t>
            </a:r>
          </a:p>
          <a:p>
            <a:pPr algn="r"/>
            <a:r>
              <a:rPr lang="fr-FR" sz="1200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algn="r"/>
            <a:r>
              <a:rPr lang="fr-FR" sz="1200" smtClean="0"/>
              <a:t>
	8-  TU ES GRAND </a:t>
            </a:r>
          </a:p>
          <a:p>
            <a:pPr algn="r"/>
            <a:r>
              <a:rPr lang="fr-FR" sz="1200" smtClean="0"/>
              <a:t>
Pont :</a:t>
            </a:r>
          </a:p>
          <a:p>
            <a:pPr algn="r"/>
            <a:r>
              <a:rPr lang="fr-FR" sz="1200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algn="r"/>
            <a:r>
              <a:rPr lang="fr-FR" sz="1200" smtClean="0"/>
              <a:t>
Impro :</a:t>
            </a:r>
          </a:p>
          <a:p>
            <a:pPr algn="r"/>
            <a:r>
              <a:rPr lang="fr-FR" sz="1200" smtClean="0"/>
              <a:t>13- NOUS VOULONS PLUS DE TA PRÉSENCE</a:t>
            </a:r>
          </a:p>
          <a:p>
            <a:pPr algn="r"/>
            <a:r>
              <a:rPr lang="fr-FR" sz="1200" smtClean="0"/>
              <a:t>14- DE TA PRÉSENCE DANS CET ENDROIT</a:t>
            </a:r>
          </a:p>
          <a:p>
            <a:pPr algn="r"/>
            <a:endParaRPr lang="fr-FR" sz="1200" smtClean="0"/>
          </a:p>
          <a:p>
            <a:pPr algn="r"/>
            <a:r>
              <a:rPr lang="fr-FR" sz="1200" smtClean="0"/>
              <a:t>15- NOUS VOULONS PLUS DE TA PRÉSENCE</a:t>
            </a:r>
          </a:p>
          <a:p>
            <a:pPr algn="r"/>
            <a:r>
              <a:rPr lang="fr-FR" sz="1200" smtClean="0"/>
              <a:t>16- DE TA PRÉSENCE DANS NOS VIES</a:t>
            </a:r>
          </a:p>
          <a:p>
            <a:pPr algn="r"/>
            <a:endParaRPr lang="fr-FR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eaLnBrk="1" hangingPunct="1"/>
            <a:r>
              <a:rPr lang="fr-FR" smtClean="0"/>
              <a:t>
	8-  TU ES GRAND </a:t>
            </a:r>
          </a:p>
          <a:p>
            <a:pPr eaLnBrk="1" hangingPunct="1"/>
            <a:r>
              <a:rPr lang="fr-FR" smtClean="0"/>
              <a:t>
Pont :</a:t>
            </a:r>
          </a:p>
          <a:p>
            <a:pPr eaLnBrk="1" hangingPunct="1"/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eaLnBrk="1" hangingPunct="1"/>
            <a:r>
              <a:rPr lang="fr-FR" smtClean="0"/>
              <a:t>
Impro :</a:t>
            </a:r>
          </a:p>
          <a:p>
            <a:pPr eaLnBrk="1" hangingPunct="1"/>
            <a:r>
              <a:rPr lang="fr-FR" smtClean="0"/>
              <a:t>13- NOUS VOULONS PLUS DE TA PRÉSENCE</a:t>
            </a:r>
          </a:p>
          <a:p>
            <a:pPr eaLnBrk="1" hangingPunct="1"/>
            <a:r>
              <a:rPr lang="fr-FR" smtClean="0"/>
              <a:t>14- DE TA PRÉSENCE DANS CET ENDROIT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15- NOUS VOULONS PLUS DE TA PRÉSENCE</a:t>
            </a:r>
          </a:p>
          <a:p>
            <a:pPr eaLnBrk="1" hangingPunct="1"/>
            <a:r>
              <a:rPr lang="fr-FR" smtClean="0"/>
              <a:t>16- DE TA PRÉSENCE DANS NOS VIES</a:t>
            </a:r>
          </a:p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 smtClean="0"/>
              <a:t>Couplet :</a:t>
            </a:r>
          </a:p>
          <a:p>
            <a:pPr algn="r"/>
            <a:r>
              <a:rPr lang="fr-FR" sz="1200" smtClean="0"/>
              <a:t>1-  QUI EST COMME TOI UN DIEU SI BON, SI FASCINANT 
2-  BEAUTÉ ET MAJESTÉ TOUT CE QUE TU FAIS EST SI PARFAIT 
3-  ET DEVANT TA CRÉATION JE VOIS UN DIEU SI GRAND </a:t>
            </a:r>
          </a:p>
          <a:p>
            <a:pPr algn="r"/>
            <a:r>
              <a:rPr lang="fr-FR" sz="1200" smtClean="0"/>
              <a:t>
	Refrain :</a:t>
            </a:r>
          </a:p>
          <a:p>
            <a:pPr algn="r"/>
            <a:r>
              <a:rPr lang="fr-FR" sz="1200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algn="r"/>
            <a:r>
              <a:rPr lang="fr-FR" sz="1200" smtClean="0"/>
              <a:t>
	8-  TU ES GRAND </a:t>
            </a:r>
          </a:p>
          <a:p>
            <a:pPr algn="r"/>
            <a:r>
              <a:rPr lang="fr-FR" sz="1200" smtClean="0"/>
              <a:t>
Pont :</a:t>
            </a:r>
          </a:p>
          <a:p>
            <a:pPr algn="r"/>
            <a:r>
              <a:rPr lang="fr-FR" sz="1200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algn="r"/>
            <a:r>
              <a:rPr lang="fr-FR" sz="1200" smtClean="0"/>
              <a:t>
Impro :</a:t>
            </a:r>
          </a:p>
          <a:p>
            <a:pPr algn="r"/>
            <a:r>
              <a:rPr lang="fr-FR" sz="1200" smtClean="0"/>
              <a:t>13- NOUS VOULONS PLUS DE TA PRÉSENCE</a:t>
            </a:r>
          </a:p>
          <a:p>
            <a:pPr algn="r"/>
            <a:r>
              <a:rPr lang="fr-FR" sz="1200" smtClean="0"/>
              <a:t>14- DE TA PRÉSENCE DANS CET ENDROIT</a:t>
            </a:r>
          </a:p>
          <a:p>
            <a:pPr algn="r"/>
            <a:endParaRPr lang="fr-FR" sz="1200" smtClean="0"/>
          </a:p>
          <a:p>
            <a:pPr algn="r"/>
            <a:r>
              <a:rPr lang="fr-FR" sz="1200" smtClean="0"/>
              <a:t>15- NOUS VOULONS PLUS DE TA PRÉSENCE</a:t>
            </a:r>
          </a:p>
          <a:p>
            <a:pPr algn="r"/>
            <a:r>
              <a:rPr lang="fr-FR" sz="1200" smtClean="0"/>
              <a:t>16- DE TA PRÉSENCE DANS NOS VIES</a:t>
            </a:r>
          </a:p>
          <a:p>
            <a:pPr algn="r"/>
            <a:endParaRPr lang="fr-FR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eaLnBrk="1" hangingPunct="1"/>
            <a:r>
              <a:rPr lang="fr-FR" smtClean="0"/>
              <a:t>
	8-  TU ES GRAND </a:t>
            </a:r>
          </a:p>
          <a:p>
            <a:pPr eaLnBrk="1" hangingPunct="1"/>
            <a:r>
              <a:rPr lang="fr-FR" smtClean="0"/>
              <a:t>
Pont :</a:t>
            </a:r>
          </a:p>
          <a:p>
            <a:pPr eaLnBrk="1" hangingPunct="1"/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eaLnBrk="1" hangingPunct="1"/>
            <a:r>
              <a:rPr lang="fr-FR" smtClean="0"/>
              <a:t>
Impro :</a:t>
            </a:r>
          </a:p>
          <a:p>
            <a:pPr eaLnBrk="1" hangingPunct="1"/>
            <a:r>
              <a:rPr lang="fr-FR" smtClean="0"/>
              <a:t>13- NOUS VOULONS PLUS DE TA PRÉSENCE</a:t>
            </a:r>
          </a:p>
          <a:p>
            <a:pPr eaLnBrk="1" hangingPunct="1"/>
            <a:r>
              <a:rPr lang="fr-FR" smtClean="0"/>
              <a:t>14- DE TA PRÉSENCE DANS CET ENDROIT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15- NOUS VOULONS PLUS DE TA PRÉSENCE</a:t>
            </a:r>
          </a:p>
          <a:p>
            <a:pPr eaLnBrk="1" hangingPunct="1"/>
            <a:r>
              <a:rPr lang="fr-FR" smtClean="0"/>
              <a:t>16- DE TA PRÉSENCE DANS NOS VIES</a:t>
            </a:r>
          </a:p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 smtClean="0"/>
              <a:t>Couplet :</a:t>
            </a:r>
          </a:p>
          <a:p>
            <a:pPr algn="r"/>
            <a:r>
              <a:rPr lang="fr-FR" sz="1200" smtClean="0"/>
              <a:t>1-  QUI EST COMME TOI UN DIEU SI BON, SI FASCINANT 
2-  BEAUTÉ ET MAJESTÉ TOUT CE QUE TU FAIS EST SI PARFAIT 
3-  ET DEVANT TA CRÉATION JE VOIS UN DIEU SI GRAND </a:t>
            </a:r>
          </a:p>
          <a:p>
            <a:pPr algn="r"/>
            <a:r>
              <a:rPr lang="fr-FR" sz="1200" smtClean="0"/>
              <a:t>
	Refrain :</a:t>
            </a:r>
          </a:p>
          <a:p>
            <a:pPr algn="r"/>
            <a:r>
              <a:rPr lang="fr-FR" sz="1200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algn="r"/>
            <a:r>
              <a:rPr lang="fr-FR" sz="1200" smtClean="0"/>
              <a:t>
	8-  TU ES GRAND </a:t>
            </a:r>
          </a:p>
          <a:p>
            <a:pPr algn="r"/>
            <a:r>
              <a:rPr lang="fr-FR" sz="1200" smtClean="0"/>
              <a:t>
Pont :</a:t>
            </a:r>
          </a:p>
          <a:p>
            <a:pPr algn="r"/>
            <a:r>
              <a:rPr lang="fr-FR" sz="1200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algn="r"/>
            <a:r>
              <a:rPr lang="fr-FR" sz="1200" smtClean="0"/>
              <a:t>
Impro :</a:t>
            </a:r>
          </a:p>
          <a:p>
            <a:pPr algn="r"/>
            <a:r>
              <a:rPr lang="fr-FR" sz="1200" smtClean="0"/>
              <a:t>13- NOUS VOULONS PLUS DE TA PRÉSENCE</a:t>
            </a:r>
          </a:p>
          <a:p>
            <a:pPr algn="r"/>
            <a:r>
              <a:rPr lang="fr-FR" sz="1200" smtClean="0"/>
              <a:t>14- DE TA PRÉSENCE DANS CET ENDROIT</a:t>
            </a:r>
          </a:p>
          <a:p>
            <a:pPr algn="r"/>
            <a:endParaRPr lang="fr-FR" sz="1200" smtClean="0"/>
          </a:p>
          <a:p>
            <a:pPr algn="r"/>
            <a:r>
              <a:rPr lang="fr-FR" sz="1200" smtClean="0"/>
              <a:t>15- NOUS VOULONS PLUS DE TA PRÉSENCE</a:t>
            </a:r>
          </a:p>
          <a:p>
            <a:pPr algn="r"/>
            <a:r>
              <a:rPr lang="fr-FR" sz="1200" smtClean="0"/>
              <a:t>16- DE TA PRÉSENCE DANS NOS VIES</a:t>
            </a:r>
          </a:p>
          <a:p>
            <a:pPr algn="r"/>
            <a:endParaRPr lang="fr-FR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eaLnBrk="1" hangingPunct="1"/>
            <a:r>
              <a:rPr lang="fr-FR" smtClean="0"/>
              <a:t>
	8-  TU ES GRAND </a:t>
            </a:r>
          </a:p>
          <a:p>
            <a:pPr eaLnBrk="1" hangingPunct="1"/>
            <a:r>
              <a:rPr lang="fr-FR" smtClean="0"/>
              <a:t>
Pont :</a:t>
            </a:r>
          </a:p>
          <a:p>
            <a:pPr eaLnBrk="1" hangingPunct="1"/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eaLnBrk="1" hangingPunct="1"/>
            <a:r>
              <a:rPr lang="fr-FR" smtClean="0"/>
              <a:t>
Impro :</a:t>
            </a:r>
          </a:p>
          <a:p>
            <a:pPr eaLnBrk="1" hangingPunct="1"/>
            <a:r>
              <a:rPr lang="fr-FR" smtClean="0"/>
              <a:t>13- NOUS VOULONS PLUS DE TA PRÉSENCE</a:t>
            </a:r>
          </a:p>
          <a:p>
            <a:pPr eaLnBrk="1" hangingPunct="1"/>
            <a:r>
              <a:rPr lang="fr-FR" smtClean="0"/>
              <a:t>14- DE TA PRÉSENCE DANS CET ENDROIT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15- NOUS VOULONS PLUS DE TA PRÉSENCE</a:t>
            </a:r>
          </a:p>
          <a:p>
            <a:pPr eaLnBrk="1" hangingPunct="1"/>
            <a:r>
              <a:rPr lang="fr-FR" smtClean="0"/>
              <a:t>16- DE TA PRÉSENCE DANS NOS VIES</a:t>
            </a:r>
          </a:p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fr-FR" sz="1200" smtClean="0"/>
              <a:t>Couplet :</a:t>
            </a:r>
          </a:p>
          <a:p>
            <a:pPr algn="r"/>
            <a:r>
              <a:rPr lang="fr-FR" sz="1200" smtClean="0"/>
              <a:t>1-  QUI EST COMME TOI UN DIEU SI BON, SI FASCINANT 
2-  BEAUTÉ ET MAJESTÉ TOUT CE QUE TU FAIS EST SI PARFAIT 
3-  ET DEVANT TA CRÉATION JE VOIS UN DIEU SI GRAND </a:t>
            </a:r>
          </a:p>
          <a:p>
            <a:pPr algn="r"/>
            <a:r>
              <a:rPr lang="fr-FR" sz="1200" smtClean="0"/>
              <a:t>
	Refrain :</a:t>
            </a:r>
          </a:p>
          <a:p>
            <a:pPr algn="r"/>
            <a:r>
              <a:rPr lang="fr-FR" sz="1200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algn="r"/>
            <a:r>
              <a:rPr lang="fr-FR" sz="1200" smtClean="0"/>
              <a:t>
	8-  TU ES GRAND </a:t>
            </a:r>
          </a:p>
          <a:p>
            <a:pPr algn="r"/>
            <a:r>
              <a:rPr lang="fr-FR" sz="1200" smtClean="0"/>
              <a:t>
Pont :</a:t>
            </a:r>
          </a:p>
          <a:p>
            <a:pPr algn="r"/>
            <a:r>
              <a:rPr lang="fr-FR" sz="1200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algn="r"/>
            <a:r>
              <a:rPr lang="fr-FR" sz="1200" smtClean="0"/>
              <a:t>
Impro :</a:t>
            </a:r>
          </a:p>
          <a:p>
            <a:pPr algn="r"/>
            <a:r>
              <a:rPr lang="fr-FR" sz="1200" smtClean="0"/>
              <a:t>13- NOUS VOULONS PLUS DE TA PRÉSENCE</a:t>
            </a:r>
          </a:p>
          <a:p>
            <a:pPr algn="r"/>
            <a:r>
              <a:rPr lang="fr-FR" sz="1200" smtClean="0"/>
              <a:t>14- DE TA PRÉSENCE DANS CET ENDROIT</a:t>
            </a:r>
          </a:p>
          <a:p>
            <a:pPr algn="r"/>
            <a:endParaRPr lang="fr-FR" sz="1200" smtClean="0"/>
          </a:p>
          <a:p>
            <a:pPr algn="r"/>
            <a:r>
              <a:rPr lang="fr-FR" sz="1200" smtClean="0"/>
              <a:t>15- NOUS VOULONS PLUS DE TA PRÉSENCE</a:t>
            </a:r>
          </a:p>
          <a:p>
            <a:pPr algn="r"/>
            <a:r>
              <a:rPr lang="fr-FR" sz="1200" smtClean="0"/>
              <a:t>16- DE TA PRÉSENCE DANS NOS VIES</a:t>
            </a:r>
          </a:p>
          <a:p>
            <a:pPr algn="r"/>
            <a:endParaRPr lang="fr-FR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pPr eaLnBrk="1" hangingPunct="1"/>
            <a:r>
              <a:rPr lang="fr-FR" smtClean="0"/>
              <a:t>
	8-  TU ES GRAND </a:t>
            </a:r>
          </a:p>
          <a:p>
            <a:pPr eaLnBrk="1" hangingPunct="1"/>
            <a:r>
              <a:rPr lang="fr-FR" smtClean="0"/>
              <a:t>
Pont :</a:t>
            </a:r>
          </a:p>
          <a:p>
            <a:pPr eaLnBrk="1" hangingPunct="1"/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pPr eaLnBrk="1" hangingPunct="1"/>
            <a:r>
              <a:rPr lang="fr-FR" smtClean="0"/>
              <a:t>
Impro :</a:t>
            </a:r>
          </a:p>
          <a:p>
            <a:pPr eaLnBrk="1" hangingPunct="1"/>
            <a:r>
              <a:rPr lang="fr-FR" smtClean="0"/>
              <a:t>13- NOUS VOULONS PLUS DE TA PRÉSENCE</a:t>
            </a:r>
          </a:p>
          <a:p>
            <a:pPr eaLnBrk="1" hangingPunct="1"/>
            <a:r>
              <a:rPr lang="fr-FR" smtClean="0"/>
              <a:t>14- DE TA PRÉSENCE DANS CET ENDROIT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15- NOUS VOULONS PLUS DE TA PRÉSENCE</a:t>
            </a:r>
          </a:p>
          <a:p>
            <a:pPr eaLnBrk="1" hangingPunct="1"/>
            <a:r>
              <a:rPr lang="fr-FR" smtClean="0"/>
              <a:t>16- DE TA PRÉSENCE DANS NOS VIES</a:t>
            </a:r>
          </a:p>
          <a:p>
            <a:pPr eaLnBrk="1" hangingPunct="1"/>
            <a:endParaRPr lang="fr-FR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COMME TOI UN DIEU SI BON, SI FASCINANT 
2-  BEAUTÉ ET MAJESTÉ TOUT CE QUE TU FAIS EST SI PARFAIT 
3-  ET DEVANT TA CRÉATION JE VOIS UN DIEU SI GRAND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RIEN D’AUTRE ICI N’EST AUSSI IMPORTANT 
	5-  QUE CET UNIQUE ET SUBLIME MOMENT 
	6-  ÊTRE DANS TA PRÉSENCE À CHAQUE INSTANT 
	7-  POUVOIR TE DIRE COMBIEN TU ES GRAND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ES GRAND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SEIGNEUR VERS TOI NOUS ÉLEVONS NOS VOIX 
10-  POUR DÉCLARER QUE TU ES LE GRAND ROI 
11-  VIENS SEIGNEUR ET RÈGNE PARMI NOUS  
12-  ADORÉ TU SERAS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DE TA PRÉSENCE DANS NOS VIES</a:t>
            </a:r>
          </a:p>
          <a:p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r>
              <a:rPr lang="fr-FR" smtClean="0"/>
              <a:t>
	8-  TU ES GRAND 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r>
              <a:rPr lang="fr-FR" smtClean="0"/>
              <a:t>
Impro :</a:t>
            </a:r>
          </a:p>
          <a:p>
            <a:r>
              <a:rPr lang="fr-FR" smtClean="0"/>
              <a:t>13- NOUS VOULONS PLUS DE TA PRÉSENCE</a:t>
            </a:r>
          </a:p>
          <a:p>
            <a:r>
              <a:rPr lang="fr-FR" smtClean="0"/>
              <a:t>14- DE TA PRÉSENCE DANS CET ENDROIT</a:t>
            </a:r>
          </a:p>
          <a:p>
            <a:endParaRPr lang="fr-FR" smtClean="0"/>
          </a:p>
          <a:p>
            <a:r>
              <a:rPr lang="fr-FR" smtClean="0"/>
              <a:t>15- NOUS VOULONS PLUS DE TA PRÉSENCE</a:t>
            </a:r>
          </a:p>
          <a:p>
            <a:r>
              <a:rPr lang="fr-FR" smtClean="0"/>
              <a:t>16- DE TA PRÉSENCE DANS NOS VIES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8103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COMME TOI UN DIEU SI BON, SI FASCINANT 
2-  BEAUTÉ ET MAJESTÉ TOUT CE QUE TU FAIS EST SI PARFAIT 
3-  ET DEVANT TA CRÉATION JE VOIS UN DIEU SI GRAND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RIEN D’AUTRE ICI N’EST AUSSI IMPORTANT 
	5-  QUE CET UNIQUE ET SUBLIME MOMENT 
	6-  ÊTRE DANS TA PRÉSENCE À CHAQUE INSTANT 
	7-  POUVOIR TE DIRE COMBIEN TU ES GRAND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ES GRAND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SEIGNEUR VERS TOI NOUS ÉLEVONS NOS VOIX 
10-  POUR DÉCLARER QUE TU ES LE GRAND ROI 
11-  VIENS SEIGNEUR ET RÈGNE PARMI NOUS  
12-  ADORÉ TU SERAS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DE TA PRÉSENCE DANS NOS VIES</a:t>
            </a:r>
          </a:p>
          <a:p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r>
              <a:rPr lang="fr-FR" smtClean="0"/>
              <a:t>
	8-  TU ES GRAND 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r>
              <a:rPr lang="fr-FR" smtClean="0"/>
              <a:t>
Impro :</a:t>
            </a:r>
          </a:p>
          <a:p>
            <a:r>
              <a:rPr lang="fr-FR" smtClean="0"/>
              <a:t>13- NOUS VOULONS PLUS DE TA PRÉSENCE</a:t>
            </a:r>
          </a:p>
          <a:p>
            <a:r>
              <a:rPr lang="fr-FR" smtClean="0"/>
              <a:t>14- DE TA PRÉSENCE DANS CET ENDROIT</a:t>
            </a:r>
          </a:p>
          <a:p>
            <a:endParaRPr lang="fr-FR" smtClean="0"/>
          </a:p>
          <a:p>
            <a:r>
              <a:rPr lang="fr-FR" smtClean="0"/>
              <a:t>15- NOUS VOULONS PLUS DE TA PRÉSENCE</a:t>
            </a:r>
          </a:p>
          <a:p>
            <a:r>
              <a:rPr lang="fr-FR" smtClean="0"/>
              <a:t>16- DE TA PRÉSENCE DANS NOS VIES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010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COMME TOI UN DIEU SI BON, SI FASCINANT 
2-  BEAUTÉ ET MAJESTÉ TOUT CE QUE TU FAIS EST SI PARFAIT 
3-  ET DEVANT TA CRÉATION JE VOIS UN DIEU SI GRAND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RIEN D’AUTRE ICI N’EST AUSSI IMPORTANT 
	5-  QUE CET UNIQUE ET SUBLIME MOMENT 
	6-  ÊTRE DANS TA PRÉSENCE À CHAQUE INSTANT 
	7-  POUVOIR TE DIRE COMBIEN TU ES GRAND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ES GRAND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SEIGNEUR VERS TOI NOUS ÉLEVONS NOS VOIX 
10-  POUR DÉCLARER QUE TU ES LE GRAND ROI 
11-  VIENS SEIGNEUR ET RÈGNE PARMI NOUS  
12-  ADORÉ TU SERAS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DE TA PRÉSENCE DANS NOS VIES</a:t>
            </a:r>
          </a:p>
          <a:p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r>
              <a:rPr lang="fr-FR" smtClean="0"/>
              <a:t>
	8-  TU ES GRAND 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r>
              <a:rPr lang="fr-FR" smtClean="0"/>
              <a:t>
Impro :</a:t>
            </a:r>
          </a:p>
          <a:p>
            <a:r>
              <a:rPr lang="fr-FR" smtClean="0"/>
              <a:t>13- NOUS VOULONS PLUS DE TA PRÉSENCE</a:t>
            </a:r>
          </a:p>
          <a:p>
            <a:r>
              <a:rPr lang="fr-FR" smtClean="0"/>
              <a:t>14- DE TA PRÉSENCE DANS CET ENDROIT</a:t>
            </a:r>
          </a:p>
          <a:p>
            <a:endParaRPr lang="fr-FR" smtClean="0"/>
          </a:p>
          <a:p>
            <a:r>
              <a:rPr lang="fr-FR" smtClean="0"/>
              <a:t>15- NOUS VOULONS PLUS DE TA PRÉSENCE</a:t>
            </a:r>
          </a:p>
          <a:p>
            <a:r>
              <a:rPr lang="fr-FR" smtClean="0"/>
              <a:t>16- DE TA PRÉSENCE DANS NOS VIES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974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COMME TOI UN DIEU SI BON, SI FASCINANT 
2-  BEAUTÉ ET MAJESTÉ TOUT CE QUE TU FAIS EST SI PARFAIT 
3-  ET DEVANT TA CRÉATION JE VOIS UN DIEU SI GRAND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4-  RIEN D’AUTRE ICI N’EST AUSSI IMPORTANT 
	5-  QUE CET UNIQUE ET SUBLIME MOMENT 
	6-  ÊTRE DANS TA PRÉSENCE À CHAQUE INSTANT 
	7-  POUVOIR TE DIRE COMBIEN TU ES GRAND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TU ES GRAND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SEIGNEUR VERS TOI NOUS ÉLEVONS NOS VOIX 
10-  POUR DÉCLARER QUE TU ES LE GRAND ROI 
11-  VIENS SEIGNEUR ET RÈGNE PARMI NOUS  
12-  ADORÉ TU SERAS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Impro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DE TA PRÉSENCE DANS CET ENDROIT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 NOUS VOULONS PLUS DE TA PRÉSENCE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DE TA PRÉSENCE DANS NOS VIES</a:t>
            </a:r>
          </a:p>
          <a:p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QUI EST COMME TOI UN DIEU SI BON, SI FASCINANT 
2-  BEAUTÉ ET MAJESTÉ TOUT CE QUE TU FAIS EST SI PARFAIT 
3-  ET DEVANT TA CRÉATION JE VOIS UN DIEU SI GRAND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4-  RIEN D’AUTRE ICI N’EST AUSSI IMPORTANT 
	5-  QUE CET UNIQUE ET SUBLIME MOMENT 
	6-  ÊTRE DANS TA PRÉSENCE À CHAQUE INSTANT 
	7-  POUVOIR TE DIRE COMBIEN TU ES GRAND </a:t>
            </a:r>
          </a:p>
          <a:p>
            <a:r>
              <a:rPr lang="fr-FR" smtClean="0"/>
              <a:t>
	8-  TU ES GRAND 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9-  SEIGNEUR VERS TOI NOUS ÉLEVONS NOS VOIX 
10-  POUR DÉCLARER QUE TU ES LE GRAND ROI 
11-  VIENS SEIGNEUR ET RÈGNE PARMI NOUS  
12-  ADORÉ TU SERAS POUR TOUJOURS </a:t>
            </a:r>
          </a:p>
          <a:p>
            <a:r>
              <a:rPr lang="fr-FR" smtClean="0"/>
              <a:t>
Impro :</a:t>
            </a:r>
          </a:p>
          <a:p>
            <a:r>
              <a:rPr lang="fr-FR" smtClean="0"/>
              <a:t>13- NOUS VOULONS PLUS DE TA PRÉSENCE</a:t>
            </a:r>
          </a:p>
          <a:p>
            <a:r>
              <a:rPr lang="fr-FR" smtClean="0"/>
              <a:t>14- DE TA PRÉSENCE DANS CET ENDROIT</a:t>
            </a:r>
          </a:p>
          <a:p>
            <a:endParaRPr lang="fr-FR" smtClean="0"/>
          </a:p>
          <a:p>
            <a:r>
              <a:rPr lang="fr-FR" smtClean="0"/>
              <a:t>15- NOUS VOULONS PLUS DE TA PRÉSENCE</a:t>
            </a:r>
          </a:p>
          <a:p>
            <a:r>
              <a:rPr lang="fr-FR" smtClean="0"/>
              <a:t>16- DE TA PRÉSENCE DANS NOS VIES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4919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8065A-BAA6-4FF0-B025-3F28818817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DC19CD-CFA1-4571-B38A-899BC40A81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66DC9F-B21F-4B1D-812D-0F51ED3FEB1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F2B5C-CE92-43E0-9078-9D5F1954C59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350D5-89C9-42FF-B666-BA0C3997E6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2D51C-9E3C-4A88-AA9C-4A72DA20CCD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2776F-AD13-49BA-B857-E5470E7EBEB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F045AF-623A-4621-878E-9289610A848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FE4857-3905-4A99-8AD3-69B7CFACA8E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29651-415F-46B4-BF90-E01D3873188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57276-7B54-4FF1-BF2D-563FD17D696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1E3008AF-AA8E-4CBA-A978-21918960FCC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QUI EST COMME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UN DIEU SI BON, SI FASCINANT</a:t>
            </a:r>
          </a:p>
          <a:p>
            <a:pPr algn="ctr">
              <a:lnSpc>
                <a:spcPct val="90000"/>
              </a:lnSpc>
              <a:defRPr/>
            </a:pP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BEAUTÉ ET MAJESTÉ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 CE QUE TU FAIS EST SI PARFAIT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	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DEVANT TA CRÉATION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VOIS UN DIEU SI GRAND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RIEN D’AUTRE ICI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N’EST AUSSI IMPORTANT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QUE CET UNIQUE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SUBLIME MOMENT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ÊTRE DANS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À CHAQUE INSTANT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POUVOIR TE DIRE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COMBIEN TU ES GRAND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ES GRAND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SEIGNEUR, VERS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ÉLEVONS NOS VOIX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 DÉCLARER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QUE TU ES LE GRAND ROI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VIENS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RÈGNE PARMI NOUS 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ADORÉ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SERAS POUR TOUJOURS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VOULONS PLUS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 TA PRÉSENCE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190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DANS CET ENDROIT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123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VOULONS PLUS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 TA PRÉSENCE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985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rgbClr val="A6A6A6">
                      <a:alpha val="89000"/>
                    </a:srgbClr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DANS NOS VIES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10239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560</Words>
  <Application>Microsoft Office PowerPoint</Application>
  <PresentationFormat>Affichage à l'écran (4:3)</PresentationFormat>
  <Paragraphs>448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85</cp:revision>
  <dcterms:created xsi:type="dcterms:W3CDTF">2002-08-17T13:35:43Z</dcterms:created>
  <dcterms:modified xsi:type="dcterms:W3CDTF">2024-06-29T12:16:31Z</dcterms:modified>
</cp:coreProperties>
</file>