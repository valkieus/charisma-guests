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07" r:id="rId2"/>
    <p:sldId id="308" r:id="rId3"/>
    <p:sldId id="309" r:id="rId4"/>
    <p:sldId id="310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329" r:id="rId24"/>
    <p:sldId id="330" r:id="rId25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2" autoAdjust="0"/>
    <p:restoredTop sz="69300" autoAdjust="0"/>
  </p:normalViewPr>
  <p:slideViewPr>
    <p:cSldViewPr>
      <p:cViewPr varScale="1">
        <p:scale>
          <a:sx n="38" d="100"/>
          <a:sy n="38" d="100"/>
        </p:scale>
        <p:origin x="-120" y="-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653895C-2E70-497D-B9E3-3D7B4E8027D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9CDC15B7-A84F-4C3B-A0EB-C62CD46EFA0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MON CHERI QUAND TU GRANDIRAS</a:t>
            </a:r>
            <a:br>
              <a:rPr lang="fr-FR" smtClean="0"/>
            </a:br>
            <a:r>
              <a:rPr lang="fr-FR" smtClean="0"/>
              <a:t>PEUT ETRE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DOIT AVOIR DES ANGES </a:t>
            </a:r>
            <a:br>
              <a:rPr lang="fr-FR" smtClean="0"/>
            </a:br>
            <a:r>
              <a:rPr lang="fr-FR" smtClean="0"/>
              <a:t>QUI DANSENT SUR TES EPAULES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PARFOIS DANS LA VIE TU AURAS BESOIN D’UNE AIDE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OH MON CHERI, QUAND TU PRIERAS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LAISSE TES FARDEAUX  </a:t>
            </a:r>
            <a:br>
              <a:rPr lang="fr-FR" smtClean="0"/>
            </a:br>
            <a:r>
              <a:rPr lang="fr-FR" smtClean="0"/>
              <a:t>DEVANT MA PORTE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TU AS JÉSUS QUI SE TIENT </a:t>
            </a:r>
            <a:br>
              <a:rPr lang="fr-FR" smtClean="0"/>
            </a:br>
            <a:r>
              <a:rPr lang="fr-FR" smtClean="0"/>
              <a:t>AUPRÈS DE TON LIT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POUR TE DONNER LA PAIX, TE PROTEGER DE TOUTE SOUFFRANCE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MON ENFANT</a:t>
            </a:r>
            <a:br>
              <a:rPr lang="fr-FR" smtClean="0"/>
            </a:br>
            <a:r>
              <a:rPr lang="fr-FR" smtClean="0"/>
              <a:t>QUAND TU AURAS L’IMPRESSION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QUE TA VIE  </a:t>
            </a:r>
            <a:br>
              <a:rPr lang="fr-FR" smtClean="0"/>
            </a:br>
            <a:r>
              <a:rPr lang="fr-FR" smtClean="0"/>
              <a:t>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VIENS A JESUS </a:t>
            </a:r>
            <a:br>
              <a:rPr lang="fr-FR" smtClean="0"/>
            </a:br>
            <a:r>
              <a:rPr lang="fr-FR" smtClean="0"/>
              <a:t>ET IL TE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OH MON CHERI QUAND TU PLEURERAS</a:t>
            </a:r>
            <a:br>
              <a:rPr lang="fr-FR" smtClean="0"/>
            </a:br>
            <a:r>
              <a:rPr lang="fr-FR" smtClean="0"/>
              <a:t>NE TE CACHE PAS DE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CAR J’AI VAINCU L’ENFER </a:t>
            </a:r>
            <a:br>
              <a:rPr lang="fr-FR" smtClean="0"/>
            </a:br>
            <a:r>
              <a:rPr lang="fr-FR" smtClean="0"/>
              <a:t>ET CHASSE LES DEMONS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SUIS VENU AVEC UNE LUMIERE POUR TE RENDRE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MON ENFANT</a:t>
            </a:r>
            <a:br>
              <a:rPr lang="fr-FR" smtClean="0"/>
            </a:br>
            <a:r>
              <a:rPr lang="fr-FR" smtClean="0"/>
              <a:t>QUAND TU AURAS L’IMPRESSION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QUE TA VIE 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VIENS A JESUS </a:t>
            </a:r>
            <a:br>
              <a:rPr lang="fr-FR" smtClean="0"/>
            </a:br>
            <a:r>
              <a:rPr lang="fr-FR" smtClean="0"/>
              <a:t>ET IL NE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OH MON CHERI </a:t>
            </a:r>
            <a:br>
              <a:rPr lang="fr-FR" smtClean="0"/>
            </a:br>
            <a:r>
              <a:rPr lang="fr-FR" smtClean="0"/>
              <a:t>QUAND TU SERAS A L’AGONIE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CROIS A LA GUERISSON DE SA MAIN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ICI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ICI AU CIEL</a:t>
            </a:r>
            <a:br>
              <a:rPr lang="fr-FR" smtClean="0"/>
            </a:br>
            <a:r>
              <a:rPr lang="fr-FR" smtClean="0"/>
              <a:t> FINALEMENT TU COMPRENDRAS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ICI 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ICI AU CIEL</a:t>
            </a:r>
            <a:br>
              <a:rPr lang="fr-FR" smtClean="0"/>
            </a:br>
            <a:r>
              <a:rPr lang="fr-FR" smtClean="0"/>
              <a:t>FINALEMENT TU COMPRENDRAS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OH MON CHERI QUAND TU GRANDIRAS</a:t>
            </a:r>
            <a:br>
              <a:rPr lang="fr-FR"/>
            </a:br>
            <a:r>
              <a:rPr lang="fr-FR"/>
              <a:t>PEUT ETRE TU COMPRENDRAS</a:t>
            </a:r>
          </a:p>
          <a:p>
            <a:r>
              <a:rPr lang="fr-FR"/>
              <a:t>2-  IL DOIT AVOIR DES ANGES </a:t>
            </a:r>
            <a:br>
              <a:rPr lang="fr-FR"/>
            </a:br>
            <a:r>
              <a:rPr lang="fr-FR"/>
              <a:t>QUI DANSENT SUR TES EPAULES</a:t>
            </a:r>
          </a:p>
          <a:p>
            <a:r>
              <a:rPr lang="fr-FR"/>
              <a:t>3-  CAR PARFOIS DANS LA VIE TU AURAS BESOIN D’UNE AIDE</a:t>
            </a:r>
          </a:p>
          <a:p>
            <a:r>
              <a:rPr lang="fr-FR"/>
              <a:t>4-  OH MON CHERI, QUAND TU PRIERAS</a:t>
            </a:r>
            <a:br>
              <a:rPr lang="fr-FR"/>
            </a:br>
            <a:endParaRPr lang="fr-FR"/>
          </a:p>
          <a:p>
            <a:r>
              <a:rPr lang="fr-FR"/>
              <a:t>5-  LAISSE TES FARDEAUX  </a:t>
            </a:r>
            <a:br>
              <a:rPr lang="fr-FR"/>
            </a:br>
            <a:r>
              <a:rPr lang="fr-FR"/>
              <a:t>DEVANT MA PORTE</a:t>
            </a:r>
          </a:p>
          <a:p>
            <a:r>
              <a:rPr lang="fr-FR"/>
              <a:t>6-  TU AS JÉSUS QUI SE TIENT </a:t>
            </a:r>
            <a:br>
              <a:rPr lang="fr-FR"/>
            </a:br>
            <a:r>
              <a:rPr lang="fr-FR"/>
              <a:t>AUPRÈS DE TON LIT</a:t>
            </a:r>
          </a:p>
          <a:p>
            <a:r>
              <a:rPr lang="fr-FR"/>
              <a:t>7-  POUR TE DONNER LA PAIX, TE PROTEGER DE TOUTE SOUFFRANCE </a:t>
            </a:r>
          </a:p>
          <a:p>
            <a:r>
              <a:rPr lang="fr-FR"/>
              <a:t>8-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9-  MON ENFANT</a:t>
            </a:r>
            <a:br>
              <a:rPr lang="fr-FR"/>
            </a:br>
            <a:r>
              <a:rPr lang="fr-FR"/>
              <a:t>QUAND TU AURAS L’IMPRESSION</a:t>
            </a:r>
          </a:p>
          <a:p>
            <a:r>
              <a:rPr lang="fr-FR"/>
              <a:t>10-  QUE TA VIE  </a:t>
            </a:r>
            <a:br>
              <a:rPr lang="fr-FR"/>
            </a:br>
            <a:r>
              <a:rPr lang="fr-FR"/>
              <a:t>NE VAUT PAS LA PEINE D’ETRE VECUE</a:t>
            </a:r>
          </a:p>
          <a:p>
            <a:r>
              <a:rPr lang="fr-FR"/>
              <a:t>11-  VIENS A JESUS </a:t>
            </a:r>
            <a:br>
              <a:rPr lang="fr-FR"/>
            </a:br>
            <a:r>
              <a:rPr lang="fr-FR"/>
              <a:t>ET IL TE PRENDRA DANS SES BRAS</a:t>
            </a:r>
          </a:p>
          <a:p>
            <a:r>
              <a:rPr lang="fr-FR"/>
              <a:t>12-  OH MON CHERI QUAND TU PLEURERAS</a:t>
            </a:r>
            <a:br>
              <a:rPr lang="fr-FR"/>
            </a:br>
            <a:r>
              <a:rPr lang="fr-FR"/>
              <a:t>NE TE CACHE PAS DE MOI</a:t>
            </a:r>
          </a:p>
          <a:p>
            <a:r>
              <a:rPr lang="fr-FR"/>
              <a:t>13-  CAR J’AI VAINCU L’ENFER </a:t>
            </a:r>
            <a:br>
              <a:rPr lang="fr-FR"/>
            </a:br>
            <a:r>
              <a:rPr lang="fr-FR"/>
              <a:t>ET CHASSE LES DEMONS</a:t>
            </a:r>
          </a:p>
          <a:p>
            <a:r>
              <a:rPr lang="fr-FR"/>
              <a:t>14-  JE SUIS VENU AVEC UNE LUMIERE POUR TE RENDRE LIBRE</a:t>
            </a:r>
          </a:p>
          <a:p>
            <a:r>
              <a:rPr lang="fr-FR"/>
              <a:t>15-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16-  MON ENFANT</a:t>
            </a:r>
            <a:br>
              <a:rPr lang="fr-FR"/>
            </a:br>
            <a:r>
              <a:rPr lang="fr-FR"/>
              <a:t>QUAND TU AURAS L’IMPRESSION</a:t>
            </a:r>
            <a:br>
              <a:rPr lang="fr-FR"/>
            </a:br>
            <a:endParaRPr lang="fr-FR"/>
          </a:p>
          <a:p>
            <a:r>
              <a:rPr lang="fr-FR"/>
              <a:t>17-  QUE TA VIE NE VAUT PAS LA PEINE D’ETRE VECUE</a:t>
            </a:r>
          </a:p>
          <a:p>
            <a:r>
              <a:rPr lang="fr-FR"/>
              <a:t>18-  VIENS A JESUS </a:t>
            </a:r>
            <a:br>
              <a:rPr lang="fr-FR"/>
            </a:br>
            <a:r>
              <a:rPr lang="fr-FR"/>
              <a:t>ET IL NE PRENDRA DANS SES BRAS</a:t>
            </a:r>
          </a:p>
          <a:p>
            <a:r>
              <a:rPr lang="fr-FR"/>
              <a:t>19-  OH MON CHERI </a:t>
            </a:r>
            <a:br>
              <a:rPr lang="fr-FR"/>
            </a:br>
            <a:r>
              <a:rPr lang="fr-FR"/>
              <a:t>QUAND TU SERAS A L’AGONIE</a:t>
            </a:r>
          </a:p>
          <a:p>
            <a:r>
              <a:rPr lang="fr-FR"/>
              <a:t>20-  CROIS A LA GUERISSON DE SA MAIN</a:t>
            </a:r>
            <a:br>
              <a:rPr lang="fr-FR"/>
            </a:br>
            <a:endParaRPr lang="fr-FR"/>
          </a:p>
          <a:p>
            <a:r>
              <a:rPr lang="fr-FR"/>
              <a:t>21-  ICI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22-  ICI AU CIEL</a:t>
            </a:r>
            <a:br>
              <a:rPr lang="fr-FR"/>
            </a:br>
            <a:r>
              <a:rPr lang="fr-FR"/>
              <a:t> FINALEMENT TU COMPRENDRAS</a:t>
            </a:r>
            <a:br>
              <a:rPr lang="fr-FR"/>
            </a:br>
            <a:endParaRPr lang="fr-FR"/>
          </a:p>
          <a:p>
            <a:r>
              <a:rPr lang="fr-FR"/>
              <a:t>23-  ICI 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24-  ICI AU CIEL</a:t>
            </a:r>
            <a:br>
              <a:rPr lang="fr-FR"/>
            </a:br>
            <a:r>
              <a:rPr lang="fr-FR"/>
              <a:t>FINALEMENT TU COMPRENDRAS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MON CHERI QUAND TU GRANDIRAS</a:t>
            </a:r>
            <a:br>
              <a:rPr lang="fr-FR" smtClean="0"/>
            </a:br>
            <a:r>
              <a:rPr lang="fr-FR" smtClean="0"/>
              <a:t>PEUT ETRE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DOIT AVOIR DES ANGES </a:t>
            </a:r>
            <a:br>
              <a:rPr lang="fr-FR" smtClean="0"/>
            </a:br>
            <a:r>
              <a:rPr lang="fr-FR" smtClean="0"/>
              <a:t>QUI DANSENT SUR TES EPAULES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PARFOIS DANS LA VIE TU AURAS BESOIN D’UNE AIDE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OH MON CHERI, QUAND TU PRIERAS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LAISSE TES FARDEAUX  </a:t>
            </a:r>
            <a:br>
              <a:rPr lang="fr-FR" smtClean="0"/>
            </a:br>
            <a:r>
              <a:rPr lang="fr-FR" smtClean="0"/>
              <a:t>DEVANT MA PORTE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TU AS JÉSUS QUI SE TIENT </a:t>
            </a:r>
            <a:br>
              <a:rPr lang="fr-FR" smtClean="0"/>
            </a:br>
            <a:r>
              <a:rPr lang="fr-FR" smtClean="0"/>
              <a:t>AUPRÈS DE TON LIT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POUR TE DONNER LA PAIX, TE PROTEGER DE TOUTE SOUFFRANCE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MON ENFANT</a:t>
            </a:r>
            <a:br>
              <a:rPr lang="fr-FR" smtClean="0"/>
            </a:br>
            <a:r>
              <a:rPr lang="fr-FR" smtClean="0"/>
              <a:t>QUAND TU AURAS L’IMPRESSION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QUE TA VIE  </a:t>
            </a:r>
            <a:br>
              <a:rPr lang="fr-FR" smtClean="0"/>
            </a:br>
            <a:r>
              <a:rPr lang="fr-FR" smtClean="0"/>
              <a:t>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VIENS A JESUS </a:t>
            </a:r>
            <a:br>
              <a:rPr lang="fr-FR" smtClean="0"/>
            </a:br>
            <a:r>
              <a:rPr lang="fr-FR" smtClean="0"/>
              <a:t>ET IL TE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OH MON CHERI QUAND TU PLEURERAS</a:t>
            </a:r>
            <a:br>
              <a:rPr lang="fr-FR" smtClean="0"/>
            </a:br>
            <a:r>
              <a:rPr lang="fr-FR" smtClean="0"/>
              <a:t>NE TE CACHE PAS DE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CAR J’AI VAINCU L’ENFER </a:t>
            </a:r>
            <a:br>
              <a:rPr lang="fr-FR" smtClean="0"/>
            </a:br>
            <a:r>
              <a:rPr lang="fr-FR" smtClean="0"/>
              <a:t>ET CHASSE LES DEMONS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SUIS VENU AVEC UNE LUMIERE POUR TE RENDRE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MON ENFANT</a:t>
            </a:r>
            <a:br>
              <a:rPr lang="fr-FR" smtClean="0"/>
            </a:br>
            <a:r>
              <a:rPr lang="fr-FR" smtClean="0"/>
              <a:t>QUAND TU AURAS L’IMPRESSION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QUE TA VIE 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VIENS A JESUS </a:t>
            </a:r>
            <a:br>
              <a:rPr lang="fr-FR" smtClean="0"/>
            </a:br>
            <a:r>
              <a:rPr lang="fr-FR" smtClean="0"/>
              <a:t>ET IL NE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OH MON CHERI </a:t>
            </a:r>
            <a:br>
              <a:rPr lang="fr-FR" smtClean="0"/>
            </a:br>
            <a:r>
              <a:rPr lang="fr-FR" smtClean="0"/>
              <a:t>QUAND TU SERAS A L’AGONIE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CROIS A LA GUERISSON DE SA MAIN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ICI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ICI AU CIEL</a:t>
            </a:r>
            <a:br>
              <a:rPr lang="fr-FR" smtClean="0"/>
            </a:br>
            <a:r>
              <a:rPr lang="fr-FR" smtClean="0"/>
              <a:t> FINALEMENT TU COMPRENDRAS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ICI 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ICI AU CIEL</a:t>
            </a:r>
            <a:br>
              <a:rPr lang="fr-FR" smtClean="0"/>
            </a:br>
            <a:r>
              <a:rPr lang="fr-FR" smtClean="0"/>
              <a:t>FINALEMENT TU COMPRENDRAS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OH MON CHERI QUAND TU GRANDIRAS</a:t>
            </a:r>
            <a:br>
              <a:rPr lang="fr-FR"/>
            </a:br>
            <a:r>
              <a:rPr lang="fr-FR"/>
              <a:t>PEUT ETRE TU COMPRENDRAS</a:t>
            </a:r>
          </a:p>
          <a:p>
            <a:r>
              <a:rPr lang="fr-FR"/>
              <a:t>2-  IL DOIT AVOIR DES ANGES </a:t>
            </a:r>
            <a:br>
              <a:rPr lang="fr-FR"/>
            </a:br>
            <a:r>
              <a:rPr lang="fr-FR"/>
              <a:t>QUI DANSENT SUR TES EPAULES</a:t>
            </a:r>
          </a:p>
          <a:p>
            <a:r>
              <a:rPr lang="fr-FR"/>
              <a:t>3-  CAR PARFOIS DANS LA VIE TU AURAS BESOIN D’UNE AIDE</a:t>
            </a:r>
          </a:p>
          <a:p>
            <a:r>
              <a:rPr lang="fr-FR"/>
              <a:t>4-  OH MON CHERI, QUAND TU PRIERAS</a:t>
            </a:r>
            <a:br>
              <a:rPr lang="fr-FR"/>
            </a:br>
            <a:endParaRPr lang="fr-FR"/>
          </a:p>
          <a:p>
            <a:r>
              <a:rPr lang="fr-FR"/>
              <a:t>5-  LAISSE TES FARDEAUX  </a:t>
            </a:r>
            <a:br>
              <a:rPr lang="fr-FR"/>
            </a:br>
            <a:r>
              <a:rPr lang="fr-FR"/>
              <a:t>DEVANT MA PORTE</a:t>
            </a:r>
          </a:p>
          <a:p>
            <a:r>
              <a:rPr lang="fr-FR"/>
              <a:t>6-  TU AS JÉSUS QUI SE TIENT </a:t>
            </a:r>
            <a:br>
              <a:rPr lang="fr-FR"/>
            </a:br>
            <a:r>
              <a:rPr lang="fr-FR"/>
              <a:t>AUPRÈS DE TON LIT</a:t>
            </a:r>
          </a:p>
          <a:p>
            <a:r>
              <a:rPr lang="fr-FR"/>
              <a:t>7-  POUR TE DONNER LA PAIX, TE PROTEGER DE TOUTE SOUFFRANCE </a:t>
            </a:r>
          </a:p>
          <a:p>
            <a:r>
              <a:rPr lang="fr-FR"/>
              <a:t>8-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9-  MON ENFANT</a:t>
            </a:r>
            <a:br>
              <a:rPr lang="fr-FR"/>
            </a:br>
            <a:r>
              <a:rPr lang="fr-FR"/>
              <a:t>QUAND TU AURAS L’IMPRESSION</a:t>
            </a:r>
          </a:p>
          <a:p>
            <a:r>
              <a:rPr lang="fr-FR"/>
              <a:t>10-  QUE TA VIE  </a:t>
            </a:r>
            <a:br>
              <a:rPr lang="fr-FR"/>
            </a:br>
            <a:r>
              <a:rPr lang="fr-FR"/>
              <a:t>NE VAUT PAS LA PEINE D’ETRE VECUE</a:t>
            </a:r>
          </a:p>
          <a:p>
            <a:r>
              <a:rPr lang="fr-FR"/>
              <a:t>11-  VIENS A JESUS </a:t>
            </a:r>
            <a:br>
              <a:rPr lang="fr-FR"/>
            </a:br>
            <a:r>
              <a:rPr lang="fr-FR"/>
              <a:t>ET IL TE PRENDRA DANS SES BRAS</a:t>
            </a:r>
          </a:p>
          <a:p>
            <a:r>
              <a:rPr lang="fr-FR"/>
              <a:t>12-  OH MON CHERI QUAND TU PLEURERAS</a:t>
            </a:r>
            <a:br>
              <a:rPr lang="fr-FR"/>
            </a:br>
            <a:r>
              <a:rPr lang="fr-FR"/>
              <a:t>NE TE CACHE PAS DE MOI</a:t>
            </a:r>
          </a:p>
          <a:p>
            <a:r>
              <a:rPr lang="fr-FR"/>
              <a:t>13-  CAR J’AI VAINCU L’ENFER </a:t>
            </a:r>
            <a:br>
              <a:rPr lang="fr-FR"/>
            </a:br>
            <a:r>
              <a:rPr lang="fr-FR"/>
              <a:t>ET CHASSE LES DEMONS</a:t>
            </a:r>
          </a:p>
          <a:p>
            <a:r>
              <a:rPr lang="fr-FR"/>
              <a:t>14-  JE SUIS VENU AVEC UNE LUMIERE POUR TE RENDRE LIBRE</a:t>
            </a:r>
          </a:p>
          <a:p>
            <a:r>
              <a:rPr lang="fr-FR"/>
              <a:t>15-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16-  MON ENFANT</a:t>
            </a:r>
            <a:br>
              <a:rPr lang="fr-FR"/>
            </a:br>
            <a:r>
              <a:rPr lang="fr-FR"/>
              <a:t>QUAND TU AURAS L’IMPRESSION</a:t>
            </a:r>
            <a:br>
              <a:rPr lang="fr-FR"/>
            </a:br>
            <a:endParaRPr lang="fr-FR"/>
          </a:p>
          <a:p>
            <a:r>
              <a:rPr lang="fr-FR"/>
              <a:t>17-  QUE TA VIE NE VAUT PAS LA PEINE D’ETRE VECUE</a:t>
            </a:r>
          </a:p>
          <a:p>
            <a:r>
              <a:rPr lang="fr-FR"/>
              <a:t>18-  VIENS A JESUS </a:t>
            </a:r>
            <a:br>
              <a:rPr lang="fr-FR"/>
            </a:br>
            <a:r>
              <a:rPr lang="fr-FR"/>
              <a:t>ET IL NE PRENDRA DANS SES BRAS</a:t>
            </a:r>
          </a:p>
          <a:p>
            <a:r>
              <a:rPr lang="fr-FR"/>
              <a:t>19-  OH MON CHERI </a:t>
            </a:r>
            <a:br>
              <a:rPr lang="fr-FR"/>
            </a:br>
            <a:r>
              <a:rPr lang="fr-FR"/>
              <a:t>QUAND TU SERAS A L’AGONIE</a:t>
            </a:r>
          </a:p>
          <a:p>
            <a:r>
              <a:rPr lang="fr-FR"/>
              <a:t>20-  CROIS A LA GUERISSON DE SA MAIN</a:t>
            </a:r>
            <a:br>
              <a:rPr lang="fr-FR"/>
            </a:br>
            <a:endParaRPr lang="fr-FR"/>
          </a:p>
          <a:p>
            <a:r>
              <a:rPr lang="fr-FR"/>
              <a:t>21-  ICI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22-  ICI AU CIEL</a:t>
            </a:r>
            <a:br>
              <a:rPr lang="fr-FR"/>
            </a:br>
            <a:r>
              <a:rPr lang="fr-FR"/>
              <a:t> FINALEMENT TU COMPRENDRAS</a:t>
            </a:r>
            <a:br>
              <a:rPr lang="fr-FR"/>
            </a:br>
            <a:endParaRPr lang="fr-FR"/>
          </a:p>
          <a:p>
            <a:r>
              <a:rPr lang="fr-FR"/>
              <a:t>23-  ICI 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24-  ICI AU CIEL</a:t>
            </a:r>
            <a:br>
              <a:rPr lang="fr-FR"/>
            </a:br>
            <a:r>
              <a:rPr lang="fr-FR"/>
              <a:t>FINALEMENT TU COMPRENDRAS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MON CHERI QUAND TU GRANDIRAS</a:t>
            </a:r>
            <a:br>
              <a:rPr lang="fr-FR" smtClean="0"/>
            </a:br>
            <a:r>
              <a:rPr lang="fr-FR" smtClean="0"/>
              <a:t>PEUT ETRE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DOIT AVOIR DES ANGES </a:t>
            </a:r>
            <a:br>
              <a:rPr lang="fr-FR" smtClean="0"/>
            </a:br>
            <a:r>
              <a:rPr lang="fr-FR" smtClean="0"/>
              <a:t>QUI DANSENT SUR TES EPAULES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PARFOIS DANS LA VIE TU AURAS BESOIN D’UNE AIDE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OH MON CHERI, QUAND TU PRIERAS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LAISSE TES FARDEAUX  </a:t>
            </a:r>
            <a:br>
              <a:rPr lang="fr-FR" smtClean="0"/>
            </a:br>
            <a:r>
              <a:rPr lang="fr-FR" smtClean="0"/>
              <a:t>DEVANT MA PORTE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TU AS JÉSUS QUI SE TIENT </a:t>
            </a:r>
            <a:br>
              <a:rPr lang="fr-FR" smtClean="0"/>
            </a:br>
            <a:r>
              <a:rPr lang="fr-FR" smtClean="0"/>
              <a:t>AUPRÈS DE TON LIT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POUR TE DONNER LA PAIX, TE PROTEGER DE TOUTE SOUFFRANCE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MON ENFANT</a:t>
            </a:r>
            <a:br>
              <a:rPr lang="fr-FR" smtClean="0"/>
            </a:br>
            <a:r>
              <a:rPr lang="fr-FR" smtClean="0"/>
              <a:t>QUAND TU AURAS L’IMPRESSION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QUE TA VIE  </a:t>
            </a:r>
            <a:br>
              <a:rPr lang="fr-FR" smtClean="0"/>
            </a:br>
            <a:r>
              <a:rPr lang="fr-FR" smtClean="0"/>
              <a:t>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VIENS A JESUS </a:t>
            </a:r>
            <a:br>
              <a:rPr lang="fr-FR" smtClean="0"/>
            </a:br>
            <a:r>
              <a:rPr lang="fr-FR" smtClean="0"/>
              <a:t>ET IL TE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OH MON CHERI QUAND TU PLEURERAS</a:t>
            </a:r>
            <a:br>
              <a:rPr lang="fr-FR" smtClean="0"/>
            </a:br>
            <a:r>
              <a:rPr lang="fr-FR" smtClean="0"/>
              <a:t>NE TE CACHE PAS DE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CAR J’AI VAINCU L’ENFER </a:t>
            </a:r>
            <a:br>
              <a:rPr lang="fr-FR" smtClean="0"/>
            </a:br>
            <a:r>
              <a:rPr lang="fr-FR" smtClean="0"/>
              <a:t>ET CHASSE LES DEMONS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SUIS VENU AVEC UNE LUMIERE POUR TE RENDRE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MON ENFANT</a:t>
            </a:r>
            <a:br>
              <a:rPr lang="fr-FR" smtClean="0"/>
            </a:br>
            <a:r>
              <a:rPr lang="fr-FR" smtClean="0"/>
              <a:t>QUAND TU AURAS L’IMPRESSION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QUE TA VIE 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VIENS A JESUS </a:t>
            </a:r>
            <a:br>
              <a:rPr lang="fr-FR" smtClean="0"/>
            </a:br>
            <a:r>
              <a:rPr lang="fr-FR" smtClean="0"/>
              <a:t>ET IL NE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OH MON CHERI </a:t>
            </a:r>
            <a:br>
              <a:rPr lang="fr-FR" smtClean="0"/>
            </a:br>
            <a:r>
              <a:rPr lang="fr-FR" smtClean="0"/>
              <a:t>QUAND TU SERAS A L’AGONIE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CROIS A LA GUERISSON DE SA MAIN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ICI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ICI AU CIEL</a:t>
            </a:r>
            <a:br>
              <a:rPr lang="fr-FR" smtClean="0"/>
            </a:br>
            <a:r>
              <a:rPr lang="fr-FR" smtClean="0"/>
              <a:t> FINALEMENT TU COMPRENDRAS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ICI 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ICI AU CIEL</a:t>
            </a:r>
            <a:br>
              <a:rPr lang="fr-FR" smtClean="0"/>
            </a:br>
            <a:r>
              <a:rPr lang="fr-FR" smtClean="0"/>
              <a:t>FINALEMENT TU COMPRENDRAS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OH MON CHERI QUAND TU GRANDIRAS</a:t>
            </a:r>
            <a:br>
              <a:rPr lang="fr-FR"/>
            </a:br>
            <a:r>
              <a:rPr lang="fr-FR"/>
              <a:t>PEUT ETRE TU COMPRENDRAS</a:t>
            </a:r>
          </a:p>
          <a:p>
            <a:r>
              <a:rPr lang="fr-FR"/>
              <a:t>2-  IL DOIT AVOIR DES ANGES </a:t>
            </a:r>
            <a:br>
              <a:rPr lang="fr-FR"/>
            </a:br>
            <a:r>
              <a:rPr lang="fr-FR"/>
              <a:t>QUI DANSENT SUR TES EPAULES</a:t>
            </a:r>
          </a:p>
          <a:p>
            <a:r>
              <a:rPr lang="fr-FR"/>
              <a:t>3-  CAR PARFOIS DANS LA VIE TU AURAS BESOIN D’UNE AIDE</a:t>
            </a:r>
          </a:p>
          <a:p>
            <a:r>
              <a:rPr lang="fr-FR"/>
              <a:t>4-  OH MON CHERI, QUAND TU PRIERAS</a:t>
            </a:r>
            <a:br>
              <a:rPr lang="fr-FR"/>
            </a:br>
            <a:endParaRPr lang="fr-FR"/>
          </a:p>
          <a:p>
            <a:r>
              <a:rPr lang="fr-FR"/>
              <a:t>5-  LAISSE TES FARDEAUX  </a:t>
            </a:r>
            <a:br>
              <a:rPr lang="fr-FR"/>
            </a:br>
            <a:r>
              <a:rPr lang="fr-FR"/>
              <a:t>DEVANT MA PORTE</a:t>
            </a:r>
          </a:p>
          <a:p>
            <a:r>
              <a:rPr lang="fr-FR"/>
              <a:t>6-  TU AS JÉSUS QUI SE TIENT </a:t>
            </a:r>
            <a:br>
              <a:rPr lang="fr-FR"/>
            </a:br>
            <a:r>
              <a:rPr lang="fr-FR"/>
              <a:t>AUPRÈS DE TON LIT</a:t>
            </a:r>
          </a:p>
          <a:p>
            <a:r>
              <a:rPr lang="fr-FR"/>
              <a:t>7-  POUR TE DONNER LA PAIX, TE PROTEGER DE TOUTE SOUFFRANCE </a:t>
            </a:r>
          </a:p>
          <a:p>
            <a:r>
              <a:rPr lang="fr-FR"/>
              <a:t>8-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9-  MON ENFANT</a:t>
            </a:r>
            <a:br>
              <a:rPr lang="fr-FR"/>
            </a:br>
            <a:r>
              <a:rPr lang="fr-FR"/>
              <a:t>QUAND TU AURAS L’IMPRESSION</a:t>
            </a:r>
          </a:p>
          <a:p>
            <a:r>
              <a:rPr lang="fr-FR"/>
              <a:t>10-  QUE TA VIE  </a:t>
            </a:r>
            <a:br>
              <a:rPr lang="fr-FR"/>
            </a:br>
            <a:r>
              <a:rPr lang="fr-FR"/>
              <a:t>NE VAUT PAS LA PEINE D’ETRE VECUE</a:t>
            </a:r>
          </a:p>
          <a:p>
            <a:r>
              <a:rPr lang="fr-FR"/>
              <a:t>11-  VIENS A JESUS </a:t>
            </a:r>
            <a:br>
              <a:rPr lang="fr-FR"/>
            </a:br>
            <a:r>
              <a:rPr lang="fr-FR"/>
              <a:t>ET IL TE PRENDRA DANS SES BRAS</a:t>
            </a:r>
          </a:p>
          <a:p>
            <a:r>
              <a:rPr lang="fr-FR"/>
              <a:t>12-  OH MON CHERI QUAND TU PLEURERAS</a:t>
            </a:r>
            <a:br>
              <a:rPr lang="fr-FR"/>
            </a:br>
            <a:r>
              <a:rPr lang="fr-FR"/>
              <a:t>NE TE CACHE PAS DE MOI</a:t>
            </a:r>
          </a:p>
          <a:p>
            <a:r>
              <a:rPr lang="fr-FR"/>
              <a:t>13-  CAR J’AI VAINCU L’ENFER </a:t>
            </a:r>
            <a:br>
              <a:rPr lang="fr-FR"/>
            </a:br>
            <a:r>
              <a:rPr lang="fr-FR"/>
              <a:t>ET CHASSE LES DEMONS</a:t>
            </a:r>
          </a:p>
          <a:p>
            <a:r>
              <a:rPr lang="fr-FR"/>
              <a:t>14-  JE SUIS VENU AVEC UNE LUMIERE POUR TE RENDRE LIBRE</a:t>
            </a:r>
          </a:p>
          <a:p>
            <a:r>
              <a:rPr lang="fr-FR"/>
              <a:t>15-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16-  MON ENFANT</a:t>
            </a:r>
            <a:br>
              <a:rPr lang="fr-FR"/>
            </a:br>
            <a:r>
              <a:rPr lang="fr-FR"/>
              <a:t>QUAND TU AURAS L’IMPRESSION</a:t>
            </a:r>
            <a:br>
              <a:rPr lang="fr-FR"/>
            </a:br>
            <a:endParaRPr lang="fr-FR"/>
          </a:p>
          <a:p>
            <a:r>
              <a:rPr lang="fr-FR"/>
              <a:t>17-  QUE TA VIE NE VAUT PAS LA PEINE D’ETRE VECUE</a:t>
            </a:r>
          </a:p>
          <a:p>
            <a:r>
              <a:rPr lang="fr-FR"/>
              <a:t>18-  VIENS A JESUS </a:t>
            </a:r>
            <a:br>
              <a:rPr lang="fr-FR"/>
            </a:br>
            <a:r>
              <a:rPr lang="fr-FR"/>
              <a:t>ET IL NE PRENDRA DANS SES BRAS</a:t>
            </a:r>
          </a:p>
          <a:p>
            <a:r>
              <a:rPr lang="fr-FR"/>
              <a:t>19-  OH MON CHERI </a:t>
            </a:r>
            <a:br>
              <a:rPr lang="fr-FR"/>
            </a:br>
            <a:r>
              <a:rPr lang="fr-FR"/>
              <a:t>QUAND TU SERAS A L’AGONIE</a:t>
            </a:r>
          </a:p>
          <a:p>
            <a:r>
              <a:rPr lang="fr-FR"/>
              <a:t>20-  CROIS A LA GUERISSON DE SA MAIN</a:t>
            </a:r>
            <a:br>
              <a:rPr lang="fr-FR"/>
            </a:br>
            <a:endParaRPr lang="fr-FR"/>
          </a:p>
          <a:p>
            <a:r>
              <a:rPr lang="fr-FR"/>
              <a:t>21-  ICI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22-  ICI AU CIEL</a:t>
            </a:r>
            <a:br>
              <a:rPr lang="fr-FR"/>
            </a:br>
            <a:r>
              <a:rPr lang="fr-FR"/>
              <a:t> FINALEMENT TU COMPRENDRAS</a:t>
            </a:r>
            <a:br>
              <a:rPr lang="fr-FR"/>
            </a:br>
            <a:endParaRPr lang="fr-FR"/>
          </a:p>
          <a:p>
            <a:r>
              <a:rPr lang="fr-FR"/>
              <a:t>23-  ICI 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24-  ICI AU CIEL</a:t>
            </a:r>
            <a:br>
              <a:rPr lang="fr-FR"/>
            </a:br>
            <a:r>
              <a:rPr lang="fr-FR"/>
              <a:t>FINALEMENT TU COMPRENDRAS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MON CHERI QUAND TU GRANDIRAS</a:t>
            </a:r>
            <a:br>
              <a:rPr lang="fr-FR" smtClean="0"/>
            </a:br>
            <a:r>
              <a:rPr lang="fr-FR" smtClean="0"/>
              <a:t>PEUT ETRE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DOIT AVOIR DES ANGES </a:t>
            </a:r>
            <a:br>
              <a:rPr lang="fr-FR" smtClean="0"/>
            </a:br>
            <a:r>
              <a:rPr lang="fr-FR" smtClean="0"/>
              <a:t>QUI DANSENT SUR TES EPAULES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PARFOIS DANS LA VIE TU AURAS BESOIN D’UNE AIDE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OH MON CHERI, QUAND TU PRIERAS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LAISSE TES FARDEAUX  </a:t>
            </a:r>
            <a:br>
              <a:rPr lang="fr-FR" smtClean="0"/>
            </a:br>
            <a:r>
              <a:rPr lang="fr-FR" smtClean="0"/>
              <a:t>DEVANT MA PORTE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TU AS JÉSUS QUI SE TIENT </a:t>
            </a:r>
            <a:br>
              <a:rPr lang="fr-FR" smtClean="0"/>
            </a:br>
            <a:r>
              <a:rPr lang="fr-FR" smtClean="0"/>
              <a:t>AUPRÈS DE TON LIT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POUR TE DONNER LA PAIX, TE PROTEGER DE TOUTE SOUFFRANCE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MON ENFANT</a:t>
            </a:r>
            <a:br>
              <a:rPr lang="fr-FR" smtClean="0"/>
            </a:br>
            <a:r>
              <a:rPr lang="fr-FR" smtClean="0"/>
              <a:t>QUAND TU AURAS L’IMPRESSION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QUE TA VIE  </a:t>
            </a:r>
            <a:br>
              <a:rPr lang="fr-FR" smtClean="0"/>
            </a:br>
            <a:r>
              <a:rPr lang="fr-FR" smtClean="0"/>
              <a:t>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VIENS A JESUS </a:t>
            </a:r>
            <a:br>
              <a:rPr lang="fr-FR" smtClean="0"/>
            </a:br>
            <a:r>
              <a:rPr lang="fr-FR" smtClean="0"/>
              <a:t>ET IL TE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OH MON CHERI QUAND TU PLEURERAS</a:t>
            </a:r>
            <a:br>
              <a:rPr lang="fr-FR" smtClean="0"/>
            </a:br>
            <a:r>
              <a:rPr lang="fr-FR" smtClean="0"/>
              <a:t>NE TE CACHE PAS DE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CAR J’AI VAINCU L’ENFER </a:t>
            </a:r>
            <a:br>
              <a:rPr lang="fr-FR" smtClean="0"/>
            </a:br>
            <a:r>
              <a:rPr lang="fr-FR" smtClean="0"/>
              <a:t>ET CHASSE LES DEMONS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SUIS VENU AVEC UNE LUMIERE POUR TE RENDRE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MON ENFANT</a:t>
            </a:r>
            <a:br>
              <a:rPr lang="fr-FR" smtClean="0"/>
            </a:br>
            <a:r>
              <a:rPr lang="fr-FR" smtClean="0"/>
              <a:t>QUAND TU AURAS L’IMPRESSION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QUE TA VIE 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VIENS A JESUS </a:t>
            </a:r>
            <a:br>
              <a:rPr lang="fr-FR" smtClean="0"/>
            </a:br>
            <a:r>
              <a:rPr lang="fr-FR" smtClean="0"/>
              <a:t>ET IL NE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OH MON CHERI </a:t>
            </a:r>
            <a:br>
              <a:rPr lang="fr-FR" smtClean="0"/>
            </a:br>
            <a:r>
              <a:rPr lang="fr-FR" smtClean="0"/>
              <a:t>QUAND TU SERAS A L’AGONIE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CROIS A LA GUERISSON DE SA MAIN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ICI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ICI AU CIEL</a:t>
            </a:r>
            <a:br>
              <a:rPr lang="fr-FR" smtClean="0"/>
            </a:br>
            <a:r>
              <a:rPr lang="fr-FR" smtClean="0"/>
              <a:t> FINALEMENT TU COMPRENDRAS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ICI 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ICI AU CIEL</a:t>
            </a:r>
            <a:br>
              <a:rPr lang="fr-FR" smtClean="0"/>
            </a:br>
            <a:r>
              <a:rPr lang="fr-FR" smtClean="0"/>
              <a:t>FINALEMENT TU COMPRENDRAS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OH MON CHERI QUAND TU GRANDIRAS</a:t>
            </a:r>
            <a:br>
              <a:rPr lang="fr-FR"/>
            </a:br>
            <a:r>
              <a:rPr lang="fr-FR"/>
              <a:t>PEUT ETRE TU COMPRENDRAS</a:t>
            </a:r>
          </a:p>
          <a:p>
            <a:r>
              <a:rPr lang="fr-FR"/>
              <a:t>2-  IL DOIT AVOIR DES ANGES </a:t>
            </a:r>
            <a:br>
              <a:rPr lang="fr-FR"/>
            </a:br>
            <a:r>
              <a:rPr lang="fr-FR"/>
              <a:t>QUI DANSENT SUR TES EPAULES</a:t>
            </a:r>
          </a:p>
          <a:p>
            <a:r>
              <a:rPr lang="fr-FR"/>
              <a:t>3-  CAR PARFOIS DANS LA VIE TU AURAS BESOIN D’UNE AIDE</a:t>
            </a:r>
          </a:p>
          <a:p>
            <a:r>
              <a:rPr lang="fr-FR"/>
              <a:t>4-  OH MON CHERI, QUAND TU PRIERAS</a:t>
            </a:r>
            <a:br>
              <a:rPr lang="fr-FR"/>
            </a:br>
            <a:endParaRPr lang="fr-FR"/>
          </a:p>
          <a:p>
            <a:r>
              <a:rPr lang="fr-FR"/>
              <a:t>5-  LAISSE TES FARDEAUX  </a:t>
            </a:r>
            <a:br>
              <a:rPr lang="fr-FR"/>
            </a:br>
            <a:r>
              <a:rPr lang="fr-FR"/>
              <a:t>DEVANT MA PORTE</a:t>
            </a:r>
          </a:p>
          <a:p>
            <a:r>
              <a:rPr lang="fr-FR"/>
              <a:t>6-  TU AS JÉSUS QUI SE TIENT </a:t>
            </a:r>
            <a:br>
              <a:rPr lang="fr-FR"/>
            </a:br>
            <a:r>
              <a:rPr lang="fr-FR"/>
              <a:t>AUPRÈS DE TON LIT</a:t>
            </a:r>
          </a:p>
          <a:p>
            <a:r>
              <a:rPr lang="fr-FR"/>
              <a:t>7-  POUR TE DONNER LA PAIX, TE PROTEGER DE TOUTE SOUFFRANCE </a:t>
            </a:r>
          </a:p>
          <a:p>
            <a:r>
              <a:rPr lang="fr-FR"/>
              <a:t>8-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9-  MON ENFANT</a:t>
            </a:r>
            <a:br>
              <a:rPr lang="fr-FR"/>
            </a:br>
            <a:r>
              <a:rPr lang="fr-FR"/>
              <a:t>QUAND TU AURAS L’IMPRESSION</a:t>
            </a:r>
          </a:p>
          <a:p>
            <a:r>
              <a:rPr lang="fr-FR"/>
              <a:t>10-  QUE TA VIE  </a:t>
            </a:r>
            <a:br>
              <a:rPr lang="fr-FR"/>
            </a:br>
            <a:r>
              <a:rPr lang="fr-FR"/>
              <a:t>NE VAUT PAS LA PEINE D’ETRE VECUE</a:t>
            </a:r>
          </a:p>
          <a:p>
            <a:r>
              <a:rPr lang="fr-FR"/>
              <a:t>11-  VIENS A JESUS </a:t>
            </a:r>
            <a:br>
              <a:rPr lang="fr-FR"/>
            </a:br>
            <a:r>
              <a:rPr lang="fr-FR"/>
              <a:t>ET IL TE PRENDRA DANS SES BRAS</a:t>
            </a:r>
          </a:p>
          <a:p>
            <a:r>
              <a:rPr lang="fr-FR"/>
              <a:t>12-  OH MON CHERI QUAND TU PLEURERAS</a:t>
            </a:r>
            <a:br>
              <a:rPr lang="fr-FR"/>
            </a:br>
            <a:r>
              <a:rPr lang="fr-FR"/>
              <a:t>NE TE CACHE PAS DE MOI</a:t>
            </a:r>
          </a:p>
          <a:p>
            <a:r>
              <a:rPr lang="fr-FR"/>
              <a:t>13-  CAR J’AI VAINCU L’ENFER </a:t>
            </a:r>
            <a:br>
              <a:rPr lang="fr-FR"/>
            </a:br>
            <a:r>
              <a:rPr lang="fr-FR"/>
              <a:t>ET CHASSE LES DEMONS</a:t>
            </a:r>
          </a:p>
          <a:p>
            <a:r>
              <a:rPr lang="fr-FR"/>
              <a:t>14-  JE SUIS VENU AVEC UNE LUMIERE POUR TE RENDRE LIBRE</a:t>
            </a:r>
          </a:p>
          <a:p>
            <a:r>
              <a:rPr lang="fr-FR"/>
              <a:t>15-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16-  MON ENFANT</a:t>
            </a:r>
            <a:br>
              <a:rPr lang="fr-FR"/>
            </a:br>
            <a:r>
              <a:rPr lang="fr-FR"/>
              <a:t>QUAND TU AURAS L’IMPRESSION</a:t>
            </a:r>
            <a:br>
              <a:rPr lang="fr-FR"/>
            </a:br>
            <a:endParaRPr lang="fr-FR"/>
          </a:p>
          <a:p>
            <a:r>
              <a:rPr lang="fr-FR"/>
              <a:t>17-  QUE TA VIE NE VAUT PAS LA PEINE D’ETRE VECUE</a:t>
            </a:r>
          </a:p>
          <a:p>
            <a:r>
              <a:rPr lang="fr-FR"/>
              <a:t>18-  VIENS A JESUS </a:t>
            </a:r>
            <a:br>
              <a:rPr lang="fr-FR"/>
            </a:br>
            <a:r>
              <a:rPr lang="fr-FR"/>
              <a:t>ET IL NE PRENDRA DANS SES BRAS</a:t>
            </a:r>
          </a:p>
          <a:p>
            <a:r>
              <a:rPr lang="fr-FR"/>
              <a:t>19-  OH MON CHERI </a:t>
            </a:r>
            <a:br>
              <a:rPr lang="fr-FR"/>
            </a:br>
            <a:r>
              <a:rPr lang="fr-FR"/>
              <a:t>QUAND TU SERAS A L’AGONIE</a:t>
            </a:r>
          </a:p>
          <a:p>
            <a:r>
              <a:rPr lang="fr-FR"/>
              <a:t>20-  CROIS A LA GUERISSON DE SA MAIN</a:t>
            </a:r>
            <a:br>
              <a:rPr lang="fr-FR"/>
            </a:br>
            <a:endParaRPr lang="fr-FR"/>
          </a:p>
          <a:p>
            <a:r>
              <a:rPr lang="fr-FR"/>
              <a:t>21-  ICI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22-  ICI AU CIEL</a:t>
            </a:r>
            <a:br>
              <a:rPr lang="fr-FR"/>
            </a:br>
            <a:r>
              <a:rPr lang="fr-FR"/>
              <a:t> FINALEMENT TU COMPRENDRAS</a:t>
            </a:r>
            <a:br>
              <a:rPr lang="fr-FR"/>
            </a:br>
            <a:endParaRPr lang="fr-FR"/>
          </a:p>
          <a:p>
            <a:r>
              <a:rPr lang="fr-FR"/>
              <a:t>23-  ICI 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24-  ICI AU CIEL</a:t>
            </a:r>
            <a:br>
              <a:rPr lang="fr-FR"/>
            </a:br>
            <a:r>
              <a:rPr lang="fr-FR"/>
              <a:t>FINALEMENT TU COMPRENDRAS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MON CHERI QUAND TU GRANDIRAS</a:t>
            </a:r>
            <a:br>
              <a:rPr lang="fr-FR" smtClean="0"/>
            </a:br>
            <a:r>
              <a:rPr lang="fr-FR" smtClean="0"/>
              <a:t>PEUT ETRE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DOIT AVOIR DES ANGES </a:t>
            </a:r>
            <a:br>
              <a:rPr lang="fr-FR" smtClean="0"/>
            </a:br>
            <a:r>
              <a:rPr lang="fr-FR" smtClean="0"/>
              <a:t>QUI DANSENT SUR TES EPAULES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PARFOIS DANS LA VIE TU AURAS BESOIN D’UNE AIDE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OH MON CHERI, QUAND TU PRIERAS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LAISSE TES FARDEAUX  </a:t>
            </a:r>
            <a:br>
              <a:rPr lang="fr-FR" smtClean="0"/>
            </a:br>
            <a:r>
              <a:rPr lang="fr-FR" smtClean="0"/>
              <a:t>DEVANT MA PORTE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TU AS JÉSUS QUI SE TIENT </a:t>
            </a:r>
            <a:br>
              <a:rPr lang="fr-FR" smtClean="0"/>
            </a:br>
            <a:r>
              <a:rPr lang="fr-FR" smtClean="0"/>
              <a:t>AUPRÈS DE TON LIT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POUR TE DONNER LA PAIX, TE PROTEGER DE TOUTE SOUFFRANCE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MON ENFANT</a:t>
            </a:r>
            <a:br>
              <a:rPr lang="fr-FR" smtClean="0"/>
            </a:br>
            <a:r>
              <a:rPr lang="fr-FR" smtClean="0"/>
              <a:t>QUAND TU AURAS L’IMPRESSION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QUE TA VIE  </a:t>
            </a:r>
            <a:br>
              <a:rPr lang="fr-FR" smtClean="0"/>
            </a:br>
            <a:r>
              <a:rPr lang="fr-FR" smtClean="0"/>
              <a:t>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VIENS A JESUS </a:t>
            </a:r>
            <a:br>
              <a:rPr lang="fr-FR" smtClean="0"/>
            </a:br>
            <a:r>
              <a:rPr lang="fr-FR" smtClean="0"/>
              <a:t>ET IL TE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OH MON CHERI QUAND TU PLEURERAS</a:t>
            </a:r>
            <a:br>
              <a:rPr lang="fr-FR" smtClean="0"/>
            </a:br>
            <a:r>
              <a:rPr lang="fr-FR" smtClean="0"/>
              <a:t>NE TE CACHE PAS DE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CAR J’AI VAINCU L’ENFER </a:t>
            </a:r>
            <a:br>
              <a:rPr lang="fr-FR" smtClean="0"/>
            </a:br>
            <a:r>
              <a:rPr lang="fr-FR" smtClean="0"/>
              <a:t>ET CHASSE LES DEMONS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SUIS VENU AVEC UNE LUMIERE POUR TE RENDRE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MON ENFANT</a:t>
            </a:r>
            <a:br>
              <a:rPr lang="fr-FR" smtClean="0"/>
            </a:br>
            <a:r>
              <a:rPr lang="fr-FR" smtClean="0"/>
              <a:t>QUAND TU AURAS L’IMPRESSION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QUE TA VIE 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VIENS A JESUS </a:t>
            </a:r>
            <a:br>
              <a:rPr lang="fr-FR" smtClean="0"/>
            </a:br>
            <a:r>
              <a:rPr lang="fr-FR" smtClean="0"/>
              <a:t>ET IL NE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OH MON CHERI </a:t>
            </a:r>
            <a:br>
              <a:rPr lang="fr-FR" smtClean="0"/>
            </a:br>
            <a:r>
              <a:rPr lang="fr-FR" smtClean="0"/>
              <a:t>QUAND TU SERAS A L’AGONIE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CROIS A LA GUERISSON DE SA MAIN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ICI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ICI AU CIEL</a:t>
            </a:r>
            <a:br>
              <a:rPr lang="fr-FR" smtClean="0"/>
            </a:br>
            <a:r>
              <a:rPr lang="fr-FR" smtClean="0"/>
              <a:t> FINALEMENT TU COMPRENDRAS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ICI 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ICI AU CIEL</a:t>
            </a:r>
            <a:br>
              <a:rPr lang="fr-FR" smtClean="0"/>
            </a:br>
            <a:r>
              <a:rPr lang="fr-FR" smtClean="0"/>
              <a:t>FINALEMENT TU COMPRENDRAS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OH MON CHERI QUAND TU GRANDIRAS</a:t>
            </a:r>
            <a:br>
              <a:rPr lang="fr-FR"/>
            </a:br>
            <a:r>
              <a:rPr lang="fr-FR"/>
              <a:t>PEUT ETRE TU COMPRENDRAS</a:t>
            </a:r>
          </a:p>
          <a:p>
            <a:r>
              <a:rPr lang="fr-FR"/>
              <a:t>2-  IL DOIT AVOIR DES ANGES </a:t>
            </a:r>
            <a:br>
              <a:rPr lang="fr-FR"/>
            </a:br>
            <a:r>
              <a:rPr lang="fr-FR"/>
              <a:t>QUI DANSENT SUR TES EPAULES</a:t>
            </a:r>
          </a:p>
          <a:p>
            <a:r>
              <a:rPr lang="fr-FR"/>
              <a:t>3-  CAR PARFOIS DANS LA VIE TU AURAS BESOIN D’UNE AIDE</a:t>
            </a:r>
          </a:p>
          <a:p>
            <a:r>
              <a:rPr lang="fr-FR"/>
              <a:t>4-  OH MON CHERI, QUAND TU PRIERAS</a:t>
            </a:r>
            <a:br>
              <a:rPr lang="fr-FR"/>
            </a:br>
            <a:endParaRPr lang="fr-FR"/>
          </a:p>
          <a:p>
            <a:r>
              <a:rPr lang="fr-FR"/>
              <a:t>5-  LAISSE TES FARDEAUX  </a:t>
            </a:r>
            <a:br>
              <a:rPr lang="fr-FR"/>
            </a:br>
            <a:r>
              <a:rPr lang="fr-FR"/>
              <a:t>DEVANT MA PORTE</a:t>
            </a:r>
          </a:p>
          <a:p>
            <a:r>
              <a:rPr lang="fr-FR"/>
              <a:t>6-  TU AS JÉSUS QUI SE TIENT </a:t>
            </a:r>
            <a:br>
              <a:rPr lang="fr-FR"/>
            </a:br>
            <a:r>
              <a:rPr lang="fr-FR"/>
              <a:t>AUPRÈS DE TON LIT</a:t>
            </a:r>
          </a:p>
          <a:p>
            <a:r>
              <a:rPr lang="fr-FR"/>
              <a:t>7-  POUR TE DONNER LA PAIX, TE PROTEGER DE TOUTE SOUFFRANCE </a:t>
            </a:r>
          </a:p>
          <a:p>
            <a:r>
              <a:rPr lang="fr-FR"/>
              <a:t>8-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9-  MON ENFANT</a:t>
            </a:r>
            <a:br>
              <a:rPr lang="fr-FR"/>
            </a:br>
            <a:r>
              <a:rPr lang="fr-FR"/>
              <a:t>QUAND TU AURAS L’IMPRESSION</a:t>
            </a:r>
          </a:p>
          <a:p>
            <a:r>
              <a:rPr lang="fr-FR"/>
              <a:t>10-  QUE TA VIE  </a:t>
            </a:r>
            <a:br>
              <a:rPr lang="fr-FR"/>
            </a:br>
            <a:r>
              <a:rPr lang="fr-FR"/>
              <a:t>NE VAUT PAS LA PEINE D’ETRE VECUE</a:t>
            </a:r>
          </a:p>
          <a:p>
            <a:r>
              <a:rPr lang="fr-FR"/>
              <a:t>11-  VIENS A JESUS </a:t>
            </a:r>
            <a:br>
              <a:rPr lang="fr-FR"/>
            </a:br>
            <a:r>
              <a:rPr lang="fr-FR"/>
              <a:t>ET IL TE PRENDRA DANS SES BRAS</a:t>
            </a:r>
          </a:p>
          <a:p>
            <a:r>
              <a:rPr lang="fr-FR"/>
              <a:t>12-  OH MON CHERI QUAND TU PLEURERAS</a:t>
            </a:r>
            <a:br>
              <a:rPr lang="fr-FR"/>
            </a:br>
            <a:r>
              <a:rPr lang="fr-FR"/>
              <a:t>NE TE CACHE PAS DE MOI</a:t>
            </a:r>
          </a:p>
          <a:p>
            <a:r>
              <a:rPr lang="fr-FR"/>
              <a:t>13-  CAR J’AI VAINCU L’ENFER </a:t>
            </a:r>
            <a:br>
              <a:rPr lang="fr-FR"/>
            </a:br>
            <a:r>
              <a:rPr lang="fr-FR"/>
              <a:t>ET CHASSE LES DEMONS</a:t>
            </a:r>
          </a:p>
          <a:p>
            <a:r>
              <a:rPr lang="fr-FR"/>
              <a:t>14-  JE SUIS VENU AVEC UNE LUMIERE POUR TE RENDRE LIBRE</a:t>
            </a:r>
          </a:p>
          <a:p>
            <a:r>
              <a:rPr lang="fr-FR"/>
              <a:t>15-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16-  MON ENFANT</a:t>
            </a:r>
            <a:br>
              <a:rPr lang="fr-FR"/>
            </a:br>
            <a:r>
              <a:rPr lang="fr-FR"/>
              <a:t>QUAND TU AURAS L’IMPRESSION</a:t>
            </a:r>
            <a:br>
              <a:rPr lang="fr-FR"/>
            </a:br>
            <a:endParaRPr lang="fr-FR"/>
          </a:p>
          <a:p>
            <a:r>
              <a:rPr lang="fr-FR"/>
              <a:t>17-  QUE TA VIE NE VAUT PAS LA PEINE D’ETRE VECUE</a:t>
            </a:r>
          </a:p>
          <a:p>
            <a:r>
              <a:rPr lang="fr-FR"/>
              <a:t>18-  VIENS A JESUS </a:t>
            </a:r>
            <a:br>
              <a:rPr lang="fr-FR"/>
            </a:br>
            <a:r>
              <a:rPr lang="fr-FR"/>
              <a:t>ET IL NE PRENDRA DANS SES BRAS</a:t>
            </a:r>
          </a:p>
          <a:p>
            <a:r>
              <a:rPr lang="fr-FR"/>
              <a:t>19-  OH MON CHERI </a:t>
            </a:r>
            <a:br>
              <a:rPr lang="fr-FR"/>
            </a:br>
            <a:r>
              <a:rPr lang="fr-FR"/>
              <a:t>QUAND TU SERAS A L’AGONIE</a:t>
            </a:r>
          </a:p>
          <a:p>
            <a:r>
              <a:rPr lang="fr-FR"/>
              <a:t>20-  CROIS A LA GUERISSON DE SA MAIN</a:t>
            </a:r>
            <a:br>
              <a:rPr lang="fr-FR"/>
            </a:br>
            <a:endParaRPr lang="fr-FR"/>
          </a:p>
          <a:p>
            <a:r>
              <a:rPr lang="fr-FR"/>
              <a:t>21-  ICI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22-  ICI AU CIEL</a:t>
            </a:r>
            <a:br>
              <a:rPr lang="fr-FR"/>
            </a:br>
            <a:r>
              <a:rPr lang="fr-FR"/>
              <a:t> FINALEMENT TU COMPRENDRAS</a:t>
            </a:r>
            <a:br>
              <a:rPr lang="fr-FR"/>
            </a:br>
            <a:endParaRPr lang="fr-FR"/>
          </a:p>
          <a:p>
            <a:r>
              <a:rPr lang="fr-FR"/>
              <a:t>23-  ICI 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24-  ICI AU CIEL</a:t>
            </a:r>
            <a:br>
              <a:rPr lang="fr-FR"/>
            </a:br>
            <a:r>
              <a:rPr lang="fr-FR"/>
              <a:t>FINALEMENT TU COMPRENDRAS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MON CHERI QUAND TU GRANDIRAS</a:t>
            </a:r>
            <a:br>
              <a:rPr lang="fr-FR" smtClean="0"/>
            </a:br>
            <a:r>
              <a:rPr lang="fr-FR" smtClean="0"/>
              <a:t>PEUT ETRE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DOIT AVOIR DES ANGES </a:t>
            </a:r>
            <a:br>
              <a:rPr lang="fr-FR" smtClean="0"/>
            </a:br>
            <a:r>
              <a:rPr lang="fr-FR" smtClean="0"/>
              <a:t>QUI DANSENT SUR TES EPAULES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PARFOIS DANS LA VIE TU AURAS BESOIN D’UNE AIDE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OH MON CHERI, QUAND TU PRIERAS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LAISSE TES FARDEAUX  </a:t>
            </a:r>
            <a:br>
              <a:rPr lang="fr-FR" smtClean="0"/>
            </a:br>
            <a:r>
              <a:rPr lang="fr-FR" smtClean="0"/>
              <a:t>DEVANT MA PORTE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TU AS JÉSUS QUI SE TIENT </a:t>
            </a:r>
            <a:br>
              <a:rPr lang="fr-FR" smtClean="0"/>
            </a:br>
            <a:r>
              <a:rPr lang="fr-FR" smtClean="0"/>
              <a:t>AUPRÈS DE TON LIT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POUR TE DONNER LA PAIX, TE PROTEGER DE TOUTE SOUFFRANCE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MON ENFANT</a:t>
            </a:r>
            <a:br>
              <a:rPr lang="fr-FR" smtClean="0"/>
            </a:br>
            <a:r>
              <a:rPr lang="fr-FR" smtClean="0"/>
              <a:t>QUAND TU AURAS L’IMPRESSION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QUE TA VIE  </a:t>
            </a:r>
            <a:br>
              <a:rPr lang="fr-FR" smtClean="0"/>
            </a:br>
            <a:r>
              <a:rPr lang="fr-FR" smtClean="0"/>
              <a:t>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VIENS A JESUS </a:t>
            </a:r>
            <a:br>
              <a:rPr lang="fr-FR" smtClean="0"/>
            </a:br>
            <a:r>
              <a:rPr lang="fr-FR" smtClean="0"/>
              <a:t>ET IL TE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OH MON CHERI QUAND TU PLEURERAS</a:t>
            </a:r>
            <a:br>
              <a:rPr lang="fr-FR" smtClean="0"/>
            </a:br>
            <a:r>
              <a:rPr lang="fr-FR" smtClean="0"/>
              <a:t>NE TE CACHE PAS DE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CAR J’AI VAINCU L’ENFER </a:t>
            </a:r>
            <a:br>
              <a:rPr lang="fr-FR" smtClean="0"/>
            </a:br>
            <a:r>
              <a:rPr lang="fr-FR" smtClean="0"/>
              <a:t>ET CHASSE LES DEMONS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SUIS VENU AVEC UNE LUMIERE POUR TE RENDRE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MON ENFANT</a:t>
            </a:r>
            <a:br>
              <a:rPr lang="fr-FR" smtClean="0"/>
            </a:br>
            <a:r>
              <a:rPr lang="fr-FR" smtClean="0"/>
              <a:t>QUAND TU AURAS L’IMPRESSION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QUE TA VIE 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VIENS A JESUS </a:t>
            </a:r>
            <a:br>
              <a:rPr lang="fr-FR" smtClean="0"/>
            </a:br>
            <a:r>
              <a:rPr lang="fr-FR" smtClean="0"/>
              <a:t>ET IL NE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OH MON CHERI </a:t>
            </a:r>
            <a:br>
              <a:rPr lang="fr-FR" smtClean="0"/>
            </a:br>
            <a:r>
              <a:rPr lang="fr-FR" smtClean="0"/>
              <a:t>QUAND TU SERAS A L’AGONIE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CROIS A LA GUERISSON DE SA MAIN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ICI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ICI AU CIEL</a:t>
            </a:r>
            <a:br>
              <a:rPr lang="fr-FR" smtClean="0"/>
            </a:br>
            <a:r>
              <a:rPr lang="fr-FR" smtClean="0"/>
              <a:t> FINALEMENT TU COMPRENDRAS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ICI 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ICI AU CIEL</a:t>
            </a:r>
            <a:br>
              <a:rPr lang="fr-FR" smtClean="0"/>
            </a:br>
            <a:r>
              <a:rPr lang="fr-FR" smtClean="0"/>
              <a:t>FINALEMENT TU COMPRENDRAS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OH MON CHERI QUAND TU GRANDIRAS</a:t>
            </a:r>
            <a:br>
              <a:rPr lang="fr-FR"/>
            </a:br>
            <a:r>
              <a:rPr lang="fr-FR"/>
              <a:t>PEUT ETRE TU COMPRENDRAS</a:t>
            </a:r>
          </a:p>
          <a:p>
            <a:r>
              <a:rPr lang="fr-FR"/>
              <a:t>2-  IL DOIT AVOIR DES ANGES </a:t>
            </a:r>
            <a:br>
              <a:rPr lang="fr-FR"/>
            </a:br>
            <a:r>
              <a:rPr lang="fr-FR"/>
              <a:t>QUI DANSENT SUR TES EPAULES</a:t>
            </a:r>
          </a:p>
          <a:p>
            <a:r>
              <a:rPr lang="fr-FR"/>
              <a:t>3-  CAR PARFOIS DANS LA VIE TU AURAS BESOIN D’UNE AIDE</a:t>
            </a:r>
          </a:p>
          <a:p>
            <a:r>
              <a:rPr lang="fr-FR"/>
              <a:t>4-  OH MON CHERI, QUAND TU PRIERAS</a:t>
            </a:r>
            <a:br>
              <a:rPr lang="fr-FR"/>
            </a:br>
            <a:endParaRPr lang="fr-FR"/>
          </a:p>
          <a:p>
            <a:r>
              <a:rPr lang="fr-FR"/>
              <a:t>5-  LAISSE TES FARDEAUX  </a:t>
            </a:r>
            <a:br>
              <a:rPr lang="fr-FR"/>
            </a:br>
            <a:r>
              <a:rPr lang="fr-FR"/>
              <a:t>DEVANT MA PORTE</a:t>
            </a:r>
          </a:p>
          <a:p>
            <a:r>
              <a:rPr lang="fr-FR"/>
              <a:t>6-  TU AS JÉSUS QUI SE TIENT </a:t>
            </a:r>
            <a:br>
              <a:rPr lang="fr-FR"/>
            </a:br>
            <a:r>
              <a:rPr lang="fr-FR"/>
              <a:t>AUPRÈS DE TON LIT</a:t>
            </a:r>
          </a:p>
          <a:p>
            <a:r>
              <a:rPr lang="fr-FR"/>
              <a:t>7-  POUR TE DONNER LA PAIX, TE PROTEGER DE TOUTE SOUFFRANCE </a:t>
            </a:r>
          </a:p>
          <a:p>
            <a:r>
              <a:rPr lang="fr-FR"/>
              <a:t>8-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9-  MON ENFANT</a:t>
            </a:r>
            <a:br>
              <a:rPr lang="fr-FR"/>
            </a:br>
            <a:r>
              <a:rPr lang="fr-FR"/>
              <a:t>QUAND TU AURAS L’IMPRESSION</a:t>
            </a:r>
          </a:p>
          <a:p>
            <a:r>
              <a:rPr lang="fr-FR"/>
              <a:t>10-  QUE TA VIE  </a:t>
            </a:r>
            <a:br>
              <a:rPr lang="fr-FR"/>
            </a:br>
            <a:r>
              <a:rPr lang="fr-FR"/>
              <a:t>NE VAUT PAS LA PEINE D’ETRE VECUE</a:t>
            </a:r>
          </a:p>
          <a:p>
            <a:r>
              <a:rPr lang="fr-FR"/>
              <a:t>11-  VIENS A JESUS </a:t>
            </a:r>
            <a:br>
              <a:rPr lang="fr-FR"/>
            </a:br>
            <a:r>
              <a:rPr lang="fr-FR"/>
              <a:t>ET IL TE PRENDRA DANS SES BRAS</a:t>
            </a:r>
          </a:p>
          <a:p>
            <a:r>
              <a:rPr lang="fr-FR"/>
              <a:t>12-  OH MON CHERI QUAND TU PLEURERAS</a:t>
            </a:r>
            <a:br>
              <a:rPr lang="fr-FR"/>
            </a:br>
            <a:r>
              <a:rPr lang="fr-FR"/>
              <a:t>NE TE CACHE PAS DE MOI</a:t>
            </a:r>
          </a:p>
          <a:p>
            <a:r>
              <a:rPr lang="fr-FR"/>
              <a:t>13-  CAR J’AI VAINCU L’ENFER </a:t>
            </a:r>
            <a:br>
              <a:rPr lang="fr-FR"/>
            </a:br>
            <a:r>
              <a:rPr lang="fr-FR"/>
              <a:t>ET CHASSE LES DEMONS</a:t>
            </a:r>
          </a:p>
          <a:p>
            <a:r>
              <a:rPr lang="fr-FR"/>
              <a:t>14-  JE SUIS VENU AVEC UNE LUMIERE POUR TE RENDRE LIBRE</a:t>
            </a:r>
          </a:p>
          <a:p>
            <a:r>
              <a:rPr lang="fr-FR"/>
              <a:t>15-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16-  MON ENFANT</a:t>
            </a:r>
            <a:br>
              <a:rPr lang="fr-FR"/>
            </a:br>
            <a:r>
              <a:rPr lang="fr-FR"/>
              <a:t>QUAND TU AURAS L’IMPRESSION</a:t>
            </a:r>
            <a:br>
              <a:rPr lang="fr-FR"/>
            </a:br>
            <a:endParaRPr lang="fr-FR"/>
          </a:p>
          <a:p>
            <a:r>
              <a:rPr lang="fr-FR"/>
              <a:t>17-  QUE TA VIE NE VAUT PAS LA PEINE D’ETRE VECUE</a:t>
            </a:r>
          </a:p>
          <a:p>
            <a:r>
              <a:rPr lang="fr-FR"/>
              <a:t>18-  VIENS A JESUS </a:t>
            </a:r>
            <a:br>
              <a:rPr lang="fr-FR"/>
            </a:br>
            <a:r>
              <a:rPr lang="fr-FR"/>
              <a:t>ET IL NE PRENDRA DANS SES BRAS</a:t>
            </a:r>
          </a:p>
          <a:p>
            <a:r>
              <a:rPr lang="fr-FR"/>
              <a:t>19-  OH MON CHERI </a:t>
            </a:r>
            <a:br>
              <a:rPr lang="fr-FR"/>
            </a:br>
            <a:r>
              <a:rPr lang="fr-FR"/>
              <a:t>QUAND TU SERAS A L’AGONIE</a:t>
            </a:r>
          </a:p>
          <a:p>
            <a:r>
              <a:rPr lang="fr-FR"/>
              <a:t>20-  CROIS A LA GUERISSON DE SA MAIN</a:t>
            </a:r>
            <a:br>
              <a:rPr lang="fr-FR"/>
            </a:br>
            <a:endParaRPr lang="fr-FR"/>
          </a:p>
          <a:p>
            <a:r>
              <a:rPr lang="fr-FR"/>
              <a:t>21-  ICI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22-  ICI AU CIEL</a:t>
            </a:r>
            <a:br>
              <a:rPr lang="fr-FR"/>
            </a:br>
            <a:r>
              <a:rPr lang="fr-FR"/>
              <a:t> FINALEMENT TU COMPRENDRAS</a:t>
            </a:r>
            <a:br>
              <a:rPr lang="fr-FR"/>
            </a:br>
            <a:endParaRPr lang="fr-FR"/>
          </a:p>
          <a:p>
            <a:r>
              <a:rPr lang="fr-FR"/>
              <a:t>23-  ICI 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24-  ICI AU CIEL</a:t>
            </a:r>
            <a:br>
              <a:rPr lang="fr-FR"/>
            </a:br>
            <a:r>
              <a:rPr lang="fr-FR"/>
              <a:t>FINALEMENT TU COMPRENDRAS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MON CHERI QUAND TU GRANDIRAS</a:t>
            </a:r>
            <a:br>
              <a:rPr lang="fr-FR" smtClean="0"/>
            </a:br>
            <a:r>
              <a:rPr lang="fr-FR" smtClean="0"/>
              <a:t>PEUT ETRE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DOIT AVOIR DES ANGES </a:t>
            </a:r>
            <a:br>
              <a:rPr lang="fr-FR" smtClean="0"/>
            </a:br>
            <a:r>
              <a:rPr lang="fr-FR" smtClean="0"/>
              <a:t>QUI DANSENT SUR TES EPAULES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PARFOIS DANS LA VIE TU AURAS BESOIN D’UNE AIDE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OH MON CHERI, QUAND TU PRIERAS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LAISSE TES FARDEAUX  </a:t>
            </a:r>
            <a:br>
              <a:rPr lang="fr-FR" smtClean="0"/>
            </a:br>
            <a:r>
              <a:rPr lang="fr-FR" smtClean="0"/>
              <a:t>DEVANT MA PORTE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TU AS JÉSUS QUI SE TIENT </a:t>
            </a:r>
            <a:br>
              <a:rPr lang="fr-FR" smtClean="0"/>
            </a:br>
            <a:r>
              <a:rPr lang="fr-FR" smtClean="0"/>
              <a:t>AUPRÈS DE TON LIT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POUR TE DONNER LA PAIX, TE PROTEGER DE TOUTE SOUFFRANCE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MON ENFANT</a:t>
            </a:r>
            <a:br>
              <a:rPr lang="fr-FR" smtClean="0"/>
            </a:br>
            <a:r>
              <a:rPr lang="fr-FR" smtClean="0"/>
              <a:t>QUAND TU AURAS L’IMPRESSION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QUE TA VIE  </a:t>
            </a:r>
            <a:br>
              <a:rPr lang="fr-FR" smtClean="0"/>
            </a:br>
            <a:r>
              <a:rPr lang="fr-FR" smtClean="0"/>
              <a:t>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VIENS A JESUS </a:t>
            </a:r>
            <a:br>
              <a:rPr lang="fr-FR" smtClean="0"/>
            </a:br>
            <a:r>
              <a:rPr lang="fr-FR" smtClean="0"/>
              <a:t>ET IL TE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OH MON CHERI QUAND TU PLEURERAS</a:t>
            </a:r>
            <a:br>
              <a:rPr lang="fr-FR" smtClean="0"/>
            </a:br>
            <a:r>
              <a:rPr lang="fr-FR" smtClean="0"/>
              <a:t>NE TE CACHE PAS DE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CAR J’AI VAINCU L’ENFER </a:t>
            </a:r>
            <a:br>
              <a:rPr lang="fr-FR" smtClean="0"/>
            </a:br>
            <a:r>
              <a:rPr lang="fr-FR" smtClean="0"/>
              <a:t>ET CHASSE LES DEMONS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SUIS VENU AVEC UNE LUMIERE POUR TE RENDRE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MON ENFANT</a:t>
            </a:r>
            <a:br>
              <a:rPr lang="fr-FR" smtClean="0"/>
            </a:br>
            <a:r>
              <a:rPr lang="fr-FR" smtClean="0"/>
              <a:t>QUAND TU AURAS L’IMPRESSION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QUE TA VIE 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VIENS A JESUS </a:t>
            </a:r>
            <a:br>
              <a:rPr lang="fr-FR" smtClean="0"/>
            </a:br>
            <a:r>
              <a:rPr lang="fr-FR" smtClean="0"/>
              <a:t>ET IL NE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OH MON CHERI </a:t>
            </a:r>
            <a:br>
              <a:rPr lang="fr-FR" smtClean="0"/>
            </a:br>
            <a:r>
              <a:rPr lang="fr-FR" smtClean="0"/>
              <a:t>QUAND TU SERAS A L’AGONIE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CROIS A LA GUERISSON DE SA MAIN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ICI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ICI AU CIEL</a:t>
            </a:r>
            <a:br>
              <a:rPr lang="fr-FR" smtClean="0"/>
            </a:br>
            <a:r>
              <a:rPr lang="fr-FR" smtClean="0"/>
              <a:t> FINALEMENT TU COMPRENDRAS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ICI 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ICI AU CIEL</a:t>
            </a:r>
            <a:br>
              <a:rPr lang="fr-FR" smtClean="0"/>
            </a:br>
            <a:r>
              <a:rPr lang="fr-FR" smtClean="0"/>
              <a:t>FINALEMENT TU COMPRENDRAS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OH MON CHERI QUAND TU GRANDIRAS</a:t>
            </a:r>
            <a:br>
              <a:rPr lang="fr-FR"/>
            </a:br>
            <a:r>
              <a:rPr lang="fr-FR"/>
              <a:t>PEUT ETRE TU COMPRENDRAS</a:t>
            </a:r>
          </a:p>
          <a:p>
            <a:r>
              <a:rPr lang="fr-FR"/>
              <a:t>2-  IL DOIT AVOIR DES ANGES </a:t>
            </a:r>
            <a:br>
              <a:rPr lang="fr-FR"/>
            </a:br>
            <a:r>
              <a:rPr lang="fr-FR"/>
              <a:t>QUI DANSENT SUR TES EPAULES</a:t>
            </a:r>
          </a:p>
          <a:p>
            <a:r>
              <a:rPr lang="fr-FR"/>
              <a:t>3-  CAR PARFOIS DANS LA VIE TU AURAS BESOIN D’UNE AIDE</a:t>
            </a:r>
          </a:p>
          <a:p>
            <a:r>
              <a:rPr lang="fr-FR"/>
              <a:t>4-  OH MON CHERI, QUAND TU PRIERAS</a:t>
            </a:r>
            <a:br>
              <a:rPr lang="fr-FR"/>
            </a:br>
            <a:endParaRPr lang="fr-FR"/>
          </a:p>
          <a:p>
            <a:r>
              <a:rPr lang="fr-FR"/>
              <a:t>5-  LAISSE TES FARDEAUX  </a:t>
            </a:r>
            <a:br>
              <a:rPr lang="fr-FR"/>
            </a:br>
            <a:r>
              <a:rPr lang="fr-FR"/>
              <a:t>DEVANT MA PORTE</a:t>
            </a:r>
          </a:p>
          <a:p>
            <a:r>
              <a:rPr lang="fr-FR"/>
              <a:t>6-  TU AS JÉSUS QUI SE TIENT </a:t>
            </a:r>
            <a:br>
              <a:rPr lang="fr-FR"/>
            </a:br>
            <a:r>
              <a:rPr lang="fr-FR"/>
              <a:t>AUPRÈS DE TON LIT</a:t>
            </a:r>
          </a:p>
          <a:p>
            <a:r>
              <a:rPr lang="fr-FR"/>
              <a:t>7-  POUR TE DONNER LA PAIX, TE PROTEGER DE TOUTE SOUFFRANCE </a:t>
            </a:r>
          </a:p>
          <a:p>
            <a:r>
              <a:rPr lang="fr-FR"/>
              <a:t>8-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9-  MON ENFANT</a:t>
            </a:r>
            <a:br>
              <a:rPr lang="fr-FR"/>
            </a:br>
            <a:r>
              <a:rPr lang="fr-FR"/>
              <a:t>QUAND TU AURAS L’IMPRESSION</a:t>
            </a:r>
          </a:p>
          <a:p>
            <a:r>
              <a:rPr lang="fr-FR"/>
              <a:t>10-  QUE TA VIE  </a:t>
            </a:r>
            <a:br>
              <a:rPr lang="fr-FR"/>
            </a:br>
            <a:r>
              <a:rPr lang="fr-FR"/>
              <a:t>NE VAUT PAS LA PEINE D’ETRE VECUE</a:t>
            </a:r>
          </a:p>
          <a:p>
            <a:r>
              <a:rPr lang="fr-FR"/>
              <a:t>11-  VIENS A JESUS </a:t>
            </a:r>
            <a:br>
              <a:rPr lang="fr-FR"/>
            </a:br>
            <a:r>
              <a:rPr lang="fr-FR"/>
              <a:t>ET IL TE PRENDRA DANS SES BRAS</a:t>
            </a:r>
          </a:p>
          <a:p>
            <a:r>
              <a:rPr lang="fr-FR"/>
              <a:t>12-  OH MON CHERI QUAND TU PLEURERAS</a:t>
            </a:r>
            <a:br>
              <a:rPr lang="fr-FR"/>
            </a:br>
            <a:r>
              <a:rPr lang="fr-FR"/>
              <a:t>NE TE CACHE PAS DE MOI</a:t>
            </a:r>
          </a:p>
          <a:p>
            <a:r>
              <a:rPr lang="fr-FR"/>
              <a:t>13-  CAR J’AI VAINCU L’ENFER </a:t>
            </a:r>
            <a:br>
              <a:rPr lang="fr-FR"/>
            </a:br>
            <a:r>
              <a:rPr lang="fr-FR"/>
              <a:t>ET CHASSE LES DEMONS</a:t>
            </a:r>
          </a:p>
          <a:p>
            <a:r>
              <a:rPr lang="fr-FR"/>
              <a:t>14-  JE SUIS VENU AVEC UNE LUMIERE POUR TE RENDRE LIBRE</a:t>
            </a:r>
          </a:p>
          <a:p>
            <a:r>
              <a:rPr lang="fr-FR"/>
              <a:t>15-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16-  MON ENFANT</a:t>
            </a:r>
            <a:br>
              <a:rPr lang="fr-FR"/>
            </a:br>
            <a:r>
              <a:rPr lang="fr-FR"/>
              <a:t>QUAND TU AURAS L’IMPRESSION</a:t>
            </a:r>
            <a:br>
              <a:rPr lang="fr-FR"/>
            </a:br>
            <a:endParaRPr lang="fr-FR"/>
          </a:p>
          <a:p>
            <a:r>
              <a:rPr lang="fr-FR"/>
              <a:t>17-  QUE TA VIE NE VAUT PAS LA PEINE D’ETRE VECUE</a:t>
            </a:r>
          </a:p>
          <a:p>
            <a:r>
              <a:rPr lang="fr-FR"/>
              <a:t>18-  VIENS A JESUS </a:t>
            </a:r>
            <a:br>
              <a:rPr lang="fr-FR"/>
            </a:br>
            <a:r>
              <a:rPr lang="fr-FR"/>
              <a:t>ET IL NE PRENDRA DANS SES BRAS</a:t>
            </a:r>
          </a:p>
          <a:p>
            <a:r>
              <a:rPr lang="fr-FR"/>
              <a:t>19-  OH MON CHERI </a:t>
            </a:r>
            <a:br>
              <a:rPr lang="fr-FR"/>
            </a:br>
            <a:r>
              <a:rPr lang="fr-FR"/>
              <a:t>QUAND TU SERAS A L’AGONIE</a:t>
            </a:r>
          </a:p>
          <a:p>
            <a:r>
              <a:rPr lang="fr-FR"/>
              <a:t>20-  CROIS A LA GUERISSON DE SA MAIN</a:t>
            </a:r>
            <a:br>
              <a:rPr lang="fr-FR"/>
            </a:br>
            <a:endParaRPr lang="fr-FR"/>
          </a:p>
          <a:p>
            <a:r>
              <a:rPr lang="fr-FR"/>
              <a:t>21-  ICI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22-  ICI AU CIEL</a:t>
            </a:r>
            <a:br>
              <a:rPr lang="fr-FR"/>
            </a:br>
            <a:r>
              <a:rPr lang="fr-FR"/>
              <a:t> FINALEMENT TU COMPRENDRAS</a:t>
            </a:r>
            <a:br>
              <a:rPr lang="fr-FR"/>
            </a:br>
            <a:endParaRPr lang="fr-FR"/>
          </a:p>
          <a:p>
            <a:r>
              <a:rPr lang="fr-FR"/>
              <a:t>23-  ICI 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24-  ICI AU CIEL</a:t>
            </a:r>
            <a:br>
              <a:rPr lang="fr-FR"/>
            </a:br>
            <a:r>
              <a:rPr lang="fr-FR"/>
              <a:t>FINALEMENT TU COMPRENDRAS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MON CHERI QUAND TU GRANDIRAS</a:t>
            </a:r>
            <a:br>
              <a:rPr lang="fr-FR" smtClean="0"/>
            </a:br>
            <a:r>
              <a:rPr lang="fr-FR" smtClean="0"/>
              <a:t>PEUT ETRE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DOIT AVOIR DES ANGES </a:t>
            </a:r>
            <a:br>
              <a:rPr lang="fr-FR" smtClean="0"/>
            </a:br>
            <a:r>
              <a:rPr lang="fr-FR" smtClean="0"/>
              <a:t>QUI DANSENT SUR TES EPAULES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PARFOIS DANS LA VIE TU AURAS BESOIN D’UNE AIDE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OH MON CHERI, QUAND TU PRIERAS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LAISSE TES FARDEAUX  </a:t>
            </a:r>
            <a:br>
              <a:rPr lang="fr-FR" smtClean="0"/>
            </a:br>
            <a:r>
              <a:rPr lang="fr-FR" smtClean="0"/>
              <a:t>DEVANT MA PORTE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TU AS JÉSUS QUI SE TIENT </a:t>
            </a:r>
            <a:br>
              <a:rPr lang="fr-FR" smtClean="0"/>
            </a:br>
            <a:r>
              <a:rPr lang="fr-FR" smtClean="0"/>
              <a:t>AUPRÈS DE TON LIT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POUR TE DONNER LA PAIX, TE PROTEGER DE TOUTE SOUFFRANCE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MON ENFANT</a:t>
            </a:r>
            <a:br>
              <a:rPr lang="fr-FR" smtClean="0"/>
            </a:br>
            <a:r>
              <a:rPr lang="fr-FR" smtClean="0"/>
              <a:t>QUAND TU AURAS L’IMPRESSION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QUE TA VIE  </a:t>
            </a:r>
            <a:br>
              <a:rPr lang="fr-FR" smtClean="0"/>
            </a:br>
            <a:r>
              <a:rPr lang="fr-FR" smtClean="0"/>
              <a:t>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VIENS A JESUS </a:t>
            </a:r>
            <a:br>
              <a:rPr lang="fr-FR" smtClean="0"/>
            </a:br>
            <a:r>
              <a:rPr lang="fr-FR" smtClean="0"/>
              <a:t>ET IL TE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OH MON CHERI QUAND TU PLEURERAS</a:t>
            </a:r>
            <a:br>
              <a:rPr lang="fr-FR" smtClean="0"/>
            </a:br>
            <a:r>
              <a:rPr lang="fr-FR" smtClean="0"/>
              <a:t>NE TE CACHE PAS DE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CAR J’AI VAINCU L’ENFER </a:t>
            </a:r>
            <a:br>
              <a:rPr lang="fr-FR" smtClean="0"/>
            </a:br>
            <a:r>
              <a:rPr lang="fr-FR" smtClean="0"/>
              <a:t>ET CHASSE LES DEMONS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SUIS VENU AVEC UNE LUMIERE POUR TE RENDRE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MON ENFANT</a:t>
            </a:r>
            <a:br>
              <a:rPr lang="fr-FR" smtClean="0"/>
            </a:br>
            <a:r>
              <a:rPr lang="fr-FR" smtClean="0"/>
              <a:t>QUAND TU AURAS L’IMPRESSION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QUE TA VIE 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VIENS A JESUS </a:t>
            </a:r>
            <a:br>
              <a:rPr lang="fr-FR" smtClean="0"/>
            </a:br>
            <a:r>
              <a:rPr lang="fr-FR" smtClean="0"/>
              <a:t>ET IL NE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OH MON CHERI </a:t>
            </a:r>
            <a:br>
              <a:rPr lang="fr-FR" smtClean="0"/>
            </a:br>
            <a:r>
              <a:rPr lang="fr-FR" smtClean="0"/>
              <a:t>QUAND TU SERAS A L’AGONIE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CROIS A LA GUERISSON DE SA MAIN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ICI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ICI AU CIEL</a:t>
            </a:r>
            <a:br>
              <a:rPr lang="fr-FR" smtClean="0"/>
            </a:br>
            <a:r>
              <a:rPr lang="fr-FR" smtClean="0"/>
              <a:t> FINALEMENT TU COMPRENDRAS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ICI 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ICI AU CIEL</a:t>
            </a:r>
            <a:br>
              <a:rPr lang="fr-FR" smtClean="0"/>
            </a:br>
            <a:r>
              <a:rPr lang="fr-FR" smtClean="0"/>
              <a:t>FINALEMENT TU COMPRENDRAS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OH MON CHERI QUAND TU GRANDIRAS</a:t>
            </a:r>
            <a:br>
              <a:rPr lang="fr-FR"/>
            </a:br>
            <a:r>
              <a:rPr lang="fr-FR"/>
              <a:t>PEUT ETRE TU COMPRENDRAS</a:t>
            </a:r>
          </a:p>
          <a:p>
            <a:r>
              <a:rPr lang="fr-FR"/>
              <a:t>2-  IL DOIT AVOIR DES ANGES </a:t>
            </a:r>
            <a:br>
              <a:rPr lang="fr-FR"/>
            </a:br>
            <a:r>
              <a:rPr lang="fr-FR"/>
              <a:t>QUI DANSENT SUR TES EPAULES</a:t>
            </a:r>
          </a:p>
          <a:p>
            <a:r>
              <a:rPr lang="fr-FR"/>
              <a:t>3-  CAR PARFOIS DANS LA VIE TU AURAS BESOIN D’UNE AIDE</a:t>
            </a:r>
          </a:p>
          <a:p>
            <a:r>
              <a:rPr lang="fr-FR"/>
              <a:t>4-  OH MON CHERI, QUAND TU PRIERAS</a:t>
            </a:r>
            <a:br>
              <a:rPr lang="fr-FR"/>
            </a:br>
            <a:endParaRPr lang="fr-FR"/>
          </a:p>
          <a:p>
            <a:r>
              <a:rPr lang="fr-FR"/>
              <a:t>5-  LAISSE TES FARDEAUX  </a:t>
            </a:r>
            <a:br>
              <a:rPr lang="fr-FR"/>
            </a:br>
            <a:r>
              <a:rPr lang="fr-FR"/>
              <a:t>DEVANT MA PORTE</a:t>
            </a:r>
          </a:p>
          <a:p>
            <a:r>
              <a:rPr lang="fr-FR"/>
              <a:t>6-  TU AS JÉSUS QUI SE TIENT </a:t>
            </a:r>
            <a:br>
              <a:rPr lang="fr-FR"/>
            </a:br>
            <a:r>
              <a:rPr lang="fr-FR"/>
              <a:t>AUPRÈS DE TON LIT</a:t>
            </a:r>
          </a:p>
          <a:p>
            <a:r>
              <a:rPr lang="fr-FR"/>
              <a:t>7-  POUR TE DONNER LA PAIX, TE PROTEGER DE TOUTE SOUFFRANCE </a:t>
            </a:r>
          </a:p>
          <a:p>
            <a:r>
              <a:rPr lang="fr-FR"/>
              <a:t>8-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9-  MON ENFANT</a:t>
            </a:r>
            <a:br>
              <a:rPr lang="fr-FR"/>
            </a:br>
            <a:r>
              <a:rPr lang="fr-FR"/>
              <a:t>QUAND TU AURAS L’IMPRESSION</a:t>
            </a:r>
          </a:p>
          <a:p>
            <a:r>
              <a:rPr lang="fr-FR"/>
              <a:t>10-  QUE TA VIE  </a:t>
            </a:r>
            <a:br>
              <a:rPr lang="fr-FR"/>
            </a:br>
            <a:r>
              <a:rPr lang="fr-FR"/>
              <a:t>NE VAUT PAS LA PEINE D’ETRE VECUE</a:t>
            </a:r>
          </a:p>
          <a:p>
            <a:r>
              <a:rPr lang="fr-FR"/>
              <a:t>11-  VIENS A JESUS </a:t>
            </a:r>
            <a:br>
              <a:rPr lang="fr-FR"/>
            </a:br>
            <a:r>
              <a:rPr lang="fr-FR"/>
              <a:t>ET IL TE PRENDRA DANS SES BRAS</a:t>
            </a:r>
          </a:p>
          <a:p>
            <a:r>
              <a:rPr lang="fr-FR"/>
              <a:t>12-  OH MON CHERI QUAND TU PLEURERAS</a:t>
            </a:r>
            <a:br>
              <a:rPr lang="fr-FR"/>
            </a:br>
            <a:r>
              <a:rPr lang="fr-FR"/>
              <a:t>NE TE CACHE PAS DE MOI</a:t>
            </a:r>
          </a:p>
          <a:p>
            <a:r>
              <a:rPr lang="fr-FR"/>
              <a:t>13-  CAR J’AI VAINCU L’ENFER </a:t>
            </a:r>
            <a:br>
              <a:rPr lang="fr-FR"/>
            </a:br>
            <a:r>
              <a:rPr lang="fr-FR"/>
              <a:t>ET CHASSE LES DEMONS</a:t>
            </a:r>
          </a:p>
          <a:p>
            <a:r>
              <a:rPr lang="fr-FR"/>
              <a:t>14-  JE SUIS VENU AVEC UNE LUMIERE POUR TE RENDRE LIBRE</a:t>
            </a:r>
          </a:p>
          <a:p>
            <a:r>
              <a:rPr lang="fr-FR"/>
              <a:t>15-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16-  MON ENFANT</a:t>
            </a:r>
            <a:br>
              <a:rPr lang="fr-FR"/>
            </a:br>
            <a:r>
              <a:rPr lang="fr-FR"/>
              <a:t>QUAND TU AURAS L’IMPRESSION</a:t>
            </a:r>
            <a:br>
              <a:rPr lang="fr-FR"/>
            </a:br>
            <a:endParaRPr lang="fr-FR"/>
          </a:p>
          <a:p>
            <a:r>
              <a:rPr lang="fr-FR"/>
              <a:t>17-  QUE TA VIE NE VAUT PAS LA PEINE D’ETRE VECUE</a:t>
            </a:r>
          </a:p>
          <a:p>
            <a:r>
              <a:rPr lang="fr-FR"/>
              <a:t>18-  VIENS A JESUS </a:t>
            </a:r>
            <a:br>
              <a:rPr lang="fr-FR"/>
            </a:br>
            <a:r>
              <a:rPr lang="fr-FR"/>
              <a:t>ET IL NE PRENDRA DANS SES BRAS</a:t>
            </a:r>
          </a:p>
          <a:p>
            <a:r>
              <a:rPr lang="fr-FR"/>
              <a:t>19-  OH MON CHERI </a:t>
            </a:r>
            <a:br>
              <a:rPr lang="fr-FR"/>
            </a:br>
            <a:r>
              <a:rPr lang="fr-FR"/>
              <a:t>QUAND TU SERAS A L’AGONIE</a:t>
            </a:r>
          </a:p>
          <a:p>
            <a:r>
              <a:rPr lang="fr-FR"/>
              <a:t>20-  CROIS A LA GUERISSON DE SA MAIN</a:t>
            </a:r>
            <a:br>
              <a:rPr lang="fr-FR"/>
            </a:br>
            <a:endParaRPr lang="fr-FR"/>
          </a:p>
          <a:p>
            <a:r>
              <a:rPr lang="fr-FR"/>
              <a:t>21-  ICI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22-  ICI AU CIEL</a:t>
            </a:r>
            <a:br>
              <a:rPr lang="fr-FR"/>
            </a:br>
            <a:r>
              <a:rPr lang="fr-FR"/>
              <a:t> FINALEMENT TU COMPRENDRAS</a:t>
            </a:r>
            <a:br>
              <a:rPr lang="fr-FR"/>
            </a:br>
            <a:endParaRPr lang="fr-FR"/>
          </a:p>
          <a:p>
            <a:r>
              <a:rPr lang="fr-FR"/>
              <a:t>23-  ICI 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24-  ICI AU CIEL</a:t>
            </a:r>
            <a:br>
              <a:rPr lang="fr-FR"/>
            </a:br>
            <a:r>
              <a:rPr lang="fr-FR"/>
              <a:t>FINALEMENT TU COMPRENDRAS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MON CHERI QUAND TU GRANDIRAS</a:t>
            </a:r>
            <a:br>
              <a:rPr lang="fr-FR" smtClean="0"/>
            </a:br>
            <a:r>
              <a:rPr lang="fr-FR" smtClean="0"/>
              <a:t>PEUT ETRE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DOIT AVOIR DES ANGES </a:t>
            </a:r>
            <a:br>
              <a:rPr lang="fr-FR" smtClean="0"/>
            </a:br>
            <a:r>
              <a:rPr lang="fr-FR" smtClean="0"/>
              <a:t>QUI DANSENT SUR TES EPAULES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PARFOIS DANS LA VIE TU AURAS BESOIN D’UNE AIDE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OH MON CHERI, QUAND TU PRIERAS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LAISSE TES FARDEAUX  </a:t>
            </a:r>
            <a:br>
              <a:rPr lang="fr-FR" smtClean="0"/>
            </a:br>
            <a:r>
              <a:rPr lang="fr-FR" smtClean="0"/>
              <a:t>DEVANT MA PORTE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TU AS JÉSUS QUI SE TIENT </a:t>
            </a:r>
            <a:br>
              <a:rPr lang="fr-FR" smtClean="0"/>
            </a:br>
            <a:r>
              <a:rPr lang="fr-FR" smtClean="0"/>
              <a:t>AUPRÈS DE TON LIT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POUR TE DONNER LA PAIX, TE PROTEGER DE TOUTE SOUFFRANCE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MON ENFANT</a:t>
            </a:r>
            <a:br>
              <a:rPr lang="fr-FR" smtClean="0"/>
            </a:br>
            <a:r>
              <a:rPr lang="fr-FR" smtClean="0"/>
              <a:t>QUAND TU AURAS L’IMPRESSION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QUE TA VIE  </a:t>
            </a:r>
            <a:br>
              <a:rPr lang="fr-FR" smtClean="0"/>
            </a:br>
            <a:r>
              <a:rPr lang="fr-FR" smtClean="0"/>
              <a:t>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VIENS A JESUS </a:t>
            </a:r>
            <a:br>
              <a:rPr lang="fr-FR" smtClean="0"/>
            </a:br>
            <a:r>
              <a:rPr lang="fr-FR" smtClean="0"/>
              <a:t>ET IL TE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OH MON CHERI QUAND TU PLEURERAS</a:t>
            </a:r>
            <a:br>
              <a:rPr lang="fr-FR" smtClean="0"/>
            </a:br>
            <a:r>
              <a:rPr lang="fr-FR" smtClean="0"/>
              <a:t>NE TE CACHE PAS DE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CAR J’AI VAINCU L’ENFER </a:t>
            </a:r>
            <a:br>
              <a:rPr lang="fr-FR" smtClean="0"/>
            </a:br>
            <a:r>
              <a:rPr lang="fr-FR" smtClean="0"/>
              <a:t>ET CHASSE LES DEMONS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SUIS VENU AVEC UNE LUMIERE POUR TE RENDRE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MON ENFANT</a:t>
            </a:r>
            <a:br>
              <a:rPr lang="fr-FR" smtClean="0"/>
            </a:br>
            <a:r>
              <a:rPr lang="fr-FR" smtClean="0"/>
              <a:t>QUAND TU AURAS L’IMPRESSION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QUE TA VIE 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VIENS A JESUS </a:t>
            </a:r>
            <a:br>
              <a:rPr lang="fr-FR" smtClean="0"/>
            </a:br>
            <a:r>
              <a:rPr lang="fr-FR" smtClean="0"/>
              <a:t>ET IL NE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OH MON CHERI </a:t>
            </a:r>
            <a:br>
              <a:rPr lang="fr-FR" smtClean="0"/>
            </a:br>
            <a:r>
              <a:rPr lang="fr-FR" smtClean="0"/>
              <a:t>QUAND TU SERAS A L’AGONIE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CROIS A LA GUERISSON DE SA MAIN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ICI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ICI AU CIEL</a:t>
            </a:r>
            <a:br>
              <a:rPr lang="fr-FR" smtClean="0"/>
            </a:br>
            <a:r>
              <a:rPr lang="fr-FR" smtClean="0"/>
              <a:t> FINALEMENT TU COMPRENDRAS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ICI 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ICI AU CIEL</a:t>
            </a:r>
            <a:br>
              <a:rPr lang="fr-FR" smtClean="0"/>
            </a:br>
            <a:r>
              <a:rPr lang="fr-FR" smtClean="0"/>
              <a:t>FINALEMENT TU COMPRENDRAS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OH MON CHERI QUAND TU GRANDIRAS</a:t>
            </a:r>
            <a:br>
              <a:rPr lang="fr-FR"/>
            </a:br>
            <a:r>
              <a:rPr lang="fr-FR"/>
              <a:t>PEUT ETRE TU COMPRENDRAS</a:t>
            </a:r>
          </a:p>
          <a:p>
            <a:r>
              <a:rPr lang="fr-FR"/>
              <a:t>2-  IL DOIT AVOIR DES ANGES </a:t>
            </a:r>
            <a:br>
              <a:rPr lang="fr-FR"/>
            </a:br>
            <a:r>
              <a:rPr lang="fr-FR"/>
              <a:t>QUI DANSENT SUR TES EPAULES</a:t>
            </a:r>
          </a:p>
          <a:p>
            <a:r>
              <a:rPr lang="fr-FR"/>
              <a:t>3-  CAR PARFOIS DANS LA VIE TU AURAS BESOIN D’UNE AIDE</a:t>
            </a:r>
          </a:p>
          <a:p>
            <a:r>
              <a:rPr lang="fr-FR"/>
              <a:t>4-  OH MON CHERI, QUAND TU PRIERAS</a:t>
            </a:r>
            <a:br>
              <a:rPr lang="fr-FR"/>
            </a:br>
            <a:endParaRPr lang="fr-FR"/>
          </a:p>
          <a:p>
            <a:r>
              <a:rPr lang="fr-FR"/>
              <a:t>5-  LAISSE TES FARDEAUX  </a:t>
            </a:r>
            <a:br>
              <a:rPr lang="fr-FR"/>
            </a:br>
            <a:r>
              <a:rPr lang="fr-FR"/>
              <a:t>DEVANT MA PORTE</a:t>
            </a:r>
          </a:p>
          <a:p>
            <a:r>
              <a:rPr lang="fr-FR"/>
              <a:t>6-  TU AS JÉSUS QUI SE TIENT </a:t>
            </a:r>
            <a:br>
              <a:rPr lang="fr-FR"/>
            </a:br>
            <a:r>
              <a:rPr lang="fr-FR"/>
              <a:t>AUPRÈS DE TON LIT</a:t>
            </a:r>
          </a:p>
          <a:p>
            <a:r>
              <a:rPr lang="fr-FR"/>
              <a:t>7-  POUR TE DONNER LA PAIX, TE PROTEGER DE TOUTE SOUFFRANCE </a:t>
            </a:r>
          </a:p>
          <a:p>
            <a:r>
              <a:rPr lang="fr-FR"/>
              <a:t>8-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9-  MON ENFANT</a:t>
            </a:r>
            <a:br>
              <a:rPr lang="fr-FR"/>
            </a:br>
            <a:r>
              <a:rPr lang="fr-FR"/>
              <a:t>QUAND TU AURAS L’IMPRESSION</a:t>
            </a:r>
          </a:p>
          <a:p>
            <a:r>
              <a:rPr lang="fr-FR"/>
              <a:t>10-  QUE TA VIE  </a:t>
            </a:r>
            <a:br>
              <a:rPr lang="fr-FR"/>
            </a:br>
            <a:r>
              <a:rPr lang="fr-FR"/>
              <a:t>NE VAUT PAS LA PEINE D’ETRE VECUE</a:t>
            </a:r>
          </a:p>
          <a:p>
            <a:r>
              <a:rPr lang="fr-FR"/>
              <a:t>11-  VIENS A JESUS </a:t>
            </a:r>
            <a:br>
              <a:rPr lang="fr-FR"/>
            </a:br>
            <a:r>
              <a:rPr lang="fr-FR"/>
              <a:t>ET IL TE PRENDRA DANS SES BRAS</a:t>
            </a:r>
          </a:p>
          <a:p>
            <a:r>
              <a:rPr lang="fr-FR"/>
              <a:t>12-  OH MON CHERI QUAND TU PLEURERAS</a:t>
            </a:r>
            <a:br>
              <a:rPr lang="fr-FR"/>
            </a:br>
            <a:r>
              <a:rPr lang="fr-FR"/>
              <a:t>NE TE CACHE PAS DE MOI</a:t>
            </a:r>
          </a:p>
          <a:p>
            <a:r>
              <a:rPr lang="fr-FR"/>
              <a:t>13-  CAR J’AI VAINCU L’ENFER </a:t>
            </a:r>
            <a:br>
              <a:rPr lang="fr-FR"/>
            </a:br>
            <a:r>
              <a:rPr lang="fr-FR"/>
              <a:t>ET CHASSE LES DEMONS</a:t>
            </a:r>
          </a:p>
          <a:p>
            <a:r>
              <a:rPr lang="fr-FR"/>
              <a:t>14-  JE SUIS VENU AVEC UNE LUMIERE POUR TE RENDRE LIBRE</a:t>
            </a:r>
          </a:p>
          <a:p>
            <a:r>
              <a:rPr lang="fr-FR"/>
              <a:t>15-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16-  MON ENFANT</a:t>
            </a:r>
            <a:br>
              <a:rPr lang="fr-FR"/>
            </a:br>
            <a:r>
              <a:rPr lang="fr-FR"/>
              <a:t>QUAND TU AURAS L’IMPRESSION</a:t>
            </a:r>
            <a:br>
              <a:rPr lang="fr-FR"/>
            </a:br>
            <a:endParaRPr lang="fr-FR"/>
          </a:p>
          <a:p>
            <a:r>
              <a:rPr lang="fr-FR"/>
              <a:t>17-  QUE TA VIE NE VAUT PAS LA PEINE D’ETRE VECUE</a:t>
            </a:r>
          </a:p>
          <a:p>
            <a:r>
              <a:rPr lang="fr-FR"/>
              <a:t>18-  VIENS A JESUS </a:t>
            </a:r>
            <a:br>
              <a:rPr lang="fr-FR"/>
            </a:br>
            <a:r>
              <a:rPr lang="fr-FR"/>
              <a:t>ET IL NE PRENDRA DANS SES BRAS</a:t>
            </a:r>
          </a:p>
          <a:p>
            <a:r>
              <a:rPr lang="fr-FR"/>
              <a:t>19-  OH MON CHERI </a:t>
            </a:r>
            <a:br>
              <a:rPr lang="fr-FR"/>
            </a:br>
            <a:r>
              <a:rPr lang="fr-FR"/>
              <a:t>QUAND TU SERAS A L’AGONIE</a:t>
            </a:r>
          </a:p>
          <a:p>
            <a:r>
              <a:rPr lang="fr-FR"/>
              <a:t>20-  CROIS A LA GUERISSON DE SA MAIN</a:t>
            </a:r>
            <a:br>
              <a:rPr lang="fr-FR"/>
            </a:br>
            <a:endParaRPr lang="fr-FR"/>
          </a:p>
          <a:p>
            <a:r>
              <a:rPr lang="fr-FR"/>
              <a:t>21-  ICI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22-  ICI AU CIEL</a:t>
            </a:r>
            <a:br>
              <a:rPr lang="fr-FR"/>
            </a:br>
            <a:r>
              <a:rPr lang="fr-FR"/>
              <a:t> FINALEMENT TU COMPRENDRAS</a:t>
            </a:r>
            <a:br>
              <a:rPr lang="fr-FR"/>
            </a:br>
            <a:endParaRPr lang="fr-FR"/>
          </a:p>
          <a:p>
            <a:r>
              <a:rPr lang="fr-FR"/>
              <a:t>23-  ICI 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24-  ICI AU CIEL</a:t>
            </a:r>
            <a:br>
              <a:rPr lang="fr-FR"/>
            </a:br>
            <a:r>
              <a:rPr lang="fr-FR"/>
              <a:t>FINALEMENT TU COMPRENDRAS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MON CHERI QUAND TU GRANDIRAS</a:t>
            </a:r>
            <a:br>
              <a:rPr lang="fr-FR" smtClean="0"/>
            </a:br>
            <a:r>
              <a:rPr lang="fr-FR" smtClean="0"/>
              <a:t>PEUT ETRE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DOIT AVOIR DES ANGES </a:t>
            </a:r>
            <a:br>
              <a:rPr lang="fr-FR" smtClean="0"/>
            </a:br>
            <a:r>
              <a:rPr lang="fr-FR" smtClean="0"/>
              <a:t>QUI DANSENT SUR TES EPAULES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PARFOIS DANS LA VIE TU AURAS BESOIN D’UNE AIDE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OH MON CHERI, QUAND TU PRIERAS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LAISSE TES FARDEAUX  </a:t>
            </a:r>
            <a:br>
              <a:rPr lang="fr-FR" smtClean="0"/>
            </a:br>
            <a:r>
              <a:rPr lang="fr-FR" smtClean="0"/>
              <a:t>DEVANT MA PORTE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TU AS JÉSUS QUI SE TIENT </a:t>
            </a:r>
            <a:br>
              <a:rPr lang="fr-FR" smtClean="0"/>
            </a:br>
            <a:r>
              <a:rPr lang="fr-FR" smtClean="0"/>
              <a:t>AUPRÈS DE TON LIT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POUR TE DONNER LA PAIX, TE PROTEGER DE TOUTE SOUFFRANCE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MON ENFANT</a:t>
            </a:r>
            <a:br>
              <a:rPr lang="fr-FR" smtClean="0"/>
            </a:br>
            <a:r>
              <a:rPr lang="fr-FR" smtClean="0"/>
              <a:t>QUAND TU AURAS L’IMPRESSION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QUE TA VIE  </a:t>
            </a:r>
            <a:br>
              <a:rPr lang="fr-FR" smtClean="0"/>
            </a:br>
            <a:r>
              <a:rPr lang="fr-FR" smtClean="0"/>
              <a:t>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VIENS A JESUS </a:t>
            </a:r>
            <a:br>
              <a:rPr lang="fr-FR" smtClean="0"/>
            </a:br>
            <a:r>
              <a:rPr lang="fr-FR" smtClean="0"/>
              <a:t>ET IL TE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OH MON CHERI QUAND TU PLEURERAS</a:t>
            </a:r>
            <a:br>
              <a:rPr lang="fr-FR" smtClean="0"/>
            </a:br>
            <a:r>
              <a:rPr lang="fr-FR" smtClean="0"/>
              <a:t>NE TE CACHE PAS DE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CAR J’AI VAINCU L’ENFER </a:t>
            </a:r>
            <a:br>
              <a:rPr lang="fr-FR" smtClean="0"/>
            </a:br>
            <a:r>
              <a:rPr lang="fr-FR" smtClean="0"/>
              <a:t>ET CHASSE LES DEMONS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SUIS VENU AVEC UNE LUMIERE POUR TE RENDRE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MON ENFANT</a:t>
            </a:r>
            <a:br>
              <a:rPr lang="fr-FR" smtClean="0"/>
            </a:br>
            <a:r>
              <a:rPr lang="fr-FR" smtClean="0"/>
              <a:t>QUAND TU AURAS L’IMPRESSION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QUE TA VIE 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VIENS A JESUS </a:t>
            </a:r>
            <a:br>
              <a:rPr lang="fr-FR" smtClean="0"/>
            </a:br>
            <a:r>
              <a:rPr lang="fr-FR" smtClean="0"/>
              <a:t>ET IL NE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OH MON CHERI </a:t>
            </a:r>
            <a:br>
              <a:rPr lang="fr-FR" smtClean="0"/>
            </a:br>
            <a:r>
              <a:rPr lang="fr-FR" smtClean="0"/>
              <a:t>QUAND TU SERAS A L’AGONIE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CROIS A LA GUERISSON DE SA MAIN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ICI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ICI AU CIEL</a:t>
            </a:r>
            <a:br>
              <a:rPr lang="fr-FR" smtClean="0"/>
            </a:br>
            <a:r>
              <a:rPr lang="fr-FR" smtClean="0"/>
              <a:t> FINALEMENT TU COMPRENDRAS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ICI 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ICI AU CIEL</a:t>
            </a:r>
            <a:br>
              <a:rPr lang="fr-FR" smtClean="0"/>
            </a:br>
            <a:r>
              <a:rPr lang="fr-FR" smtClean="0"/>
              <a:t>FINALEMENT TU COMPRENDRAS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OH MON CHERI QUAND TU GRANDIRAS</a:t>
            </a:r>
            <a:br>
              <a:rPr lang="fr-FR"/>
            </a:br>
            <a:r>
              <a:rPr lang="fr-FR"/>
              <a:t>PEUT ETRE TU COMPRENDRAS</a:t>
            </a:r>
          </a:p>
          <a:p>
            <a:r>
              <a:rPr lang="fr-FR"/>
              <a:t>2-  IL DOIT AVOIR DES ANGES </a:t>
            </a:r>
            <a:br>
              <a:rPr lang="fr-FR"/>
            </a:br>
            <a:r>
              <a:rPr lang="fr-FR"/>
              <a:t>QUI DANSENT SUR TES EPAULES</a:t>
            </a:r>
          </a:p>
          <a:p>
            <a:r>
              <a:rPr lang="fr-FR"/>
              <a:t>3-  CAR PARFOIS DANS LA VIE TU AURAS BESOIN D’UNE AIDE</a:t>
            </a:r>
          </a:p>
          <a:p>
            <a:r>
              <a:rPr lang="fr-FR"/>
              <a:t>4-  OH MON CHERI, QUAND TU PRIERAS</a:t>
            </a:r>
            <a:br>
              <a:rPr lang="fr-FR"/>
            </a:br>
            <a:endParaRPr lang="fr-FR"/>
          </a:p>
          <a:p>
            <a:r>
              <a:rPr lang="fr-FR"/>
              <a:t>5-  LAISSE TES FARDEAUX  </a:t>
            </a:r>
            <a:br>
              <a:rPr lang="fr-FR"/>
            </a:br>
            <a:r>
              <a:rPr lang="fr-FR"/>
              <a:t>DEVANT MA PORTE</a:t>
            </a:r>
          </a:p>
          <a:p>
            <a:r>
              <a:rPr lang="fr-FR"/>
              <a:t>6-  TU AS JÉSUS QUI SE TIENT </a:t>
            </a:r>
            <a:br>
              <a:rPr lang="fr-FR"/>
            </a:br>
            <a:r>
              <a:rPr lang="fr-FR"/>
              <a:t>AUPRÈS DE TON LIT</a:t>
            </a:r>
          </a:p>
          <a:p>
            <a:r>
              <a:rPr lang="fr-FR"/>
              <a:t>7-  POUR TE DONNER LA PAIX, TE PROTEGER DE TOUTE SOUFFRANCE </a:t>
            </a:r>
          </a:p>
          <a:p>
            <a:r>
              <a:rPr lang="fr-FR"/>
              <a:t>8-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9-  MON ENFANT</a:t>
            </a:r>
            <a:br>
              <a:rPr lang="fr-FR"/>
            </a:br>
            <a:r>
              <a:rPr lang="fr-FR"/>
              <a:t>QUAND TU AURAS L’IMPRESSION</a:t>
            </a:r>
          </a:p>
          <a:p>
            <a:r>
              <a:rPr lang="fr-FR"/>
              <a:t>10-  QUE TA VIE  </a:t>
            </a:r>
            <a:br>
              <a:rPr lang="fr-FR"/>
            </a:br>
            <a:r>
              <a:rPr lang="fr-FR"/>
              <a:t>NE VAUT PAS LA PEINE D’ETRE VECUE</a:t>
            </a:r>
          </a:p>
          <a:p>
            <a:r>
              <a:rPr lang="fr-FR"/>
              <a:t>11-  VIENS A JESUS </a:t>
            </a:r>
            <a:br>
              <a:rPr lang="fr-FR"/>
            </a:br>
            <a:r>
              <a:rPr lang="fr-FR"/>
              <a:t>ET IL TE PRENDRA DANS SES BRAS</a:t>
            </a:r>
          </a:p>
          <a:p>
            <a:r>
              <a:rPr lang="fr-FR"/>
              <a:t>12-  OH MON CHERI QUAND TU PLEURERAS</a:t>
            </a:r>
            <a:br>
              <a:rPr lang="fr-FR"/>
            </a:br>
            <a:r>
              <a:rPr lang="fr-FR"/>
              <a:t>NE TE CACHE PAS DE MOI</a:t>
            </a:r>
          </a:p>
          <a:p>
            <a:r>
              <a:rPr lang="fr-FR"/>
              <a:t>13-  CAR J’AI VAINCU L’ENFER </a:t>
            </a:r>
            <a:br>
              <a:rPr lang="fr-FR"/>
            </a:br>
            <a:r>
              <a:rPr lang="fr-FR"/>
              <a:t>ET CHASSE LES DEMONS</a:t>
            </a:r>
          </a:p>
          <a:p>
            <a:r>
              <a:rPr lang="fr-FR"/>
              <a:t>14-  JE SUIS VENU AVEC UNE LUMIERE POUR TE RENDRE LIBRE</a:t>
            </a:r>
          </a:p>
          <a:p>
            <a:r>
              <a:rPr lang="fr-FR"/>
              <a:t>15-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16-  MON ENFANT</a:t>
            </a:r>
            <a:br>
              <a:rPr lang="fr-FR"/>
            </a:br>
            <a:r>
              <a:rPr lang="fr-FR"/>
              <a:t>QUAND TU AURAS L’IMPRESSION</a:t>
            </a:r>
            <a:br>
              <a:rPr lang="fr-FR"/>
            </a:br>
            <a:endParaRPr lang="fr-FR"/>
          </a:p>
          <a:p>
            <a:r>
              <a:rPr lang="fr-FR"/>
              <a:t>17-  QUE TA VIE NE VAUT PAS LA PEINE D’ETRE VECUE</a:t>
            </a:r>
          </a:p>
          <a:p>
            <a:r>
              <a:rPr lang="fr-FR"/>
              <a:t>18-  VIENS A JESUS </a:t>
            </a:r>
            <a:br>
              <a:rPr lang="fr-FR"/>
            </a:br>
            <a:r>
              <a:rPr lang="fr-FR"/>
              <a:t>ET IL NE PRENDRA DANS SES BRAS</a:t>
            </a:r>
          </a:p>
          <a:p>
            <a:r>
              <a:rPr lang="fr-FR"/>
              <a:t>19-  OH MON CHERI </a:t>
            </a:r>
            <a:br>
              <a:rPr lang="fr-FR"/>
            </a:br>
            <a:r>
              <a:rPr lang="fr-FR"/>
              <a:t>QUAND TU SERAS A L’AGONIE</a:t>
            </a:r>
          </a:p>
          <a:p>
            <a:r>
              <a:rPr lang="fr-FR"/>
              <a:t>20-  CROIS A LA GUERISSON DE SA MAIN</a:t>
            </a:r>
            <a:br>
              <a:rPr lang="fr-FR"/>
            </a:br>
            <a:endParaRPr lang="fr-FR"/>
          </a:p>
          <a:p>
            <a:r>
              <a:rPr lang="fr-FR"/>
              <a:t>21-  ICI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22-  ICI AU CIEL</a:t>
            </a:r>
            <a:br>
              <a:rPr lang="fr-FR"/>
            </a:br>
            <a:r>
              <a:rPr lang="fr-FR"/>
              <a:t> FINALEMENT TU COMPRENDRAS</a:t>
            </a:r>
            <a:br>
              <a:rPr lang="fr-FR"/>
            </a:br>
            <a:endParaRPr lang="fr-FR"/>
          </a:p>
          <a:p>
            <a:r>
              <a:rPr lang="fr-FR"/>
              <a:t>23-  ICI 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24-  ICI AU CIEL</a:t>
            </a:r>
            <a:br>
              <a:rPr lang="fr-FR"/>
            </a:br>
            <a:r>
              <a:rPr lang="fr-FR"/>
              <a:t>FINALEMENT TU COMPRENDRAS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MON CHERI QUAND TU GRANDIRAS</a:t>
            </a:r>
            <a:br>
              <a:rPr lang="fr-FR" smtClean="0"/>
            </a:br>
            <a:r>
              <a:rPr lang="fr-FR" smtClean="0"/>
              <a:t>PEUT ETRE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DOIT AVOIR DES ANGES </a:t>
            </a:r>
            <a:br>
              <a:rPr lang="fr-FR" smtClean="0"/>
            </a:br>
            <a:r>
              <a:rPr lang="fr-FR" smtClean="0"/>
              <a:t>QUI DANSENT SUR TES EPAULES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PARFOIS DANS LA VIE TU AURAS BESOIN D’UNE AIDE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OH MON CHERI, QUAND TU PRIERAS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LAISSE TES FARDEAUX  </a:t>
            </a:r>
            <a:br>
              <a:rPr lang="fr-FR" smtClean="0"/>
            </a:br>
            <a:r>
              <a:rPr lang="fr-FR" smtClean="0"/>
              <a:t>DEVANT MA PORTE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TU AS JÉSUS QUI SE TIENT </a:t>
            </a:r>
            <a:br>
              <a:rPr lang="fr-FR" smtClean="0"/>
            </a:br>
            <a:r>
              <a:rPr lang="fr-FR" smtClean="0"/>
              <a:t>AUPRÈS DE TON LIT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POUR TE DONNER LA PAIX, TE PROTEGER DE TOUTE SOUFFRANCE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MON ENFANT</a:t>
            </a:r>
            <a:br>
              <a:rPr lang="fr-FR" smtClean="0"/>
            </a:br>
            <a:r>
              <a:rPr lang="fr-FR" smtClean="0"/>
              <a:t>QUAND TU AURAS L’IMPRESSION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QUE TA VIE  </a:t>
            </a:r>
            <a:br>
              <a:rPr lang="fr-FR" smtClean="0"/>
            </a:br>
            <a:r>
              <a:rPr lang="fr-FR" smtClean="0"/>
              <a:t>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VIENS A JESUS </a:t>
            </a:r>
            <a:br>
              <a:rPr lang="fr-FR" smtClean="0"/>
            </a:br>
            <a:r>
              <a:rPr lang="fr-FR" smtClean="0"/>
              <a:t>ET IL TE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OH MON CHERI QUAND TU PLEURERAS</a:t>
            </a:r>
            <a:br>
              <a:rPr lang="fr-FR" smtClean="0"/>
            </a:br>
            <a:r>
              <a:rPr lang="fr-FR" smtClean="0"/>
              <a:t>NE TE CACHE PAS DE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CAR J’AI VAINCU L’ENFER </a:t>
            </a:r>
            <a:br>
              <a:rPr lang="fr-FR" smtClean="0"/>
            </a:br>
            <a:r>
              <a:rPr lang="fr-FR" smtClean="0"/>
              <a:t>ET CHASSE LES DEMONS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SUIS VENU AVEC UNE LUMIERE POUR TE RENDRE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MON ENFANT</a:t>
            </a:r>
            <a:br>
              <a:rPr lang="fr-FR" smtClean="0"/>
            </a:br>
            <a:r>
              <a:rPr lang="fr-FR" smtClean="0"/>
              <a:t>QUAND TU AURAS L’IMPRESSION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QUE TA VIE 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VIENS A JESUS </a:t>
            </a:r>
            <a:br>
              <a:rPr lang="fr-FR" smtClean="0"/>
            </a:br>
            <a:r>
              <a:rPr lang="fr-FR" smtClean="0"/>
              <a:t>ET IL NE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OH MON CHERI </a:t>
            </a:r>
            <a:br>
              <a:rPr lang="fr-FR" smtClean="0"/>
            </a:br>
            <a:r>
              <a:rPr lang="fr-FR" smtClean="0"/>
              <a:t>QUAND TU SERAS A L’AGONIE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CROIS A LA GUERISSON DE SA MAIN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ICI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ICI AU CIEL</a:t>
            </a:r>
            <a:br>
              <a:rPr lang="fr-FR" smtClean="0"/>
            </a:br>
            <a:r>
              <a:rPr lang="fr-FR" smtClean="0"/>
              <a:t> FINALEMENT TU COMPRENDRAS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ICI 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ICI AU CIEL</a:t>
            </a:r>
            <a:br>
              <a:rPr lang="fr-FR" smtClean="0"/>
            </a:br>
            <a:r>
              <a:rPr lang="fr-FR" smtClean="0"/>
              <a:t>FINALEMENT TU COMPRENDRAS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OH MON CHERI QUAND TU GRANDIRAS</a:t>
            </a:r>
            <a:br>
              <a:rPr lang="fr-FR"/>
            </a:br>
            <a:r>
              <a:rPr lang="fr-FR"/>
              <a:t>PEUT ETRE TU COMPRENDRAS</a:t>
            </a:r>
          </a:p>
          <a:p>
            <a:r>
              <a:rPr lang="fr-FR"/>
              <a:t>2-  IL DOIT AVOIR DES ANGES </a:t>
            </a:r>
            <a:br>
              <a:rPr lang="fr-FR"/>
            </a:br>
            <a:r>
              <a:rPr lang="fr-FR"/>
              <a:t>QUI DANSENT SUR TES EPAULES</a:t>
            </a:r>
          </a:p>
          <a:p>
            <a:r>
              <a:rPr lang="fr-FR"/>
              <a:t>3-  CAR PARFOIS DANS LA VIE TU AURAS BESOIN D’UNE AIDE</a:t>
            </a:r>
          </a:p>
          <a:p>
            <a:r>
              <a:rPr lang="fr-FR"/>
              <a:t>4-  OH MON CHERI, QUAND TU PRIERAS</a:t>
            </a:r>
            <a:br>
              <a:rPr lang="fr-FR"/>
            </a:br>
            <a:endParaRPr lang="fr-FR"/>
          </a:p>
          <a:p>
            <a:r>
              <a:rPr lang="fr-FR"/>
              <a:t>5-  LAISSE TES FARDEAUX  </a:t>
            </a:r>
            <a:br>
              <a:rPr lang="fr-FR"/>
            </a:br>
            <a:r>
              <a:rPr lang="fr-FR"/>
              <a:t>DEVANT MA PORTE</a:t>
            </a:r>
          </a:p>
          <a:p>
            <a:r>
              <a:rPr lang="fr-FR"/>
              <a:t>6-  TU AS JÉSUS QUI SE TIENT </a:t>
            </a:r>
            <a:br>
              <a:rPr lang="fr-FR"/>
            </a:br>
            <a:r>
              <a:rPr lang="fr-FR"/>
              <a:t>AUPRÈS DE TON LIT</a:t>
            </a:r>
          </a:p>
          <a:p>
            <a:r>
              <a:rPr lang="fr-FR"/>
              <a:t>7-  POUR TE DONNER LA PAIX, TE PROTEGER DE TOUTE SOUFFRANCE </a:t>
            </a:r>
          </a:p>
          <a:p>
            <a:r>
              <a:rPr lang="fr-FR"/>
              <a:t>8-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9-  MON ENFANT</a:t>
            </a:r>
            <a:br>
              <a:rPr lang="fr-FR"/>
            </a:br>
            <a:r>
              <a:rPr lang="fr-FR"/>
              <a:t>QUAND TU AURAS L’IMPRESSION</a:t>
            </a:r>
          </a:p>
          <a:p>
            <a:r>
              <a:rPr lang="fr-FR"/>
              <a:t>10-  QUE TA VIE  </a:t>
            </a:r>
            <a:br>
              <a:rPr lang="fr-FR"/>
            </a:br>
            <a:r>
              <a:rPr lang="fr-FR"/>
              <a:t>NE VAUT PAS LA PEINE D’ETRE VECUE</a:t>
            </a:r>
          </a:p>
          <a:p>
            <a:r>
              <a:rPr lang="fr-FR"/>
              <a:t>11-  VIENS A JESUS </a:t>
            </a:r>
            <a:br>
              <a:rPr lang="fr-FR"/>
            </a:br>
            <a:r>
              <a:rPr lang="fr-FR"/>
              <a:t>ET IL TE PRENDRA DANS SES BRAS</a:t>
            </a:r>
          </a:p>
          <a:p>
            <a:r>
              <a:rPr lang="fr-FR"/>
              <a:t>12-  OH MON CHERI QUAND TU PLEURERAS</a:t>
            </a:r>
            <a:br>
              <a:rPr lang="fr-FR"/>
            </a:br>
            <a:r>
              <a:rPr lang="fr-FR"/>
              <a:t>NE TE CACHE PAS DE MOI</a:t>
            </a:r>
          </a:p>
          <a:p>
            <a:r>
              <a:rPr lang="fr-FR"/>
              <a:t>13-  CAR J’AI VAINCU L’ENFER </a:t>
            </a:r>
            <a:br>
              <a:rPr lang="fr-FR"/>
            </a:br>
            <a:r>
              <a:rPr lang="fr-FR"/>
              <a:t>ET CHASSE LES DEMONS</a:t>
            </a:r>
          </a:p>
          <a:p>
            <a:r>
              <a:rPr lang="fr-FR"/>
              <a:t>14-  JE SUIS VENU AVEC UNE LUMIERE POUR TE RENDRE LIBRE</a:t>
            </a:r>
          </a:p>
          <a:p>
            <a:r>
              <a:rPr lang="fr-FR"/>
              <a:t>15-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16-  MON ENFANT</a:t>
            </a:r>
            <a:br>
              <a:rPr lang="fr-FR"/>
            </a:br>
            <a:r>
              <a:rPr lang="fr-FR"/>
              <a:t>QUAND TU AURAS L’IMPRESSION</a:t>
            </a:r>
            <a:br>
              <a:rPr lang="fr-FR"/>
            </a:br>
            <a:endParaRPr lang="fr-FR"/>
          </a:p>
          <a:p>
            <a:r>
              <a:rPr lang="fr-FR"/>
              <a:t>17-  QUE TA VIE NE VAUT PAS LA PEINE D’ETRE VECUE</a:t>
            </a:r>
          </a:p>
          <a:p>
            <a:r>
              <a:rPr lang="fr-FR"/>
              <a:t>18-  VIENS A JESUS </a:t>
            </a:r>
            <a:br>
              <a:rPr lang="fr-FR"/>
            </a:br>
            <a:r>
              <a:rPr lang="fr-FR"/>
              <a:t>ET IL NE PRENDRA DANS SES BRAS</a:t>
            </a:r>
          </a:p>
          <a:p>
            <a:r>
              <a:rPr lang="fr-FR"/>
              <a:t>19-  OH MON CHERI </a:t>
            </a:r>
            <a:br>
              <a:rPr lang="fr-FR"/>
            </a:br>
            <a:r>
              <a:rPr lang="fr-FR"/>
              <a:t>QUAND TU SERAS A L’AGONIE</a:t>
            </a:r>
          </a:p>
          <a:p>
            <a:r>
              <a:rPr lang="fr-FR"/>
              <a:t>20-  CROIS A LA GUERISSON DE SA MAIN</a:t>
            </a:r>
            <a:br>
              <a:rPr lang="fr-FR"/>
            </a:br>
            <a:endParaRPr lang="fr-FR"/>
          </a:p>
          <a:p>
            <a:r>
              <a:rPr lang="fr-FR"/>
              <a:t>21-  ICI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22-  ICI AU CIEL</a:t>
            </a:r>
            <a:br>
              <a:rPr lang="fr-FR"/>
            </a:br>
            <a:r>
              <a:rPr lang="fr-FR"/>
              <a:t> FINALEMENT TU COMPRENDRAS</a:t>
            </a:r>
            <a:br>
              <a:rPr lang="fr-FR"/>
            </a:br>
            <a:endParaRPr lang="fr-FR"/>
          </a:p>
          <a:p>
            <a:r>
              <a:rPr lang="fr-FR"/>
              <a:t>23-  ICI 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24-  ICI AU CIEL</a:t>
            </a:r>
            <a:br>
              <a:rPr lang="fr-FR"/>
            </a:br>
            <a:r>
              <a:rPr lang="fr-FR"/>
              <a:t>FINALEMENT TU COMPRENDRAS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MON CHERI QUAND TU GRANDIRAS</a:t>
            </a:r>
            <a:br>
              <a:rPr lang="fr-FR" smtClean="0"/>
            </a:br>
            <a:r>
              <a:rPr lang="fr-FR" smtClean="0"/>
              <a:t>PEUT ETRE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DOIT AVOIR DES ANGES </a:t>
            </a:r>
            <a:br>
              <a:rPr lang="fr-FR" smtClean="0"/>
            </a:br>
            <a:r>
              <a:rPr lang="fr-FR" smtClean="0"/>
              <a:t>QUI DANSENT SUR TES EPAULES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PARFOIS DANS LA VIE TU AURAS BESOIN D’UNE AIDE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OH MON CHERI, QUAND TU PRIERAS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LAISSE TES FARDEAUX  </a:t>
            </a:r>
            <a:br>
              <a:rPr lang="fr-FR" smtClean="0"/>
            </a:br>
            <a:r>
              <a:rPr lang="fr-FR" smtClean="0"/>
              <a:t>DEVANT MA PORTE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TU AS JÉSUS QUI SE TIENT </a:t>
            </a:r>
            <a:br>
              <a:rPr lang="fr-FR" smtClean="0"/>
            </a:br>
            <a:r>
              <a:rPr lang="fr-FR" smtClean="0"/>
              <a:t>AUPRÈS DE TON LIT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POUR TE DONNER LA PAIX, TE PROTEGER DE TOUTE SOUFFRANCE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MON ENFANT</a:t>
            </a:r>
            <a:br>
              <a:rPr lang="fr-FR" smtClean="0"/>
            </a:br>
            <a:r>
              <a:rPr lang="fr-FR" smtClean="0"/>
              <a:t>QUAND TU AURAS L’IMPRESSION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QUE TA VIE  </a:t>
            </a:r>
            <a:br>
              <a:rPr lang="fr-FR" smtClean="0"/>
            </a:br>
            <a:r>
              <a:rPr lang="fr-FR" smtClean="0"/>
              <a:t>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VIENS A JESUS </a:t>
            </a:r>
            <a:br>
              <a:rPr lang="fr-FR" smtClean="0"/>
            </a:br>
            <a:r>
              <a:rPr lang="fr-FR" smtClean="0"/>
              <a:t>ET IL TE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OH MON CHERI QUAND TU PLEURERAS</a:t>
            </a:r>
            <a:br>
              <a:rPr lang="fr-FR" smtClean="0"/>
            </a:br>
            <a:r>
              <a:rPr lang="fr-FR" smtClean="0"/>
              <a:t>NE TE CACHE PAS DE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CAR J’AI VAINCU L’ENFER </a:t>
            </a:r>
            <a:br>
              <a:rPr lang="fr-FR" smtClean="0"/>
            </a:br>
            <a:r>
              <a:rPr lang="fr-FR" smtClean="0"/>
              <a:t>ET CHASSE LES DEMONS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SUIS VENU AVEC UNE LUMIERE POUR TE RENDRE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MON ENFANT</a:t>
            </a:r>
            <a:br>
              <a:rPr lang="fr-FR" smtClean="0"/>
            </a:br>
            <a:r>
              <a:rPr lang="fr-FR" smtClean="0"/>
              <a:t>QUAND TU AURAS L’IMPRESSION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QUE TA VIE 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VIENS A JESUS </a:t>
            </a:r>
            <a:br>
              <a:rPr lang="fr-FR" smtClean="0"/>
            </a:br>
            <a:r>
              <a:rPr lang="fr-FR" smtClean="0"/>
              <a:t>ET IL NE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OH MON CHERI </a:t>
            </a:r>
            <a:br>
              <a:rPr lang="fr-FR" smtClean="0"/>
            </a:br>
            <a:r>
              <a:rPr lang="fr-FR" smtClean="0"/>
              <a:t>QUAND TU SERAS A L’AGONIE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CROIS A LA GUERISSON DE SA MAIN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ICI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ICI AU CIEL</a:t>
            </a:r>
            <a:br>
              <a:rPr lang="fr-FR" smtClean="0"/>
            </a:br>
            <a:r>
              <a:rPr lang="fr-FR" smtClean="0"/>
              <a:t> FINALEMENT TU COMPRENDRAS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ICI 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ICI AU CIEL</a:t>
            </a:r>
            <a:br>
              <a:rPr lang="fr-FR" smtClean="0"/>
            </a:br>
            <a:r>
              <a:rPr lang="fr-FR" smtClean="0"/>
              <a:t>FINALEMENT TU COMPRENDRAS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OH MON CHERI QUAND TU GRANDIRAS</a:t>
            </a:r>
            <a:br>
              <a:rPr lang="fr-FR"/>
            </a:br>
            <a:r>
              <a:rPr lang="fr-FR"/>
              <a:t>PEUT ETRE TU COMPRENDRAS</a:t>
            </a:r>
          </a:p>
          <a:p>
            <a:r>
              <a:rPr lang="fr-FR"/>
              <a:t>2-  IL DOIT AVOIR DES ANGES </a:t>
            </a:r>
            <a:br>
              <a:rPr lang="fr-FR"/>
            </a:br>
            <a:r>
              <a:rPr lang="fr-FR"/>
              <a:t>QUI DANSENT SUR TES EPAULES</a:t>
            </a:r>
          </a:p>
          <a:p>
            <a:r>
              <a:rPr lang="fr-FR"/>
              <a:t>3-  CAR PARFOIS DANS LA VIE TU AURAS BESOIN D’UNE AIDE</a:t>
            </a:r>
          </a:p>
          <a:p>
            <a:r>
              <a:rPr lang="fr-FR"/>
              <a:t>4-  OH MON CHERI, QUAND TU PRIERAS</a:t>
            </a:r>
            <a:br>
              <a:rPr lang="fr-FR"/>
            </a:br>
            <a:endParaRPr lang="fr-FR"/>
          </a:p>
          <a:p>
            <a:r>
              <a:rPr lang="fr-FR"/>
              <a:t>5-  LAISSE TES FARDEAUX  </a:t>
            </a:r>
            <a:br>
              <a:rPr lang="fr-FR"/>
            </a:br>
            <a:r>
              <a:rPr lang="fr-FR"/>
              <a:t>DEVANT MA PORTE</a:t>
            </a:r>
          </a:p>
          <a:p>
            <a:r>
              <a:rPr lang="fr-FR"/>
              <a:t>6-  TU AS JÉSUS QUI SE TIENT </a:t>
            </a:r>
            <a:br>
              <a:rPr lang="fr-FR"/>
            </a:br>
            <a:r>
              <a:rPr lang="fr-FR"/>
              <a:t>AUPRÈS DE TON LIT</a:t>
            </a:r>
          </a:p>
          <a:p>
            <a:r>
              <a:rPr lang="fr-FR"/>
              <a:t>7-  POUR TE DONNER LA PAIX, TE PROTEGER DE TOUTE SOUFFRANCE </a:t>
            </a:r>
          </a:p>
          <a:p>
            <a:r>
              <a:rPr lang="fr-FR"/>
              <a:t>8-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9-  MON ENFANT</a:t>
            </a:r>
            <a:br>
              <a:rPr lang="fr-FR"/>
            </a:br>
            <a:r>
              <a:rPr lang="fr-FR"/>
              <a:t>QUAND TU AURAS L’IMPRESSION</a:t>
            </a:r>
          </a:p>
          <a:p>
            <a:r>
              <a:rPr lang="fr-FR"/>
              <a:t>10-  QUE TA VIE  </a:t>
            </a:r>
            <a:br>
              <a:rPr lang="fr-FR"/>
            </a:br>
            <a:r>
              <a:rPr lang="fr-FR"/>
              <a:t>NE VAUT PAS LA PEINE D’ETRE VECUE</a:t>
            </a:r>
          </a:p>
          <a:p>
            <a:r>
              <a:rPr lang="fr-FR"/>
              <a:t>11-  VIENS A JESUS </a:t>
            </a:r>
            <a:br>
              <a:rPr lang="fr-FR"/>
            </a:br>
            <a:r>
              <a:rPr lang="fr-FR"/>
              <a:t>ET IL TE PRENDRA DANS SES BRAS</a:t>
            </a:r>
          </a:p>
          <a:p>
            <a:r>
              <a:rPr lang="fr-FR"/>
              <a:t>12-  OH MON CHERI QUAND TU PLEURERAS</a:t>
            </a:r>
            <a:br>
              <a:rPr lang="fr-FR"/>
            </a:br>
            <a:r>
              <a:rPr lang="fr-FR"/>
              <a:t>NE TE CACHE PAS DE MOI</a:t>
            </a:r>
          </a:p>
          <a:p>
            <a:r>
              <a:rPr lang="fr-FR"/>
              <a:t>13-  CAR J’AI VAINCU L’ENFER </a:t>
            </a:r>
            <a:br>
              <a:rPr lang="fr-FR"/>
            </a:br>
            <a:r>
              <a:rPr lang="fr-FR"/>
              <a:t>ET CHASSE LES DEMONS</a:t>
            </a:r>
          </a:p>
          <a:p>
            <a:r>
              <a:rPr lang="fr-FR"/>
              <a:t>14-  JE SUIS VENU AVEC UNE LUMIERE POUR TE RENDRE LIBRE</a:t>
            </a:r>
          </a:p>
          <a:p>
            <a:r>
              <a:rPr lang="fr-FR"/>
              <a:t>15-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16-  MON ENFANT</a:t>
            </a:r>
            <a:br>
              <a:rPr lang="fr-FR"/>
            </a:br>
            <a:r>
              <a:rPr lang="fr-FR"/>
              <a:t>QUAND TU AURAS L’IMPRESSION</a:t>
            </a:r>
            <a:br>
              <a:rPr lang="fr-FR"/>
            </a:br>
            <a:endParaRPr lang="fr-FR"/>
          </a:p>
          <a:p>
            <a:r>
              <a:rPr lang="fr-FR"/>
              <a:t>17-  QUE TA VIE NE VAUT PAS LA PEINE D’ETRE VECUE</a:t>
            </a:r>
          </a:p>
          <a:p>
            <a:r>
              <a:rPr lang="fr-FR"/>
              <a:t>18-  VIENS A JESUS </a:t>
            </a:r>
            <a:br>
              <a:rPr lang="fr-FR"/>
            </a:br>
            <a:r>
              <a:rPr lang="fr-FR"/>
              <a:t>ET IL NE PRENDRA DANS SES BRAS</a:t>
            </a:r>
          </a:p>
          <a:p>
            <a:r>
              <a:rPr lang="fr-FR"/>
              <a:t>19-  OH MON CHERI </a:t>
            </a:r>
            <a:br>
              <a:rPr lang="fr-FR"/>
            </a:br>
            <a:r>
              <a:rPr lang="fr-FR"/>
              <a:t>QUAND TU SERAS A L’AGONIE</a:t>
            </a:r>
          </a:p>
          <a:p>
            <a:r>
              <a:rPr lang="fr-FR"/>
              <a:t>20-  CROIS A LA GUERISSON DE SA MAIN</a:t>
            </a:r>
            <a:br>
              <a:rPr lang="fr-FR"/>
            </a:br>
            <a:endParaRPr lang="fr-FR"/>
          </a:p>
          <a:p>
            <a:r>
              <a:rPr lang="fr-FR"/>
              <a:t>21-  ICI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22-  ICI AU CIEL</a:t>
            </a:r>
            <a:br>
              <a:rPr lang="fr-FR"/>
            </a:br>
            <a:r>
              <a:rPr lang="fr-FR"/>
              <a:t> FINALEMENT TU COMPRENDRAS</a:t>
            </a:r>
            <a:br>
              <a:rPr lang="fr-FR"/>
            </a:br>
            <a:endParaRPr lang="fr-FR"/>
          </a:p>
          <a:p>
            <a:r>
              <a:rPr lang="fr-FR"/>
              <a:t>23-  ICI 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24-  ICI AU CIEL</a:t>
            </a:r>
            <a:br>
              <a:rPr lang="fr-FR"/>
            </a:br>
            <a:r>
              <a:rPr lang="fr-FR"/>
              <a:t>FINALEMENT TU COMPRENDRAS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MON CHERI QUAND TU GRANDIRAS</a:t>
            </a:r>
            <a:br>
              <a:rPr lang="fr-FR" smtClean="0"/>
            </a:br>
            <a:r>
              <a:rPr lang="fr-FR" smtClean="0"/>
              <a:t>PEUT ETRE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DOIT AVOIR DES ANGES </a:t>
            </a:r>
            <a:br>
              <a:rPr lang="fr-FR" smtClean="0"/>
            </a:br>
            <a:r>
              <a:rPr lang="fr-FR" smtClean="0"/>
              <a:t>QUI DANSENT SUR TES EPAULES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PARFOIS DANS LA VIE TU AURAS BESOIN D’UNE AIDE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OH MON CHERI, QUAND TU PRIERAS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LAISSE TES FARDEAUX  </a:t>
            </a:r>
            <a:br>
              <a:rPr lang="fr-FR" smtClean="0"/>
            </a:br>
            <a:r>
              <a:rPr lang="fr-FR" smtClean="0"/>
              <a:t>DEVANT MA PORTE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TU AS JÉSUS QUI SE TIENT </a:t>
            </a:r>
            <a:br>
              <a:rPr lang="fr-FR" smtClean="0"/>
            </a:br>
            <a:r>
              <a:rPr lang="fr-FR" smtClean="0"/>
              <a:t>AUPRÈS DE TON LIT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POUR TE DONNER LA PAIX, TE PROTEGER DE TOUTE SOUFFRANCE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MON ENFANT</a:t>
            </a:r>
            <a:br>
              <a:rPr lang="fr-FR" smtClean="0"/>
            </a:br>
            <a:r>
              <a:rPr lang="fr-FR" smtClean="0"/>
              <a:t>QUAND TU AURAS L’IMPRESSION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QUE TA VIE  </a:t>
            </a:r>
            <a:br>
              <a:rPr lang="fr-FR" smtClean="0"/>
            </a:br>
            <a:r>
              <a:rPr lang="fr-FR" smtClean="0"/>
              <a:t>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VIENS A JESUS </a:t>
            </a:r>
            <a:br>
              <a:rPr lang="fr-FR" smtClean="0"/>
            </a:br>
            <a:r>
              <a:rPr lang="fr-FR" smtClean="0"/>
              <a:t>ET IL TE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OH MON CHERI QUAND TU PLEURERAS</a:t>
            </a:r>
            <a:br>
              <a:rPr lang="fr-FR" smtClean="0"/>
            </a:br>
            <a:r>
              <a:rPr lang="fr-FR" smtClean="0"/>
              <a:t>NE TE CACHE PAS DE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CAR J’AI VAINCU L’ENFER </a:t>
            </a:r>
            <a:br>
              <a:rPr lang="fr-FR" smtClean="0"/>
            </a:br>
            <a:r>
              <a:rPr lang="fr-FR" smtClean="0"/>
              <a:t>ET CHASSE LES DEMONS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SUIS VENU AVEC UNE LUMIERE POUR TE RENDRE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MON ENFANT</a:t>
            </a:r>
            <a:br>
              <a:rPr lang="fr-FR" smtClean="0"/>
            </a:br>
            <a:r>
              <a:rPr lang="fr-FR" smtClean="0"/>
              <a:t>QUAND TU AURAS L’IMPRESSION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QUE TA VIE 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VIENS A JESUS </a:t>
            </a:r>
            <a:br>
              <a:rPr lang="fr-FR" smtClean="0"/>
            </a:br>
            <a:r>
              <a:rPr lang="fr-FR" smtClean="0"/>
              <a:t>ET IL NE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OH MON CHERI </a:t>
            </a:r>
            <a:br>
              <a:rPr lang="fr-FR" smtClean="0"/>
            </a:br>
            <a:r>
              <a:rPr lang="fr-FR" smtClean="0"/>
              <a:t>QUAND TU SERAS A L’AGONIE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CROIS A LA GUERISSON DE SA MAIN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ICI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ICI AU CIEL</a:t>
            </a:r>
            <a:br>
              <a:rPr lang="fr-FR" smtClean="0"/>
            </a:br>
            <a:r>
              <a:rPr lang="fr-FR" smtClean="0"/>
              <a:t> FINALEMENT TU COMPRENDRAS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ICI 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ICI AU CIEL</a:t>
            </a:r>
            <a:br>
              <a:rPr lang="fr-FR" smtClean="0"/>
            </a:br>
            <a:r>
              <a:rPr lang="fr-FR" smtClean="0"/>
              <a:t>FINALEMENT TU COMPRENDRAS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OH MON CHERI QUAND TU GRANDIRAS</a:t>
            </a:r>
            <a:br>
              <a:rPr lang="fr-FR"/>
            </a:br>
            <a:r>
              <a:rPr lang="fr-FR"/>
              <a:t>PEUT ETRE TU COMPRENDRAS</a:t>
            </a:r>
          </a:p>
          <a:p>
            <a:r>
              <a:rPr lang="fr-FR"/>
              <a:t>2-  IL DOIT AVOIR DES ANGES </a:t>
            </a:r>
            <a:br>
              <a:rPr lang="fr-FR"/>
            </a:br>
            <a:r>
              <a:rPr lang="fr-FR"/>
              <a:t>QUI DANSENT SUR TES EPAULES</a:t>
            </a:r>
          </a:p>
          <a:p>
            <a:r>
              <a:rPr lang="fr-FR"/>
              <a:t>3-  CAR PARFOIS DANS LA VIE TU AURAS BESOIN D’UNE AIDE</a:t>
            </a:r>
          </a:p>
          <a:p>
            <a:r>
              <a:rPr lang="fr-FR"/>
              <a:t>4-  OH MON CHERI, QUAND TU PRIERAS</a:t>
            </a:r>
            <a:br>
              <a:rPr lang="fr-FR"/>
            </a:br>
            <a:endParaRPr lang="fr-FR"/>
          </a:p>
          <a:p>
            <a:r>
              <a:rPr lang="fr-FR"/>
              <a:t>5-  LAISSE TES FARDEAUX  </a:t>
            </a:r>
            <a:br>
              <a:rPr lang="fr-FR"/>
            </a:br>
            <a:r>
              <a:rPr lang="fr-FR"/>
              <a:t>DEVANT MA PORTE</a:t>
            </a:r>
          </a:p>
          <a:p>
            <a:r>
              <a:rPr lang="fr-FR"/>
              <a:t>6-  TU AS JÉSUS QUI SE TIENT </a:t>
            </a:r>
            <a:br>
              <a:rPr lang="fr-FR"/>
            </a:br>
            <a:r>
              <a:rPr lang="fr-FR"/>
              <a:t>AUPRÈS DE TON LIT</a:t>
            </a:r>
          </a:p>
          <a:p>
            <a:r>
              <a:rPr lang="fr-FR"/>
              <a:t>7-  POUR TE DONNER LA PAIX, TE PROTEGER DE TOUTE SOUFFRANCE </a:t>
            </a:r>
          </a:p>
          <a:p>
            <a:r>
              <a:rPr lang="fr-FR"/>
              <a:t>8-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9-  MON ENFANT</a:t>
            </a:r>
            <a:br>
              <a:rPr lang="fr-FR"/>
            </a:br>
            <a:r>
              <a:rPr lang="fr-FR"/>
              <a:t>QUAND TU AURAS L’IMPRESSION</a:t>
            </a:r>
          </a:p>
          <a:p>
            <a:r>
              <a:rPr lang="fr-FR"/>
              <a:t>10-  QUE TA VIE  </a:t>
            </a:r>
            <a:br>
              <a:rPr lang="fr-FR"/>
            </a:br>
            <a:r>
              <a:rPr lang="fr-FR"/>
              <a:t>NE VAUT PAS LA PEINE D’ETRE VECUE</a:t>
            </a:r>
          </a:p>
          <a:p>
            <a:r>
              <a:rPr lang="fr-FR"/>
              <a:t>11-  VIENS A JESUS </a:t>
            </a:r>
            <a:br>
              <a:rPr lang="fr-FR"/>
            </a:br>
            <a:r>
              <a:rPr lang="fr-FR"/>
              <a:t>ET IL TE PRENDRA DANS SES BRAS</a:t>
            </a:r>
          </a:p>
          <a:p>
            <a:r>
              <a:rPr lang="fr-FR"/>
              <a:t>12-  OH MON CHERI QUAND TU PLEURERAS</a:t>
            </a:r>
            <a:br>
              <a:rPr lang="fr-FR"/>
            </a:br>
            <a:r>
              <a:rPr lang="fr-FR"/>
              <a:t>NE TE CACHE PAS DE MOI</a:t>
            </a:r>
          </a:p>
          <a:p>
            <a:r>
              <a:rPr lang="fr-FR"/>
              <a:t>13-  CAR J’AI VAINCU L’ENFER </a:t>
            </a:r>
            <a:br>
              <a:rPr lang="fr-FR"/>
            </a:br>
            <a:r>
              <a:rPr lang="fr-FR"/>
              <a:t>ET CHASSE LES DEMONS</a:t>
            </a:r>
          </a:p>
          <a:p>
            <a:r>
              <a:rPr lang="fr-FR"/>
              <a:t>14-  JE SUIS VENU AVEC UNE LUMIERE POUR TE RENDRE LIBRE</a:t>
            </a:r>
          </a:p>
          <a:p>
            <a:r>
              <a:rPr lang="fr-FR"/>
              <a:t>15-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16-  MON ENFANT</a:t>
            </a:r>
            <a:br>
              <a:rPr lang="fr-FR"/>
            </a:br>
            <a:r>
              <a:rPr lang="fr-FR"/>
              <a:t>QUAND TU AURAS L’IMPRESSION</a:t>
            </a:r>
            <a:br>
              <a:rPr lang="fr-FR"/>
            </a:br>
            <a:endParaRPr lang="fr-FR"/>
          </a:p>
          <a:p>
            <a:r>
              <a:rPr lang="fr-FR"/>
              <a:t>17-  QUE TA VIE NE VAUT PAS LA PEINE D’ETRE VECUE</a:t>
            </a:r>
          </a:p>
          <a:p>
            <a:r>
              <a:rPr lang="fr-FR"/>
              <a:t>18-  VIENS A JESUS </a:t>
            </a:r>
            <a:br>
              <a:rPr lang="fr-FR"/>
            </a:br>
            <a:r>
              <a:rPr lang="fr-FR"/>
              <a:t>ET IL NE PRENDRA DANS SES BRAS</a:t>
            </a:r>
          </a:p>
          <a:p>
            <a:r>
              <a:rPr lang="fr-FR"/>
              <a:t>19-  OH MON CHERI </a:t>
            </a:r>
            <a:br>
              <a:rPr lang="fr-FR"/>
            </a:br>
            <a:r>
              <a:rPr lang="fr-FR"/>
              <a:t>QUAND TU SERAS A L’AGONIE</a:t>
            </a:r>
          </a:p>
          <a:p>
            <a:r>
              <a:rPr lang="fr-FR"/>
              <a:t>20-  CROIS A LA GUERISSON DE SA MAIN</a:t>
            </a:r>
            <a:br>
              <a:rPr lang="fr-FR"/>
            </a:br>
            <a:endParaRPr lang="fr-FR"/>
          </a:p>
          <a:p>
            <a:r>
              <a:rPr lang="fr-FR"/>
              <a:t>21-  ICI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22-  ICI AU CIEL</a:t>
            </a:r>
            <a:br>
              <a:rPr lang="fr-FR"/>
            </a:br>
            <a:r>
              <a:rPr lang="fr-FR"/>
              <a:t> FINALEMENT TU COMPRENDRAS</a:t>
            </a:r>
            <a:br>
              <a:rPr lang="fr-FR"/>
            </a:br>
            <a:endParaRPr lang="fr-FR"/>
          </a:p>
          <a:p>
            <a:r>
              <a:rPr lang="fr-FR"/>
              <a:t>23-  ICI 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24-  ICI AU CIEL</a:t>
            </a:r>
            <a:br>
              <a:rPr lang="fr-FR"/>
            </a:br>
            <a:r>
              <a:rPr lang="fr-FR"/>
              <a:t>FINALEMENT TU COMPRENDRAS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MON CHERI QUAND TU GRANDIRAS</a:t>
            </a:r>
            <a:br>
              <a:rPr lang="fr-FR" smtClean="0"/>
            </a:br>
            <a:r>
              <a:rPr lang="fr-FR" smtClean="0"/>
              <a:t>PEUT ETRE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DOIT AVOIR DES ANGES </a:t>
            </a:r>
            <a:br>
              <a:rPr lang="fr-FR" smtClean="0"/>
            </a:br>
            <a:r>
              <a:rPr lang="fr-FR" smtClean="0"/>
              <a:t>QUI DANSENT SUR TES EPAULES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PARFOIS DANS LA VIE TU AURAS BESOIN D’UNE AIDE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OH MON CHERI, QUAND TU PRIERAS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LAISSE TES FARDEAUX  </a:t>
            </a:r>
            <a:br>
              <a:rPr lang="fr-FR" smtClean="0"/>
            </a:br>
            <a:r>
              <a:rPr lang="fr-FR" smtClean="0"/>
              <a:t>DEVANT MA PORTE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TU AS JÉSUS QUI SE TIENT </a:t>
            </a:r>
            <a:br>
              <a:rPr lang="fr-FR" smtClean="0"/>
            </a:br>
            <a:r>
              <a:rPr lang="fr-FR" smtClean="0"/>
              <a:t>AUPRÈS DE TON LIT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POUR TE DONNER LA PAIX, TE PROTEGER DE TOUTE SOUFFRANCE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MON ENFANT</a:t>
            </a:r>
            <a:br>
              <a:rPr lang="fr-FR" smtClean="0"/>
            </a:br>
            <a:r>
              <a:rPr lang="fr-FR" smtClean="0"/>
              <a:t>QUAND TU AURAS L’IMPRESSION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QUE TA VIE  </a:t>
            </a:r>
            <a:br>
              <a:rPr lang="fr-FR" smtClean="0"/>
            </a:br>
            <a:r>
              <a:rPr lang="fr-FR" smtClean="0"/>
              <a:t>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VIENS A JESUS </a:t>
            </a:r>
            <a:br>
              <a:rPr lang="fr-FR" smtClean="0"/>
            </a:br>
            <a:r>
              <a:rPr lang="fr-FR" smtClean="0"/>
              <a:t>ET IL TE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OH MON CHERI QUAND TU PLEURERAS</a:t>
            </a:r>
            <a:br>
              <a:rPr lang="fr-FR" smtClean="0"/>
            </a:br>
            <a:r>
              <a:rPr lang="fr-FR" smtClean="0"/>
              <a:t>NE TE CACHE PAS DE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CAR J’AI VAINCU L’ENFER </a:t>
            </a:r>
            <a:br>
              <a:rPr lang="fr-FR" smtClean="0"/>
            </a:br>
            <a:r>
              <a:rPr lang="fr-FR" smtClean="0"/>
              <a:t>ET CHASSE LES DEMONS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SUIS VENU AVEC UNE LUMIERE POUR TE RENDRE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MON ENFANT</a:t>
            </a:r>
            <a:br>
              <a:rPr lang="fr-FR" smtClean="0"/>
            </a:br>
            <a:r>
              <a:rPr lang="fr-FR" smtClean="0"/>
              <a:t>QUAND TU AURAS L’IMPRESSION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QUE TA VIE 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VIENS A JESUS </a:t>
            </a:r>
            <a:br>
              <a:rPr lang="fr-FR" smtClean="0"/>
            </a:br>
            <a:r>
              <a:rPr lang="fr-FR" smtClean="0"/>
              <a:t>ET IL NE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OH MON CHERI </a:t>
            </a:r>
            <a:br>
              <a:rPr lang="fr-FR" smtClean="0"/>
            </a:br>
            <a:r>
              <a:rPr lang="fr-FR" smtClean="0"/>
              <a:t>QUAND TU SERAS A L’AGONIE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CROIS A LA GUERISSON DE SA MAIN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ICI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ICI AU CIEL</a:t>
            </a:r>
            <a:br>
              <a:rPr lang="fr-FR" smtClean="0"/>
            </a:br>
            <a:r>
              <a:rPr lang="fr-FR" smtClean="0"/>
              <a:t> FINALEMENT TU COMPRENDRAS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ICI 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ICI AU CIEL</a:t>
            </a:r>
            <a:br>
              <a:rPr lang="fr-FR" smtClean="0"/>
            </a:br>
            <a:r>
              <a:rPr lang="fr-FR" smtClean="0"/>
              <a:t>FINALEMENT TU COMPRENDRAS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OH MON CHERI QUAND TU GRANDIRAS</a:t>
            </a:r>
            <a:br>
              <a:rPr lang="fr-FR"/>
            </a:br>
            <a:r>
              <a:rPr lang="fr-FR"/>
              <a:t>PEUT ETRE TU COMPRENDRAS</a:t>
            </a:r>
          </a:p>
          <a:p>
            <a:r>
              <a:rPr lang="fr-FR"/>
              <a:t>2-  IL DOIT AVOIR DES ANGES </a:t>
            </a:r>
            <a:br>
              <a:rPr lang="fr-FR"/>
            </a:br>
            <a:r>
              <a:rPr lang="fr-FR"/>
              <a:t>QUI DANSENT SUR TES EPAULES</a:t>
            </a:r>
          </a:p>
          <a:p>
            <a:r>
              <a:rPr lang="fr-FR"/>
              <a:t>3-  CAR PARFOIS DANS LA VIE TU AURAS BESOIN D’UNE AIDE</a:t>
            </a:r>
          </a:p>
          <a:p>
            <a:r>
              <a:rPr lang="fr-FR"/>
              <a:t>4-  OH MON CHERI, QUAND TU PRIERAS</a:t>
            </a:r>
            <a:br>
              <a:rPr lang="fr-FR"/>
            </a:br>
            <a:endParaRPr lang="fr-FR"/>
          </a:p>
          <a:p>
            <a:r>
              <a:rPr lang="fr-FR"/>
              <a:t>5-  LAISSE TES FARDEAUX  </a:t>
            </a:r>
            <a:br>
              <a:rPr lang="fr-FR"/>
            </a:br>
            <a:r>
              <a:rPr lang="fr-FR"/>
              <a:t>DEVANT MA PORTE</a:t>
            </a:r>
          </a:p>
          <a:p>
            <a:r>
              <a:rPr lang="fr-FR"/>
              <a:t>6-  TU AS JÉSUS QUI SE TIENT </a:t>
            </a:r>
            <a:br>
              <a:rPr lang="fr-FR"/>
            </a:br>
            <a:r>
              <a:rPr lang="fr-FR"/>
              <a:t>AUPRÈS DE TON LIT</a:t>
            </a:r>
          </a:p>
          <a:p>
            <a:r>
              <a:rPr lang="fr-FR"/>
              <a:t>7-  POUR TE DONNER LA PAIX, TE PROTEGER DE TOUTE SOUFFRANCE </a:t>
            </a:r>
          </a:p>
          <a:p>
            <a:r>
              <a:rPr lang="fr-FR"/>
              <a:t>8-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9-  MON ENFANT</a:t>
            </a:r>
            <a:br>
              <a:rPr lang="fr-FR"/>
            </a:br>
            <a:r>
              <a:rPr lang="fr-FR"/>
              <a:t>QUAND TU AURAS L’IMPRESSION</a:t>
            </a:r>
          </a:p>
          <a:p>
            <a:r>
              <a:rPr lang="fr-FR"/>
              <a:t>10-  QUE TA VIE  </a:t>
            </a:r>
            <a:br>
              <a:rPr lang="fr-FR"/>
            </a:br>
            <a:r>
              <a:rPr lang="fr-FR"/>
              <a:t>NE VAUT PAS LA PEINE D’ETRE VECUE</a:t>
            </a:r>
          </a:p>
          <a:p>
            <a:r>
              <a:rPr lang="fr-FR"/>
              <a:t>11-  VIENS A JESUS </a:t>
            </a:r>
            <a:br>
              <a:rPr lang="fr-FR"/>
            </a:br>
            <a:r>
              <a:rPr lang="fr-FR"/>
              <a:t>ET IL TE PRENDRA DANS SES BRAS</a:t>
            </a:r>
          </a:p>
          <a:p>
            <a:r>
              <a:rPr lang="fr-FR"/>
              <a:t>12-  OH MON CHERI QUAND TU PLEURERAS</a:t>
            </a:r>
            <a:br>
              <a:rPr lang="fr-FR"/>
            </a:br>
            <a:r>
              <a:rPr lang="fr-FR"/>
              <a:t>NE TE CACHE PAS DE MOI</a:t>
            </a:r>
          </a:p>
          <a:p>
            <a:r>
              <a:rPr lang="fr-FR"/>
              <a:t>13-  CAR J’AI VAINCU L’ENFER </a:t>
            </a:r>
            <a:br>
              <a:rPr lang="fr-FR"/>
            </a:br>
            <a:r>
              <a:rPr lang="fr-FR"/>
              <a:t>ET CHASSE LES DEMONS</a:t>
            </a:r>
          </a:p>
          <a:p>
            <a:r>
              <a:rPr lang="fr-FR"/>
              <a:t>14-  JE SUIS VENU AVEC UNE LUMIERE POUR TE RENDRE LIBRE</a:t>
            </a:r>
          </a:p>
          <a:p>
            <a:r>
              <a:rPr lang="fr-FR"/>
              <a:t>15-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16-  MON ENFANT</a:t>
            </a:r>
            <a:br>
              <a:rPr lang="fr-FR"/>
            </a:br>
            <a:r>
              <a:rPr lang="fr-FR"/>
              <a:t>QUAND TU AURAS L’IMPRESSION</a:t>
            </a:r>
            <a:br>
              <a:rPr lang="fr-FR"/>
            </a:br>
            <a:endParaRPr lang="fr-FR"/>
          </a:p>
          <a:p>
            <a:r>
              <a:rPr lang="fr-FR"/>
              <a:t>17-  QUE TA VIE NE VAUT PAS LA PEINE D’ETRE VECUE</a:t>
            </a:r>
          </a:p>
          <a:p>
            <a:r>
              <a:rPr lang="fr-FR"/>
              <a:t>18-  VIENS A JESUS </a:t>
            </a:r>
            <a:br>
              <a:rPr lang="fr-FR"/>
            </a:br>
            <a:r>
              <a:rPr lang="fr-FR"/>
              <a:t>ET IL NE PRENDRA DANS SES BRAS</a:t>
            </a:r>
          </a:p>
          <a:p>
            <a:r>
              <a:rPr lang="fr-FR"/>
              <a:t>19-  OH MON CHERI </a:t>
            </a:r>
            <a:br>
              <a:rPr lang="fr-FR"/>
            </a:br>
            <a:r>
              <a:rPr lang="fr-FR"/>
              <a:t>QUAND TU SERAS A L’AGONIE</a:t>
            </a:r>
          </a:p>
          <a:p>
            <a:r>
              <a:rPr lang="fr-FR"/>
              <a:t>20-  CROIS A LA GUERISSON DE SA MAIN</a:t>
            </a:r>
            <a:br>
              <a:rPr lang="fr-FR"/>
            </a:br>
            <a:endParaRPr lang="fr-FR"/>
          </a:p>
          <a:p>
            <a:r>
              <a:rPr lang="fr-FR"/>
              <a:t>21-  ICI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22-  ICI AU CIEL</a:t>
            </a:r>
            <a:br>
              <a:rPr lang="fr-FR"/>
            </a:br>
            <a:r>
              <a:rPr lang="fr-FR"/>
              <a:t> FINALEMENT TU COMPRENDRAS</a:t>
            </a:r>
            <a:br>
              <a:rPr lang="fr-FR"/>
            </a:br>
            <a:endParaRPr lang="fr-FR"/>
          </a:p>
          <a:p>
            <a:r>
              <a:rPr lang="fr-FR"/>
              <a:t>23-  ICI 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24-  ICI AU CIEL</a:t>
            </a:r>
            <a:br>
              <a:rPr lang="fr-FR"/>
            </a:br>
            <a:r>
              <a:rPr lang="fr-FR"/>
              <a:t>FINALEMENT TU COMPRENDRAS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MON CHERI QUAND TU GRANDIRAS</a:t>
            </a:r>
            <a:br>
              <a:rPr lang="fr-FR" smtClean="0"/>
            </a:br>
            <a:r>
              <a:rPr lang="fr-FR" smtClean="0"/>
              <a:t>PEUT ETRE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DOIT AVOIR DES ANGES </a:t>
            </a:r>
            <a:br>
              <a:rPr lang="fr-FR" smtClean="0"/>
            </a:br>
            <a:r>
              <a:rPr lang="fr-FR" smtClean="0"/>
              <a:t>QUI DANSENT SUR TES EPAULES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PARFOIS DANS LA VIE TU AURAS BESOIN D’UNE AIDE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OH MON CHERI, QUAND TU PRIERAS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LAISSE TES FARDEAUX  </a:t>
            </a:r>
            <a:br>
              <a:rPr lang="fr-FR" smtClean="0"/>
            </a:br>
            <a:r>
              <a:rPr lang="fr-FR" smtClean="0"/>
              <a:t>DEVANT MA PORTE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TU AS JÉSUS QUI SE TIENT </a:t>
            </a:r>
            <a:br>
              <a:rPr lang="fr-FR" smtClean="0"/>
            </a:br>
            <a:r>
              <a:rPr lang="fr-FR" smtClean="0"/>
              <a:t>AUPRÈS DE TON LIT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POUR TE DONNER LA PAIX, TE PROTEGER DE TOUTE SOUFFRANCE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MON ENFANT</a:t>
            </a:r>
            <a:br>
              <a:rPr lang="fr-FR" smtClean="0"/>
            </a:br>
            <a:r>
              <a:rPr lang="fr-FR" smtClean="0"/>
              <a:t>QUAND TU AURAS L’IMPRESSION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QUE TA VIE  </a:t>
            </a:r>
            <a:br>
              <a:rPr lang="fr-FR" smtClean="0"/>
            </a:br>
            <a:r>
              <a:rPr lang="fr-FR" smtClean="0"/>
              <a:t>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VIENS A JESUS </a:t>
            </a:r>
            <a:br>
              <a:rPr lang="fr-FR" smtClean="0"/>
            </a:br>
            <a:r>
              <a:rPr lang="fr-FR" smtClean="0"/>
              <a:t>ET IL TE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OH MON CHERI QUAND TU PLEURERAS</a:t>
            </a:r>
            <a:br>
              <a:rPr lang="fr-FR" smtClean="0"/>
            </a:br>
            <a:r>
              <a:rPr lang="fr-FR" smtClean="0"/>
              <a:t>NE TE CACHE PAS DE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CAR J’AI VAINCU L’ENFER </a:t>
            </a:r>
            <a:br>
              <a:rPr lang="fr-FR" smtClean="0"/>
            </a:br>
            <a:r>
              <a:rPr lang="fr-FR" smtClean="0"/>
              <a:t>ET CHASSE LES DEMONS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SUIS VENU AVEC UNE LUMIERE POUR TE RENDRE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MON ENFANT</a:t>
            </a:r>
            <a:br>
              <a:rPr lang="fr-FR" smtClean="0"/>
            </a:br>
            <a:r>
              <a:rPr lang="fr-FR" smtClean="0"/>
              <a:t>QUAND TU AURAS L’IMPRESSION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QUE TA VIE 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VIENS A JESUS </a:t>
            </a:r>
            <a:br>
              <a:rPr lang="fr-FR" smtClean="0"/>
            </a:br>
            <a:r>
              <a:rPr lang="fr-FR" smtClean="0"/>
              <a:t>ET IL NE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OH MON CHERI </a:t>
            </a:r>
            <a:br>
              <a:rPr lang="fr-FR" smtClean="0"/>
            </a:br>
            <a:r>
              <a:rPr lang="fr-FR" smtClean="0"/>
              <a:t>QUAND TU SERAS A L’AGONIE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CROIS A LA GUERISSON DE SA MAIN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ICI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ICI AU CIEL</a:t>
            </a:r>
            <a:br>
              <a:rPr lang="fr-FR" smtClean="0"/>
            </a:br>
            <a:r>
              <a:rPr lang="fr-FR" smtClean="0"/>
              <a:t> FINALEMENT TU COMPRENDRAS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ICI 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ICI AU CIEL</a:t>
            </a:r>
            <a:br>
              <a:rPr lang="fr-FR" smtClean="0"/>
            </a:br>
            <a:r>
              <a:rPr lang="fr-FR" smtClean="0"/>
              <a:t>FINALEMENT TU COMPRENDRAS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OH MON CHERI QUAND TU GRANDIRAS</a:t>
            </a:r>
            <a:br>
              <a:rPr lang="fr-FR"/>
            </a:br>
            <a:r>
              <a:rPr lang="fr-FR"/>
              <a:t>PEUT ETRE TU COMPRENDRAS</a:t>
            </a:r>
          </a:p>
          <a:p>
            <a:r>
              <a:rPr lang="fr-FR"/>
              <a:t>2-  IL DOIT AVOIR DES ANGES </a:t>
            </a:r>
            <a:br>
              <a:rPr lang="fr-FR"/>
            </a:br>
            <a:r>
              <a:rPr lang="fr-FR"/>
              <a:t>QUI DANSENT SUR TES EPAULES</a:t>
            </a:r>
          </a:p>
          <a:p>
            <a:r>
              <a:rPr lang="fr-FR"/>
              <a:t>3-  CAR PARFOIS DANS LA VIE TU AURAS BESOIN D’UNE AIDE</a:t>
            </a:r>
          </a:p>
          <a:p>
            <a:r>
              <a:rPr lang="fr-FR"/>
              <a:t>4-  OH MON CHERI, QUAND TU PRIERAS</a:t>
            </a:r>
            <a:br>
              <a:rPr lang="fr-FR"/>
            </a:br>
            <a:endParaRPr lang="fr-FR"/>
          </a:p>
          <a:p>
            <a:r>
              <a:rPr lang="fr-FR"/>
              <a:t>5-  LAISSE TES FARDEAUX  </a:t>
            </a:r>
            <a:br>
              <a:rPr lang="fr-FR"/>
            </a:br>
            <a:r>
              <a:rPr lang="fr-FR"/>
              <a:t>DEVANT MA PORTE</a:t>
            </a:r>
          </a:p>
          <a:p>
            <a:r>
              <a:rPr lang="fr-FR"/>
              <a:t>6-  TU AS JÉSUS QUI SE TIENT </a:t>
            </a:r>
            <a:br>
              <a:rPr lang="fr-FR"/>
            </a:br>
            <a:r>
              <a:rPr lang="fr-FR"/>
              <a:t>AUPRÈS DE TON LIT</a:t>
            </a:r>
          </a:p>
          <a:p>
            <a:r>
              <a:rPr lang="fr-FR"/>
              <a:t>7-  POUR TE DONNER LA PAIX, TE PROTEGER DE TOUTE SOUFFRANCE </a:t>
            </a:r>
          </a:p>
          <a:p>
            <a:r>
              <a:rPr lang="fr-FR"/>
              <a:t>8-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9-  MON ENFANT</a:t>
            </a:r>
            <a:br>
              <a:rPr lang="fr-FR"/>
            </a:br>
            <a:r>
              <a:rPr lang="fr-FR"/>
              <a:t>QUAND TU AURAS L’IMPRESSION</a:t>
            </a:r>
          </a:p>
          <a:p>
            <a:r>
              <a:rPr lang="fr-FR"/>
              <a:t>10-  QUE TA VIE  </a:t>
            </a:r>
            <a:br>
              <a:rPr lang="fr-FR"/>
            </a:br>
            <a:r>
              <a:rPr lang="fr-FR"/>
              <a:t>NE VAUT PAS LA PEINE D’ETRE VECUE</a:t>
            </a:r>
          </a:p>
          <a:p>
            <a:r>
              <a:rPr lang="fr-FR"/>
              <a:t>11-  VIENS A JESUS </a:t>
            </a:r>
            <a:br>
              <a:rPr lang="fr-FR"/>
            </a:br>
            <a:r>
              <a:rPr lang="fr-FR"/>
              <a:t>ET IL TE PRENDRA DANS SES BRAS</a:t>
            </a:r>
          </a:p>
          <a:p>
            <a:r>
              <a:rPr lang="fr-FR"/>
              <a:t>12-  OH MON CHERI QUAND TU PLEURERAS</a:t>
            </a:r>
            <a:br>
              <a:rPr lang="fr-FR"/>
            </a:br>
            <a:r>
              <a:rPr lang="fr-FR"/>
              <a:t>NE TE CACHE PAS DE MOI</a:t>
            </a:r>
          </a:p>
          <a:p>
            <a:r>
              <a:rPr lang="fr-FR"/>
              <a:t>13-  CAR J’AI VAINCU L’ENFER </a:t>
            </a:r>
            <a:br>
              <a:rPr lang="fr-FR"/>
            </a:br>
            <a:r>
              <a:rPr lang="fr-FR"/>
              <a:t>ET CHASSE LES DEMONS</a:t>
            </a:r>
          </a:p>
          <a:p>
            <a:r>
              <a:rPr lang="fr-FR"/>
              <a:t>14-  JE SUIS VENU AVEC UNE LUMIERE POUR TE RENDRE LIBRE</a:t>
            </a:r>
          </a:p>
          <a:p>
            <a:r>
              <a:rPr lang="fr-FR"/>
              <a:t>15-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16-  MON ENFANT</a:t>
            </a:r>
            <a:br>
              <a:rPr lang="fr-FR"/>
            </a:br>
            <a:r>
              <a:rPr lang="fr-FR"/>
              <a:t>QUAND TU AURAS L’IMPRESSION</a:t>
            </a:r>
            <a:br>
              <a:rPr lang="fr-FR"/>
            </a:br>
            <a:endParaRPr lang="fr-FR"/>
          </a:p>
          <a:p>
            <a:r>
              <a:rPr lang="fr-FR"/>
              <a:t>17-  QUE TA VIE NE VAUT PAS LA PEINE D’ETRE VECUE</a:t>
            </a:r>
          </a:p>
          <a:p>
            <a:r>
              <a:rPr lang="fr-FR"/>
              <a:t>18-  VIENS A JESUS </a:t>
            </a:r>
            <a:br>
              <a:rPr lang="fr-FR"/>
            </a:br>
            <a:r>
              <a:rPr lang="fr-FR"/>
              <a:t>ET IL NE PRENDRA DANS SES BRAS</a:t>
            </a:r>
          </a:p>
          <a:p>
            <a:r>
              <a:rPr lang="fr-FR"/>
              <a:t>19-  OH MON CHERI </a:t>
            </a:r>
            <a:br>
              <a:rPr lang="fr-FR"/>
            </a:br>
            <a:r>
              <a:rPr lang="fr-FR"/>
              <a:t>QUAND TU SERAS A L’AGONIE</a:t>
            </a:r>
          </a:p>
          <a:p>
            <a:r>
              <a:rPr lang="fr-FR"/>
              <a:t>20-  CROIS A LA GUERISSON DE SA MAIN</a:t>
            </a:r>
            <a:br>
              <a:rPr lang="fr-FR"/>
            </a:br>
            <a:endParaRPr lang="fr-FR"/>
          </a:p>
          <a:p>
            <a:r>
              <a:rPr lang="fr-FR"/>
              <a:t>21-  ICI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22-  ICI AU CIEL</a:t>
            </a:r>
            <a:br>
              <a:rPr lang="fr-FR"/>
            </a:br>
            <a:r>
              <a:rPr lang="fr-FR"/>
              <a:t> FINALEMENT TU COMPRENDRAS</a:t>
            </a:r>
            <a:br>
              <a:rPr lang="fr-FR"/>
            </a:br>
            <a:endParaRPr lang="fr-FR"/>
          </a:p>
          <a:p>
            <a:r>
              <a:rPr lang="fr-FR"/>
              <a:t>23-  ICI 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24-  ICI AU CIEL</a:t>
            </a:r>
            <a:br>
              <a:rPr lang="fr-FR"/>
            </a:br>
            <a:r>
              <a:rPr lang="fr-FR"/>
              <a:t>FINALEMENT TU COMPRENDRAS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MON CHERI QUAND TU GRANDIRAS</a:t>
            </a:r>
            <a:br>
              <a:rPr lang="fr-FR" smtClean="0"/>
            </a:br>
            <a:r>
              <a:rPr lang="fr-FR" smtClean="0"/>
              <a:t>PEUT ETRE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DOIT AVOIR DES ANGES </a:t>
            </a:r>
            <a:br>
              <a:rPr lang="fr-FR" smtClean="0"/>
            </a:br>
            <a:r>
              <a:rPr lang="fr-FR" smtClean="0"/>
              <a:t>QUI DANSENT SUR TES EPAULES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PARFOIS DANS LA VIE TU AURAS BESOIN D’UNE AIDE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OH MON CHERI, QUAND TU PRIERAS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LAISSE TES FARDEAUX  </a:t>
            </a:r>
            <a:br>
              <a:rPr lang="fr-FR" smtClean="0"/>
            </a:br>
            <a:r>
              <a:rPr lang="fr-FR" smtClean="0"/>
              <a:t>DEVANT MA PORTE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TU AS JÉSUS QUI SE TIENT </a:t>
            </a:r>
            <a:br>
              <a:rPr lang="fr-FR" smtClean="0"/>
            </a:br>
            <a:r>
              <a:rPr lang="fr-FR" smtClean="0"/>
              <a:t>AUPRÈS DE TON LIT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POUR TE DONNER LA PAIX, TE PROTEGER DE TOUTE SOUFFRANCE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MON ENFANT</a:t>
            </a:r>
            <a:br>
              <a:rPr lang="fr-FR" smtClean="0"/>
            </a:br>
            <a:r>
              <a:rPr lang="fr-FR" smtClean="0"/>
              <a:t>QUAND TU AURAS L’IMPRESSION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QUE TA VIE  </a:t>
            </a:r>
            <a:br>
              <a:rPr lang="fr-FR" smtClean="0"/>
            </a:br>
            <a:r>
              <a:rPr lang="fr-FR" smtClean="0"/>
              <a:t>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VIENS A JESUS </a:t>
            </a:r>
            <a:br>
              <a:rPr lang="fr-FR" smtClean="0"/>
            </a:br>
            <a:r>
              <a:rPr lang="fr-FR" smtClean="0"/>
              <a:t>ET IL TE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OH MON CHERI QUAND TU PLEURERAS</a:t>
            </a:r>
            <a:br>
              <a:rPr lang="fr-FR" smtClean="0"/>
            </a:br>
            <a:r>
              <a:rPr lang="fr-FR" smtClean="0"/>
              <a:t>NE TE CACHE PAS DE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CAR J’AI VAINCU L’ENFER </a:t>
            </a:r>
            <a:br>
              <a:rPr lang="fr-FR" smtClean="0"/>
            </a:br>
            <a:r>
              <a:rPr lang="fr-FR" smtClean="0"/>
              <a:t>ET CHASSE LES DEMONS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SUIS VENU AVEC UNE LUMIERE POUR TE RENDRE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MON ENFANT</a:t>
            </a:r>
            <a:br>
              <a:rPr lang="fr-FR" smtClean="0"/>
            </a:br>
            <a:r>
              <a:rPr lang="fr-FR" smtClean="0"/>
              <a:t>QUAND TU AURAS L’IMPRESSION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QUE TA VIE 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VIENS A JESUS </a:t>
            </a:r>
            <a:br>
              <a:rPr lang="fr-FR" smtClean="0"/>
            </a:br>
            <a:r>
              <a:rPr lang="fr-FR" smtClean="0"/>
              <a:t>ET IL NE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OH MON CHERI </a:t>
            </a:r>
            <a:br>
              <a:rPr lang="fr-FR" smtClean="0"/>
            </a:br>
            <a:r>
              <a:rPr lang="fr-FR" smtClean="0"/>
              <a:t>QUAND TU SERAS A L’AGONIE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CROIS A LA GUERISSON DE SA MAIN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ICI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ICI AU CIEL</a:t>
            </a:r>
            <a:br>
              <a:rPr lang="fr-FR" smtClean="0"/>
            </a:br>
            <a:r>
              <a:rPr lang="fr-FR" smtClean="0"/>
              <a:t> FINALEMENT TU COMPRENDRAS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ICI 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ICI AU CIEL</a:t>
            </a:r>
            <a:br>
              <a:rPr lang="fr-FR" smtClean="0"/>
            </a:br>
            <a:r>
              <a:rPr lang="fr-FR" smtClean="0"/>
              <a:t>FINALEMENT TU COMPRENDRAS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OH MON CHERI QUAND TU GRANDIRAS</a:t>
            </a:r>
            <a:br>
              <a:rPr lang="fr-FR"/>
            </a:br>
            <a:r>
              <a:rPr lang="fr-FR"/>
              <a:t>PEUT ETRE TU COMPRENDRAS</a:t>
            </a:r>
          </a:p>
          <a:p>
            <a:r>
              <a:rPr lang="fr-FR"/>
              <a:t>2-  IL DOIT AVOIR DES ANGES </a:t>
            </a:r>
            <a:br>
              <a:rPr lang="fr-FR"/>
            </a:br>
            <a:r>
              <a:rPr lang="fr-FR"/>
              <a:t>QUI DANSENT SUR TES EPAULES</a:t>
            </a:r>
          </a:p>
          <a:p>
            <a:r>
              <a:rPr lang="fr-FR"/>
              <a:t>3-  CAR PARFOIS DANS LA VIE TU AURAS BESOIN D’UNE AIDE</a:t>
            </a:r>
          </a:p>
          <a:p>
            <a:r>
              <a:rPr lang="fr-FR"/>
              <a:t>4-  OH MON CHERI, QUAND TU PRIERAS</a:t>
            </a:r>
            <a:br>
              <a:rPr lang="fr-FR"/>
            </a:br>
            <a:endParaRPr lang="fr-FR"/>
          </a:p>
          <a:p>
            <a:r>
              <a:rPr lang="fr-FR"/>
              <a:t>5-  LAISSE TES FARDEAUX  </a:t>
            </a:r>
            <a:br>
              <a:rPr lang="fr-FR"/>
            </a:br>
            <a:r>
              <a:rPr lang="fr-FR"/>
              <a:t>DEVANT MA PORTE</a:t>
            </a:r>
          </a:p>
          <a:p>
            <a:r>
              <a:rPr lang="fr-FR"/>
              <a:t>6-  TU AS JÉSUS QUI SE TIENT </a:t>
            </a:r>
            <a:br>
              <a:rPr lang="fr-FR"/>
            </a:br>
            <a:r>
              <a:rPr lang="fr-FR"/>
              <a:t>AUPRÈS DE TON LIT</a:t>
            </a:r>
          </a:p>
          <a:p>
            <a:r>
              <a:rPr lang="fr-FR"/>
              <a:t>7-  POUR TE DONNER LA PAIX, TE PROTEGER DE TOUTE SOUFFRANCE </a:t>
            </a:r>
          </a:p>
          <a:p>
            <a:r>
              <a:rPr lang="fr-FR"/>
              <a:t>8-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9-  MON ENFANT</a:t>
            </a:r>
            <a:br>
              <a:rPr lang="fr-FR"/>
            </a:br>
            <a:r>
              <a:rPr lang="fr-FR"/>
              <a:t>QUAND TU AURAS L’IMPRESSION</a:t>
            </a:r>
          </a:p>
          <a:p>
            <a:r>
              <a:rPr lang="fr-FR"/>
              <a:t>10-  QUE TA VIE  </a:t>
            </a:r>
            <a:br>
              <a:rPr lang="fr-FR"/>
            </a:br>
            <a:r>
              <a:rPr lang="fr-FR"/>
              <a:t>NE VAUT PAS LA PEINE D’ETRE VECUE</a:t>
            </a:r>
          </a:p>
          <a:p>
            <a:r>
              <a:rPr lang="fr-FR"/>
              <a:t>11-  VIENS A JESUS </a:t>
            </a:r>
            <a:br>
              <a:rPr lang="fr-FR"/>
            </a:br>
            <a:r>
              <a:rPr lang="fr-FR"/>
              <a:t>ET IL TE PRENDRA DANS SES BRAS</a:t>
            </a:r>
          </a:p>
          <a:p>
            <a:r>
              <a:rPr lang="fr-FR"/>
              <a:t>12-  OH MON CHERI QUAND TU PLEURERAS</a:t>
            </a:r>
            <a:br>
              <a:rPr lang="fr-FR"/>
            </a:br>
            <a:r>
              <a:rPr lang="fr-FR"/>
              <a:t>NE TE CACHE PAS DE MOI</a:t>
            </a:r>
          </a:p>
          <a:p>
            <a:r>
              <a:rPr lang="fr-FR"/>
              <a:t>13-  CAR J’AI VAINCU L’ENFER </a:t>
            </a:r>
            <a:br>
              <a:rPr lang="fr-FR"/>
            </a:br>
            <a:r>
              <a:rPr lang="fr-FR"/>
              <a:t>ET CHASSE LES DEMONS</a:t>
            </a:r>
          </a:p>
          <a:p>
            <a:r>
              <a:rPr lang="fr-FR"/>
              <a:t>14-  JE SUIS VENU AVEC UNE LUMIERE POUR TE RENDRE LIBRE</a:t>
            </a:r>
          </a:p>
          <a:p>
            <a:r>
              <a:rPr lang="fr-FR"/>
              <a:t>15-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16-  MON ENFANT</a:t>
            </a:r>
            <a:br>
              <a:rPr lang="fr-FR"/>
            </a:br>
            <a:r>
              <a:rPr lang="fr-FR"/>
              <a:t>QUAND TU AURAS L’IMPRESSION</a:t>
            </a:r>
            <a:br>
              <a:rPr lang="fr-FR"/>
            </a:br>
            <a:endParaRPr lang="fr-FR"/>
          </a:p>
          <a:p>
            <a:r>
              <a:rPr lang="fr-FR"/>
              <a:t>17-  QUE TA VIE NE VAUT PAS LA PEINE D’ETRE VECUE</a:t>
            </a:r>
          </a:p>
          <a:p>
            <a:r>
              <a:rPr lang="fr-FR"/>
              <a:t>18-  VIENS A JESUS </a:t>
            </a:r>
            <a:br>
              <a:rPr lang="fr-FR"/>
            </a:br>
            <a:r>
              <a:rPr lang="fr-FR"/>
              <a:t>ET IL NE PRENDRA DANS SES BRAS</a:t>
            </a:r>
          </a:p>
          <a:p>
            <a:r>
              <a:rPr lang="fr-FR"/>
              <a:t>19-  OH MON CHERI </a:t>
            </a:r>
            <a:br>
              <a:rPr lang="fr-FR"/>
            </a:br>
            <a:r>
              <a:rPr lang="fr-FR"/>
              <a:t>QUAND TU SERAS A L’AGONIE</a:t>
            </a:r>
          </a:p>
          <a:p>
            <a:r>
              <a:rPr lang="fr-FR"/>
              <a:t>20-  CROIS A LA GUERISSON DE SA MAIN</a:t>
            </a:r>
            <a:br>
              <a:rPr lang="fr-FR"/>
            </a:br>
            <a:endParaRPr lang="fr-FR"/>
          </a:p>
          <a:p>
            <a:r>
              <a:rPr lang="fr-FR"/>
              <a:t>21-  ICI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22-  ICI AU CIEL</a:t>
            </a:r>
            <a:br>
              <a:rPr lang="fr-FR"/>
            </a:br>
            <a:r>
              <a:rPr lang="fr-FR"/>
              <a:t> FINALEMENT TU COMPRENDRAS</a:t>
            </a:r>
            <a:br>
              <a:rPr lang="fr-FR"/>
            </a:br>
            <a:endParaRPr lang="fr-FR"/>
          </a:p>
          <a:p>
            <a:r>
              <a:rPr lang="fr-FR"/>
              <a:t>23-  ICI 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24-  ICI AU CIEL</a:t>
            </a:r>
            <a:br>
              <a:rPr lang="fr-FR"/>
            </a:br>
            <a:r>
              <a:rPr lang="fr-FR"/>
              <a:t>FINALEMENT TU COMPRENDRAS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MON CHERI QUAND TU GRANDIRAS</a:t>
            </a:r>
            <a:br>
              <a:rPr lang="fr-FR" smtClean="0"/>
            </a:br>
            <a:r>
              <a:rPr lang="fr-FR" smtClean="0"/>
              <a:t>PEUT ETRE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DOIT AVOIR DES ANGES </a:t>
            </a:r>
            <a:br>
              <a:rPr lang="fr-FR" smtClean="0"/>
            </a:br>
            <a:r>
              <a:rPr lang="fr-FR" smtClean="0"/>
              <a:t>QUI DANSENT SUR TES EPAULES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PARFOIS DANS LA VIE TU AURAS BESOIN D’UNE AIDE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OH MON CHERI, QUAND TU PRIERAS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LAISSE TES FARDEAUX  </a:t>
            </a:r>
            <a:br>
              <a:rPr lang="fr-FR" smtClean="0"/>
            </a:br>
            <a:r>
              <a:rPr lang="fr-FR" smtClean="0"/>
              <a:t>DEVANT MA PORTE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TU AS JÉSUS QUI SE TIENT </a:t>
            </a:r>
            <a:br>
              <a:rPr lang="fr-FR" smtClean="0"/>
            </a:br>
            <a:r>
              <a:rPr lang="fr-FR" smtClean="0"/>
              <a:t>AUPRÈS DE TON LIT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POUR TE DONNER LA PAIX, TE PROTEGER DE TOUTE SOUFFRANCE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MON ENFANT</a:t>
            </a:r>
            <a:br>
              <a:rPr lang="fr-FR" smtClean="0"/>
            </a:br>
            <a:r>
              <a:rPr lang="fr-FR" smtClean="0"/>
              <a:t>QUAND TU AURAS L’IMPRESSION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QUE TA VIE  </a:t>
            </a:r>
            <a:br>
              <a:rPr lang="fr-FR" smtClean="0"/>
            </a:br>
            <a:r>
              <a:rPr lang="fr-FR" smtClean="0"/>
              <a:t>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VIENS A JESUS </a:t>
            </a:r>
            <a:br>
              <a:rPr lang="fr-FR" smtClean="0"/>
            </a:br>
            <a:r>
              <a:rPr lang="fr-FR" smtClean="0"/>
              <a:t>ET IL TE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OH MON CHERI QUAND TU PLEURERAS</a:t>
            </a:r>
            <a:br>
              <a:rPr lang="fr-FR" smtClean="0"/>
            </a:br>
            <a:r>
              <a:rPr lang="fr-FR" smtClean="0"/>
              <a:t>NE TE CACHE PAS DE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CAR J’AI VAINCU L’ENFER </a:t>
            </a:r>
            <a:br>
              <a:rPr lang="fr-FR" smtClean="0"/>
            </a:br>
            <a:r>
              <a:rPr lang="fr-FR" smtClean="0"/>
              <a:t>ET CHASSE LES DEMONS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SUIS VENU AVEC UNE LUMIERE POUR TE RENDRE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MON ENFANT</a:t>
            </a:r>
            <a:br>
              <a:rPr lang="fr-FR" smtClean="0"/>
            </a:br>
            <a:r>
              <a:rPr lang="fr-FR" smtClean="0"/>
              <a:t>QUAND TU AURAS L’IMPRESSION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QUE TA VIE 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VIENS A JESUS </a:t>
            </a:r>
            <a:br>
              <a:rPr lang="fr-FR" smtClean="0"/>
            </a:br>
            <a:r>
              <a:rPr lang="fr-FR" smtClean="0"/>
              <a:t>ET IL NE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OH MON CHERI </a:t>
            </a:r>
            <a:br>
              <a:rPr lang="fr-FR" smtClean="0"/>
            </a:br>
            <a:r>
              <a:rPr lang="fr-FR" smtClean="0"/>
              <a:t>QUAND TU SERAS A L’AGONIE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CROIS A LA GUERISSON DE SA MAIN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ICI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ICI AU CIEL</a:t>
            </a:r>
            <a:br>
              <a:rPr lang="fr-FR" smtClean="0"/>
            </a:br>
            <a:r>
              <a:rPr lang="fr-FR" smtClean="0"/>
              <a:t> FINALEMENT TU COMPRENDRAS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ICI 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ICI AU CIEL</a:t>
            </a:r>
            <a:br>
              <a:rPr lang="fr-FR" smtClean="0"/>
            </a:br>
            <a:r>
              <a:rPr lang="fr-FR" smtClean="0"/>
              <a:t>FINALEMENT TU COMPRENDRAS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OH MON CHERI QUAND TU GRANDIRAS</a:t>
            </a:r>
            <a:br>
              <a:rPr lang="fr-FR"/>
            </a:br>
            <a:r>
              <a:rPr lang="fr-FR"/>
              <a:t>PEUT ETRE TU COMPRENDRAS</a:t>
            </a:r>
          </a:p>
          <a:p>
            <a:r>
              <a:rPr lang="fr-FR"/>
              <a:t>2-  IL DOIT AVOIR DES ANGES </a:t>
            </a:r>
            <a:br>
              <a:rPr lang="fr-FR"/>
            </a:br>
            <a:r>
              <a:rPr lang="fr-FR"/>
              <a:t>QUI DANSENT SUR TES EPAULES</a:t>
            </a:r>
          </a:p>
          <a:p>
            <a:r>
              <a:rPr lang="fr-FR"/>
              <a:t>3-  CAR PARFOIS DANS LA VIE TU AURAS BESOIN D’UNE AIDE</a:t>
            </a:r>
          </a:p>
          <a:p>
            <a:r>
              <a:rPr lang="fr-FR"/>
              <a:t>4-  OH MON CHERI, QUAND TU PRIERAS</a:t>
            </a:r>
            <a:br>
              <a:rPr lang="fr-FR"/>
            </a:br>
            <a:endParaRPr lang="fr-FR"/>
          </a:p>
          <a:p>
            <a:r>
              <a:rPr lang="fr-FR"/>
              <a:t>5-  LAISSE TES FARDEAUX  </a:t>
            </a:r>
            <a:br>
              <a:rPr lang="fr-FR"/>
            </a:br>
            <a:r>
              <a:rPr lang="fr-FR"/>
              <a:t>DEVANT MA PORTE</a:t>
            </a:r>
          </a:p>
          <a:p>
            <a:r>
              <a:rPr lang="fr-FR"/>
              <a:t>6-  TU AS JÉSUS QUI SE TIENT </a:t>
            </a:r>
            <a:br>
              <a:rPr lang="fr-FR"/>
            </a:br>
            <a:r>
              <a:rPr lang="fr-FR"/>
              <a:t>AUPRÈS DE TON LIT</a:t>
            </a:r>
          </a:p>
          <a:p>
            <a:r>
              <a:rPr lang="fr-FR"/>
              <a:t>7-  POUR TE DONNER LA PAIX, TE PROTEGER DE TOUTE SOUFFRANCE </a:t>
            </a:r>
          </a:p>
          <a:p>
            <a:r>
              <a:rPr lang="fr-FR"/>
              <a:t>8-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9-  MON ENFANT</a:t>
            </a:r>
            <a:br>
              <a:rPr lang="fr-FR"/>
            </a:br>
            <a:r>
              <a:rPr lang="fr-FR"/>
              <a:t>QUAND TU AURAS L’IMPRESSION</a:t>
            </a:r>
          </a:p>
          <a:p>
            <a:r>
              <a:rPr lang="fr-FR"/>
              <a:t>10-  QUE TA VIE  </a:t>
            </a:r>
            <a:br>
              <a:rPr lang="fr-FR"/>
            </a:br>
            <a:r>
              <a:rPr lang="fr-FR"/>
              <a:t>NE VAUT PAS LA PEINE D’ETRE VECUE</a:t>
            </a:r>
          </a:p>
          <a:p>
            <a:r>
              <a:rPr lang="fr-FR"/>
              <a:t>11-  VIENS A JESUS </a:t>
            </a:r>
            <a:br>
              <a:rPr lang="fr-FR"/>
            </a:br>
            <a:r>
              <a:rPr lang="fr-FR"/>
              <a:t>ET IL TE PRENDRA DANS SES BRAS</a:t>
            </a:r>
          </a:p>
          <a:p>
            <a:r>
              <a:rPr lang="fr-FR"/>
              <a:t>12-  OH MON CHERI QUAND TU PLEURERAS</a:t>
            </a:r>
            <a:br>
              <a:rPr lang="fr-FR"/>
            </a:br>
            <a:r>
              <a:rPr lang="fr-FR"/>
              <a:t>NE TE CACHE PAS DE MOI</a:t>
            </a:r>
          </a:p>
          <a:p>
            <a:r>
              <a:rPr lang="fr-FR"/>
              <a:t>13-  CAR J’AI VAINCU L’ENFER </a:t>
            </a:r>
            <a:br>
              <a:rPr lang="fr-FR"/>
            </a:br>
            <a:r>
              <a:rPr lang="fr-FR"/>
              <a:t>ET CHASSE LES DEMONS</a:t>
            </a:r>
          </a:p>
          <a:p>
            <a:r>
              <a:rPr lang="fr-FR"/>
              <a:t>14-  JE SUIS VENU AVEC UNE LUMIERE POUR TE RENDRE LIBRE</a:t>
            </a:r>
          </a:p>
          <a:p>
            <a:r>
              <a:rPr lang="fr-FR"/>
              <a:t>15-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16-  MON ENFANT</a:t>
            </a:r>
            <a:br>
              <a:rPr lang="fr-FR"/>
            </a:br>
            <a:r>
              <a:rPr lang="fr-FR"/>
              <a:t>QUAND TU AURAS L’IMPRESSION</a:t>
            </a:r>
            <a:br>
              <a:rPr lang="fr-FR"/>
            </a:br>
            <a:endParaRPr lang="fr-FR"/>
          </a:p>
          <a:p>
            <a:r>
              <a:rPr lang="fr-FR"/>
              <a:t>17-  QUE TA VIE NE VAUT PAS LA PEINE D’ETRE VECUE</a:t>
            </a:r>
          </a:p>
          <a:p>
            <a:r>
              <a:rPr lang="fr-FR"/>
              <a:t>18-  VIENS A JESUS </a:t>
            </a:r>
            <a:br>
              <a:rPr lang="fr-FR"/>
            </a:br>
            <a:r>
              <a:rPr lang="fr-FR"/>
              <a:t>ET IL NE PRENDRA DANS SES BRAS</a:t>
            </a:r>
          </a:p>
          <a:p>
            <a:r>
              <a:rPr lang="fr-FR"/>
              <a:t>19-  OH MON CHERI </a:t>
            </a:r>
            <a:br>
              <a:rPr lang="fr-FR"/>
            </a:br>
            <a:r>
              <a:rPr lang="fr-FR"/>
              <a:t>QUAND TU SERAS A L’AGONIE</a:t>
            </a:r>
          </a:p>
          <a:p>
            <a:r>
              <a:rPr lang="fr-FR"/>
              <a:t>20-  CROIS A LA GUERISSON DE SA MAIN</a:t>
            </a:r>
            <a:br>
              <a:rPr lang="fr-FR"/>
            </a:br>
            <a:endParaRPr lang="fr-FR"/>
          </a:p>
          <a:p>
            <a:r>
              <a:rPr lang="fr-FR"/>
              <a:t>21-  ICI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22-  ICI AU CIEL</a:t>
            </a:r>
            <a:br>
              <a:rPr lang="fr-FR"/>
            </a:br>
            <a:r>
              <a:rPr lang="fr-FR"/>
              <a:t> FINALEMENT TU COMPRENDRAS</a:t>
            </a:r>
            <a:br>
              <a:rPr lang="fr-FR"/>
            </a:br>
            <a:endParaRPr lang="fr-FR"/>
          </a:p>
          <a:p>
            <a:r>
              <a:rPr lang="fr-FR"/>
              <a:t>23-  ICI 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24-  ICI AU CIEL</a:t>
            </a:r>
            <a:br>
              <a:rPr lang="fr-FR"/>
            </a:br>
            <a:r>
              <a:rPr lang="fr-FR"/>
              <a:t>FINALEMENT TU COMPRENDRAS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MON CHERI QUAND TU GRANDIRAS</a:t>
            </a:r>
            <a:br>
              <a:rPr lang="fr-FR" smtClean="0"/>
            </a:br>
            <a:r>
              <a:rPr lang="fr-FR" smtClean="0"/>
              <a:t>PEUT ETRE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DOIT AVOIR DES ANGES </a:t>
            </a:r>
            <a:br>
              <a:rPr lang="fr-FR" smtClean="0"/>
            </a:br>
            <a:r>
              <a:rPr lang="fr-FR" smtClean="0"/>
              <a:t>QUI DANSENT SUR TES EPAULES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PARFOIS DANS LA VIE TU AURAS BESOIN D’UNE AIDE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OH MON CHERI, QUAND TU PRIERAS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LAISSE TES FARDEAUX  </a:t>
            </a:r>
            <a:br>
              <a:rPr lang="fr-FR" smtClean="0"/>
            </a:br>
            <a:r>
              <a:rPr lang="fr-FR" smtClean="0"/>
              <a:t>DEVANT MA PORTE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TU AS JÉSUS QUI SE TIENT </a:t>
            </a:r>
            <a:br>
              <a:rPr lang="fr-FR" smtClean="0"/>
            </a:br>
            <a:r>
              <a:rPr lang="fr-FR" smtClean="0"/>
              <a:t>AUPRÈS DE TON LIT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POUR TE DONNER LA PAIX, TE PROTEGER DE TOUTE SOUFFRANCE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MON ENFANT</a:t>
            </a:r>
            <a:br>
              <a:rPr lang="fr-FR" smtClean="0"/>
            </a:br>
            <a:r>
              <a:rPr lang="fr-FR" smtClean="0"/>
              <a:t>QUAND TU AURAS L’IMPRESSION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QUE TA VIE  </a:t>
            </a:r>
            <a:br>
              <a:rPr lang="fr-FR" smtClean="0"/>
            </a:br>
            <a:r>
              <a:rPr lang="fr-FR" smtClean="0"/>
              <a:t>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VIENS A JESUS </a:t>
            </a:r>
            <a:br>
              <a:rPr lang="fr-FR" smtClean="0"/>
            </a:br>
            <a:r>
              <a:rPr lang="fr-FR" smtClean="0"/>
              <a:t>ET IL TE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OH MON CHERI QUAND TU PLEURERAS</a:t>
            </a:r>
            <a:br>
              <a:rPr lang="fr-FR" smtClean="0"/>
            </a:br>
            <a:r>
              <a:rPr lang="fr-FR" smtClean="0"/>
              <a:t>NE TE CACHE PAS DE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CAR J’AI VAINCU L’ENFER </a:t>
            </a:r>
            <a:br>
              <a:rPr lang="fr-FR" smtClean="0"/>
            </a:br>
            <a:r>
              <a:rPr lang="fr-FR" smtClean="0"/>
              <a:t>ET CHASSE LES DEMONS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SUIS VENU AVEC UNE LUMIERE POUR TE RENDRE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MON ENFANT</a:t>
            </a:r>
            <a:br>
              <a:rPr lang="fr-FR" smtClean="0"/>
            </a:br>
            <a:r>
              <a:rPr lang="fr-FR" smtClean="0"/>
              <a:t>QUAND TU AURAS L’IMPRESSION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QUE TA VIE 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VIENS A JESUS </a:t>
            </a:r>
            <a:br>
              <a:rPr lang="fr-FR" smtClean="0"/>
            </a:br>
            <a:r>
              <a:rPr lang="fr-FR" smtClean="0"/>
              <a:t>ET IL NE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OH MON CHERI </a:t>
            </a:r>
            <a:br>
              <a:rPr lang="fr-FR" smtClean="0"/>
            </a:br>
            <a:r>
              <a:rPr lang="fr-FR" smtClean="0"/>
              <a:t>QUAND TU SERAS A L’AGONIE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CROIS A LA GUERISSON DE SA MAIN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ICI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ICI AU CIEL</a:t>
            </a:r>
            <a:br>
              <a:rPr lang="fr-FR" smtClean="0"/>
            </a:br>
            <a:r>
              <a:rPr lang="fr-FR" smtClean="0"/>
              <a:t> FINALEMENT TU COMPRENDRAS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ICI 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ICI AU CIEL</a:t>
            </a:r>
            <a:br>
              <a:rPr lang="fr-FR" smtClean="0"/>
            </a:br>
            <a:r>
              <a:rPr lang="fr-FR" smtClean="0"/>
              <a:t>FINALEMENT TU COMPRENDRAS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OH MON CHERI QUAND TU GRANDIRAS</a:t>
            </a:r>
            <a:br>
              <a:rPr lang="fr-FR"/>
            </a:br>
            <a:r>
              <a:rPr lang="fr-FR"/>
              <a:t>PEUT ETRE TU COMPRENDRAS</a:t>
            </a:r>
          </a:p>
          <a:p>
            <a:r>
              <a:rPr lang="fr-FR"/>
              <a:t>2-  IL DOIT AVOIR DES ANGES </a:t>
            </a:r>
            <a:br>
              <a:rPr lang="fr-FR"/>
            </a:br>
            <a:r>
              <a:rPr lang="fr-FR"/>
              <a:t>QUI DANSENT SUR TES EPAULES</a:t>
            </a:r>
          </a:p>
          <a:p>
            <a:r>
              <a:rPr lang="fr-FR"/>
              <a:t>3-  CAR PARFOIS DANS LA VIE TU AURAS BESOIN D’UNE AIDE</a:t>
            </a:r>
          </a:p>
          <a:p>
            <a:r>
              <a:rPr lang="fr-FR"/>
              <a:t>4-  OH MON CHERI, QUAND TU PRIERAS</a:t>
            </a:r>
            <a:br>
              <a:rPr lang="fr-FR"/>
            </a:br>
            <a:endParaRPr lang="fr-FR"/>
          </a:p>
          <a:p>
            <a:r>
              <a:rPr lang="fr-FR"/>
              <a:t>5-  LAISSE TES FARDEAUX  </a:t>
            </a:r>
            <a:br>
              <a:rPr lang="fr-FR"/>
            </a:br>
            <a:r>
              <a:rPr lang="fr-FR"/>
              <a:t>DEVANT MA PORTE</a:t>
            </a:r>
          </a:p>
          <a:p>
            <a:r>
              <a:rPr lang="fr-FR"/>
              <a:t>6-  TU AS JÉSUS QUI SE TIENT </a:t>
            </a:r>
            <a:br>
              <a:rPr lang="fr-FR"/>
            </a:br>
            <a:r>
              <a:rPr lang="fr-FR"/>
              <a:t>AUPRÈS DE TON LIT</a:t>
            </a:r>
          </a:p>
          <a:p>
            <a:r>
              <a:rPr lang="fr-FR"/>
              <a:t>7-  POUR TE DONNER LA PAIX, TE PROTEGER DE TOUTE SOUFFRANCE </a:t>
            </a:r>
          </a:p>
          <a:p>
            <a:r>
              <a:rPr lang="fr-FR"/>
              <a:t>8-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9-  MON ENFANT</a:t>
            </a:r>
            <a:br>
              <a:rPr lang="fr-FR"/>
            </a:br>
            <a:r>
              <a:rPr lang="fr-FR"/>
              <a:t>QUAND TU AURAS L’IMPRESSION</a:t>
            </a:r>
          </a:p>
          <a:p>
            <a:r>
              <a:rPr lang="fr-FR"/>
              <a:t>10-  QUE TA VIE  </a:t>
            </a:r>
            <a:br>
              <a:rPr lang="fr-FR"/>
            </a:br>
            <a:r>
              <a:rPr lang="fr-FR"/>
              <a:t>NE VAUT PAS LA PEINE D’ETRE VECUE</a:t>
            </a:r>
          </a:p>
          <a:p>
            <a:r>
              <a:rPr lang="fr-FR"/>
              <a:t>11-  VIENS A JESUS </a:t>
            </a:r>
            <a:br>
              <a:rPr lang="fr-FR"/>
            </a:br>
            <a:r>
              <a:rPr lang="fr-FR"/>
              <a:t>ET IL TE PRENDRA DANS SES BRAS</a:t>
            </a:r>
          </a:p>
          <a:p>
            <a:r>
              <a:rPr lang="fr-FR"/>
              <a:t>12-  OH MON CHERI QUAND TU PLEURERAS</a:t>
            </a:r>
            <a:br>
              <a:rPr lang="fr-FR"/>
            </a:br>
            <a:r>
              <a:rPr lang="fr-FR"/>
              <a:t>NE TE CACHE PAS DE MOI</a:t>
            </a:r>
          </a:p>
          <a:p>
            <a:r>
              <a:rPr lang="fr-FR"/>
              <a:t>13-  CAR J’AI VAINCU L’ENFER </a:t>
            </a:r>
            <a:br>
              <a:rPr lang="fr-FR"/>
            </a:br>
            <a:r>
              <a:rPr lang="fr-FR"/>
              <a:t>ET CHASSE LES DEMONS</a:t>
            </a:r>
          </a:p>
          <a:p>
            <a:r>
              <a:rPr lang="fr-FR"/>
              <a:t>14-  JE SUIS VENU AVEC UNE LUMIERE POUR TE RENDRE LIBRE</a:t>
            </a:r>
          </a:p>
          <a:p>
            <a:r>
              <a:rPr lang="fr-FR"/>
              <a:t>15-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16-  MON ENFANT</a:t>
            </a:r>
            <a:br>
              <a:rPr lang="fr-FR"/>
            </a:br>
            <a:r>
              <a:rPr lang="fr-FR"/>
              <a:t>QUAND TU AURAS L’IMPRESSION</a:t>
            </a:r>
            <a:br>
              <a:rPr lang="fr-FR"/>
            </a:br>
            <a:endParaRPr lang="fr-FR"/>
          </a:p>
          <a:p>
            <a:r>
              <a:rPr lang="fr-FR"/>
              <a:t>17-  QUE TA VIE NE VAUT PAS LA PEINE D’ETRE VECUE</a:t>
            </a:r>
          </a:p>
          <a:p>
            <a:r>
              <a:rPr lang="fr-FR"/>
              <a:t>18-  VIENS A JESUS </a:t>
            </a:r>
            <a:br>
              <a:rPr lang="fr-FR"/>
            </a:br>
            <a:r>
              <a:rPr lang="fr-FR"/>
              <a:t>ET IL NE PRENDRA DANS SES BRAS</a:t>
            </a:r>
          </a:p>
          <a:p>
            <a:r>
              <a:rPr lang="fr-FR"/>
              <a:t>19-  OH MON CHERI </a:t>
            </a:r>
            <a:br>
              <a:rPr lang="fr-FR"/>
            </a:br>
            <a:r>
              <a:rPr lang="fr-FR"/>
              <a:t>QUAND TU SERAS A L’AGONIE</a:t>
            </a:r>
          </a:p>
          <a:p>
            <a:r>
              <a:rPr lang="fr-FR"/>
              <a:t>20-  CROIS A LA GUERISSON DE SA MAIN</a:t>
            </a:r>
            <a:br>
              <a:rPr lang="fr-FR"/>
            </a:br>
            <a:endParaRPr lang="fr-FR"/>
          </a:p>
          <a:p>
            <a:r>
              <a:rPr lang="fr-FR"/>
              <a:t>21-  ICI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22-  ICI AU CIEL</a:t>
            </a:r>
            <a:br>
              <a:rPr lang="fr-FR"/>
            </a:br>
            <a:r>
              <a:rPr lang="fr-FR"/>
              <a:t> FINALEMENT TU COMPRENDRAS</a:t>
            </a:r>
            <a:br>
              <a:rPr lang="fr-FR"/>
            </a:br>
            <a:endParaRPr lang="fr-FR"/>
          </a:p>
          <a:p>
            <a:r>
              <a:rPr lang="fr-FR"/>
              <a:t>23-  ICI 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24-  ICI AU CIEL</a:t>
            </a:r>
            <a:br>
              <a:rPr lang="fr-FR"/>
            </a:br>
            <a:r>
              <a:rPr lang="fr-FR"/>
              <a:t>FINALEMENT TU COMPRENDRAS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MON CHERI QUAND TU GRANDIRAS</a:t>
            </a:r>
            <a:br>
              <a:rPr lang="fr-FR" smtClean="0"/>
            </a:br>
            <a:r>
              <a:rPr lang="fr-FR" smtClean="0"/>
              <a:t>PEUT ETRE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DOIT AVOIR DES ANGES </a:t>
            </a:r>
            <a:br>
              <a:rPr lang="fr-FR" smtClean="0"/>
            </a:br>
            <a:r>
              <a:rPr lang="fr-FR" smtClean="0"/>
              <a:t>QUI DANSENT SUR TES EPAULES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PARFOIS DANS LA VIE TU AURAS BESOIN D’UNE AIDE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OH MON CHERI, QUAND TU PRIERAS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LAISSE TES FARDEAUX  </a:t>
            </a:r>
            <a:br>
              <a:rPr lang="fr-FR" smtClean="0"/>
            </a:br>
            <a:r>
              <a:rPr lang="fr-FR" smtClean="0"/>
              <a:t>DEVANT MA PORTE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TU AS JÉSUS QUI SE TIENT </a:t>
            </a:r>
            <a:br>
              <a:rPr lang="fr-FR" smtClean="0"/>
            </a:br>
            <a:r>
              <a:rPr lang="fr-FR" smtClean="0"/>
              <a:t>AUPRÈS DE TON LIT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POUR TE DONNER LA PAIX, TE PROTEGER DE TOUTE SOUFFRANCE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MON ENFANT</a:t>
            </a:r>
            <a:br>
              <a:rPr lang="fr-FR" smtClean="0"/>
            </a:br>
            <a:r>
              <a:rPr lang="fr-FR" smtClean="0"/>
              <a:t>QUAND TU AURAS L’IMPRESSION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QUE TA VIE  </a:t>
            </a:r>
            <a:br>
              <a:rPr lang="fr-FR" smtClean="0"/>
            </a:br>
            <a:r>
              <a:rPr lang="fr-FR" smtClean="0"/>
              <a:t>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VIENS A JESUS </a:t>
            </a:r>
            <a:br>
              <a:rPr lang="fr-FR" smtClean="0"/>
            </a:br>
            <a:r>
              <a:rPr lang="fr-FR" smtClean="0"/>
              <a:t>ET IL TE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OH MON CHERI QUAND TU PLEURERAS</a:t>
            </a:r>
            <a:br>
              <a:rPr lang="fr-FR" smtClean="0"/>
            </a:br>
            <a:r>
              <a:rPr lang="fr-FR" smtClean="0"/>
              <a:t>NE TE CACHE PAS DE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CAR J’AI VAINCU L’ENFER </a:t>
            </a:r>
            <a:br>
              <a:rPr lang="fr-FR" smtClean="0"/>
            </a:br>
            <a:r>
              <a:rPr lang="fr-FR" smtClean="0"/>
              <a:t>ET CHASSE LES DEMONS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SUIS VENU AVEC UNE LUMIERE POUR TE RENDRE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MON ENFANT</a:t>
            </a:r>
            <a:br>
              <a:rPr lang="fr-FR" smtClean="0"/>
            </a:br>
            <a:r>
              <a:rPr lang="fr-FR" smtClean="0"/>
              <a:t>QUAND TU AURAS L’IMPRESSION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QUE TA VIE 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VIENS A JESUS </a:t>
            </a:r>
            <a:br>
              <a:rPr lang="fr-FR" smtClean="0"/>
            </a:br>
            <a:r>
              <a:rPr lang="fr-FR" smtClean="0"/>
              <a:t>ET IL NE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OH MON CHERI </a:t>
            </a:r>
            <a:br>
              <a:rPr lang="fr-FR" smtClean="0"/>
            </a:br>
            <a:r>
              <a:rPr lang="fr-FR" smtClean="0"/>
              <a:t>QUAND TU SERAS A L’AGONIE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CROIS A LA GUERISSON DE SA MAIN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ICI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ICI AU CIEL</a:t>
            </a:r>
            <a:br>
              <a:rPr lang="fr-FR" smtClean="0"/>
            </a:br>
            <a:r>
              <a:rPr lang="fr-FR" smtClean="0"/>
              <a:t> FINALEMENT TU COMPRENDRAS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ICI 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ICI AU CIEL</a:t>
            </a:r>
            <a:br>
              <a:rPr lang="fr-FR" smtClean="0"/>
            </a:br>
            <a:r>
              <a:rPr lang="fr-FR" smtClean="0"/>
              <a:t>FINALEMENT TU COMPRENDRAS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OH MON CHERI QUAND TU GRANDIRAS</a:t>
            </a:r>
            <a:br>
              <a:rPr lang="fr-FR"/>
            </a:br>
            <a:r>
              <a:rPr lang="fr-FR"/>
              <a:t>PEUT ETRE TU COMPRENDRAS</a:t>
            </a:r>
          </a:p>
          <a:p>
            <a:r>
              <a:rPr lang="fr-FR"/>
              <a:t>2-  IL DOIT AVOIR DES ANGES </a:t>
            </a:r>
            <a:br>
              <a:rPr lang="fr-FR"/>
            </a:br>
            <a:r>
              <a:rPr lang="fr-FR"/>
              <a:t>QUI DANSENT SUR TES EPAULES</a:t>
            </a:r>
          </a:p>
          <a:p>
            <a:r>
              <a:rPr lang="fr-FR"/>
              <a:t>3-  CAR PARFOIS DANS LA VIE TU AURAS BESOIN D’UNE AIDE</a:t>
            </a:r>
          </a:p>
          <a:p>
            <a:r>
              <a:rPr lang="fr-FR"/>
              <a:t>4-  OH MON CHERI, QUAND TU PRIERAS</a:t>
            </a:r>
            <a:br>
              <a:rPr lang="fr-FR"/>
            </a:br>
            <a:endParaRPr lang="fr-FR"/>
          </a:p>
          <a:p>
            <a:r>
              <a:rPr lang="fr-FR"/>
              <a:t>5-  LAISSE TES FARDEAUX  </a:t>
            </a:r>
            <a:br>
              <a:rPr lang="fr-FR"/>
            </a:br>
            <a:r>
              <a:rPr lang="fr-FR"/>
              <a:t>DEVANT MA PORTE</a:t>
            </a:r>
          </a:p>
          <a:p>
            <a:r>
              <a:rPr lang="fr-FR"/>
              <a:t>6-  TU AS JÉSUS QUI SE TIENT </a:t>
            </a:r>
            <a:br>
              <a:rPr lang="fr-FR"/>
            </a:br>
            <a:r>
              <a:rPr lang="fr-FR"/>
              <a:t>AUPRÈS DE TON LIT</a:t>
            </a:r>
          </a:p>
          <a:p>
            <a:r>
              <a:rPr lang="fr-FR"/>
              <a:t>7-  POUR TE DONNER LA PAIX, TE PROTEGER DE TOUTE SOUFFRANCE </a:t>
            </a:r>
          </a:p>
          <a:p>
            <a:r>
              <a:rPr lang="fr-FR"/>
              <a:t>8-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9-  MON ENFANT</a:t>
            </a:r>
            <a:br>
              <a:rPr lang="fr-FR"/>
            </a:br>
            <a:r>
              <a:rPr lang="fr-FR"/>
              <a:t>QUAND TU AURAS L’IMPRESSION</a:t>
            </a:r>
          </a:p>
          <a:p>
            <a:r>
              <a:rPr lang="fr-FR"/>
              <a:t>10-  QUE TA VIE  </a:t>
            </a:r>
            <a:br>
              <a:rPr lang="fr-FR"/>
            </a:br>
            <a:r>
              <a:rPr lang="fr-FR"/>
              <a:t>NE VAUT PAS LA PEINE D’ETRE VECUE</a:t>
            </a:r>
          </a:p>
          <a:p>
            <a:r>
              <a:rPr lang="fr-FR"/>
              <a:t>11-  VIENS A JESUS </a:t>
            </a:r>
            <a:br>
              <a:rPr lang="fr-FR"/>
            </a:br>
            <a:r>
              <a:rPr lang="fr-FR"/>
              <a:t>ET IL TE PRENDRA DANS SES BRAS</a:t>
            </a:r>
          </a:p>
          <a:p>
            <a:r>
              <a:rPr lang="fr-FR"/>
              <a:t>12-  OH MON CHERI QUAND TU PLEURERAS</a:t>
            </a:r>
            <a:br>
              <a:rPr lang="fr-FR"/>
            </a:br>
            <a:r>
              <a:rPr lang="fr-FR"/>
              <a:t>NE TE CACHE PAS DE MOI</a:t>
            </a:r>
          </a:p>
          <a:p>
            <a:r>
              <a:rPr lang="fr-FR"/>
              <a:t>13-  CAR J’AI VAINCU L’ENFER </a:t>
            </a:r>
            <a:br>
              <a:rPr lang="fr-FR"/>
            </a:br>
            <a:r>
              <a:rPr lang="fr-FR"/>
              <a:t>ET CHASSE LES DEMONS</a:t>
            </a:r>
          </a:p>
          <a:p>
            <a:r>
              <a:rPr lang="fr-FR"/>
              <a:t>14-  JE SUIS VENU AVEC UNE LUMIERE POUR TE RENDRE LIBRE</a:t>
            </a:r>
          </a:p>
          <a:p>
            <a:r>
              <a:rPr lang="fr-FR"/>
              <a:t>15-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16-  MON ENFANT</a:t>
            </a:r>
            <a:br>
              <a:rPr lang="fr-FR"/>
            </a:br>
            <a:r>
              <a:rPr lang="fr-FR"/>
              <a:t>QUAND TU AURAS L’IMPRESSION</a:t>
            </a:r>
            <a:br>
              <a:rPr lang="fr-FR"/>
            </a:br>
            <a:endParaRPr lang="fr-FR"/>
          </a:p>
          <a:p>
            <a:r>
              <a:rPr lang="fr-FR"/>
              <a:t>17-  QUE TA VIE NE VAUT PAS LA PEINE D’ETRE VECUE</a:t>
            </a:r>
          </a:p>
          <a:p>
            <a:r>
              <a:rPr lang="fr-FR"/>
              <a:t>18-  VIENS A JESUS </a:t>
            </a:r>
            <a:br>
              <a:rPr lang="fr-FR"/>
            </a:br>
            <a:r>
              <a:rPr lang="fr-FR"/>
              <a:t>ET IL NE PRENDRA DANS SES BRAS</a:t>
            </a:r>
          </a:p>
          <a:p>
            <a:r>
              <a:rPr lang="fr-FR"/>
              <a:t>19-  OH MON CHERI </a:t>
            </a:r>
            <a:br>
              <a:rPr lang="fr-FR"/>
            </a:br>
            <a:r>
              <a:rPr lang="fr-FR"/>
              <a:t>QUAND TU SERAS A L’AGONIE</a:t>
            </a:r>
          </a:p>
          <a:p>
            <a:r>
              <a:rPr lang="fr-FR"/>
              <a:t>20-  CROIS A LA GUERISSON DE SA MAIN</a:t>
            </a:r>
            <a:br>
              <a:rPr lang="fr-FR"/>
            </a:br>
            <a:endParaRPr lang="fr-FR"/>
          </a:p>
          <a:p>
            <a:r>
              <a:rPr lang="fr-FR"/>
              <a:t>21-  ICI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22-  ICI AU CIEL</a:t>
            </a:r>
            <a:br>
              <a:rPr lang="fr-FR"/>
            </a:br>
            <a:r>
              <a:rPr lang="fr-FR"/>
              <a:t> FINALEMENT TU COMPRENDRAS</a:t>
            </a:r>
            <a:br>
              <a:rPr lang="fr-FR"/>
            </a:br>
            <a:endParaRPr lang="fr-FR"/>
          </a:p>
          <a:p>
            <a:r>
              <a:rPr lang="fr-FR"/>
              <a:t>23-  ICI 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24-  ICI AU CIEL</a:t>
            </a:r>
            <a:br>
              <a:rPr lang="fr-FR"/>
            </a:br>
            <a:r>
              <a:rPr lang="fr-FR"/>
              <a:t>FINALEMENT TU COMPRENDRAS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MON CHERI QUAND TU GRANDIRAS</a:t>
            </a:r>
            <a:br>
              <a:rPr lang="fr-FR" smtClean="0"/>
            </a:br>
            <a:r>
              <a:rPr lang="fr-FR" smtClean="0"/>
              <a:t>PEUT ETRE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DOIT AVOIR DES ANGES </a:t>
            </a:r>
            <a:br>
              <a:rPr lang="fr-FR" smtClean="0"/>
            </a:br>
            <a:r>
              <a:rPr lang="fr-FR" smtClean="0"/>
              <a:t>QUI DANSENT SUR TES EPAULES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PARFOIS DANS LA VIE TU AURAS BESOIN D’UNE AIDE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OH MON CHERI, QUAND TU PRIERAS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LAISSE TES FARDEAUX  </a:t>
            </a:r>
            <a:br>
              <a:rPr lang="fr-FR" smtClean="0"/>
            </a:br>
            <a:r>
              <a:rPr lang="fr-FR" smtClean="0"/>
              <a:t>DEVANT MA PORTE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TU AS JÉSUS QUI SE TIENT </a:t>
            </a:r>
            <a:br>
              <a:rPr lang="fr-FR" smtClean="0"/>
            </a:br>
            <a:r>
              <a:rPr lang="fr-FR" smtClean="0"/>
              <a:t>AUPRÈS DE TON LIT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POUR TE DONNER LA PAIX, TE PROTEGER DE TOUTE SOUFFRANCE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MON ENFANT</a:t>
            </a:r>
            <a:br>
              <a:rPr lang="fr-FR" smtClean="0"/>
            </a:br>
            <a:r>
              <a:rPr lang="fr-FR" smtClean="0"/>
              <a:t>QUAND TU AURAS L’IMPRESSION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QUE TA VIE  </a:t>
            </a:r>
            <a:br>
              <a:rPr lang="fr-FR" smtClean="0"/>
            </a:br>
            <a:r>
              <a:rPr lang="fr-FR" smtClean="0"/>
              <a:t>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VIENS A JESUS </a:t>
            </a:r>
            <a:br>
              <a:rPr lang="fr-FR" smtClean="0"/>
            </a:br>
            <a:r>
              <a:rPr lang="fr-FR" smtClean="0"/>
              <a:t>ET IL TE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OH MON CHERI QUAND TU PLEURERAS</a:t>
            </a:r>
            <a:br>
              <a:rPr lang="fr-FR" smtClean="0"/>
            </a:br>
            <a:r>
              <a:rPr lang="fr-FR" smtClean="0"/>
              <a:t>NE TE CACHE PAS DE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CAR J’AI VAINCU L’ENFER </a:t>
            </a:r>
            <a:br>
              <a:rPr lang="fr-FR" smtClean="0"/>
            </a:br>
            <a:r>
              <a:rPr lang="fr-FR" smtClean="0"/>
              <a:t>ET CHASSE LES DEMONS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SUIS VENU AVEC UNE LUMIERE POUR TE RENDRE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MON ENFANT</a:t>
            </a:r>
            <a:br>
              <a:rPr lang="fr-FR" smtClean="0"/>
            </a:br>
            <a:r>
              <a:rPr lang="fr-FR" smtClean="0"/>
              <a:t>QUAND TU AURAS L’IMPRESSION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QUE TA VIE 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VIENS A JESUS </a:t>
            </a:r>
            <a:br>
              <a:rPr lang="fr-FR" smtClean="0"/>
            </a:br>
            <a:r>
              <a:rPr lang="fr-FR" smtClean="0"/>
              <a:t>ET IL NE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OH MON CHERI </a:t>
            </a:r>
            <a:br>
              <a:rPr lang="fr-FR" smtClean="0"/>
            </a:br>
            <a:r>
              <a:rPr lang="fr-FR" smtClean="0"/>
              <a:t>QUAND TU SERAS A L’AGONIE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CROIS A LA GUERISSON DE SA MAIN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ICI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ICI AU CIEL</a:t>
            </a:r>
            <a:br>
              <a:rPr lang="fr-FR" smtClean="0"/>
            </a:br>
            <a:r>
              <a:rPr lang="fr-FR" smtClean="0"/>
              <a:t> FINALEMENT TU COMPRENDRAS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ICI 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ICI AU CIEL</a:t>
            </a:r>
            <a:br>
              <a:rPr lang="fr-FR" smtClean="0"/>
            </a:br>
            <a:r>
              <a:rPr lang="fr-FR" smtClean="0"/>
              <a:t>FINALEMENT TU COMPRENDRAS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OH MON CHERI QUAND TU GRANDIRAS</a:t>
            </a:r>
            <a:br>
              <a:rPr lang="fr-FR"/>
            </a:br>
            <a:r>
              <a:rPr lang="fr-FR"/>
              <a:t>PEUT ETRE TU COMPRENDRAS</a:t>
            </a:r>
          </a:p>
          <a:p>
            <a:r>
              <a:rPr lang="fr-FR"/>
              <a:t>2-  IL DOIT AVOIR DES ANGES </a:t>
            </a:r>
            <a:br>
              <a:rPr lang="fr-FR"/>
            </a:br>
            <a:r>
              <a:rPr lang="fr-FR"/>
              <a:t>QUI DANSENT SUR TES EPAULES</a:t>
            </a:r>
          </a:p>
          <a:p>
            <a:r>
              <a:rPr lang="fr-FR"/>
              <a:t>3-  CAR PARFOIS DANS LA VIE TU AURAS BESOIN D’UNE AIDE</a:t>
            </a:r>
          </a:p>
          <a:p>
            <a:r>
              <a:rPr lang="fr-FR"/>
              <a:t>4-  OH MON CHERI, QUAND TU PRIERAS</a:t>
            </a:r>
            <a:br>
              <a:rPr lang="fr-FR"/>
            </a:br>
            <a:endParaRPr lang="fr-FR"/>
          </a:p>
          <a:p>
            <a:r>
              <a:rPr lang="fr-FR"/>
              <a:t>5-  LAISSE TES FARDEAUX  </a:t>
            </a:r>
            <a:br>
              <a:rPr lang="fr-FR"/>
            </a:br>
            <a:r>
              <a:rPr lang="fr-FR"/>
              <a:t>DEVANT MA PORTE</a:t>
            </a:r>
          </a:p>
          <a:p>
            <a:r>
              <a:rPr lang="fr-FR"/>
              <a:t>6-  TU AS JÉSUS QUI SE TIENT </a:t>
            </a:r>
            <a:br>
              <a:rPr lang="fr-FR"/>
            </a:br>
            <a:r>
              <a:rPr lang="fr-FR"/>
              <a:t>AUPRÈS DE TON LIT</a:t>
            </a:r>
          </a:p>
          <a:p>
            <a:r>
              <a:rPr lang="fr-FR"/>
              <a:t>7-  POUR TE DONNER LA PAIX, TE PROTEGER DE TOUTE SOUFFRANCE </a:t>
            </a:r>
          </a:p>
          <a:p>
            <a:r>
              <a:rPr lang="fr-FR"/>
              <a:t>8-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9-  MON ENFANT</a:t>
            </a:r>
            <a:br>
              <a:rPr lang="fr-FR"/>
            </a:br>
            <a:r>
              <a:rPr lang="fr-FR"/>
              <a:t>QUAND TU AURAS L’IMPRESSION</a:t>
            </a:r>
          </a:p>
          <a:p>
            <a:r>
              <a:rPr lang="fr-FR"/>
              <a:t>10-  QUE TA VIE  </a:t>
            </a:r>
            <a:br>
              <a:rPr lang="fr-FR"/>
            </a:br>
            <a:r>
              <a:rPr lang="fr-FR"/>
              <a:t>NE VAUT PAS LA PEINE D’ETRE VECUE</a:t>
            </a:r>
          </a:p>
          <a:p>
            <a:r>
              <a:rPr lang="fr-FR"/>
              <a:t>11-  VIENS A JESUS </a:t>
            </a:r>
            <a:br>
              <a:rPr lang="fr-FR"/>
            </a:br>
            <a:r>
              <a:rPr lang="fr-FR"/>
              <a:t>ET IL TE PRENDRA DANS SES BRAS</a:t>
            </a:r>
          </a:p>
          <a:p>
            <a:r>
              <a:rPr lang="fr-FR"/>
              <a:t>12-  OH MON CHERI QUAND TU PLEURERAS</a:t>
            </a:r>
            <a:br>
              <a:rPr lang="fr-FR"/>
            </a:br>
            <a:r>
              <a:rPr lang="fr-FR"/>
              <a:t>NE TE CACHE PAS DE MOI</a:t>
            </a:r>
          </a:p>
          <a:p>
            <a:r>
              <a:rPr lang="fr-FR"/>
              <a:t>13-  CAR J’AI VAINCU L’ENFER </a:t>
            </a:r>
            <a:br>
              <a:rPr lang="fr-FR"/>
            </a:br>
            <a:r>
              <a:rPr lang="fr-FR"/>
              <a:t>ET CHASSE LES DEMONS</a:t>
            </a:r>
          </a:p>
          <a:p>
            <a:r>
              <a:rPr lang="fr-FR"/>
              <a:t>14-  JE SUIS VENU AVEC UNE LUMIERE POUR TE RENDRE LIBRE</a:t>
            </a:r>
          </a:p>
          <a:p>
            <a:r>
              <a:rPr lang="fr-FR"/>
              <a:t>15-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16-  MON ENFANT</a:t>
            </a:r>
            <a:br>
              <a:rPr lang="fr-FR"/>
            </a:br>
            <a:r>
              <a:rPr lang="fr-FR"/>
              <a:t>QUAND TU AURAS L’IMPRESSION</a:t>
            </a:r>
            <a:br>
              <a:rPr lang="fr-FR"/>
            </a:br>
            <a:endParaRPr lang="fr-FR"/>
          </a:p>
          <a:p>
            <a:r>
              <a:rPr lang="fr-FR"/>
              <a:t>17-  QUE TA VIE NE VAUT PAS LA PEINE D’ETRE VECUE</a:t>
            </a:r>
          </a:p>
          <a:p>
            <a:r>
              <a:rPr lang="fr-FR"/>
              <a:t>18-  VIENS A JESUS </a:t>
            </a:r>
            <a:br>
              <a:rPr lang="fr-FR"/>
            </a:br>
            <a:r>
              <a:rPr lang="fr-FR"/>
              <a:t>ET IL NE PRENDRA DANS SES BRAS</a:t>
            </a:r>
          </a:p>
          <a:p>
            <a:r>
              <a:rPr lang="fr-FR"/>
              <a:t>19-  OH MON CHERI </a:t>
            </a:r>
            <a:br>
              <a:rPr lang="fr-FR"/>
            </a:br>
            <a:r>
              <a:rPr lang="fr-FR"/>
              <a:t>QUAND TU SERAS A L’AGONIE</a:t>
            </a:r>
          </a:p>
          <a:p>
            <a:r>
              <a:rPr lang="fr-FR"/>
              <a:t>20-  CROIS A LA GUERISSON DE SA MAIN</a:t>
            </a:r>
            <a:br>
              <a:rPr lang="fr-FR"/>
            </a:br>
            <a:endParaRPr lang="fr-FR"/>
          </a:p>
          <a:p>
            <a:r>
              <a:rPr lang="fr-FR"/>
              <a:t>21-  ICI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22-  ICI AU CIEL</a:t>
            </a:r>
            <a:br>
              <a:rPr lang="fr-FR"/>
            </a:br>
            <a:r>
              <a:rPr lang="fr-FR"/>
              <a:t> FINALEMENT TU COMPRENDRAS</a:t>
            </a:r>
            <a:br>
              <a:rPr lang="fr-FR"/>
            </a:br>
            <a:endParaRPr lang="fr-FR"/>
          </a:p>
          <a:p>
            <a:r>
              <a:rPr lang="fr-FR"/>
              <a:t>23-  ICI 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24-  ICI AU CIEL</a:t>
            </a:r>
            <a:br>
              <a:rPr lang="fr-FR"/>
            </a:br>
            <a:r>
              <a:rPr lang="fr-FR"/>
              <a:t>FINALEMENT TU COMPRENDRAS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MON CHERI QUAND TU GRANDIRAS</a:t>
            </a:r>
            <a:br>
              <a:rPr lang="fr-FR" smtClean="0"/>
            </a:br>
            <a:r>
              <a:rPr lang="fr-FR" smtClean="0"/>
              <a:t>PEUT ETRE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DOIT AVOIR DES ANGES </a:t>
            </a:r>
            <a:br>
              <a:rPr lang="fr-FR" smtClean="0"/>
            </a:br>
            <a:r>
              <a:rPr lang="fr-FR" smtClean="0"/>
              <a:t>QUI DANSENT SUR TES EPAULES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PARFOIS DANS LA VIE TU AURAS BESOIN D’UNE AIDE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OH MON CHERI, QUAND TU PRIERAS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LAISSE TES FARDEAUX  </a:t>
            </a:r>
            <a:br>
              <a:rPr lang="fr-FR" smtClean="0"/>
            </a:br>
            <a:r>
              <a:rPr lang="fr-FR" smtClean="0"/>
              <a:t>DEVANT MA PORTE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TU AS JÉSUS QUI SE TIENT </a:t>
            </a:r>
            <a:br>
              <a:rPr lang="fr-FR" smtClean="0"/>
            </a:br>
            <a:r>
              <a:rPr lang="fr-FR" smtClean="0"/>
              <a:t>AUPRÈS DE TON LIT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POUR TE DONNER LA PAIX, TE PROTEGER DE TOUTE SOUFFRANCE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MON ENFANT</a:t>
            </a:r>
            <a:br>
              <a:rPr lang="fr-FR" smtClean="0"/>
            </a:br>
            <a:r>
              <a:rPr lang="fr-FR" smtClean="0"/>
              <a:t>QUAND TU AURAS L’IMPRESSION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QUE TA VIE  </a:t>
            </a:r>
            <a:br>
              <a:rPr lang="fr-FR" smtClean="0"/>
            </a:br>
            <a:r>
              <a:rPr lang="fr-FR" smtClean="0"/>
              <a:t>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VIENS A JESUS </a:t>
            </a:r>
            <a:br>
              <a:rPr lang="fr-FR" smtClean="0"/>
            </a:br>
            <a:r>
              <a:rPr lang="fr-FR" smtClean="0"/>
              <a:t>ET IL TE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OH MON CHERI QUAND TU PLEURERAS</a:t>
            </a:r>
            <a:br>
              <a:rPr lang="fr-FR" smtClean="0"/>
            </a:br>
            <a:r>
              <a:rPr lang="fr-FR" smtClean="0"/>
              <a:t>NE TE CACHE PAS DE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CAR J’AI VAINCU L’ENFER </a:t>
            </a:r>
            <a:br>
              <a:rPr lang="fr-FR" smtClean="0"/>
            </a:br>
            <a:r>
              <a:rPr lang="fr-FR" smtClean="0"/>
              <a:t>ET CHASSE LES DEMONS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SUIS VENU AVEC UNE LUMIERE POUR TE RENDRE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MON ENFANT</a:t>
            </a:r>
            <a:br>
              <a:rPr lang="fr-FR" smtClean="0"/>
            </a:br>
            <a:r>
              <a:rPr lang="fr-FR" smtClean="0"/>
              <a:t>QUAND TU AURAS L’IMPRESSION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QUE TA VIE 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VIENS A JESUS </a:t>
            </a:r>
            <a:br>
              <a:rPr lang="fr-FR" smtClean="0"/>
            </a:br>
            <a:r>
              <a:rPr lang="fr-FR" smtClean="0"/>
              <a:t>ET IL NE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OH MON CHERI </a:t>
            </a:r>
            <a:br>
              <a:rPr lang="fr-FR" smtClean="0"/>
            </a:br>
            <a:r>
              <a:rPr lang="fr-FR" smtClean="0"/>
              <a:t>QUAND TU SERAS A L’AGONIE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CROIS A LA GUERISSON DE SA MAIN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ICI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ICI AU CIEL</a:t>
            </a:r>
            <a:br>
              <a:rPr lang="fr-FR" smtClean="0"/>
            </a:br>
            <a:r>
              <a:rPr lang="fr-FR" smtClean="0"/>
              <a:t> FINALEMENT TU COMPRENDRAS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ICI 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ICI AU CIEL</a:t>
            </a:r>
            <a:br>
              <a:rPr lang="fr-FR" smtClean="0"/>
            </a:br>
            <a:r>
              <a:rPr lang="fr-FR" smtClean="0"/>
              <a:t>FINALEMENT TU COMPRENDRAS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OH MON CHERI QUAND TU GRANDIRAS</a:t>
            </a:r>
            <a:br>
              <a:rPr lang="fr-FR"/>
            </a:br>
            <a:r>
              <a:rPr lang="fr-FR"/>
              <a:t>PEUT ETRE TU COMPRENDRAS</a:t>
            </a:r>
          </a:p>
          <a:p>
            <a:r>
              <a:rPr lang="fr-FR"/>
              <a:t>2-  IL DOIT AVOIR DES ANGES </a:t>
            </a:r>
            <a:br>
              <a:rPr lang="fr-FR"/>
            </a:br>
            <a:r>
              <a:rPr lang="fr-FR"/>
              <a:t>QUI DANSENT SUR TES EPAULES</a:t>
            </a:r>
          </a:p>
          <a:p>
            <a:r>
              <a:rPr lang="fr-FR"/>
              <a:t>3-  CAR PARFOIS DANS LA VIE TU AURAS BESOIN D’UNE AIDE</a:t>
            </a:r>
          </a:p>
          <a:p>
            <a:r>
              <a:rPr lang="fr-FR"/>
              <a:t>4-  OH MON CHERI, QUAND TU PRIERAS</a:t>
            </a:r>
            <a:br>
              <a:rPr lang="fr-FR"/>
            </a:br>
            <a:endParaRPr lang="fr-FR"/>
          </a:p>
          <a:p>
            <a:r>
              <a:rPr lang="fr-FR"/>
              <a:t>5-  LAISSE TES FARDEAUX  </a:t>
            </a:r>
            <a:br>
              <a:rPr lang="fr-FR"/>
            </a:br>
            <a:r>
              <a:rPr lang="fr-FR"/>
              <a:t>DEVANT MA PORTE</a:t>
            </a:r>
          </a:p>
          <a:p>
            <a:r>
              <a:rPr lang="fr-FR"/>
              <a:t>6-  TU AS JÉSUS QUI SE TIENT </a:t>
            </a:r>
            <a:br>
              <a:rPr lang="fr-FR"/>
            </a:br>
            <a:r>
              <a:rPr lang="fr-FR"/>
              <a:t>AUPRÈS DE TON LIT</a:t>
            </a:r>
          </a:p>
          <a:p>
            <a:r>
              <a:rPr lang="fr-FR"/>
              <a:t>7-  POUR TE DONNER LA PAIX, TE PROTEGER DE TOUTE SOUFFRANCE </a:t>
            </a:r>
          </a:p>
          <a:p>
            <a:r>
              <a:rPr lang="fr-FR"/>
              <a:t>8-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9-  MON ENFANT</a:t>
            </a:r>
            <a:br>
              <a:rPr lang="fr-FR"/>
            </a:br>
            <a:r>
              <a:rPr lang="fr-FR"/>
              <a:t>QUAND TU AURAS L’IMPRESSION</a:t>
            </a:r>
          </a:p>
          <a:p>
            <a:r>
              <a:rPr lang="fr-FR"/>
              <a:t>10-  QUE TA VIE  </a:t>
            </a:r>
            <a:br>
              <a:rPr lang="fr-FR"/>
            </a:br>
            <a:r>
              <a:rPr lang="fr-FR"/>
              <a:t>NE VAUT PAS LA PEINE D’ETRE VECUE</a:t>
            </a:r>
          </a:p>
          <a:p>
            <a:r>
              <a:rPr lang="fr-FR"/>
              <a:t>11-  VIENS A JESUS </a:t>
            </a:r>
            <a:br>
              <a:rPr lang="fr-FR"/>
            </a:br>
            <a:r>
              <a:rPr lang="fr-FR"/>
              <a:t>ET IL TE PRENDRA DANS SES BRAS</a:t>
            </a:r>
          </a:p>
          <a:p>
            <a:r>
              <a:rPr lang="fr-FR"/>
              <a:t>12-  OH MON CHERI QUAND TU PLEURERAS</a:t>
            </a:r>
            <a:br>
              <a:rPr lang="fr-FR"/>
            </a:br>
            <a:r>
              <a:rPr lang="fr-FR"/>
              <a:t>NE TE CACHE PAS DE MOI</a:t>
            </a:r>
          </a:p>
          <a:p>
            <a:r>
              <a:rPr lang="fr-FR"/>
              <a:t>13-  CAR J’AI VAINCU L’ENFER </a:t>
            </a:r>
            <a:br>
              <a:rPr lang="fr-FR"/>
            </a:br>
            <a:r>
              <a:rPr lang="fr-FR"/>
              <a:t>ET CHASSE LES DEMONS</a:t>
            </a:r>
          </a:p>
          <a:p>
            <a:r>
              <a:rPr lang="fr-FR"/>
              <a:t>14-  JE SUIS VENU AVEC UNE LUMIERE POUR TE RENDRE LIBRE</a:t>
            </a:r>
          </a:p>
          <a:p>
            <a:r>
              <a:rPr lang="fr-FR"/>
              <a:t>15-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16-  MON ENFANT</a:t>
            </a:r>
            <a:br>
              <a:rPr lang="fr-FR"/>
            </a:br>
            <a:r>
              <a:rPr lang="fr-FR"/>
              <a:t>QUAND TU AURAS L’IMPRESSION</a:t>
            </a:r>
            <a:br>
              <a:rPr lang="fr-FR"/>
            </a:br>
            <a:endParaRPr lang="fr-FR"/>
          </a:p>
          <a:p>
            <a:r>
              <a:rPr lang="fr-FR"/>
              <a:t>17-  QUE TA VIE NE VAUT PAS LA PEINE D’ETRE VECUE</a:t>
            </a:r>
          </a:p>
          <a:p>
            <a:r>
              <a:rPr lang="fr-FR"/>
              <a:t>18-  VIENS A JESUS </a:t>
            </a:r>
            <a:br>
              <a:rPr lang="fr-FR"/>
            </a:br>
            <a:r>
              <a:rPr lang="fr-FR"/>
              <a:t>ET IL NE PRENDRA DANS SES BRAS</a:t>
            </a:r>
          </a:p>
          <a:p>
            <a:r>
              <a:rPr lang="fr-FR"/>
              <a:t>19-  OH MON CHERI </a:t>
            </a:r>
            <a:br>
              <a:rPr lang="fr-FR"/>
            </a:br>
            <a:r>
              <a:rPr lang="fr-FR"/>
              <a:t>QUAND TU SERAS A L’AGONIE</a:t>
            </a:r>
          </a:p>
          <a:p>
            <a:r>
              <a:rPr lang="fr-FR"/>
              <a:t>20-  CROIS A LA GUERISSON DE SA MAIN</a:t>
            </a:r>
            <a:br>
              <a:rPr lang="fr-FR"/>
            </a:br>
            <a:endParaRPr lang="fr-FR"/>
          </a:p>
          <a:p>
            <a:r>
              <a:rPr lang="fr-FR"/>
              <a:t>21-  ICI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22-  ICI AU CIEL</a:t>
            </a:r>
            <a:br>
              <a:rPr lang="fr-FR"/>
            </a:br>
            <a:r>
              <a:rPr lang="fr-FR"/>
              <a:t> FINALEMENT TU COMPRENDRAS</a:t>
            </a:r>
            <a:br>
              <a:rPr lang="fr-FR"/>
            </a:br>
            <a:endParaRPr lang="fr-FR"/>
          </a:p>
          <a:p>
            <a:r>
              <a:rPr lang="fr-FR"/>
              <a:t>23-  ICI 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24-  ICI AU CIEL</a:t>
            </a:r>
            <a:br>
              <a:rPr lang="fr-FR"/>
            </a:br>
            <a:r>
              <a:rPr lang="fr-FR"/>
              <a:t>FINALEMENT TU COMPRENDRAS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MON CHERI QUAND TU GRANDIRAS</a:t>
            </a:r>
            <a:br>
              <a:rPr lang="fr-FR" smtClean="0"/>
            </a:br>
            <a:r>
              <a:rPr lang="fr-FR" smtClean="0"/>
              <a:t>PEUT ETRE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DOIT AVOIR DES ANGES </a:t>
            </a:r>
            <a:br>
              <a:rPr lang="fr-FR" smtClean="0"/>
            </a:br>
            <a:r>
              <a:rPr lang="fr-FR" smtClean="0"/>
              <a:t>QUI DANSENT SUR TES EPAULES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PARFOIS DANS LA VIE TU AURAS BESOIN D’UNE AIDE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OH MON CHERI, QUAND TU PRIERAS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LAISSE TES FARDEAUX  </a:t>
            </a:r>
            <a:br>
              <a:rPr lang="fr-FR" smtClean="0"/>
            </a:br>
            <a:r>
              <a:rPr lang="fr-FR" smtClean="0"/>
              <a:t>DEVANT MA PORTE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TU AS JÉSUS QUI SE TIENT </a:t>
            </a:r>
            <a:br>
              <a:rPr lang="fr-FR" smtClean="0"/>
            </a:br>
            <a:r>
              <a:rPr lang="fr-FR" smtClean="0"/>
              <a:t>AUPRÈS DE TON LIT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POUR TE DONNER LA PAIX, TE PROTEGER DE TOUTE SOUFFRANCE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MON ENFANT</a:t>
            </a:r>
            <a:br>
              <a:rPr lang="fr-FR" smtClean="0"/>
            </a:br>
            <a:r>
              <a:rPr lang="fr-FR" smtClean="0"/>
              <a:t>QUAND TU AURAS L’IMPRESSION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QUE TA VIE  </a:t>
            </a:r>
            <a:br>
              <a:rPr lang="fr-FR" smtClean="0"/>
            </a:br>
            <a:r>
              <a:rPr lang="fr-FR" smtClean="0"/>
              <a:t>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VIENS A JESUS </a:t>
            </a:r>
            <a:br>
              <a:rPr lang="fr-FR" smtClean="0"/>
            </a:br>
            <a:r>
              <a:rPr lang="fr-FR" smtClean="0"/>
              <a:t>ET IL TE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OH MON CHERI QUAND TU PLEURERAS</a:t>
            </a:r>
            <a:br>
              <a:rPr lang="fr-FR" smtClean="0"/>
            </a:br>
            <a:r>
              <a:rPr lang="fr-FR" smtClean="0"/>
              <a:t>NE TE CACHE PAS DE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CAR J’AI VAINCU L’ENFER </a:t>
            </a:r>
            <a:br>
              <a:rPr lang="fr-FR" smtClean="0"/>
            </a:br>
            <a:r>
              <a:rPr lang="fr-FR" smtClean="0"/>
              <a:t>ET CHASSE LES DEMONS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SUIS VENU AVEC UNE LUMIERE POUR TE RENDRE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MON ENFANT</a:t>
            </a:r>
            <a:br>
              <a:rPr lang="fr-FR" smtClean="0"/>
            </a:br>
            <a:r>
              <a:rPr lang="fr-FR" smtClean="0"/>
              <a:t>QUAND TU AURAS L’IMPRESSION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QUE TA VIE 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VIENS A JESUS </a:t>
            </a:r>
            <a:br>
              <a:rPr lang="fr-FR" smtClean="0"/>
            </a:br>
            <a:r>
              <a:rPr lang="fr-FR" smtClean="0"/>
              <a:t>ET IL NE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OH MON CHERI </a:t>
            </a:r>
            <a:br>
              <a:rPr lang="fr-FR" smtClean="0"/>
            </a:br>
            <a:r>
              <a:rPr lang="fr-FR" smtClean="0"/>
              <a:t>QUAND TU SERAS A L’AGONIE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CROIS A LA GUERISSON DE SA MAIN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ICI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ICI AU CIEL</a:t>
            </a:r>
            <a:br>
              <a:rPr lang="fr-FR" smtClean="0"/>
            </a:br>
            <a:r>
              <a:rPr lang="fr-FR" smtClean="0"/>
              <a:t> FINALEMENT TU COMPRENDRAS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ICI 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ICI AU CIEL</a:t>
            </a:r>
            <a:br>
              <a:rPr lang="fr-FR" smtClean="0"/>
            </a:br>
            <a:r>
              <a:rPr lang="fr-FR" smtClean="0"/>
              <a:t>FINALEMENT TU COMPRENDRAS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OH MON CHERI QUAND TU GRANDIRAS</a:t>
            </a:r>
            <a:br>
              <a:rPr lang="fr-FR"/>
            </a:br>
            <a:r>
              <a:rPr lang="fr-FR"/>
              <a:t>PEUT ETRE TU COMPRENDRAS</a:t>
            </a:r>
          </a:p>
          <a:p>
            <a:r>
              <a:rPr lang="fr-FR"/>
              <a:t>2-  IL DOIT AVOIR DES ANGES </a:t>
            </a:r>
            <a:br>
              <a:rPr lang="fr-FR"/>
            </a:br>
            <a:r>
              <a:rPr lang="fr-FR"/>
              <a:t>QUI DANSENT SUR TES EPAULES</a:t>
            </a:r>
          </a:p>
          <a:p>
            <a:r>
              <a:rPr lang="fr-FR"/>
              <a:t>3-  CAR PARFOIS DANS LA VIE TU AURAS BESOIN D’UNE AIDE</a:t>
            </a:r>
          </a:p>
          <a:p>
            <a:r>
              <a:rPr lang="fr-FR"/>
              <a:t>4-  OH MON CHERI, QUAND TU PRIERAS</a:t>
            </a:r>
            <a:br>
              <a:rPr lang="fr-FR"/>
            </a:br>
            <a:endParaRPr lang="fr-FR"/>
          </a:p>
          <a:p>
            <a:r>
              <a:rPr lang="fr-FR"/>
              <a:t>5-  LAISSE TES FARDEAUX  </a:t>
            </a:r>
            <a:br>
              <a:rPr lang="fr-FR"/>
            </a:br>
            <a:r>
              <a:rPr lang="fr-FR"/>
              <a:t>DEVANT MA PORTE</a:t>
            </a:r>
          </a:p>
          <a:p>
            <a:r>
              <a:rPr lang="fr-FR"/>
              <a:t>6-  TU AS JÉSUS QUI SE TIENT </a:t>
            </a:r>
            <a:br>
              <a:rPr lang="fr-FR"/>
            </a:br>
            <a:r>
              <a:rPr lang="fr-FR"/>
              <a:t>AUPRÈS DE TON LIT</a:t>
            </a:r>
          </a:p>
          <a:p>
            <a:r>
              <a:rPr lang="fr-FR"/>
              <a:t>7-  POUR TE DONNER LA PAIX, TE PROTEGER DE TOUTE SOUFFRANCE </a:t>
            </a:r>
          </a:p>
          <a:p>
            <a:r>
              <a:rPr lang="fr-FR"/>
              <a:t>8-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9-  MON ENFANT</a:t>
            </a:r>
            <a:br>
              <a:rPr lang="fr-FR"/>
            </a:br>
            <a:r>
              <a:rPr lang="fr-FR"/>
              <a:t>QUAND TU AURAS L’IMPRESSION</a:t>
            </a:r>
          </a:p>
          <a:p>
            <a:r>
              <a:rPr lang="fr-FR"/>
              <a:t>10-  QUE TA VIE  </a:t>
            </a:r>
            <a:br>
              <a:rPr lang="fr-FR"/>
            </a:br>
            <a:r>
              <a:rPr lang="fr-FR"/>
              <a:t>NE VAUT PAS LA PEINE D’ETRE VECUE</a:t>
            </a:r>
          </a:p>
          <a:p>
            <a:r>
              <a:rPr lang="fr-FR"/>
              <a:t>11-  VIENS A JESUS </a:t>
            </a:r>
            <a:br>
              <a:rPr lang="fr-FR"/>
            </a:br>
            <a:r>
              <a:rPr lang="fr-FR"/>
              <a:t>ET IL TE PRENDRA DANS SES BRAS</a:t>
            </a:r>
          </a:p>
          <a:p>
            <a:r>
              <a:rPr lang="fr-FR"/>
              <a:t>12-  OH MON CHERI QUAND TU PLEURERAS</a:t>
            </a:r>
            <a:br>
              <a:rPr lang="fr-FR"/>
            </a:br>
            <a:r>
              <a:rPr lang="fr-FR"/>
              <a:t>NE TE CACHE PAS DE MOI</a:t>
            </a:r>
          </a:p>
          <a:p>
            <a:r>
              <a:rPr lang="fr-FR"/>
              <a:t>13-  CAR J’AI VAINCU L’ENFER </a:t>
            </a:r>
            <a:br>
              <a:rPr lang="fr-FR"/>
            </a:br>
            <a:r>
              <a:rPr lang="fr-FR"/>
              <a:t>ET CHASSE LES DEMONS</a:t>
            </a:r>
          </a:p>
          <a:p>
            <a:r>
              <a:rPr lang="fr-FR"/>
              <a:t>14-  JE SUIS VENU AVEC UNE LUMIERE POUR TE RENDRE LIBRE</a:t>
            </a:r>
          </a:p>
          <a:p>
            <a:r>
              <a:rPr lang="fr-FR"/>
              <a:t>15-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16-  MON ENFANT</a:t>
            </a:r>
            <a:br>
              <a:rPr lang="fr-FR"/>
            </a:br>
            <a:r>
              <a:rPr lang="fr-FR"/>
              <a:t>QUAND TU AURAS L’IMPRESSION</a:t>
            </a:r>
            <a:br>
              <a:rPr lang="fr-FR"/>
            </a:br>
            <a:endParaRPr lang="fr-FR"/>
          </a:p>
          <a:p>
            <a:r>
              <a:rPr lang="fr-FR"/>
              <a:t>17-  QUE TA VIE NE VAUT PAS LA PEINE D’ETRE VECUE</a:t>
            </a:r>
          </a:p>
          <a:p>
            <a:r>
              <a:rPr lang="fr-FR"/>
              <a:t>18-  VIENS A JESUS </a:t>
            </a:r>
            <a:br>
              <a:rPr lang="fr-FR"/>
            </a:br>
            <a:r>
              <a:rPr lang="fr-FR"/>
              <a:t>ET IL NE PRENDRA DANS SES BRAS</a:t>
            </a:r>
          </a:p>
          <a:p>
            <a:r>
              <a:rPr lang="fr-FR"/>
              <a:t>19-  OH MON CHERI </a:t>
            </a:r>
            <a:br>
              <a:rPr lang="fr-FR"/>
            </a:br>
            <a:r>
              <a:rPr lang="fr-FR"/>
              <a:t>QUAND TU SERAS A L’AGONIE</a:t>
            </a:r>
          </a:p>
          <a:p>
            <a:r>
              <a:rPr lang="fr-FR"/>
              <a:t>20-  CROIS A LA GUERISSON DE SA MAIN</a:t>
            </a:r>
            <a:br>
              <a:rPr lang="fr-FR"/>
            </a:br>
            <a:endParaRPr lang="fr-FR"/>
          </a:p>
          <a:p>
            <a:r>
              <a:rPr lang="fr-FR"/>
              <a:t>21-  ICI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22-  ICI AU CIEL</a:t>
            </a:r>
            <a:br>
              <a:rPr lang="fr-FR"/>
            </a:br>
            <a:r>
              <a:rPr lang="fr-FR"/>
              <a:t> FINALEMENT TU COMPRENDRAS</a:t>
            </a:r>
            <a:br>
              <a:rPr lang="fr-FR"/>
            </a:br>
            <a:endParaRPr lang="fr-FR"/>
          </a:p>
          <a:p>
            <a:r>
              <a:rPr lang="fr-FR"/>
              <a:t>23-  ICI 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24-  ICI AU CIEL</a:t>
            </a:r>
            <a:br>
              <a:rPr lang="fr-FR"/>
            </a:br>
            <a:r>
              <a:rPr lang="fr-FR"/>
              <a:t>FINALEMENT TU COMPRENDRAS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MON CHERI QUAND TU GRANDIRAS</a:t>
            </a:r>
            <a:br>
              <a:rPr lang="fr-FR" smtClean="0"/>
            </a:br>
            <a:r>
              <a:rPr lang="fr-FR" smtClean="0"/>
              <a:t>PEUT ETRE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DOIT AVOIR DES ANGES </a:t>
            </a:r>
            <a:br>
              <a:rPr lang="fr-FR" smtClean="0"/>
            </a:br>
            <a:r>
              <a:rPr lang="fr-FR" smtClean="0"/>
              <a:t>QUI DANSENT SUR TES EPAULES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PARFOIS DANS LA VIE TU AURAS BESOIN D’UNE AIDE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OH MON CHERI, QUAND TU PRIERAS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LAISSE TES FARDEAUX  </a:t>
            </a:r>
            <a:br>
              <a:rPr lang="fr-FR" smtClean="0"/>
            </a:br>
            <a:r>
              <a:rPr lang="fr-FR" smtClean="0"/>
              <a:t>DEVANT MA PORTE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TU AS JÉSUS QUI SE TIENT </a:t>
            </a:r>
            <a:br>
              <a:rPr lang="fr-FR" smtClean="0"/>
            </a:br>
            <a:r>
              <a:rPr lang="fr-FR" smtClean="0"/>
              <a:t>AUPRÈS DE TON LIT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POUR TE DONNER LA PAIX, TE PROTEGER DE TOUTE SOUFFRANCE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MON ENFANT</a:t>
            </a:r>
            <a:br>
              <a:rPr lang="fr-FR" smtClean="0"/>
            </a:br>
            <a:r>
              <a:rPr lang="fr-FR" smtClean="0"/>
              <a:t>QUAND TU AURAS L’IMPRESSION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QUE TA VIE  </a:t>
            </a:r>
            <a:br>
              <a:rPr lang="fr-FR" smtClean="0"/>
            </a:br>
            <a:r>
              <a:rPr lang="fr-FR" smtClean="0"/>
              <a:t>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VIENS A JESUS </a:t>
            </a:r>
            <a:br>
              <a:rPr lang="fr-FR" smtClean="0"/>
            </a:br>
            <a:r>
              <a:rPr lang="fr-FR" smtClean="0"/>
              <a:t>ET IL TE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OH MON CHERI QUAND TU PLEURERAS</a:t>
            </a:r>
            <a:br>
              <a:rPr lang="fr-FR" smtClean="0"/>
            </a:br>
            <a:r>
              <a:rPr lang="fr-FR" smtClean="0"/>
              <a:t>NE TE CACHE PAS DE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CAR J’AI VAINCU L’ENFER </a:t>
            </a:r>
            <a:br>
              <a:rPr lang="fr-FR" smtClean="0"/>
            </a:br>
            <a:r>
              <a:rPr lang="fr-FR" smtClean="0"/>
              <a:t>ET CHASSE LES DEMONS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SUIS VENU AVEC UNE LUMIERE POUR TE RENDRE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MON ENFANT</a:t>
            </a:r>
            <a:br>
              <a:rPr lang="fr-FR" smtClean="0"/>
            </a:br>
            <a:r>
              <a:rPr lang="fr-FR" smtClean="0"/>
              <a:t>QUAND TU AURAS L’IMPRESSION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QUE TA VIE 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VIENS A JESUS </a:t>
            </a:r>
            <a:br>
              <a:rPr lang="fr-FR" smtClean="0"/>
            </a:br>
            <a:r>
              <a:rPr lang="fr-FR" smtClean="0"/>
              <a:t>ET IL NE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OH MON CHERI </a:t>
            </a:r>
            <a:br>
              <a:rPr lang="fr-FR" smtClean="0"/>
            </a:br>
            <a:r>
              <a:rPr lang="fr-FR" smtClean="0"/>
              <a:t>QUAND TU SERAS A L’AGONIE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CROIS A LA GUERISSON DE SA MAIN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ICI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ICI AU CIEL</a:t>
            </a:r>
            <a:br>
              <a:rPr lang="fr-FR" smtClean="0"/>
            </a:br>
            <a:r>
              <a:rPr lang="fr-FR" smtClean="0"/>
              <a:t> FINALEMENT TU COMPRENDRAS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ICI 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ICI AU CIEL</a:t>
            </a:r>
            <a:br>
              <a:rPr lang="fr-FR" smtClean="0"/>
            </a:br>
            <a:r>
              <a:rPr lang="fr-FR" smtClean="0"/>
              <a:t>FINALEMENT TU COMPRENDRAS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OH MON CHERI QUAND TU GRANDIRAS</a:t>
            </a:r>
            <a:br>
              <a:rPr lang="fr-FR"/>
            </a:br>
            <a:r>
              <a:rPr lang="fr-FR"/>
              <a:t>PEUT ETRE TU COMPRENDRAS</a:t>
            </a:r>
          </a:p>
          <a:p>
            <a:r>
              <a:rPr lang="fr-FR"/>
              <a:t>2-  IL DOIT AVOIR DES ANGES </a:t>
            </a:r>
            <a:br>
              <a:rPr lang="fr-FR"/>
            </a:br>
            <a:r>
              <a:rPr lang="fr-FR"/>
              <a:t>QUI DANSENT SUR TES EPAULES</a:t>
            </a:r>
          </a:p>
          <a:p>
            <a:r>
              <a:rPr lang="fr-FR"/>
              <a:t>3-  CAR PARFOIS DANS LA VIE TU AURAS BESOIN D’UNE AIDE</a:t>
            </a:r>
          </a:p>
          <a:p>
            <a:r>
              <a:rPr lang="fr-FR"/>
              <a:t>4-  OH MON CHERI, QUAND TU PRIERAS</a:t>
            </a:r>
            <a:br>
              <a:rPr lang="fr-FR"/>
            </a:br>
            <a:endParaRPr lang="fr-FR"/>
          </a:p>
          <a:p>
            <a:r>
              <a:rPr lang="fr-FR"/>
              <a:t>5-  LAISSE TES FARDEAUX  </a:t>
            </a:r>
            <a:br>
              <a:rPr lang="fr-FR"/>
            </a:br>
            <a:r>
              <a:rPr lang="fr-FR"/>
              <a:t>DEVANT MA PORTE</a:t>
            </a:r>
          </a:p>
          <a:p>
            <a:r>
              <a:rPr lang="fr-FR"/>
              <a:t>6-  TU AS JÉSUS QUI SE TIENT </a:t>
            </a:r>
            <a:br>
              <a:rPr lang="fr-FR"/>
            </a:br>
            <a:r>
              <a:rPr lang="fr-FR"/>
              <a:t>AUPRÈS DE TON LIT</a:t>
            </a:r>
          </a:p>
          <a:p>
            <a:r>
              <a:rPr lang="fr-FR"/>
              <a:t>7-  POUR TE DONNER LA PAIX, TE PROTEGER DE TOUTE SOUFFRANCE </a:t>
            </a:r>
          </a:p>
          <a:p>
            <a:r>
              <a:rPr lang="fr-FR"/>
              <a:t>8-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9-  MON ENFANT</a:t>
            </a:r>
            <a:br>
              <a:rPr lang="fr-FR"/>
            </a:br>
            <a:r>
              <a:rPr lang="fr-FR"/>
              <a:t>QUAND TU AURAS L’IMPRESSION</a:t>
            </a:r>
          </a:p>
          <a:p>
            <a:r>
              <a:rPr lang="fr-FR"/>
              <a:t>10-  QUE TA VIE  </a:t>
            </a:r>
            <a:br>
              <a:rPr lang="fr-FR"/>
            </a:br>
            <a:r>
              <a:rPr lang="fr-FR"/>
              <a:t>NE VAUT PAS LA PEINE D’ETRE VECUE</a:t>
            </a:r>
          </a:p>
          <a:p>
            <a:r>
              <a:rPr lang="fr-FR"/>
              <a:t>11-  VIENS A JESUS </a:t>
            </a:r>
            <a:br>
              <a:rPr lang="fr-FR"/>
            </a:br>
            <a:r>
              <a:rPr lang="fr-FR"/>
              <a:t>ET IL TE PRENDRA DANS SES BRAS</a:t>
            </a:r>
          </a:p>
          <a:p>
            <a:r>
              <a:rPr lang="fr-FR"/>
              <a:t>12-  OH MON CHERI QUAND TU PLEURERAS</a:t>
            </a:r>
            <a:br>
              <a:rPr lang="fr-FR"/>
            </a:br>
            <a:r>
              <a:rPr lang="fr-FR"/>
              <a:t>NE TE CACHE PAS DE MOI</a:t>
            </a:r>
          </a:p>
          <a:p>
            <a:r>
              <a:rPr lang="fr-FR"/>
              <a:t>13-  CAR J’AI VAINCU L’ENFER </a:t>
            </a:r>
            <a:br>
              <a:rPr lang="fr-FR"/>
            </a:br>
            <a:r>
              <a:rPr lang="fr-FR"/>
              <a:t>ET CHASSE LES DEMONS</a:t>
            </a:r>
          </a:p>
          <a:p>
            <a:r>
              <a:rPr lang="fr-FR"/>
              <a:t>14-  JE SUIS VENU AVEC UNE LUMIERE POUR TE RENDRE LIBRE</a:t>
            </a:r>
          </a:p>
          <a:p>
            <a:r>
              <a:rPr lang="fr-FR"/>
              <a:t>15-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16-  MON ENFANT</a:t>
            </a:r>
            <a:br>
              <a:rPr lang="fr-FR"/>
            </a:br>
            <a:r>
              <a:rPr lang="fr-FR"/>
              <a:t>QUAND TU AURAS L’IMPRESSION</a:t>
            </a:r>
            <a:br>
              <a:rPr lang="fr-FR"/>
            </a:br>
            <a:endParaRPr lang="fr-FR"/>
          </a:p>
          <a:p>
            <a:r>
              <a:rPr lang="fr-FR"/>
              <a:t>17-  QUE TA VIE NE VAUT PAS LA PEINE D’ETRE VECUE</a:t>
            </a:r>
          </a:p>
          <a:p>
            <a:r>
              <a:rPr lang="fr-FR"/>
              <a:t>18-  VIENS A JESUS </a:t>
            </a:r>
            <a:br>
              <a:rPr lang="fr-FR"/>
            </a:br>
            <a:r>
              <a:rPr lang="fr-FR"/>
              <a:t>ET IL NE PRENDRA DANS SES BRAS</a:t>
            </a:r>
          </a:p>
          <a:p>
            <a:r>
              <a:rPr lang="fr-FR"/>
              <a:t>19-  OH MON CHERI </a:t>
            </a:r>
            <a:br>
              <a:rPr lang="fr-FR"/>
            </a:br>
            <a:r>
              <a:rPr lang="fr-FR"/>
              <a:t>QUAND TU SERAS A L’AGONIE</a:t>
            </a:r>
          </a:p>
          <a:p>
            <a:r>
              <a:rPr lang="fr-FR"/>
              <a:t>20-  CROIS A LA GUERISSON DE SA MAIN</a:t>
            </a:r>
            <a:br>
              <a:rPr lang="fr-FR"/>
            </a:br>
            <a:endParaRPr lang="fr-FR"/>
          </a:p>
          <a:p>
            <a:r>
              <a:rPr lang="fr-FR"/>
              <a:t>21-  ICI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22-  ICI AU CIEL</a:t>
            </a:r>
            <a:br>
              <a:rPr lang="fr-FR"/>
            </a:br>
            <a:r>
              <a:rPr lang="fr-FR"/>
              <a:t> FINALEMENT TU COMPRENDRAS</a:t>
            </a:r>
            <a:br>
              <a:rPr lang="fr-FR"/>
            </a:br>
            <a:endParaRPr lang="fr-FR"/>
          </a:p>
          <a:p>
            <a:r>
              <a:rPr lang="fr-FR"/>
              <a:t>23-  ICI 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24-  ICI AU CIEL</a:t>
            </a:r>
            <a:br>
              <a:rPr lang="fr-FR"/>
            </a:br>
            <a:r>
              <a:rPr lang="fr-FR"/>
              <a:t>FINALEMENT TU COMPRENDRAS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MON CHERI QUAND TU GRANDIRAS</a:t>
            </a:r>
            <a:br>
              <a:rPr lang="fr-FR" smtClean="0"/>
            </a:br>
            <a:r>
              <a:rPr lang="fr-FR" smtClean="0"/>
              <a:t>PEUT ETRE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DOIT AVOIR DES ANGES </a:t>
            </a:r>
            <a:br>
              <a:rPr lang="fr-FR" smtClean="0"/>
            </a:br>
            <a:r>
              <a:rPr lang="fr-FR" smtClean="0"/>
              <a:t>QUI DANSENT SUR TES EPAULES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PARFOIS DANS LA VIE TU AURAS BESOIN D’UNE AIDE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OH MON CHERI, QUAND TU PRIERAS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LAISSE TES FARDEAUX  </a:t>
            </a:r>
            <a:br>
              <a:rPr lang="fr-FR" smtClean="0"/>
            </a:br>
            <a:r>
              <a:rPr lang="fr-FR" smtClean="0"/>
              <a:t>DEVANT MA PORTE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TU AS JÉSUS QUI SE TIENT </a:t>
            </a:r>
            <a:br>
              <a:rPr lang="fr-FR" smtClean="0"/>
            </a:br>
            <a:r>
              <a:rPr lang="fr-FR" smtClean="0"/>
              <a:t>AUPRÈS DE TON LIT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POUR TE DONNER LA PAIX, TE PROTEGER DE TOUTE SOUFFRANCE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MON ENFANT</a:t>
            </a:r>
            <a:br>
              <a:rPr lang="fr-FR" smtClean="0"/>
            </a:br>
            <a:r>
              <a:rPr lang="fr-FR" smtClean="0"/>
              <a:t>QUAND TU AURAS L’IMPRESSION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QUE TA VIE  </a:t>
            </a:r>
            <a:br>
              <a:rPr lang="fr-FR" smtClean="0"/>
            </a:br>
            <a:r>
              <a:rPr lang="fr-FR" smtClean="0"/>
              <a:t>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VIENS A JESUS </a:t>
            </a:r>
            <a:br>
              <a:rPr lang="fr-FR" smtClean="0"/>
            </a:br>
            <a:r>
              <a:rPr lang="fr-FR" smtClean="0"/>
              <a:t>ET IL TE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OH MON CHERI QUAND TU PLEURERAS</a:t>
            </a:r>
            <a:br>
              <a:rPr lang="fr-FR" smtClean="0"/>
            </a:br>
            <a:r>
              <a:rPr lang="fr-FR" smtClean="0"/>
              <a:t>NE TE CACHE PAS DE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CAR J’AI VAINCU L’ENFER </a:t>
            </a:r>
            <a:br>
              <a:rPr lang="fr-FR" smtClean="0"/>
            </a:br>
            <a:r>
              <a:rPr lang="fr-FR" smtClean="0"/>
              <a:t>ET CHASSE LES DEMONS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SUIS VENU AVEC UNE LUMIERE POUR TE RENDRE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NE T’INQUIETE PAS MA FILLE</a:t>
            </a:r>
            <a:br>
              <a:rPr lang="fr-FR" smtClean="0"/>
            </a:br>
            <a:r>
              <a:rPr lang="fr-FR" smtClean="0"/>
              <a:t>NE  T’INQUIETE PAS MON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MON ENFANT</a:t>
            </a:r>
            <a:br>
              <a:rPr lang="fr-FR" smtClean="0"/>
            </a:br>
            <a:r>
              <a:rPr lang="fr-FR" smtClean="0"/>
              <a:t>QUAND TU AURAS L’IMPRESSION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QUE TA VIE NE VAUT PAS LA PEINE D’ETRE VECUE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VIENS A JESUS </a:t>
            </a:r>
            <a:br>
              <a:rPr lang="fr-FR" smtClean="0"/>
            </a:br>
            <a:r>
              <a:rPr lang="fr-FR" smtClean="0"/>
              <a:t>ET IL NE PRENDRA DANS SES BRAS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OH MON CHERI </a:t>
            </a:r>
            <a:br>
              <a:rPr lang="fr-FR" smtClean="0"/>
            </a:br>
            <a:r>
              <a:rPr lang="fr-FR" smtClean="0"/>
              <a:t>QUAND TU SERAS A L’AGONIE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CROIS A LA GUERISSON DE SA MAIN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ICI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ICI AU CIEL</a:t>
            </a:r>
            <a:br>
              <a:rPr lang="fr-FR" smtClean="0"/>
            </a:br>
            <a:r>
              <a:rPr lang="fr-FR" smtClean="0"/>
              <a:t> FINALEMENT TU COMPRENDRAS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ICI  AU CIEL</a:t>
            </a:r>
            <a:br>
              <a:rPr lang="fr-FR" smtClean="0"/>
            </a:br>
            <a:r>
              <a:rPr lang="fr-FR" smtClean="0"/>
              <a:t>NOUS ATTENDRONS TON ARRIVEE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ICI AU CIEL</a:t>
            </a:r>
            <a:br>
              <a:rPr lang="fr-FR" smtClean="0"/>
            </a:br>
            <a:r>
              <a:rPr lang="fr-FR" smtClean="0"/>
              <a:t>FINALEMENT TU COMPRENDRAS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OH MON CHERI QUAND TU GRANDIRAS</a:t>
            </a:r>
            <a:br>
              <a:rPr lang="fr-FR"/>
            </a:br>
            <a:r>
              <a:rPr lang="fr-FR"/>
              <a:t>PEUT ETRE TU COMPRENDRAS</a:t>
            </a:r>
          </a:p>
          <a:p>
            <a:r>
              <a:rPr lang="fr-FR"/>
              <a:t>2-  IL DOIT AVOIR DES ANGES </a:t>
            </a:r>
            <a:br>
              <a:rPr lang="fr-FR"/>
            </a:br>
            <a:r>
              <a:rPr lang="fr-FR"/>
              <a:t>QUI DANSENT SUR TES EPAULES</a:t>
            </a:r>
          </a:p>
          <a:p>
            <a:r>
              <a:rPr lang="fr-FR"/>
              <a:t>3-  CAR PARFOIS DANS LA VIE TU AURAS BESOIN D’UNE AIDE</a:t>
            </a:r>
          </a:p>
          <a:p>
            <a:r>
              <a:rPr lang="fr-FR"/>
              <a:t>4-  OH MON CHERI, QUAND TU PRIERAS</a:t>
            </a:r>
            <a:br>
              <a:rPr lang="fr-FR"/>
            </a:br>
            <a:endParaRPr lang="fr-FR"/>
          </a:p>
          <a:p>
            <a:r>
              <a:rPr lang="fr-FR"/>
              <a:t>5-  LAISSE TES FARDEAUX  </a:t>
            </a:r>
            <a:br>
              <a:rPr lang="fr-FR"/>
            </a:br>
            <a:r>
              <a:rPr lang="fr-FR"/>
              <a:t>DEVANT MA PORTE</a:t>
            </a:r>
          </a:p>
          <a:p>
            <a:r>
              <a:rPr lang="fr-FR"/>
              <a:t>6-  TU AS JÉSUS QUI SE TIENT </a:t>
            </a:r>
            <a:br>
              <a:rPr lang="fr-FR"/>
            </a:br>
            <a:r>
              <a:rPr lang="fr-FR"/>
              <a:t>AUPRÈS DE TON LIT</a:t>
            </a:r>
          </a:p>
          <a:p>
            <a:r>
              <a:rPr lang="fr-FR"/>
              <a:t>7-  POUR TE DONNER LA PAIX, TE PROTEGER DE TOUTE SOUFFRANCE </a:t>
            </a:r>
          </a:p>
          <a:p>
            <a:r>
              <a:rPr lang="fr-FR"/>
              <a:t>8-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9-  MON ENFANT</a:t>
            </a:r>
            <a:br>
              <a:rPr lang="fr-FR"/>
            </a:br>
            <a:r>
              <a:rPr lang="fr-FR"/>
              <a:t>QUAND TU AURAS L’IMPRESSION</a:t>
            </a:r>
          </a:p>
          <a:p>
            <a:r>
              <a:rPr lang="fr-FR"/>
              <a:t>10-  QUE TA VIE  </a:t>
            </a:r>
            <a:br>
              <a:rPr lang="fr-FR"/>
            </a:br>
            <a:r>
              <a:rPr lang="fr-FR"/>
              <a:t>NE VAUT PAS LA PEINE D’ETRE VECUE</a:t>
            </a:r>
          </a:p>
          <a:p>
            <a:r>
              <a:rPr lang="fr-FR"/>
              <a:t>11-  VIENS A JESUS </a:t>
            </a:r>
            <a:br>
              <a:rPr lang="fr-FR"/>
            </a:br>
            <a:r>
              <a:rPr lang="fr-FR"/>
              <a:t>ET IL TE PRENDRA DANS SES BRAS</a:t>
            </a:r>
          </a:p>
          <a:p>
            <a:r>
              <a:rPr lang="fr-FR"/>
              <a:t>12-  OH MON CHERI QUAND TU PLEURERAS</a:t>
            </a:r>
            <a:br>
              <a:rPr lang="fr-FR"/>
            </a:br>
            <a:r>
              <a:rPr lang="fr-FR"/>
              <a:t>NE TE CACHE PAS DE MOI</a:t>
            </a:r>
          </a:p>
          <a:p>
            <a:r>
              <a:rPr lang="fr-FR"/>
              <a:t>13-  CAR J’AI VAINCU L’ENFER </a:t>
            </a:r>
            <a:br>
              <a:rPr lang="fr-FR"/>
            </a:br>
            <a:r>
              <a:rPr lang="fr-FR"/>
              <a:t>ET CHASSE LES DEMONS</a:t>
            </a:r>
          </a:p>
          <a:p>
            <a:r>
              <a:rPr lang="fr-FR"/>
              <a:t>14-  JE SUIS VENU AVEC UNE LUMIERE POUR TE RENDRE LIBRE</a:t>
            </a:r>
          </a:p>
          <a:p>
            <a:r>
              <a:rPr lang="fr-FR"/>
              <a:t>15-  NE T’INQUIETE PAS MA FILLE</a:t>
            </a:r>
            <a:br>
              <a:rPr lang="fr-FR"/>
            </a:br>
            <a:r>
              <a:rPr lang="fr-FR"/>
              <a:t>NE  T’INQUIETE PAS MON FILS</a:t>
            </a:r>
          </a:p>
          <a:p>
            <a:r>
              <a:rPr lang="fr-FR"/>
              <a:t>16-  MON ENFANT</a:t>
            </a:r>
            <a:br>
              <a:rPr lang="fr-FR"/>
            </a:br>
            <a:r>
              <a:rPr lang="fr-FR"/>
              <a:t>QUAND TU AURAS L’IMPRESSION</a:t>
            </a:r>
            <a:br>
              <a:rPr lang="fr-FR"/>
            </a:br>
            <a:endParaRPr lang="fr-FR"/>
          </a:p>
          <a:p>
            <a:r>
              <a:rPr lang="fr-FR"/>
              <a:t>17-  QUE TA VIE NE VAUT PAS LA PEINE D’ETRE VECUE</a:t>
            </a:r>
          </a:p>
          <a:p>
            <a:r>
              <a:rPr lang="fr-FR"/>
              <a:t>18-  VIENS A JESUS </a:t>
            </a:r>
            <a:br>
              <a:rPr lang="fr-FR"/>
            </a:br>
            <a:r>
              <a:rPr lang="fr-FR"/>
              <a:t>ET IL NE PRENDRA DANS SES BRAS</a:t>
            </a:r>
          </a:p>
          <a:p>
            <a:r>
              <a:rPr lang="fr-FR"/>
              <a:t>19-  OH MON CHERI </a:t>
            </a:r>
            <a:br>
              <a:rPr lang="fr-FR"/>
            </a:br>
            <a:r>
              <a:rPr lang="fr-FR"/>
              <a:t>QUAND TU SERAS A L’AGONIE</a:t>
            </a:r>
          </a:p>
          <a:p>
            <a:r>
              <a:rPr lang="fr-FR"/>
              <a:t>20-  CROIS A LA GUERISSON DE SA MAIN</a:t>
            </a:r>
            <a:br>
              <a:rPr lang="fr-FR"/>
            </a:br>
            <a:endParaRPr lang="fr-FR"/>
          </a:p>
          <a:p>
            <a:r>
              <a:rPr lang="fr-FR"/>
              <a:t>21-  ICI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22-  ICI AU CIEL</a:t>
            </a:r>
            <a:br>
              <a:rPr lang="fr-FR"/>
            </a:br>
            <a:r>
              <a:rPr lang="fr-FR"/>
              <a:t> FINALEMENT TU COMPRENDRAS</a:t>
            </a:r>
            <a:br>
              <a:rPr lang="fr-FR"/>
            </a:br>
            <a:endParaRPr lang="fr-FR"/>
          </a:p>
          <a:p>
            <a:r>
              <a:rPr lang="fr-FR"/>
              <a:t>23-  ICI  AU CIEL</a:t>
            </a:r>
            <a:br>
              <a:rPr lang="fr-FR"/>
            </a:br>
            <a:r>
              <a:rPr lang="fr-FR"/>
              <a:t>NOUS ATTENDRONS TON ARRIVEE</a:t>
            </a:r>
          </a:p>
          <a:p>
            <a:r>
              <a:rPr lang="fr-FR"/>
              <a:t>24-  ICI AU CIEL</a:t>
            </a:r>
            <a:br>
              <a:rPr lang="fr-FR"/>
            </a:br>
            <a:r>
              <a:rPr lang="fr-FR"/>
              <a:t>FINALEMENT TU COMPRENDRAS</a:t>
            </a:r>
          </a:p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69C99A-508B-4B93-93B6-564A36D1158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660746-5C3D-4D26-BEF0-A81D9EA16C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21D11E-2DED-42DA-92A3-5B0A5A1B4F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1C26C3-397C-4E5D-A25C-429B8EF979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37EDE4-A15F-4DFE-8BFA-4C26612AF4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C39958-A39F-4D8F-AB74-DB38B0ABD3A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613D01-9941-40B7-AFE2-825427FE25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66830D-8966-4A9C-8662-F4127F81AA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DD0BDA-88DC-4F0C-89B0-EEE143E08D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429D08-C9B2-4102-A71F-3C0C75D4C2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981BAA-0DF3-495F-9866-08B763509B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A0963910-B4D5-414E-9B5F-FFE5C866C4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MON CHERI QUAND TU GRANDIRAS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PEUT ETRE TU COMPRENDRAS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DOIT AVOIR DES ANGES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DANSENT SUR TES EPAULES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PARFOIS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LA VIE TU AURAS BESOIN D’UNE AIDE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MON CHERI, QUAND TU PRIERAS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LAISSE TES FARDEAUX 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DEVANT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PORTE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JÉSUS QUI SE TIENT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AUPRÈS DE TON LIT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TE DONNER LA PAIX, TE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PROTEGER DE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 SOUFFRANCE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T’INQUIETE PAS MA FILLE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 T’INQUIETE PAS MON FILS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ENFANT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AURAS L’IMPRESSION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TA VIE 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VAUT PAS LA PEINE D’ETRE VECUE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A JESUS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TE PRENDRA DANS SES BRAS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MON CHERI QUAND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PLEURERAS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TE CACHE PAS DE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J’AI VAINCU L’ENFER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CHASSE LES DEMONS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VENU AVEC UNE LUMIERE POUR TE RENDRE LIBRE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T’INQUIETE PAS MA FILLE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 T’INQUIETE PAS MON FILS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ENFANT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AURAS L’IMPRESSION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TA VIE NE VAUT PAS LA PEINE D’ETRE VECUE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A JESUS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NE PRENDRA DANS SES BRAS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MON CHERI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SERAS A L’AGONIE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CROIS A LA GUERISSON DE SA MAIN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ICI AU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CIEL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ATTENDRONS TON ARRIVEE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8195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ICI AU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CIEL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FINALEMENT TU COMPRENDRAS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8195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ICI  AU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CIEL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ATTENDRONS TON ARRIVEE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8195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ICI AU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CIEL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FINALEMENT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COMPRENDRAS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1989</TotalTime>
  <Words>459</Words>
  <Application>Microsoft Office PowerPoint</Application>
  <PresentationFormat>On-screen Show (4:3)</PresentationFormat>
  <Paragraphs>1176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Franklin Gothic Medium</vt:lpstr>
      <vt:lpstr>Arial</vt:lpstr>
      <vt:lpstr>Calibri</vt:lpstr>
      <vt:lpstr>Default Design</vt:lpstr>
      <vt:lpstr>OH MON CHERI QUAND TU GRANDIRAS PEUT ETRE TU COMPRENDRAS</vt:lpstr>
      <vt:lpstr>IL DOIT AVOIR DES ANGES  QUI DANSENT SUR TES EPAULES</vt:lpstr>
      <vt:lpstr>CAR PARFOIS DANS LA VIE TU AURAS BESOIN D’UNE AIDE</vt:lpstr>
      <vt:lpstr>OH MON CHERI, QUAND TU PRIERAS </vt:lpstr>
      <vt:lpstr>LAISSE TES FARDEAUX   DEVANT MA PORTE</vt:lpstr>
      <vt:lpstr>TU AS JÉSUS QUI SE TIENT  AUPRÈS DE TON LIT</vt:lpstr>
      <vt:lpstr>POUR TE DONNER LA PAIX, TE PROTEGER DE TOUTE SOUFFRANCE </vt:lpstr>
      <vt:lpstr>NE T’INQUIETE PAS MA FILLE NE  T’INQUIETE PAS MON FILS</vt:lpstr>
      <vt:lpstr>MON ENFANT QUAND TU AURAS L’IMPRESSION</vt:lpstr>
      <vt:lpstr>QUE TA VIE   NE VAUT PAS LA PEINE D’ETRE VECUE</vt:lpstr>
      <vt:lpstr>VIENS A JESUS  ET IL TE PRENDRA DANS SES BRAS</vt:lpstr>
      <vt:lpstr>OH MON CHERI QUAND TU PLEURERAS NE TE CACHE PAS DE MOI</vt:lpstr>
      <vt:lpstr>CAR J’AI VAINCU L’ENFER  ET CHASSE LES DEMONS</vt:lpstr>
      <vt:lpstr>JE SUIS VENU AVEC UNE LUMIERE POUR TE RENDRE LIBRE</vt:lpstr>
      <vt:lpstr>NE T’INQUIETE PAS MA FILLE NE  T’INQUIETE PAS MON FILS</vt:lpstr>
      <vt:lpstr>MON ENFANT QUAND TU AURAS L’IMPRESSION </vt:lpstr>
      <vt:lpstr>QUE TA VIE NE VAUT PAS LA PEINE D’ETRE VECUE</vt:lpstr>
      <vt:lpstr>VIENS A JESUS  ET IL NE PRENDRA DANS SES BRAS</vt:lpstr>
      <vt:lpstr>OH MON CHERI  QUAND TU SERAS A L’AGONIE</vt:lpstr>
      <vt:lpstr>CROIS A LA GUERISSON DE SA MAIN </vt:lpstr>
      <vt:lpstr>ICI AU CIEL NOUS ATTENDRONS TON ARRIVEE</vt:lpstr>
      <vt:lpstr>ICI AU CIEL  FINALEMENT TU COMPRENDRAS </vt:lpstr>
      <vt:lpstr>ICI  AU CIEL NOUS ATTENDRONS TON ARRIVEE</vt:lpstr>
      <vt:lpstr>ICI AU CIEL FINALEMENT TU COMPRENDRAS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134</cp:revision>
  <dcterms:created xsi:type="dcterms:W3CDTF">2002-08-17T10:50:50Z</dcterms:created>
  <dcterms:modified xsi:type="dcterms:W3CDTF">2013-10-27T12:09:10Z</dcterms:modified>
</cp:coreProperties>
</file>