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9" r:id="rId2"/>
    <p:sldId id="310" r:id="rId3"/>
    <p:sldId id="290" r:id="rId4"/>
    <p:sldId id="291" r:id="rId5"/>
    <p:sldId id="293" r:id="rId6"/>
    <p:sldId id="301" r:id="rId7"/>
    <p:sldId id="294" r:id="rId8"/>
    <p:sldId id="295" r:id="rId9"/>
    <p:sldId id="319" r:id="rId10"/>
    <p:sldId id="296" r:id="rId11"/>
    <p:sldId id="311" r:id="rId12"/>
    <p:sldId id="298" r:id="rId13"/>
    <p:sldId id="312" r:id="rId14"/>
    <p:sldId id="299" r:id="rId15"/>
    <p:sldId id="313" r:id="rId16"/>
    <p:sldId id="317" r:id="rId17"/>
    <p:sldId id="315" r:id="rId18"/>
    <p:sldId id="307" r:id="rId19"/>
    <p:sldId id="309" r:id="rId20"/>
    <p:sldId id="303" r:id="rId21"/>
    <p:sldId id="304" r:id="rId22"/>
    <p:sldId id="305" r:id="rId23"/>
    <p:sldId id="316" r:id="rId24"/>
    <p:sldId id="314" r:id="rId25"/>
    <p:sldId id="318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355" autoAdjust="0"/>
    <p:restoredTop sz="60394" autoAdjust="0"/>
  </p:normalViewPr>
  <p:slideViewPr>
    <p:cSldViewPr>
      <p:cViewPr>
        <p:scale>
          <a:sx n="30" d="100"/>
          <a:sy n="30" d="100"/>
        </p:scale>
        <p:origin x="-270" y="-7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FC232D1-758E-45C0-92F7-9330AF10A4B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4AE4612-0B54-4A11-85CB-1836320588E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thirst</a:t>
            </a:r>
            <a:r>
              <a:rPr lang="fr-FR" dirty="0" smtClean="0"/>
              <a:t> for the </a:t>
            </a:r>
            <a:r>
              <a:rPr lang="fr-FR" dirty="0" err="1" smtClean="0"/>
              <a:t>things</a:t>
            </a:r>
            <a:r>
              <a:rPr lang="fr-FR" dirty="0" smtClean="0"/>
              <a:t> of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Isn't</a:t>
            </a:r>
            <a:r>
              <a:rPr lang="fr-FR" dirty="0" smtClean="0"/>
              <a:t> </a:t>
            </a:r>
            <a:r>
              <a:rPr lang="fr-FR" dirty="0" err="1" smtClean="0"/>
              <a:t>quenched</a:t>
            </a:r>
            <a:r>
              <a:rPr lang="fr-FR" dirty="0" smtClean="0"/>
              <a:t> by </a:t>
            </a:r>
            <a:r>
              <a:rPr lang="fr-FR" dirty="0" err="1" smtClean="0"/>
              <a:t>diamonds</a:t>
            </a:r>
            <a:r>
              <a:rPr lang="fr-FR" dirty="0" smtClean="0"/>
              <a:t> or </a:t>
            </a:r>
            <a:r>
              <a:rPr lang="fr-FR" dirty="0" err="1" smtClean="0"/>
              <a:t>pearls</a:t>
            </a:r>
            <a:r>
              <a:rPr lang="fr-FR" dirty="0" smtClean="0"/>
              <a:t>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Man </a:t>
            </a:r>
            <a:r>
              <a:rPr lang="fr-FR" dirty="0" err="1" smtClean="0"/>
              <a:t>lived</a:t>
            </a:r>
            <a:r>
              <a:rPr lang="fr-FR" dirty="0" smtClean="0"/>
              <a:t> the life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want</a:t>
            </a:r>
            <a:r>
              <a:rPr lang="fr-FR" dirty="0" smtClean="0"/>
              <a:t> </a:t>
            </a:r>
            <a:r>
              <a:rPr lang="fr-FR" dirty="0" err="1" smtClean="0"/>
              <a:t>He's</a:t>
            </a:r>
            <a:r>
              <a:rPr lang="fr-FR" dirty="0" smtClean="0"/>
              <a:t> the One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said</a:t>
            </a:r>
            <a:r>
              <a:rPr lang="fr-FR" dirty="0" smtClean="0"/>
              <a:t> </a:t>
            </a:r>
            <a:r>
              <a:rPr lang="fr-FR" dirty="0" err="1" smtClean="0"/>
              <a:t>ruled</a:t>
            </a:r>
            <a:r>
              <a:rPr lang="fr-FR" dirty="0" smtClean="0"/>
              <a:t>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Though</a:t>
            </a:r>
            <a:r>
              <a:rPr lang="fr-FR" dirty="0" smtClean="0"/>
              <a:t> He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wore</a:t>
            </a:r>
            <a:r>
              <a:rPr lang="fr-FR" dirty="0" smtClean="0"/>
              <a:t> a crown of </a:t>
            </a:r>
            <a:r>
              <a:rPr lang="fr-FR" dirty="0" err="1" smtClean="0"/>
              <a:t>thorns</a:t>
            </a:r>
            <a:r>
              <a:rPr lang="fr-FR" dirty="0" smtClean="0"/>
              <a:t> And He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owned</a:t>
            </a:r>
            <a:r>
              <a:rPr lang="fr-FR" dirty="0" smtClean="0"/>
              <a:t> a </a:t>
            </a:r>
            <a:r>
              <a:rPr lang="fr-FR" dirty="0" err="1" smtClean="0"/>
              <a:t>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I </a:t>
            </a:r>
            <a:r>
              <a:rPr lang="fr-FR" dirty="0" err="1" smtClean="0"/>
              <a:t>want</a:t>
            </a:r>
            <a:r>
              <a:rPr lang="fr-FR" dirty="0" smtClean="0"/>
              <a:t> to live </a:t>
            </a:r>
            <a:r>
              <a:rPr lang="fr-FR" dirty="0" err="1" smtClean="0"/>
              <a:t>like</a:t>
            </a:r>
            <a:r>
              <a:rPr lang="fr-FR" dirty="0" smtClean="0"/>
              <a:t>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"Love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rule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I </a:t>
            </a:r>
            <a:r>
              <a:rPr lang="fr-FR" dirty="0" err="1" smtClean="0"/>
              <a:t>want</a:t>
            </a:r>
            <a:r>
              <a:rPr lang="fr-FR" dirty="0" smtClean="0"/>
              <a:t> to live </a:t>
            </a:r>
            <a:r>
              <a:rPr lang="fr-FR" dirty="0" err="1" smtClean="0"/>
              <a:t>like</a:t>
            </a:r>
            <a:r>
              <a:rPr lang="fr-FR" dirty="0" smtClean="0"/>
              <a:t>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This King </a:t>
            </a:r>
            <a:r>
              <a:rPr lang="fr-FR" dirty="0" err="1" smtClean="0"/>
              <a:t>did</a:t>
            </a:r>
            <a:r>
              <a:rPr lang="fr-FR" dirty="0" smtClean="0"/>
              <a:t> the </a:t>
            </a:r>
            <a:r>
              <a:rPr lang="fr-FR" dirty="0" err="1" smtClean="0"/>
              <a:t>strangest</a:t>
            </a:r>
            <a:r>
              <a:rPr lang="fr-FR" dirty="0" smtClean="0"/>
              <a:t> of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</a:t>
            </a:r>
            <a:r>
              <a:rPr lang="fr-FR" dirty="0" err="1" smtClean="0"/>
              <a:t>befriended</a:t>
            </a:r>
            <a:r>
              <a:rPr lang="fr-FR" dirty="0" smtClean="0"/>
              <a:t> the </a:t>
            </a:r>
            <a:r>
              <a:rPr lang="fr-FR" dirty="0" err="1" smtClean="0"/>
              <a:t>sick</a:t>
            </a:r>
            <a:r>
              <a:rPr lang="fr-FR" dirty="0" smtClean="0"/>
              <a:t> and the </a:t>
            </a:r>
            <a:r>
              <a:rPr lang="fr-FR" dirty="0" err="1" smtClean="0"/>
              <a:t>poor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was</a:t>
            </a:r>
            <a:r>
              <a:rPr lang="fr-FR" dirty="0" smtClean="0"/>
              <a:t> no one </a:t>
            </a:r>
            <a:r>
              <a:rPr lang="fr-FR" dirty="0" err="1" smtClean="0"/>
              <a:t>too</a:t>
            </a:r>
            <a:r>
              <a:rPr lang="fr-FR" dirty="0" smtClean="0"/>
              <a:t> </a:t>
            </a:r>
            <a:r>
              <a:rPr lang="fr-FR" dirty="0" err="1" smtClean="0"/>
              <a:t>wrong</a:t>
            </a:r>
            <a:r>
              <a:rPr lang="fr-FR" dirty="0" smtClean="0"/>
              <a:t>, </a:t>
            </a:r>
            <a:r>
              <a:rPr lang="fr-FR" dirty="0" err="1" smtClean="0"/>
              <a:t>too</a:t>
            </a:r>
            <a:r>
              <a:rPr lang="fr-FR" dirty="0" smtClean="0"/>
              <a:t>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Too</a:t>
            </a:r>
            <a:r>
              <a:rPr lang="fr-FR" dirty="0" smtClean="0"/>
              <a:t> black, </a:t>
            </a:r>
            <a:r>
              <a:rPr lang="fr-FR" dirty="0" err="1" smtClean="0"/>
              <a:t>too</a:t>
            </a:r>
            <a:r>
              <a:rPr lang="fr-FR" dirty="0" smtClean="0"/>
              <a:t> white for </a:t>
            </a:r>
            <a:r>
              <a:rPr lang="fr-FR" dirty="0" err="1" smtClean="0"/>
              <a:t>Him</a:t>
            </a:r>
            <a:r>
              <a:rPr lang="fr-FR" dirty="0" smtClean="0"/>
              <a:t>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He </a:t>
            </a:r>
            <a:r>
              <a:rPr lang="fr-FR" dirty="0" err="1" smtClean="0"/>
              <a:t>built</a:t>
            </a:r>
            <a:r>
              <a:rPr lang="fr-FR" dirty="0" smtClean="0"/>
              <a:t> no </a:t>
            </a:r>
            <a:r>
              <a:rPr lang="fr-FR" dirty="0" err="1" smtClean="0"/>
              <a:t>walls</a:t>
            </a:r>
            <a:r>
              <a:rPr lang="fr-FR" dirty="0" smtClean="0"/>
              <a:t>, </a:t>
            </a:r>
            <a:r>
              <a:rPr lang="fr-FR" dirty="0" err="1" smtClean="0"/>
              <a:t>left</a:t>
            </a:r>
            <a:r>
              <a:rPr lang="fr-FR" dirty="0" smtClean="0"/>
              <a:t> no </a:t>
            </a:r>
            <a:r>
              <a:rPr lang="fr-FR" dirty="0" err="1" smtClean="0"/>
              <a:t>unopened</a:t>
            </a:r>
            <a:r>
              <a:rPr lang="fr-FR" dirty="0" smtClean="0"/>
              <a:t> </a:t>
            </a:r>
            <a:r>
              <a:rPr lang="fr-FR" dirty="0" err="1" smtClean="0"/>
              <a:t>doors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Well</a:t>
            </a:r>
            <a:r>
              <a:rPr lang="fr-FR" dirty="0" smtClean="0"/>
              <a:t>, 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croon</a:t>
            </a:r>
            <a:r>
              <a:rPr lang="fr-FR" dirty="0" smtClean="0"/>
              <a:t> a million </a:t>
            </a:r>
            <a:r>
              <a:rPr lang="fr-FR" dirty="0" err="1" smtClean="0"/>
              <a:t>other</a:t>
            </a:r>
            <a:r>
              <a:rPr lang="fr-FR" dirty="0" smtClean="0"/>
              <a:t>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one 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I </a:t>
            </a:r>
            <a:r>
              <a:rPr lang="fr-FR" dirty="0" err="1" smtClean="0"/>
              <a:t>want</a:t>
            </a:r>
            <a:r>
              <a:rPr lang="fr-FR" dirty="0" smtClean="0"/>
              <a:t> to live </a:t>
            </a:r>
            <a:r>
              <a:rPr lang="fr-FR" dirty="0" err="1" smtClean="0"/>
              <a:t>like</a:t>
            </a:r>
            <a:r>
              <a:rPr lang="fr-FR" dirty="0" smtClean="0"/>
              <a:t>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And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decree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I </a:t>
            </a:r>
            <a:r>
              <a:rPr lang="fr-FR" dirty="0" err="1" smtClean="0"/>
              <a:t>want</a:t>
            </a:r>
            <a:r>
              <a:rPr lang="fr-FR" dirty="0" smtClean="0"/>
              <a:t> to live </a:t>
            </a:r>
            <a:r>
              <a:rPr lang="fr-FR" dirty="0" err="1" smtClean="0"/>
              <a:t>like</a:t>
            </a:r>
            <a:r>
              <a:rPr lang="fr-FR" dirty="0" smtClean="0"/>
              <a:t>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stronger</a:t>
            </a:r>
            <a:r>
              <a:rPr lang="fr-FR" dirty="0" smtClean="0"/>
              <a:t>, 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wiser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make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move </a:t>
            </a:r>
            <a:r>
              <a:rPr lang="fr-FR" dirty="0" err="1" smtClean="0"/>
              <a:t>be</a:t>
            </a:r>
            <a:r>
              <a:rPr lang="fr-FR" dirty="0" smtClean="0"/>
              <a:t> the one </a:t>
            </a:r>
            <a:r>
              <a:rPr lang="fr-FR" dirty="0" err="1" smtClean="0"/>
              <a:t>He'd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such</a:t>
            </a:r>
            <a:r>
              <a:rPr lang="fr-FR" dirty="0" smtClean="0"/>
              <a:t> power, </a:t>
            </a:r>
            <a:r>
              <a:rPr lang="fr-FR" dirty="0" err="1" smtClean="0"/>
              <a:t>such</a:t>
            </a:r>
            <a:r>
              <a:rPr lang="fr-FR" dirty="0" smtClean="0"/>
              <a:t> </a:t>
            </a:r>
            <a:r>
              <a:rPr lang="fr-FR" dirty="0" err="1" smtClean="0"/>
              <a:t>healing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word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He </a:t>
            </a:r>
            <a:r>
              <a:rPr lang="fr-FR" dirty="0" err="1" smtClean="0"/>
              <a:t>said</a:t>
            </a:r>
            <a:r>
              <a:rPr lang="fr-FR" dirty="0" smtClean="0"/>
              <a:t>, in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deed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, I </a:t>
            </a:r>
            <a:r>
              <a:rPr lang="fr-FR" dirty="0" err="1" smtClean="0"/>
              <a:t>wanna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I </a:t>
            </a:r>
            <a:r>
              <a:rPr lang="fr-FR" dirty="0" err="1" smtClean="0"/>
              <a:t>want</a:t>
            </a:r>
            <a:r>
              <a:rPr lang="fr-FR" dirty="0" smtClean="0"/>
              <a:t> to live </a:t>
            </a:r>
            <a:r>
              <a:rPr lang="fr-FR" dirty="0" err="1" smtClean="0"/>
              <a:t>like</a:t>
            </a:r>
            <a:r>
              <a:rPr lang="fr-FR" dirty="0" smtClean="0"/>
              <a:t>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And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decree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ring Love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rule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 I </a:t>
            </a:r>
            <a:r>
              <a:rPr lang="fr-FR" dirty="0" err="1" smtClean="0"/>
              <a:t>want</a:t>
            </a:r>
            <a:r>
              <a:rPr lang="fr-FR" dirty="0" smtClean="0"/>
              <a:t> to live </a:t>
            </a:r>
            <a:r>
              <a:rPr lang="fr-FR" dirty="0" err="1" smtClean="0"/>
              <a:t>like</a:t>
            </a:r>
            <a:r>
              <a:rPr lang="fr-FR" dirty="0" smtClean="0"/>
              <a:t> a King.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SOIF SUR LA TERRE A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thirst for the things of this earth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N'EST PAS TOURNÉE VERS L'OR NI L'ARGENT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Isn't quenched by diamonds or pearls.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CET HOMME, JE VEUX VIVRE COMME LUI ON DIT QUE LE MONDE LUI EST SOUMIS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Man lived the life that I want He's the One they said ruled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SA COURONNE N'ÉTAIT FAITE QUE D'ÉPINES  ET IL N'A RIEN EU A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Though He only wore a crown of thorns And He never owned a 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"Love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I want to live like a King.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ROI ÉTAIT SI DIFFÉRENT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King did the strangest of things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AMI DES MALADES ET DES PAUVRES GENS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befriended the sick and the poor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PERSONNE DE TROP MAUVAIS OU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was no one too wrong, too right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TROP NOIR TROP BLANC POUR ÊTRE AIMÉ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Too black, too white for Him to love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SON AMOUR ÉTAIT BIEN ASSEZ GRAND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 built no walls, left no unopened doors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POURRAI CHANTER BEAUCOUP D'AUTRES MÉLODIES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Well, now I could croon a million other tunes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JE NE CHANTERAI QUE POUR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just one I want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And my decree it will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ÊTRE PLUS GRAND ET PLUS SAGE QU'AVANT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want to be stronger, I want to be wiser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QUE CHAQUE MOT ET CHAQUE PAS SOIT EN TOUT CE QU'IL ATTEND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just want to make every move be the one He'd want to see from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IL Y A TANT DE PUISSANCE TELLEMENT DE PUISSANCE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just such power, such healing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DANS CHAQUE PAROLE PRONONCÉE ET DANS TOUT CE QU'IL A 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every word that He said, in every deed that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VOUDRAIS JE VOUDRAIS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wanna, I wanna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want to live like a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ET MON DÉCRET SERA QUE L'AMOUR RÉGNERA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And my decree it will ring Love will rule everything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25-  JE VOUDRAIS VIVRE COMME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I want to live like a King.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MA SOIF SUR LA TERRE A PRÉSENT</a:t>
            </a:r>
          </a:p>
          <a:p>
            <a:r>
              <a:rPr lang="fr-FR" smtClean="0"/>
              <a:t>My thirst for the things of this earth </a:t>
            </a:r>
          </a:p>
          <a:p>
            <a:endParaRPr lang="fr-FR" smtClean="0"/>
          </a:p>
          <a:p>
            <a:r>
              <a:rPr lang="fr-FR" smtClean="0"/>
              <a:t>2-  N'EST PAS TOURNÉE VERS L'OR NI L'ARGENT</a:t>
            </a:r>
          </a:p>
          <a:p>
            <a:r>
              <a:rPr lang="fr-FR" smtClean="0"/>
              <a:t>Isn't quenched by diamonds or pearls. </a:t>
            </a:r>
          </a:p>
          <a:p>
            <a:endParaRPr lang="fr-FR" smtClean="0"/>
          </a:p>
          <a:p>
            <a:r>
              <a:rPr lang="fr-FR" smtClean="0"/>
              <a:t>3-  CET HOMME, JE VEUX VIVRE COMME LUI ON DIT QUE LE MONDE LUI EST SOUMIS</a:t>
            </a:r>
          </a:p>
          <a:p>
            <a:r>
              <a:rPr lang="fr-FR" smtClean="0"/>
              <a:t>One Man lived the life that I want He's the One they said ruled the world</a:t>
            </a:r>
          </a:p>
          <a:p>
            <a:endParaRPr lang="fr-FR" smtClean="0"/>
          </a:p>
          <a:p>
            <a:r>
              <a:rPr lang="fr-FR" smtClean="0"/>
              <a:t>4-  SA COURONNE N'ÉTAIT FAITE QUE D'ÉPINES  ET IL N'A RIEN EU A LUI</a:t>
            </a:r>
          </a:p>
          <a:p>
            <a:r>
              <a:rPr lang="fr-FR" smtClean="0"/>
              <a:t>Though He only wore a crown of thorns And He never owned a thing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r>
              <a:rPr lang="fr-FR" smtClean="0"/>
              <a:t>	5-  JE VOUDRAIS VIVRE COMME UN ROI</a:t>
            </a:r>
          </a:p>
          <a:p>
            <a:r>
              <a:rPr lang="fr-FR" smtClean="0"/>
              <a:t>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6-  ET MON DÉCRET SERA QUE L'AMOUR RÉGNERA</a:t>
            </a:r>
          </a:p>
          <a:p>
            <a:r>
              <a:rPr lang="fr-FR" smtClean="0"/>
              <a:t>                        "Love will rule everything</a:t>
            </a:r>
          </a:p>
          <a:p>
            <a:endParaRPr lang="fr-FR" smtClean="0"/>
          </a:p>
          <a:p>
            <a:r>
              <a:rPr lang="fr-FR" smtClean="0"/>
              <a:t>	7-  JE VOUDRAIS VIVRE COMME UN ROI</a:t>
            </a:r>
          </a:p>
          <a:p>
            <a:r>
              <a:rPr lang="fr-FR" smtClean="0"/>
              <a:t>                      I want to live like a King.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CE ROI ÉTAIT SI DIFFÉRENT</a:t>
            </a:r>
          </a:p>
          <a:p>
            <a:r>
              <a:rPr lang="fr-FR" smtClean="0"/>
              <a:t>This King did the strangest of things </a:t>
            </a:r>
          </a:p>
          <a:p>
            <a:endParaRPr lang="fr-FR" smtClean="0"/>
          </a:p>
          <a:p>
            <a:r>
              <a:rPr lang="fr-FR" smtClean="0"/>
              <a:t>9-  AMI DES MALADES ET DES PAUVRES GENS</a:t>
            </a:r>
          </a:p>
          <a:p>
            <a:r>
              <a:rPr lang="fr-FR" smtClean="0"/>
              <a:t>He befriended the sick and the poor</a:t>
            </a:r>
          </a:p>
          <a:p>
            <a:endParaRPr lang="fr-FR" smtClean="0"/>
          </a:p>
          <a:p>
            <a:r>
              <a:rPr lang="fr-FR" smtClean="0"/>
              <a:t>10-  PERSONNE DE TROP MAUVAIS OU BON</a:t>
            </a:r>
          </a:p>
          <a:p>
            <a:r>
              <a:rPr lang="fr-FR" smtClean="0"/>
              <a:t>There was no one too wrong, too right</a:t>
            </a:r>
          </a:p>
          <a:p>
            <a:endParaRPr lang="fr-FR" smtClean="0"/>
          </a:p>
          <a:p>
            <a:r>
              <a:rPr lang="fr-FR" smtClean="0"/>
              <a:t>11-  TROP NOIR TROP BLANC POUR ÊTRE AIMÉ</a:t>
            </a:r>
          </a:p>
          <a:p>
            <a:r>
              <a:rPr lang="fr-FR" smtClean="0"/>
              <a:t>Too black, too white for Him to love</a:t>
            </a:r>
          </a:p>
          <a:p>
            <a:endParaRPr lang="fr-FR" smtClean="0"/>
          </a:p>
          <a:p>
            <a:r>
              <a:rPr lang="fr-FR" smtClean="0"/>
              <a:t>12-  SON AMOUR ÉTAIT BIEN ASSEZ GRAND</a:t>
            </a:r>
          </a:p>
          <a:p>
            <a:r>
              <a:rPr lang="fr-FR" smtClean="0"/>
              <a:t>He built no walls, left no unopened doors</a:t>
            </a:r>
          </a:p>
          <a:p>
            <a:endParaRPr lang="fr-FR" smtClean="0"/>
          </a:p>
          <a:p>
            <a:r>
              <a:rPr lang="fr-FR" smtClean="0"/>
              <a:t>13-  JE POURRAI CHANTER BEAUCOUP D'AUTRES MÉLODIES</a:t>
            </a:r>
          </a:p>
          <a:p>
            <a:r>
              <a:rPr lang="fr-FR" smtClean="0"/>
              <a:t>Well, now I could croon a million other tunes</a:t>
            </a:r>
          </a:p>
          <a:p>
            <a:endParaRPr lang="fr-FR" smtClean="0"/>
          </a:p>
          <a:p>
            <a:r>
              <a:rPr lang="fr-FR" smtClean="0"/>
              <a:t>14-  MAIS JE NE CHANTERAI QUE POUR LUI</a:t>
            </a:r>
          </a:p>
          <a:p>
            <a:r>
              <a:rPr lang="fr-FR" smtClean="0"/>
              <a:t>There is just one I want to sing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	15-  JE VOUDRAIS VIVRE COMME UN ROI</a:t>
            </a:r>
          </a:p>
          <a:p>
            <a:r>
              <a:rPr lang="fr-FR" smtClean="0"/>
              <a:t>                           I want to live like a King</a:t>
            </a:r>
          </a:p>
          <a:p>
            <a:r>
              <a:rPr lang="fr-FR" smtClean="0"/>
              <a:t>	16-  ET MON DÉCRET SERA QUE L'AMOUR RÉGNERA</a:t>
            </a:r>
          </a:p>
          <a:p>
            <a:r>
              <a:rPr lang="fr-FR" smtClean="0"/>
              <a:t>                          And my decree it will ring</a:t>
            </a:r>
          </a:p>
          <a:p>
            <a:r>
              <a:rPr lang="fr-FR" smtClean="0"/>
              <a:t>	17-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18-  JE VEUX ÊTRE PLUS GRAND ET PLUS SAGE QU'AVANT</a:t>
            </a:r>
          </a:p>
          <a:p>
            <a:r>
              <a:rPr lang="fr-FR" smtClean="0"/>
              <a:t>I want to be stronger, I want to be wiser</a:t>
            </a:r>
          </a:p>
          <a:p>
            <a:endParaRPr lang="fr-FR" smtClean="0"/>
          </a:p>
          <a:p>
            <a:r>
              <a:rPr lang="fr-FR" smtClean="0"/>
              <a:t>19-  QUE CHAQUE MOT ET CHAQUE PAS SOIT EN TOUT CE QU'IL ATTEND DE MOI</a:t>
            </a:r>
          </a:p>
          <a:p>
            <a:r>
              <a:rPr lang="fr-FR" smtClean="0"/>
              <a:t>I just want to make every move be the one He'd want to see from me</a:t>
            </a:r>
          </a:p>
          <a:p>
            <a:endParaRPr lang="fr-FR" smtClean="0"/>
          </a:p>
          <a:p>
            <a:r>
              <a:rPr lang="fr-FR" smtClean="0"/>
              <a:t>20-  IL Y A TANT DE PUISSANCE TELLEMENT DE PUISSANCE</a:t>
            </a:r>
          </a:p>
          <a:p>
            <a:r>
              <a:rPr lang="fr-FR" smtClean="0"/>
              <a:t>There's just such power, such healing power</a:t>
            </a:r>
          </a:p>
          <a:p>
            <a:endParaRPr lang="fr-FR" smtClean="0"/>
          </a:p>
          <a:p>
            <a:r>
              <a:rPr lang="fr-FR" smtClean="0"/>
              <a:t>21-  DANS CHAQUE PAROLE PRONONCÉE ET DANS TOUT CE QU'IL A FAIT</a:t>
            </a:r>
          </a:p>
          <a:p>
            <a:r>
              <a:rPr lang="fr-FR" smtClean="0"/>
              <a:t>In every word that He said, in every deed that </a:t>
            </a:r>
          </a:p>
          <a:p>
            <a:endParaRPr lang="fr-FR" smtClean="0"/>
          </a:p>
          <a:p>
            <a:r>
              <a:rPr lang="fr-FR" smtClean="0"/>
              <a:t>22-  JE VOUDRAIS JE VOUDRAIS</a:t>
            </a:r>
          </a:p>
          <a:p>
            <a:r>
              <a:rPr lang="fr-FR" smtClean="0"/>
              <a:t>I wanna, I wanna</a:t>
            </a:r>
          </a:p>
          <a:p>
            <a:endParaRPr lang="fr-FR" smtClean="0"/>
          </a:p>
          <a:p>
            <a:r>
              <a:rPr lang="fr-FR" smtClean="0"/>
              <a:t>	23-  JE VOUDRAIS VIVRE COMME UN ROI</a:t>
            </a:r>
          </a:p>
          <a:p>
            <a:r>
              <a:rPr lang="fr-FR" smtClean="0"/>
              <a:t>                          I want to live like a King</a:t>
            </a:r>
          </a:p>
          <a:p>
            <a:endParaRPr lang="fr-FR" smtClean="0"/>
          </a:p>
          <a:p>
            <a:r>
              <a:rPr lang="fr-FR" smtClean="0"/>
              <a:t>	24-  ET MON DÉCRET SERA QUE L'AMOUR RÉGNERA</a:t>
            </a:r>
          </a:p>
          <a:p>
            <a:r>
              <a:rPr lang="fr-FR" smtClean="0"/>
              <a:t>                           And my decree it will ring Love will rule everything</a:t>
            </a:r>
          </a:p>
          <a:p>
            <a:endParaRPr lang="fr-FR" smtClean="0"/>
          </a:p>
          <a:p>
            <a:r>
              <a:rPr lang="fr-FR" smtClean="0"/>
              <a:t>	25-  JE VOUDRAIS VIVRE COMME UN ROI</a:t>
            </a:r>
          </a:p>
          <a:p>
            <a:r>
              <a:rPr lang="fr-FR" smtClean="0"/>
              <a:t>                           I want to live like a King.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29252-F349-4107-8D29-E84E52C7FB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6C15A-4344-4280-AAFE-BAA1E554E8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5861D-5C3C-4771-8784-4C0F8EE046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058A1-1E4B-49B4-9A11-A168F66EF2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5ED36-9DED-40F5-8B30-CFE64147B1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421E5-94B2-447D-A16F-7EDE8E6923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49475-0EEE-43CF-87B8-8FD9FD803E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9E545-8A97-4C92-B37B-4765D2C56C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60FC8-67DC-4471-A7CA-7144564633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A8B0D-E647-40A7-AEE8-584DD3F2C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EF561-96FB-4B7F-9636-0A45FF33A5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7304625-C62E-4B22-87C4-89DA866F1B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SOIF SUR LA TERRE A PRÉSENT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N'EST PAS TOURNÉE VERS L'OR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 L'ARGENT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 HOMME, JE VEUX VIVRE COMME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DIT QUE LE MONDE LUI EST SOUMIS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COURONNE N'ÉTAIT FAITE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D'ÉPINES  ET IL N'A RIEN EU A LUI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PREMIER DÉCRET SERA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L'AMOUR RÉGNERA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ROI ÉTAIT SI DIFFÉRENT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AMI DES MALADES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DES PAUVRES GENS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PERSONNE DE TROP MAUVAIS OU BON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TROP NOIR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TROP BLANC POUR ÊTRE AIMÉ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AMOUR ÉTAIT BIEN ASSEZ GRAND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POURRAI CHANTER BEAUCOUP D'AUTRES MÉLODIES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NE CHANTERAI QUE POUR LUI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DÉCRET SERA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L'AMOUR RÉGNERA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ÊTRE PLUS GRAND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PLUS SAGE QU'AVANT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CHAQUE MOT ET CHAQUE PAS SOIT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 CE QU'IL ATTEND DE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TANT DE PUISSANCE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TELLEMENT DE PUISSANCE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CHAQUE PAROLE PRONONCÉE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 TOUT CE QU'IL A FAIT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JE VOUDRAIS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DÉCRET SERA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L'AMOUR RÉGNERA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VIVRE COMME UN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3683</Words>
  <Application>Microsoft Office PowerPoint</Application>
  <PresentationFormat>On-screen Show (4:3)</PresentationFormat>
  <Paragraphs>3825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MA SOIF SUR LA TERRE A PRÉSENT</vt:lpstr>
      <vt:lpstr>N'EST PAS TOURNÉE VERS L'OR NI L'ARGENT</vt:lpstr>
      <vt:lpstr>CET HOMME, JE VEUX VIVRE COMME LUI ON DIT QUE LE MONDE LUI EST SOUMIS</vt:lpstr>
      <vt:lpstr>SA COURONNE N'ÉTAIT FAITE QUE D'ÉPINES  ET IL N'A RIEN EU A LUI</vt:lpstr>
      <vt:lpstr>JE VOUDRAIS VIVRE COMME UN ROI</vt:lpstr>
      <vt:lpstr>MON PREMIER DÉCRET SERA QUE L'AMOUR RÉGNERA</vt:lpstr>
      <vt:lpstr>JE VOUDRAIS VIVRE COMME UN ROI</vt:lpstr>
      <vt:lpstr>CE ROI ÉTAIT SI DIFFÉRENT</vt:lpstr>
      <vt:lpstr>AMI DES MALADES ET DES PAUVRES GENS</vt:lpstr>
      <vt:lpstr>PERSONNE DE TROP MAUVAIS OU BON</vt:lpstr>
      <vt:lpstr>TROP NOIR TROP BLANC POUR ÊTRE AIMÉ</vt:lpstr>
      <vt:lpstr>SON AMOUR ÉTAIT BIEN ASSEZ GRAND</vt:lpstr>
      <vt:lpstr>JE POURRAI CHANTER BEAUCOUP D'AUTRES MÉLODIES</vt:lpstr>
      <vt:lpstr>MAIS JE NE CHANTERAI QUE POUR LUI</vt:lpstr>
      <vt:lpstr>JE VOUDRAIS VIVRE COMME UN ROI</vt:lpstr>
      <vt:lpstr>ET MON DÉCRET SERA QUE L'AMOUR RÉGNERA</vt:lpstr>
      <vt:lpstr>JE VOUDRAIS VIVRE COMME UN ROI</vt:lpstr>
      <vt:lpstr>JE VEUX ÊTRE PLUS GRAND ET PLUS SAGE QU'AVANT</vt:lpstr>
      <vt:lpstr>QUE CHAQUE MOT ET CHAQUE PAS SOIT EN TOUT CE QU'IL ATTEND DE MOI</vt:lpstr>
      <vt:lpstr>IL Y A TANT DE PUISSANCE TELLEMENT DE PUISSANCE</vt:lpstr>
      <vt:lpstr>DANS CHAQUE PAROLE PRONONCÉE ET DANS TOUT CE QU'IL A FAIT</vt:lpstr>
      <vt:lpstr>JE VOUDRAIS JE VOUDRAIS</vt:lpstr>
      <vt:lpstr>JE VOUDRAIS VIVRE COMME UN ROI</vt:lpstr>
      <vt:lpstr>ET MON DÉCRET SERA QUE L'AMOUR RÉGNERA</vt:lpstr>
      <vt:lpstr>JE VOUDRAIS VIVRE COMME UN ROI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127</cp:revision>
  <dcterms:created xsi:type="dcterms:W3CDTF">2002-08-17T10:50:50Z</dcterms:created>
  <dcterms:modified xsi:type="dcterms:W3CDTF">2017-06-11T10:45:26Z</dcterms:modified>
</cp:coreProperties>
</file>