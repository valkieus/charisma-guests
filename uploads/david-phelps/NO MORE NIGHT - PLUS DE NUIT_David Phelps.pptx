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3" r:id="rId12"/>
    <p:sldId id="274" r:id="rId13"/>
    <p:sldId id="275" r:id="rId14"/>
    <p:sldId id="276" r:id="rId15"/>
    <p:sldId id="277" r:id="rId16"/>
    <p:sldId id="278" r:id="rId17"/>
    <p:sldId id="268" r:id="rId18"/>
    <p:sldId id="269" r:id="rId19"/>
    <p:sldId id="279" r:id="rId20"/>
    <p:sldId id="280" r:id="rId21"/>
    <p:sldId id="281" r:id="rId22"/>
    <p:sldId id="282" r:id="rId23"/>
    <p:sldId id="283" r:id="rId24"/>
    <p:sldId id="284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593" autoAdjust="0"/>
    <p:restoredTop sz="43408" autoAdjust="0"/>
  </p:normalViewPr>
  <p:slideViewPr>
    <p:cSldViewPr>
      <p:cViewPr varScale="1">
        <p:scale>
          <a:sx n="16" d="100"/>
          <a:sy n="16" d="100"/>
        </p:scale>
        <p:origin x="-89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66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7F38BE2-8C24-4C29-8EDB-03A8845875B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A20F87A9-0DBA-4D0A-9912-CFB89503F2D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S’EN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 LES LOUANGES À JÉSUS LE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LENTEMENT, LES NOMS DANS LE LIVRE SONT 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J’APERÇOIS, CETTE DEMEURE PREPARÉE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OÙ JE VIVRAI POUR L'ÉTERNITÉ AVEC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TOUTE LA GLOIRE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EST ÉCRIT LE CIEL ET LA TERRE PASSERONT</a:t>
            </a:r>
            <a:br>
              <a:rPr lang="fr-FR" smtClean="0"/>
            </a:br>
            <a:r>
              <a:rPr lang="fr-FR" smtClean="0"/>
              <a:t>2-  CE N’EST PAS UN RÊVE DIEU VA TOUT CHANGER</a:t>
            </a:r>
          </a:p>
          <a:p>
            <a:r>
              <a:rPr lang="fr-FR" smtClean="0"/>
              <a:t>3-  LE POIDS DE LA PEINE S’EN EST ALLÉ</a:t>
            </a:r>
          </a:p>
          <a:p>
            <a:r>
              <a:rPr lang="fr-FR" smtClean="0"/>
              <a:t>4-  LE MAL EST VAINCU POUR L'ÉTERNITÉ</a:t>
            </a:r>
          </a:p>
          <a:p>
            <a:endParaRPr lang="fr-FR" smtClean="0"/>
          </a:p>
          <a:p>
            <a:r>
              <a:rPr lang="fr-FR" smtClean="0"/>
              <a:t>	5-  PLUS DE NUIT, DE DOULEURS</a:t>
            </a:r>
          </a:p>
          <a:p>
            <a:r>
              <a:rPr lang="fr-FR" smtClean="0"/>
              <a:t>	6-  PLUS DE LARMES IL N’Y AURA PLUS DE PLEURS</a:t>
            </a:r>
          </a:p>
          <a:p>
            <a:r>
              <a:rPr lang="fr-FR" smtClean="0"/>
              <a:t>	7-  LOUANGE SOIT AU GRAND « JE SUIS »</a:t>
            </a:r>
          </a:p>
          <a:p>
            <a:r>
              <a:rPr lang="fr-FR" smtClean="0"/>
              <a:t>	8-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9-  TOUTES LES NATIONS SE PROSTERNENT AINSI DEVANT LUI</a:t>
            </a:r>
          </a:p>
          <a:p>
            <a:r>
              <a:rPr lang="fr-FR" smtClean="0"/>
              <a:t>10-  IL N’Y A QU’UN SEUL BRUIT LES LOUANGES À JÉSUS LE CHRIST</a:t>
            </a:r>
          </a:p>
          <a:p>
            <a:r>
              <a:rPr lang="fr-FR" smtClean="0"/>
              <a:t>11-  LENTEMENT, LES NOMS DANS LE LIVRE SONT LUS</a:t>
            </a:r>
          </a:p>
          <a:p>
            <a:r>
              <a:rPr lang="fr-FR" smtClean="0"/>
              <a:t>12-  JE NE CRAINS RIEN CAR LE ROI LE ROI ME CONNAIS</a:t>
            </a:r>
          </a:p>
          <a:p>
            <a:endParaRPr lang="fr-FR" smtClean="0"/>
          </a:p>
          <a:p>
            <a:r>
              <a:rPr lang="fr-FR" smtClean="0"/>
              <a:t>	13-  PLUS DE NUIT, DE DOULEURS</a:t>
            </a:r>
          </a:p>
          <a:p>
            <a:r>
              <a:rPr lang="fr-FR" smtClean="0"/>
              <a:t>	14-  PLUS DE LARMES IL N’Y AURA PLUS DE PLEURS</a:t>
            </a:r>
          </a:p>
          <a:p>
            <a:r>
              <a:rPr lang="fr-FR" smtClean="0"/>
              <a:t>	15-  LOUANGE SOIT AU GRAND « JE SUIS »</a:t>
            </a:r>
          </a:p>
          <a:p>
            <a:r>
              <a:rPr lang="fr-FR" smtClean="0"/>
              <a:t>	16-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17-  J’APERÇOIS, CETTE DEMEURE PREPARÉE POUR MOI</a:t>
            </a:r>
          </a:p>
          <a:p>
            <a:r>
              <a:rPr lang="fr-FR" smtClean="0"/>
              <a:t>18-  OÙ JE VIVRAI POUR L'ÉTERNITÉ AVEC LUI</a:t>
            </a:r>
          </a:p>
          <a:p>
            <a:endParaRPr lang="fr-FR" smtClean="0"/>
          </a:p>
          <a:p>
            <a:r>
              <a:rPr lang="fr-FR" smtClean="0"/>
              <a:t>	19-  PLUS DE NUIT, DE DOULEURS</a:t>
            </a:r>
          </a:p>
          <a:p>
            <a:r>
              <a:rPr lang="fr-FR" smtClean="0"/>
              <a:t>	20-  PLUS DE LARMES IL N’Y AURA PLUS DE PLEURS</a:t>
            </a:r>
          </a:p>
          <a:p>
            <a:r>
              <a:rPr lang="fr-FR" smtClean="0"/>
              <a:t>	21-  LOUANGE SOIT AU GRAND « JE SUIS »</a:t>
            </a:r>
          </a:p>
          <a:p>
            <a:r>
              <a:rPr lang="fr-FR" smtClean="0"/>
              <a:t>	22-  NOUS VIVRONS DANS LA GLOIRE DE L’AGNEAU DE DIEU</a:t>
            </a:r>
          </a:p>
          <a:p>
            <a:endParaRPr lang="fr-FR" smtClean="0"/>
          </a:p>
          <a:p>
            <a:r>
              <a:rPr lang="fr-FR" smtClean="0"/>
              <a:t>23-  TOUTE LA GLOIRE AU GRAND « JE SUIS »</a:t>
            </a:r>
          </a:p>
          <a:p>
            <a:r>
              <a:rPr lang="fr-FR" smtClean="0"/>
              <a:t>24-  NOUS VIVRONS DANS LA GLOIRE DE L’AGNEAU DE DIEU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74F28-F16A-46A0-94E1-09BDA1FB8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0D246-596A-43C5-9D3D-1733FF2340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039C2-DF0F-4F70-9F96-37509D4418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DC799-64E2-4DE4-B49B-669C90FB94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9C38D6-70AF-4696-BFB6-1A350FBCEE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33CAB-4751-4FD5-8DF3-17733C6260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52785-6C46-434F-A441-8CC4FBC09D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E1C08-DFF7-431A-A7C7-E18ED0B3A8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F5FBE-364A-4F3F-937B-4280649F2C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DA3BA-EC21-45B9-B434-D020816B31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234D3-9A04-4F8C-BABC-35A78CC1D1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CF0E63C7-74AE-45A2-8E79-089F370F3F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ÉCRIT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ET LA TERRE PASSERONT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N’EST PAS 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RÊVE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 TOUT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CHANGER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POIDS DE LA PEINE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S’EN EST ALLÉ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MAL EST VAINCU POUR L'ÉTERNITÉ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NUIT, DE DOULEURS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AURA PLUS DE PLEURS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SOIT AU GRAND « JE SUIS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VIVRONS DANS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L’AGNEAU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NATIONS SE PROSTERNENT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AINSI DEVANT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QU’UN SEUL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LOUANGES À JÉSUS LE CHRIST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LENTEMENT, LES NOMS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LIVRE SONT 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CRAINS RIEN CAR LE ROI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ROI ME CONNAIS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NUIT, DE DOULEURS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AURA PLUS DE PLEURS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SOIT AU GRAND « JE SUIS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VIVRONS DANS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L’AGNEAU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J’APERÇOIS, CETTE DEMEURE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PREPARÉE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JE VIVRAI POUR L'ÉTERNITÉ AVEC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NUIT, DE DOULEURS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DE LARMES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AURA PLUS DE PLEURS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SOIT AU GRAND « JE SUIS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VIVRONS DANS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L’AGNEAU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GLOIRE AU GRAND « JE SUIS 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VIVRONS DANS LA GLOIRE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L’AGNEAU DE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668</Words>
  <Application>Microsoft Office PowerPoint</Application>
  <PresentationFormat>On-screen Show (4:3)</PresentationFormat>
  <Paragraphs>1431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2002-08-17T10:50:50Z</dcterms:created>
  <dcterms:modified xsi:type="dcterms:W3CDTF">2013-12-15T08:38:53Z</dcterms:modified>
</cp:coreProperties>
</file>