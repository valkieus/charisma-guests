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6" r:id="rId2"/>
    <p:sldId id="311" r:id="rId3"/>
    <p:sldId id="307" r:id="rId4"/>
    <p:sldId id="312" r:id="rId5"/>
    <p:sldId id="308" r:id="rId6"/>
    <p:sldId id="309" r:id="rId7"/>
    <p:sldId id="310" r:id="rId8"/>
    <p:sldId id="313" r:id="rId9"/>
    <p:sldId id="314" r:id="rId10"/>
    <p:sldId id="315" r:id="rId11"/>
    <p:sldId id="316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1968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5A6E02D-BE55-4C21-927D-AC3E5F839F9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03ADA95-4B2B-4C08-892C-88962829378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PAIN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QUI DEVIENT LE PAIN POUR  L’HUMANITÉ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PAIN DE L’ESPRIT SAINT QUI EST LA FIN DE TOUTE IMAGINATION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OH, CHOSE MIRACULEUSE ! CE CORPS DE DIEU NOURRIRA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MÊME LE PLUS PAUVRE LE PLUS HUMBLE DES SERVITEURS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PAIN DU CIEL</a:t>
            </a:r>
          </a:p>
          <a:p>
            <a:r>
              <a:rPr lang="fr-FR" smtClean="0"/>
              <a:t>2-  QUI DEVIENT LE PAIN POUR  L’HUMANITÉ ENTIÈRE</a:t>
            </a:r>
          </a:p>
          <a:p>
            <a:r>
              <a:rPr lang="fr-FR" smtClean="0"/>
              <a:t>3-  PAIN DE L’ESPRIT SAINT QUI EST LA FIN DE TOUTE IMAGINATION</a:t>
            </a:r>
          </a:p>
          <a:p>
            <a:r>
              <a:rPr lang="fr-FR" smtClean="0"/>
              <a:t>4-  OH, CHOSE MIRACULEUSE ! CE CORPS DE DIEU NOURRIRA</a:t>
            </a:r>
          </a:p>
          <a:p>
            <a:r>
              <a:rPr lang="fr-FR" smtClean="0"/>
              <a:t>5-  MÊME LE PLUS PAUVRE LE PLUS HUMBLE DES SERVITEURS</a:t>
            </a:r>
          </a:p>
          <a:p>
            <a:r>
              <a:rPr lang="fr-FR" smtClean="0"/>
              <a:t>6-  MÊME LE PLUS PAUVRE LE PLUS HUMBLE DES SERVITEURS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9D201-C8D9-4392-ADB6-1FB33122EA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A64B4-54C6-4BAA-B3D6-A10DED7F28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064E8-2E81-4027-9659-79F43F05F3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9A83F-4D08-48BD-B3D2-5640B12342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12294-670A-4574-B387-96ADEF164C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D8CD9-886F-45E6-84AC-8CAA974597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6933F-E673-46EB-A98A-FD1C21AE13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095ECF-043F-4F95-AF95-8370B27380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0292D-A649-4D8A-96C0-A862BF15A7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D7280-623E-485F-9FBC-7FA34B3F83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A453D-4F95-4397-B9E9-20398EE317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52E2D03-3420-4D8C-A8D8-731F2FC195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UNE RIVIÈRE QUI VIENT DU PLUS PROFOND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UNE SOURCE QUI LIBÈRE L'ÂME DU PÉCHÉ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BOIRE CETTE EAU, CAR IL Y EN A EN ABONDANCE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UNE RIVIÈRE QUI NE SERA JAMAIS À SEC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Y AVAIT UNE FEMME ASSOIFFÉE, ELLE PUISAIT D'UN PUITS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VOIS SA VIE ÉTAIT RUINÉE ET DÉVASTÉE,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SON ÂME ÉTAIT LIÉE PAR L'ENFER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MAIS ELLE A RENCONTRÉ LE MAÎTRE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LUI A PARLÉ DE SON PÉCHÉ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LUI DIT ENFANT SI TU BOIS DE CETTE 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,OH TU N'AURAS PLUS JAMAIS SOIF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1913</TotalTime>
  <Words>742</Words>
  <Application>Microsoft Office PowerPoint</Application>
  <PresentationFormat>On-screen Show (4:3)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IL Y A UNE RIVIÈRE QUI VIENT DU PLUS PROFOND</vt:lpstr>
      <vt:lpstr>IL Y A UNE SOURCE QUI LIBÈRE L'ÂME DU PÉCHÉ</vt:lpstr>
      <vt:lpstr>VIENS BOIRE CETTE EAU, CAR IL Y EN A EN ABONDANCE</vt:lpstr>
      <vt:lpstr>IL Y A UNE RIVIÈRE QUI NE SERA JAMAIS À SEC</vt:lpstr>
      <vt:lpstr>ET IL Y AVAIT UNE FEMME ASSOIFFÉE, ELLE PUISAIT D'UN PUITS</vt:lpstr>
      <vt:lpstr>TU VOIS SA VIE ÉTAIT RUINÉE ET DÉVASTÉE, </vt:lpstr>
      <vt:lpstr>ET SON ÂME ÉTAIT LIÉE PAR L'ENFER</vt:lpstr>
      <vt:lpstr>OH MAIS ELLE A RENCONTRÉ LE MAÎTRE</vt:lpstr>
      <vt:lpstr>ET IL LUI A PARLÉ DE SON PÉCHÉ</vt:lpstr>
      <vt:lpstr>ET IL LUI DIT ENFANT SI TU BOIS DE CETTE EAU</vt:lpstr>
      <vt:lpstr>,OH TU N'AURAS PLUS JAMAIS SOIF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Administrateur</cp:lastModifiedBy>
  <cp:revision>128</cp:revision>
  <dcterms:created xsi:type="dcterms:W3CDTF">2002-08-17T10:50:50Z</dcterms:created>
  <dcterms:modified xsi:type="dcterms:W3CDTF">2013-10-27T10:36:29Z</dcterms:modified>
</cp:coreProperties>
</file>