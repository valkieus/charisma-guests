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74" r:id="rId5"/>
    <p:sldId id="275" r:id="rId6"/>
    <p:sldId id="272" r:id="rId7"/>
    <p:sldId id="276" r:id="rId8"/>
    <p:sldId id="264" r:id="rId9"/>
    <p:sldId id="277" r:id="rId10"/>
    <p:sldId id="265" r:id="rId11"/>
    <p:sldId id="267" r:id="rId12"/>
    <p:sldId id="280" r:id="rId13"/>
    <p:sldId id="281" r:id="rId14"/>
    <p:sldId id="269" r:id="rId15"/>
    <p:sldId id="278" r:id="rId16"/>
    <p:sldId id="273" r:id="rId17"/>
    <p:sldId id="279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2692" autoAdjust="0"/>
    <p:restoredTop sz="90929"/>
  </p:normalViewPr>
  <p:slideViewPr>
    <p:cSldViewPr>
      <p:cViewPr varScale="1">
        <p:scale>
          <a:sx n="20" d="100"/>
          <a:sy n="20" d="100"/>
        </p:scale>
        <p:origin x="-127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EAF46BBB-9313-4431-BFC0-99C7E5E26F3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6F49A6F-E9C6-4345-A886-29554B3C74C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DIEU TOUT-PUISSANT QUAND MON CŒUR CONSIDÈRE </a:t>
            </a:r>
          </a:p>
          <a:p>
            <a:pPr>
              <a:spcBef>
                <a:spcPct val="0"/>
              </a:spcBef>
            </a:pPr>
            <a:r>
              <a:rPr lang="fr-FR" smtClean="0"/>
              <a:t>2-  TOUT L’UNIVERS CRÉÉ PAR TON POUVOIR</a:t>
            </a:r>
          </a:p>
          <a:p>
            <a:pPr>
              <a:spcBef>
                <a:spcPct val="0"/>
              </a:spcBef>
            </a:pPr>
            <a:r>
              <a:rPr lang="fr-FR" smtClean="0"/>
              <a:t>3-  LE CIEL D’AZUR, LES ÉCLAIRS LE TONNERRE</a:t>
            </a:r>
          </a:p>
          <a:p>
            <a:pPr>
              <a:spcBef>
                <a:spcPct val="0"/>
              </a:spcBef>
            </a:pPr>
            <a:r>
              <a:rPr lang="fr-FR" smtClean="0"/>
              <a:t>4-  LE CLAIR MATIN OU LES OMBRES DU SOIR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6-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7-  QUAND, PAR LES BOIS OU LA FORÊT PROFONDE</a:t>
            </a:r>
          </a:p>
          <a:p>
            <a:pPr>
              <a:spcBef>
                <a:spcPct val="0"/>
              </a:spcBef>
            </a:pPr>
            <a:r>
              <a:rPr lang="fr-FR" smtClean="0"/>
              <a:t>8-  J’ERRE ET J’ENTENDS TOUS LES OISEAUX CHANTER</a:t>
            </a:r>
          </a:p>
          <a:p>
            <a:pPr>
              <a:spcBef>
                <a:spcPct val="0"/>
              </a:spcBef>
            </a:pPr>
            <a:r>
              <a:rPr lang="fr-FR" smtClean="0"/>
              <a:t>9-  QUAND, SUR LES MONTS LA SOURCE AVEC SON ONDE</a:t>
            </a:r>
          </a:p>
          <a:p>
            <a:pPr>
              <a:spcBef>
                <a:spcPct val="0"/>
              </a:spcBef>
            </a:pPr>
            <a:r>
              <a:rPr lang="fr-FR" smtClean="0"/>
              <a:t>10-  LIVRE AU ZÉPHIR SON CHANT DOUX ET LÉGER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11-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12-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13-  MAIS QUAND JE SONGE Ô SUBLIME MYSTÈRE</a:t>
            </a:r>
          </a:p>
          <a:p>
            <a:pPr>
              <a:spcBef>
                <a:spcPct val="0"/>
              </a:spcBef>
            </a:pPr>
            <a:r>
              <a:rPr lang="fr-FR" smtClean="0"/>
              <a:t>14-  QU’UN DIEU SI GRAND AIT PU PENSER À MOI</a:t>
            </a:r>
          </a:p>
          <a:p>
            <a:pPr>
              <a:spcBef>
                <a:spcPct val="0"/>
              </a:spcBef>
            </a:pPr>
            <a:r>
              <a:rPr lang="fr-FR" smtClean="0"/>
              <a:t>15-  QUE SON CHER FILS EST DEVENU MON FRÈRE</a:t>
            </a:r>
          </a:p>
          <a:p>
            <a:pPr>
              <a:spcBef>
                <a:spcPct val="0"/>
              </a:spcBef>
            </a:pPr>
            <a:r>
              <a:rPr lang="fr-FR" smtClean="0"/>
              <a:t>16-  ET QUE JE SUIS L’HÉRITIER DU GRAND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17-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18-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23-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24-  TU ES SI GRAND  TU ES SI GRAND </a:t>
            </a:r>
          </a:p>
          <a:p>
            <a:pPr>
              <a:spcBef>
                <a:spcPct val="0"/>
              </a:spcBef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21-  PUIS PROSTERNÉ EN HUMBLE ADORATION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DIEU TOUT-PUISSANT QUAND MON CŒUR CONSIDÈRE </a:t>
            </a:r>
          </a:p>
          <a:p>
            <a:pPr>
              <a:spcBef>
                <a:spcPct val="0"/>
              </a:spcBef>
            </a:pPr>
            <a:r>
              <a:rPr lang="fr-FR" smtClean="0"/>
              <a:t>2-  TOUT L’UNIVERS CRÉÉ PAR TON POUVOIR</a:t>
            </a:r>
          </a:p>
          <a:p>
            <a:pPr>
              <a:spcBef>
                <a:spcPct val="0"/>
              </a:spcBef>
            </a:pPr>
            <a:r>
              <a:rPr lang="fr-FR" smtClean="0"/>
              <a:t>3-  LE CIEL D’AZUR, LES ÉCLAIRS LE TONNERRE</a:t>
            </a:r>
          </a:p>
          <a:p>
            <a:pPr>
              <a:spcBef>
                <a:spcPct val="0"/>
              </a:spcBef>
            </a:pPr>
            <a:r>
              <a:rPr lang="fr-FR" smtClean="0"/>
              <a:t>4-  LE CLAIR MATIN OU LES OMBRES DU SOIR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6-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7-  QUAND, PAR LES BOIS OU LA FORÊT PROFONDE</a:t>
            </a:r>
          </a:p>
          <a:p>
            <a:pPr>
              <a:spcBef>
                <a:spcPct val="0"/>
              </a:spcBef>
            </a:pPr>
            <a:r>
              <a:rPr lang="fr-FR" smtClean="0"/>
              <a:t>8-  J’ERRE ET J’ENTENDS TOUS LES OISEAUX CHANTER</a:t>
            </a:r>
          </a:p>
          <a:p>
            <a:pPr>
              <a:spcBef>
                <a:spcPct val="0"/>
              </a:spcBef>
            </a:pPr>
            <a:r>
              <a:rPr lang="fr-FR" smtClean="0"/>
              <a:t>9-  QUAND, SUR LES MONTS LA SOURCE AVEC SON ONDE</a:t>
            </a:r>
          </a:p>
          <a:p>
            <a:pPr>
              <a:spcBef>
                <a:spcPct val="0"/>
              </a:spcBef>
            </a:pPr>
            <a:r>
              <a:rPr lang="fr-FR" smtClean="0"/>
              <a:t>10-  LIVRE AU ZÉPHIR SON CHANT DOUX ET LÉGER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11-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12-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13-  MAIS QUAND JE SONGE Ô SUBLIME MYSTÈRE</a:t>
            </a:r>
          </a:p>
          <a:p>
            <a:pPr>
              <a:spcBef>
                <a:spcPct val="0"/>
              </a:spcBef>
            </a:pPr>
            <a:r>
              <a:rPr lang="fr-FR" smtClean="0"/>
              <a:t>14-  QU’UN DIEU SI GRAND AIT PU PENSER À MOI</a:t>
            </a:r>
          </a:p>
          <a:p>
            <a:pPr>
              <a:spcBef>
                <a:spcPct val="0"/>
              </a:spcBef>
            </a:pPr>
            <a:r>
              <a:rPr lang="fr-FR" smtClean="0"/>
              <a:t>15-  QUE SON CHER FILS EST DEVENU MON FRÈRE</a:t>
            </a:r>
          </a:p>
          <a:p>
            <a:pPr>
              <a:spcBef>
                <a:spcPct val="0"/>
              </a:spcBef>
            </a:pPr>
            <a:r>
              <a:rPr lang="fr-FR" smtClean="0"/>
              <a:t>16-  ET QUE JE SUIS L’HÉRITIER DU GRAND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17-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18-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23-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24-  TU ES SI GRAND  TU ES SI GRAND </a:t>
            </a:r>
          </a:p>
          <a:p>
            <a:pPr>
              <a:spcBef>
                <a:spcPct val="0"/>
              </a:spcBef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21-  PUIS PROSTERNÉ EN HUMBLE ADORATION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DIEU TOUT-PUISSANT QUAND MON CŒUR CONSIDÈRE </a:t>
            </a:r>
          </a:p>
          <a:p>
            <a:pPr>
              <a:spcBef>
                <a:spcPct val="0"/>
              </a:spcBef>
            </a:pPr>
            <a:r>
              <a:rPr lang="fr-FR" smtClean="0"/>
              <a:t>2-  TOUT L’UNIVERS CRÉÉ PAR TON POUVOIR</a:t>
            </a:r>
          </a:p>
          <a:p>
            <a:pPr>
              <a:spcBef>
                <a:spcPct val="0"/>
              </a:spcBef>
            </a:pPr>
            <a:r>
              <a:rPr lang="fr-FR" smtClean="0"/>
              <a:t>3-  LE CIEL D’AZUR, LES ÉCLAIRS LE TONNERRE</a:t>
            </a:r>
          </a:p>
          <a:p>
            <a:pPr>
              <a:spcBef>
                <a:spcPct val="0"/>
              </a:spcBef>
            </a:pPr>
            <a:r>
              <a:rPr lang="fr-FR" smtClean="0"/>
              <a:t>4-  LE CLAIR MATIN OU LES OMBRES DU SOIR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6-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7-  QUAND, PAR LES BOIS OU LA FORÊT PROFONDE</a:t>
            </a:r>
          </a:p>
          <a:p>
            <a:pPr>
              <a:spcBef>
                <a:spcPct val="0"/>
              </a:spcBef>
            </a:pPr>
            <a:r>
              <a:rPr lang="fr-FR" smtClean="0"/>
              <a:t>8-  J’ERRE ET J’ENTENDS TOUS LES OISEAUX CHANTER</a:t>
            </a:r>
          </a:p>
          <a:p>
            <a:pPr>
              <a:spcBef>
                <a:spcPct val="0"/>
              </a:spcBef>
            </a:pPr>
            <a:r>
              <a:rPr lang="fr-FR" smtClean="0"/>
              <a:t>9-  QUAND, SUR LES MONTS LA SOURCE AVEC SON ONDE</a:t>
            </a:r>
          </a:p>
          <a:p>
            <a:pPr>
              <a:spcBef>
                <a:spcPct val="0"/>
              </a:spcBef>
            </a:pPr>
            <a:r>
              <a:rPr lang="fr-FR" smtClean="0"/>
              <a:t>10-  LIVRE AU ZÉPHIR SON CHANT DOUX ET LÉGER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11-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12-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13-  MAIS QUAND JE SONGE Ô SUBLIME MYSTÈRE</a:t>
            </a:r>
          </a:p>
          <a:p>
            <a:pPr>
              <a:spcBef>
                <a:spcPct val="0"/>
              </a:spcBef>
            </a:pPr>
            <a:r>
              <a:rPr lang="fr-FR" smtClean="0"/>
              <a:t>14-  QU’UN DIEU SI GRAND AIT PU PENSER À MOI</a:t>
            </a:r>
          </a:p>
          <a:p>
            <a:pPr>
              <a:spcBef>
                <a:spcPct val="0"/>
              </a:spcBef>
            </a:pPr>
            <a:r>
              <a:rPr lang="fr-FR" smtClean="0"/>
              <a:t>15-  QUE SON CHER FILS EST DEVENU MON FRÈRE</a:t>
            </a:r>
          </a:p>
          <a:p>
            <a:pPr>
              <a:spcBef>
                <a:spcPct val="0"/>
              </a:spcBef>
            </a:pPr>
            <a:r>
              <a:rPr lang="fr-FR" smtClean="0"/>
              <a:t>16-  ET QUE JE SUIS L’HÉRITIER DU GRAND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17-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18-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23-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24-  TU ES SI GRAND  TU ES SI GRAND </a:t>
            </a:r>
          </a:p>
          <a:p>
            <a:pPr>
              <a:spcBef>
                <a:spcPct val="0"/>
              </a:spcBef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21-  PUIS PROSTERNÉ EN HUMBLE ADORATION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DIEU TOUT-PUISSANT QUAND MON CŒUR CONSIDÈRE </a:t>
            </a:r>
          </a:p>
          <a:p>
            <a:pPr>
              <a:spcBef>
                <a:spcPct val="0"/>
              </a:spcBef>
            </a:pPr>
            <a:r>
              <a:rPr lang="fr-FR" smtClean="0"/>
              <a:t>2-  TOUT L’UNIVERS CRÉÉ PAR TON POUVOIR</a:t>
            </a:r>
          </a:p>
          <a:p>
            <a:pPr>
              <a:spcBef>
                <a:spcPct val="0"/>
              </a:spcBef>
            </a:pPr>
            <a:r>
              <a:rPr lang="fr-FR" smtClean="0"/>
              <a:t>3-  LE CIEL D’AZUR, LES ÉCLAIRS LE TONNERRE</a:t>
            </a:r>
          </a:p>
          <a:p>
            <a:pPr>
              <a:spcBef>
                <a:spcPct val="0"/>
              </a:spcBef>
            </a:pPr>
            <a:r>
              <a:rPr lang="fr-FR" smtClean="0"/>
              <a:t>4-  LE CLAIR MATIN OU LES OMBRES DU SOIR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6-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7-  QUAND, PAR LES BOIS OU LA FORÊT PROFONDE</a:t>
            </a:r>
          </a:p>
          <a:p>
            <a:pPr>
              <a:spcBef>
                <a:spcPct val="0"/>
              </a:spcBef>
            </a:pPr>
            <a:r>
              <a:rPr lang="fr-FR" smtClean="0"/>
              <a:t>8-  J’ERRE ET J’ENTENDS TOUS LES OISEAUX CHANTER</a:t>
            </a:r>
          </a:p>
          <a:p>
            <a:pPr>
              <a:spcBef>
                <a:spcPct val="0"/>
              </a:spcBef>
            </a:pPr>
            <a:r>
              <a:rPr lang="fr-FR" smtClean="0"/>
              <a:t>9-  QUAND, SUR LES MONTS LA SOURCE AVEC SON ONDE</a:t>
            </a:r>
          </a:p>
          <a:p>
            <a:pPr>
              <a:spcBef>
                <a:spcPct val="0"/>
              </a:spcBef>
            </a:pPr>
            <a:r>
              <a:rPr lang="fr-FR" smtClean="0"/>
              <a:t>10-  LIVRE AU ZÉPHIR SON CHANT DOUX ET LÉGER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11-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12-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13-  MAIS QUAND JE SONGE Ô SUBLIME MYSTÈRE</a:t>
            </a:r>
          </a:p>
          <a:p>
            <a:pPr>
              <a:spcBef>
                <a:spcPct val="0"/>
              </a:spcBef>
            </a:pPr>
            <a:r>
              <a:rPr lang="fr-FR" smtClean="0"/>
              <a:t>14-  QU’UN DIEU SI GRAND AIT PU PENSER À MOI</a:t>
            </a:r>
          </a:p>
          <a:p>
            <a:pPr>
              <a:spcBef>
                <a:spcPct val="0"/>
              </a:spcBef>
            </a:pPr>
            <a:r>
              <a:rPr lang="fr-FR" smtClean="0"/>
              <a:t>15-  QUE SON CHER FILS EST DEVENU MON FRÈRE</a:t>
            </a:r>
          </a:p>
          <a:p>
            <a:pPr>
              <a:spcBef>
                <a:spcPct val="0"/>
              </a:spcBef>
            </a:pPr>
            <a:r>
              <a:rPr lang="fr-FR" smtClean="0"/>
              <a:t>16-  ET QUE JE SUIS L’HÉRITIER DU GRAND ROI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17-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18-  TU ES SI GRAND  TU ES SI GRAND     X2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23-  AINSI, MON ÂME CHANTE LOUANGE À TOI</a:t>
            </a:r>
          </a:p>
          <a:p>
            <a:pPr>
              <a:spcBef>
                <a:spcPct val="0"/>
              </a:spcBef>
            </a:pPr>
            <a:r>
              <a:rPr lang="fr-FR" smtClean="0"/>
              <a:t>	24-  TU ES SI GRAND  TU ES SI GRAND </a:t>
            </a:r>
          </a:p>
          <a:p>
            <a:pPr>
              <a:spcBef>
                <a:spcPct val="0"/>
              </a:spcBef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21-  PUIS PROSTERNÉ EN HUMBLE ADORATION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lang="fr-FR" smtClean="0">
                <a:solidFill>
                  <a:srgbClr val="000000"/>
                </a:solidFill>
                <a:latin typeface="Times New Roman" pitchFamily="18" charset="0"/>
              </a:rPr>
            </a:br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  <a:p>
            <a:endParaRPr lang="fr-FR" smtClean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QUAND CHRIST VIENDRA SOUS LES CRIS D’ACCLAMATION</a:t>
            </a:r>
            <a:br>
              <a:rPr lang="fr-FR" dirty="0" smtClean="0"/>
            </a:br>
            <a:r>
              <a:rPr lang="fr-FR" dirty="0" smtClean="0"/>
              <a:t>20-  POUR ME CHERCHER,  JE SERAI DANS LA JOIE</a:t>
            </a:r>
            <a:br>
              <a:rPr lang="fr-FR" dirty="0" smtClean="0"/>
            </a:br>
            <a:r>
              <a:rPr lang="fr-FR" dirty="0" smtClean="0"/>
              <a:t>21-  PUIS PROSTERNÉ EN HUMBLE ADORATION</a:t>
            </a:r>
            <a:br>
              <a:rPr lang="fr-FR" dirty="0" smtClean="0"/>
            </a:br>
            <a:r>
              <a:rPr lang="fr-FR" dirty="0" smtClean="0"/>
              <a:t> 22-  JE CHANTERAI LA GRANDEUR DE MON ROI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TU ES SI GRAND  TU ES SI GRAND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CHRIST VIENDRA SOUS LES CRIS D’ACCLAMATION</a:t>
            </a:r>
            <a:br>
              <a:rPr lang="fr-FR" smtClean="0"/>
            </a:br>
            <a:r>
              <a:rPr lang="fr-FR" smtClean="0"/>
              <a:t>20-  POUR ME CHERCHER,  JE SERAI DANS LA JOIE</a:t>
            </a:r>
            <a:br>
              <a:rPr lang="fr-FR" smtClean="0"/>
            </a:br>
            <a:r>
              <a:rPr lang="fr-FR" smtClean="0"/>
              <a:t>21-  PUIS PROSTERNÉ EN HUMBLE ADORATION</a:t>
            </a:r>
            <a:br>
              <a:rPr lang="fr-FR" smtClean="0"/>
            </a:br>
            <a:r>
              <a:rPr lang="fr-FR" smtClean="0"/>
              <a:t> 22-  JE CHANTERAI LA GRANDEUR DE MON ROI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TU ES SI GRAND  TU ES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11-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12-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13-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14-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15-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16-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17-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18-  TU ES SI GRAND  TU ES SI GRAND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19-  QUAND CHRIST VIENDRA SOUS LES CRIS D’ACCLAMATION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20-  POUR ME CHERCHER,  JE SERAI DANS LA JOIE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21-  PUIS PROSTERNÉ EN HUMBLE ADORATION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 22-  JE CHANTERAI LA GRANDEUR DE MON ROI 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23-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24-  TU ES SI GRAND  TU ES SI GRAND </a:t>
            </a:r>
          </a:p>
          <a:p>
            <a:r>
              <a:rPr lang="fr-FR" smtClean="0">
                <a:latin typeface="Times New Roman" pitchFamily="18" charset="0"/>
              </a:rPr>
              <a:t/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65D44-886C-4F64-B265-D3D00B715B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1CB05E-BB54-4735-9E97-E34F03218D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38FF0-997E-454A-B62C-BB327CE154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CB5F3-669D-46A7-8161-613D26E04A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DC8F2-4879-449D-B52A-A07644EB58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A123AD-C5F8-4EC5-9568-11C85CC837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6D6582-B725-415E-A1F2-D10ABE74DB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DA18D-5046-41AC-8DB9-9123E4D570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0E8216-CAB3-41C3-8C93-5B58CEC243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47316-0C80-4852-890B-800B80C42D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47A10-7723-46DA-BF25-39D6A4A162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B1DBA07-7958-4A09-A0AC-6F52934D39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7F3BAD0-43B1-464E-8795-8392EF7C2C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3764C74-0EA6-4C74-8FD3-DB5A02380E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D77BD50-C0A1-4AA6-9CAD-4ECB2E717F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136CAF-58C9-4537-9504-33329DF08E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120221-028F-47DF-8988-BF52A3A3D3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5A3E74D-85CC-4D7F-9239-119A0A2236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3D73782-22B8-4A0B-BE22-0A9E3A42DF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AAD2255-90E6-4C91-B67E-56BDF13584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F3C3D45-F9C3-4D03-9636-082A3DDA22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6FEDF5E-5263-4A05-B328-05406EAC34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723C576B-8DAC-4B32-A876-03816639E3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Franklin Gothic Medium" pitchFamily="34" charset="0"/>
              </a:defRPr>
            </a:lvl1pPr>
          </a:lstStyle>
          <a:p>
            <a:pPr>
              <a:defRPr/>
            </a:pPr>
            <a:fld id="{C9882623-19F3-4F91-B078-A824B35B34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TOUT-PUISSANT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CŒUR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CONSIDÈRE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29972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L’UNIVERS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CRÉ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POUVOIR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44513" y="25654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CIEL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D’AZUR, 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ÉCLAIRS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TONNERRE</a:t>
            </a:r>
          </a:p>
        </p:txBody>
      </p:sp>
      <p:sp>
        <p:nvSpPr>
          <p:cNvPr id="1638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22563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CLAIR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MATIN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OMBRES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SOIR</a:t>
            </a:r>
          </a:p>
        </p:txBody>
      </p:sp>
      <p:sp>
        <p:nvSpPr>
          <p:cNvPr id="1741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22563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AINSI, 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ÂME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LOUANGE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GRAND 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SI GRAND </a:t>
            </a:r>
          </a:p>
        </p:txBody>
      </p:sp>
      <p:sp>
        <p:nvSpPr>
          <p:cNvPr id="1945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QUAND, PAR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BOIS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FORÊT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PROFONDE</a:t>
            </a:r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0988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J’ERRE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J’ENTENDS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OISEAUX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CHANTER</a:t>
            </a:r>
          </a:p>
        </p:txBody>
      </p:sp>
      <p:sp>
        <p:nvSpPr>
          <p:cNvPr id="215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0988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QUAND, SUR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MONTS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SOURCE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ONDE</a:t>
            </a:r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5654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LIVRE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ZÉPHIR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DOUX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LÉGER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32131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AINSI, 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ÂME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LOUANGE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GRAND 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SI GRAND </a:t>
            </a:r>
          </a:p>
        </p:txBody>
      </p:sp>
      <p:sp>
        <p:nvSpPr>
          <p:cNvPr id="2560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SONGE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Ô SUBLIME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MYSTÈRE</a:t>
            </a:r>
          </a:p>
        </p:txBody>
      </p:sp>
      <p:sp>
        <p:nvSpPr>
          <p:cNvPr id="2662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QU’UN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GRAND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PENSER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FILS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DEVENU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FRÈRE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881313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SUIS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L’HÉRITIER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GRAND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ROI</a:t>
            </a:r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881313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AINSI, 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ÂME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LOUANGE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GRAND 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SI GRAND </a:t>
            </a:r>
          </a:p>
        </p:txBody>
      </p:sp>
      <p:sp>
        <p:nvSpPr>
          <p:cNvPr id="3174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CHRIST VIENDRA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SOUS LES CRIS D’ACCLAMATION</a:t>
            </a: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ME CHERCHER,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SERAI DANS LA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PROSTERNÉ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HUMBLE ADORATION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6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CHANTERAI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GRANDEUR DE MON ROI </a:t>
            </a: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6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AINSI, 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ÂME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LOUANGE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GRAND 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SI GRAND </a:t>
            </a:r>
          </a:p>
        </p:txBody>
      </p:sp>
      <p:sp>
        <p:nvSpPr>
          <p:cNvPr id="378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1711</Words>
  <Application>Microsoft PowerPoint</Application>
  <PresentationFormat>On-screen Show (4:3)</PresentationFormat>
  <Paragraphs>1388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13</vt:i4>
      </vt:variant>
      <vt:variant>
        <vt:lpstr>Titres des diapositives</vt:lpstr>
      </vt:variant>
      <vt:variant>
        <vt:i4>24</vt:i4>
      </vt:variant>
    </vt:vector>
  </HeadingPairs>
  <TitlesOfParts>
    <vt:vector size="41" baseType="lpstr">
      <vt:lpstr>Times New Roman</vt:lpstr>
      <vt:lpstr>Arial</vt:lpstr>
      <vt:lpstr>Calibri</vt:lpstr>
      <vt:lpstr>Franklin Gothic Medium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12_Default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QUAND CHRIST VIENDRA SOUS LES CRIS D’ACCLAMATION  </vt:lpstr>
      <vt:lpstr>POUR ME CHERCHER,  JE SERAI DANS LA JOIE </vt:lpstr>
      <vt:lpstr>PUIS PROSTERNÉ EN HUMBLE ADORATION   </vt:lpstr>
      <vt:lpstr>JE CHANTERAI LA GRANDEUR DE MON ROI  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49</cp:revision>
  <dcterms:created xsi:type="dcterms:W3CDTF">2002-08-17T09:59:54Z</dcterms:created>
  <dcterms:modified xsi:type="dcterms:W3CDTF">2013-10-27T02:26:24Z</dcterms:modified>
</cp:coreProperties>
</file>