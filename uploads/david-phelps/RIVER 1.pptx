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6" r:id="rId2"/>
    <p:sldId id="307" r:id="rId3"/>
    <p:sldId id="308" r:id="rId4"/>
    <p:sldId id="309" r:id="rId5"/>
    <p:sldId id="310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103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290207-D80A-4394-9488-61172C3A40A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5A50E2-BF01-4A35-83D1-9ACFF29D678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336AE-0E15-43AB-B2B1-DF072E6F25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A4954-7540-4B70-9A71-20F1D17DBE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D8418-9000-4987-B635-633ABC35F0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0791EA-C581-4C95-B235-BCA1C9F976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8CEAB-3A8D-49CD-B1E0-78850B3179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DE8D5-F6E8-4473-A1C1-1C7C74200E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3418E-56AB-4E18-AC89-FE44778081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797FC-4F32-4DBE-B659-7D854350AB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14F8B-D9F8-464C-820C-FD12112746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70CA4-EA0B-4043-B537-9DEB9A8037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C936E8-04E5-47C4-A309-809C240C7B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1C15A34-40F7-4AA0-ACB6-AC263B3341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PAIN DU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DEVIENT LE PAIN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L’HUMANITÉ ENTIÈRE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PAIN DE L’ESPRIT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LA FIN DE TOUTE IMAGINATION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CHOSE MIRACULEUSE 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CORPS DE DIEU NOURRIRA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LE PLUS PAUVRE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HUMBLE DES SERVITEURS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309</Words>
  <Application>Microsoft Office PowerPoint</Application>
  <PresentationFormat>On-screen Show (4:3)</PresentationFormat>
  <Paragraphs>55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Franklin Gothic Medium</vt:lpstr>
      <vt:lpstr>Arial</vt:lpstr>
      <vt:lpstr>Calibri</vt:lpstr>
      <vt:lpstr>Default Design</vt:lpstr>
      <vt:lpstr>PAIN DU CIEL</vt:lpstr>
      <vt:lpstr>QUI DEVIENT LE PAIN POUR  L’HUMANITÉ ENTIÈRE</vt:lpstr>
      <vt:lpstr>PAIN DE L’ESPRIT SAINT QUI EST LA FIN DE TOUTE IMAGINATION</vt:lpstr>
      <vt:lpstr>OH, CHOSE MIRACULEUSE ! CE CORPS DE DIEU NOURRIRA</vt:lpstr>
      <vt:lpstr>MÊME LE PLUS PAUVRE LE PLUS HUMBLE DES SERVITEURS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128</cp:revision>
  <dcterms:created xsi:type="dcterms:W3CDTF">2002-08-17T10:50:50Z</dcterms:created>
  <dcterms:modified xsi:type="dcterms:W3CDTF">2013-10-27T10:32:08Z</dcterms:modified>
</cp:coreProperties>
</file>