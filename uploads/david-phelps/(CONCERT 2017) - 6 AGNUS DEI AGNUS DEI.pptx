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50119" autoAdjust="0"/>
  </p:normalViewPr>
  <p:slideViewPr>
    <p:cSldViewPr>
      <p:cViewPr>
        <p:scale>
          <a:sx n="44" d="100"/>
          <a:sy n="44" d="100"/>
        </p:scale>
        <p:origin x="-612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7A60-B3F4-4EE2-AD08-C1E888F02291}" type="datetimeFigureOut">
              <a:rPr lang="fr-FR" smtClean="0"/>
              <a:pPr/>
              <a:t>11/06/2017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7D69E-96AD-4AF9-B966-A6DB492EB31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1-  AGNUS DEI  QUI TOLLIS PECCATA MUNDI</a:t>
            </a:r>
          </a:p>
          <a:p>
            <a:r>
              <a:rPr lang="fr-FR" dirty="0" smtClean="0"/>
              <a:t>2-  MISERERE NOBIS  X2</a:t>
            </a:r>
          </a:p>
          <a:p>
            <a:r>
              <a:rPr lang="fr-FR" dirty="0" smtClean="0"/>
              <a:t>3-  AGNUS DEI  QUI TOLLIS PECCATA MUNDI</a:t>
            </a:r>
          </a:p>
          <a:p>
            <a:r>
              <a:rPr lang="fr-FR" dirty="0" smtClean="0"/>
              <a:t>4-  AGNUS DEI, AGNUS DEI QUI DONA NOBIS PACEM</a:t>
            </a:r>
          </a:p>
          <a:p>
            <a:endParaRPr lang="fr-FR" dirty="0" smtClean="0"/>
          </a:p>
          <a:p>
            <a:r>
              <a:rPr lang="fr-FR" dirty="0" smtClean="0"/>
              <a:t>5-  AGNEAU DE DIEU QUI ÔTE LES PÉCHÉS DU MONDE</a:t>
            </a:r>
          </a:p>
          <a:p>
            <a:r>
              <a:rPr lang="fr-FR" dirty="0" smtClean="0"/>
              <a:t>Lamb of </a:t>
            </a:r>
            <a:r>
              <a:rPr lang="fr-FR" dirty="0" err="1" smtClean="0"/>
              <a:t>god</a:t>
            </a:r>
            <a:r>
              <a:rPr lang="fr-FR" dirty="0" smtClean="0"/>
              <a:t> (Agnus dei)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the </a:t>
            </a:r>
            <a:r>
              <a:rPr lang="fr-FR" dirty="0" err="1" smtClean="0"/>
              <a:t>sins</a:t>
            </a:r>
            <a:r>
              <a:rPr lang="fr-FR" dirty="0" smtClean="0"/>
              <a:t> of the world</a:t>
            </a:r>
          </a:p>
          <a:p>
            <a:endParaRPr lang="fr-FR" dirty="0" smtClean="0"/>
          </a:p>
          <a:p>
            <a:r>
              <a:rPr lang="fr-FR" dirty="0" smtClean="0"/>
              <a:t>6-  FAIS-NOUS GRÂCE, Ô SEIGNEUR DANS TA MISÉRICORDE</a:t>
            </a:r>
          </a:p>
          <a:p>
            <a:r>
              <a:rPr lang="fr-FR" dirty="0" err="1" smtClean="0"/>
              <a:t>Please</a:t>
            </a:r>
            <a:r>
              <a:rPr lang="fr-FR" dirty="0" smtClean="0"/>
              <a:t> have </a:t>
            </a:r>
            <a:r>
              <a:rPr lang="fr-FR" dirty="0" err="1" smtClean="0"/>
              <a:t>mercy</a:t>
            </a:r>
            <a:r>
              <a:rPr lang="fr-FR" dirty="0" smtClean="0"/>
              <a:t> on us Have </a:t>
            </a:r>
            <a:r>
              <a:rPr lang="fr-FR" dirty="0" err="1" smtClean="0"/>
              <a:t>mercy</a:t>
            </a:r>
            <a:r>
              <a:rPr lang="fr-FR" dirty="0" smtClean="0"/>
              <a:t> on us</a:t>
            </a:r>
          </a:p>
          <a:p>
            <a:endParaRPr lang="fr-FR" dirty="0" smtClean="0"/>
          </a:p>
          <a:p>
            <a:r>
              <a:rPr lang="fr-FR" dirty="0" smtClean="0"/>
              <a:t>7-  AGNEAU DE DIEU VIENS ET ÔTE LES PÉCHÉS DU MONDE</a:t>
            </a:r>
          </a:p>
          <a:p>
            <a:r>
              <a:rPr lang="fr-FR" dirty="0" smtClean="0"/>
              <a:t>Lamb of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sins</a:t>
            </a:r>
            <a:r>
              <a:rPr lang="fr-FR" dirty="0" smtClean="0"/>
              <a:t> of the world</a:t>
            </a:r>
          </a:p>
          <a:p>
            <a:endParaRPr lang="fr-FR" dirty="0" smtClean="0"/>
          </a:p>
          <a:p>
            <a:r>
              <a:rPr lang="fr-FR" dirty="0" smtClean="0"/>
              <a:t>8-  AGNEAU, AGNEAU DE DIEU ACCORDE-NOUS LA PAIX</a:t>
            </a:r>
          </a:p>
          <a:p>
            <a:r>
              <a:rPr lang="fr-FR" dirty="0" smtClean="0"/>
              <a:t>Lamb of </a:t>
            </a:r>
            <a:r>
              <a:rPr lang="fr-FR" dirty="0" err="1" smtClean="0"/>
              <a:t>god</a:t>
            </a:r>
            <a:r>
              <a:rPr lang="fr-FR" dirty="0" smtClean="0"/>
              <a:t>, </a:t>
            </a:r>
            <a:r>
              <a:rPr lang="fr-FR" dirty="0" err="1" smtClean="0"/>
              <a:t>lamb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Please</a:t>
            </a:r>
            <a:r>
              <a:rPr lang="fr-FR" dirty="0" smtClean="0"/>
              <a:t> come an </a:t>
            </a:r>
            <a:r>
              <a:rPr lang="fr-FR" dirty="0" err="1" smtClean="0"/>
              <a:t>grant</a:t>
            </a:r>
            <a:r>
              <a:rPr lang="fr-FR" dirty="0" smtClean="0"/>
              <a:t> us </a:t>
            </a:r>
            <a:r>
              <a:rPr lang="fr-FR" dirty="0" err="1" smtClean="0"/>
              <a:t>peace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9-  OH, DIEU SAINT ET SI PRÉCIEUX ÉCOUTE NOTRE VOIX</a:t>
            </a:r>
          </a:p>
          <a:p>
            <a:r>
              <a:rPr lang="fr-FR" dirty="0" smtClean="0"/>
              <a:t>Oh </a:t>
            </a:r>
            <a:r>
              <a:rPr lang="fr-FR" dirty="0" err="1" smtClean="0"/>
              <a:t>precious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one </a:t>
            </a:r>
            <a:r>
              <a:rPr lang="fr-FR" dirty="0" err="1" smtClean="0"/>
              <a:t>Here</a:t>
            </a:r>
            <a:r>
              <a:rPr lang="fr-FR" dirty="0" smtClean="0"/>
              <a:t> are </a:t>
            </a:r>
            <a:r>
              <a:rPr lang="fr-FR" dirty="0" err="1" smtClean="0"/>
              <a:t>earnest</a:t>
            </a:r>
            <a:r>
              <a:rPr lang="fr-FR" dirty="0" smtClean="0"/>
              <a:t> </a:t>
            </a:r>
            <a:r>
              <a:rPr lang="fr-FR" dirty="0" err="1" smtClean="0"/>
              <a:t>prayer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10-  CAR PRÉCIEUX AGNEAU DE DIEU NOTRE ESPÉRANCE EST EN TOI</a:t>
            </a:r>
          </a:p>
          <a:p>
            <a:r>
              <a:rPr lang="fr-FR" dirty="0" smtClean="0"/>
              <a:t>    For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find</a:t>
            </a:r>
            <a:r>
              <a:rPr lang="fr-FR" dirty="0" smtClean="0"/>
              <a:t> a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In the </a:t>
            </a:r>
            <a:r>
              <a:rPr lang="fr-FR" dirty="0" err="1" smtClean="0"/>
              <a:t>precious</a:t>
            </a:r>
            <a:r>
              <a:rPr lang="fr-FR" dirty="0" smtClean="0"/>
              <a:t> </a:t>
            </a:r>
            <a:r>
              <a:rPr lang="fr-FR" dirty="0" err="1" smtClean="0"/>
              <a:t>lamb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11-  AGNUS DEI QUI TOLLIS PECCATA MUNDI AGNUS DEI, AGNUS DEI  </a:t>
            </a:r>
          </a:p>
          <a:p>
            <a:r>
              <a:rPr lang="fr-FR" dirty="0" smtClean="0"/>
              <a:t>12-  QUI DONA NOBIS PACEM ACCORDE-NOUS LA PAIX</a:t>
            </a:r>
          </a:p>
          <a:p>
            <a:r>
              <a:rPr lang="fr-FR" dirty="0" smtClean="0"/>
              <a:t>13-  ACCORDE-NOUS LA PAIX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 smtClean="0"/>
              <a:t>1-  AGNUS DEI  QUI TOLLIS PECCATA MUNDI</a:t>
            </a:r>
          </a:p>
          <a:p>
            <a:r>
              <a:rPr lang="fr-FR" smtClean="0"/>
              <a:t>2-  MISERERE NOBIS  X2</a:t>
            </a:r>
          </a:p>
          <a:p>
            <a:r>
              <a:rPr lang="fr-FR" smtClean="0"/>
              <a:t>3-  AGNUS DEI  QUI TOLLIS PECCATA MUNDI</a:t>
            </a:r>
          </a:p>
          <a:p>
            <a:r>
              <a:rPr lang="fr-FR" smtClean="0"/>
              <a:t>4-  AGNUS DEI, AGNUS DEI QUI DONA NOBIS PACEM</a:t>
            </a:r>
          </a:p>
          <a:p>
            <a:endParaRPr lang="fr-FR" smtClean="0"/>
          </a:p>
          <a:p>
            <a:r>
              <a:rPr lang="fr-FR" smtClean="0"/>
              <a:t>5-  AGNEAU DE DIEU QUI ÔTE LES PÉCHÉS DU MONDE</a:t>
            </a:r>
          </a:p>
          <a:p>
            <a:r>
              <a:rPr lang="fr-FR" smtClean="0"/>
              <a:t>Lamb of god (Agnus dei) Who takes away the sins of the world</a:t>
            </a:r>
          </a:p>
          <a:p>
            <a:endParaRPr lang="fr-FR" smtClean="0"/>
          </a:p>
          <a:p>
            <a:r>
              <a:rPr lang="fr-FR" smtClean="0"/>
              <a:t>6-  FAIS-NOUS GRÂCE, Ô SEIGNEUR DANS TA MISÉRICORDE</a:t>
            </a:r>
          </a:p>
          <a:p>
            <a:r>
              <a:rPr lang="fr-FR" smtClean="0"/>
              <a:t>Please have mercy on us Have mercy on us</a:t>
            </a:r>
          </a:p>
          <a:p>
            <a:endParaRPr lang="fr-FR" smtClean="0"/>
          </a:p>
          <a:p>
            <a:r>
              <a:rPr lang="fr-FR" smtClean="0"/>
              <a:t>7-  AGNEAU DE DIEU VIENS ET ÔTE LES PÉCHÉS DU MONDE</a:t>
            </a:r>
          </a:p>
          <a:p>
            <a:r>
              <a:rPr lang="fr-FR" smtClean="0"/>
              <a:t>Lamb of god Take away sins of the world</a:t>
            </a:r>
          </a:p>
          <a:p>
            <a:endParaRPr lang="fr-FR" smtClean="0"/>
          </a:p>
          <a:p>
            <a:r>
              <a:rPr lang="fr-FR" smtClean="0"/>
              <a:t>8-  AGNEAU, AGNEAU DE DIEU ACCORDE-NOUS LA PAIX</a:t>
            </a:r>
          </a:p>
          <a:p>
            <a:r>
              <a:rPr lang="fr-FR" smtClean="0"/>
              <a:t>Lamb of god, lamb of God Please come an grant us peace</a:t>
            </a:r>
          </a:p>
          <a:p>
            <a:endParaRPr lang="fr-FR" smtClean="0"/>
          </a:p>
          <a:p>
            <a:r>
              <a:rPr lang="fr-FR" smtClean="0"/>
              <a:t>9-  OH, DIEU SAINT ET SI PRÉCIEUX ÉCOUTE NOTRE VOIX</a:t>
            </a:r>
          </a:p>
          <a:p>
            <a:r>
              <a:rPr lang="fr-FR" smtClean="0"/>
              <a:t>Oh precious holy one Here are earnest prayer</a:t>
            </a:r>
          </a:p>
          <a:p>
            <a:endParaRPr lang="fr-FR" smtClean="0"/>
          </a:p>
          <a:p>
            <a:r>
              <a:rPr lang="fr-FR" smtClean="0"/>
              <a:t>10-  CAR PRÉCIEUX AGNEAU DE DIEU NOTRE ESPÉRANCE EST EN TOI</a:t>
            </a:r>
          </a:p>
          <a:p>
            <a:r>
              <a:rPr lang="fr-FR" smtClean="0"/>
              <a:t>    For we find a only hope In the precious lamb of God</a:t>
            </a:r>
          </a:p>
          <a:p>
            <a:endParaRPr lang="fr-FR" smtClean="0"/>
          </a:p>
          <a:p>
            <a:r>
              <a:rPr lang="fr-FR" smtClean="0"/>
              <a:t>11-  AGNUS DEI QUI TOLLIS PECCATA MUNDI AGNUS DEI, AGNUS DEI  </a:t>
            </a:r>
          </a:p>
          <a:p>
            <a:r>
              <a:rPr lang="fr-FR" smtClean="0"/>
              <a:t>12-  QUI DONA NOBIS PACEM ACCORDE-NOUS LA PAIX</a:t>
            </a:r>
          </a:p>
          <a:p>
            <a:r>
              <a:rPr lang="fr-FR" smtClean="0"/>
              <a:t>13-  ACCORDE-NOUS LA PAIX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15D18-B2F6-4AF1-A66C-FAF51CCEF6C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3BD61-40B3-4322-876C-CF74E745BC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7ADED-03DF-46A1-AA9A-D0849D4C5B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D2B37-082F-4B14-8A7E-9F4B69D576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D03D1-3412-4C73-977B-77841B1C0D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E9449-F71C-47F5-A268-1FBB29A1E4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5C3D4-6200-4AFD-826D-96939599BE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55B1B-88E4-4EE1-94FA-9E053738E8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C399E-70E6-4B09-A954-5236D714A7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BC0EF-83C0-4682-A271-C38FE11E8C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9F850-7113-44BC-9E08-9B3C41D411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6DC69E-5300-41CE-89C9-D6015570A3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AGNUS DEI 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TOLLIS PECCATA MUNDI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MISERERE NOBIS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AGNUS DEI 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TOLLIS PECCATA MUNDI</a:t>
            </a:r>
            <a:endParaRPr lang="it-IT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AGNUS DEI, AGNUS DEI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DONA NOBIS PACEM</a:t>
            </a:r>
            <a:endParaRPr lang="it-IT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ÔTE LES PÉCHÉS DU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FAIS-NOUS GRÂCE, Ô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MISÉRICORDE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ET ÔTE LES PÉCHÉS DU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AGNEAU DE DIEU, 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ACCORDE-NOUS LA PAIX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DIEU SAINT ET SI PRÉCIEUX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ÉCOUTE NOTRE VOIX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PRÉCIEUX AGNEAU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ESPÉRANCE EST EN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AGNUS DEI QUI TOLLIS PECCATA MUNDI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AGNUS DEI, AGNUS DEI</a:t>
            </a:r>
            <a:endParaRPr lang="it-IT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DONA NOBIS PACEM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ACCORDE-NOUS LA PAIX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ACCORDE-NOUS LA PAIX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132</Words>
  <Application>Microsoft Office PowerPoint</Application>
  <PresentationFormat>Affichage à l'écran (4:3)</PresentationFormat>
  <Paragraphs>689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Default Design</vt:lpstr>
      <vt:lpstr>AGNUS DEI  QUI TOLLIS PECCATA MUNDI</vt:lpstr>
      <vt:lpstr>MISERERE NOBIS</vt:lpstr>
      <vt:lpstr>AGNUS DEI  QUI TOLLIS PECCATA MUNDI</vt:lpstr>
      <vt:lpstr>AGNUS DEI, AGNUS DEI QUI DONA NOBIS PACEM</vt:lpstr>
      <vt:lpstr>AGNEAU DE DIEU QUI ÔTE LES PÉCHÉS DU MONDE</vt:lpstr>
      <vt:lpstr>FAIS-NOUS GRÂCE, Ô SEIGNEUR DANS TA MISÉRICORDE</vt:lpstr>
      <vt:lpstr>AGNEAU DE DIEU VIENS ET ÔTE LES PÉCHÉS DU MONDE</vt:lpstr>
      <vt:lpstr>AGNEAU DE DIEU, AGNEAU DE DIEU ACCORDE-NOUS LA PAIX</vt:lpstr>
      <vt:lpstr>OH, DIEU SAINT ET SI PRÉCIEUX ÉCOUTE NOTRE VOIX</vt:lpstr>
      <vt:lpstr>CAR PRÉCIEUX AGNEAU DE DIEU NOTRE ESPÉRANCE EST EN TOI</vt:lpstr>
      <vt:lpstr>AGNUS DEI QUI TOLLIS PECCATA MUNDI AGNUS DEI, AGNUS DEI</vt:lpstr>
      <vt:lpstr>QUI DONA NOBIS PACEM ACCORDE-NOUS LA PAIX</vt:lpstr>
      <vt:lpstr>ACCORDE-NOUS LA PAIX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117</cp:revision>
  <dcterms:created xsi:type="dcterms:W3CDTF">2002-08-17T10:50:50Z</dcterms:created>
  <dcterms:modified xsi:type="dcterms:W3CDTF">2017-06-11T10:41:53Z</dcterms:modified>
</cp:coreProperties>
</file>