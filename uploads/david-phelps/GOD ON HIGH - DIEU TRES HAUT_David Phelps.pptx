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73" r:id="rId3"/>
    <p:sldId id="259" r:id="rId4"/>
    <p:sldId id="260" r:id="rId5"/>
    <p:sldId id="261" r:id="rId6"/>
    <p:sldId id="262" r:id="rId7"/>
    <p:sldId id="27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42636" autoAdjust="0"/>
  </p:normalViewPr>
  <p:slideViewPr>
    <p:cSldViewPr>
      <p:cViewPr varScale="1">
        <p:scale>
          <a:sx n="32" d="100"/>
          <a:sy n="32" d="100"/>
        </p:scale>
        <p:origin x="-91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FC9823BB-7E79-49DE-A2B1-654626B0D5D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B25A0BE6-631D-470C-8B6A-09D5983F3CB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TRÈS HAUT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ÉCOUTE MA PRIÈRE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MON BESOIN TU AS TOUJOURS ÉTÉ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IL EST JEUNE EFFRAYÉ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DONNE-LUI LE REPOS BÉNI DU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RAMÈNE-LE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 EST LE FILS QUE J’AURAI 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SI DIEU ME L’AVAIT ACCORDÉ LES ÉTÉS PASSENT UN PAR UN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SI VITE ILS S’ENVOLENT ENCORE ET ENCORE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AVANT QUE JE VIEILLISSE AVANT QUE JE PARTE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DONNE-LUI LA PAIX DONNE-LUI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JEUNE IL N’EST QU’UN ENFANT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TU PEUX PRENDRE ET DONNER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LAISSE-LE ÊTRE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SI JE MEURS, LAISSE-MOI MOURIR LAISSE-LE VIVRE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RAMÈNE-LE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DIEU TRÈS HAUT</a:t>
            </a:r>
          </a:p>
          <a:p>
            <a:r>
              <a:rPr lang="fr-FR" smtClean="0"/>
              <a:t>2-  ÉCOUTE MA PRIÈRE</a:t>
            </a:r>
          </a:p>
          <a:p>
            <a:r>
              <a:rPr lang="fr-FR" smtClean="0"/>
              <a:t>3-  DANS MON BESOIN TU AS TOUJOURS ÉTÉ LÀ</a:t>
            </a:r>
          </a:p>
          <a:p>
            <a:r>
              <a:rPr lang="fr-FR" smtClean="0"/>
              <a:t>4-  IL EST JEUNE EFFRAYÉ</a:t>
            </a:r>
          </a:p>
          <a:p>
            <a:r>
              <a:rPr lang="fr-FR" smtClean="0"/>
              <a:t>5-  DONNE-LUI LE REPOS BÉNI DU CIEL</a:t>
            </a:r>
          </a:p>
          <a:p>
            <a:endParaRPr lang="fr-FR" smtClean="0"/>
          </a:p>
          <a:p>
            <a:r>
              <a:rPr lang="fr-FR" smtClean="0"/>
              <a:t>6-  RAMÈNE-LE  X3</a:t>
            </a:r>
          </a:p>
          <a:p>
            <a:endParaRPr lang="fr-FR" smtClean="0"/>
          </a:p>
          <a:p>
            <a:r>
              <a:rPr lang="fr-FR" smtClean="0"/>
              <a:t>7-  IL EST LE FILS QUE J’AURAI EU</a:t>
            </a:r>
          </a:p>
          <a:p>
            <a:r>
              <a:rPr lang="fr-FR" smtClean="0"/>
              <a:t>8-  SI DIEU ME L’AVAIT ACCORDÉ LES ÉTÉS PASSENT UN PAR UN</a:t>
            </a:r>
          </a:p>
          <a:p>
            <a:r>
              <a:rPr lang="fr-FR" smtClean="0"/>
              <a:t>9-  SI VITE ILS S’ENVOLENT ENCORE ET ENCORE</a:t>
            </a:r>
          </a:p>
          <a:p>
            <a:r>
              <a:rPr lang="fr-FR" smtClean="0"/>
              <a:t>10-  AVANT QUE JE VIEILLISSE AVANT QUE JE PARTE</a:t>
            </a:r>
          </a:p>
          <a:p>
            <a:r>
              <a:rPr lang="fr-FR" smtClean="0"/>
              <a:t>11-  DONNE-LUI LA PAIX DONNE-LUI LA JOIE</a:t>
            </a:r>
          </a:p>
          <a:p>
            <a:r>
              <a:rPr lang="fr-FR" smtClean="0"/>
              <a:t>12-  IL EST JEUNE IL N’EST QU’UN ENFANT</a:t>
            </a:r>
          </a:p>
          <a:p>
            <a:r>
              <a:rPr lang="fr-FR" smtClean="0"/>
              <a:t>13-  TU PEUX PRENDRE ET DONNER</a:t>
            </a:r>
          </a:p>
          <a:p>
            <a:r>
              <a:rPr lang="fr-FR" smtClean="0"/>
              <a:t>14-  LAISSE-LE ÊTRE LAISSE-LE VIVRE</a:t>
            </a:r>
          </a:p>
          <a:p>
            <a:r>
              <a:rPr lang="fr-FR" smtClean="0"/>
              <a:t>15-  SI JE MEURS, LAISSE-MOI MOURIR LAISSE-LE VIVRE</a:t>
            </a:r>
          </a:p>
          <a:p>
            <a:r>
              <a:rPr lang="fr-FR" smtClean="0"/>
              <a:t>16-  RAMÈNE-LE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222A1-4FF3-4813-A203-0CCBD408E5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1A5-7F5F-41CE-BBE8-6776A020AF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B24AA1-49D0-4D97-9F1B-DF0D109EFE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6D41C5-BBBE-482E-BDC5-953805384F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18F89-CA2A-4618-974E-B3405C833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4E666-45A1-4C7B-B9FA-3EF8EBE31E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433098-A9A8-464E-AA58-31BA4ED306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1A1DC-F99F-43BE-920F-F97B419608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8107CD-1135-481D-AD5B-88A6C5DB04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597C4C-15DA-4AC4-B3DF-6E3613B6B3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6CF13-B93C-4F72-A390-F3C2E37F07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EBA686D2-267F-4C26-9D55-3F0813D3B8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TRÈS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MA PRIÈRE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MON BESOIN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TOUJOURS ÉTÉ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JEUNE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EFFRAYÉ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DONNE-LUI LE REPOS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 DU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RAMÈNE-LE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LE FILS QUE J’AURAI 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DIEU ME L’AVAIT ACCORDÉ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ÉTÉS PASSENT UN PAR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VITE ILS S’ENVOLENT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ET ENCORE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QUE JE VIEILLISSE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QUE JE PARTE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DONNE-LUI LA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DONNE-LUI LA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JEUNE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N’EST QU’UN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ENFANT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PRENDRE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DONNER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LAISSE-LE ÊTRE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LAISSE-LE VIVRE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MEURS, LAISSE-MOI MOURIR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LAISSE-LE VIVRE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71438"/>
            <a:ext cx="9177338" cy="119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RAMÈNE-LE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3481</Words>
  <Application>Microsoft PowerPoint</Application>
  <PresentationFormat>On-screen Show (4:3)</PresentationFormat>
  <Paragraphs>603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61</cp:revision>
  <dcterms:created xsi:type="dcterms:W3CDTF">2002-08-17T10:50:50Z</dcterms:created>
  <dcterms:modified xsi:type="dcterms:W3CDTF">2013-10-27T02:14:24Z</dcterms:modified>
</cp:coreProperties>
</file>