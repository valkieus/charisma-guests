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2" r:id="rId23"/>
    <p:sldId id="293" r:id="rId24"/>
    <p:sldId id="294" r:id="rId25"/>
    <p:sldId id="295" r:id="rId26"/>
    <p:sldId id="296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9189" autoAdjust="0"/>
  </p:normalViewPr>
  <p:slideViewPr>
    <p:cSldViewPr>
      <p:cViewPr>
        <p:scale>
          <a:sx n="60" d="100"/>
          <a:sy n="60" d="100"/>
        </p:scale>
        <p:origin x="-317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4BC801A-BAA2-46CF-AFCA-D557BBE31CA0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8E3B600-60B0-4E00-BD04-0D76C3174AA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
	10-  EN LUI JE VIS ET JE SUIS LIBRE AU NOM DE JÉSUS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 PLUS QUE VAINQUEUR 
13-  QUI PEUT NOUS ÉBRANLER OU NOUS FAIRE TOMBER 
14-  JÉSUS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
2-  IL EST PLUS QUE VAINQUEUR  OUI PLUS QUE VAINQUEUR  
3-  QUI PEUT NOUS ÉBRANLER  OU NOUS FAIRE TOMBER 
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
6-  IL EST PLUS QUE VAINQUEUR  OUI PLUS QUE VAINQUEUR 
7-  QUI PEUT NOUS ÉBRANLER OU NOUS FAIRE TOMBER 
8-  JÉSUS TU ES LÀ  </a:t>
            </a:r>
          </a:p>
          <a:p>
            <a:endParaRPr lang="fr-FR" altLang="fr-FR" smtClean="0"/>
          </a:p>
          <a:p>
            <a:r>
              <a:rPr lang="fr-FR" altLang="fr-FR" smtClean="0"/>
              <a:t>	9-  JE VIVRAI, JE NE MOURRAI PAS  PAR LA PUISSANCE DE CHRIST EN MOI 
	10-  EN LUI JE VIS ET JE SUIS LIBRE AU NOM DE JÉSUS  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12-  IL EST PLUS QUE VAINQUEUR  OUI PLUS QUE VAINQUEUR 
13-  QUI PEUT NOUS ÉBRANLER OU NOUS FAIRE TOMBER 
14-  JÉSUS TU ES LÀ </a:t>
            </a:r>
          </a:p>
          <a:p>
            <a:endParaRPr lang="fr-FR" altLang="fr-FR" smtClean="0"/>
          </a:p>
          <a:p>
            <a:r>
              <a:rPr lang="fr-FR" altLang="fr-FR" smtClean="0"/>
              <a:t>	15-  JE VIVRAI, JE NE MOURRAI PAS  PAR LA PUISSANCE DE CHRIST EN MOI 
	16-  EN LUI JE VIS ET JE SUIS LIBRE AU NOM DE JÉSUS  
	17-  JE VIVRAI, JE NE MOURRAI PAS  JE LE CRIERAI SUR TOUS LES TOITS  
	18-  JE VIS POUR LUI JE SUIS GUÉRI AU NOM DE JÉSUS </a:t>
            </a:r>
          </a:p>
          <a:p>
            <a:endParaRPr lang="fr-FR" altLang="fr-FR" smtClean="0"/>
          </a:p>
          <a:p>
            <a:r>
              <a:rPr lang="fr-FR" altLang="fr-FR" smtClean="0"/>
              <a:t>Pont: </a:t>
            </a:r>
          </a:p>
          <a:p>
            <a:r>
              <a:rPr lang="fr-FR" altLang="fr-FR" smtClean="0"/>
              <a:t>19-  DIEU REMPORTE NOS GUERRES FAIT RECULER L'ENFER 
20-  RÉVÉLANT LA LUMIÈRE  DE SON RÈGNE SUR TERRE 
21-  DANS LE NOM DE JÉSUS L’ENNEMI EST VAINCU  
22-  NOUS AVONS LA VICTOIRE LA VICTOIRE </a:t>
            </a:r>
          </a:p>
          <a:p>
            <a:endParaRPr lang="fr-FR" altLang="fr-FR" smtClean="0"/>
          </a:p>
          <a:p>
            <a:r>
              <a:rPr lang="fr-FR" altLang="fr-FR" smtClean="0"/>
              <a:t>	23-  JE VIVRAI, JE NE MOURRAI PAS  PAR LA PUISSANCE DE CHRIST EN MOI 
	24-  EN LUI JE VIS ET JE SUIS LIBRE AU NOM DE JÉSUS  
	25-  JE VIVRAI, JE NE MOURRAI PAS  JE LE CRIERAI SUR TOUS LES TOITS  
	26-  JE VIS POUR LUI JE SUIS GUÉRI AU NOM DE JÉSUS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2BE744-A9E7-4E8E-B50D-0254642B5B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6FB97-B407-48F9-83F5-88AAEB1338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CD0C86-FA4C-43D4-B11A-48FC851AA8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BBED38-5585-4061-A504-3A4C33F148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E06FC5-FC70-47FC-A6D1-42B65FBAA0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BB5463-ABB9-4218-A106-4BAC009311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164193-60C8-458C-852A-24E80A90C2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687604-E18A-4EEF-A362-6A5D1E7DC4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D8AA4C-3A65-4F2B-9C94-C8BCA8A260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D59AB-FA82-4269-A5EE-AB42178589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B0F8C-F667-4C80-AA0E-6A4A7023D6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F82B02F-4552-4BA5-8714-A274CFFE52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COMBAT POUR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EST AVEC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PLUS QUE VAINQUEUR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PLUS QUE VAINQUEUR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PEUT NOUS ÉBRANLER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NOUS FAIRE TOMBER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TU ES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PORTANT TOUS NOS FARDEAUX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COUVRANT NOS PÉCHÉS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PLUS QUE VAINQUEUR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OUI, PLUS QUE VAINQUEUR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PEUT NOUS ÉBRANLER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NOUS FAIRE TOMBER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TU ES LÀ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VIVRAI, JE NE MOURRAI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LA PUISSANCE DE CHRIST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LUI, JE VIS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SUIS LIBRE AU NOM DE JÉSUS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PORTANT TOUS NOS FARDEAUX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COUVRANT NOS PÉCHÉS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PLUS QUE VAINQUEUR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OUI, PLUS QUE VAINQUEUR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PEUT NOUS ÉBRANLER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NOUS FAIRE TOMBER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TU ES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VIVRAI, JE NE MOURRAI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LA PUISSANCE DE CHRIST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LUI, JE VIS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SUIS LIBRE AU NOM DE JÉSUS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VIVRAI, JE NE MOURRAI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 CRIERAI SUR TOUS LES TOITS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VIS POUR LUI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GUÉRI AU NOM DE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REMPORTE NOS GUERRES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FAIT RECULER L'ENFER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RÉVÉLANT LA LUMIÈRE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SON RÈGNE SUR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DE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L’ENNEMI EST VAINCU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AVONS LA VICTOIRE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VICTOIRE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VIVRAI, JE NE MOURRAI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LA PUISSANCE DE CHRIST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LUI, JE VIS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SUIS LIBRE AU NOM DE JÉSUS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VIVRAI, JE NE MOURRAI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 CRIERAI SUR TOUS LES TOITS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VIS POUR LUI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GUÉRI AU NOM DE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777</Words>
  <Application>Microsoft Office PowerPoint</Application>
  <PresentationFormat>On-screen Show (4:3)</PresentationFormat>
  <Paragraphs>829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131</cp:revision>
  <dcterms:created xsi:type="dcterms:W3CDTF">2002-08-17T10:50:50Z</dcterms:created>
  <dcterms:modified xsi:type="dcterms:W3CDTF">2017-06-30T00:23:47Z</dcterms:modified>
</cp:coreProperties>
</file>