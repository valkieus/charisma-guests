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  <p:sldId id="345" r:id="rId4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36667" autoAdjust="0"/>
  </p:normalViewPr>
  <p:slideViewPr>
    <p:cSldViewPr>
      <p:cViewPr varScale="1">
        <p:scale>
          <a:sx n="31" d="100"/>
          <a:sy n="31" d="100"/>
        </p:scale>
        <p:origin x="-314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607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B572AA0-B65A-46D6-AB19-60AE74C7144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81197DBC-E9CB-4232-8BB0-6F033DF1891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LES PORTES ÉTAIENT FERMÉES TOUTES LES FENÊTRES VERROUILLÉES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N’AI PU FERMER L’ŒIL DE LA NUIT</a:t>
            </a:r>
            <a:br>
              <a:rPr lang="fr-FR" smtClean="0"/>
            </a:br>
            <a:r>
              <a:rPr lang="fr-FR" smtClean="0"/>
              <a:t>ME LEVANT À CHAQUE BRUIT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À MOITIÉ REMPLI D'ESPOIR </a:t>
            </a:r>
            <a:br>
              <a:rPr lang="fr-FR" smtClean="0"/>
            </a:br>
            <a:r>
              <a:rPr lang="fr-FR" smtClean="0"/>
              <a:t>ET À MOITIÉ APEURÉ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 LES SOLDATS</a:t>
            </a:r>
            <a:br>
              <a:rPr lang="fr-FR" smtClean="0"/>
            </a:br>
            <a:r>
              <a:rPr lang="fr-FR" smtClean="0"/>
              <a:t>VIENNENT NOUS CHERCHER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TOUS NOUS VIOLENTER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ET JUSTE AU LEVER DU JOUR</a:t>
            </a:r>
            <a:br>
              <a:rPr lang="fr-FR" smtClean="0"/>
            </a:br>
            <a:r>
              <a:rPr lang="fr-FR" smtClean="0"/>
              <a:t>J'ENTENDIS COMME UN FRACAS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LA PORTE SE MIS À TREMBLER </a:t>
            </a:r>
            <a:br>
              <a:rPr lang="fr-FR" smtClean="0"/>
            </a:br>
            <a:r>
              <a:rPr lang="fr-FR" smtClean="0"/>
              <a:t>ET UNE VOIX M'APPELA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COURU À MA FENÊTRE</a:t>
            </a:r>
            <a:br>
              <a:rPr lang="fr-FR" smtClean="0"/>
            </a:br>
            <a:r>
              <a:rPr lang="fr-FR" smtClean="0"/>
              <a:t>ET VERS LA RUE JE REGARDA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M'ATTENDANT À VOIR DES ÉPÉES </a:t>
            </a:r>
            <a:br>
              <a:rPr lang="fr-FR" smtClean="0"/>
            </a:br>
            <a:r>
              <a:rPr lang="fr-FR" smtClean="0"/>
              <a:t>ET UNE TROUPE DE SOLDATS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MAIS IL N’Y AVAIT QUE MARIE</a:t>
            </a:r>
            <a:br>
              <a:rPr lang="fr-FR" smtClean="0"/>
            </a:br>
            <a:r>
              <a:rPr lang="fr-FR" smtClean="0"/>
              <a:t>ALORS JE LA LAISSA ENTRER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JEAN SE TENAIT PRÈS DE MOI </a:t>
            </a:r>
            <a:br>
              <a:rPr lang="fr-FR" smtClean="0"/>
            </a:br>
            <a:r>
              <a:rPr lang="fr-FR" smtClean="0"/>
              <a:t>ET NOUS L’AVONS ÉCOUTÉ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NOUS DIRE QU’IL AVAIT DISPARU</a:t>
            </a:r>
            <a:br>
              <a:rPr lang="fr-FR" smtClean="0"/>
            </a:br>
            <a:r>
              <a:rPr lang="fr-FR" smtClean="0"/>
              <a:t>QUE PERSONNE N’AVAIT RIEN VU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OH LA PIERRE A ÉTÉ ROULÉE</a:t>
            </a:r>
            <a:br>
              <a:rPr lang="fr-FR" smtClean="0"/>
            </a:br>
            <a:r>
              <a:rPr lang="fr-FR" smtClean="0"/>
              <a:t>ET SON CORPS N'Y EST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AVONS COURU VERS LE JARDIN</a:t>
            </a:r>
            <a:br>
              <a:rPr lang="fr-FR" smtClean="0"/>
            </a:br>
            <a:r>
              <a:rPr lang="fr-FR" smtClean="0"/>
              <a:t>JEAN COURAIT DEVANT MOI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NOUS AVONS TROUVÉ LA PIERRE</a:t>
            </a:r>
            <a:br>
              <a:rPr lang="fr-FR" smtClean="0"/>
            </a:br>
            <a:r>
              <a:rPr lang="fr-FR" smtClean="0"/>
              <a:t>ET LA TOMBE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TEL QUE MARIE L’AVAIT DIT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ET CE DRAP BLANC QUI L'ENVELOPPAIT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N'ÉTAIT QU'UNE COQUILLE</a:t>
            </a:r>
            <a:br>
              <a:rPr lang="fr-FR" smtClean="0"/>
            </a:br>
            <a:r>
              <a:rPr lang="fr-FR" smtClean="0"/>
              <a:t>TOUT AUSSI VIDE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OÙ ET COMMENT ILS L'ONT EMMENÉ ?</a:t>
            </a:r>
            <a:br>
              <a:rPr lang="fr-FR" smtClean="0"/>
            </a:br>
            <a:r>
              <a:rPr lang="fr-FR" smtClean="0"/>
              <a:t>TOUT CELA ME DÉPASSAIT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QUELQUE CHOSE D'ÉTRANGE</a:t>
            </a:r>
            <a:br>
              <a:rPr lang="fr-FR" smtClean="0"/>
            </a:br>
            <a:r>
              <a:rPr lang="fr-FR" smtClean="0"/>
              <a:t>S'EST PASSÉE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MAIS QUOI JE NE LE SAVAIS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JEAN CROYAIT AU MIRACLE </a:t>
            </a:r>
            <a:br>
              <a:rPr lang="fr-FR" smtClean="0"/>
            </a:br>
            <a:r>
              <a:rPr lang="fr-FR" smtClean="0"/>
              <a:t>MAIS MOI JE N'Y CROYAIS PAS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CES FABLES ET SPÉCULATIONS</a:t>
            </a:r>
            <a:br>
              <a:rPr lang="fr-FR" smtClean="0"/>
            </a:br>
            <a:r>
              <a:rPr lang="fr-FR" smtClean="0"/>
              <a:t>NE NOUS ÉCLAIRERAIENT PAS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CAR JE LES AI VU LE CRUCIFIER</a:t>
            </a:r>
            <a:br>
              <a:rPr lang="fr-FR" smtClean="0"/>
            </a:br>
            <a:r>
              <a:rPr lang="fr-FR" smtClean="0"/>
              <a:t>JE L’AI VU MORT SUR CETTE CROIX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DE RETOUR À NOUVEAU CHEZ MOI </a:t>
            </a:r>
            <a:br>
              <a:rPr lang="fr-FR" smtClean="0"/>
            </a:br>
            <a:r>
              <a:rPr lang="fr-FR" smtClean="0"/>
              <a:t>L'ANGOISSE ME PRIS AU CORPS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CE QUE JE LUI AVAIS PROMIS </a:t>
            </a:r>
            <a:br>
              <a:rPr lang="fr-FR" smtClean="0"/>
            </a:br>
            <a:r>
              <a:rPr lang="fr-FR" smtClean="0"/>
              <a:t>ME FIT HONTE ET PLUS ENCORE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CAR COMME IL L’AVAIT ANNONCÉ</a:t>
            </a:r>
            <a:br>
              <a:rPr lang="fr-FR" smtClean="0"/>
            </a:br>
            <a:r>
              <a:rPr lang="fr-FR" smtClean="0"/>
              <a:t>TROIS FOIS JE L’AI RENIÉ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ALORS MÊME S'IL ÉTAIT VIVANT </a:t>
            </a:r>
            <a:br>
              <a:rPr lang="fr-FR" smtClean="0"/>
            </a:br>
            <a:r>
              <a:rPr lang="fr-FR" smtClean="0"/>
              <a:t>PLUS RIEN NE SERAIT COMME AVANT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PUIS L’AIR SE REMPLI SOUDAIN</a:t>
            </a:r>
            <a:br>
              <a:rPr lang="fr-FR" smtClean="0"/>
            </a:br>
            <a:r>
              <a:rPr lang="fr-FR" smtClean="0"/>
              <a:t>D'UN ÉTRANGE ET DOUX PARFUM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UNE LUMIÈRE REMPLIE L’ENDROIT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CHASSANT</a:t>
            </a:r>
            <a:br>
              <a:rPr lang="fr-FR" smtClean="0"/>
            </a:br>
            <a:r>
              <a:rPr lang="fr-FR" smtClean="0"/>
              <a:t>TOUTES CES OMBRES NOIRES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ET JÉSUS SE TENAIT LÀ</a:t>
            </a:r>
            <a:br>
              <a:rPr lang="fr-FR" smtClean="0"/>
            </a:br>
            <a:r>
              <a:rPr lang="fr-FR" smtClean="0"/>
              <a:t>LES BRAS GRANDS OUVERTS VERS MOI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ET JE TOMBAIS DEVANT LUI</a:t>
            </a:r>
            <a:br>
              <a:rPr lang="fr-FR" smtClean="0"/>
            </a:br>
            <a:r>
              <a:rPr lang="fr-FR" smtClean="0"/>
              <a:t>AVEC DES PLEURS ET DES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 ME RELEVA SUR MES PIEDS</a:t>
            </a:r>
            <a:br>
              <a:rPr lang="fr-FR" smtClean="0"/>
            </a:br>
            <a:r>
              <a:rPr lang="fr-FR" smtClean="0"/>
              <a:t>ME REGARDANT DANS LES YEUX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SON AMOUR RESPLENDISSAIT</a:t>
            </a:r>
            <a:br>
              <a:rPr lang="fr-FR" smtClean="0"/>
            </a:br>
            <a:r>
              <a:rPr lang="fr-FR" smtClean="0"/>
              <a:t>COMME LE SOLEIL DANS LES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ET TOUTE LA CULPABILITÉ</a:t>
            </a:r>
            <a:br>
              <a:rPr lang="fr-FR" smtClean="0"/>
            </a:br>
            <a:r>
              <a:rPr lang="fr-FR" smtClean="0"/>
              <a:t>DE MON CŒUR S’EST ENVOLÉE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TOUTE LA PEUR QUE J’ÉPROUVAIS</a:t>
            </a:r>
            <a:br>
              <a:rPr lang="fr-FR" smtClean="0"/>
            </a:br>
            <a:r>
              <a:rPr lang="fr-FR" smtClean="0"/>
              <a:t>A LAISSÉ PLACE À LA PAIX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IL EST VIVANT, IL EST VIVANT</a:t>
            </a:r>
            <a:br>
              <a:rPr lang="fr-FR" smtClean="0"/>
            </a:br>
            <a:r>
              <a:rPr lang="fr-FR" smtClean="0"/>
              <a:t>TOUS MES PÉCHÉS SONT PARDONNÉS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LES CIEUX SONT OUVERTS POUR MOI</a:t>
            </a:r>
            <a:br>
              <a:rPr lang="fr-FR" smtClean="0"/>
            </a:br>
            <a:r>
              <a:rPr lang="fr-FR" smtClean="0"/>
              <a:t>IL EST VIVANT, IL EST VIVANT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TOUS MES PÉCHÉS SONT PARDONNÉS </a:t>
            </a:r>
            <a:br>
              <a:rPr lang="fr-FR" smtClean="0"/>
            </a:br>
            <a:r>
              <a:rPr lang="fr-FR" smtClean="0"/>
              <a:t>LES CIEUX SONT OUVERTS POUR MOI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/>
              <a:t>1-  LES PORTES ÉTAIENT FERMÉES TOUTES LES FENÊTRES VERROUILLÉES</a:t>
            </a:r>
          </a:p>
          <a:p>
            <a:r>
              <a:rPr lang="fr-FR"/>
              <a:t>2-  JE N’AI PU FERMER L’ŒIL DE LA NUIT</a:t>
            </a:r>
            <a:br>
              <a:rPr lang="fr-FR"/>
            </a:br>
            <a:r>
              <a:rPr lang="fr-FR"/>
              <a:t>ME LEVANT À CHAQUE BRUIT</a:t>
            </a:r>
          </a:p>
          <a:p>
            <a:r>
              <a:rPr lang="fr-FR"/>
              <a:t>3-  À MOITIÉ REMPLI D'ESPOIR </a:t>
            </a:r>
            <a:br>
              <a:rPr lang="fr-FR"/>
            </a:br>
            <a:r>
              <a:rPr lang="fr-FR"/>
              <a:t>ET À MOITIÉ APEURÉ</a:t>
            </a:r>
          </a:p>
          <a:p>
            <a:r>
              <a:rPr lang="fr-FR"/>
              <a:t>4-  QUE LES SOLDATS</a:t>
            </a:r>
            <a:br>
              <a:rPr lang="fr-FR"/>
            </a:br>
            <a:r>
              <a:rPr lang="fr-FR"/>
              <a:t>VIENNENT NOUS CHERCHER</a:t>
            </a:r>
          </a:p>
          <a:p>
            <a:r>
              <a:rPr lang="fr-FR"/>
              <a:t>5-  POUR TOUS NOUS VIOLENTER</a:t>
            </a:r>
          </a:p>
          <a:p>
            <a:r>
              <a:rPr lang="fr-FR"/>
              <a:t>6-  ET JUSTE AU LEVER DU JOUR</a:t>
            </a:r>
            <a:br>
              <a:rPr lang="fr-FR"/>
            </a:br>
            <a:r>
              <a:rPr lang="fr-FR"/>
              <a:t>J'ENTENDIS COMME UN FRACAS</a:t>
            </a:r>
          </a:p>
          <a:p>
            <a:r>
              <a:rPr lang="fr-FR"/>
              <a:t>7-  LA PORTE SE MIS À TREMBLER </a:t>
            </a:r>
            <a:br>
              <a:rPr lang="fr-FR"/>
            </a:br>
            <a:r>
              <a:rPr lang="fr-FR"/>
              <a:t>ET UNE VOIX M'APPELA</a:t>
            </a:r>
          </a:p>
          <a:p>
            <a:r>
              <a:rPr lang="fr-FR"/>
              <a:t>8-  JE COURU À MA FENÊTRE</a:t>
            </a:r>
            <a:br>
              <a:rPr lang="fr-FR"/>
            </a:br>
            <a:r>
              <a:rPr lang="fr-FR"/>
              <a:t>ET VERS LA RUE JE REGARDA</a:t>
            </a:r>
          </a:p>
          <a:p>
            <a:r>
              <a:rPr lang="fr-FR"/>
              <a:t>9-  M'ATTENDANT À VOIR DES ÉPÉES </a:t>
            </a:r>
            <a:br>
              <a:rPr lang="fr-FR"/>
            </a:br>
            <a:r>
              <a:rPr lang="fr-FR"/>
              <a:t>ET UNE TROUPE DE SOLDATS</a:t>
            </a:r>
          </a:p>
          <a:p>
            <a:r>
              <a:rPr lang="fr-FR"/>
              <a:t>10-  MAIS IL N’Y AVAIT QUE MARIE</a:t>
            </a:r>
            <a:br>
              <a:rPr lang="fr-FR"/>
            </a:br>
            <a:r>
              <a:rPr lang="fr-FR"/>
              <a:t>ALORS JE LA LAISSA ENTRER</a:t>
            </a:r>
          </a:p>
          <a:p>
            <a:r>
              <a:rPr lang="fr-FR"/>
              <a:t>11-  JEAN SE TENAIT PRÈS DE MOI </a:t>
            </a:r>
            <a:br>
              <a:rPr lang="fr-FR"/>
            </a:br>
            <a:r>
              <a:rPr lang="fr-FR"/>
              <a:t>ET NOUS L’AVONS ÉCOUTÉ</a:t>
            </a:r>
          </a:p>
          <a:p>
            <a:r>
              <a:rPr lang="fr-FR"/>
              <a:t>12-  NOUS DIRE QU’IL AVAIT DISPARU</a:t>
            </a:r>
            <a:br>
              <a:rPr lang="fr-FR"/>
            </a:br>
            <a:r>
              <a:rPr lang="fr-FR"/>
              <a:t>QUE PERSONNE N’AVAIT RIEN VU</a:t>
            </a:r>
          </a:p>
          <a:p>
            <a:r>
              <a:rPr lang="fr-FR"/>
              <a:t>13-  OH LA PIERRE A ÉTÉ ROULÉE</a:t>
            </a:r>
            <a:br>
              <a:rPr lang="fr-FR"/>
            </a:br>
            <a:r>
              <a:rPr lang="fr-FR"/>
              <a:t>ET SON CORPS N'Y EST PLUS</a:t>
            </a:r>
          </a:p>
          <a:p>
            <a:r>
              <a:rPr lang="fr-FR"/>
              <a:t>14-  NOUS AVONS COURU VERS LE JARDIN</a:t>
            </a:r>
            <a:br>
              <a:rPr lang="fr-FR"/>
            </a:br>
            <a:r>
              <a:rPr lang="fr-FR"/>
              <a:t>JEAN COURAIT DEVANT MOI </a:t>
            </a:r>
          </a:p>
          <a:p>
            <a:r>
              <a:rPr lang="fr-FR"/>
              <a:t>15-  NOUS AVONS TROUVÉ LA PIERRE</a:t>
            </a:r>
            <a:br>
              <a:rPr lang="fr-FR"/>
            </a:br>
            <a:r>
              <a:rPr lang="fr-FR"/>
              <a:t>ET LA TOMBE VIDE</a:t>
            </a:r>
          </a:p>
          <a:p>
            <a:r>
              <a:rPr lang="fr-FR"/>
              <a:t>16-  TEL QUE MARIE L’AVAIT DIT</a:t>
            </a:r>
          </a:p>
          <a:p>
            <a:r>
              <a:rPr lang="fr-FR"/>
              <a:t>17-  ET CE DRAP BLANC QUI L'ENVELOPPAIT </a:t>
            </a:r>
          </a:p>
          <a:p>
            <a:r>
              <a:rPr lang="fr-FR"/>
              <a:t>18-  N'ÉTAIT QU'UNE COQUILLE</a:t>
            </a:r>
            <a:br>
              <a:rPr lang="fr-FR"/>
            </a:br>
            <a:r>
              <a:rPr lang="fr-FR"/>
              <a:t>TOUT AUSSI VIDE</a:t>
            </a:r>
          </a:p>
          <a:p>
            <a:r>
              <a:rPr lang="fr-FR"/>
              <a:t>19-  OÙ ET COMMENT ILS L'ONT EMMENÉ ?</a:t>
            </a:r>
            <a:br>
              <a:rPr lang="fr-FR"/>
            </a:br>
            <a:r>
              <a:rPr lang="fr-FR"/>
              <a:t>TOUT CELA ME DÉPASSAIT</a:t>
            </a:r>
          </a:p>
          <a:p>
            <a:r>
              <a:rPr lang="fr-FR"/>
              <a:t>20-  QUELQUE CHOSE D'ÉTRANGE</a:t>
            </a:r>
            <a:br>
              <a:rPr lang="fr-FR"/>
            </a:br>
            <a:r>
              <a:rPr lang="fr-FR"/>
              <a:t>S'EST PASSÉE</a:t>
            </a:r>
          </a:p>
          <a:p>
            <a:r>
              <a:rPr lang="fr-FR"/>
              <a:t>21-  MAIS QUOI JE NE LE SAVAIS PAS</a:t>
            </a:r>
          </a:p>
          <a:p>
            <a:r>
              <a:rPr lang="fr-FR"/>
              <a:t>22-  JEAN CROYAIT AU MIRACLE </a:t>
            </a:r>
            <a:br>
              <a:rPr lang="fr-FR"/>
            </a:br>
            <a:r>
              <a:rPr lang="fr-FR"/>
              <a:t>MAIS MOI JE N'Y CROYAIS PAS</a:t>
            </a:r>
          </a:p>
          <a:p>
            <a:r>
              <a:rPr lang="fr-FR"/>
              <a:t>23-  CES FABLES ET SPÉCULATIONS</a:t>
            </a:r>
            <a:br>
              <a:rPr lang="fr-FR"/>
            </a:br>
            <a:r>
              <a:rPr lang="fr-FR"/>
              <a:t>NE NOUS ÉCLAIRERAIENT PAS </a:t>
            </a:r>
          </a:p>
          <a:p>
            <a:r>
              <a:rPr lang="fr-FR"/>
              <a:t>24-  CAR JE LES AI VU LE CRUCIFIER</a:t>
            </a:r>
            <a:br>
              <a:rPr lang="fr-FR"/>
            </a:br>
            <a:r>
              <a:rPr lang="fr-FR"/>
              <a:t>JE L’AI VU MORT SUR CETTE CROIX</a:t>
            </a:r>
          </a:p>
          <a:p>
            <a:r>
              <a:rPr lang="fr-FR"/>
              <a:t>25-  DE RETOUR À NOUVEAU CHEZ MOI </a:t>
            </a:r>
            <a:br>
              <a:rPr lang="fr-FR"/>
            </a:br>
            <a:r>
              <a:rPr lang="fr-FR"/>
              <a:t>L'ANGOISSE ME PRIS AU CORPS</a:t>
            </a:r>
          </a:p>
          <a:p>
            <a:r>
              <a:rPr lang="fr-FR"/>
              <a:t>26-  CE QUE JE LUI AVAIS PROMIS </a:t>
            </a:r>
            <a:br>
              <a:rPr lang="fr-FR"/>
            </a:br>
            <a:r>
              <a:rPr lang="fr-FR"/>
              <a:t>ME FIT HONTE ET PLUS ENCORE </a:t>
            </a:r>
          </a:p>
          <a:p>
            <a:r>
              <a:rPr lang="fr-FR"/>
              <a:t>27-  CAR COMME IL L’AVAIT ANNONCÉ</a:t>
            </a:r>
            <a:br>
              <a:rPr lang="fr-FR"/>
            </a:br>
            <a:r>
              <a:rPr lang="fr-FR"/>
              <a:t>TROIS FOIS JE L’AI RENIÉ</a:t>
            </a:r>
          </a:p>
          <a:p>
            <a:r>
              <a:rPr lang="fr-FR"/>
              <a:t>28-  ALORS MÊME S'IL ÉTAIT VIVANT </a:t>
            </a:r>
            <a:br>
              <a:rPr lang="fr-FR"/>
            </a:br>
            <a:r>
              <a:rPr lang="fr-FR"/>
              <a:t>PLUS RIEN NE SERAIT COMME AVANT</a:t>
            </a:r>
          </a:p>
          <a:p>
            <a:r>
              <a:rPr lang="fr-FR"/>
              <a:t>29-  PUIS L’AIR SE REMPLI SOUDAIN</a:t>
            </a:r>
            <a:br>
              <a:rPr lang="fr-FR"/>
            </a:br>
            <a:r>
              <a:rPr lang="fr-FR"/>
              <a:t>D'UN ÉTRANGE ET DOUX PARFUM </a:t>
            </a:r>
          </a:p>
          <a:p>
            <a:r>
              <a:rPr lang="fr-FR"/>
              <a:t>30-  UNE LUMIÈRE REMPLIE L’ENDROIT</a:t>
            </a:r>
          </a:p>
          <a:p>
            <a:r>
              <a:rPr lang="fr-FR"/>
              <a:t>31-  CHASSANT</a:t>
            </a:r>
            <a:br>
              <a:rPr lang="fr-FR"/>
            </a:br>
            <a:r>
              <a:rPr lang="fr-FR"/>
              <a:t>TOUTES CES OMBRES NOIRES</a:t>
            </a:r>
          </a:p>
          <a:p>
            <a:r>
              <a:rPr lang="fr-FR"/>
              <a:t>32-  ET JÉSUS SE TENAIT LÀ</a:t>
            </a:r>
            <a:br>
              <a:rPr lang="fr-FR"/>
            </a:br>
            <a:r>
              <a:rPr lang="fr-FR"/>
              <a:t>LES BRAS GRANDS OUVERTS VERS MOI</a:t>
            </a:r>
          </a:p>
          <a:p>
            <a:r>
              <a:rPr lang="fr-FR"/>
              <a:t>33-  ET JE TOMBAIS DEVANT LUI</a:t>
            </a:r>
            <a:br>
              <a:rPr lang="fr-FR"/>
            </a:br>
            <a:r>
              <a:rPr lang="fr-FR"/>
              <a:t>AVEC DES PLEURS ET DES CRIS</a:t>
            </a:r>
          </a:p>
          <a:p>
            <a:r>
              <a:rPr lang="fr-FR"/>
              <a:t>34-  IL ME RELEVA SUR MES PIEDS</a:t>
            </a:r>
            <a:br>
              <a:rPr lang="fr-FR"/>
            </a:br>
            <a:r>
              <a:rPr lang="fr-FR"/>
              <a:t>ME REGARDANT DANS LES YEUX</a:t>
            </a:r>
          </a:p>
          <a:p>
            <a:r>
              <a:rPr lang="fr-FR"/>
              <a:t>35-  SON AMOUR RESPLENDISSAIT</a:t>
            </a:r>
            <a:br>
              <a:rPr lang="fr-FR"/>
            </a:br>
            <a:r>
              <a:rPr lang="fr-FR"/>
              <a:t>COMME LE SOLEIL DANS LES CIEUX</a:t>
            </a:r>
          </a:p>
          <a:p>
            <a:r>
              <a:rPr lang="fr-FR"/>
              <a:t>36-  ET TOUTE LA CULPABILITÉ</a:t>
            </a:r>
            <a:br>
              <a:rPr lang="fr-FR"/>
            </a:br>
            <a:r>
              <a:rPr lang="fr-FR"/>
              <a:t>DE MON CŒUR S’EST ENVOLÉE</a:t>
            </a:r>
          </a:p>
          <a:p>
            <a:r>
              <a:rPr lang="fr-FR"/>
              <a:t>37-  ET TOUTE LA PEUR QUE J’ÉPROUVAIS</a:t>
            </a:r>
            <a:br>
              <a:rPr lang="fr-FR"/>
            </a:br>
            <a:r>
              <a:rPr lang="fr-FR"/>
              <a:t>A LAISSÉ PLACE À LA PAIX</a:t>
            </a:r>
          </a:p>
          <a:p>
            <a:endParaRPr lang="fr-FR"/>
          </a:p>
          <a:p>
            <a:r>
              <a:rPr lang="fr-FR"/>
              <a:t>38-  IL EST VIVANT, IL EST VIVANT</a:t>
            </a:r>
            <a:br>
              <a:rPr lang="fr-FR"/>
            </a:br>
            <a:r>
              <a:rPr lang="fr-FR"/>
              <a:t>TOUS MES PÉCHÉS SONT PARDONNÉS </a:t>
            </a:r>
          </a:p>
          <a:p>
            <a:r>
              <a:rPr lang="fr-FR"/>
              <a:t>39-  LES CIEUX SONT OUVERTS POUR MOI</a:t>
            </a:r>
            <a:br>
              <a:rPr lang="fr-FR"/>
            </a:br>
            <a:r>
              <a:rPr lang="fr-FR"/>
              <a:t>IL EST VIVANT, IL EST VIVANT</a:t>
            </a:r>
          </a:p>
          <a:p>
            <a:r>
              <a:rPr lang="fr-FR"/>
              <a:t>40-  TOUS MES PÉCHÉS SONT PARDONNÉS </a:t>
            </a:r>
            <a:br>
              <a:rPr lang="fr-FR"/>
            </a:br>
            <a:r>
              <a:rPr lang="fr-FR"/>
              <a:t>LES CIEUX SONT OUVERTS POUR MOI</a:t>
            </a:r>
          </a:p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301381-8DC6-4322-9DD8-822A1B59F8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F8645-DF75-4CCA-9A29-2F592C377E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8FBEDD-AAF7-4FBB-85F4-04F4AA5EA5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103DF9-DF74-4272-86E6-F53D063FFE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5D2C4-F780-4A4E-AAAE-A61B426E61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BA322-9916-40CC-8CD4-B983673C86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BCC335-9F68-4739-8911-DA4F551BC4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466207-CA09-4D9C-B6BF-AE28257F83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995864-1CF1-4B97-A733-E1E3BB700C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1AB6CE-B472-431F-ABB5-DB8A870A2D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062F0A-420E-43F0-ACB6-A1BB73DFA4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8631E657-0726-4AFA-9476-493062ABC7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PORTES ÉTAIENT FERMÉES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LES FENÊTRES VERROUILLÉES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N’AI PU FERMER L’ŒIL DE LA NUIT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LEVANT À CHAQUE BRUIT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MOITIÉ REMPLI D'ESPOIR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À MOITIÉ APEURÉ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LES SOLDATS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VIENNENT NOUS CHERCHER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NOUS VIOLENTER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JUSTE AU LEVER DU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J'ENTENDIS COMME UN FRACAS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PORTE SE MIS À TREMBLER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UNE VOIX M'APPELA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COURU À MA FENÊTRE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VERS LA RUE JE REGARDA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M'ATTENDANT À VOIR DES ÉPÉES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UNE TROUPE DE SOLDATS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IL N’Y AVAIT QUE MARIE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JE LA LAISSA ENTRER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JEAN SE TENAIT PRÈS DE MOI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NOUS L’AVONS ÉCOUTÉ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DIRE QU’IL AVAIT DISPARU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PERSONNE N’AVAIT RIEN VU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LA PIERRE A ÉTÉ ROULÉE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SON CORPS N'Y EST PLUS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AVONS COURU VERS LE JARDIN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JEAN COURAIT DEVANT MOI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AVONS TROUVÉ LA PIERRE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TOMBE VIDE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 QUE MARIE L’AVAIT DIT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CE DRAP BLANC QUI L'ENVELOPPAIT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N'ÉTAIT QU'UNE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COQUILLE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AUSSI VIDE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ET COMMENT ILS L'ONT EMMENÉ ?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CELA ME DÉPASSAIT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QUELQUE CHOSE D'ÉTRANGE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S'EST PASSÉE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QUOI JE NE LE SAVAIS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JEAN CROYAIT AU MIRACLE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MOI JE N'Y CROYAIS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 FABLES ET SPÉCULATIONS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NOUS ÉCLAIRERAIENT PAS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LES AI VU LE CRUCIFIER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L’AI VU MORT SUR CETTE CROIX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RETOUR À NOUVEAU CHEZ MOI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L'ANGOISSE ME PRIS AU CORPS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JE LUI AVAIS PROMIS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FIT HONTE ET PLUS ENCORE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COMME IL L’AVAIT ANNONCÉ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TROIS FOIS JE L’AI RENIÉ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MÊME S'IL ÉTAIT VIVANT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RIEN NE SERAIT COMME AVANT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 L’AIR SE REMPLIT SOUDAIN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D'UN ÉTRANGE ET DOUX PARFUM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LUMIÈRE REMPLIE L’ENDROIT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CHASSANT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 OMBRES NOIRES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JÉSUS SE TENAIT LÀ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BRAS GRANDS OUVERTS VERS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TOMBAIS DEVANT LUI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DES PLEURS ET DES CRIS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ME RELEVA SUR MES PIEDS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REGARDANT DANS LES YEUX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 RESPLENDISSAIT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LE SOLEIL DANS LES CIEUX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TOUTE LA CULPABILITÉ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MON CŒUR S’EST ENVOLÉE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TOUTE LA PEUR QUE J’ÉPROUVAIS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LAISSÉ PLACE À LA PAIX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VIVANT, IL EST VIVANT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MES PÉCHÉS SONT PARDONNÉS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CIEUX SONT OUVERTS 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VIVANT, IL EST VIVANT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MES PÉCHÉS SONT PARDONNÉS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CIEUX SONT OUVERTS 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1908</TotalTime>
  <Words>1644</Words>
  <Application>Microsoft Office PowerPoint</Application>
  <PresentationFormat>On-screen Show (4:3)</PresentationFormat>
  <Paragraphs>3320</Paragraphs>
  <Slides>40</Slides>
  <Notes>40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40</vt:i4>
      </vt:variant>
    </vt:vector>
  </HeadingPairs>
  <TitlesOfParts>
    <vt:vector size="44" baseType="lpstr">
      <vt:lpstr>Franklin Gothic Medium</vt:lpstr>
      <vt:lpstr>Arial</vt:lpstr>
      <vt:lpstr>Calibri</vt:lpstr>
      <vt:lpstr>Default Design</vt:lpstr>
      <vt:lpstr>LES PORTES ÉTAIENT FERMÉES TOUTES LES FENÊTRES VERROUILLÉES</vt:lpstr>
      <vt:lpstr>JE N’AI PU FERMER L’ŒIL DE LA NUIT ME LEVANT À CHAQUE BRUIT</vt:lpstr>
      <vt:lpstr>À MOITIÉ REMPLI D'ESPOIR  ET À MOITIÉ APEURÉ</vt:lpstr>
      <vt:lpstr>QUE LES SOLDATS VIENNENT NOUS CHERCHER</vt:lpstr>
      <vt:lpstr>POUR TOUS NOUS VIOLENTER</vt:lpstr>
      <vt:lpstr>ET JUSTE AU LEVER DU JOUR J'ENTENDIS COMME UN FRACAS</vt:lpstr>
      <vt:lpstr>LA PORTE SE MIS À TREMBLER  ET UNE VOIX M'APPELA</vt:lpstr>
      <vt:lpstr>JE COURU À MA FENÊTRE ET VERS LA RUE JE REGARDA</vt:lpstr>
      <vt:lpstr>M'ATTENDANT À VOIR DES ÉPÉES  ET UNE TROUPE DE SOLDATS</vt:lpstr>
      <vt:lpstr>MAIS IL N’Y AVAIT QUE MARIE ALORS JE LA LAISSA ENTRER</vt:lpstr>
      <vt:lpstr>JEAN SE TENAIT PRÈS DE MOI  ET NOUS L’AVONS ÉCOUTÉ</vt:lpstr>
      <vt:lpstr>NOUS DIRE QU’IL AVAIT DISPARU QUE PERSONNE N’AVAIT RIEN VU</vt:lpstr>
      <vt:lpstr>OH LA PIERRE A ÉTÉ ROULÉE ET SON CORPS N'Y EST PLUS</vt:lpstr>
      <vt:lpstr>NOUS AVONS COURU VERS LE JARDIN JEAN COURAIT DEVANT MOI </vt:lpstr>
      <vt:lpstr>NOUS AVONS TROUVÉ LA PIERRE ET LA TOMBE VIDE</vt:lpstr>
      <vt:lpstr>TEL QUE MARIE L’AVAIT DIT</vt:lpstr>
      <vt:lpstr>ET CE DRAP BLANC QUI L'ENVELOPPAIT </vt:lpstr>
      <vt:lpstr>N'ÉTAIT QU'UNE COQUILLE TOUT AUSSI VIDE</vt:lpstr>
      <vt:lpstr>OÙ ET COMMENT ILS L'ONT EMMENÉ ? TOUT CELA ME DÉPASSAIT</vt:lpstr>
      <vt:lpstr>QUELQUE CHOSE D'ÉTRANGE S'EST PASSÉE</vt:lpstr>
      <vt:lpstr>MAIS QUOI JE NE LE SAVAIS PAS</vt:lpstr>
      <vt:lpstr>JEAN CROYAIT AU MIRACLE  MAIS MOI JE N'Y CROYAIS PAS</vt:lpstr>
      <vt:lpstr>CES FABLES ET SPÉCULATIONS NE NOUS ÉCLAIRERAIENT PAS </vt:lpstr>
      <vt:lpstr>CAR JE LES AI VU LE CRUCIFIER JE L’AI VU MORT SUR CETTE CROIX</vt:lpstr>
      <vt:lpstr>DE RETOUR À NOUVEAU CHEZ MOI  L'ANGOISSE ME PRIS AU CORPS</vt:lpstr>
      <vt:lpstr>CE QUE JE LUI AVAIS PROMIS  ME FIT HONTE ET PLUS ENCORE </vt:lpstr>
      <vt:lpstr>CAR COMME IL L’AVAIT ANNONCÉ TROIS FOIS JE L’AI RENIÉ</vt:lpstr>
      <vt:lpstr>ALORS MÊME S'IL ÉTAIT VIVANT  PLUS RIEN NE SERAIT COMME AVANT</vt:lpstr>
      <vt:lpstr>PUIS L’AIR SE REMPLIT SOUDAIN D'UN ÉTRANGE ET DOUX PARFUM </vt:lpstr>
      <vt:lpstr>UNE LUMIÈRE REMPLIE L’ENDROIT</vt:lpstr>
      <vt:lpstr>CHASSANT TOUTES CES OMBRES NOIRES</vt:lpstr>
      <vt:lpstr>ET JÉSUS SE TENAIT LÀ LES BRAS GRANDS OUVERTS VERS MOI</vt:lpstr>
      <vt:lpstr>ET JE TOMBAIS DEVANT LUI AVEC DES PLEURS ET DES CRIS</vt:lpstr>
      <vt:lpstr>IL ME RELEVA SUR MES PIEDS ME REGARDANT DANS LES YEUX</vt:lpstr>
      <vt:lpstr>SON AMOUR RESPLENDISSAIT COMME LE SOLEIL DANS LES CIEUX</vt:lpstr>
      <vt:lpstr>ET TOUTE LA CULPABILITÉ DE MON CŒUR S’EST ENVOLÉE</vt:lpstr>
      <vt:lpstr>ET TOUTE LA PEUR QUE J’ÉPROUVAIS A LAISSÉ PLACE À LA PAIX</vt:lpstr>
      <vt:lpstr>IL EST VIVANT, IL EST VIVANT TOUS MES PÉCHÉS SONT PARDONNÉS </vt:lpstr>
      <vt:lpstr>LES CIEUX SONT OUVERTS POUR MOI IL EST VIVANT, IL EST VIVANT</vt:lpstr>
      <vt:lpstr>TOUS MES PÉCHÉS SONT PARDONNÉS  LES CIEUX SONT OUVERTS POUR MOI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126</cp:revision>
  <dcterms:created xsi:type="dcterms:W3CDTF">2002-08-17T10:50:50Z</dcterms:created>
  <dcterms:modified xsi:type="dcterms:W3CDTF">2013-10-27T11:26:16Z</dcterms:modified>
</cp:coreProperties>
</file>