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69" r:id="rId2"/>
    <p:sldId id="270" r:id="rId3"/>
    <p:sldId id="272" r:id="rId4"/>
    <p:sldId id="278" r:id="rId5"/>
    <p:sldId id="279" r:id="rId6"/>
    <p:sldId id="273" r:id="rId7"/>
    <p:sldId id="274" r:id="rId8"/>
    <p:sldId id="280" r:id="rId9"/>
    <p:sldId id="281" r:id="rId10"/>
    <p:sldId id="282" r:id="rId11"/>
    <p:sldId id="283" r:id="rId12"/>
    <p:sldId id="284" r:id="rId13"/>
    <p:sldId id="285" r:id="rId14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88" autoAdjust="0"/>
    <p:restoredTop sz="66828" autoAdjust="0"/>
  </p:normalViewPr>
  <p:slideViewPr>
    <p:cSldViewPr>
      <p:cViewPr varScale="1">
        <p:scale>
          <a:sx n="54" d="100"/>
          <a:sy n="54" d="100"/>
        </p:scale>
        <p:origin x="-102" y="-3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74A83C7-B27B-40A3-988E-630871A8F7A0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DDBF4EC7-E5FC-4456-8475-BDE29023FD88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291" name="Espace réservé des commentaires 2"/>
          <p:cNvSpPr>
            <a:spLocks noGrp="1"/>
          </p:cNvSpPr>
          <p:nvPr>
            <p:ph type="body" idx="1"/>
          </p:nvPr>
        </p:nvSpPr>
        <p:spPr bwMode="auto"/>
        <p:txBody>
          <a:bodyPr wrap="square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1-  REMPLIS DE JOIE, NOUS TE LOUONS.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NOUS CÉLÉBRONS NOTRE ROI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2-  D’UN SEUL CŒUR, NOUS T’ÉLEVONS.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QUE TA LUMIÈRE BRILLE, OH ROI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3-  TOUTE LA TERRE S’ÉMERVEILLE</a:t>
            </a:r>
            <a:br>
              <a:rPr lang="fr-FR" smtClean="0"/>
            </a:br>
            <a:r>
              <a:rPr lang="fr-FR" smtClean="0"/>
              <a:t>     DEVANT TOI, PRINCE DE LA PAIX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4-  POUR TOI, NOUS SOMMES DANS L’ALLÉGRESSE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TU REMPLIS NOS CŒURS DE JOIE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QUE LES PEUPLES SE RASSEMBLENT</a:t>
            </a:r>
            <a:br>
              <a:rPr lang="fr-FR" smtClean="0"/>
            </a:br>
            <a:r>
              <a:rPr lang="fr-FR" smtClean="0"/>
              <a:t>     POUR DE MEILLEURS LENDEMAINS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7-  VIVRE ET S’AIMER ENTRE FRÈRES</a:t>
            </a:r>
            <a:br>
              <a:rPr lang="fr-FR" smtClean="0"/>
            </a:br>
            <a:r>
              <a:rPr lang="fr-FR" smtClean="0"/>
              <a:t>     PAR SON AMOUR ÉTERNEL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8-  JOIE PARFAITE, JOIE IMMENSE</a:t>
            </a:r>
            <a:br>
              <a:rPr lang="fr-FR" smtClean="0"/>
            </a:br>
            <a:r>
              <a:rPr lang="fr-FR" smtClean="0"/>
              <a:t>     PROCLAMONS SA MAJESTÉ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POUR NOTRE SEIGNEUR, NOUS ÉLEVONS</a:t>
            </a:r>
            <a:br>
              <a:rPr lang="fr-FR" smtClean="0"/>
            </a:br>
            <a:r>
              <a:rPr lang="fr-FR" smtClean="0"/>
              <a:t>     BIEN HAUT L’ÉTENDARD DE PAIX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A LUI SEUL NOUS RENDONS GLOIRE</a:t>
            </a:r>
            <a:br>
              <a:rPr lang="fr-FR" smtClean="0"/>
            </a:br>
            <a:r>
              <a:rPr lang="fr-FR" smtClean="0"/>
              <a:t>       DIEU DE TOUTE ÉTERNITÉ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11-  PAR TA GRÂCE INCOMPARABLE</a:t>
            </a:r>
            <a:br>
              <a:rPr lang="fr-FR" smtClean="0"/>
            </a:br>
            <a:r>
              <a:rPr lang="fr-FR" smtClean="0"/>
              <a:t>       TU NOUS DONNES TA LIBERTÉ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12-  VIE NOUVELLE, VIE D’ESPÉRANCE</a:t>
            </a:r>
            <a:br>
              <a:rPr lang="fr-FR" smtClean="0"/>
            </a:br>
            <a:r>
              <a:rPr lang="fr-FR" smtClean="0"/>
              <a:t>       QUI NOUS COMBLE DE BONHEUR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13-  L’UNIVERS EXALTE TON NOM</a:t>
            </a:r>
            <a:br>
              <a:rPr lang="fr-FR" smtClean="0"/>
            </a:br>
            <a:r>
              <a:rPr lang="fr-FR" smtClean="0"/>
              <a:t>      JÉSUS-CHRIST, EMMANUEL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REMPLIS DE JOIE, NOUS TE LOUONS.</a:t>
            </a:r>
          </a:p>
          <a:p>
            <a:r>
              <a:rPr lang="fr-FR" smtClean="0"/>
              <a:t>     NOUS CÉLÉBRONS NOTRE ROI</a:t>
            </a:r>
          </a:p>
          <a:p>
            <a:r>
              <a:rPr lang="fr-FR" smtClean="0"/>
              <a:t>2-  D’UN SEUL CŒUR, NOUS T’ÉLEVONS. </a:t>
            </a:r>
          </a:p>
          <a:p>
            <a:r>
              <a:rPr lang="fr-FR" smtClean="0"/>
              <a:t>     QUE TA LUMIÈRE BRILLE, OH ROI</a:t>
            </a:r>
          </a:p>
          <a:p>
            <a:r>
              <a:rPr lang="fr-FR" smtClean="0"/>
              <a:t>3-  TOUTE LA TERRE S’ÉMERVEILLE</a:t>
            </a:r>
            <a:br>
              <a:rPr lang="fr-FR" smtClean="0"/>
            </a:br>
            <a:r>
              <a:rPr lang="fr-FR" smtClean="0"/>
              <a:t>     DEVANT TOI, PRINCE DE LA PAIX</a:t>
            </a:r>
          </a:p>
          <a:p>
            <a:r>
              <a:rPr lang="fr-FR" smtClean="0"/>
              <a:t>4-  POUR TOI, NOUS SOMMES DANS L’ALLÉGRESSE</a:t>
            </a:r>
          </a:p>
          <a:p>
            <a:r>
              <a:rPr lang="fr-FR" smtClean="0"/>
              <a:t>5-  TU REMPLIS NOS CŒURS DE JOIE</a:t>
            </a:r>
          </a:p>
          <a:p>
            <a:endParaRPr lang="fr-FR" smtClean="0"/>
          </a:p>
          <a:p>
            <a:r>
              <a:rPr lang="fr-FR" smtClean="0"/>
              <a:t>6-  QUE LES PEUPLES SE RASSEMBLENT</a:t>
            </a:r>
            <a:br>
              <a:rPr lang="fr-FR" smtClean="0"/>
            </a:br>
            <a:r>
              <a:rPr lang="fr-FR" smtClean="0"/>
              <a:t>     POUR DE MEILLEURS LENDEMAINS</a:t>
            </a:r>
          </a:p>
          <a:p>
            <a:r>
              <a:rPr lang="fr-FR" smtClean="0"/>
              <a:t>7-  VIVRE ET S’AIMER ENTRE FRÈRES</a:t>
            </a:r>
            <a:br>
              <a:rPr lang="fr-FR" smtClean="0"/>
            </a:br>
            <a:r>
              <a:rPr lang="fr-FR" smtClean="0"/>
              <a:t>     PAR SON AMOUR ÉTERNEL</a:t>
            </a:r>
          </a:p>
          <a:p>
            <a:r>
              <a:rPr lang="fr-FR" smtClean="0"/>
              <a:t>8-  JOIE PARFAITE, JOIE IMMENSE</a:t>
            </a:r>
            <a:br>
              <a:rPr lang="fr-FR" smtClean="0"/>
            </a:br>
            <a:r>
              <a:rPr lang="fr-FR" smtClean="0"/>
              <a:t>     PROCLAMONS SA MAJESTÉ</a:t>
            </a:r>
          </a:p>
          <a:p>
            <a:r>
              <a:rPr lang="fr-FR" smtClean="0"/>
              <a:t>9-  POUR NOTRE SEIGNEUR, NOUS ÉLEVONS</a:t>
            </a:r>
            <a:br>
              <a:rPr lang="fr-FR" smtClean="0"/>
            </a:br>
            <a:r>
              <a:rPr lang="fr-FR" smtClean="0"/>
              <a:t>     BIEN HAUT L’ÉTENDARD DE PAIX</a:t>
            </a:r>
          </a:p>
          <a:p>
            <a:endParaRPr lang="fr-FR" smtClean="0"/>
          </a:p>
          <a:p>
            <a:r>
              <a:rPr lang="fr-FR" smtClean="0"/>
              <a:t>10-  A LUI SEUL NOUS RENDONS GLOIRE</a:t>
            </a:r>
            <a:br>
              <a:rPr lang="fr-FR" smtClean="0"/>
            </a:br>
            <a:r>
              <a:rPr lang="fr-FR" smtClean="0"/>
              <a:t>       DIEU DE TOUTE ÉTERNITÉ</a:t>
            </a:r>
          </a:p>
          <a:p>
            <a:r>
              <a:rPr lang="fr-FR" smtClean="0"/>
              <a:t>11-  PAR TA GRÂCE INCOMPARABLE</a:t>
            </a:r>
            <a:br>
              <a:rPr lang="fr-FR" smtClean="0"/>
            </a:br>
            <a:r>
              <a:rPr lang="fr-FR" smtClean="0"/>
              <a:t>       TU NOUS DONNES TA LIBERTÉ</a:t>
            </a:r>
          </a:p>
          <a:p>
            <a:r>
              <a:rPr lang="fr-FR" smtClean="0"/>
              <a:t>12-  VIE NOUVELLE, VIE D’ESPÉRANCE</a:t>
            </a:r>
            <a:br>
              <a:rPr lang="fr-FR" smtClean="0"/>
            </a:br>
            <a:r>
              <a:rPr lang="fr-FR" smtClean="0"/>
              <a:t>       QUI NOUS COMBLE DE BONHEUR</a:t>
            </a:r>
          </a:p>
          <a:p>
            <a:r>
              <a:rPr lang="fr-FR" smtClean="0"/>
              <a:t>13-  L’UNIVERS EXALTE TON NOM</a:t>
            </a:r>
            <a:br>
              <a:rPr lang="fr-FR" smtClean="0"/>
            </a:br>
            <a:r>
              <a:rPr lang="fr-FR" smtClean="0"/>
              <a:t>      JÉSUS-CHRIST, EMMANUEL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15" name="Espace réservé des commentaires 2"/>
          <p:cNvSpPr>
            <a:spLocks noGrp="1"/>
          </p:cNvSpPr>
          <p:nvPr>
            <p:ph type="body" idx="1"/>
          </p:nvPr>
        </p:nvSpPr>
        <p:spPr bwMode="auto"/>
        <p:txBody>
          <a:bodyPr wrap="square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1-  REMPLIS DE JOIE, NOUS TE LOUONS.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NOUS CÉLÉBRONS NOTRE ROI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2-  D’UN SEUL CŒUR, NOUS T’ÉLEVONS.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QUE TA LUMIÈRE BRILLE, OH ROI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3-  TOUTE LA TERRE S’ÉMERVEILLE</a:t>
            </a:r>
            <a:br>
              <a:rPr lang="fr-FR" smtClean="0"/>
            </a:br>
            <a:r>
              <a:rPr lang="fr-FR" smtClean="0"/>
              <a:t>     DEVANT TOI, PRINCE DE LA PAIX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4-  POUR TOI, NOUS SOMMES DANS L’ALLÉGRESSE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TU REMPLIS NOS CŒURS DE JOIE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QUE LES PEUPLES SE RASSEMBLENT</a:t>
            </a:r>
            <a:br>
              <a:rPr lang="fr-FR" smtClean="0"/>
            </a:br>
            <a:r>
              <a:rPr lang="fr-FR" smtClean="0"/>
              <a:t>     POUR DE MEILLEURS LENDEMAINS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7-  VIVRE ET S’AIMER ENTRE FRÈRES</a:t>
            </a:r>
            <a:br>
              <a:rPr lang="fr-FR" smtClean="0"/>
            </a:br>
            <a:r>
              <a:rPr lang="fr-FR" smtClean="0"/>
              <a:t>     PAR SON AMOUR ÉTERNEL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8-  JOIE PARFAITE, JOIE IMMENSE</a:t>
            </a:r>
            <a:br>
              <a:rPr lang="fr-FR" smtClean="0"/>
            </a:br>
            <a:r>
              <a:rPr lang="fr-FR" smtClean="0"/>
              <a:t>     PROCLAMONS SA MAJESTÉ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POUR NOTRE SEIGNEUR, NOUS ÉLEVONS</a:t>
            </a:r>
            <a:br>
              <a:rPr lang="fr-FR" smtClean="0"/>
            </a:br>
            <a:r>
              <a:rPr lang="fr-FR" smtClean="0"/>
              <a:t>     BIEN HAUT L’ÉTENDARD DE PAIX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A LUI SEUL NOUS RENDONS GLOIRE</a:t>
            </a:r>
            <a:br>
              <a:rPr lang="fr-FR" smtClean="0"/>
            </a:br>
            <a:r>
              <a:rPr lang="fr-FR" smtClean="0"/>
              <a:t>       DIEU DE TOUTE ÉTERNITÉ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11-  PAR TA GRÂCE INCOMPARABLE</a:t>
            </a:r>
            <a:br>
              <a:rPr lang="fr-FR" smtClean="0"/>
            </a:br>
            <a:r>
              <a:rPr lang="fr-FR" smtClean="0"/>
              <a:t>       TU NOUS DONNES TA LIBERTÉ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12-  VIE NOUVELLE, VIE D’ESPÉRANCE</a:t>
            </a:r>
            <a:br>
              <a:rPr lang="fr-FR" smtClean="0"/>
            </a:br>
            <a:r>
              <a:rPr lang="fr-FR" smtClean="0"/>
              <a:t>       QUI NOUS COMBLE DE BONHEUR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13-  L’UNIVERS EXALTE TON NOM</a:t>
            </a:r>
            <a:br>
              <a:rPr lang="fr-FR" smtClean="0"/>
            </a:br>
            <a:r>
              <a:rPr lang="fr-FR" smtClean="0"/>
              <a:t>      JÉSUS-CHRIST, EMMANUEL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REMPLIS DE JOIE, NOUS TE LOUONS.</a:t>
            </a:r>
          </a:p>
          <a:p>
            <a:r>
              <a:rPr lang="fr-FR" smtClean="0"/>
              <a:t>     NOUS CÉLÉBRONS NOTRE ROI</a:t>
            </a:r>
          </a:p>
          <a:p>
            <a:r>
              <a:rPr lang="fr-FR" smtClean="0"/>
              <a:t>2-  D’UN SEUL CŒUR, NOUS T’ÉLEVONS. </a:t>
            </a:r>
          </a:p>
          <a:p>
            <a:r>
              <a:rPr lang="fr-FR" smtClean="0"/>
              <a:t>     QUE TA LUMIÈRE BRILLE, OH ROI</a:t>
            </a:r>
          </a:p>
          <a:p>
            <a:r>
              <a:rPr lang="fr-FR" smtClean="0"/>
              <a:t>3-  TOUTE LA TERRE S’ÉMERVEILLE</a:t>
            </a:r>
            <a:br>
              <a:rPr lang="fr-FR" smtClean="0"/>
            </a:br>
            <a:r>
              <a:rPr lang="fr-FR" smtClean="0"/>
              <a:t>     DEVANT TOI, PRINCE DE LA PAIX</a:t>
            </a:r>
          </a:p>
          <a:p>
            <a:r>
              <a:rPr lang="fr-FR" smtClean="0"/>
              <a:t>4-  POUR TOI, NOUS SOMMES DANS L’ALLÉGRESSE</a:t>
            </a:r>
          </a:p>
          <a:p>
            <a:r>
              <a:rPr lang="fr-FR" smtClean="0"/>
              <a:t>5-  TU REMPLIS NOS CŒURS DE JOIE</a:t>
            </a:r>
          </a:p>
          <a:p>
            <a:endParaRPr lang="fr-FR" smtClean="0"/>
          </a:p>
          <a:p>
            <a:r>
              <a:rPr lang="fr-FR" smtClean="0"/>
              <a:t>6-  QUE LES PEUPLES SE RASSEMBLENT</a:t>
            </a:r>
            <a:br>
              <a:rPr lang="fr-FR" smtClean="0"/>
            </a:br>
            <a:r>
              <a:rPr lang="fr-FR" smtClean="0"/>
              <a:t>     POUR DE MEILLEURS LENDEMAINS</a:t>
            </a:r>
          </a:p>
          <a:p>
            <a:r>
              <a:rPr lang="fr-FR" smtClean="0"/>
              <a:t>7-  VIVRE ET S’AIMER ENTRE FRÈRES</a:t>
            </a:r>
            <a:br>
              <a:rPr lang="fr-FR" smtClean="0"/>
            </a:br>
            <a:r>
              <a:rPr lang="fr-FR" smtClean="0"/>
              <a:t>     PAR SON AMOUR ÉTERNEL</a:t>
            </a:r>
          </a:p>
          <a:p>
            <a:r>
              <a:rPr lang="fr-FR" smtClean="0"/>
              <a:t>8-  JOIE PARFAITE, JOIE IMMENSE</a:t>
            </a:r>
            <a:br>
              <a:rPr lang="fr-FR" smtClean="0"/>
            </a:br>
            <a:r>
              <a:rPr lang="fr-FR" smtClean="0"/>
              <a:t>     PROCLAMONS SA MAJESTÉ</a:t>
            </a:r>
          </a:p>
          <a:p>
            <a:r>
              <a:rPr lang="fr-FR" smtClean="0"/>
              <a:t>9-  POUR NOTRE SEIGNEUR, NOUS ÉLEVONS</a:t>
            </a:r>
            <a:br>
              <a:rPr lang="fr-FR" smtClean="0"/>
            </a:br>
            <a:r>
              <a:rPr lang="fr-FR" smtClean="0"/>
              <a:t>     BIEN HAUT L’ÉTENDARD DE PAIX</a:t>
            </a:r>
          </a:p>
          <a:p>
            <a:endParaRPr lang="fr-FR" smtClean="0"/>
          </a:p>
          <a:p>
            <a:r>
              <a:rPr lang="fr-FR" smtClean="0"/>
              <a:t>10-  A LUI SEUL NOUS RENDONS GLOIRE</a:t>
            </a:r>
            <a:br>
              <a:rPr lang="fr-FR" smtClean="0"/>
            </a:br>
            <a:r>
              <a:rPr lang="fr-FR" smtClean="0"/>
              <a:t>       DIEU DE TOUTE ÉTERNITÉ</a:t>
            </a:r>
          </a:p>
          <a:p>
            <a:r>
              <a:rPr lang="fr-FR" smtClean="0"/>
              <a:t>11-  PAR TA GRÂCE INCOMPARABLE</a:t>
            </a:r>
            <a:br>
              <a:rPr lang="fr-FR" smtClean="0"/>
            </a:br>
            <a:r>
              <a:rPr lang="fr-FR" smtClean="0"/>
              <a:t>       TU NOUS DONNES TA LIBERTÉ</a:t>
            </a:r>
          </a:p>
          <a:p>
            <a:r>
              <a:rPr lang="fr-FR" smtClean="0"/>
              <a:t>12-  VIE NOUVELLE, VIE D’ESPÉRANCE</a:t>
            </a:r>
            <a:br>
              <a:rPr lang="fr-FR" smtClean="0"/>
            </a:br>
            <a:r>
              <a:rPr lang="fr-FR" smtClean="0"/>
              <a:t>       QUI NOUS COMBLE DE BONHEUR</a:t>
            </a:r>
          </a:p>
          <a:p>
            <a:r>
              <a:rPr lang="fr-FR" smtClean="0"/>
              <a:t>13-  L’UNIVERS EXALTE TON NOM</a:t>
            </a:r>
            <a:br>
              <a:rPr lang="fr-FR" smtClean="0"/>
            </a:br>
            <a:r>
              <a:rPr lang="fr-FR" smtClean="0"/>
              <a:t>      JÉSUS-CHRIST, EMMANUEL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39" name="Espace réservé des commentaires 2"/>
          <p:cNvSpPr>
            <a:spLocks noGrp="1"/>
          </p:cNvSpPr>
          <p:nvPr>
            <p:ph type="body" idx="1"/>
          </p:nvPr>
        </p:nvSpPr>
        <p:spPr bwMode="auto"/>
        <p:txBody>
          <a:bodyPr wrap="square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1-  REMPLIS DE JOIE, NOUS TE LOUONS.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NOUS CÉLÉBRONS NOTRE ROI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2-  D’UN SEUL CŒUR, NOUS T’ÉLEVONS.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QUE TA LUMIÈRE BRILLE, OH ROI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3-  TOUTE LA TERRE S’ÉMERVEILLE</a:t>
            </a:r>
            <a:br>
              <a:rPr lang="fr-FR" smtClean="0"/>
            </a:br>
            <a:r>
              <a:rPr lang="fr-FR" smtClean="0"/>
              <a:t>     DEVANT TOI, PRINCE DE LA PAIX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4-  POUR TOI, NOUS SOMMES DANS L’ALLÉGRESSE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TU REMPLIS NOS CŒURS DE JOIE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QUE LES PEUPLES SE RASSEMBLENT</a:t>
            </a:r>
            <a:br>
              <a:rPr lang="fr-FR" smtClean="0"/>
            </a:br>
            <a:r>
              <a:rPr lang="fr-FR" smtClean="0"/>
              <a:t>     POUR DE MEILLEURS LENDEMAINS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7-  VIVRE ET S’AIMER ENTRE FRÈRES</a:t>
            </a:r>
            <a:br>
              <a:rPr lang="fr-FR" smtClean="0"/>
            </a:br>
            <a:r>
              <a:rPr lang="fr-FR" smtClean="0"/>
              <a:t>     PAR SON AMOUR ÉTERNEL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8-  JOIE PARFAITE, JOIE IMMENSE</a:t>
            </a:r>
            <a:br>
              <a:rPr lang="fr-FR" smtClean="0"/>
            </a:br>
            <a:r>
              <a:rPr lang="fr-FR" smtClean="0"/>
              <a:t>     PROCLAMONS SA MAJESTÉ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POUR NOTRE SEIGNEUR, NOUS ÉLEVONS</a:t>
            </a:r>
            <a:br>
              <a:rPr lang="fr-FR" smtClean="0"/>
            </a:br>
            <a:r>
              <a:rPr lang="fr-FR" smtClean="0"/>
              <a:t>     BIEN HAUT L’ÉTENDARD DE PAIX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A LUI SEUL NOUS RENDONS GLOIRE</a:t>
            </a:r>
            <a:br>
              <a:rPr lang="fr-FR" smtClean="0"/>
            </a:br>
            <a:r>
              <a:rPr lang="fr-FR" smtClean="0"/>
              <a:t>       DIEU DE TOUTE ÉTERNITÉ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11-  PAR TA GRÂCE INCOMPARABLE</a:t>
            </a:r>
            <a:br>
              <a:rPr lang="fr-FR" smtClean="0"/>
            </a:br>
            <a:r>
              <a:rPr lang="fr-FR" smtClean="0"/>
              <a:t>       TU NOUS DONNES TA LIBERTÉ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12-  VIE NOUVELLE, VIE D’ESPÉRANCE</a:t>
            </a:r>
            <a:br>
              <a:rPr lang="fr-FR" smtClean="0"/>
            </a:br>
            <a:r>
              <a:rPr lang="fr-FR" smtClean="0"/>
              <a:t>       QUI NOUS COMBLE DE BONHEUR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13-  L’UNIVERS EXALTE TON NOM</a:t>
            </a:r>
            <a:br>
              <a:rPr lang="fr-FR" smtClean="0"/>
            </a:br>
            <a:r>
              <a:rPr lang="fr-FR" smtClean="0"/>
              <a:t>      JÉSUS-CHRIST, EMMANUEL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REMPLIS DE JOIE, NOUS TE LOUONS.</a:t>
            </a:r>
          </a:p>
          <a:p>
            <a:r>
              <a:rPr lang="fr-FR" smtClean="0"/>
              <a:t>     NOUS CÉLÉBRONS NOTRE ROI</a:t>
            </a:r>
          </a:p>
          <a:p>
            <a:r>
              <a:rPr lang="fr-FR" smtClean="0"/>
              <a:t>2-  D’UN SEUL CŒUR, NOUS T’ÉLEVONS. </a:t>
            </a:r>
          </a:p>
          <a:p>
            <a:r>
              <a:rPr lang="fr-FR" smtClean="0"/>
              <a:t>     QUE TA LUMIÈRE BRILLE, OH ROI</a:t>
            </a:r>
          </a:p>
          <a:p>
            <a:r>
              <a:rPr lang="fr-FR" smtClean="0"/>
              <a:t>3-  TOUTE LA TERRE S’ÉMERVEILLE</a:t>
            </a:r>
            <a:br>
              <a:rPr lang="fr-FR" smtClean="0"/>
            </a:br>
            <a:r>
              <a:rPr lang="fr-FR" smtClean="0"/>
              <a:t>     DEVANT TOI, PRINCE DE LA PAIX</a:t>
            </a:r>
          </a:p>
          <a:p>
            <a:r>
              <a:rPr lang="fr-FR" smtClean="0"/>
              <a:t>4-  POUR TOI, NOUS SOMMES DANS L’ALLÉGRESSE</a:t>
            </a:r>
          </a:p>
          <a:p>
            <a:r>
              <a:rPr lang="fr-FR" smtClean="0"/>
              <a:t>5-  TU REMPLIS NOS CŒURS DE JOIE</a:t>
            </a:r>
          </a:p>
          <a:p>
            <a:endParaRPr lang="fr-FR" smtClean="0"/>
          </a:p>
          <a:p>
            <a:r>
              <a:rPr lang="fr-FR" smtClean="0"/>
              <a:t>6-  QUE LES PEUPLES SE RASSEMBLENT</a:t>
            </a:r>
            <a:br>
              <a:rPr lang="fr-FR" smtClean="0"/>
            </a:br>
            <a:r>
              <a:rPr lang="fr-FR" smtClean="0"/>
              <a:t>     POUR DE MEILLEURS LENDEMAINS</a:t>
            </a:r>
          </a:p>
          <a:p>
            <a:r>
              <a:rPr lang="fr-FR" smtClean="0"/>
              <a:t>7-  VIVRE ET S’AIMER ENTRE FRÈRES</a:t>
            </a:r>
            <a:br>
              <a:rPr lang="fr-FR" smtClean="0"/>
            </a:br>
            <a:r>
              <a:rPr lang="fr-FR" smtClean="0"/>
              <a:t>     PAR SON AMOUR ÉTERNEL</a:t>
            </a:r>
          </a:p>
          <a:p>
            <a:r>
              <a:rPr lang="fr-FR" smtClean="0"/>
              <a:t>8-  JOIE PARFAITE, JOIE IMMENSE</a:t>
            </a:r>
            <a:br>
              <a:rPr lang="fr-FR" smtClean="0"/>
            </a:br>
            <a:r>
              <a:rPr lang="fr-FR" smtClean="0"/>
              <a:t>     PROCLAMONS SA MAJESTÉ</a:t>
            </a:r>
          </a:p>
          <a:p>
            <a:r>
              <a:rPr lang="fr-FR" smtClean="0"/>
              <a:t>9-  POUR NOTRE SEIGNEUR, NOUS ÉLEVONS</a:t>
            </a:r>
            <a:br>
              <a:rPr lang="fr-FR" smtClean="0"/>
            </a:br>
            <a:r>
              <a:rPr lang="fr-FR" smtClean="0"/>
              <a:t>     BIEN HAUT L’ÉTENDARD DE PAIX</a:t>
            </a:r>
          </a:p>
          <a:p>
            <a:endParaRPr lang="fr-FR" smtClean="0"/>
          </a:p>
          <a:p>
            <a:r>
              <a:rPr lang="fr-FR" smtClean="0"/>
              <a:t>10-  A LUI SEUL NOUS RENDONS GLOIRE</a:t>
            </a:r>
            <a:br>
              <a:rPr lang="fr-FR" smtClean="0"/>
            </a:br>
            <a:r>
              <a:rPr lang="fr-FR" smtClean="0"/>
              <a:t>       DIEU DE TOUTE ÉTERNITÉ</a:t>
            </a:r>
          </a:p>
          <a:p>
            <a:r>
              <a:rPr lang="fr-FR" smtClean="0"/>
              <a:t>11-  PAR TA GRÂCE INCOMPARABLE</a:t>
            </a:r>
            <a:br>
              <a:rPr lang="fr-FR" smtClean="0"/>
            </a:br>
            <a:r>
              <a:rPr lang="fr-FR" smtClean="0"/>
              <a:t>       TU NOUS DONNES TA LIBERTÉ</a:t>
            </a:r>
          </a:p>
          <a:p>
            <a:r>
              <a:rPr lang="fr-FR" smtClean="0"/>
              <a:t>12-  VIE NOUVELLE, VIE D’ESPÉRANCE</a:t>
            </a:r>
            <a:br>
              <a:rPr lang="fr-FR" smtClean="0"/>
            </a:br>
            <a:r>
              <a:rPr lang="fr-FR" smtClean="0"/>
              <a:t>       QUI NOUS COMBLE DE BONHEUR</a:t>
            </a:r>
          </a:p>
          <a:p>
            <a:r>
              <a:rPr lang="fr-FR" smtClean="0"/>
              <a:t>13-  L’UNIVERS EXALTE TON NOM</a:t>
            </a:r>
            <a:br>
              <a:rPr lang="fr-FR" smtClean="0"/>
            </a:br>
            <a:r>
              <a:rPr lang="fr-FR" smtClean="0"/>
              <a:t>      JÉSUS-CHRIST, EMMANUEL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39" name="Espace réservé des commentaires 2"/>
          <p:cNvSpPr>
            <a:spLocks noGrp="1"/>
          </p:cNvSpPr>
          <p:nvPr>
            <p:ph type="body" idx="1"/>
          </p:nvPr>
        </p:nvSpPr>
        <p:spPr bwMode="auto"/>
        <p:txBody>
          <a:bodyPr wrap="square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1-  REMPLIS DE JOIE, NOUS TE LOUONS.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NOUS CÉLÉBRONS NOTRE ROI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2-  D’UN SEUL CŒUR, NOUS T’ÉLEVONS.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QUE TA LUMIÈRE BRILLE, OH ROI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3-  TOUTE LA TERRE S’ÉMERVEILLE</a:t>
            </a:r>
            <a:br>
              <a:rPr lang="fr-FR" smtClean="0"/>
            </a:br>
            <a:r>
              <a:rPr lang="fr-FR" smtClean="0"/>
              <a:t>     DEVANT TOI, PRINCE DE LA PAIX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4-  POUR TOI, NOUS SOMMES DANS L’ALLÉGRESSE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TU REMPLIS NOS CŒURS DE JOIE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QUE LES PEUPLES SE RASSEMBLENT</a:t>
            </a:r>
            <a:br>
              <a:rPr lang="fr-FR" smtClean="0"/>
            </a:br>
            <a:r>
              <a:rPr lang="fr-FR" smtClean="0"/>
              <a:t>     POUR DE MEILLEURS LENDEMAINS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7-  VIVRE ET S’AIMER ENTRE FRÈRES</a:t>
            </a:r>
            <a:br>
              <a:rPr lang="fr-FR" smtClean="0"/>
            </a:br>
            <a:r>
              <a:rPr lang="fr-FR" smtClean="0"/>
              <a:t>     PAR SON AMOUR ÉTERNEL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8-  JOIE PARFAITE, JOIE IMMENSE</a:t>
            </a:r>
            <a:br>
              <a:rPr lang="fr-FR" smtClean="0"/>
            </a:br>
            <a:r>
              <a:rPr lang="fr-FR" smtClean="0"/>
              <a:t>     PROCLAMONS SA MAJESTÉ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POUR NOTRE SEIGNEUR, NOUS ÉLEVONS</a:t>
            </a:r>
            <a:br>
              <a:rPr lang="fr-FR" smtClean="0"/>
            </a:br>
            <a:r>
              <a:rPr lang="fr-FR" smtClean="0"/>
              <a:t>     BIEN HAUT L’ÉTENDARD DE PAIX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A LUI SEUL NOUS RENDONS GLOIRE</a:t>
            </a:r>
            <a:br>
              <a:rPr lang="fr-FR" smtClean="0"/>
            </a:br>
            <a:r>
              <a:rPr lang="fr-FR" smtClean="0"/>
              <a:t>       DIEU DE TOUTE ÉTERNITÉ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11-  PAR TA GRÂCE INCOMPARABLE</a:t>
            </a:r>
            <a:br>
              <a:rPr lang="fr-FR" smtClean="0"/>
            </a:br>
            <a:r>
              <a:rPr lang="fr-FR" smtClean="0"/>
              <a:t>       TU NOUS DONNES TA LIBERTÉ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12-  VIE NOUVELLE, VIE D’ESPÉRANCE</a:t>
            </a:r>
            <a:br>
              <a:rPr lang="fr-FR" smtClean="0"/>
            </a:br>
            <a:r>
              <a:rPr lang="fr-FR" smtClean="0"/>
              <a:t>       QUI NOUS COMBLE DE BONHEUR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13-  L’UNIVERS EXALTE TON NOM</a:t>
            </a:r>
            <a:br>
              <a:rPr lang="fr-FR" smtClean="0"/>
            </a:br>
            <a:r>
              <a:rPr lang="fr-FR" smtClean="0"/>
              <a:t>      JÉSUS-CHRIST, EMMANUEL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REMPLIS DE JOIE, NOUS TE LOUONS.</a:t>
            </a:r>
          </a:p>
          <a:p>
            <a:r>
              <a:rPr lang="fr-FR" smtClean="0"/>
              <a:t>     NOUS CÉLÉBRONS NOTRE ROI</a:t>
            </a:r>
          </a:p>
          <a:p>
            <a:r>
              <a:rPr lang="fr-FR" smtClean="0"/>
              <a:t>2-  D’UN SEUL CŒUR, NOUS T’ÉLEVONS. </a:t>
            </a:r>
          </a:p>
          <a:p>
            <a:r>
              <a:rPr lang="fr-FR" smtClean="0"/>
              <a:t>     QUE TA LUMIÈRE BRILLE, OH ROI</a:t>
            </a:r>
          </a:p>
          <a:p>
            <a:r>
              <a:rPr lang="fr-FR" smtClean="0"/>
              <a:t>3-  TOUTE LA TERRE S’ÉMERVEILLE</a:t>
            </a:r>
            <a:br>
              <a:rPr lang="fr-FR" smtClean="0"/>
            </a:br>
            <a:r>
              <a:rPr lang="fr-FR" smtClean="0"/>
              <a:t>     DEVANT TOI, PRINCE DE LA PAIX</a:t>
            </a:r>
          </a:p>
          <a:p>
            <a:r>
              <a:rPr lang="fr-FR" smtClean="0"/>
              <a:t>4-  POUR TOI, NOUS SOMMES DANS L’ALLÉGRESSE</a:t>
            </a:r>
          </a:p>
          <a:p>
            <a:r>
              <a:rPr lang="fr-FR" smtClean="0"/>
              <a:t>5-  TU REMPLIS NOS CŒURS DE JOIE</a:t>
            </a:r>
          </a:p>
          <a:p>
            <a:endParaRPr lang="fr-FR" smtClean="0"/>
          </a:p>
          <a:p>
            <a:r>
              <a:rPr lang="fr-FR" smtClean="0"/>
              <a:t>6-  QUE LES PEUPLES SE RASSEMBLENT</a:t>
            </a:r>
            <a:br>
              <a:rPr lang="fr-FR" smtClean="0"/>
            </a:br>
            <a:r>
              <a:rPr lang="fr-FR" smtClean="0"/>
              <a:t>     POUR DE MEILLEURS LENDEMAINS</a:t>
            </a:r>
          </a:p>
          <a:p>
            <a:r>
              <a:rPr lang="fr-FR" smtClean="0"/>
              <a:t>7-  VIVRE ET S’AIMER ENTRE FRÈRES</a:t>
            </a:r>
            <a:br>
              <a:rPr lang="fr-FR" smtClean="0"/>
            </a:br>
            <a:r>
              <a:rPr lang="fr-FR" smtClean="0"/>
              <a:t>     PAR SON AMOUR ÉTERNEL</a:t>
            </a:r>
          </a:p>
          <a:p>
            <a:r>
              <a:rPr lang="fr-FR" smtClean="0"/>
              <a:t>8-  JOIE PARFAITE, JOIE IMMENSE</a:t>
            </a:r>
            <a:br>
              <a:rPr lang="fr-FR" smtClean="0"/>
            </a:br>
            <a:r>
              <a:rPr lang="fr-FR" smtClean="0"/>
              <a:t>     PROCLAMONS SA MAJESTÉ</a:t>
            </a:r>
          </a:p>
          <a:p>
            <a:r>
              <a:rPr lang="fr-FR" smtClean="0"/>
              <a:t>9-  POUR NOTRE SEIGNEUR, NOUS ÉLEVONS</a:t>
            </a:r>
            <a:br>
              <a:rPr lang="fr-FR" smtClean="0"/>
            </a:br>
            <a:r>
              <a:rPr lang="fr-FR" smtClean="0"/>
              <a:t>     BIEN HAUT L’ÉTENDARD DE PAIX</a:t>
            </a:r>
          </a:p>
          <a:p>
            <a:endParaRPr lang="fr-FR" smtClean="0"/>
          </a:p>
          <a:p>
            <a:r>
              <a:rPr lang="fr-FR" smtClean="0"/>
              <a:t>10-  A LUI SEUL NOUS RENDONS GLOIRE</a:t>
            </a:r>
            <a:br>
              <a:rPr lang="fr-FR" smtClean="0"/>
            </a:br>
            <a:r>
              <a:rPr lang="fr-FR" smtClean="0"/>
              <a:t>       DIEU DE TOUTE ÉTERNITÉ</a:t>
            </a:r>
          </a:p>
          <a:p>
            <a:r>
              <a:rPr lang="fr-FR" smtClean="0"/>
              <a:t>11-  PAR TA GRÂCE INCOMPARABLE</a:t>
            </a:r>
            <a:br>
              <a:rPr lang="fr-FR" smtClean="0"/>
            </a:br>
            <a:r>
              <a:rPr lang="fr-FR" smtClean="0"/>
              <a:t>       TU NOUS DONNES TA LIBERTÉ</a:t>
            </a:r>
          </a:p>
          <a:p>
            <a:r>
              <a:rPr lang="fr-FR" smtClean="0"/>
              <a:t>12-  VIE NOUVELLE, VIE D’ESPÉRANCE</a:t>
            </a:r>
            <a:br>
              <a:rPr lang="fr-FR" smtClean="0"/>
            </a:br>
            <a:r>
              <a:rPr lang="fr-FR" smtClean="0"/>
              <a:t>       QUI NOUS COMBLE DE BONHEUR</a:t>
            </a:r>
          </a:p>
          <a:p>
            <a:r>
              <a:rPr lang="fr-FR" smtClean="0"/>
              <a:t>13-  L’UNIVERS EXALTE TON NOM</a:t>
            </a:r>
            <a:br>
              <a:rPr lang="fr-FR" smtClean="0"/>
            </a:br>
            <a:r>
              <a:rPr lang="fr-FR" smtClean="0"/>
              <a:t>      JÉSUS-CHRIST, EMMANUEL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39" name="Espace réservé des commentaires 2"/>
          <p:cNvSpPr>
            <a:spLocks noGrp="1"/>
          </p:cNvSpPr>
          <p:nvPr>
            <p:ph type="body" idx="1"/>
          </p:nvPr>
        </p:nvSpPr>
        <p:spPr bwMode="auto"/>
        <p:txBody>
          <a:bodyPr wrap="square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1-  REMPLIS DE JOIE, NOUS TE LOUONS.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NOUS CÉLÉBRONS NOTRE ROI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2-  D’UN SEUL CŒUR, NOUS T’ÉLEVONS.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QUE TA LUMIÈRE BRILLE, OH ROI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3-  TOUTE LA TERRE S’ÉMERVEILLE</a:t>
            </a:r>
            <a:br>
              <a:rPr lang="fr-FR" smtClean="0"/>
            </a:br>
            <a:r>
              <a:rPr lang="fr-FR" smtClean="0"/>
              <a:t>     DEVANT TOI, PRINCE DE LA PAIX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4-  POUR TOI, NOUS SOMMES DANS L’ALLÉGRESSE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TU REMPLIS NOS CŒURS DE JOIE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QUE LES PEUPLES SE RASSEMBLENT</a:t>
            </a:r>
            <a:br>
              <a:rPr lang="fr-FR" smtClean="0"/>
            </a:br>
            <a:r>
              <a:rPr lang="fr-FR" smtClean="0"/>
              <a:t>     POUR DE MEILLEURS LENDEMAINS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7-  VIVRE ET S’AIMER ENTRE FRÈRES</a:t>
            </a:r>
            <a:br>
              <a:rPr lang="fr-FR" smtClean="0"/>
            </a:br>
            <a:r>
              <a:rPr lang="fr-FR" smtClean="0"/>
              <a:t>     PAR SON AMOUR ÉTERNEL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8-  JOIE PARFAITE, JOIE IMMENSE</a:t>
            </a:r>
            <a:br>
              <a:rPr lang="fr-FR" smtClean="0"/>
            </a:br>
            <a:r>
              <a:rPr lang="fr-FR" smtClean="0"/>
              <a:t>     PROCLAMONS SA MAJESTÉ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POUR NOTRE SEIGNEUR, NOUS ÉLEVONS</a:t>
            </a:r>
            <a:br>
              <a:rPr lang="fr-FR" smtClean="0"/>
            </a:br>
            <a:r>
              <a:rPr lang="fr-FR" smtClean="0"/>
              <a:t>     BIEN HAUT L’ÉTENDARD DE PAIX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A LUI SEUL NOUS RENDONS GLOIRE</a:t>
            </a:r>
            <a:br>
              <a:rPr lang="fr-FR" smtClean="0"/>
            </a:br>
            <a:r>
              <a:rPr lang="fr-FR" smtClean="0"/>
              <a:t>       DIEU DE TOUTE ÉTERNITÉ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11-  PAR TA GRÂCE INCOMPARABLE</a:t>
            </a:r>
            <a:br>
              <a:rPr lang="fr-FR" smtClean="0"/>
            </a:br>
            <a:r>
              <a:rPr lang="fr-FR" smtClean="0"/>
              <a:t>       TU NOUS DONNES TA LIBERTÉ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12-  VIE NOUVELLE, VIE D’ESPÉRANCE</a:t>
            </a:r>
            <a:br>
              <a:rPr lang="fr-FR" smtClean="0"/>
            </a:br>
            <a:r>
              <a:rPr lang="fr-FR" smtClean="0"/>
              <a:t>       QUI NOUS COMBLE DE BONHEUR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13-  L’UNIVERS EXALTE TON NOM</a:t>
            </a:r>
            <a:br>
              <a:rPr lang="fr-FR" smtClean="0"/>
            </a:br>
            <a:r>
              <a:rPr lang="fr-FR" smtClean="0"/>
              <a:t>      JÉSUS-CHRIST, EMMANUEL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REMPLIS DE JOIE, NOUS TE LOUONS.</a:t>
            </a:r>
          </a:p>
          <a:p>
            <a:r>
              <a:rPr lang="fr-FR" smtClean="0"/>
              <a:t>     NOUS CÉLÉBRONS NOTRE ROI</a:t>
            </a:r>
          </a:p>
          <a:p>
            <a:r>
              <a:rPr lang="fr-FR" smtClean="0"/>
              <a:t>2-  D’UN SEUL CŒUR, NOUS T’ÉLEVONS. </a:t>
            </a:r>
          </a:p>
          <a:p>
            <a:r>
              <a:rPr lang="fr-FR" smtClean="0"/>
              <a:t>     QUE TA LUMIÈRE BRILLE, OH ROI</a:t>
            </a:r>
          </a:p>
          <a:p>
            <a:r>
              <a:rPr lang="fr-FR" smtClean="0"/>
              <a:t>3-  TOUTE LA TERRE S’ÉMERVEILLE</a:t>
            </a:r>
            <a:br>
              <a:rPr lang="fr-FR" smtClean="0"/>
            </a:br>
            <a:r>
              <a:rPr lang="fr-FR" smtClean="0"/>
              <a:t>     DEVANT TOI, PRINCE DE LA PAIX</a:t>
            </a:r>
          </a:p>
          <a:p>
            <a:r>
              <a:rPr lang="fr-FR" smtClean="0"/>
              <a:t>4-  POUR TOI, NOUS SOMMES DANS L’ALLÉGRESSE</a:t>
            </a:r>
          </a:p>
          <a:p>
            <a:r>
              <a:rPr lang="fr-FR" smtClean="0"/>
              <a:t>5-  TU REMPLIS NOS CŒURS DE JOIE</a:t>
            </a:r>
          </a:p>
          <a:p>
            <a:endParaRPr lang="fr-FR" smtClean="0"/>
          </a:p>
          <a:p>
            <a:r>
              <a:rPr lang="fr-FR" smtClean="0"/>
              <a:t>6-  QUE LES PEUPLES SE RASSEMBLENT</a:t>
            </a:r>
            <a:br>
              <a:rPr lang="fr-FR" smtClean="0"/>
            </a:br>
            <a:r>
              <a:rPr lang="fr-FR" smtClean="0"/>
              <a:t>     POUR DE MEILLEURS LENDEMAINS</a:t>
            </a:r>
          </a:p>
          <a:p>
            <a:r>
              <a:rPr lang="fr-FR" smtClean="0"/>
              <a:t>7-  VIVRE ET S’AIMER ENTRE FRÈRES</a:t>
            </a:r>
            <a:br>
              <a:rPr lang="fr-FR" smtClean="0"/>
            </a:br>
            <a:r>
              <a:rPr lang="fr-FR" smtClean="0"/>
              <a:t>     PAR SON AMOUR ÉTERNEL</a:t>
            </a:r>
          </a:p>
          <a:p>
            <a:r>
              <a:rPr lang="fr-FR" smtClean="0"/>
              <a:t>8-  JOIE PARFAITE, JOIE IMMENSE</a:t>
            </a:r>
            <a:br>
              <a:rPr lang="fr-FR" smtClean="0"/>
            </a:br>
            <a:r>
              <a:rPr lang="fr-FR" smtClean="0"/>
              <a:t>     PROCLAMONS SA MAJESTÉ</a:t>
            </a:r>
          </a:p>
          <a:p>
            <a:r>
              <a:rPr lang="fr-FR" smtClean="0"/>
              <a:t>9-  POUR NOTRE SEIGNEUR, NOUS ÉLEVONS</a:t>
            </a:r>
            <a:br>
              <a:rPr lang="fr-FR" smtClean="0"/>
            </a:br>
            <a:r>
              <a:rPr lang="fr-FR" smtClean="0"/>
              <a:t>     BIEN HAUT L’ÉTENDARD DE PAIX</a:t>
            </a:r>
          </a:p>
          <a:p>
            <a:endParaRPr lang="fr-FR" smtClean="0"/>
          </a:p>
          <a:p>
            <a:r>
              <a:rPr lang="fr-FR" smtClean="0"/>
              <a:t>10-  A LUI SEUL NOUS RENDONS GLOIRE</a:t>
            </a:r>
            <a:br>
              <a:rPr lang="fr-FR" smtClean="0"/>
            </a:br>
            <a:r>
              <a:rPr lang="fr-FR" smtClean="0"/>
              <a:t>       DIEU DE TOUTE ÉTERNITÉ</a:t>
            </a:r>
          </a:p>
          <a:p>
            <a:r>
              <a:rPr lang="fr-FR" smtClean="0"/>
              <a:t>11-  PAR TA GRÂCE INCOMPARABLE</a:t>
            </a:r>
            <a:br>
              <a:rPr lang="fr-FR" smtClean="0"/>
            </a:br>
            <a:r>
              <a:rPr lang="fr-FR" smtClean="0"/>
              <a:t>       TU NOUS DONNES TA LIBERTÉ</a:t>
            </a:r>
          </a:p>
          <a:p>
            <a:r>
              <a:rPr lang="fr-FR" smtClean="0"/>
              <a:t>12-  VIE NOUVELLE, VIE D’ESPÉRANCE</a:t>
            </a:r>
            <a:br>
              <a:rPr lang="fr-FR" smtClean="0"/>
            </a:br>
            <a:r>
              <a:rPr lang="fr-FR" smtClean="0"/>
              <a:t>       QUI NOUS COMBLE DE BONHEUR</a:t>
            </a:r>
          </a:p>
          <a:p>
            <a:r>
              <a:rPr lang="fr-FR" smtClean="0"/>
              <a:t>13-  L’UNIVERS EXALTE TON NOM</a:t>
            </a:r>
            <a:br>
              <a:rPr lang="fr-FR" smtClean="0"/>
            </a:br>
            <a:r>
              <a:rPr lang="fr-FR" smtClean="0"/>
              <a:t>      JÉSUS-CHRIST, EMMANUEL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3" name="Espace réservé des commentaires 2"/>
          <p:cNvSpPr>
            <a:spLocks noGrp="1"/>
          </p:cNvSpPr>
          <p:nvPr>
            <p:ph type="body" idx="1"/>
          </p:nvPr>
        </p:nvSpPr>
        <p:spPr bwMode="auto"/>
        <p:txBody>
          <a:bodyPr wrap="square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1-  REMPLIS DE JOIE, NOUS TE LOUONS.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NOUS CÉLÉBRONS NOTRE ROI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2-  D’UN SEUL CŒUR, NOUS T’ÉLEVONS.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QUE TA LUMIÈRE BRILLE, OH ROI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3-  TOUTE LA TERRE S’ÉMERVEILLE</a:t>
            </a:r>
            <a:br>
              <a:rPr lang="fr-FR" smtClean="0"/>
            </a:br>
            <a:r>
              <a:rPr lang="fr-FR" smtClean="0"/>
              <a:t>     DEVANT TOI, PRINCE DE LA PAIX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4-  POUR TOI, NOUS SOMMES DANS L’ALLÉGRESSE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TU REMPLIS NOS CŒURS DE JOIE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QUE LES PEUPLES SE RASSEMBLENT</a:t>
            </a:r>
            <a:br>
              <a:rPr lang="fr-FR" smtClean="0"/>
            </a:br>
            <a:r>
              <a:rPr lang="fr-FR" smtClean="0"/>
              <a:t>     POUR DE MEILLEURS LENDEMAINS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7-  VIVRE ET S’AIMER ENTRE FRÈRES</a:t>
            </a:r>
            <a:br>
              <a:rPr lang="fr-FR" smtClean="0"/>
            </a:br>
            <a:r>
              <a:rPr lang="fr-FR" smtClean="0"/>
              <a:t>     PAR SON AMOUR ÉTERNEL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8-  JOIE PARFAITE, JOIE IMMENSE</a:t>
            </a:r>
            <a:br>
              <a:rPr lang="fr-FR" smtClean="0"/>
            </a:br>
            <a:r>
              <a:rPr lang="fr-FR" smtClean="0"/>
              <a:t>     PROCLAMONS SA MAJESTÉ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POUR NOTRE SEIGNEUR, NOUS ÉLEVONS</a:t>
            </a:r>
            <a:br>
              <a:rPr lang="fr-FR" smtClean="0"/>
            </a:br>
            <a:r>
              <a:rPr lang="fr-FR" smtClean="0"/>
              <a:t>     BIEN HAUT L’ÉTENDARD DE PAIX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A LUI SEUL NOUS RENDONS GLOIRE</a:t>
            </a:r>
            <a:br>
              <a:rPr lang="fr-FR" smtClean="0"/>
            </a:br>
            <a:r>
              <a:rPr lang="fr-FR" smtClean="0"/>
              <a:t>       DIEU DE TOUTE ÉTERNITÉ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11-  PAR TA GRÂCE INCOMPARABLE</a:t>
            </a:r>
            <a:br>
              <a:rPr lang="fr-FR" smtClean="0"/>
            </a:br>
            <a:r>
              <a:rPr lang="fr-FR" smtClean="0"/>
              <a:t>       TU NOUS DONNES TA LIBERTÉ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12-  VIE NOUVELLE, VIE D’ESPÉRANCE</a:t>
            </a:r>
            <a:br>
              <a:rPr lang="fr-FR" smtClean="0"/>
            </a:br>
            <a:r>
              <a:rPr lang="fr-FR" smtClean="0"/>
              <a:t>       QUI NOUS COMBLE DE BONHEUR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13-  L’UNIVERS EXALTE TON NOM</a:t>
            </a:r>
            <a:br>
              <a:rPr lang="fr-FR" smtClean="0"/>
            </a:br>
            <a:r>
              <a:rPr lang="fr-FR" smtClean="0"/>
              <a:t>      JÉSUS-CHRIST, EMMANUEL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REMPLIS DE JOIE, NOUS TE LOUONS.</a:t>
            </a:r>
          </a:p>
          <a:p>
            <a:r>
              <a:rPr lang="fr-FR" smtClean="0"/>
              <a:t>     NOUS CÉLÉBRONS NOTRE ROI</a:t>
            </a:r>
          </a:p>
          <a:p>
            <a:r>
              <a:rPr lang="fr-FR" smtClean="0"/>
              <a:t>2-  D’UN SEUL CŒUR, NOUS T’ÉLEVONS. </a:t>
            </a:r>
          </a:p>
          <a:p>
            <a:r>
              <a:rPr lang="fr-FR" smtClean="0"/>
              <a:t>     QUE TA LUMIÈRE BRILLE, OH ROI</a:t>
            </a:r>
          </a:p>
          <a:p>
            <a:r>
              <a:rPr lang="fr-FR" smtClean="0"/>
              <a:t>3-  TOUTE LA TERRE S’ÉMERVEILLE</a:t>
            </a:r>
            <a:br>
              <a:rPr lang="fr-FR" smtClean="0"/>
            </a:br>
            <a:r>
              <a:rPr lang="fr-FR" smtClean="0"/>
              <a:t>     DEVANT TOI, PRINCE DE LA PAIX</a:t>
            </a:r>
          </a:p>
          <a:p>
            <a:r>
              <a:rPr lang="fr-FR" smtClean="0"/>
              <a:t>4-  POUR TOI, NOUS SOMMES DANS L’ALLÉGRESSE</a:t>
            </a:r>
          </a:p>
          <a:p>
            <a:r>
              <a:rPr lang="fr-FR" smtClean="0"/>
              <a:t>5-  TU REMPLIS NOS CŒURS DE JOIE</a:t>
            </a:r>
          </a:p>
          <a:p>
            <a:endParaRPr lang="fr-FR" smtClean="0"/>
          </a:p>
          <a:p>
            <a:r>
              <a:rPr lang="fr-FR" smtClean="0"/>
              <a:t>6-  QUE LES PEUPLES SE RASSEMBLENT</a:t>
            </a:r>
            <a:br>
              <a:rPr lang="fr-FR" smtClean="0"/>
            </a:br>
            <a:r>
              <a:rPr lang="fr-FR" smtClean="0"/>
              <a:t>     POUR DE MEILLEURS LENDEMAINS</a:t>
            </a:r>
          </a:p>
          <a:p>
            <a:r>
              <a:rPr lang="fr-FR" smtClean="0"/>
              <a:t>7-  VIVRE ET S’AIMER ENTRE FRÈRES</a:t>
            </a:r>
            <a:br>
              <a:rPr lang="fr-FR" smtClean="0"/>
            </a:br>
            <a:r>
              <a:rPr lang="fr-FR" smtClean="0"/>
              <a:t>     PAR SON AMOUR ÉTERNEL</a:t>
            </a:r>
          </a:p>
          <a:p>
            <a:r>
              <a:rPr lang="fr-FR" smtClean="0"/>
              <a:t>8-  JOIE PARFAITE, JOIE IMMENSE</a:t>
            </a:r>
            <a:br>
              <a:rPr lang="fr-FR" smtClean="0"/>
            </a:br>
            <a:r>
              <a:rPr lang="fr-FR" smtClean="0"/>
              <a:t>     PROCLAMONS SA MAJESTÉ</a:t>
            </a:r>
          </a:p>
          <a:p>
            <a:r>
              <a:rPr lang="fr-FR" smtClean="0"/>
              <a:t>9-  POUR NOTRE SEIGNEUR, NOUS ÉLEVONS</a:t>
            </a:r>
            <a:br>
              <a:rPr lang="fr-FR" smtClean="0"/>
            </a:br>
            <a:r>
              <a:rPr lang="fr-FR" smtClean="0"/>
              <a:t>     BIEN HAUT L’ÉTENDARD DE PAIX</a:t>
            </a:r>
          </a:p>
          <a:p>
            <a:endParaRPr lang="fr-FR" smtClean="0"/>
          </a:p>
          <a:p>
            <a:r>
              <a:rPr lang="fr-FR" smtClean="0"/>
              <a:t>10-  A LUI SEUL NOUS RENDONS GLOIRE</a:t>
            </a:r>
            <a:br>
              <a:rPr lang="fr-FR" smtClean="0"/>
            </a:br>
            <a:r>
              <a:rPr lang="fr-FR" smtClean="0"/>
              <a:t>       DIEU DE TOUTE ÉTERNITÉ</a:t>
            </a:r>
          </a:p>
          <a:p>
            <a:r>
              <a:rPr lang="fr-FR" smtClean="0"/>
              <a:t>11-  PAR TA GRÂCE INCOMPARABLE</a:t>
            </a:r>
            <a:br>
              <a:rPr lang="fr-FR" smtClean="0"/>
            </a:br>
            <a:r>
              <a:rPr lang="fr-FR" smtClean="0"/>
              <a:t>       TU NOUS DONNES TA LIBERTÉ</a:t>
            </a:r>
          </a:p>
          <a:p>
            <a:r>
              <a:rPr lang="fr-FR" smtClean="0"/>
              <a:t>12-  VIE NOUVELLE, VIE D’ESPÉRANCE</a:t>
            </a:r>
            <a:br>
              <a:rPr lang="fr-FR" smtClean="0"/>
            </a:br>
            <a:r>
              <a:rPr lang="fr-FR" smtClean="0"/>
              <a:t>       QUI NOUS COMBLE DE BONHEUR</a:t>
            </a:r>
          </a:p>
          <a:p>
            <a:r>
              <a:rPr lang="fr-FR" smtClean="0"/>
              <a:t>13-  L’UNIVERS EXALTE TON NOM</a:t>
            </a:r>
            <a:br>
              <a:rPr lang="fr-FR" smtClean="0"/>
            </a:br>
            <a:r>
              <a:rPr lang="fr-FR" smtClean="0"/>
              <a:t>      JÉSUS-CHRIST, EMMANUEL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7" name="Espace réservé des commentaires 2"/>
          <p:cNvSpPr>
            <a:spLocks noGrp="1"/>
          </p:cNvSpPr>
          <p:nvPr>
            <p:ph type="body" idx="1"/>
          </p:nvPr>
        </p:nvSpPr>
        <p:spPr bwMode="auto"/>
        <p:txBody>
          <a:bodyPr wrap="square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1-  REMPLIS DE JOIE, NOUS TE LOUONS.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NOUS CÉLÉBRONS NOTRE ROI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2-  D’UN SEUL CŒUR, NOUS T’ÉLEVONS.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QUE TA LUMIÈRE BRILLE, OH ROI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3-  TOUTE LA TERRE S’ÉMERVEILLE</a:t>
            </a:r>
            <a:br>
              <a:rPr lang="fr-FR" smtClean="0"/>
            </a:br>
            <a:r>
              <a:rPr lang="fr-FR" smtClean="0"/>
              <a:t>     DEVANT TOI, PRINCE DE LA PAIX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4-  POUR TOI, NOUS SOMMES DANS L’ALLÉGRESSE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TU REMPLIS NOS CŒURS DE JOIE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QUE LES PEUPLES SE RASSEMBLENT</a:t>
            </a:r>
            <a:br>
              <a:rPr lang="fr-FR" smtClean="0"/>
            </a:br>
            <a:r>
              <a:rPr lang="fr-FR" smtClean="0"/>
              <a:t>     POUR DE MEILLEURS LENDEMAINS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7-  VIVRE ET S’AIMER ENTRE FRÈRES</a:t>
            </a:r>
            <a:br>
              <a:rPr lang="fr-FR" smtClean="0"/>
            </a:br>
            <a:r>
              <a:rPr lang="fr-FR" smtClean="0"/>
              <a:t>     PAR SON AMOUR ÉTERNEL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8-  JOIE PARFAITE, JOIE IMMENSE</a:t>
            </a:r>
            <a:br>
              <a:rPr lang="fr-FR" smtClean="0"/>
            </a:br>
            <a:r>
              <a:rPr lang="fr-FR" smtClean="0"/>
              <a:t>     PROCLAMONS SA MAJESTÉ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POUR NOTRE SEIGNEUR, NOUS ÉLEVONS</a:t>
            </a:r>
            <a:br>
              <a:rPr lang="fr-FR" smtClean="0"/>
            </a:br>
            <a:r>
              <a:rPr lang="fr-FR" smtClean="0"/>
              <a:t>     BIEN HAUT L’ÉTENDARD DE PAIX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A LUI SEUL NOUS RENDONS GLOIRE</a:t>
            </a:r>
            <a:br>
              <a:rPr lang="fr-FR" smtClean="0"/>
            </a:br>
            <a:r>
              <a:rPr lang="fr-FR" smtClean="0"/>
              <a:t>       DIEU DE TOUTE ÉTERNITÉ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11-  PAR TA GRÂCE INCOMPARABLE</a:t>
            </a:r>
            <a:br>
              <a:rPr lang="fr-FR" smtClean="0"/>
            </a:br>
            <a:r>
              <a:rPr lang="fr-FR" smtClean="0"/>
              <a:t>       TU NOUS DONNES TA LIBERTÉ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12-  VIE NOUVELLE, VIE D’ESPÉRANCE</a:t>
            </a:r>
            <a:br>
              <a:rPr lang="fr-FR" smtClean="0"/>
            </a:br>
            <a:r>
              <a:rPr lang="fr-FR" smtClean="0"/>
              <a:t>       QUI NOUS COMBLE DE BONHEUR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13-  L’UNIVERS EXALTE TON NOM</a:t>
            </a:r>
            <a:br>
              <a:rPr lang="fr-FR" smtClean="0"/>
            </a:br>
            <a:r>
              <a:rPr lang="fr-FR" smtClean="0"/>
              <a:t>      JÉSUS-CHRIST, EMMANUEL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REMPLIS DE JOIE, NOUS TE LOUONS.</a:t>
            </a:r>
          </a:p>
          <a:p>
            <a:r>
              <a:rPr lang="fr-FR" smtClean="0"/>
              <a:t>     NOUS CÉLÉBRONS NOTRE ROI</a:t>
            </a:r>
          </a:p>
          <a:p>
            <a:r>
              <a:rPr lang="fr-FR" smtClean="0"/>
              <a:t>2-  D’UN SEUL CŒUR, NOUS T’ÉLEVONS. </a:t>
            </a:r>
          </a:p>
          <a:p>
            <a:r>
              <a:rPr lang="fr-FR" smtClean="0"/>
              <a:t>     QUE TA LUMIÈRE BRILLE, OH ROI</a:t>
            </a:r>
          </a:p>
          <a:p>
            <a:r>
              <a:rPr lang="fr-FR" smtClean="0"/>
              <a:t>3-  TOUTE LA TERRE S’ÉMERVEILLE</a:t>
            </a:r>
            <a:br>
              <a:rPr lang="fr-FR" smtClean="0"/>
            </a:br>
            <a:r>
              <a:rPr lang="fr-FR" smtClean="0"/>
              <a:t>     DEVANT TOI, PRINCE DE LA PAIX</a:t>
            </a:r>
          </a:p>
          <a:p>
            <a:r>
              <a:rPr lang="fr-FR" smtClean="0"/>
              <a:t>4-  POUR TOI, NOUS SOMMES DANS L’ALLÉGRESSE</a:t>
            </a:r>
          </a:p>
          <a:p>
            <a:r>
              <a:rPr lang="fr-FR" smtClean="0"/>
              <a:t>5-  TU REMPLIS NOS CŒURS DE JOIE</a:t>
            </a:r>
          </a:p>
          <a:p>
            <a:endParaRPr lang="fr-FR" smtClean="0"/>
          </a:p>
          <a:p>
            <a:r>
              <a:rPr lang="fr-FR" smtClean="0"/>
              <a:t>6-  QUE LES PEUPLES SE RASSEMBLENT</a:t>
            </a:r>
            <a:br>
              <a:rPr lang="fr-FR" smtClean="0"/>
            </a:br>
            <a:r>
              <a:rPr lang="fr-FR" smtClean="0"/>
              <a:t>     POUR DE MEILLEURS LENDEMAINS</a:t>
            </a:r>
          </a:p>
          <a:p>
            <a:r>
              <a:rPr lang="fr-FR" smtClean="0"/>
              <a:t>7-  VIVRE ET S’AIMER ENTRE FRÈRES</a:t>
            </a:r>
            <a:br>
              <a:rPr lang="fr-FR" smtClean="0"/>
            </a:br>
            <a:r>
              <a:rPr lang="fr-FR" smtClean="0"/>
              <a:t>     PAR SON AMOUR ÉTERNEL</a:t>
            </a:r>
          </a:p>
          <a:p>
            <a:r>
              <a:rPr lang="fr-FR" smtClean="0"/>
              <a:t>8-  JOIE PARFAITE, JOIE IMMENSE</a:t>
            </a:r>
            <a:br>
              <a:rPr lang="fr-FR" smtClean="0"/>
            </a:br>
            <a:r>
              <a:rPr lang="fr-FR" smtClean="0"/>
              <a:t>     PROCLAMONS SA MAJESTÉ</a:t>
            </a:r>
          </a:p>
          <a:p>
            <a:r>
              <a:rPr lang="fr-FR" smtClean="0"/>
              <a:t>9-  POUR NOTRE SEIGNEUR, NOUS ÉLEVONS</a:t>
            </a:r>
            <a:br>
              <a:rPr lang="fr-FR" smtClean="0"/>
            </a:br>
            <a:r>
              <a:rPr lang="fr-FR" smtClean="0"/>
              <a:t>     BIEN HAUT L’ÉTENDARD DE PAIX</a:t>
            </a:r>
          </a:p>
          <a:p>
            <a:endParaRPr lang="fr-FR" smtClean="0"/>
          </a:p>
          <a:p>
            <a:r>
              <a:rPr lang="fr-FR" smtClean="0"/>
              <a:t>10-  A LUI SEUL NOUS RENDONS GLOIRE</a:t>
            </a:r>
            <a:br>
              <a:rPr lang="fr-FR" smtClean="0"/>
            </a:br>
            <a:r>
              <a:rPr lang="fr-FR" smtClean="0"/>
              <a:t>       DIEU DE TOUTE ÉTERNITÉ</a:t>
            </a:r>
          </a:p>
          <a:p>
            <a:r>
              <a:rPr lang="fr-FR" smtClean="0"/>
              <a:t>11-  PAR TA GRÂCE INCOMPARABLE</a:t>
            </a:r>
            <a:br>
              <a:rPr lang="fr-FR" smtClean="0"/>
            </a:br>
            <a:r>
              <a:rPr lang="fr-FR" smtClean="0"/>
              <a:t>       TU NOUS DONNES TA LIBERTÉ</a:t>
            </a:r>
          </a:p>
          <a:p>
            <a:r>
              <a:rPr lang="fr-FR" smtClean="0"/>
              <a:t>12-  VIE NOUVELLE, VIE D’ESPÉRANCE</a:t>
            </a:r>
            <a:br>
              <a:rPr lang="fr-FR" smtClean="0"/>
            </a:br>
            <a:r>
              <a:rPr lang="fr-FR" smtClean="0"/>
              <a:t>       QUI NOUS COMBLE DE BONHEUR</a:t>
            </a:r>
          </a:p>
          <a:p>
            <a:r>
              <a:rPr lang="fr-FR" smtClean="0"/>
              <a:t>13-  L’UNIVERS EXALTE TON NOM</a:t>
            </a:r>
            <a:br>
              <a:rPr lang="fr-FR" smtClean="0"/>
            </a:br>
            <a:r>
              <a:rPr lang="fr-FR" smtClean="0"/>
              <a:t>      JÉSUS-CHRIST, EMMANUEL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7" name="Espace réservé des commentaires 2"/>
          <p:cNvSpPr>
            <a:spLocks noGrp="1"/>
          </p:cNvSpPr>
          <p:nvPr>
            <p:ph type="body" idx="1"/>
          </p:nvPr>
        </p:nvSpPr>
        <p:spPr bwMode="auto"/>
        <p:txBody>
          <a:bodyPr wrap="square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1-  REMPLIS DE JOIE, NOUS TE LOUONS.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NOUS CÉLÉBRONS NOTRE ROI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2-  D’UN SEUL CŒUR, NOUS T’ÉLEVONS.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QUE TA LUMIÈRE BRILLE, OH ROI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3-  TOUTE LA TERRE S’ÉMERVEILLE</a:t>
            </a:r>
            <a:br>
              <a:rPr lang="fr-FR" smtClean="0"/>
            </a:br>
            <a:r>
              <a:rPr lang="fr-FR" smtClean="0"/>
              <a:t>     DEVANT TOI, PRINCE DE LA PAIX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4-  POUR TOI, NOUS SOMMES DANS L’ALLÉGRESSE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TU REMPLIS NOS CŒURS DE JOIE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QUE LES PEUPLES SE RASSEMBLENT</a:t>
            </a:r>
            <a:br>
              <a:rPr lang="fr-FR" smtClean="0"/>
            </a:br>
            <a:r>
              <a:rPr lang="fr-FR" smtClean="0"/>
              <a:t>     POUR DE MEILLEURS LENDEMAINS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7-  VIVRE ET S’AIMER ENTRE FRÈRES</a:t>
            </a:r>
            <a:br>
              <a:rPr lang="fr-FR" smtClean="0"/>
            </a:br>
            <a:r>
              <a:rPr lang="fr-FR" smtClean="0"/>
              <a:t>     PAR SON AMOUR ÉTERNEL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8-  JOIE PARFAITE, JOIE IMMENSE</a:t>
            </a:r>
            <a:br>
              <a:rPr lang="fr-FR" smtClean="0"/>
            </a:br>
            <a:r>
              <a:rPr lang="fr-FR" smtClean="0"/>
              <a:t>     PROCLAMONS SA MAJESTÉ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POUR NOTRE SEIGNEUR, NOUS ÉLEVONS</a:t>
            </a:r>
            <a:br>
              <a:rPr lang="fr-FR" smtClean="0"/>
            </a:br>
            <a:r>
              <a:rPr lang="fr-FR" smtClean="0"/>
              <a:t>     BIEN HAUT L’ÉTENDARD DE PAIX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A LUI SEUL NOUS RENDONS GLOIRE</a:t>
            </a:r>
            <a:br>
              <a:rPr lang="fr-FR" smtClean="0"/>
            </a:br>
            <a:r>
              <a:rPr lang="fr-FR" smtClean="0"/>
              <a:t>       DIEU DE TOUTE ÉTERNITÉ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11-  PAR TA GRÂCE INCOMPARABLE</a:t>
            </a:r>
            <a:br>
              <a:rPr lang="fr-FR" smtClean="0"/>
            </a:br>
            <a:r>
              <a:rPr lang="fr-FR" smtClean="0"/>
              <a:t>       TU NOUS DONNES TA LIBERTÉ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12-  VIE NOUVELLE, VIE D’ESPÉRANCE</a:t>
            </a:r>
            <a:br>
              <a:rPr lang="fr-FR" smtClean="0"/>
            </a:br>
            <a:r>
              <a:rPr lang="fr-FR" smtClean="0"/>
              <a:t>       QUI NOUS COMBLE DE BONHEUR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13-  L’UNIVERS EXALTE TON NOM</a:t>
            </a:r>
            <a:br>
              <a:rPr lang="fr-FR" smtClean="0"/>
            </a:br>
            <a:r>
              <a:rPr lang="fr-FR" smtClean="0"/>
              <a:t>      JÉSUS-CHRIST, EMMANUEL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REMPLIS DE JOIE, NOUS TE LOUONS.</a:t>
            </a:r>
          </a:p>
          <a:p>
            <a:r>
              <a:rPr lang="fr-FR" smtClean="0"/>
              <a:t>     NOUS CÉLÉBRONS NOTRE ROI</a:t>
            </a:r>
          </a:p>
          <a:p>
            <a:r>
              <a:rPr lang="fr-FR" smtClean="0"/>
              <a:t>2-  D’UN SEUL CŒUR, NOUS T’ÉLEVONS. </a:t>
            </a:r>
          </a:p>
          <a:p>
            <a:r>
              <a:rPr lang="fr-FR" smtClean="0"/>
              <a:t>     QUE TA LUMIÈRE BRILLE, OH ROI</a:t>
            </a:r>
          </a:p>
          <a:p>
            <a:r>
              <a:rPr lang="fr-FR" smtClean="0"/>
              <a:t>3-  TOUTE LA TERRE S’ÉMERVEILLE</a:t>
            </a:r>
            <a:br>
              <a:rPr lang="fr-FR" smtClean="0"/>
            </a:br>
            <a:r>
              <a:rPr lang="fr-FR" smtClean="0"/>
              <a:t>     DEVANT TOI, PRINCE DE LA PAIX</a:t>
            </a:r>
          </a:p>
          <a:p>
            <a:r>
              <a:rPr lang="fr-FR" smtClean="0"/>
              <a:t>4-  POUR TOI, NOUS SOMMES DANS L’ALLÉGRESSE</a:t>
            </a:r>
          </a:p>
          <a:p>
            <a:r>
              <a:rPr lang="fr-FR" smtClean="0"/>
              <a:t>5-  TU REMPLIS NOS CŒURS DE JOIE</a:t>
            </a:r>
          </a:p>
          <a:p>
            <a:endParaRPr lang="fr-FR" smtClean="0"/>
          </a:p>
          <a:p>
            <a:r>
              <a:rPr lang="fr-FR" smtClean="0"/>
              <a:t>6-  QUE LES PEUPLES SE RASSEMBLENT</a:t>
            </a:r>
            <a:br>
              <a:rPr lang="fr-FR" smtClean="0"/>
            </a:br>
            <a:r>
              <a:rPr lang="fr-FR" smtClean="0"/>
              <a:t>     POUR DE MEILLEURS LENDEMAINS</a:t>
            </a:r>
          </a:p>
          <a:p>
            <a:r>
              <a:rPr lang="fr-FR" smtClean="0"/>
              <a:t>7-  VIVRE ET S’AIMER ENTRE FRÈRES</a:t>
            </a:r>
            <a:br>
              <a:rPr lang="fr-FR" smtClean="0"/>
            </a:br>
            <a:r>
              <a:rPr lang="fr-FR" smtClean="0"/>
              <a:t>     PAR SON AMOUR ÉTERNEL</a:t>
            </a:r>
          </a:p>
          <a:p>
            <a:r>
              <a:rPr lang="fr-FR" smtClean="0"/>
              <a:t>8-  JOIE PARFAITE, JOIE IMMENSE</a:t>
            </a:r>
            <a:br>
              <a:rPr lang="fr-FR" smtClean="0"/>
            </a:br>
            <a:r>
              <a:rPr lang="fr-FR" smtClean="0"/>
              <a:t>     PROCLAMONS SA MAJESTÉ</a:t>
            </a:r>
          </a:p>
          <a:p>
            <a:r>
              <a:rPr lang="fr-FR" smtClean="0"/>
              <a:t>9-  POUR NOTRE SEIGNEUR, NOUS ÉLEVONS</a:t>
            </a:r>
            <a:br>
              <a:rPr lang="fr-FR" smtClean="0"/>
            </a:br>
            <a:r>
              <a:rPr lang="fr-FR" smtClean="0"/>
              <a:t>     BIEN HAUT L’ÉTENDARD DE PAIX</a:t>
            </a:r>
          </a:p>
          <a:p>
            <a:endParaRPr lang="fr-FR" smtClean="0"/>
          </a:p>
          <a:p>
            <a:r>
              <a:rPr lang="fr-FR" smtClean="0"/>
              <a:t>10-  A LUI SEUL NOUS RENDONS GLOIRE</a:t>
            </a:r>
            <a:br>
              <a:rPr lang="fr-FR" smtClean="0"/>
            </a:br>
            <a:r>
              <a:rPr lang="fr-FR" smtClean="0"/>
              <a:t>       DIEU DE TOUTE ÉTERNITÉ</a:t>
            </a:r>
          </a:p>
          <a:p>
            <a:r>
              <a:rPr lang="fr-FR" smtClean="0"/>
              <a:t>11-  PAR TA GRÂCE INCOMPARABLE</a:t>
            </a:r>
            <a:br>
              <a:rPr lang="fr-FR" smtClean="0"/>
            </a:br>
            <a:r>
              <a:rPr lang="fr-FR" smtClean="0"/>
              <a:t>       TU NOUS DONNES TA LIBERTÉ</a:t>
            </a:r>
          </a:p>
          <a:p>
            <a:r>
              <a:rPr lang="fr-FR" smtClean="0"/>
              <a:t>12-  VIE NOUVELLE, VIE D’ESPÉRANCE</a:t>
            </a:r>
            <a:br>
              <a:rPr lang="fr-FR" smtClean="0"/>
            </a:br>
            <a:r>
              <a:rPr lang="fr-FR" smtClean="0"/>
              <a:t>       QUI NOUS COMBLE DE BONHEUR</a:t>
            </a:r>
          </a:p>
          <a:p>
            <a:r>
              <a:rPr lang="fr-FR" smtClean="0"/>
              <a:t>13-  L’UNIVERS EXALTE TON NOM</a:t>
            </a:r>
            <a:br>
              <a:rPr lang="fr-FR" smtClean="0"/>
            </a:br>
            <a:r>
              <a:rPr lang="fr-FR" smtClean="0"/>
              <a:t>      JÉSUS-CHRIST, EMMANUEL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7" name="Espace réservé des commentaires 2"/>
          <p:cNvSpPr>
            <a:spLocks noGrp="1"/>
          </p:cNvSpPr>
          <p:nvPr>
            <p:ph type="body" idx="1"/>
          </p:nvPr>
        </p:nvSpPr>
        <p:spPr bwMode="auto"/>
        <p:txBody>
          <a:bodyPr wrap="square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1-  REMPLIS DE JOIE, NOUS TE LOUONS.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NOUS CÉLÉBRONS NOTRE ROI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2-  D’UN SEUL CŒUR, NOUS T’ÉLEVONS.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QUE TA LUMIÈRE BRILLE, OH ROI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3-  TOUTE LA TERRE S’ÉMERVEILLE</a:t>
            </a:r>
            <a:br>
              <a:rPr lang="fr-FR" smtClean="0"/>
            </a:br>
            <a:r>
              <a:rPr lang="fr-FR" smtClean="0"/>
              <a:t>     DEVANT TOI, PRINCE DE LA PAIX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4-  POUR TOI, NOUS SOMMES DANS L’ALLÉGRESSE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TU REMPLIS NOS CŒURS DE JOIE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QUE LES PEUPLES SE RASSEMBLENT</a:t>
            </a:r>
            <a:br>
              <a:rPr lang="fr-FR" smtClean="0"/>
            </a:br>
            <a:r>
              <a:rPr lang="fr-FR" smtClean="0"/>
              <a:t>     POUR DE MEILLEURS LENDEMAINS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7-  VIVRE ET S’AIMER ENTRE FRÈRES</a:t>
            </a:r>
            <a:br>
              <a:rPr lang="fr-FR" smtClean="0"/>
            </a:br>
            <a:r>
              <a:rPr lang="fr-FR" smtClean="0"/>
              <a:t>     PAR SON AMOUR ÉTERNEL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8-  JOIE PARFAITE, JOIE IMMENSE</a:t>
            </a:r>
            <a:br>
              <a:rPr lang="fr-FR" smtClean="0"/>
            </a:br>
            <a:r>
              <a:rPr lang="fr-FR" smtClean="0"/>
              <a:t>     PROCLAMONS SA MAJESTÉ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POUR NOTRE SEIGNEUR, NOUS ÉLEVONS</a:t>
            </a:r>
            <a:br>
              <a:rPr lang="fr-FR" smtClean="0"/>
            </a:br>
            <a:r>
              <a:rPr lang="fr-FR" smtClean="0"/>
              <a:t>     BIEN HAUT L’ÉTENDARD DE PAIX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A LUI SEUL NOUS RENDONS GLOIRE</a:t>
            </a:r>
            <a:br>
              <a:rPr lang="fr-FR" smtClean="0"/>
            </a:br>
            <a:r>
              <a:rPr lang="fr-FR" smtClean="0"/>
              <a:t>       DIEU DE TOUTE ÉTERNITÉ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11-  PAR TA GRÂCE INCOMPARABLE</a:t>
            </a:r>
            <a:br>
              <a:rPr lang="fr-FR" smtClean="0"/>
            </a:br>
            <a:r>
              <a:rPr lang="fr-FR" smtClean="0"/>
              <a:t>       TU NOUS DONNES TA LIBERTÉ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12-  VIE NOUVELLE, VIE D’ESPÉRANCE</a:t>
            </a:r>
            <a:br>
              <a:rPr lang="fr-FR" smtClean="0"/>
            </a:br>
            <a:r>
              <a:rPr lang="fr-FR" smtClean="0"/>
              <a:t>       QUI NOUS COMBLE DE BONHEUR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13-  L’UNIVERS EXALTE TON NOM</a:t>
            </a:r>
            <a:br>
              <a:rPr lang="fr-FR" smtClean="0"/>
            </a:br>
            <a:r>
              <a:rPr lang="fr-FR" smtClean="0"/>
              <a:t>      JÉSUS-CHRIST, EMMANUEL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REMPLIS DE JOIE, NOUS TE LOUONS.</a:t>
            </a:r>
          </a:p>
          <a:p>
            <a:r>
              <a:rPr lang="fr-FR" smtClean="0"/>
              <a:t>     NOUS CÉLÉBRONS NOTRE ROI</a:t>
            </a:r>
          </a:p>
          <a:p>
            <a:r>
              <a:rPr lang="fr-FR" smtClean="0"/>
              <a:t>2-  D’UN SEUL CŒUR, NOUS T’ÉLEVONS. </a:t>
            </a:r>
          </a:p>
          <a:p>
            <a:r>
              <a:rPr lang="fr-FR" smtClean="0"/>
              <a:t>     QUE TA LUMIÈRE BRILLE, OH ROI</a:t>
            </a:r>
          </a:p>
          <a:p>
            <a:r>
              <a:rPr lang="fr-FR" smtClean="0"/>
              <a:t>3-  TOUTE LA TERRE S’ÉMERVEILLE</a:t>
            </a:r>
            <a:br>
              <a:rPr lang="fr-FR" smtClean="0"/>
            </a:br>
            <a:r>
              <a:rPr lang="fr-FR" smtClean="0"/>
              <a:t>     DEVANT TOI, PRINCE DE LA PAIX</a:t>
            </a:r>
          </a:p>
          <a:p>
            <a:r>
              <a:rPr lang="fr-FR" smtClean="0"/>
              <a:t>4-  POUR TOI, NOUS SOMMES DANS L’ALLÉGRESSE</a:t>
            </a:r>
          </a:p>
          <a:p>
            <a:r>
              <a:rPr lang="fr-FR" smtClean="0"/>
              <a:t>5-  TU REMPLIS NOS CŒURS DE JOIE</a:t>
            </a:r>
          </a:p>
          <a:p>
            <a:endParaRPr lang="fr-FR" smtClean="0"/>
          </a:p>
          <a:p>
            <a:r>
              <a:rPr lang="fr-FR" smtClean="0"/>
              <a:t>6-  QUE LES PEUPLES SE RASSEMBLENT</a:t>
            </a:r>
            <a:br>
              <a:rPr lang="fr-FR" smtClean="0"/>
            </a:br>
            <a:r>
              <a:rPr lang="fr-FR" smtClean="0"/>
              <a:t>     POUR DE MEILLEURS LENDEMAINS</a:t>
            </a:r>
          </a:p>
          <a:p>
            <a:r>
              <a:rPr lang="fr-FR" smtClean="0"/>
              <a:t>7-  VIVRE ET S’AIMER ENTRE FRÈRES</a:t>
            </a:r>
            <a:br>
              <a:rPr lang="fr-FR" smtClean="0"/>
            </a:br>
            <a:r>
              <a:rPr lang="fr-FR" smtClean="0"/>
              <a:t>     PAR SON AMOUR ÉTERNEL</a:t>
            </a:r>
          </a:p>
          <a:p>
            <a:r>
              <a:rPr lang="fr-FR" smtClean="0"/>
              <a:t>8-  JOIE PARFAITE, JOIE IMMENSE</a:t>
            </a:r>
            <a:br>
              <a:rPr lang="fr-FR" smtClean="0"/>
            </a:br>
            <a:r>
              <a:rPr lang="fr-FR" smtClean="0"/>
              <a:t>     PROCLAMONS SA MAJESTÉ</a:t>
            </a:r>
          </a:p>
          <a:p>
            <a:r>
              <a:rPr lang="fr-FR" smtClean="0"/>
              <a:t>9-  POUR NOTRE SEIGNEUR, NOUS ÉLEVONS</a:t>
            </a:r>
            <a:br>
              <a:rPr lang="fr-FR" smtClean="0"/>
            </a:br>
            <a:r>
              <a:rPr lang="fr-FR" smtClean="0"/>
              <a:t>     BIEN HAUT L’ÉTENDARD DE PAIX</a:t>
            </a:r>
          </a:p>
          <a:p>
            <a:endParaRPr lang="fr-FR" smtClean="0"/>
          </a:p>
          <a:p>
            <a:r>
              <a:rPr lang="fr-FR" smtClean="0"/>
              <a:t>10-  A LUI SEUL NOUS RENDONS GLOIRE</a:t>
            </a:r>
            <a:br>
              <a:rPr lang="fr-FR" smtClean="0"/>
            </a:br>
            <a:r>
              <a:rPr lang="fr-FR" smtClean="0"/>
              <a:t>       DIEU DE TOUTE ÉTERNITÉ</a:t>
            </a:r>
          </a:p>
          <a:p>
            <a:r>
              <a:rPr lang="fr-FR" smtClean="0"/>
              <a:t>11-  PAR TA GRÂCE INCOMPARABLE</a:t>
            </a:r>
            <a:br>
              <a:rPr lang="fr-FR" smtClean="0"/>
            </a:br>
            <a:r>
              <a:rPr lang="fr-FR" smtClean="0"/>
              <a:t>       TU NOUS DONNES TA LIBERTÉ</a:t>
            </a:r>
          </a:p>
          <a:p>
            <a:r>
              <a:rPr lang="fr-FR" smtClean="0"/>
              <a:t>12-  VIE NOUVELLE, VIE D’ESPÉRANCE</a:t>
            </a:r>
            <a:br>
              <a:rPr lang="fr-FR" smtClean="0"/>
            </a:br>
            <a:r>
              <a:rPr lang="fr-FR" smtClean="0"/>
              <a:t>       QUI NOUS COMBLE DE BONHEUR</a:t>
            </a:r>
          </a:p>
          <a:p>
            <a:r>
              <a:rPr lang="fr-FR" smtClean="0"/>
              <a:t>13-  L’UNIVERS EXALTE TON NOM</a:t>
            </a:r>
            <a:br>
              <a:rPr lang="fr-FR" smtClean="0"/>
            </a:br>
            <a:r>
              <a:rPr lang="fr-FR" smtClean="0"/>
              <a:t>      JÉSUS-CHRIST, EMMANUEL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7" name="Espace réservé des commentaires 2"/>
          <p:cNvSpPr>
            <a:spLocks noGrp="1"/>
          </p:cNvSpPr>
          <p:nvPr>
            <p:ph type="body" idx="1"/>
          </p:nvPr>
        </p:nvSpPr>
        <p:spPr bwMode="auto"/>
        <p:txBody>
          <a:bodyPr wrap="square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1-  REMPLIS DE JOIE, NOUS TE LOUONS.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NOUS CÉLÉBRONS NOTRE ROI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2-  D’UN SEUL CŒUR, NOUS T’ÉLEVONS.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QUE TA LUMIÈRE BRILLE, OH ROI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3-  TOUTE LA TERRE S’ÉMERVEILLE</a:t>
            </a:r>
            <a:br>
              <a:rPr lang="fr-FR" smtClean="0"/>
            </a:br>
            <a:r>
              <a:rPr lang="fr-FR" smtClean="0"/>
              <a:t>     DEVANT TOI, PRINCE DE LA PAIX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4-  POUR TOI, NOUS SOMMES DANS L’ALLÉGRESSE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TU REMPLIS NOS CŒURS DE JOIE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QUE LES PEUPLES SE RASSEMBLENT</a:t>
            </a:r>
            <a:br>
              <a:rPr lang="fr-FR" smtClean="0"/>
            </a:br>
            <a:r>
              <a:rPr lang="fr-FR" smtClean="0"/>
              <a:t>     POUR DE MEILLEURS LENDEMAINS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7-  VIVRE ET S’AIMER ENTRE FRÈRES</a:t>
            </a:r>
            <a:br>
              <a:rPr lang="fr-FR" smtClean="0"/>
            </a:br>
            <a:r>
              <a:rPr lang="fr-FR" smtClean="0"/>
              <a:t>     PAR SON AMOUR ÉTERNEL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8-  JOIE PARFAITE, JOIE IMMENSE</a:t>
            </a:r>
            <a:br>
              <a:rPr lang="fr-FR" smtClean="0"/>
            </a:br>
            <a:r>
              <a:rPr lang="fr-FR" smtClean="0"/>
              <a:t>     PROCLAMONS SA MAJESTÉ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POUR NOTRE SEIGNEUR, NOUS ÉLEVONS</a:t>
            </a:r>
            <a:br>
              <a:rPr lang="fr-FR" smtClean="0"/>
            </a:br>
            <a:r>
              <a:rPr lang="fr-FR" smtClean="0"/>
              <a:t>     BIEN HAUT L’ÉTENDARD DE PAIX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A LUI SEUL NOUS RENDONS GLOIRE</a:t>
            </a:r>
            <a:br>
              <a:rPr lang="fr-FR" smtClean="0"/>
            </a:br>
            <a:r>
              <a:rPr lang="fr-FR" smtClean="0"/>
              <a:t>       DIEU DE TOUTE ÉTERNITÉ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11-  PAR TA GRÂCE INCOMPARABLE</a:t>
            </a:r>
            <a:br>
              <a:rPr lang="fr-FR" smtClean="0"/>
            </a:br>
            <a:r>
              <a:rPr lang="fr-FR" smtClean="0"/>
              <a:t>       TU NOUS DONNES TA LIBERTÉ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12-  VIE NOUVELLE, VIE D’ESPÉRANCE</a:t>
            </a:r>
            <a:br>
              <a:rPr lang="fr-FR" smtClean="0"/>
            </a:br>
            <a:r>
              <a:rPr lang="fr-FR" smtClean="0"/>
              <a:t>       QUI NOUS COMBLE DE BONHEUR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13-  L’UNIVERS EXALTE TON NOM</a:t>
            </a:r>
            <a:br>
              <a:rPr lang="fr-FR" smtClean="0"/>
            </a:br>
            <a:r>
              <a:rPr lang="fr-FR" smtClean="0"/>
              <a:t>      JÉSUS-CHRIST, EMMANUEL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REMPLIS DE JOIE, NOUS TE LOUONS.</a:t>
            </a:r>
          </a:p>
          <a:p>
            <a:r>
              <a:rPr lang="fr-FR" smtClean="0"/>
              <a:t>     NOUS CÉLÉBRONS NOTRE ROI</a:t>
            </a:r>
          </a:p>
          <a:p>
            <a:r>
              <a:rPr lang="fr-FR" smtClean="0"/>
              <a:t>2-  D’UN SEUL CŒUR, NOUS T’ÉLEVONS. </a:t>
            </a:r>
          </a:p>
          <a:p>
            <a:r>
              <a:rPr lang="fr-FR" smtClean="0"/>
              <a:t>     QUE TA LUMIÈRE BRILLE, OH ROI</a:t>
            </a:r>
          </a:p>
          <a:p>
            <a:r>
              <a:rPr lang="fr-FR" smtClean="0"/>
              <a:t>3-  TOUTE LA TERRE S’ÉMERVEILLE</a:t>
            </a:r>
            <a:br>
              <a:rPr lang="fr-FR" smtClean="0"/>
            </a:br>
            <a:r>
              <a:rPr lang="fr-FR" smtClean="0"/>
              <a:t>     DEVANT TOI, PRINCE DE LA PAIX</a:t>
            </a:r>
          </a:p>
          <a:p>
            <a:r>
              <a:rPr lang="fr-FR" smtClean="0"/>
              <a:t>4-  POUR TOI, NOUS SOMMES DANS L’ALLÉGRESSE</a:t>
            </a:r>
          </a:p>
          <a:p>
            <a:r>
              <a:rPr lang="fr-FR" smtClean="0"/>
              <a:t>5-  TU REMPLIS NOS CŒURS DE JOIE</a:t>
            </a:r>
          </a:p>
          <a:p>
            <a:endParaRPr lang="fr-FR" smtClean="0"/>
          </a:p>
          <a:p>
            <a:r>
              <a:rPr lang="fr-FR" smtClean="0"/>
              <a:t>6-  QUE LES PEUPLES SE RASSEMBLENT</a:t>
            </a:r>
            <a:br>
              <a:rPr lang="fr-FR" smtClean="0"/>
            </a:br>
            <a:r>
              <a:rPr lang="fr-FR" smtClean="0"/>
              <a:t>     POUR DE MEILLEURS LENDEMAINS</a:t>
            </a:r>
          </a:p>
          <a:p>
            <a:r>
              <a:rPr lang="fr-FR" smtClean="0"/>
              <a:t>7-  VIVRE ET S’AIMER ENTRE FRÈRES</a:t>
            </a:r>
            <a:br>
              <a:rPr lang="fr-FR" smtClean="0"/>
            </a:br>
            <a:r>
              <a:rPr lang="fr-FR" smtClean="0"/>
              <a:t>     PAR SON AMOUR ÉTERNEL</a:t>
            </a:r>
          </a:p>
          <a:p>
            <a:r>
              <a:rPr lang="fr-FR" smtClean="0"/>
              <a:t>8-  JOIE PARFAITE, JOIE IMMENSE</a:t>
            </a:r>
            <a:br>
              <a:rPr lang="fr-FR" smtClean="0"/>
            </a:br>
            <a:r>
              <a:rPr lang="fr-FR" smtClean="0"/>
              <a:t>     PROCLAMONS SA MAJESTÉ</a:t>
            </a:r>
          </a:p>
          <a:p>
            <a:r>
              <a:rPr lang="fr-FR" smtClean="0"/>
              <a:t>9-  POUR NOTRE SEIGNEUR, NOUS ÉLEVONS</a:t>
            </a:r>
            <a:br>
              <a:rPr lang="fr-FR" smtClean="0"/>
            </a:br>
            <a:r>
              <a:rPr lang="fr-FR" smtClean="0"/>
              <a:t>     BIEN HAUT L’ÉTENDARD DE PAIX</a:t>
            </a:r>
          </a:p>
          <a:p>
            <a:endParaRPr lang="fr-FR" smtClean="0"/>
          </a:p>
          <a:p>
            <a:r>
              <a:rPr lang="fr-FR" smtClean="0"/>
              <a:t>10-  A LUI SEUL NOUS RENDONS GLOIRE</a:t>
            </a:r>
            <a:br>
              <a:rPr lang="fr-FR" smtClean="0"/>
            </a:br>
            <a:r>
              <a:rPr lang="fr-FR" smtClean="0"/>
              <a:t>       DIEU DE TOUTE ÉTERNITÉ</a:t>
            </a:r>
          </a:p>
          <a:p>
            <a:r>
              <a:rPr lang="fr-FR" smtClean="0"/>
              <a:t>11-  PAR TA GRÂCE INCOMPARABLE</a:t>
            </a:r>
            <a:br>
              <a:rPr lang="fr-FR" smtClean="0"/>
            </a:br>
            <a:r>
              <a:rPr lang="fr-FR" smtClean="0"/>
              <a:t>       TU NOUS DONNES TA LIBERTÉ</a:t>
            </a:r>
          </a:p>
          <a:p>
            <a:r>
              <a:rPr lang="fr-FR" smtClean="0"/>
              <a:t>12-  VIE NOUVELLE, VIE D’ESPÉRANCE</a:t>
            </a:r>
            <a:br>
              <a:rPr lang="fr-FR" smtClean="0"/>
            </a:br>
            <a:r>
              <a:rPr lang="fr-FR" smtClean="0"/>
              <a:t>       QUI NOUS COMBLE DE BONHEUR</a:t>
            </a:r>
          </a:p>
          <a:p>
            <a:r>
              <a:rPr lang="fr-FR" smtClean="0"/>
              <a:t>13-  L’UNIVERS EXALTE TON NOM</a:t>
            </a:r>
            <a:br>
              <a:rPr lang="fr-FR" smtClean="0"/>
            </a:br>
            <a:r>
              <a:rPr lang="fr-FR" smtClean="0"/>
              <a:t>      JÉSUS-CHRIST, EMMANUEL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7" name="Espace réservé des commentaires 2"/>
          <p:cNvSpPr>
            <a:spLocks noGrp="1"/>
          </p:cNvSpPr>
          <p:nvPr>
            <p:ph type="body" idx="1"/>
          </p:nvPr>
        </p:nvSpPr>
        <p:spPr bwMode="auto"/>
        <p:txBody>
          <a:bodyPr wrap="square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1-  REMPLIS DE JOIE, NOUS TE LOUONS.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NOUS CÉLÉBRONS NOTRE ROI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2-  D’UN SEUL CŒUR, NOUS T’ÉLEVONS.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QUE TA LUMIÈRE BRILLE, OH ROI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3-  TOUTE LA TERRE S’ÉMERVEILLE</a:t>
            </a:r>
            <a:br>
              <a:rPr lang="fr-FR" smtClean="0"/>
            </a:br>
            <a:r>
              <a:rPr lang="fr-FR" smtClean="0"/>
              <a:t>     DEVANT TOI, PRINCE DE LA PAIX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4-  POUR TOI, NOUS SOMMES DANS L’ALLÉGRESSE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TU REMPLIS NOS CŒURS DE JOIE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QUE LES PEUPLES SE RASSEMBLENT</a:t>
            </a:r>
            <a:br>
              <a:rPr lang="fr-FR" smtClean="0"/>
            </a:br>
            <a:r>
              <a:rPr lang="fr-FR" smtClean="0"/>
              <a:t>     POUR DE MEILLEURS LENDEMAINS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7-  VIVRE ET S’AIMER ENTRE FRÈRES</a:t>
            </a:r>
            <a:br>
              <a:rPr lang="fr-FR" smtClean="0"/>
            </a:br>
            <a:r>
              <a:rPr lang="fr-FR" smtClean="0"/>
              <a:t>     PAR SON AMOUR ÉTERNEL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8-  JOIE PARFAITE, JOIE IMMENSE</a:t>
            </a:r>
            <a:br>
              <a:rPr lang="fr-FR" smtClean="0"/>
            </a:br>
            <a:r>
              <a:rPr lang="fr-FR" smtClean="0"/>
              <a:t>     PROCLAMONS SA MAJESTÉ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POUR NOTRE SEIGNEUR, NOUS ÉLEVONS</a:t>
            </a:r>
            <a:br>
              <a:rPr lang="fr-FR" smtClean="0"/>
            </a:br>
            <a:r>
              <a:rPr lang="fr-FR" smtClean="0"/>
              <a:t>     BIEN HAUT L’ÉTENDARD DE PAIX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A LUI SEUL NOUS RENDONS GLOIRE</a:t>
            </a:r>
            <a:br>
              <a:rPr lang="fr-FR" smtClean="0"/>
            </a:br>
            <a:r>
              <a:rPr lang="fr-FR" smtClean="0"/>
              <a:t>       DIEU DE TOUTE ÉTERNITÉ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11-  PAR TA GRÂCE INCOMPARABLE</a:t>
            </a:r>
            <a:br>
              <a:rPr lang="fr-FR" smtClean="0"/>
            </a:br>
            <a:r>
              <a:rPr lang="fr-FR" smtClean="0"/>
              <a:t>       TU NOUS DONNES TA LIBERTÉ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12-  VIE NOUVELLE, VIE D’ESPÉRANCE</a:t>
            </a:r>
            <a:br>
              <a:rPr lang="fr-FR" smtClean="0"/>
            </a:br>
            <a:r>
              <a:rPr lang="fr-FR" smtClean="0"/>
              <a:t>       QUI NOUS COMBLE DE BONHEUR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13-  L’UNIVERS EXALTE TON NOM</a:t>
            </a:r>
            <a:br>
              <a:rPr lang="fr-FR" smtClean="0"/>
            </a:br>
            <a:r>
              <a:rPr lang="fr-FR" smtClean="0"/>
              <a:t>      JÉSUS-CHRIST, EMMANUEL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REMPLIS DE JOIE, NOUS TE LOUONS.</a:t>
            </a:r>
          </a:p>
          <a:p>
            <a:r>
              <a:rPr lang="fr-FR" smtClean="0"/>
              <a:t>     NOUS CÉLÉBRONS NOTRE ROI</a:t>
            </a:r>
          </a:p>
          <a:p>
            <a:r>
              <a:rPr lang="fr-FR" smtClean="0"/>
              <a:t>2-  D’UN SEUL CŒUR, NOUS T’ÉLEVONS. </a:t>
            </a:r>
          </a:p>
          <a:p>
            <a:r>
              <a:rPr lang="fr-FR" smtClean="0"/>
              <a:t>     QUE TA LUMIÈRE BRILLE, OH ROI</a:t>
            </a:r>
          </a:p>
          <a:p>
            <a:r>
              <a:rPr lang="fr-FR" smtClean="0"/>
              <a:t>3-  TOUTE LA TERRE S’ÉMERVEILLE</a:t>
            </a:r>
            <a:br>
              <a:rPr lang="fr-FR" smtClean="0"/>
            </a:br>
            <a:r>
              <a:rPr lang="fr-FR" smtClean="0"/>
              <a:t>     DEVANT TOI, PRINCE DE LA PAIX</a:t>
            </a:r>
          </a:p>
          <a:p>
            <a:r>
              <a:rPr lang="fr-FR" smtClean="0"/>
              <a:t>4-  POUR TOI, NOUS SOMMES DANS L’ALLÉGRESSE</a:t>
            </a:r>
          </a:p>
          <a:p>
            <a:r>
              <a:rPr lang="fr-FR" smtClean="0"/>
              <a:t>5-  TU REMPLIS NOS CŒURS DE JOIE</a:t>
            </a:r>
          </a:p>
          <a:p>
            <a:endParaRPr lang="fr-FR" smtClean="0"/>
          </a:p>
          <a:p>
            <a:r>
              <a:rPr lang="fr-FR" smtClean="0"/>
              <a:t>6-  QUE LES PEUPLES SE RASSEMBLENT</a:t>
            </a:r>
            <a:br>
              <a:rPr lang="fr-FR" smtClean="0"/>
            </a:br>
            <a:r>
              <a:rPr lang="fr-FR" smtClean="0"/>
              <a:t>     POUR DE MEILLEURS LENDEMAINS</a:t>
            </a:r>
          </a:p>
          <a:p>
            <a:r>
              <a:rPr lang="fr-FR" smtClean="0"/>
              <a:t>7-  VIVRE ET S’AIMER ENTRE FRÈRES</a:t>
            </a:r>
            <a:br>
              <a:rPr lang="fr-FR" smtClean="0"/>
            </a:br>
            <a:r>
              <a:rPr lang="fr-FR" smtClean="0"/>
              <a:t>     PAR SON AMOUR ÉTERNEL</a:t>
            </a:r>
          </a:p>
          <a:p>
            <a:r>
              <a:rPr lang="fr-FR" smtClean="0"/>
              <a:t>8-  JOIE PARFAITE, JOIE IMMENSE</a:t>
            </a:r>
            <a:br>
              <a:rPr lang="fr-FR" smtClean="0"/>
            </a:br>
            <a:r>
              <a:rPr lang="fr-FR" smtClean="0"/>
              <a:t>     PROCLAMONS SA MAJESTÉ</a:t>
            </a:r>
          </a:p>
          <a:p>
            <a:r>
              <a:rPr lang="fr-FR" smtClean="0"/>
              <a:t>9-  POUR NOTRE SEIGNEUR, NOUS ÉLEVONS</a:t>
            </a:r>
            <a:br>
              <a:rPr lang="fr-FR" smtClean="0"/>
            </a:br>
            <a:r>
              <a:rPr lang="fr-FR" smtClean="0"/>
              <a:t>     BIEN HAUT L’ÉTENDARD DE PAIX</a:t>
            </a:r>
          </a:p>
          <a:p>
            <a:endParaRPr lang="fr-FR" smtClean="0"/>
          </a:p>
          <a:p>
            <a:r>
              <a:rPr lang="fr-FR" smtClean="0"/>
              <a:t>10-  A LUI SEUL NOUS RENDONS GLOIRE</a:t>
            </a:r>
            <a:br>
              <a:rPr lang="fr-FR" smtClean="0"/>
            </a:br>
            <a:r>
              <a:rPr lang="fr-FR" smtClean="0"/>
              <a:t>       DIEU DE TOUTE ÉTERNITÉ</a:t>
            </a:r>
          </a:p>
          <a:p>
            <a:r>
              <a:rPr lang="fr-FR" smtClean="0"/>
              <a:t>11-  PAR TA GRÂCE INCOMPARABLE</a:t>
            </a:r>
            <a:br>
              <a:rPr lang="fr-FR" smtClean="0"/>
            </a:br>
            <a:r>
              <a:rPr lang="fr-FR" smtClean="0"/>
              <a:t>       TU NOUS DONNES TA LIBERTÉ</a:t>
            </a:r>
          </a:p>
          <a:p>
            <a:r>
              <a:rPr lang="fr-FR" smtClean="0"/>
              <a:t>12-  VIE NOUVELLE, VIE D’ESPÉRANCE</a:t>
            </a:r>
            <a:br>
              <a:rPr lang="fr-FR" smtClean="0"/>
            </a:br>
            <a:r>
              <a:rPr lang="fr-FR" smtClean="0"/>
              <a:t>       QUI NOUS COMBLE DE BONHEUR</a:t>
            </a:r>
          </a:p>
          <a:p>
            <a:r>
              <a:rPr lang="fr-FR" smtClean="0"/>
              <a:t>13-  L’UNIVERS EXALTE TON NOM</a:t>
            </a:r>
            <a:br>
              <a:rPr lang="fr-FR" smtClean="0"/>
            </a:br>
            <a:r>
              <a:rPr lang="fr-FR" smtClean="0"/>
              <a:t>      JÉSUS-CHRIST, EMMANUEL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7" name="Espace réservé des commentaires 2"/>
          <p:cNvSpPr>
            <a:spLocks noGrp="1"/>
          </p:cNvSpPr>
          <p:nvPr>
            <p:ph type="body" idx="1"/>
          </p:nvPr>
        </p:nvSpPr>
        <p:spPr bwMode="auto"/>
        <p:txBody>
          <a:bodyPr wrap="square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1-  REMPLIS DE JOIE, NOUS TE LOUONS.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NOUS CÉLÉBRONS NOTRE ROI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2-  D’UN SEUL CŒUR, NOUS T’ÉLEVONS.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QUE TA LUMIÈRE BRILLE, OH ROI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3-  TOUTE LA TERRE S’ÉMERVEILLE</a:t>
            </a:r>
            <a:br>
              <a:rPr lang="fr-FR" smtClean="0"/>
            </a:br>
            <a:r>
              <a:rPr lang="fr-FR" smtClean="0"/>
              <a:t>     DEVANT TOI, PRINCE DE LA PAIX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4-  POUR TOI, NOUS SOMMES DANS L’ALLÉGRESSE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TU REMPLIS NOS CŒURS DE JOIE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QUE LES PEUPLES SE RASSEMBLENT</a:t>
            </a:r>
            <a:br>
              <a:rPr lang="fr-FR" smtClean="0"/>
            </a:br>
            <a:r>
              <a:rPr lang="fr-FR" smtClean="0"/>
              <a:t>     POUR DE MEILLEURS LENDEMAINS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7-  VIVRE ET S’AIMER ENTRE FRÈRES</a:t>
            </a:r>
            <a:br>
              <a:rPr lang="fr-FR" smtClean="0"/>
            </a:br>
            <a:r>
              <a:rPr lang="fr-FR" smtClean="0"/>
              <a:t>     PAR SON AMOUR ÉTERNEL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8-  JOIE PARFAITE, JOIE IMMENSE</a:t>
            </a:r>
            <a:br>
              <a:rPr lang="fr-FR" smtClean="0"/>
            </a:br>
            <a:r>
              <a:rPr lang="fr-FR" smtClean="0"/>
              <a:t>     PROCLAMONS SA MAJESTÉ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POUR NOTRE SEIGNEUR, NOUS ÉLEVONS</a:t>
            </a:r>
            <a:br>
              <a:rPr lang="fr-FR" smtClean="0"/>
            </a:br>
            <a:r>
              <a:rPr lang="fr-FR" smtClean="0"/>
              <a:t>     BIEN HAUT L’ÉTENDARD DE PAIX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A LUI SEUL NOUS RENDONS GLOIRE</a:t>
            </a:r>
            <a:br>
              <a:rPr lang="fr-FR" smtClean="0"/>
            </a:br>
            <a:r>
              <a:rPr lang="fr-FR" smtClean="0"/>
              <a:t>       DIEU DE TOUTE ÉTERNITÉ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11-  PAR TA GRÂCE INCOMPARABLE</a:t>
            </a:r>
            <a:br>
              <a:rPr lang="fr-FR" smtClean="0"/>
            </a:br>
            <a:r>
              <a:rPr lang="fr-FR" smtClean="0"/>
              <a:t>       TU NOUS DONNES TA LIBERTÉ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12-  VIE NOUVELLE, VIE D’ESPÉRANCE</a:t>
            </a:r>
            <a:br>
              <a:rPr lang="fr-FR" smtClean="0"/>
            </a:br>
            <a:r>
              <a:rPr lang="fr-FR" smtClean="0"/>
              <a:t>       QUI NOUS COMBLE DE BONHEUR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13-  L’UNIVERS EXALTE TON NOM</a:t>
            </a:r>
            <a:br>
              <a:rPr lang="fr-FR" smtClean="0"/>
            </a:br>
            <a:r>
              <a:rPr lang="fr-FR" smtClean="0"/>
              <a:t>      JÉSUS-CHRIST, EMMANUEL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REMPLIS DE JOIE, NOUS TE LOUONS.</a:t>
            </a:r>
          </a:p>
          <a:p>
            <a:r>
              <a:rPr lang="fr-FR" smtClean="0"/>
              <a:t>     NOUS CÉLÉBRONS NOTRE ROI</a:t>
            </a:r>
          </a:p>
          <a:p>
            <a:r>
              <a:rPr lang="fr-FR" smtClean="0"/>
              <a:t>2-  D’UN SEUL CŒUR, NOUS T’ÉLEVONS. </a:t>
            </a:r>
          </a:p>
          <a:p>
            <a:r>
              <a:rPr lang="fr-FR" smtClean="0"/>
              <a:t>     QUE TA LUMIÈRE BRILLE, OH ROI</a:t>
            </a:r>
          </a:p>
          <a:p>
            <a:r>
              <a:rPr lang="fr-FR" smtClean="0"/>
              <a:t>3-  TOUTE LA TERRE S’ÉMERVEILLE</a:t>
            </a:r>
            <a:br>
              <a:rPr lang="fr-FR" smtClean="0"/>
            </a:br>
            <a:r>
              <a:rPr lang="fr-FR" smtClean="0"/>
              <a:t>     DEVANT TOI, PRINCE DE LA PAIX</a:t>
            </a:r>
          </a:p>
          <a:p>
            <a:r>
              <a:rPr lang="fr-FR" smtClean="0"/>
              <a:t>4-  POUR TOI, NOUS SOMMES DANS L’ALLÉGRESSE</a:t>
            </a:r>
          </a:p>
          <a:p>
            <a:r>
              <a:rPr lang="fr-FR" smtClean="0"/>
              <a:t>5-  TU REMPLIS NOS CŒURS DE JOIE</a:t>
            </a:r>
          </a:p>
          <a:p>
            <a:endParaRPr lang="fr-FR" smtClean="0"/>
          </a:p>
          <a:p>
            <a:r>
              <a:rPr lang="fr-FR" smtClean="0"/>
              <a:t>6-  QUE LES PEUPLES SE RASSEMBLENT</a:t>
            </a:r>
            <a:br>
              <a:rPr lang="fr-FR" smtClean="0"/>
            </a:br>
            <a:r>
              <a:rPr lang="fr-FR" smtClean="0"/>
              <a:t>     POUR DE MEILLEURS LENDEMAINS</a:t>
            </a:r>
          </a:p>
          <a:p>
            <a:r>
              <a:rPr lang="fr-FR" smtClean="0"/>
              <a:t>7-  VIVRE ET S’AIMER ENTRE FRÈRES</a:t>
            </a:r>
            <a:br>
              <a:rPr lang="fr-FR" smtClean="0"/>
            </a:br>
            <a:r>
              <a:rPr lang="fr-FR" smtClean="0"/>
              <a:t>     PAR SON AMOUR ÉTERNEL</a:t>
            </a:r>
          </a:p>
          <a:p>
            <a:r>
              <a:rPr lang="fr-FR" smtClean="0"/>
              <a:t>8-  JOIE PARFAITE, JOIE IMMENSE</a:t>
            </a:r>
            <a:br>
              <a:rPr lang="fr-FR" smtClean="0"/>
            </a:br>
            <a:r>
              <a:rPr lang="fr-FR" smtClean="0"/>
              <a:t>     PROCLAMONS SA MAJESTÉ</a:t>
            </a:r>
          </a:p>
          <a:p>
            <a:r>
              <a:rPr lang="fr-FR" smtClean="0"/>
              <a:t>9-  POUR NOTRE SEIGNEUR, NOUS ÉLEVONS</a:t>
            </a:r>
            <a:br>
              <a:rPr lang="fr-FR" smtClean="0"/>
            </a:br>
            <a:r>
              <a:rPr lang="fr-FR" smtClean="0"/>
              <a:t>     BIEN HAUT L’ÉTENDARD DE PAIX</a:t>
            </a:r>
          </a:p>
          <a:p>
            <a:endParaRPr lang="fr-FR" smtClean="0"/>
          </a:p>
          <a:p>
            <a:r>
              <a:rPr lang="fr-FR" smtClean="0"/>
              <a:t>10-  A LUI SEUL NOUS RENDONS GLOIRE</a:t>
            </a:r>
            <a:br>
              <a:rPr lang="fr-FR" smtClean="0"/>
            </a:br>
            <a:r>
              <a:rPr lang="fr-FR" smtClean="0"/>
              <a:t>       DIEU DE TOUTE ÉTERNITÉ</a:t>
            </a:r>
          </a:p>
          <a:p>
            <a:r>
              <a:rPr lang="fr-FR" smtClean="0"/>
              <a:t>11-  PAR TA GRÂCE INCOMPARABLE</a:t>
            </a:r>
            <a:br>
              <a:rPr lang="fr-FR" smtClean="0"/>
            </a:br>
            <a:r>
              <a:rPr lang="fr-FR" smtClean="0"/>
              <a:t>       TU NOUS DONNES TA LIBERTÉ</a:t>
            </a:r>
          </a:p>
          <a:p>
            <a:r>
              <a:rPr lang="fr-FR" smtClean="0"/>
              <a:t>12-  VIE NOUVELLE, VIE D’ESPÉRANCE</a:t>
            </a:r>
            <a:br>
              <a:rPr lang="fr-FR" smtClean="0"/>
            </a:br>
            <a:r>
              <a:rPr lang="fr-FR" smtClean="0"/>
              <a:t>       QUI NOUS COMBLE DE BONHEUR</a:t>
            </a:r>
          </a:p>
          <a:p>
            <a:r>
              <a:rPr lang="fr-FR" smtClean="0"/>
              <a:t>13-  L’UNIVERS EXALTE TON NOM</a:t>
            </a:r>
            <a:br>
              <a:rPr lang="fr-FR" smtClean="0"/>
            </a:br>
            <a:r>
              <a:rPr lang="fr-FR" smtClean="0"/>
              <a:t>      JÉSUS-CHRIST, EMMANUEL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7" name="Espace réservé des commentaires 2"/>
          <p:cNvSpPr>
            <a:spLocks noGrp="1"/>
          </p:cNvSpPr>
          <p:nvPr>
            <p:ph type="body" idx="1"/>
          </p:nvPr>
        </p:nvSpPr>
        <p:spPr bwMode="auto"/>
        <p:txBody>
          <a:bodyPr wrap="square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1-  REMPLIS DE JOIE, NOUS TE LOUONS.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     NOUS CÉLÉBRONS NOTRE ROI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2-  D’UN SEUL CŒUR, NOUS T’ÉLEVONS.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     QUE TA LUMIÈRE BRILLE, OH ROI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3-  TOUTE LA TERRE S’ÉMERVEILLE</a:t>
            </a:r>
            <a:br>
              <a:rPr lang="fr-FR" dirty="0" smtClean="0"/>
            </a:br>
            <a:r>
              <a:rPr lang="fr-FR" dirty="0" smtClean="0"/>
              <a:t>     DEVANT TOI, PRINCE DE LA PAIX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4-  POUR TOI, NOUS SOMMES DANS L’ALLÉGRESSE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5-  TU REMPLIS NOS CŒURS DE JOIE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6-  QUE LES PEUPLES SE RASSEMBLENT</a:t>
            </a:r>
            <a:br>
              <a:rPr lang="fr-FR" dirty="0" smtClean="0"/>
            </a:br>
            <a:r>
              <a:rPr lang="fr-FR" dirty="0" smtClean="0"/>
              <a:t>     POUR DE MEILLEURS LENDEMAINS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7-  VIVRE ET S’AIMER ENTRE FRÈRES</a:t>
            </a:r>
            <a:br>
              <a:rPr lang="fr-FR" dirty="0" smtClean="0"/>
            </a:br>
            <a:r>
              <a:rPr lang="fr-FR" dirty="0" smtClean="0"/>
              <a:t>     PAR SON AMOUR ÉTERNEL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8-  JOIE PARFAITE, JOIE IMMENSE</a:t>
            </a:r>
            <a:br>
              <a:rPr lang="fr-FR" dirty="0" smtClean="0"/>
            </a:br>
            <a:r>
              <a:rPr lang="fr-FR" dirty="0" smtClean="0"/>
              <a:t>     PROCLAMONS SA MAJESTÉ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9-  POUR NOTRE SEIGNEUR, NOUS ÉLEVONS</a:t>
            </a:r>
            <a:br>
              <a:rPr lang="fr-FR" dirty="0" smtClean="0"/>
            </a:br>
            <a:r>
              <a:rPr lang="fr-FR" dirty="0" smtClean="0"/>
              <a:t>     BIEN HAUT L’ÉTENDARD DE PAIX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10-  A LUI SEUL NOUS RENDONS GLOIRE</a:t>
            </a:r>
            <a:br>
              <a:rPr lang="fr-FR" dirty="0" smtClean="0"/>
            </a:br>
            <a:r>
              <a:rPr lang="fr-FR" dirty="0" smtClean="0"/>
              <a:t>       DIEU DE TOUTE ÉTERNITÉ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11-  PAR TA GRÂCE INCOMPARABLE</a:t>
            </a:r>
            <a:br>
              <a:rPr lang="fr-FR" dirty="0" smtClean="0"/>
            </a:br>
            <a:r>
              <a:rPr lang="fr-FR" dirty="0" smtClean="0"/>
              <a:t>       TU NOUS DONNES TA LIBERTÉ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12-  VIE NOUVELLE, VIE D’ESPÉRANCE</a:t>
            </a:r>
            <a:br>
              <a:rPr lang="fr-FR" dirty="0" smtClean="0"/>
            </a:br>
            <a:r>
              <a:rPr lang="fr-FR" dirty="0" smtClean="0"/>
              <a:t>       QUI NOUS COMBLE DE BONHEUR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13-  L’UNIVERS EXALTE TON NOM</a:t>
            </a:r>
            <a:br>
              <a:rPr lang="fr-FR" dirty="0" smtClean="0"/>
            </a:br>
            <a:r>
              <a:rPr lang="fr-FR" dirty="0" smtClean="0"/>
              <a:t>      JÉSUS-CHRIST, EMMANUEL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REMPLIS DE JOIE, NOUS TE LOUONS.</a:t>
            </a:r>
          </a:p>
          <a:p>
            <a:r>
              <a:rPr lang="fr-FR" smtClean="0"/>
              <a:t>     NOUS CÉLÉBRONS NOTRE ROI</a:t>
            </a:r>
          </a:p>
          <a:p>
            <a:r>
              <a:rPr lang="fr-FR" smtClean="0"/>
              <a:t>2-  D’UN SEUL CŒUR, NOUS T’ÉLEVONS. </a:t>
            </a:r>
          </a:p>
          <a:p>
            <a:r>
              <a:rPr lang="fr-FR" smtClean="0"/>
              <a:t>     QUE TA LUMIÈRE BRILLE, OH ROI</a:t>
            </a:r>
          </a:p>
          <a:p>
            <a:r>
              <a:rPr lang="fr-FR" smtClean="0"/>
              <a:t>3-  TOUTE LA TERRE S’ÉMERVEILLE</a:t>
            </a:r>
            <a:br>
              <a:rPr lang="fr-FR" smtClean="0"/>
            </a:br>
            <a:r>
              <a:rPr lang="fr-FR" smtClean="0"/>
              <a:t>     DEVANT TOI, PRINCE DE LA PAIX</a:t>
            </a:r>
          </a:p>
          <a:p>
            <a:r>
              <a:rPr lang="fr-FR" smtClean="0"/>
              <a:t>4-  POUR TOI, NOUS SOMMES DANS L’ALLÉGRESSE</a:t>
            </a:r>
          </a:p>
          <a:p>
            <a:r>
              <a:rPr lang="fr-FR" smtClean="0"/>
              <a:t>5-  TU REMPLIS NOS CŒURS DE JOIE</a:t>
            </a:r>
          </a:p>
          <a:p>
            <a:endParaRPr lang="fr-FR" smtClean="0"/>
          </a:p>
          <a:p>
            <a:r>
              <a:rPr lang="fr-FR" smtClean="0"/>
              <a:t>6-  QUE LES PEUPLES SE RASSEMBLENT</a:t>
            </a:r>
            <a:br>
              <a:rPr lang="fr-FR" smtClean="0"/>
            </a:br>
            <a:r>
              <a:rPr lang="fr-FR" smtClean="0"/>
              <a:t>     POUR DE MEILLEURS LENDEMAINS</a:t>
            </a:r>
          </a:p>
          <a:p>
            <a:r>
              <a:rPr lang="fr-FR" smtClean="0"/>
              <a:t>7-  VIVRE ET S’AIMER ENTRE FRÈRES</a:t>
            </a:r>
            <a:br>
              <a:rPr lang="fr-FR" smtClean="0"/>
            </a:br>
            <a:r>
              <a:rPr lang="fr-FR" smtClean="0"/>
              <a:t>     PAR SON AMOUR ÉTERNEL</a:t>
            </a:r>
          </a:p>
          <a:p>
            <a:r>
              <a:rPr lang="fr-FR" smtClean="0"/>
              <a:t>8-  JOIE PARFAITE, JOIE IMMENSE</a:t>
            </a:r>
            <a:br>
              <a:rPr lang="fr-FR" smtClean="0"/>
            </a:br>
            <a:r>
              <a:rPr lang="fr-FR" smtClean="0"/>
              <a:t>     PROCLAMONS SA MAJESTÉ</a:t>
            </a:r>
          </a:p>
          <a:p>
            <a:r>
              <a:rPr lang="fr-FR" smtClean="0"/>
              <a:t>9-  POUR NOTRE SEIGNEUR, NOUS ÉLEVONS</a:t>
            </a:r>
            <a:br>
              <a:rPr lang="fr-FR" smtClean="0"/>
            </a:br>
            <a:r>
              <a:rPr lang="fr-FR" smtClean="0"/>
              <a:t>     BIEN HAUT L’ÉTENDARD DE PAIX</a:t>
            </a:r>
          </a:p>
          <a:p>
            <a:endParaRPr lang="fr-FR" smtClean="0"/>
          </a:p>
          <a:p>
            <a:r>
              <a:rPr lang="fr-FR" smtClean="0"/>
              <a:t>10-  A LUI SEUL NOUS RENDONS GLOIRE</a:t>
            </a:r>
            <a:br>
              <a:rPr lang="fr-FR" smtClean="0"/>
            </a:br>
            <a:r>
              <a:rPr lang="fr-FR" smtClean="0"/>
              <a:t>       DIEU DE TOUTE ÉTERNITÉ</a:t>
            </a:r>
          </a:p>
          <a:p>
            <a:r>
              <a:rPr lang="fr-FR" smtClean="0"/>
              <a:t>11-  PAR TA GRÂCE INCOMPARABLE</a:t>
            </a:r>
            <a:br>
              <a:rPr lang="fr-FR" smtClean="0"/>
            </a:br>
            <a:r>
              <a:rPr lang="fr-FR" smtClean="0"/>
              <a:t>       TU NOUS DONNES TA LIBERTÉ</a:t>
            </a:r>
          </a:p>
          <a:p>
            <a:r>
              <a:rPr lang="fr-FR" smtClean="0"/>
              <a:t>12-  VIE NOUVELLE, VIE D’ESPÉRANCE</a:t>
            </a:r>
            <a:br>
              <a:rPr lang="fr-FR" smtClean="0"/>
            </a:br>
            <a:r>
              <a:rPr lang="fr-FR" smtClean="0"/>
              <a:t>       QUI NOUS COMBLE DE BONHEUR</a:t>
            </a:r>
          </a:p>
          <a:p>
            <a:r>
              <a:rPr lang="fr-FR" smtClean="0"/>
              <a:t>13-  L’UNIVERS EXALTE TON NOM</a:t>
            </a:r>
            <a:br>
              <a:rPr lang="fr-FR" smtClean="0"/>
            </a:br>
            <a:r>
              <a:rPr lang="fr-FR" smtClean="0"/>
              <a:t>      JÉSUS-CHRIST, EMMANUEL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653542-0FF5-4E7D-BDC0-583C7E9D19C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896D58-9BFC-4AC5-8082-91724132590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042AB7-5FAC-4DB4-86AD-59002FF5A90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36701C-5B2E-401D-92FB-74ABFBBBB2A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C681E1-B117-40E8-B850-7B789194765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6B00B5-8821-456B-96C7-844A943BBC8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493BD1-237F-4731-BB4F-79EE26ED39E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AB0929-31F0-4224-9ED0-60FD54B4EF0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3B01C2-4E9A-47B0-A627-59F9FA2C87B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A5FA92-9647-4846-BE53-4661B9ECA0D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9C6BA6-D53A-4E38-881A-C6CDC51DC8F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48E1E6AB-A0F2-48BD-80B5-9738AD747AD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REMPLIS DE JOIE, NOUS TE LOUONS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CÉLÉBRONS NOTRE ROI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 D’UN SEUL CŒUR, NOUS T’ÉLEVONS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TA LUMIÈRE BRILLE, OH ROI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TOUTE LA TERRE S’ÉMERVEILLE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DEVANT TOI, PRINCE DE LA PAIX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TOI, NOUS SOMMES DANS L’ALLÉGRESSE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REMPLIS NOS CŒURS DE JOIE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LES PEUPLES SE RASSEMBLENT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DE MEILLEURS LENDEMAINS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VIVRE ET S’AIMER ENTRE FRÈRES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 SON AMOUR ÉTERNEL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JOIE PARFAITE, JOIE IMMENSE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PROCLAMONS SA MAJESTÉ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NOTRE SEIGNEUR, NOUS ÉLEVONS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BIEN HAUT L’ÉTENDARD DE PAIX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 LUI SEUL NOUS RENDONS GLOIRE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DIEU DE TOUTE ÉTERNITÉ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 TA GRÂCE INCOMPARABLE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NOUS DONNES TA LIBERTÉ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VIE NOUVELLE, VIE D’ESPÉRANCE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NOUS COMBLE DE BONHEUR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L’UNIVERS EXALTE TON NOM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JÉSUS-CHRIST, EMMANUEL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481</TotalTime>
  <Words>978</Words>
  <Application>Microsoft PowerPoint</Application>
  <PresentationFormat>On-screen Show (4:3)</PresentationFormat>
  <Paragraphs>456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7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Incrustations_NT</cp:lastModifiedBy>
  <cp:revision>71</cp:revision>
  <dcterms:created xsi:type="dcterms:W3CDTF">2002-08-17T10:50:50Z</dcterms:created>
  <dcterms:modified xsi:type="dcterms:W3CDTF">2017-06-11T10:42:35Z</dcterms:modified>
</cp:coreProperties>
</file>