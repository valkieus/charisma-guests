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57636" autoAdjust="0"/>
  </p:normalViewPr>
  <p:slideViewPr>
    <p:cSldViewPr>
      <p:cViewPr varScale="1">
        <p:scale>
          <a:sx n="61" d="100"/>
          <a:sy n="61" d="100"/>
        </p:scale>
        <p:origin x="-148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E67F3A-5F56-4092-B65F-E9B1C1C0B43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A6C22A9-CF7D-413F-A2FF-ED74268624A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Behold</a:t>
            </a:r>
            <a:r>
              <a:rPr lang="fr-FR" dirty="0" smtClean="0"/>
              <a:t> the Lamb </a:t>
            </a:r>
            <a:r>
              <a:rPr lang="fr-FR" dirty="0" err="1" smtClean="0"/>
              <a:t>Behold</a:t>
            </a:r>
            <a:r>
              <a:rPr lang="fr-FR" dirty="0" smtClean="0"/>
              <a:t>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Slain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foundation</a:t>
            </a:r>
            <a:r>
              <a:rPr lang="fr-FR" dirty="0" smtClean="0"/>
              <a:t>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For </a:t>
            </a:r>
            <a:r>
              <a:rPr lang="fr-FR" dirty="0" err="1" smtClean="0"/>
              <a:t>sinners</a:t>
            </a:r>
            <a:r>
              <a:rPr lang="fr-FR" dirty="0" smtClean="0"/>
              <a:t> </a:t>
            </a:r>
            <a:r>
              <a:rPr lang="fr-FR" dirty="0" err="1" smtClean="0"/>
              <a:t>crucified</a:t>
            </a:r>
            <a:r>
              <a:rPr lang="fr-FR" dirty="0" smtClean="0"/>
              <a:t> O </a:t>
            </a:r>
            <a:r>
              <a:rPr lang="fr-FR" dirty="0" err="1" smtClean="0"/>
              <a:t>holy</a:t>
            </a:r>
            <a:r>
              <a:rPr lang="fr-FR" dirty="0" smtClean="0"/>
              <a:t> sacrifice </a:t>
            </a:r>
            <a:r>
              <a:rPr lang="fr-FR" dirty="0" err="1" smtClean="0"/>
              <a:t>Behold</a:t>
            </a:r>
            <a:r>
              <a:rPr lang="fr-FR" dirty="0" smtClean="0"/>
              <a:t> the Lamb of </a:t>
            </a:r>
            <a:r>
              <a:rPr lang="fr-FR" dirty="0" err="1" smtClean="0"/>
              <a:t>God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Behold</a:t>
            </a:r>
            <a:r>
              <a:rPr lang="fr-FR" dirty="0" smtClean="0"/>
              <a:t> the Lamb of </a:t>
            </a:r>
            <a:r>
              <a:rPr lang="fr-FR" dirty="0" err="1" smtClean="0"/>
              <a:t>God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COURONNEZ-LE </a:t>
            </a:r>
            <a:r>
              <a:rPr lang="fr-FR" dirty="0" err="1" smtClean="0"/>
              <a:t>COURONNEZ-LE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Crown </a:t>
            </a:r>
            <a:r>
              <a:rPr lang="fr-FR" dirty="0" err="1" smtClean="0"/>
              <a:t>Him</a:t>
            </a:r>
            <a:r>
              <a:rPr lang="fr-FR" dirty="0" smtClean="0"/>
              <a:t> Crown </a:t>
            </a:r>
            <a:r>
              <a:rPr lang="fr-FR" dirty="0" err="1" smtClean="0"/>
              <a:t>Him</a:t>
            </a:r>
            <a:r>
              <a:rPr lang="fr-FR" dirty="0" smtClean="0"/>
              <a:t>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Worthy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Lamb
7-  LOUEZ-LE </a:t>
            </a:r>
            <a:r>
              <a:rPr lang="fr-FR" dirty="0" err="1" smtClean="0"/>
              <a:t>LOUEZ-LE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
</a:t>
            </a:r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Behold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Slain from the foundation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sinners crucified O holy sacrifice 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COURONNEZ-LE COURONNEZ-LE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Crown Him Crown Him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
7-  LOUEZ-LE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Praise Him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 and earth resound
</a:t>
            </a: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Behold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Slain from the foundation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sinners crucified O holy sacrifice 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COURONNEZ-LE COURONNEZ-LE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Crown Him Crown Him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
7-  LOUEZ-LE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Praise Him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 and earth resound
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Behold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Slain from the foundation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sinners crucified O holy sacrifice 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COURONNEZ-LE COURONNEZ-LE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Crown Him Crown Him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
7-  LOUEZ-LE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Praise Him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 and earth resound
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Behold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Slain from the foundation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sinners crucified O holy sacrifice 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COURONNEZ-LE COURONNEZ-LE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Crown Him Crown Him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
7-  LOUEZ-LE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Praise Him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 and earth resound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Behold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Slain from the foundation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sinners crucified O holy sacrifice 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COURONNEZ-LE COURONNEZ-LE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Crown Him Crown Him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
7-  LOUEZ-LE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Praise Him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 and earth resound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Behold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Slain from the foundation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sinners crucified O holy sacrifice 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COURONNEZ-LE COURONNEZ-LE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Crown Him Crown Him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
7-  LOUEZ-LE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Praise Him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 and earth resound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VOICI L’AGNEAU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Behold the Lamb
2-  IMMOLÉ DÈS LA FONDATION DU MONDE POUR NOUS CRUCIFIÉ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Slain from the foundation of the world
3-  SAINT ET SACRIFIÉ VOICI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sinners crucified O holy sacrifice 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VOICI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Behold the Lamb of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COURONNEZ-LE COURONNEZ-LE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Crown Him Crown Him
6-  DIGNE EST L’AGNEAU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Worthy is the Lamb
7-  LOUEZ-LE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Praise Him Praise Him
8-  LE CIEL ET LA TERRE RÉSONNENT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Heaven and earth resound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VOICI L’AGNEAU VOICI L’AGNEAU </a:t>
            </a:r>
          </a:p>
          <a:p>
            <a:r>
              <a:rPr lang="fr-FR" smtClean="0"/>
              <a:t>Behold the Lamb Behold the Lamb
2-  IMMOLÉ DÈS LA FONDATION DU MONDE POUR NOUS CRUCIFIÉ </a:t>
            </a:r>
          </a:p>
          <a:p>
            <a:r>
              <a:rPr lang="fr-FR" smtClean="0"/>
              <a:t>Slain from the foundation of the world
3-  SAINT ET SACRIFIÉ VOICI L’AGNEAU DE DIEU</a:t>
            </a:r>
          </a:p>
          <a:p>
            <a:r>
              <a:rPr lang="fr-FR" smtClean="0"/>
              <a:t>For sinners crucified O holy sacrifice Behold the Lamb of God</a:t>
            </a:r>
          </a:p>
          <a:p>
            <a:r>
              <a:rPr lang="fr-FR" smtClean="0"/>
              <a:t>4-  VOICI L’AGNEAU </a:t>
            </a:r>
          </a:p>
          <a:p>
            <a:r>
              <a:rPr lang="fr-FR" smtClean="0"/>
              <a:t>Behold the Lamb of God</a:t>
            </a:r>
          </a:p>
          <a:p>
            <a:r>
              <a:rPr lang="fr-FR" smtClean="0"/>
              <a:t>5-  COURONNEZ-LE COURONNEZ-LE </a:t>
            </a:r>
          </a:p>
          <a:p>
            <a:r>
              <a:rPr lang="fr-FR" smtClean="0"/>
              <a:t>Crown Him Crown Him
6-  DIGNE EST L’AGNEAU </a:t>
            </a:r>
          </a:p>
          <a:p>
            <a:r>
              <a:rPr lang="fr-FR" smtClean="0"/>
              <a:t>Worthy is the Lamb
7-  LOUEZ-LE LOUEZ-LE </a:t>
            </a:r>
          </a:p>
          <a:p>
            <a:r>
              <a:rPr lang="fr-FR" smtClean="0"/>
              <a:t>Praise Him Praise Him
8-  LE CIEL ET LA TERRE RÉSONNENT </a:t>
            </a:r>
          </a:p>
          <a:p>
            <a:r>
              <a:rPr lang="fr-FR" smtClean="0"/>
              <a:t>Heaven and earth resound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5DE19-DF1D-4A96-87E0-34A01551AB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E7E6C-D045-40D0-B88D-A193343337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16644-7934-4A2F-BAB9-C77B88744D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481EA-F47C-426F-8A8E-C317365468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DC310-588C-4C27-A67A-9747316B45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EB42D-ACFD-4B37-965D-D9F8940D0A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399BCC-B659-4CE7-B38A-991604110C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F7E68-F31A-4FC1-9DAB-F55AAB85CB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9E640-EEA5-447B-A8D9-402E8FF35D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423D0F-323E-43B9-B3F0-3F3E450DF3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07B20-1737-40A4-A9B0-654FA5777FB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449F47-2270-4CA3-99E6-822A9EB0C3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L’AGNEAU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L’AGNEAU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IMMOLÉ DÈS LA FONDATION DU MONDE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CRUCIFIÉ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ET SACRIFIÉ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L’AGNEAU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COURONNEZ-LE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COURONNEZ-LE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 EST L’AGNEAU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ET LA TERRE RÉSONNENT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211</Words>
  <Application>Microsoft Office PowerPoint</Application>
  <PresentationFormat>On-screen Show (4:3)</PresentationFormat>
  <Paragraphs>189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149</cp:revision>
  <dcterms:created xsi:type="dcterms:W3CDTF">2002-08-17T10:50:50Z</dcterms:created>
  <dcterms:modified xsi:type="dcterms:W3CDTF">2017-06-11T07:19:15Z</dcterms:modified>
</cp:coreProperties>
</file>