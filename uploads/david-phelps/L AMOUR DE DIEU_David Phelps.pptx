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71" r:id="rId3"/>
    <p:sldId id="272" r:id="rId4"/>
    <p:sldId id="273" r:id="rId5"/>
    <p:sldId id="275" r:id="rId6"/>
    <p:sldId id="274" r:id="rId7"/>
    <p:sldId id="276" r:id="rId8"/>
    <p:sldId id="279" r:id="rId9"/>
    <p:sldId id="295" r:id="rId10"/>
    <p:sldId id="278" r:id="rId11"/>
    <p:sldId id="280" r:id="rId12"/>
    <p:sldId id="281" r:id="rId13"/>
    <p:sldId id="282" r:id="rId14"/>
    <p:sldId id="284" r:id="rId15"/>
    <p:sldId id="283" r:id="rId16"/>
    <p:sldId id="286" r:id="rId17"/>
    <p:sldId id="287" r:id="rId18"/>
    <p:sldId id="288" r:id="rId19"/>
    <p:sldId id="289" r:id="rId20"/>
    <p:sldId id="290" r:id="rId21"/>
    <p:sldId id="291" r:id="rId22"/>
    <p:sldId id="294" r:id="rId23"/>
    <p:sldId id="292" r:id="rId24"/>
    <p:sldId id="296" r:id="rId25"/>
    <p:sldId id="297" r:id="rId26"/>
    <p:sldId id="298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5000" autoAdjust="0"/>
    <p:restoredTop sz="38415" autoAdjust="0"/>
  </p:normalViewPr>
  <p:slideViewPr>
    <p:cSldViewPr>
      <p:cViewPr>
        <p:scale>
          <a:sx n="30" d="100"/>
          <a:sy n="30" d="100"/>
        </p:scale>
        <p:origin x="-91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FCD1D6B-0F26-445D-A0F2-CBC8443B09D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A51B2CE-4FBE-46E9-AB43-D594331CBE7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dirty="0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dirty="0" smtClean="0"/>
              <a:t>2-  QUE TOUS LES MOTS PEUVENT DÉCRIRE</a:t>
            </a:r>
            <a:br>
              <a:rPr lang="fr-FR" dirty="0" smtClean="0"/>
            </a:br>
            <a:r>
              <a:rPr lang="fr-FR" dirty="0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dirty="0" smtClean="0"/>
              <a:t>4-  ET MÊME JUSQU’AU FOND DE L’ENFER </a:t>
            </a:r>
            <a:br>
              <a:rPr lang="fr-FR" dirty="0" smtClean="0"/>
            </a:br>
            <a:r>
              <a:rPr lang="fr-FR" dirty="0" smtClean="0"/>
              <a:t>5-  LA DETTE QUI PESAIT EST EFFACÉE DIEU A DONNÉ SON FILS POUR GAGNER</a:t>
            </a:r>
            <a:br>
              <a:rPr lang="fr-FR" dirty="0" smtClean="0"/>
            </a:br>
            <a:r>
              <a:rPr lang="fr-FR" dirty="0" smtClean="0"/>
              <a:t>6-  SON FILS PERDU,  IL A RÉCONCILIÉ ET PARDONNÉ SES PÉCHÉS</a:t>
            </a:r>
            <a:br>
              <a:rPr lang="fr-FR" dirty="0" smtClean="0"/>
            </a:b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dirty="0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dirty="0" smtClean="0"/>
              <a:t>	9-  LES ANGES ET LES SAINTS CHANTERONT CE CHANT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10-   QUAND LES SIÈCLES PASSERONT</a:t>
            </a:r>
          </a:p>
          <a:p>
            <a:pPr eaLnBrk="1" hangingPunct="1">
              <a:defRPr/>
            </a:pPr>
            <a:r>
              <a:rPr lang="fr-FR" dirty="0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dirty="0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dirty="0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dirty="0" smtClean="0"/>
              <a:t>14-  L’AMOUR DE DIEU SI SURE SERA TOUJOURS</a:t>
            </a:r>
            <a:br>
              <a:rPr lang="fr-FR" dirty="0" smtClean="0"/>
            </a:br>
            <a:r>
              <a:rPr lang="fr-FR" dirty="0" smtClean="0"/>
              <a:t>15-  SANS MESURE ET SI FORT LA GRÂCE QUI SAUVE LA RACE D’ADAM</a:t>
            </a:r>
            <a:br>
              <a:rPr lang="fr-FR" dirty="0" smtClean="0"/>
            </a:br>
            <a:r>
              <a:rPr lang="fr-FR" dirty="0" smtClean="0"/>
              <a:t>16-  LES ANGES ET LES SAINTS CHANTERONT CE CHANT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17-   SI L’OCÉAN ÉTAIT REMPLI D’ENCRE </a:t>
            </a:r>
            <a:br>
              <a:rPr lang="fr-FR" dirty="0" smtClean="0"/>
            </a:br>
            <a:r>
              <a:rPr lang="fr-FR" dirty="0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dirty="0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dirty="0" smtClean="0"/>
              <a:t>20-  ET CHAQUE HOMME UN ÉCRIVAIN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dirty="0" smtClean="0"/>
              <a:t>22-  ET AUCUN ROULEAU NE CONTIENDRAIT CES MOTS</a:t>
            </a:r>
            <a:br>
              <a:rPr lang="fr-FR" dirty="0" smtClean="0"/>
            </a:br>
            <a:r>
              <a:rPr lang="fr-FR" dirty="0" smtClean="0"/>
              <a:t>23-  MÊME SI ON ÉTIRAIT LES CIEUX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dirty="0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dirty="0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L’AMOUR DE DIEU EST BIEN PLUS GRAND </a:t>
            </a:r>
          </a:p>
          <a:p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7-  L’AMOUR DE DIEU SI RICHE ET PUR !</a:t>
            </a:r>
          </a:p>
          <a:p>
            <a:r>
              <a:rPr lang="fr-FR" smtClean="0"/>
              <a:t>	8-  SANS MESURE ET SI FORT ! IL DURERA POUR TOUJOURS </a:t>
            </a:r>
          </a:p>
          <a:p>
            <a:r>
              <a:rPr lang="fr-FR" smtClean="0"/>
              <a:t>	9-  LES ANGES ET LES SAINTS CHANTERONT CE CHANT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10-   QUAND LES SIÈCLES PASSERONT</a:t>
            </a:r>
          </a:p>
          <a:p>
            <a:r>
              <a:rPr lang="fr-FR" smtClean="0"/>
              <a:t>11-  ET LES ROIS ET LES ROYAUMES CESSERONT</a:t>
            </a:r>
          </a:p>
          <a:p>
            <a:r>
              <a:rPr lang="fr-FR" smtClean="0"/>
              <a:t>12-  QUAND LES HOMMES QUI, ICI REFUSENT DE PRIER</a:t>
            </a:r>
          </a:p>
          <a:p>
            <a:r>
              <a:rPr lang="fr-FR" smtClean="0"/>
              <a:t>13-  CRIERONT SUR LES ROCHERS, LES COLLINES ET LES MONTAGNES </a:t>
            </a:r>
          </a:p>
          <a:p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endParaRPr lang="fr-FR" smtClean="0"/>
          </a:p>
          <a:p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r>
              <a:rPr lang="fr-FR" smtClean="0"/>
              <a:t>19-  SI TOUTES LES TIGES DE LA TERRE ÉTAIENT DES PLUMES</a:t>
            </a:r>
          </a:p>
          <a:p>
            <a:r>
              <a:rPr lang="fr-FR" smtClean="0"/>
              <a:t>20-  ET CHAQUE HOMME UN ÉCRIVAIN</a:t>
            </a:r>
          </a:p>
          <a:p>
            <a:endParaRPr lang="fr-FR" smtClean="0"/>
          </a:p>
          <a:p>
            <a:r>
              <a:rPr lang="fr-FR" smtClean="0"/>
              <a:t>21-  ÉCRIRE L’AMOUR DU DIEU TRÈS HAUT ASSÉCHERAIT CET OCÉAN</a:t>
            </a:r>
          </a:p>
          <a:p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endParaRPr lang="fr-FR" smtClean="0"/>
          </a:p>
          <a:p>
            <a:r>
              <a:rPr lang="fr-FR" smtClean="0"/>
              <a:t>	24-  L’AMOUR DE DIEU SI RICHE ET PUR !</a:t>
            </a:r>
          </a:p>
          <a:p>
            <a:r>
              <a:rPr lang="fr-FR" smtClean="0"/>
              <a:t>	25-  SANS MESURE ET SI FORT ! IL DURERA POUR TOUJOURS </a:t>
            </a:r>
          </a:p>
          <a:p>
            <a:r>
              <a:rPr lang="fr-FR" smtClean="0"/>
              <a:t>	26-  LES ANGES ET LES SAINTS CHANTERONT CE CHANT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F7CF7-2CD9-42D5-9D11-43C0C3C6F3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FEC60-74ED-445B-BF19-0DA78AAA16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26926-ECE5-49B3-95EE-9DE8E85FD5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91A4C-84E1-47DD-AD23-CBFD3E6CB8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DCA910-76A7-442B-848C-986634E07A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EC6BD-83B7-4973-87E9-D66C48CA07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CFE96-86A0-4853-B73D-9BFFCB35D0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13261-C765-4F10-9A99-AE17E384F9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187B78-A1BB-42A0-B4A8-4FD7F01FBD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7BB4E-EEB2-4138-9D15-8530F46776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BD503-8C50-4D74-8542-240334BF0F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A685025-106A-4290-B89F-BECBB55566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BIEN PLUS GRAND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TOUS LES MOTS PEUVENT DÉCRIRE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VA PLUS LOIN QUE TOUTE ÉTOILE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JUSQU’AU FOND DE L’ENFER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DETTE QUI PESAIT EST EFFACÉE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A DONNÉ SON FILS POUR GAGNER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FILS PERDU,  IL A RÉCONCILIÉ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PARDONNÉ SES PÉCHÉS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RICHE ET PUR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MESURE ET SI FORT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DURERA POUR TOUJOURS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ET LES SAINTS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CHANTERONT CE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QUAND LES SIÈCLES PASSERONT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ROIS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ROYAUMES CESSERONT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LES HOMMES QUI, ICI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REFUSENT DE PRIER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CRIERONT SUR LES ROCHERS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COLLINES ET LES MONTAGNES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 SI SURE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 TOUJOURS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MESURE ET SI FORT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GRÂCE QUI SAUVE LA RACE D’ADAM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ET LES SAINTS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CHANTERONT CE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SI L’OCÉAN ÉTAIT REMPLI D’ENCRE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FAITS DE PARCHEMINS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TOUTES LES TIGES DE LA TERRE ÉTAIENT DES PLUMES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CHAQUE HOMME UN ÉCRIVAIN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ÉCRIRE L’AMOUR DU DIEU TRÈS HAUT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ASSÉCHERAIT CET OCÉAN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AUCUN ROULEAU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CONTIENDRAIT CES MOTS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ON ÉTIRAIT LES 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RICHE ET PUR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MESURE ET SI FORT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DURERA POUR TOUJOURS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ET LES SAINTS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CHANTERONT CE 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541</Words>
  <Application>Microsoft Office PowerPoint</Application>
  <PresentationFormat>On-screen Show (4:3)</PresentationFormat>
  <Paragraphs>1274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L’AMOUR DE DIEU EST BIEN PLUS GRAND   </vt:lpstr>
      <vt:lpstr>QUE TOUS LES MOTS PEUVENT DÉCRIRE </vt:lpstr>
      <vt:lpstr>IL VA PLUS LOIN QUE TOUTE ÉTOILE</vt:lpstr>
      <vt:lpstr>ET MÊME JUSQU’AU FOND DE L’ENFER LA DETTE QUI PESAIT EST EFFACÉE </vt:lpstr>
      <vt:lpstr>DIEU A DONNÉ SON FILS POUR GAGNER </vt:lpstr>
      <vt:lpstr>SON FILS PERDU,  IL A RÉCONCILIÉ  ET PARDONNÉ SES PÉCHÉS </vt:lpstr>
      <vt:lpstr>L’AMOUR DE DIEU SI RICHE ET PUR !</vt:lpstr>
      <vt:lpstr>SANS MESURE ET SI FORT ! IL DURERA POUR TOUJOURS </vt:lpstr>
      <vt:lpstr>LES ANGES ET LES SAINTS CHANTERONT CE CHANT</vt:lpstr>
      <vt:lpstr> QUAND LES SIÈCLES PASSERONT  </vt:lpstr>
      <vt:lpstr>ET LES ROIS ET LES ROYAUMES CESSERONT</vt:lpstr>
      <vt:lpstr>QUAND LES HOMMES QUI, ICI REFUSENT DE PRIER</vt:lpstr>
      <vt:lpstr>CRIERONT SUR LES ROCHERS LES COLLINES ET LES MONTAGNES </vt:lpstr>
      <vt:lpstr>L’AMOUR DE DIEU SI SURE SERA TOUJOURS </vt:lpstr>
      <vt:lpstr>SANS MESURE ET SI FORT  LA GRÂCE QUI SAUVE LA RACE D’ADAM </vt:lpstr>
      <vt:lpstr>LES ANGES ET LES SAINTS CHANTERONT CE CHANT</vt:lpstr>
      <vt:lpstr> SI L’OCÉAN ÉTAIT REMPLI D’ENCRE  </vt:lpstr>
      <vt:lpstr>SI LES CIEUX FAITS DE PARCHEMINS</vt:lpstr>
      <vt:lpstr>SI TOUTES LES TIGES DE LA TERRE ÉTAIENT DES PLUMES</vt:lpstr>
      <vt:lpstr>ET CHAQUE HOMME UN ÉCRIVAIN</vt:lpstr>
      <vt:lpstr>ÉCRIRE L’AMOUR DU DIEU TRÈS HAUT ASSÉCHERAIT CET OCÉAN</vt:lpstr>
      <vt:lpstr>ET AUCUN ROULEAU NE CONTIENDRAIT CES MOTS </vt:lpstr>
      <vt:lpstr>MÊME SI ON ÉTIRAIT LES CIEUX</vt:lpstr>
      <vt:lpstr>L’AMOUR DE DIEU SI RICHE ET PUR !</vt:lpstr>
      <vt:lpstr>SANS MESURE ET SI FORT ! IL DURERA POUR TOUJOURS </vt:lpstr>
      <vt:lpstr>LES ANGES ET LES SAINTS CHANTERONT CE CHANT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119</cp:revision>
  <dcterms:created xsi:type="dcterms:W3CDTF">2002-08-17T10:50:50Z</dcterms:created>
  <dcterms:modified xsi:type="dcterms:W3CDTF">2013-10-27T02:18:52Z</dcterms:modified>
</cp:coreProperties>
</file>