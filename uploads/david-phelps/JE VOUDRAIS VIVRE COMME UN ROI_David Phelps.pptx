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89" r:id="rId2"/>
    <p:sldId id="310" r:id="rId3"/>
    <p:sldId id="290" r:id="rId4"/>
    <p:sldId id="291" r:id="rId5"/>
    <p:sldId id="293" r:id="rId6"/>
    <p:sldId id="301" r:id="rId7"/>
    <p:sldId id="294" r:id="rId8"/>
    <p:sldId id="295" r:id="rId9"/>
    <p:sldId id="319" r:id="rId10"/>
    <p:sldId id="296" r:id="rId11"/>
    <p:sldId id="311" r:id="rId12"/>
    <p:sldId id="298" r:id="rId13"/>
    <p:sldId id="312" r:id="rId14"/>
    <p:sldId id="299" r:id="rId15"/>
    <p:sldId id="313" r:id="rId16"/>
    <p:sldId id="317" r:id="rId17"/>
    <p:sldId id="315" r:id="rId18"/>
    <p:sldId id="307" r:id="rId19"/>
    <p:sldId id="309" r:id="rId20"/>
    <p:sldId id="303" r:id="rId21"/>
    <p:sldId id="304" r:id="rId22"/>
    <p:sldId id="305" r:id="rId23"/>
    <p:sldId id="316" r:id="rId24"/>
    <p:sldId id="314" r:id="rId25"/>
    <p:sldId id="318" r:id="rId2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2355" autoAdjust="0"/>
    <p:restoredTop sz="31324" autoAdjust="0"/>
  </p:normalViewPr>
  <p:slideViewPr>
    <p:cSldViewPr>
      <p:cViewPr>
        <p:scale>
          <a:sx n="30" d="100"/>
          <a:sy n="30" d="100"/>
        </p:scale>
        <p:origin x="-90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ABB706D-B94E-4C61-8966-09597070F74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E72E6D1-9D59-4770-96C9-201175C8D30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4-  SA COURONNE N'ÉTAIT FAITE QUE D'ÉPINES  ET IL N'A RIEN EU A LUI</a:t>
            </a:r>
          </a:p>
          <a:p>
            <a:endParaRPr lang="fr-FR" smtClean="0"/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	7-  JE VOUDRAIS VIVRE COMME UN ROI</a:t>
            </a:r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14-  MAIS JE NE CHANTERAI QUE POUR LUI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	17-  JE VOUDRAIS VIVRE COMME UN ROI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22-  JE VOUDRAIS JE VOUDRAIS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	25-  JE VOUDRAIS VIVRE COMME UN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4-  SA COURONNE N'ÉTAIT FAITE QUE D'ÉPINES  ET IL N'A RIEN EU A LUI</a:t>
            </a:r>
          </a:p>
          <a:p>
            <a:endParaRPr lang="fr-FR" smtClean="0"/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	7-  JE VOUDRAIS VIVRE COMME UN ROI</a:t>
            </a:r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14-  MAIS JE NE CHANTERAI QUE POUR LUI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	17-  JE VOUDRAIS VIVRE COMME UN ROI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22-  JE VOUDRAIS JE VOUDRAIS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	25-  JE VOUDRAIS VIVRE COMME UN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4-  SA COURONNE N'ÉTAIT FAITE QUE D'ÉPINES  ET IL N'A RIEN EU A LUI</a:t>
            </a:r>
          </a:p>
          <a:p>
            <a:endParaRPr lang="fr-FR" smtClean="0"/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	7-  JE VOUDRAIS VIVRE COMME UN ROI</a:t>
            </a:r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14-  MAIS JE NE CHANTERAI QUE POUR LUI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	17-  JE VOUDRAIS VIVRE COMME UN ROI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22-  JE VOUDRAIS JE VOUDRAIS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	25-  JE VOUDRAIS VIVRE COMME UN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4-  SA COURONNE N'ÉTAIT FAITE QUE D'ÉPINES  ET IL N'A RIEN EU A LUI</a:t>
            </a:r>
          </a:p>
          <a:p>
            <a:endParaRPr lang="fr-FR" smtClean="0"/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	7-  JE VOUDRAIS VIVRE COMME UN ROI</a:t>
            </a:r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14-  MAIS JE NE CHANTERAI QUE POUR LUI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	17-  JE VOUDRAIS VIVRE COMME UN ROI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22-  JE VOUDRAIS JE VOUDRAIS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	25-  JE VOUDRAIS VIVRE COMME UN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4-  SA COURONNE N'ÉTAIT FAITE QUE D'ÉPINES  ET IL N'A RIEN EU A LUI</a:t>
            </a:r>
          </a:p>
          <a:p>
            <a:endParaRPr lang="fr-FR" smtClean="0"/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	7-  JE VOUDRAIS VIVRE COMME UN ROI</a:t>
            </a:r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14-  MAIS JE NE CHANTERAI QUE POUR LUI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	17-  JE VOUDRAIS VIVRE COMME UN ROI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22-  JE VOUDRAIS JE VOUDRAIS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	25-  JE VOUDRAIS VIVRE COMME UN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4-  SA COURONNE N'ÉTAIT FAITE QUE D'ÉPINES  ET IL N'A RIEN EU A LUI</a:t>
            </a:r>
          </a:p>
          <a:p>
            <a:endParaRPr lang="fr-FR" smtClean="0"/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	7-  JE VOUDRAIS VIVRE COMME UN ROI</a:t>
            </a:r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14-  MAIS JE NE CHANTERAI QUE POUR LUI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	17-  JE VOUDRAIS VIVRE COMME UN ROI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22-  JE VOUDRAIS JE VOUDRAIS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	25-  JE VOUDRAIS VIVRE COMME UN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4-  SA COURONNE N'ÉTAIT FAITE QUE D'ÉPINES  ET IL N'A RIEN EU A LUI</a:t>
            </a:r>
          </a:p>
          <a:p>
            <a:endParaRPr lang="fr-FR" smtClean="0"/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	7-  JE VOUDRAIS VIVRE COMME UN ROI</a:t>
            </a:r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14-  MAIS JE NE CHANTERAI QUE POUR LUI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	17-  JE VOUDRAIS VIVRE COMME UN ROI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22-  JE VOUDRAIS JE VOUDRAIS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	25-  JE VOUDRAIS VIVRE COMME UN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4-  SA COURONNE N'ÉTAIT FAITE QUE D'ÉPINES  ET IL N'A RIEN EU A LUI</a:t>
            </a:r>
          </a:p>
          <a:p>
            <a:endParaRPr lang="fr-FR" smtClean="0"/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	7-  JE VOUDRAIS VIVRE COMME UN ROI</a:t>
            </a:r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14-  MAIS JE NE CHANTERAI QUE POUR LUI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	17-  JE VOUDRAIS VIVRE COMME UN ROI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22-  JE VOUDRAIS JE VOUDRAIS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	25-  JE VOUDRAIS VIVRE COMME UN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4-  SA COURONNE N'ÉTAIT FAITE QUE D'ÉPINES  ET IL N'A RIEN EU A LUI</a:t>
            </a:r>
          </a:p>
          <a:p>
            <a:endParaRPr lang="fr-FR" smtClean="0"/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	7-  JE VOUDRAIS VIVRE COMME UN ROI</a:t>
            </a:r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14-  MAIS JE NE CHANTERAI QUE POUR LUI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	17-  JE VOUDRAIS VIVRE COMME UN ROI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22-  JE VOUDRAIS JE VOUDRAIS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	25-  JE VOUDRAIS VIVRE COMME UN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4-  SA COURONNE N'ÉTAIT FAITE QUE D'ÉPINES  ET IL N'A RIEN EU A LUI</a:t>
            </a:r>
          </a:p>
          <a:p>
            <a:endParaRPr lang="fr-FR" smtClean="0"/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	7-  JE VOUDRAIS VIVRE COMME UN ROI</a:t>
            </a:r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14-  MAIS JE NE CHANTERAI QUE POUR LUI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	17-  JE VOUDRAIS VIVRE COMME UN ROI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22-  JE VOUDRAIS JE VOUDRAIS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	25-  JE VOUDRAIS VIVRE COMME UN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4-  SA COURONNE N'ÉTAIT FAITE QUE D'ÉPINES  ET IL N'A RIEN EU A LUI</a:t>
            </a:r>
          </a:p>
          <a:p>
            <a:endParaRPr lang="fr-FR" smtClean="0"/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	7-  JE VOUDRAIS VIVRE COMME UN ROI</a:t>
            </a:r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14-  MAIS JE NE CHANTERAI QUE POUR LUI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	17-  JE VOUDRAIS VIVRE COMME UN ROI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22-  JE VOUDRAIS JE VOUDRAIS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	25-  JE VOUDRAIS VIVRE COMME UN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4-  SA COURONNE N'ÉTAIT FAITE QUE D'ÉPINES  ET IL N'A RIEN EU A LUI</a:t>
            </a:r>
          </a:p>
          <a:p>
            <a:endParaRPr lang="fr-FR" smtClean="0"/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	7-  JE VOUDRAIS VIVRE COMME UN ROI</a:t>
            </a:r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14-  MAIS JE NE CHANTERAI QUE POUR LUI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	17-  JE VOUDRAIS VIVRE COMME UN ROI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22-  JE VOUDRAIS JE VOUDRAIS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	25-  JE VOUDRAIS VIVRE COMME UN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4-  SA COURONNE N'ÉTAIT FAITE QUE D'ÉPINES  ET IL N'A RIEN EU A LUI</a:t>
            </a:r>
          </a:p>
          <a:p>
            <a:endParaRPr lang="fr-FR" smtClean="0"/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	7-  JE VOUDRAIS VIVRE COMME UN ROI</a:t>
            </a:r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14-  MAIS JE NE CHANTERAI QUE POUR LUI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	17-  JE VOUDRAIS VIVRE COMME UN ROI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22-  JE VOUDRAIS JE VOUDRAIS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	25-  JE VOUDRAIS VIVRE COMME UN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4-  SA COURONNE N'ÉTAIT FAITE QUE D'ÉPINES  ET IL N'A RIEN EU A LUI</a:t>
            </a:r>
          </a:p>
          <a:p>
            <a:endParaRPr lang="fr-FR" smtClean="0"/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	7-  JE VOUDRAIS VIVRE COMME UN ROI</a:t>
            </a:r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14-  MAIS JE NE CHANTERAI QUE POUR LUI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	17-  JE VOUDRAIS VIVRE COMME UN ROI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22-  JE VOUDRAIS JE VOUDRAIS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	25-  JE VOUDRAIS VIVRE COMME UN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4-  SA COURONNE N'ÉTAIT FAITE QUE D'ÉPINES  ET IL N'A RIEN EU A LUI</a:t>
            </a:r>
          </a:p>
          <a:p>
            <a:endParaRPr lang="fr-FR" smtClean="0"/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	7-  JE VOUDRAIS VIVRE COMME UN ROI</a:t>
            </a:r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14-  MAIS JE NE CHANTERAI QUE POUR LUI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	17-  JE VOUDRAIS VIVRE COMME UN ROI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22-  JE VOUDRAIS JE VOUDRAIS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	25-  JE VOUDRAIS VIVRE COMME UN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4-  SA COURONNE N'ÉTAIT FAITE QUE D'ÉPINES  ET IL N'A RIEN EU A LUI</a:t>
            </a:r>
          </a:p>
          <a:p>
            <a:endParaRPr lang="fr-FR" smtClean="0"/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	7-  JE VOUDRAIS VIVRE COMME UN ROI</a:t>
            </a:r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14-  MAIS JE NE CHANTERAI QUE POUR LUI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	17-  JE VOUDRAIS VIVRE COMME UN ROI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22-  JE VOUDRAIS JE VOUDRAIS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	25-  JE VOUDRAIS VIVRE COMME UN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4-  SA COURONNE N'ÉTAIT FAITE QUE D'ÉPINES  ET IL N'A RIEN EU A LUI</a:t>
            </a:r>
          </a:p>
          <a:p>
            <a:endParaRPr lang="fr-FR" smtClean="0"/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	7-  JE VOUDRAIS VIVRE COMME UN ROI</a:t>
            </a:r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14-  MAIS JE NE CHANTERAI QUE POUR LUI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	17-  JE VOUDRAIS VIVRE COMME UN ROI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22-  JE VOUDRAIS JE VOUDRAIS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	25-  JE VOUDRAIS VIVRE COMME UN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4-  SA COURONNE N'ÉTAIT FAITE QUE D'ÉPINES  ET IL N'A RIEN EU A LUI</a:t>
            </a:r>
          </a:p>
          <a:p>
            <a:endParaRPr lang="fr-FR" smtClean="0"/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	7-  JE VOUDRAIS VIVRE COMME UN ROI</a:t>
            </a:r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14-  MAIS JE NE CHANTERAI QUE POUR LUI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	17-  JE VOUDRAIS VIVRE COMME UN ROI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22-  JE VOUDRAIS JE VOUDRAIS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	25-  JE VOUDRAIS VIVRE COMME UN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4-  SA COURONNE N'ÉTAIT FAITE QUE D'ÉPINES  ET IL N'A RIEN EU A LUI</a:t>
            </a:r>
          </a:p>
          <a:p>
            <a:endParaRPr lang="fr-FR" smtClean="0"/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	7-  JE VOUDRAIS VIVRE COMME UN ROI</a:t>
            </a:r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14-  MAIS JE NE CHANTERAI QUE POUR LUI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	17-  JE VOUDRAIS VIVRE COMME UN ROI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22-  JE VOUDRAIS JE VOUDRAIS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	25-  JE VOUDRAIS VIVRE COMME UN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4-  SA COURONNE N'ÉTAIT FAITE QUE D'ÉPINES  ET IL N'A RIEN EU A LUI</a:t>
            </a:r>
          </a:p>
          <a:p>
            <a:endParaRPr lang="fr-FR" smtClean="0"/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	7-  JE VOUDRAIS VIVRE COMME UN ROI</a:t>
            </a:r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14-  MAIS JE NE CHANTERAI QUE POUR LUI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	17-  JE VOUDRAIS VIVRE COMME UN ROI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22-  JE VOUDRAIS JE VOUDRAIS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	25-  JE VOUDRAIS VIVRE COMME UN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4-  SA COURONNE N'ÉTAIT FAITE QUE D'ÉPINES  ET IL N'A RIEN EU A LUI</a:t>
            </a:r>
          </a:p>
          <a:p>
            <a:endParaRPr lang="fr-FR" smtClean="0"/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	7-  JE VOUDRAIS VIVRE COMME UN ROI</a:t>
            </a:r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14-  MAIS JE NE CHANTERAI QUE POUR LUI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	17-  JE VOUDRAIS VIVRE COMME UN ROI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22-  JE VOUDRAIS JE VOUDRAIS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	25-  JE VOUDRAIS VIVRE COMME UN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4-  SA COURONNE N'ÉTAIT FAITE QUE D'ÉPINES  ET IL N'A RIEN EU A LUI</a:t>
            </a:r>
          </a:p>
          <a:p>
            <a:endParaRPr lang="fr-FR" smtClean="0"/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	7-  JE VOUDRAIS VIVRE COMME UN ROI</a:t>
            </a:r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14-  MAIS JE NE CHANTERAI QUE POUR LUI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	17-  JE VOUDRAIS VIVRE COMME UN ROI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22-  JE VOUDRAIS JE VOUDRAIS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	25-  JE VOUDRAIS VIVRE COMME UN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4-  SA COURONNE N'ÉTAIT FAITE QUE D'ÉPINES  ET IL N'A RIEN EU A LUI</a:t>
            </a:r>
          </a:p>
          <a:p>
            <a:endParaRPr lang="fr-FR" smtClean="0"/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	7-  JE VOUDRAIS VIVRE COMME UN ROI</a:t>
            </a:r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14-  MAIS JE NE CHANTERAI QUE POUR LUI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	17-  JE VOUDRAIS VIVRE COMME UN ROI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22-  JE VOUDRAIS JE VOUDRAIS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	25-  JE VOUDRAIS VIVRE COMME UN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4-  SA COURONNE N'ÉTAIT FAITE QUE D'ÉPINES  ET IL N'A RIEN EU A LUI</a:t>
            </a:r>
          </a:p>
          <a:p>
            <a:endParaRPr lang="fr-FR" smtClean="0"/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	7-  JE VOUDRAIS VIVRE COMME UN ROI</a:t>
            </a:r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14-  MAIS JE NE CHANTERAI QUE POUR LUI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	17-  JE VOUDRAIS VIVRE COMME UN ROI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22-  JE VOUDRAIS JE VOUDRAIS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	25-  JE VOUDRAIS VIVRE COMME UN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4-  SA COURONNE N'ÉTAIT FAITE QUE D'ÉPINES  ET IL N'A RIEN EU A LUI</a:t>
            </a:r>
          </a:p>
          <a:p>
            <a:endParaRPr lang="fr-FR" smtClean="0"/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	7-  JE VOUDRAIS VIVRE COMME UN ROI</a:t>
            </a:r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14-  MAIS JE NE CHANTERAI QUE POUR LUI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	17-  JE VOUDRAIS VIVRE COMME UN ROI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22-  JE VOUDRAIS JE VOUDRAIS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	25-  JE VOUDRAIS VIVRE COMME UN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89D0B5-1CE7-4F4F-AC7D-07020193C47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A6D9C0-E80A-4C5D-A859-CCDA3183BDD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3B8BE3-33EF-4C0A-8301-9C237126C8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5F3E5F-5C65-4607-A04C-7D44D3A6FB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0E189F-A36D-49D6-AEF7-3B6712F57D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D23F38-B726-42FD-8EF9-37A0ED955E9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93B1C-61D3-4D02-AF13-5F452D29F64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B81245-137C-46F0-895F-8A9807F64A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A5A0C1-AF4B-4303-B2F8-2D5306313A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21BFA1-868C-45C9-847A-B9AF792998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E21614-F280-4E45-B737-7D5D768EF66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F38B878-449A-4F67-9C0A-72C9917100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SOIF SUR LA TERRE A PRÉSENT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N'EST PAS TOURNÉE VERS L'OR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NI L'ARGENT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CET HOMME, JE VEUX VIVRE COMME LUI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DIT QUE LE MONDE LUI EST SOUMIS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11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COURONNE N'ÉTAIT FAITE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D'ÉPINES  ET IL N'A RIEN EU A LUI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VOUDRAIS VIVRE COMME UN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PREMIER DÉCRET SERA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L'AMOUR RÉGNERA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VOUDRAIS VIVRE COMME UN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ROI ÉTAIT SI DIFFÉRENT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AMI DES MALADES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DES PAUVRES GENS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PERSONNE DE TROP MAUVAIS OU BON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TROP NOIR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TROP BLANC POUR ÊTRE AIMÉ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 AMOUR ÉTAIT BIEN ASSEZ GRAND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POURRAI CHANTER BEAUCOUP D'AUTRES MÉLODIES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JE NE CHANTERAI QUE POUR LUI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VOUDRAIS VIVRE COMME UN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MON DÉCRET SERA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L'AMOUR RÉGNERA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VOUDRAIS VIVRE COMME UN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ÊTRE PLUS GRAND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PLUS SAGE QU'AVANT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CHAQUE MOT ET CHAQUE PAS SOIT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TOUT CE QU'IL ATTEND DE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TANT DE PUISSANCE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TELLEMENT DE PUISSANCE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CHAQUE PAROLE PRONONCÉE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DANS TOUT CE QU'IL A FAIT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VOUDRAIS JE VOUDRAIS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VOUDRAIS VIVRE COMME UN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MON DÉCRET SERA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L'AMOUR RÉGNERA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VOUDRAIS VIVRE COMME UN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1428</TotalTime>
  <Words>2133</Words>
  <Application>Microsoft Office PowerPoint</Application>
  <PresentationFormat>On-screen Show (4:3)</PresentationFormat>
  <Paragraphs>1525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9" baseType="lpstr">
      <vt:lpstr>Franklin Gothic Medium</vt:lpstr>
      <vt:lpstr>Arial</vt:lpstr>
      <vt:lpstr>Calibri</vt:lpstr>
      <vt:lpstr>Default Design</vt:lpstr>
      <vt:lpstr>MA SOIF SUR LA TERRE A PRÉSENT</vt:lpstr>
      <vt:lpstr>N'EST PAS TOURNÉE VERS L'OR NI L'ARGENT</vt:lpstr>
      <vt:lpstr>CET HOMME, JE VEUX VIVRE COMME LUI ON DIT QUE LE MONDE LUI EST SOUMIS</vt:lpstr>
      <vt:lpstr>SA COURONNE N'ÉTAIT FAITE QUE D'ÉPINES  ET IL N'A RIEN EU A LUI</vt:lpstr>
      <vt:lpstr>JE VOUDRAIS VIVRE COMME UN ROI</vt:lpstr>
      <vt:lpstr>MON PREMIER DÉCRET SERA QUE L'AMOUR RÉGNERA</vt:lpstr>
      <vt:lpstr>JE VOUDRAIS VIVRE COMME UN ROI</vt:lpstr>
      <vt:lpstr>CE ROI ÉTAIT SI DIFFÉRENT</vt:lpstr>
      <vt:lpstr>AMI DES MALADES ET DES PAUVRES GENS</vt:lpstr>
      <vt:lpstr>PERSONNE DE TROP MAUVAIS OU BON</vt:lpstr>
      <vt:lpstr>TROP NOIR TROP BLANC POUR ÊTRE AIMÉ</vt:lpstr>
      <vt:lpstr>SON AMOUR ÉTAIT BIEN ASSEZ GRAND</vt:lpstr>
      <vt:lpstr>JE POURRAI CHANTER BEAUCOUP D'AUTRES MÉLODIES</vt:lpstr>
      <vt:lpstr>MAIS JE NE CHANTERAI QUE POUR LUI</vt:lpstr>
      <vt:lpstr>JE VOUDRAIS VIVRE COMME UN ROI</vt:lpstr>
      <vt:lpstr>ET MON DÉCRET SERA QUE L'AMOUR RÉGNERA</vt:lpstr>
      <vt:lpstr>JE VOUDRAIS VIVRE COMME UN ROI</vt:lpstr>
      <vt:lpstr>JE VEUX ÊTRE PLUS GRAND ET PLUS SAGE QU'AVANT</vt:lpstr>
      <vt:lpstr>QUE CHAQUE MOT ET CHAQUE PAS SOIT EN TOUT CE QU'IL ATTEND DE MOI</vt:lpstr>
      <vt:lpstr>IL Y A TANT DE PUISSANCE TELLEMENT DE PUISSANCE</vt:lpstr>
      <vt:lpstr>DANS CHAQUE PAROLE PRONONCÉE ET DANS TOUT CE QU'IL A FAIT</vt:lpstr>
      <vt:lpstr>JE VOUDRAIS JE VOUDRAIS</vt:lpstr>
      <vt:lpstr>JE VOUDRAIS VIVRE COMME UN ROI</vt:lpstr>
      <vt:lpstr>ET MON DÉCRET SERA QUE L'AMOUR RÉGNERA</vt:lpstr>
      <vt:lpstr>JE VOUDRAIS VIVRE COMME UN ROI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120</cp:revision>
  <dcterms:created xsi:type="dcterms:W3CDTF">2002-08-17T10:50:50Z</dcterms:created>
  <dcterms:modified xsi:type="dcterms:W3CDTF">2013-10-27T09:25:50Z</dcterms:modified>
</cp:coreProperties>
</file>