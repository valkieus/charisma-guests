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0" autoAdjust="0"/>
    <p:restoredTop sz="30677" autoAdjust="0"/>
  </p:normalViewPr>
  <p:slideViewPr>
    <p:cSldViewPr>
      <p:cViewPr varScale="1">
        <p:scale>
          <a:sx n="30" d="100"/>
          <a:sy n="30" d="100"/>
        </p:scale>
        <p:origin x="-214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43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5C883433-FE33-40FE-8B57-1A6C84DC21C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r>
              <a:rPr lang="fr-FR" smtClean="0">
                <a:latin typeface="Times New Roman" pitchFamily="18" charset="0"/>
              </a:rPr>
              <a:t> 
	Refrain: </a:t>
            </a:r>
          </a:p>
          <a:p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JE SUIS ENTRÉ DANS LA RIVIÈRE FUYANT À GENOUX DANS LA BOUE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stepped into the river, Sank up to my knees in the mud 
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Beneath that cleansing flood
3-  SOUS CE FLOT PURIFICATEUR IL Y AVAIT QUELQUE CHOSE DANS L’EAU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something about the water 
4-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 was power in the blood  
5-  POUR LA PREMIÈRE FOIS 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 time in my life, i felt clean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
	Refrain: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Clean, i felt clean Clean, i felt clean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7-  IL Y AVAIT QUELQUE CHOSE DANS L’EAU	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	There was something in the water
	8-  IL Y AVAIT  DE LA PUISSANCE  DANS LE SANG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There was power in the blood
	9-  POUR LA PREMIÈRE FOIS, JE ME SUIS SENTI PUR   
	For the first time in my life, i felt clean</a:t>
            </a:r>
            <a:br>
              <a:rPr lang="fr-FR" smtClean="0">
                <a:latin typeface="Times New Roman" pitchFamily="18" charset="0"/>
              </a:rPr>
            </a:br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JE NE POUVAIS PLUS L’OUBLIER JE NE POUVAIS L’IGNORER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 just could not forget it It would not let me be
11-  LE PASSÉ VENAIT ME HANTER OUI J’ÉTAIS ENCHAÎNÉ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You see the past was there to haunt me
12-  ET LE PRÉDICATEUR M’A CONDUIT SOUS CE FLOT PURIFICATEUR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It had it's preacher man took me under Beneath that cleansing flood
13-  POUR LA PREMIÈRE FOIS,  JE ME SUIS SENTI PUR  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For the first time in my life, i felt clean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OH ! LE SANG DE JÉSUS,  OH ! LE SANG DE JÉSUS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jesus, Oh, the blood of jesus,</a:t>
            </a:r>
            <a:br>
              <a:rPr lang="fr-FR" smtClean="0">
                <a:latin typeface="Times New Roman" pitchFamily="18" charset="0"/>
              </a:rPr>
            </a:br>
            <a:r>
              <a:rPr lang="fr-FR" smtClean="0">
                <a:latin typeface="Times New Roman" pitchFamily="18" charset="0"/>
              </a:rPr>
              <a:t>15-  OH ! LE SANG DE JÉSUS ME REND BLANC COMME LA NEIGE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the blood of jesus That washes withe and clean, i felt clean
16-  PUR, JE ME SUIS SENTI PUR PUR, JE ME SUIS SENTI PUR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Clean, i felt clean Clean, i felt clean Clean, i felt clean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D116E-A7F5-4DE2-B457-C7D7B822AD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660FE-6965-4565-B8F6-0843D1645F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152FC-8096-4CBA-B27A-281731E9F7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231F3B-6DE6-4387-BC53-23BA0F173A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DB2EDC-321A-4E3D-96BD-A287A904B7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9A652-61AB-4E17-858A-E4C423DE54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DD7CE-E492-418D-9C52-646CD56A7C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DB582-B78C-4F3D-BD5C-B23DB39865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E9218-D93E-44EA-8656-3EA818C9D9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E7C2C-FB9D-4937-93BA-D778FC7937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E58CA-865A-46CA-BE6E-1978AE3318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BA24ABD5-97DC-4A77-A18D-F11CF4A037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ENTRÉ DANS LA RIVIÈRE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FUYANT À GENOUX DANS LA BOUE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LE PRÉDICATEUR M’A CONDUIT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SOUS CE FLOT PURIFICATEUR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SOUS CE FLOT PURIFICATEUR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AVAIT QUELQUE CHOSE DANS L’EAU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AVAIT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DE LA PUISSANCE  DANS LE SANG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LA PREMIÈRE FOIS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SUIS SENTI PUR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PUR, JE ME SUIS SENTI PUR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PUR, JE ME SUIS SENTI 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AVAIT QUELQUE CHOSE DANS L’EAU	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AVAIT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LA PUISSANCE  DANS LE SANG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LA PREMIÈRE FOIS,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SUIS SENTI PUR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POUVAIS PLUS L’OUBLIER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POUVAIS L’IGNORER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PASSÉ VENAIT ME HANTER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J’ÉTAIS ENCHAÎNÉ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LE PRÉDICATEUR M’A CONDUIT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SOUS CE FLOT PURIFICATEUR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LA PREMIÈRE FOIS,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SUIS SENTI PUR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428596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 ! LE SANG DE JÉSUS,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 ! LE SANG DE JÉSUS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428596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 ! LE SANG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 REND BLANC COMME LA NEIGE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428596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PUR, JE ME SUIS SENTI PUR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PUR, JE ME SUIS SENTI 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1007</Words>
  <Application>Microsoft PowerPoint</Application>
  <PresentationFormat>On-screen Show (4:3)</PresentationFormat>
  <Paragraphs>803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Times New Roman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34</cp:revision>
  <dcterms:created xsi:type="dcterms:W3CDTF">2002-08-17T13:35:43Z</dcterms:created>
  <dcterms:modified xsi:type="dcterms:W3CDTF">2017-06-11T08:09:33Z</dcterms:modified>
</cp:coreProperties>
</file>