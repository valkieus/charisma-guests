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84" r:id="rId3"/>
    <p:sldId id="274" r:id="rId4"/>
    <p:sldId id="275" r:id="rId5"/>
    <p:sldId id="277" r:id="rId6"/>
    <p:sldId id="278" r:id="rId7"/>
    <p:sldId id="279" r:id="rId8"/>
    <p:sldId id="276" r:id="rId9"/>
    <p:sldId id="272" r:id="rId10"/>
    <p:sldId id="280" r:id="rId11"/>
    <p:sldId id="281" r:id="rId12"/>
    <p:sldId id="273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7421" autoAdjust="0"/>
  </p:normalViewPr>
  <p:slideViewPr>
    <p:cSldViewPr>
      <p:cViewPr varScale="1">
        <p:scale>
          <a:sx n="48" d="100"/>
          <a:sy n="48" d="100"/>
        </p:scale>
        <p:origin x="-34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6A2C97-9859-4959-950D-AD580C199AC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BB2E732-2FF8-4EDC-A885-A89CA5E4991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PERSONNE NE LA VÉCU AUPARAVANT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VIENS AU JARDIN SEUL  
2-  PENDANT QUE LA ROSÉE  EST ENCORE SUR LES ROSES 
3-  ET LA VOIX QUE J’ENTENDS  QUI ARRIVE À MES OREILLES 
4-  LE FILS DE DIEU SE REVELE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5-  ET IL MARCHE AVEC MOI ET IL ME PARLE 
	6-  ET IL ME DIT  QUE JE SUIS À LUI   
	7-  ET LA JOIE QUE NOUS  PARTAGEONS EN CE MOMENT  </a:t>
            </a:r>
          </a:p>
          <a:p>
            <a:r>
              <a:rPr lang="fr-FR" smtClean="0"/>
              <a:t>	8-  PERSONNE NE LA VÉCU AUPARAVANT </a:t>
            </a:r>
          </a:p>
          <a:p>
            <a:endParaRPr lang="fr-FR" smtClean="0"/>
          </a:p>
          <a:p>
            <a:r>
              <a:rPr lang="fr-FR" smtClean="0"/>
              <a:t>9-  LORSQU’IL ME PARLE LE SON DE SA VOIX EST SI DOUX 
10-  QUE LES OISEAUX FONT SILENCE  ET LA MÉLODIE QU’ IL MA DONNÉE 
11-  RETENTIE DANS MON COEUR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12-  JE DEMEURERAIS DANS LE JARDIN 
13-  JUSQU’AU CRÉPUSCULE MAIS  IL ME DEMANDE DE PASSER 
14-  AU-DELÀ DE LA VOIX  DU MALHEUR SA VOIX M’APPELLE </a:t>
            </a:r>
          </a:p>
          <a:p>
            <a:endParaRPr lang="fr-FR" smtClean="0"/>
          </a:p>
          <a:p>
            <a:r>
              <a:rPr lang="fr-FR" smtClean="0"/>
              <a:t>	Refrain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8E5C7-478F-4E8A-A7B7-FFCC8EBA9C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C1466-6976-426C-9290-AEEC2C942E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413AE-D3DE-4E25-AE37-EEBD3DC30E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D6224-688A-41E6-89F7-0278740174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C12BF-8261-4F95-B0C0-218C87B028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840F8-3B78-4637-BA80-E7409C4E2A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67D8C6-7FE9-43A6-A6B5-5C2D1D6D85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806D4-D2DB-4284-B4F1-91BE5E7033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9AD86B-95A6-41FE-AE85-E13B3F67ED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4AFC9-5B22-47D1-9C66-4AE398E944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E8DE5-E6FA-43FB-BA4C-3A0450845B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9DC511C-2845-49B3-A650-0CC35699B4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AU JARDIN SEUL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PENDANT QUE LA ROSÉE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ENCORE SUR LES ROSES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VOIX QUE J’ENTENDS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ARRIVE À MES OREILLES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FILS DE DIEU SE REVELE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MARCHE AVEC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ME PARLE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ME DIT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SUIS À LUI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JOIE QUE NOUS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PARTAGEONS EN CE MOMENT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LA VÉCU AUPARAVANT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LORSQU’IL ME PARLE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SON DE SA VOIX EST SI DOUX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OISEAUX FONT SILENCE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MÉLODIE QU’ IL MA DONNÉE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RETENTIE DANS MON COEUR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DEMEURERAIS DANS LE JARDIN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JUSQU’AU CRÉPUSCULE MAIS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ME DEMANDE DE PASSER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AU-DELÀ DE LA VOIX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DU MALHEUR SA VOIX M’APPELLE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281</Words>
  <Application>Microsoft Office PowerPoint</Application>
  <PresentationFormat>On-screen Show (4:3)</PresentationFormat>
  <Paragraphs>388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153</cp:revision>
  <dcterms:created xsi:type="dcterms:W3CDTF">2002-08-17T10:50:50Z</dcterms:created>
  <dcterms:modified xsi:type="dcterms:W3CDTF">2017-06-11T10:42:47Z</dcterms:modified>
</cp:coreProperties>
</file>