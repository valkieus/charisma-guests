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1" r:id="rId2"/>
    <p:sldId id="272" r:id="rId3"/>
    <p:sldId id="273" r:id="rId4"/>
    <p:sldId id="274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1833" autoAdjust="0"/>
  </p:normalViewPr>
  <p:slideViewPr>
    <p:cSldViewPr>
      <p:cViewPr varScale="1">
        <p:scale>
          <a:sx n="42" d="100"/>
          <a:sy n="42" d="100"/>
        </p:scale>
        <p:origin x="-52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7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8C674F0-DC50-486F-B46E-346008CAC49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A0A7EC2-DA94-4F97-B855-35380A71D8F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JE VOIS DES ARBRES VERTS  DES ROSES ROUGES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trees</a:t>
            </a:r>
            <a:r>
              <a:rPr lang="fr-FR" dirty="0" smtClean="0"/>
              <a:t> of green, </a:t>
            </a:r>
            <a:r>
              <a:rPr lang="fr-FR" dirty="0" err="1" smtClean="0"/>
              <a:t>red</a:t>
            </a:r>
            <a:r>
              <a:rPr lang="fr-FR" dirty="0" smtClean="0"/>
              <a:t> roses </a:t>
            </a:r>
            <a:r>
              <a:rPr lang="fr-FR" dirty="0" err="1" smtClean="0"/>
              <a:t>too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JE LES VOIS ÉCLORE POUR TOI ET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trees</a:t>
            </a:r>
            <a:r>
              <a:rPr lang="fr-FR" dirty="0" smtClean="0"/>
              <a:t> of green, </a:t>
            </a:r>
            <a:r>
              <a:rPr lang="fr-FR" dirty="0" err="1" smtClean="0"/>
              <a:t>red</a:t>
            </a:r>
            <a:r>
              <a:rPr lang="fr-FR" dirty="0" smtClean="0"/>
              <a:t> roses </a:t>
            </a:r>
            <a:r>
              <a:rPr lang="fr-FR" dirty="0" err="1" smtClean="0"/>
              <a:t>too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3-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I </a:t>
            </a:r>
            <a:r>
              <a:rPr lang="fr-FR" dirty="0" err="1" smtClean="0"/>
              <a:t>think</a:t>
            </a:r>
            <a:r>
              <a:rPr lang="fr-FR" dirty="0" smtClean="0"/>
              <a:t> to </a:t>
            </a:r>
            <a:r>
              <a:rPr lang="fr-FR" dirty="0" err="1" smtClean="0"/>
              <a:t>myself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a </a:t>
            </a:r>
            <a:r>
              <a:rPr lang="fr-FR" dirty="0" err="1" smtClean="0"/>
              <a:t>wonderful</a:t>
            </a:r>
            <a:r>
              <a:rPr lang="fr-FR" dirty="0" smtClean="0"/>
              <a:t>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JE VOIS LE BLEU DES CIEUX LE BLANC DES NUAGES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see</a:t>
            </a:r>
            <a:r>
              <a:rPr lang="fr-FR" dirty="0" smtClean="0"/>
              <a:t> skies of </a:t>
            </a:r>
            <a:r>
              <a:rPr lang="fr-FR" dirty="0" err="1" smtClean="0"/>
              <a:t>blue</a:t>
            </a:r>
            <a:r>
              <a:rPr lang="fr-FR" dirty="0" smtClean="0"/>
              <a:t> and </a:t>
            </a:r>
            <a:r>
              <a:rPr lang="fr-FR" dirty="0" err="1" smtClean="0"/>
              <a:t>clouds</a:t>
            </a:r>
            <a:r>
              <a:rPr lang="fr-FR" dirty="0" smtClean="0"/>
              <a:t> of white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LA CLARTÉ DU JOUR  LA DIVINE NUIT NOIRE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bright</a:t>
            </a:r>
            <a:r>
              <a:rPr lang="fr-FR" dirty="0" smtClean="0"/>
              <a:t>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r>
              <a:rPr lang="fr-FR" dirty="0" smtClean="0"/>
              <a:t>, the </a:t>
            </a:r>
            <a:r>
              <a:rPr lang="fr-FR" dirty="0" err="1" smtClean="0"/>
              <a:t>dark</a:t>
            </a:r>
            <a:r>
              <a:rPr lang="fr-FR" dirty="0" smtClean="0"/>
              <a:t> </a:t>
            </a:r>
            <a:r>
              <a:rPr lang="fr-FR" dirty="0" err="1" smtClean="0"/>
              <a:t>sacred</a:t>
            </a:r>
            <a:r>
              <a:rPr lang="fr-FR" dirty="0" smtClean="0"/>
              <a:t>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bright</a:t>
            </a:r>
            <a:r>
              <a:rPr lang="fr-FR" dirty="0" smtClean="0"/>
              <a:t>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r>
              <a:rPr lang="fr-FR" dirty="0" smtClean="0"/>
              <a:t>, the </a:t>
            </a:r>
            <a:r>
              <a:rPr lang="fr-FR" dirty="0" err="1" smtClean="0"/>
              <a:t>dark</a:t>
            </a:r>
            <a:r>
              <a:rPr lang="fr-FR" dirty="0" smtClean="0"/>
              <a:t> </a:t>
            </a:r>
            <a:r>
              <a:rPr lang="fr-FR" dirty="0" err="1" smtClean="0"/>
              <a:t>sacred</a:t>
            </a:r>
            <a:r>
              <a:rPr lang="fr-FR" dirty="0" smtClean="0"/>
              <a:t>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LES COULEURS DE L’ARC-EN-CIEL  SI BELLES DANS LE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colors</a:t>
            </a:r>
            <a:r>
              <a:rPr lang="fr-FR" dirty="0" smtClean="0"/>
              <a:t> of the </a:t>
            </a:r>
            <a:r>
              <a:rPr lang="fr-FR" dirty="0" err="1" smtClean="0"/>
              <a:t>rainbow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pretty</a:t>
            </a:r>
            <a:r>
              <a:rPr lang="fr-FR" dirty="0" smtClean="0"/>
              <a:t> in the </a:t>
            </a:r>
            <a:r>
              <a:rPr lang="fr-FR" dirty="0" err="1" smtClean="0"/>
              <a:t>sky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SONT AUSSI SUR LES VISAGES  DE CES GENS QUI PASSENT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Are </a:t>
            </a:r>
            <a:r>
              <a:rPr lang="fr-FR" dirty="0" err="1" smtClean="0"/>
              <a:t>also</a:t>
            </a:r>
            <a:r>
              <a:rPr lang="fr-FR" dirty="0" smtClean="0"/>
              <a:t> on the faces of people </a:t>
            </a:r>
            <a:r>
              <a:rPr lang="fr-FR" dirty="0" err="1" smtClean="0"/>
              <a:t>going</a:t>
            </a:r>
            <a:r>
              <a:rPr lang="fr-FR" dirty="0" smtClean="0"/>
              <a:t>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JE VOIS DES AMIS SE SERRER LA MAIN ET SE SALUANT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friends</a:t>
            </a:r>
            <a:r>
              <a:rPr lang="fr-FR" dirty="0" smtClean="0"/>
              <a:t> </a:t>
            </a:r>
            <a:r>
              <a:rPr lang="fr-FR" dirty="0" err="1" smtClean="0"/>
              <a:t>shaking</a:t>
            </a:r>
            <a:r>
              <a:rPr lang="fr-FR" dirty="0" smtClean="0"/>
              <a:t> hands </a:t>
            </a:r>
            <a:r>
              <a:rPr lang="fr-FR" dirty="0" err="1" smtClean="0"/>
              <a:t>saying</a:t>
            </a:r>
            <a:r>
              <a:rPr lang="fr-FR" dirty="0" smtClean="0"/>
              <a:t> how do </a:t>
            </a:r>
            <a:r>
              <a:rPr lang="fr-FR" dirty="0" err="1" smtClean="0"/>
              <a:t>you</a:t>
            </a:r>
            <a:r>
              <a:rPr lang="fr-FR" dirty="0" smtClean="0"/>
              <a:t>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MAIS JE T’AIME  C’EST CE QU’ILS SE DISENT VRAIMENT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They're</a:t>
            </a:r>
            <a:r>
              <a:rPr lang="fr-FR" dirty="0" smtClean="0"/>
              <a:t> </a:t>
            </a:r>
            <a:r>
              <a:rPr lang="fr-FR" dirty="0" err="1" smtClean="0"/>
              <a:t>really</a:t>
            </a:r>
            <a:r>
              <a:rPr lang="fr-FR" dirty="0" smtClean="0"/>
              <a:t> </a:t>
            </a:r>
            <a:r>
              <a:rPr lang="fr-FR" dirty="0" err="1" smtClean="0"/>
              <a:t>saying</a:t>
            </a:r>
            <a:r>
              <a:rPr lang="fr-FR" dirty="0" smtClean="0"/>
              <a:t> I love </a:t>
            </a:r>
            <a:r>
              <a:rPr lang="fr-FR" dirty="0" err="1" smtClean="0"/>
              <a:t>you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J’ENTENDS DES BÉBÉS PLEURER  JE LES VOIS GRANDIR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hear</a:t>
            </a:r>
            <a:r>
              <a:rPr lang="fr-FR" dirty="0" smtClean="0"/>
              <a:t> babies </a:t>
            </a:r>
            <a:r>
              <a:rPr lang="fr-FR" dirty="0" err="1" smtClean="0"/>
              <a:t>crying</a:t>
            </a:r>
            <a:r>
              <a:rPr lang="fr-FR" dirty="0" smtClean="0"/>
              <a:t>, I </a:t>
            </a:r>
            <a:r>
              <a:rPr lang="fr-FR" dirty="0" err="1" smtClean="0"/>
              <a:t>watch</a:t>
            </a:r>
            <a:r>
              <a:rPr lang="fr-FR" dirty="0" smtClean="0"/>
              <a:t> </a:t>
            </a:r>
            <a:r>
              <a:rPr lang="fr-FR" dirty="0" err="1" smtClean="0"/>
              <a:t>them</a:t>
            </a:r>
            <a:r>
              <a:rPr lang="fr-FR" dirty="0" smtClean="0"/>
              <a:t> </a:t>
            </a:r>
            <a:r>
              <a:rPr lang="fr-FR" dirty="0" err="1" smtClean="0"/>
              <a:t>grow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ILS APPRENDRONT BIEN PLUS QUE TOUT CE QUE JE 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They'll</a:t>
            </a:r>
            <a:r>
              <a:rPr lang="fr-FR" dirty="0" smtClean="0"/>
              <a:t> </a:t>
            </a:r>
            <a:r>
              <a:rPr lang="fr-FR" dirty="0" err="1" smtClean="0"/>
              <a:t>learn</a:t>
            </a:r>
            <a:r>
              <a:rPr lang="fr-FR" dirty="0" smtClean="0"/>
              <a:t> </a:t>
            </a:r>
            <a:r>
              <a:rPr lang="fr-FR" dirty="0" err="1" smtClean="0"/>
              <a:t>much</a:t>
            </a:r>
            <a:r>
              <a:rPr lang="fr-FR" dirty="0" smtClean="0"/>
              <a:t> more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ET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I </a:t>
            </a:r>
            <a:r>
              <a:rPr lang="fr-FR" dirty="0" err="1" smtClean="0"/>
              <a:t>think</a:t>
            </a:r>
            <a:r>
              <a:rPr lang="fr-FR" dirty="0" smtClean="0"/>
              <a:t> to </a:t>
            </a:r>
            <a:r>
              <a:rPr lang="fr-FR" dirty="0" err="1" smtClean="0"/>
              <a:t>myself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a </a:t>
            </a:r>
            <a:r>
              <a:rPr lang="fr-FR" dirty="0" err="1" smtClean="0"/>
              <a:t>wonderful</a:t>
            </a:r>
            <a:r>
              <a:rPr lang="fr-FR" dirty="0" smtClean="0"/>
              <a:t>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OUI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Yes</a:t>
            </a:r>
            <a:r>
              <a:rPr lang="fr-FR" dirty="0" smtClean="0"/>
              <a:t> I </a:t>
            </a:r>
            <a:r>
              <a:rPr lang="fr-FR" dirty="0" err="1" smtClean="0"/>
              <a:t>think</a:t>
            </a:r>
            <a:r>
              <a:rPr lang="fr-FR" dirty="0" smtClean="0"/>
              <a:t> to </a:t>
            </a:r>
            <a:r>
              <a:rPr lang="fr-FR" dirty="0" err="1" smtClean="0"/>
              <a:t>myself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a </a:t>
            </a:r>
            <a:r>
              <a:rPr lang="fr-FR" dirty="0" err="1" smtClean="0"/>
              <a:t>wonderful</a:t>
            </a:r>
            <a:r>
              <a:rPr lang="fr-FR" dirty="0" smtClean="0"/>
              <a:t>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VOIS DES ARBRES VERTS  DES ROSES ROUGES AUSSI 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2-  JE LES VOIS ÉCLORE POUR TOI ET MOI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 3-  EN JE PENSE EN MOI-MÊME QUEL MONDE MERVEILLEUX </a:t>
            </a:r>
          </a:p>
          <a:p>
            <a:r>
              <a:rPr lang="fr-FR" smtClean="0"/>
              <a:t>And I think to myself what a wonderful world.</a:t>
            </a:r>
          </a:p>
          <a:p>
            <a:endParaRPr lang="fr-FR" smtClean="0"/>
          </a:p>
          <a:p>
            <a:r>
              <a:rPr lang="fr-FR" smtClean="0"/>
              <a:t>4-  JE VOIS LE BLEU DES CIEUX LE BLANC DES NUAGES </a:t>
            </a:r>
          </a:p>
          <a:p>
            <a:r>
              <a:rPr lang="fr-FR" smtClean="0"/>
              <a:t>I see skies of blue and clouds of white</a:t>
            </a:r>
          </a:p>
          <a:p>
            <a:r>
              <a:rPr lang="fr-FR" smtClean="0"/>
              <a:t>5-  LA CLARTÉ DU JOUR  LA DIVINE NUIT NOIRE </a:t>
            </a:r>
          </a:p>
          <a:p>
            <a:r>
              <a:rPr lang="fr-FR" smtClean="0"/>
              <a:t>The bright blessed day, the dark sacred night</a:t>
            </a:r>
          </a:p>
          <a:p>
            <a:r>
              <a:rPr lang="fr-FR" smtClean="0"/>
              <a:t>6-  EN JE PENSE EN MOI-MÊME QUEL MONDE MERVEILLEUX </a:t>
            </a:r>
          </a:p>
          <a:p>
            <a:r>
              <a:rPr lang="fr-FR" smtClean="0"/>
              <a:t>The bright blessed day, the dark sacred night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LES COULEURS DE L’ARC-EN-CIEL  SI BELLES DANS LE CIEL </a:t>
            </a:r>
          </a:p>
          <a:p>
            <a:r>
              <a:rPr lang="fr-FR" smtClean="0"/>
              <a:t>The colors of the rainbow so pretty in the sky</a:t>
            </a:r>
          </a:p>
          <a:p>
            <a:r>
              <a:rPr lang="fr-FR" smtClean="0"/>
              <a:t>8-  SONT AUSSI SUR LES VISAGES  DE CES GENS QUI PASSENT </a:t>
            </a:r>
          </a:p>
          <a:p>
            <a:r>
              <a:rPr lang="fr-FR" smtClean="0"/>
              <a:t>Are also on the faces of people going by</a:t>
            </a:r>
          </a:p>
          <a:p>
            <a:r>
              <a:rPr lang="fr-FR" smtClean="0"/>
              <a:t>9-  JE VOIS DES AMIS SE SERRER LA MAIN ET SE SALUANT </a:t>
            </a:r>
          </a:p>
          <a:p>
            <a:r>
              <a:rPr lang="fr-FR" smtClean="0"/>
              <a:t>I see friends shaking hands saying how do you do</a:t>
            </a:r>
          </a:p>
          <a:p>
            <a:r>
              <a:rPr lang="fr-FR" smtClean="0"/>
              <a:t>10-  MAIS JE T’AIME  C’EST CE QU’ILS SE DISENT VRAIMENT </a:t>
            </a:r>
          </a:p>
          <a:p>
            <a:r>
              <a:rPr lang="fr-FR" smtClean="0"/>
              <a:t>They're really saying I love you.</a:t>
            </a:r>
          </a:p>
          <a:p>
            <a:endParaRPr lang="fr-FR" smtClean="0"/>
          </a:p>
          <a:p>
            <a:r>
              <a:rPr lang="fr-FR" smtClean="0"/>
              <a:t>11-  J’ENTENDS DES BÉBÉS PLEURER  JE LES VOIS GRANDIR </a:t>
            </a:r>
          </a:p>
          <a:p>
            <a:r>
              <a:rPr lang="fr-FR" smtClean="0"/>
              <a:t>I hear babies crying, I watch them grow</a:t>
            </a:r>
          </a:p>
          <a:p>
            <a:r>
              <a:rPr lang="fr-FR" smtClean="0"/>
              <a:t>12-  ILS APPRENDRONT BIEN PLUS QUE TOUT CE QUE JE SAIS </a:t>
            </a:r>
          </a:p>
          <a:p>
            <a:r>
              <a:rPr lang="fr-FR" smtClean="0"/>
              <a:t>They'll learn much more than I'll never know</a:t>
            </a:r>
          </a:p>
          <a:p>
            <a:r>
              <a:rPr lang="fr-FR" smtClean="0"/>
              <a:t>13-  ET JE PENSE EN MOI-MÊME QUEL MONDE MERVEILLEUX </a:t>
            </a:r>
          </a:p>
          <a:p>
            <a:r>
              <a:rPr lang="fr-FR" smtClean="0"/>
              <a:t>And I think to myself what a wonderful world</a:t>
            </a:r>
          </a:p>
          <a:p>
            <a:r>
              <a:rPr lang="fr-FR" smtClean="0"/>
              <a:t>14-  OUI JE PENSE EN MOI-MÊME QUEL MONDE MERVEILLEUX </a:t>
            </a:r>
          </a:p>
          <a:p>
            <a:r>
              <a:rPr lang="fr-FR" smtClean="0"/>
              <a:t>Yes I think to myself what a wonderful world.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JE VOIS DES ARBRES VERTS  DES ROSES ROUGES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trees</a:t>
            </a:r>
            <a:r>
              <a:rPr lang="fr-FR" dirty="0" smtClean="0"/>
              <a:t> of green, </a:t>
            </a:r>
            <a:r>
              <a:rPr lang="fr-FR" dirty="0" err="1" smtClean="0"/>
              <a:t>red</a:t>
            </a:r>
            <a:r>
              <a:rPr lang="fr-FR" dirty="0" smtClean="0"/>
              <a:t> roses </a:t>
            </a:r>
            <a:r>
              <a:rPr lang="fr-FR" dirty="0" err="1" smtClean="0"/>
              <a:t>too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JE LES VOIS ÉCLORE POUR TOI ET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trees</a:t>
            </a:r>
            <a:r>
              <a:rPr lang="fr-FR" dirty="0" smtClean="0"/>
              <a:t> of green, </a:t>
            </a:r>
            <a:r>
              <a:rPr lang="fr-FR" dirty="0" err="1" smtClean="0"/>
              <a:t>red</a:t>
            </a:r>
            <a:r>
              <a:rPr lang="fr-FR" dirty="0" smtClean="0"/>
              <a:t> roses </a:t>
            </a:r>
            <a:r>
              <a:rPr lang="fr-FR" dirty="0" err="1" smtClean="0"/>
              <a:t>too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3-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I </a:t>
            </a:r>
            <a:r>
              <a:rPr lang="fr-FR" dirty="0" err="1" smtClean="0"/>
              <a:t>think</a:t>
            </a:r>
            <a:r>
              <a:rPr lang="fr-FR" dirty="0" smtClean="0"/>
              <a:t> to </a:t>
            </a:r>
            <a:r>
              <a:rPr lang="fr-FR" dirty="0" err="1" smtClean="0"/>
              <a:t>myself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a </a:t>
            </a:r>
            <a:r>
              <a:rPr lang="fr-FR" dirty="0" err="1" smtClean="0"/>
              <a:t>wonderful</a:t>
            </a:r>
            <a:r>
              <a:rPr lang="fr-FR" dirty="0" smtClean="0"/>
              <a:t>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JE VOIS LE BLEU DES CIEUX LE BLANC DES NUAGES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see</a:t>
            </a:r>
            <a:r>
              <a:rPr lang="fr-FR" dirty="0" smtClean="0"/>
              <a:t> skies of </a:t>
            </a:r>
            <a:r>
              <a:rPr lang="fr-FR" dirty="0" err="1" smtClean="0"/>
              <a:t>blue</a:t>
            </a:r>
            <a:r>
              <a:rPr lang="fr-FR" dirty="0" smtClean="0"/>
              <a:t> and </a:t>
            </a:r>
            <a:r>
              <a:rPr lang="fr-FR" dirty="0" err="1" smtClean="0"/>
              <a:t>clouds</a:t>
            </a:r>
            <a:r>
              <a:rPr lang="fr-FR" dirty="0" smtClean="0"/>
              <a:t> of white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LA CLARTÉ DU JOUR  LA DIVINE NUIT NOIRE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bright</a:t>
            </a:r>
            <a:r>
              <a:rPr lang="fr-FR" dirty="0" smtClean="0"/>
              <a:t>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r>
              <a:rPr lang="fr-FR" dirty="0" smtClean="0"/>
              <a:t>, the </a:t>
            </a:r>
            <a:r>
              <a:rPr lang="fr-FR" dirty="0" err="1" smtClean="0"/>
              <a:t>dark</a:t>
            </a:r>
            <a:r>
              <a:rPr lang="fr-FR" dirty="0" smtClean="0"/>
              <a:t> </a:t>
            </a:r>
            <a:r>
              <a:rPr lang="fr-FR" dirty="0" err="1" smtClean="0"/>
              <a:t>sacred</a:t>
            </a:r>
            <a:r>
              <a:rPr lang="fr-FR" dirty="0" smtClean="0"/>
              <a:t>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bright</a:t>
            </a:r>
            <a:r>
              <a:rPr lang="fr-FR" dirty="0" smtClean="0"/>
              <a:t>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r>
              <a:rPr lang="fr-FR" dirty="0" smtClean="0"/>
              <a:t>, the </a:t>
            </a:r>
            <a:r>
              <a:rPr lang="fr-FR" dirty="0" err="1" smtClean="0"/>
              <a:t>dark</a:t>
            </a:r>
            <a:r>
              <a:rPr lang="fr-FR" dirty="0" smtClean="0"/>
              <a:t> </a:t>
            </a:r>
            <a:r>
              <a:rPr lang="fr-FR" dirty="0" err="1" smtClean="0"/>
              <a:t>sacred</a:t>
            </a:r>
            <a:r>
              <a:rPr lang="fr-FR" dirty="0" smtClean="0"/>
              <a:t>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LES COULEURS DE L’ARC-EN-CIEL  SI BELLES DANS LE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colors</a:t>
            </a:r>
            <a:r>
              <a:rPr lang="fr-FR" dirty="0" smtClean="0"/>
              <a:t> of the </a:t>
            </a:r>
            <a:r>
              <a:rPr lang="fr-FR" dirty="0" err="1" smtClean="0"/>
              <a:t>rainbow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pretty</a:t>
            </a:r>
            <a:r>
              <a:rPr lang="fr-FR" dirty="0" smtClean="0"/>
              <a:t> in the </a:t>
            </a:r>
            <a:r>
              <a:rPr lang="fr-FR" dirty="0" err="1" smtClean="0"/>
              <a:t>sky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SONT AUSSI SUR LES VISAGES  DE CES GENS QUI PASSENT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Are </a:t>
            </a:r>
            <a:r>
              <a:rPr lang="fr-FR" dirty="0" err="1" smtClean="0"/>
              <a:t>also</a:t>
            </a:r>
            <a:r>
              <a:rPr lang="fr-FR" dirty="0" smtClean="0"/>
              <a:t> on the faces of people </a:t>
            </a:r>
            <a:r>
              <a:rPr lang="fr-FR" dirty="0" err="1" smtClean="0"/>
              <a:t>going</a:t>
            </a:r>
            <a:r>
              <a:rPr lang="fr-FR" dirty="0" smtClean="0"/>
              <a:t>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JE VOIS DES AMIS SE SERRER LA MAIN ET SE SALUANT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friends</a:t>
            </a:r>
            <a:r>
              <a:rPr lang="fr-FR" dirty="0" smtClean="0"/>
              <a:t> </a:t>
            </a:r>
            <a:r>
              <a:rPr lang="fr-FR" dirty="0" err="1" smtClean="0"/>
              <a:t>shaking</a:t>
            </a:r>
            <a:r>
              <a:rPr lang="fr-FR" dirty="0" smtClean="0"/>
              <a:t> hands </a:t>
            </a:r>
            <a:r>
              <a:rPr lang="fr-FR" dirty="0" err="1" smtClean="0"/>
              <a:t>saying</a:t>
            </a:r>
            <a:r>
              <a:rPr lang="fr-FR" dirty="0" smtClean="0"/>
              <a:t> how do </a:t>
            </a:r>
            <a:r>
              <a:rPr lang="fr-FR" dirty="0" err="1" smtClean="0"/>
              <a:t>you</a:t>
            </a:r>
            <a:r>
              <a:rPr lang="fr-FR" dirty="0" smtClean="0"/>
              <a:t>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MAIS JE T’AIME  C’EST CE QU’ILS SE DISENT VRAIMENT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They're</a:t>
            </a:r>
            <a:r>
              <a:rPr lang="fr-FR" dirty="0" smtClean="0"/>
              <a:t> </a:t>
            </a:r>
            <a:r>
              <a:rPr lang="fr-FR" dirty="0" err="1" smtClean="0"/>
              <a:t>really</a:t>
            </a:r>
            <a:r>
              <a:rPr lang="fr-FR" dirty="0" smtClean="0"/>
              <a:t> </a:t>
            </a:r>
            <a:r>
              <a:rPr lang="fr-FR" dirty="0" err="1" smtClean="0"/>
              <a:t>saying</a:t>
            </a:r>
            <a:r>
              <a:rPr lang="fr-FR" dirty="0" smtClean="0"/>
              <a:t> I love </a:t>
            </a:r>
            <a:r>
              <a:rPr lang="fr-FR" dirty="0" err="1" smtClean="0"/>
              <a:t>you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J’ENTENDS DES BÉBÉS PLEURER  JE LES VOIS GRANDIR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hear</a:t>
            </a:r>
            <a:r>
              <a:rPr lang="fr-FR" dirty="0" smtClean="0"/>
              <a:t> babies </a:t>
            </a:r>
            <a:r>
              <a:rPr lang="fr-FR" dirty="0" err="1" smtClean="0"/>
              <a:t>crying</a:t>
            </a:r>
            <a:r>
              <a:rPr lang="fr-FR" dirty="0" smtClean="0"/>
              <a:t>, I </a:t>
            </a:r>
            <a:r>
              <a:rPr lang="fr-FR" dirty="0" err="1" smtClean="0"/>
              <a:t>watch</a:t>
            </a:r>
            <a:r>
              <a:rPr lang="fr-FR" dirty="0" smtClean="0"/>
              <a:t> </a:t>
            </a:r>
            <a:r>
              <a:rPr lang="fr-FR" dirty="0" err="1" smtClean="0"/>
              <a:t>them</a:t>
            </a:r>
            <a:r>
              <a:rPr lang="fr-FR" dirty="0" smtClean="0"/>
              <a:t> </a:t>
            </a:r>
            <a:r>
              <a:rPr lang="fr-FR" dirty="0" err="1" smtClean="0"/>
              <a:t>grow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ILS APPRENDRONT BIEN PLUS QUE TOUT CE QUE JE 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They'll</a:t>
            </a:r>
            <a:r>
              <a:rPr lang="fr-FR" dirty="0" smtClean="0"/>
              <a:t> </a:t>
            </a:r>
            <a:r>
              <a:rPr lang="fr-FR" dirty="0" err="1" smtClean="0"/>
              <a:t>learn</a:t>
            </a:r>
            <a:r>
              <a:rPr lang="fr-FR" dirty="0" smtClean="0"/>
              <a:t> </a:t>
            </a:r>
            <a:r>
              <a:rPr lang="fr-FR" dirty="0" err="1" smtClean="0"/>
              <a:t>much</a:t>
            </a:r>
            <a:r>
              <a:rPr lang="fr-FR" dirty="0" smtClean="0"/>
              <a:t> more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ET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I </a:t>
            </a:r>
            <a:r>
              <a:rPr lang="fr-FR" dirty="0" err="1" smtClean="0"/>
              <a:t>think</a:t>
            </a:r>
            <a:r>
              <a:rPr lang="fr-FR" dirty="0" smtClean="0"/>
              <a:t> to </a:t>
            </a:r>
            <a:r>
              <a:rPr lang="fr-FR" dirty="0" err="1" smtClean="0"/>
              <a:t>myself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a </a:t>
            </a:r>
            <a:r>
              <a:rPr lang="fr-FR" dirty="0" err="1" smtClean="0"/>
              <a:t>wonderful</a:t>
            </a:r>
            <a:r>
              <a:rPr lang="fr-FR" dirty="0" smtClean="0"/>
              <a:t>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OUI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Yes</a:t>
            </a:r>
            <a:r>
              <a:rPr lang="fr-FR" dirty="0" smtClean="0"/>
              <a:t> I </a:t>
            </a:r>
            <a:r>
              <a:rPr lang="fr-FR" dirty="0" err="1" smtClean="0"/>
              <a:t>think</a:t>
            </a:r>
            <a:r>
              <a:rPr lang="fr-FR" dirty="0" smtClean="0"/>
              <a:t> to </a:t>
            </a:r>
            <a:r>
              <a:rPr lang="fr-FR" dirty="0" err="1" smtClean="0"/>
              <a:t>myself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a </a:t>
            </a:r>
            <a:r>
              <a:rPr lang="fr-FR" dirty="0" err="1" smtClean="0"/>
              <a:t>wonderful</a:t>
            </a:r>
            <a:r>
              <a:rPr lang="fr-FR" dirty="0" smtClean="0"/>
              <a:t>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VOIS DES ARBRES VERTS  DES ROSES ROUGES AUSSI 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2-  JE LES VOIS ÉCLORE POUR TOI ET MOI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 3-  EN JE PENSE EN MOI-MÊME QUEL MONDE MERVEILLEUX </a:t>
            </a:r>
          </a:p>
          <a:p>
            <a:r>
              <a:rPr lang="fr-FR" smtClean="0"/>
              <a:t>And I think to myself what a wonderful world.</a:t>
            </a:r>
          </a:p>
          <a:p>
            <a:endParaRPr lang="fr-FR" smtClean="0"/>
          </a:p>
          <a:p>
            <a:r>
              <a:rPr lang="fr-FR" smtClean="0"/>
              <a:t>4-  JE VOIS LE BLEU DES CIEUX LE BLANC DES NUAGES </a:t>
            </a:r>
          </a:p>
          <a:p>
            <a:r>
              <a:rPr lang="fr-FR" smtClean="0"/>
              <a:t>I see skies of blue and clouds of white</a:t>
            </a:r>
          </a:p>
          <a:p>
            <a:r>
              <a:rPr lang="fr-FR" smtClean="0"/>
              <a:t>5-  LA CLARTÉ DU JOUR  LA DIVINE NUIT NOIRE </a:t>
            </a:r>
          </a:p>
          <a:p>
            <a:r>
              <a:rPr lang="fr-FR" smtClean="0"/>
              <a:t>The bright blessed day, the dark sacred night</a:t>
            </a:r>
          </a:p>
          <a:p>
            <a:r>
              <a:rPr lang="fr-FR" smtClean="0"/>
              <a:t>6-  EN JE PENSE EN MOI-MÊME QUEL MONDE MERVEILLEUX </a:t>
            </a:r>
          </a:p>
          <a:p>
            <a:r>
              <a:rPr lang="fr-FR" smtClean="0"/>
              <a:t>The bright blessed day, the dark sacred night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LES COULEURS DE L’ARC-EN-CIEL  SI BELLES DANS LE CIEL </a:t>
            </a:r>
          </a:p>
          <a:p>
            <a:r>
              <a:rPr lang="fr-FR" smtClean="0"/>
              <a:t>The colors of the rainbow so pretty in the sky</a:t>
            </a:r>
          </a:p>
          <a:p>
            <a:r>
              <a:rPr lang="fr-FR" smtClean="0"/>
              <a:t>8-  SONT AUSSI SUR LES VISAGES  DE CES GENS QUI PASSENT </a:t>
            </a:r>
          </a:p>
          <a:p>
            <a:r>
              <a:rPr lang="fr-FR" smtClean="0"/>
              <a:t>Are also on the faces of people going by</a:t>
            </a:r>
          </a:p>
          <a:p>
            <a:r>
              <a:rPr lang="fr-FR" smtClean="0"/>
              <a:t>9-  JE VOIS DES AMIS SE SERRER LA MAIN ET SE SALUANT </a:t>
            </a:r>
          </a:p>
          <a:p>
            <a:r>
              <a:rPr lang="fr-FR" smtClean="0"/>
              <a:t>I see friends shaking hands saying how do you do</a:t>
            </a:r>
          </a:p>
          <a:p>
            <a:r>
              <a:rPr lang="fr-FR" smtClean="0"/>
              <a:t>10-  MAIS JE T’AIME  C’EST CE QU’ILS SE DISENT VRAIMENT </a:t>
            </a:r>
          </a:p>
          <a:p>
            <a:r>
              <a:rPr lang="fr-FR" smtClean="0"/>
              <a:t>They're really saying I love you.</a:t>
            </a:r>
          </a:p>
          <a:p>
            <a:endParaRPr lang="fr-FR" smtClean="0"/>
          </a:p>
          <a:p>
            <a:r>
              <a:rPr lang="fr-FR" smtClean="0"/>
              <a:t>11-  J’ENTENDS DES BÉBÉS PLEURER  JE LES VOIS GRANDIR </a:t>
            </a:r>
          </a:p>
          <a:p>
            <a:r>
              <a:rPr lang="fr-FR" smtClean="0"/>
              <a:t>I hear babies crying, I watch them grow</a:t>
            </a:r>
          </a:p>
          <a:p>
            <a:r>
              <a:rPr lang="fr-FR" smtClean="0"/>
              <a:t>12-  ILS APPRENDRONT BIEN PLUS QUE TOUT CE QUE JE SAIS </a:t>
            </a:r>
          </a:p>
          <a:p>
            <a:r>
              <a:rPr lang="fr-FR" smtClean="0"/>
              <a:t>They'll learn much more than I'll never know</a:t>
            </a:r>
          </a:p>
          <a:p>
            <a:r>
              <a:rPr lang="fr-FR" smtClean="0"/>
              <a:t>13-  ET JE PENSE EN MOI-MÊME QUEL MONDE MERVEILLEUX </a:t>
            </a:r>
          </a:p>
          <a:p>
            <a:r>
              <a:rPr lang="fr-FR" smtClean="0"/>
              <a:t>And I think to myself what a wonderful world</a:t>
            </a:r>
          </a:p>
          <a:p>
            <a:r>
              <a:rPr lang="fr-FR" smtClean="0"/>
              <a:t>14-  OUI JE PENSE EN MOI-MÊME QUEL MONDE MERVEILLEUX </a:t>
            </a:r>
          </a:p>
          <a:p>
            <a:r>
              <a:rPr lang="fr-FR" smtClean="0"/>
              <a:t>Yes I think to myself what a wonderful world.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VOIS DES ARBRES VERTS  DES ROSES ROUGES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LES VOIS ÉCLORE POUR TOI ET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VOIS LE BLEU DES CIEUX LE BLANC DES NUAGES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skies of blue and clouds of white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LA CLARTÉ DU JOUR  LA DIVINE NUIT NOIRE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LES COULEURS DE L’ARC-EN-CIEL  SI BELLES DANS LE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colors of the rainbow so pretty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SONT AUSSI SUR LES VISAGES  DE CES GENS QUI PASSENT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Are also on the faces of people going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VOIS DES AMIS SE SERRER LA MAIN ET SE SALUANT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friends shaking hands saying how do you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MAIS JE T’AIME  C’EST CE QU’ILS SE DISENT VRAIMENT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They're really saying I love you.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J’ENTENDS DES BÉBÉS PLEURER  JE LES VOIS GRANDIR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hear babies crying, I watch them grow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APPRENDRONT BIEN PLUS QUE TOUT CE QUE JE 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They'll learn much more than I'll never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OUI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Yes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VOIS DES ARBRES VERTS  DES ROSES ROUGES AUSSI 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2-  JE LES VOIS ÉCLORE POUR TOI ET MOI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 3-  EN JE PENSE EN MOI-MÊME QUEL MONDE MERVEILLEUX </a:t>
            </a:r>
          </a:p>
          <a:p>
            <a:r>
              <a:rPr lang="fr-FR" smtClean="0"/>
              <a:t>And I think to myself what a wonderful world.</a:t>
            </a:r>
          </a:p>
          <a:p>
            <a:endParaRPr lang="fr-FR" smtClean="0"/>
          </a:p>
          <a:p>
            <a:r>
              <a:rPr lang="fr-FR" smtClean="0"/>
              <a:t>4-  JE VOIS LE BLEU DES CIEUX LE BLANC DES NUAGES </a:t>
            </a:r>
          </a:p>
          <a:p>
            <a:r>
              <a:rPr lang="fr-FR" smtClean="0"/>
              <a:t>I see skies of blue and clouds of white</a:t>
            </a:r>
          </a:p>
          <a:p>
            <a:r>
              <a:rPr lang="fr-FR" smtClean="0"/>
              <a:t>5-  LA CLARTÉ DU JOUR  LA DIVINE NUIT NOIRE </a:t>
            </a:r>
          </a:p>
          <a:p>
            <a:r>
              <a:rPr lang="fr-FR" smtClean="0"/>
              <a:t>The bright blessed day, the dark sacred night</a:t>
            </a:r>
          </a:p>
          <a:p>
            <a:r>
              <a:rPr lang="fr-FR" smtClean="0"/>
              <a:t>6-  EN JE PENSE EN MOI-MÊME QUEL MONDE MERVEILLEUX </a:t>
            </a:r>
          </a:p>
          <a:p>
            <a:r>
              <a:rPr lang="fr-FR" smtClean="0"/>
              <a:t>The bright blessed day, the dark sacred night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LES COULEURS DE L’ARC-EN-CIEL  SI BELLES DANS LE CIEL </a:t>
            </a:r>
          </a:p>
          <a:p>
            <a:r>
              <a:rPr lang="fr-FR" smtClean="0"/>
              <a:t>The colors of the rainbow so pretty in the sky</a:t>
            </a:r>
          </a:p>
          <a:p>
            <a:r>
              <a:rPr lang="fr-FR" smtClean="0"/>
              <a:t>8-  SONT AUSSI SUR LES VISAGES  DE CES GENS QUI PASSENT </a:t>
            </a:r>
          </a:p>
          <a:p>
            <a:r>
              <a:rPr lang="fr-FR" smtClean="0"/>
              <a:t>Are also on the faces of people going by</a:t>
            </a:r>
          </a:p>
          <a:p>
            <a:r>
              <a:rPr lang="fr-FR" smtClean="0"/>
              <a:t>9-  JE VOIS DES AMIS SE SERRER LA MAIN ET SE SALUANT </a:t>
            </a:r>
          </a:p>
          <a:p>
            <a:r>
              <a:rPr lang="fr-FR" smtClean="0"/>
              <a:t>I see friends shaking hands saying how do you do</a:t>
            </a:r>
          </a:p>
          <a:p>
            <a:r>
              <a:rPr lang="fr-FR" smtClean="0"/>
              <a:t>10-  MAIS JE T’AIME  C’EST CE QU’ILS SE DISENT VRAIMENT </a:t>
            </a:r>
          </a:p>
          <a:p>
            <a:r>
              <a:rPr lang="fr-FR" smtClean="0"/>
              <a:t>They're really saying I love you.</a:t>
            </a:r>
          </a:p>
          <a:p>
            <a:endParaRPr lang="fr-FR" smtClean="0"/>
          </a:p>
          <a:p>
            <a:r>
              <a:rPr lang="fr-FR" smtClean="0"/>
              <a:t>11-  J’ENTENDS DES BÉBÉS PLEURER  JE LES VOIS GRANDIR </a:t>
            </a:r>
          </a:p>
          <a:p>
            <a:r>
              <a:rPr lang="fr-FR" smtClean="0"/>
              <a:t>I hear babies crying, I watch them grow</a:t>
            </a:r>
          </a:p>
          <a:p>
            <a:r>
              <a:rPr lang="fr-FR" smtClean="0"/>
              <a:t>12-  ILS APPRENDRONT BIEN PLUS QUE TOUT CE QUE JE SAIS </a:t>
            </a:r>
          </a:p>
          <a:p>
            <a:r>
              <a:rPr lang="fr-FR" smtClean="0"/>
              <a:t>They'll learn much more than I'll never know</a:t>
            </a:r>
          </a:p>
          <a:p>
            <a:r>
              <a:rPr lang="fr-FR" smtClean="0"/>
              <a:t>13-  ET JE PENSE EN MOI-MÊME QUEL MONDE MERVEILLEUX </a:t>
            </a:r>
          </a:p>
          <a:p>
            <a:r>
              <a:rPr lang="fr-FR" smtClean="0"/>
              <a:t>And I think to myself what a wonderful world</a:t>
            </a:r>
          </a:p>
          <a:p>
            <a:r>
              <a:rPr lang="fr-FR" smtClean="0"/>
              <a:t>14-  OUI JE PENSE EN MOI-MÊME QUEL MONDE MERVEILLEUX </a:t>
            </a:r>
          </a:p>
          <a:p>
            <a:r>
              <a:rPr lang="fr-FR" smtClean="0"/>
              <a:t>Yes I think to myself what a wonderful world.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VOIS DES ARBRES VERTS  DES ROSES ROUGES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LES VOIS ÉCLORE POUR TOI ET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VOIS LE BLEU DES CIEUX LE BLANC DES NUAGES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skies of blue and clouds of white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LA CLARTÉ DU JOUR  LA DIVINE NUIT NOIRE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LES COULEURS DE L’ARC-EN-CIEL  SI BELLES DANS LE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colors of the rainbow so pretty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SONT AUSSI SUR LES VISAGES  DE CES GENS QUI PASSENT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Are also on the faces of people going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VOIS DES AMIS SE SERRER LA MAIN ET SE SALUANT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friends shaking hands saying how do you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MAIS JE T’AIME  C’EST CE QU’ILS SE DISENT VRAIMENT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They're really saying I love you.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J’ENTENDS DES BÉBÉS PLEURER  JE LES VOIS GRANDIR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hear babies crying, I watch them grow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APPRENDRONT BIEN PLUS QUE TOUT CE QUE JE 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They'll learn much more than I'll never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OUI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Yes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VOIS DES ARBRES VERTS  DES ROSES ROUGES AUSSI 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2-  JE LES VOIS ÉCLORE POUR TOI ET MOI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 3-  EN JE PENSE EN MOI-MÊME QUEL MONDE MERVEILLEUX </a:t>
            </a:r>
          </a:p>
          <a:p>
            <a:r>
              <a:rPr lang="fr-FR" smtClean="0"/>
              <a:t>And I think to myself what a wonderful world.</a:t>
            </a:r>
          </a:p>
          <a:p>
            <a:endParaRPr lang="fr-FR" smtClean="0"/>
          </a:p>
          <a:p>
            <a:r>
              <a:rPr lang="fr-FR" smtClean="0"/>
              <a:t>4-  JE VOIS LE BLEU DES CIEUX LE BLANC DES NUAGES </a:t>
            </a:r>
          </a:p>
          <a:p>
            <a:r>
              <a:rPr lang="fr-FR" smtClean="0"/>
              <a:t>I see skies of blue and clouds of white</a:t>
            </a:r>
          </a:p>
          <a:p>
            <a:r>
              <a:rPr lang="fr-FR" smtClean="0"/>
              <a:t>5-  LA CLARTÉ DU JOUR  LA DIVINE NUIT NOIRE </a:t>
            </a:r>
          </a:p>
          <a:p>
            <a:r>
              <a:rPr lang="fr-FR" smtClean="0"/>
              <a:t>The bright blessed day, the dark sacred night</a:t>
            </a:r>
          </a:p>
          <a:p>
            <a:r>
              <a:rPr lang="fr-FR" smtClean="0"/>
              <a:t>6-  EN JE PENSE EN MOI-MÊME QUEL MONDE MERVEILLEUX </a:t>
            </a:r>
          </a:p>
          <a:p>
            <a:r>
              <a:rPr lang="fr-FR" smtClean="0"/>
              <a:t>The bright blessed day, the dark sacred night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LES COULEURS DE L’ARC-EN-CIEL  SI BELLES DANS LE CIEL </a:t>
            </a:r>
          </a:p>
          <a:p>
            <a:r>
              <a:rPr lang="fr-FR" smtClean="0"/>
              <a:t>The colors of the rainbow so pretty in the sky</a:t>
            </a:r>
          </a:p>
          <a:p>
            <a:r>
              <a:rPr lang="fr-FR" smtClean="0"/>
              <a:t>8-  SONT AUSSI SUR LES VISAGES  DE CES GENS QUI PASSENT </a:t>
            </a:r>
          </a:p>
          <a:p>
            <a:r>
              <a:rPr lang="fr-FR" smtClean="0"/>
              <a:t>Are also on the faces of people going by</a:t>
            </a:r>
          </a:p>
          <a:p>
            <a:r>
              <a:rPr lang="fr-FR" smtClean="0"/>
              <a:t>9-  JE VOIS DES AMIS SE SERRER LA MAIN ET SE SALUANT </a:t>
            </a:r>
          </a:p>
          <a:p>
            <a:r>
              <a:rPr lang="fr-FR" smtClean="0"/>
              <a:t>I see friends shaking hands saying how do you do</a:t>
            </a:r>
          </a:p>
          <a:p>
            <a:r>
              <a:rPr lang="fr-FR" smtClean="0"/>
              <a:t>10-  MAIS JE T’AIME  C’EST CE QU’ILS SE DISENT VRAIMENT </a:t>
            </a:r>
          </a:p>
          <a:p>
            <a:r>
              <a:rPr lang="fr-FR" smtClean="0"/>
              <a:t>They're really saying I love you.</a:t>
            </a:r>
          </a:p>
          <a:p>
            <a:endParaRPr lang="fr-FR" smtClean="0"/>
          </a:p>
          <a:p>
            <a:r>
              <a:rPr lang="fr-FR" smtClean="0"/>
              <a:t>11-  J’ENTENDS DES BÉBÉS PLEURER  JE LES VOIS GRANDIR </a:t>
            </a:r>
          </a:p>
          <a:p>
            <a:r>
              <a:rPr lang="fr-FR" smtClean="0"/>
              <a:t>I hear babies crying, I watch them grow</a:t>
            </a:r>
          </a:p>
          <a:p>
            <a:r>
              <a:rPr lang="fr-FR" smtClean="0"/>
              <a:t>12-  ILS APPRENDRONT BIEN PLUS QUE TOUT CE QUE JE SAIS </a:t>
            </a:r>
          </a:p>
          <a:p>
            <a:r>
              <a:rPr lang="fr-FR" smtClean="0"/>
              <a:t>They'll learn much more than I'll never know</a:t>
            </a:r>
          </a:p>
          <a:p>
            <a:r>
              <a:rPr lang="fr-FR" smtClean="0"/>
              <a:t>13-  ET JE PENSE EN MOI-MÊME QUEL MONDE MERVEILLEUX </a:t>
            </a:r>
          </a:p>
          <a:p>
            <a:r>
              <a:rPr lang="fr-FR" smtClean="0"/>
              <a:t>And I think to myself what a wonderful world</a:t>
            </a:r>
          </a:p>
          <a:p>
            <a:r>
              <a:rPr lang="fr-FR" smtClean="0"/>
              <a:t>14-  OUI JE PENSE EN MOI-MÊME QUEL MONDE MERVEILLEUX </a:t>
            </a:r>
          </a:p>
          <a:p>
            <a:r>
              <a:rPr lang="fr-FR" smtClean="0"/>
              <a:t>Yes I think to myself what a wonderful world.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VOIS DES ARBRES VERTS  DES ROSES ROUGES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LES VOIS ÉCLORE POUR TOI ET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VOIS LE BLEU DES CIEUX LE BLANC DES NUAGES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skies of blue and clouds of white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LA CLARTÉ DU JOUR  LA DIVINE NUIT NOIRE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LES COULEURS DE L’ARC-EN-CIEL  SI BELLES DANS LE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colors of the rainbow so pretty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SONT AUSSI SUR LES VISAGES  DE CES GENS QUI PASSENT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Are also on the faces of people going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VOIS DES AMIS SE SERRER LA MAIN ET SE SALUANT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friends shaking hands saying how do you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MAIS JE T’AIME  C’EST CE QU’ILS SE DISENT VRAIMENT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They're really saying I love you.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J’ENTENDS DES BÉBÉS PLEURER  JE LES VOIS GRANDIR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hear babies crying, I watch them grow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APPRENDRONT BIEN PLUS QUE TOUT CE QUE JE 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They'll learn much more than I'll never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OUI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Yes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VOIS DES ARBRES VERTS  DES ROSES ROUGES AUSSI 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2-  JE LES VOIS ÉCLORE POUR TOI ET MOI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 3-  EN JE PENSE EN MOI-MÊME QUEL MONDE MERVEILLEUX </a:t>
            </a:r>
          </a:p>
          <a:p>
            <a:r>
              <a:rPr lang="fr-FR" smtClean="0"/>
              <a:t>And I think to myself what a wonderful world.</a:t>
            </a:r>
          </a:p>
          <a:p>
            <a:endParaRPr lang="fr-FR" smtClean="0"/>
          </a:p>
          <a:p>
            <a:r>
              <a:rPr lang="fr-FR" smtClean="0"/>
              <a:t>4-  JE VOIS LE BLEU DES CIEUX LE BLANC DES NUAGES </a:t>
            </a:r>
          </a:p>
          <a:p>
            <a:r>
              <a:rPr lang="fr-FR" smtClean="0"/>
              <a:t>I see skies of blue and clouds of white</a:t>
            </a:r>
          </a:p>
          <a:p>
            <a:r>
              <a:rPr lang="fr-FR" smtClean="0"/>
              <a:t>5-  LA CLARTÉ DU JOUR  LA DIVINE NUIT NOIRE </a:t>
            </a:r>
          </a:p>
          <a:p>
            <a:r>
              <a:rPr lang="fr-FR" smtClean="0"/>
              <a:t>The bright blessed day, the dark sacred night</a:t>
            </a:r>
          </a:p>
          <a:p>
            <a:r>
              <a:rPr lang="fr-FR" smtClean="0"/>
              <a:t>6-  EN JE PENSE EN MOI-MÊME QUEL MONDE MERVEILLEUX </a:t>
            </a:r>
          </a:p>
          <a:p>
            <a:r>
              <a:rPr lang="fr-FR" smtClean="0"/>
              <a:t>The bright blessed day, the dark sacred night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LES COULEURS DE L’ARC-EN-CIEL  SI BELLES DANS LE CIEL </a:t>
            </a:r>
          </a:p>
          <a:p>
            <a:r>
              <a:rPr lang="fr-FR" smtClean="0"/>
              <a:t>The colors of the rainbow so pretty in the sky</a:t>
            </a:r>
          </a:p>
          <a:p>
            <a:r>
              <a:rPr lang="fr-FR" smtClean="0"/>
              <a:t>8-  SONT AUSSI SUR LES VISAGES  DE CES GENS QUI PASSENT </a:t>
            </a:r>
          </a:p>
          <a:p>
            <a:r>
              <a:rPr lang="fr-FR" smtClean="0"/>
              <a:t>Are also on the faces of people going by</a:t>
            </a:r>
          </a:p>
          <a:p>
            <a:r>
              <a:rPr lang="fr-FR" smtClean="0"/>
              <a:t>9-  JE VOIS DES AMIS SE SERRER LA MAIN ET SE SALUANT </a:t>
            </a:r>
          </a:p>
          <a:p>
            <a:r>
              <a:rPr lang="fr-FR" smtClean="0"/>
              <a:t>I see friends shaking hands saying how do you do</a:t>
            </a:r>
          </a:p>
          <a:p>
            <a:r>
              <a:rPr lang="fr-FR" smtClean="0"/>
              <a:t>10-  MAIS JE T’AIME  C’EST CE QU’ILS SE DISENT VRAIMENT </a:t>
            </a:r>
          </a:p>
          <a:p>
            <a:r>
              <a:rPr lang="fr-FR" smtClean="0"/>
              <a:t>They're really saying I love you.</a:t>
            </a:r>
          </a:p>
          <a:p>
            <a:endParaRPr lang="fr-FR" smtClean="0"/>
          </a:p>
          <a:p>
            <a:r>
              <a:rPr lang="fr-FR" smtClean="0"/>
              <a:t>11-  J’ENTENDS DES BÉBÉS PLEURER  JE LES VOIS GRANDIR </a:t>
            </a:r>
          </a:p>
          <a:p>
            <a:r>
              <a:rPr lang="fr-FR" smtClean="0"/>
              <a:t>I hear babies crying, I watch them grow</a:t>
            </a:r>
          </a:p>
          <a:p>
            <a:r>
              <a:rPr lang="fr-FR" smtClean="0"/>
              <a:t>12-  ILS APPRENDRONT BIEN PLUS QUE TOUT CE QUE JE SAIS </a:t>
            </a:r>
          </a:p>
          <a:p>
            <a:r>
              <a:rPr lang="fr-FR" smtClean="0"/>
              <a:t>They'll learn much more than I'll never know</a:t>
            </a:r>
          </a:p>
          <a:p>
            <a:r>
              <a:rPr lang="fr-FR" smtClean="0"/>
              <a:t>13-  ET JE PENSE EN MOI-MÊME QUEL MONDE MERVEILLEUX </a:t>
            </a:r>
          </a:p>
          <a:p>
            <a:r>
              <a:rPr lang="fr-FR" smtClean="0"/>
              <a:t>And I think to myself what a wonderful world</a:t>
            </a:r>
          </a:p>
          <a:p>
            <a:r>
              <a:rPr lang="fr-FR" smtClean="0"/>
              <a:t>14-  OUI JE PENSE EN MOI-MÊME QUEL MONDE MERVEILLEUX </a:t>
            </a:r>
          </a:p>
          <a:p>
            <a:r>
              <a:rPr lang="fr-FR" smtClean="0"/>
              <a:t>Yes I think to myself what a wonderful world.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VOIS DES ARBRES VERTS  DES ROSES ROUGES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LES VOIS ÉCLORE POUR TOI ET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VOIS LE BLEU DES CIEUX LE BLANC DES NUAGES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skies of blue and clouds of white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LA CLARTÉ DU JOUR  LA DIVINE NUIT NOIRE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LES COULEURS DE L’ARC-EN-CIEL  SI BELLES DANS LE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colors of the rainbow so pretty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SONT AUSSI SUR LES VISAGES  DE CES GENS QUI PASSENT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Are also on the faces of people going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VOIS DES AMIS SE SERRER LA MAIN ET SE SALUANT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friends shaking hands saying how do you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MAIS JE T’AIME  C’EST CE QU’ILS SE DISENT VRAIMENT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They're really saying I love you.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J’ENTENDS DES BÉBÉS PLEURER  JE LES VOIS GRANDIR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hear babies crying, I watch them grow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APPRENDRONT BIEN PLUS QUE TOUT CE QUE JE 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They'll learn much more than I'll never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OUI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Yes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VOIS DES ARBRES VERTS  DES ROSES ROUGES AUSSI 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2-  JE LES VOIS ÉCLORE POUR TOI ET MOI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 3-  EN JE PENSE EN MOI-MÊME QUEL MONDE MERVEILLEUX </a:t>
            </a:r>
          </a:p>
          <a:p>
            <a:r>
              <a:rPr lang="fr-FR" smtClean="0"/>
              <a:t>And I think to myself what a wonderful world.</a:t>
            </a:r>
          </a:p>
          <a:p>
            <a:endParaRPr lang="fr-FR" smtClean="0"/>
          </a:p>
          <a:p>
            <a:r>
              <a:rPr lang="fr-FR" smtClean="0"/>
              <a:t>4-  JE VOIS LE BLEU DES CIEUX LE BLANC DES NUAGES </a:t>
            </a:r>
          </a:p>
          <a:p>
            <a:r>
              <a:rPr lang="fr-FR" smtClean="0"/>
              <a:t>I see skies of blue and clouds of white</a:t>
            </a:r>
          </a:p>
          <a:p>
            <a:r>
              <a:rPr lang="fr-FR" smtClean="0"/>
              <a:t>5-  LA CLARTÉ DU JOUR  LA DIVINE NUIT NOIRE </a:t>
            </a:r>
          </a:p>
          <a:p>
            <a:r>
              <a:rPr lang="fr-FR" smtClean="0"/>
              <a:t>The bright blessed day, the dark sacred night</a:t>
            </a:r>
          </a:p>
          <a:p>
            <a:r>
              <a:rPr lang="fr-FR" smtClean="0"/>
              <a:t>6-  EN JE PENSE EN MOI-MÊME QUEL MONDE MERVEILLEUX </a:t>
            </a:r>
          </a:p>
          <a:p>
            <a:r>
              <a:rPr lang="fr-FR" smtClean="0"/>
              <a:t>The bright blessed day, the dark sacred night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LES COULEURS DE L’ARC-EN-CIEL  SI BELLES DANS LE CIEL </a:t>
            </a:r>
          </a:p>
          <a:p>
            <a:r>
              <a:rPr lang="fr-FR" smtClean="0"/>
              <a:t>The colors of the rainbow so pretty in the sky</a:t>
            </a:r>
          </a:p>
          <a:p>
            <a:r>
              <a:rPr lang="fr-FR" smtClean="0"/>
              <a:t>8-  SONT AUSSI SUR LES VISAGES  DE CES GENS QUI PASSENT </a:t>
            </a:r>
          </a:p>
          <a:p>
            <a:r>
              <a:rPr lang="fr-FR" smtClean="0"/>
              <a:t>Are also on the faces of people going by</a:t>
            </a:r>
          </a:p>
          <a:p>
            <a:r>
              <a:rPr lang="fr-FR" smtClean="0"/>
              <a:t>9-  JE VOIS DES AMIS SE SERRER LA MAIN ET SE SALUANT </a:t>
            </a:r>
          </a:p>
          <a:p>
            <a:r>
              <a:rPr lang="fr-FR" smtClean="0"/>
              <a:t>I see friends shaking hands saying how do you do</a:t>
            </a:r>
          </a:p>
          <a:p>
            <a:r>
              <a:rPr lang="fr-FR" smtClean="0"/>
              <a:t>10-  MAIS JE T’AIME  C’EST CE QU’ILS SE DISENT VRAIMENT </a:t>
            </a:r>
          </a:p>
          <a:p>
            <a:r>
              <a:rPr lang="fr-FR" smtClean="0"/>
              <a:t>They're really saying I love you.</a:t>
            </a:r>
          </a:p>
          <a:p>
            <a:endParaRPr lang="fr-FR" smtClean="0"/>
          </a:p>
          <a:p>
            <a:r>
              <a:rPr lang="fr-FR" smtClean="0"/>
              <a:t>11-  J’ENTENDS DES BÉBÉS PLEURER  JE LES VOIS GRANDIR </a:t>
            </a:r>
          </a:p>
          <a:p>
            <a:r>
              <a:rPr lang="fr-FR" smtClean="0"/>
              <a:t>I hear babies crying, I watch them grow</a:t>
            </a:r>
          </a:p>
          <a:p>
            <a:r>
              <a:rPr lang="fr-FR" smtClean="0"/>
              <a:t>12-  ILS APPRENDRONT BIEN PLUS QUE TOUT CE QUE JE SAIS </a:t>
            </a:r>
          </a:p>
          <a:p>
            <a:r>
              <a:rPr lang="fr-FR" smtClean="0"/>
              <a:t>They'll learn much more than I'll never know</a:t>
            </a:r>
          </a:p>
          <a:p>
            <a:r>
              <a:rPr lang="fr-FR" smtClean="0"/>
              <a:t>13-  ET JE PENSE EN MOI-MÊME QUEL MONDE MERVEILLEUX </a:t>
            </a:r>
          </a:p>
          <a:p>
            <a:r>
              <a:rPr lang="fr-FR" smtClean="0"/>
              <a:t>And I think to myself what a wonderful world</a:t>
            </a:r>
          </a:p>
          <a:p>
            <a:r>
              <a:rPr lang="fr-FR" smtClean="0"/>
              <a:t>14-  OUI JE PENSE EN MOI-MÊME QUEL MONDE MERVEILLEUX </a:t>
            </a:r>
          </a:p>
          <a:p>
            <a:r>
              <a:rPr lang="fr-FR" smtClean="0"/>
              <a:t>Yes I think to myself what a wonderful world.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VOIS DES ARBRES VERTS  DES ROSES ROUGES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LES VOIS ÉCLORE POUR TOI ET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VOIS LE BLEU DES CIEUX LE BLANC DES NUAGES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skies of blue and clouds of white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LA CLARTÉ DU JOUR  LA DIVINE NUIT NOIRE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LES COULEURS DE L’ARC-EN-CIEL  SI BELLES DANS LE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colors of the rainbow so pretty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SONT AUSSI SUR LES VISAGES  DE CES GENS QUI PASSENT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Are also on the faces of people going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VOIS DES AMIS SE SERRER LA MAIN ET SE SALUANT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friends shaking hands saying how do you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MAIS JE T’AIME  C’EST CE QU’ILS SE DISENT VRAIMENT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They're really saying I love you.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J’ENTENDS DES BÉBÉS PLEURER  JE LES VOIS GRANDIR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hear babies crying, I watch them grow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APPRENDRONT BIEN PLUS QUE TOUT CE QUE JE 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They'll learn much more than I'll never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OUI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Yes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VOIS DES ARBRES VERTS  DES ROSES ROUGES AUSSI 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2-  JE LES VOIS ÉCLORE POUR TOI ET MOI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 3-  EN JE PENSE EN MOI-MÊME QUEL MONDE MERVEILLEUX </a:t>
            </a:r>
          </a:p>
          <a:p>
            <a:r>
              <a:rPr lang="fr-FR" smtClean="0"/>
              <a:t>And I think to myself what a wonderful world.</a:t>
            </a:r>
          </a:p>
          <a:p>
            <a:endParaRPr lang="fr-FR" smtClean="0"/>
          </a:p>
          <a:p>
            <a:r>
              <a:rPr lang="fr-FR" smtClean="0"/>
              <a:t>4-  JE VOIS LE BLEU DES CIEUX LE BLANC DES NUAGES </a:t>
            </a:r>
          </a:p>
          <a:p>
            <a:r>
              <a:rPr lang="fr-FR" smtClean="0"/>
              <a:t>I see skies of blue and clouds of white</a:t>
            </a:r>
          </a:p>
          <a:p>
            <a:r>
              <a:rPr lang="fr-FR" smtClean="0"/>
              <a:t>5-  LA CLARTÉ DU JOUR  LA DIVINE NUIT NOIRE </a:t>
            </a:r>
          </a:p>
          <a:p>
            <a:r>
              <a:rPr lang="fr-FR" smtClean="0"/>
              <a:t>The bright blessed day, the dark sacred night</a:t>
            </a:r>
          </a:p>
          <a:p>
            <a:r>
              <a:rPr lang="fr-FR" smtClean="0"/>
              <a:t>6-  EN JE PENSE EN MOI-MÊME QUEL MONDE MERVEILLEUX </a:t>
            </a:r>
          </a:p>
          <a:p>
            <a:r>
              <a:rPr lang="fr-FR" smtClean="0"/>
              <a:t>The bright blessed day, the dark sacred night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LES COULEURS DE L’ARC-EN-CIEL  SI BELLES DANS LE CIEL </a:t>
            </a:r>
          </a:p>
          <a:p>
            <a:r>
              <a:rPr lang="fr-FR" smtClean="0"/>
              <a:t>The colors of the rainbow so pretty in the sky</a:t>
            </a:r>
          </a:p>
          <a:p>
            <a:r>
              <a:rPr lang="fr-FR" smtClean="0"/>
              <a:t>8-  SONT AUSSI SUR LES VISAGES  DE CES GENS QUI PASSENT </a:t>
            </a:r>
          </a:p>
          <a:p>
            <a:r>
              <a:rPr lang="fr-FR" smtClean="0"/>
              <a:t>Are also on the faces of people going by</a:t>
            </a:r>
          </a:p>
          <a:p>
            <a:r>
              <a:rPr lang="fr-FR" smtClean="0"/>
              <a:t>9-  JE VOIS DES AMIS SE SERRER LA MAIN ET SE SALUANT </a:t>
            </a:r>
          </a:p>
          <a:p>
            <a:r>
              <a:rPr lang="fr-FR" smtClean="0"/>
              <a:t>I see friends shaking hands saying how do you do</a:t>
            </a:r>
          </a:p>
          <a:p>
            <a:r>
              <a:rPr lang="fr-FR" smtClean="0"/>
              <a:t>10-  MAIS JE T’AIME  C’EST CE QU’ILS SE DISENT VRAIMENT </a:t>
            </a:r>
          </a:p>
          <a:p>
            <a:r>
              <a:rPr lang="fr-FR" smtClean="0"/>
              <a:t>They're really saying I love you.</a:t>
            </a:r>
          </a:p>
          <a:p>
            <a:endParaRPr lang="fr-FR" smtClean="0"/>
          </a:p>
          <a:p>
            <a:r>
              <a:rPr lang="fr-FR" smtClean="0"/>
              <a:t>11-  J’ENTENDS DES BÉBÉS PLEURER  JE LES VOIS GRANDIR </a:t>
            </a:r>
          </a:p>
          <a:p>
            <a:r>
              <a:rPr lang="fr-FR" smtClean="0"/>
              <a:t>I hear babies crying, I watch them grow</a:t>
            </a:r>
          </a:p>
          <a:p>
            <a:r>
              <a:rPr lang="fr-FR" smtClean="0"/>
              <a:t>12-  ILS APPRENDRONT BIEN PLUS QUE TOUT CE QUE JE SAIS </a:t>
            </a:r>
          </a:p>
          <a:p>
            <a:r>
              <a:rPr lang="fr-FR" smtClean="0"/>
              <a:t>They'll learn much more than I'll never know</a:t>
            </a:r>
          </a:p>
          <a:p>
            <a:r>
              <a:rPr lang="fr-FR" smtClean="0"/>
              <a:t>13-  ET JE PENSE EN MOI-MÊME QUEL MONDE MERVEILLEUX </a:t>
            </a:r>
          </a:p>
          <a:p>
            <a:r>
              <a:rPr lang="fr-FR" smtClean="0"/>
              <a:t>And I think to myself what a wonderful world</a:t>
            </a:r>
          </a:p>
          <a:p>
            <a:r>
              <a:rPr lang="fr-FR" smtClean="0"/>
              <a:t>14-  OUI JE PENSE EN MOI-MÊME QUEL MONDE MERVEILLEUX </a:t>
            </a:r>
          </a:p>
          <a:p>
            <a:r>
              <a:rPr lang="fr-FR" smtClean="0"/>
              <a:t>Yes I think to myself what a wonderful world.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VOIS DES ARBRES VERTS  DES ROSES ROUGES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LES VOIS ÉCLORE POUR TOI ET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VOIS LE BLEU DES CIEUX LE BLANC DES NUAGES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skies of blue and clouds of white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LA CLARTÉ DU JOUR  LA DIVINE NUIT NOIRE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LES COULEURS DE L’ARC-EN-CIEL  SI BELLES DANS LE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colors of the rainbow so pretty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SONT AUSSI SUR LES VISAGES  DE CES GENS QUI PASSENT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Are also on the faces of people going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VOIS DES AMIS SE SERRER LA MAIN ET SE SALUANT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friends shaking hands saying how do you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MAIS JE T’AIME  C’EST CE QU’ILS SE DISENT VRAIMENT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They're really saying I love you.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J’ENTENDS DES BÉBÉS PLEURER  JE LES VOIS GRANDIR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hear babies crying, I watch them grow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APPRENDRONT BIEN PLUS QUE TOUT CE QUE JE 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They'll learn much more than I'll never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OUI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Yes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VOIS DES ARBRES VERTS  DES ROSES ROUGES AUSSI 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2-  JE LES VOIS ÉCLORE POUR TOI ET MOI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 3-  EN JE PENSE EN MOI-MÊME QUEL MONDE MERVEILLEUX </a:t>
            </a:r>
          </a:p>
          <a:p>
            <a:r>
              <a:rPr lang="fr-FR" smtClean="0"/>
              <a:t>And I think to myself what a wonderful world.</a:t>
            </a:r>
          </a:p>
          <a:p>
            <a:endParaRPr lang="fr-FR" smtClean="0"/>
          </a:p>
          <a:p>
            <a:r>
              <a:rPr lang="fr-FR" smtClean="0"/>
              <a:t>4-  JE VOIS LE BLEU DES CIEUX LE BLANC DES NUAGES </a:t>
            </a:r>
          </a:p>
          <a:p>
            <a:r>
              <a:rPr lang="fr-FR" smtClean="0"/>
              <a:t>I see skies of blue and clouds of white</a:t>
            </a:r>
          </a:p>
          <a:p>
            <a:r>
              <a:rPr lang="fr-FR" smtClean="0"/>
              <a:t>5-  LA CLARTÉ DU JOUR  LA DIVINE NUIT NOIRE </a:t>
            </a:r>
          </a:p>
          <a:p>
            <a:r>
              <a:rPr lang="fr-FR" smtClean="0"/>
              <a:t>The bright blessed day, the dark sacred night</a:t>
            </a:r>
          </a:p>
          <a:p>
            <a:r>
              <a:rPr lang="fr-FR" smtClean="0"/>
              <a:t>6-  EN JE PENSE EN MOI-MÊME QUEL MONDE MERVEILLEUX </a:t>
            </a:r>
          </a:p>
          <a:p>
            <a:r>
              <a:rPr lang="fr-FR" smtClean="0"/>
              <a:t>The bright blessed day, the dark sacred night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LES COULEURS DE L’ARC-EN-CIEL  SI BELLES DANS LE CIEL </a:t>
            </a:r>
          </a:p>
          <a:p>
            <a:r>
              <a:rPr lang="fr-FR" smtClean="0"/>
              <a:t>The colors of the rainbow so pretty in the sky</a:t>
            </a:r>
          </a:p>
          <a:p>
            <a:r>
              <a:rPr lang="fr-FR" smtClean="0"/>
              <a:t>8-  SONT AUSSI SUR LES VISAGES  DE CES GENS QUI PASSENT </a:t>
            </a:r>
          </a:p>
          <a:p>
            <a:r>
              <a:rPr lang="fr-FR" smtClean="0"/>
              <a:t>Are also on the faces of people going by</a:t>
            </a:r>
          </a:p>
          <a:p>
            <a:r>
              <a:rPr lang="fr-FR" smtClean="0"/>
              <a:t>9-  JE VOIS DES AMIS SE SERRER LA MAIN ET SE SALUANT </a:t>
            </a:r>
          </a:p>
          <a:p>
            <a:r>
              <a:rPr lang="fr-FR" smtClean="0"/>
              <a:t>I see friends shaking hands saying how do you do</a:t>
            </a:r>
          </a:p>
          <a:p>
            <a:r>
              <a:rPr lang="fr-FR" smtClean="0"/>
              <a:t>10-  MAIS JE T’AIME  C’EST CE QU’ILS SE DISENT VRAIMENT </a:t>
            </a:r>
          </a:p>
          <a:p>
            <a:r>
              <a:rPr lang="fr-FR" smtClean="0"/>
              <a:t>They're really saying I love you.</a:t>
            </a:r>
          </a:p>
          <a:p>
            <a:endParaRPr lang="fr-FR" smtClean="0"/>
          </a:p>
          <a:p>
            <a:r>
              <a:rPr lang="fr-FR" smtClean="0"/>
              <a:t>11-  J’ENTENDS DES BÉBÉS PLEURER  JE LES VOIS GRANDIR </a:t>
            </a:r>
          </a:p>
          <a:p>
            <a:r>
              <a:rPr lang="fr-FR" smtClean="0"/>
              <a:t>I hear babies crying, I watch them grow</a:t>
            </a:r>
          </a:p>
          <a:p>
            <a:r>
              <a:rPr lang="fr-FR" smtClean="0"/>
              <a:t>12-  ILS APPRENDRONT BIEN PLUS QUE TOUT CE QUE JE SAIS </a:t>
            </a:r>
          </a:p>
          <a:p>
            <a:r>
              <a:rPr lang="fr-FR" smtClean="0"/>
              <a:t>They'll learn much more than I'll never know</a:t>
            </a:r>
          </a:p>
          <a:p>
            <a:r>
              <a:rPr lang="fr-FR" smtClean="0"/>
              <a:t>13-  ET JE PENSE EN MOI-MÊME QUEL MONDE MERVEILLEUX </a:t>
            </a:r>
          </a:p>
          <a:p>
            <a:r>
              <a:rPr lang="fr-FR" smtClean="0"/>
              <a:t>And I think to myself what a wonderful world</a:t>
            </a:r>
          </a:p>
          <a:p>
            <a:r>
              <a:rPr lang="fr-FR" smtClean="0"/>
              <a:t>14-  OUI JE PENSE EN MOI-MÊME QUEL MONDE MERVEILLEUX </a:t>
            </a:r>
          </a:p>
          <a:p>
            <a:r>
              <a:rPr lang="fr-FR" smtClean="0"/>
              <a:t>Yes I think to myself what a wonderful world.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VOIS DES ARBRES VERTS  DES ROSES ROUGES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LES VOIS ÉCLORE POUR TOI ET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VOIS LE BLEU DES CIEUX LE BLANC DES NUAGES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skies of blue and clouds of white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LA CLARTÉ DU JOUR  LA DIVINE NUIT NOIRE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LES COULEURS DE L’ARC-EN-CIEL  SI BELLES DANS LE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colors of the rainbow so pretty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SONT AUSSI SUR LES VISAGES  DE CES GENS QUI PASSENT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Are also on the faces of people going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VOIS DES AMIS SE SERRER LA MAIN ET SE SALUANT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friends shaking hands saying how do you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MAIS JE T’AIME  C’EST CE QU’ILS SE DISENT VRAIMENT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They're really saying I love you.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J’ENTENDS DES BÉBÉS PLEURER  JE LES VOIS GRANDIR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hear babies crying, I watch them grow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APPRENDRONT BIEN PLUS QUE TOUT CE QUE JE 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They'll learn much more than I'll never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OUI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Yes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VOIS DES ARBRES VERTS  DES ROSES ROUGES AUSSI 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2-  JE LES VOIS ÉCLORE POUR TOI ET MOI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 3-  EN JE PENSE EN MOI-MÊME QUEL MONDE MERVEILLEUX </a:t>
            </a:r>
          </a:p>
          <a:p>
            <a:r>
              <a:rPr lang="fr-FR" smtClean="0"/>
              <a:t>And I think to myself what a wonderful world.</a:t>
            </a:r>
          </a:p>
          <a:p>
            <a:endParaRPr lang="fr-FR" smtClean="0"/>
          </a:p>
          <a:p>
            <a:r>
              <a:rPr lang="fr-FR" smtClean="0"/>
              <a:t>4-  JE VOIS LE BLEU DES CIEUX LE BLANC DES NUAGES </a:t>
            </a:r>
          </a:p>
          <a:p>
            <a:r>
              <a:rPr lang="fr-FR" smtClean="0"/>
              <a:t>I see skies of blue and clouds of white</a:t>
            </a:r>
          </a:p>
          <a:p>
            <a:r>
              <a:rPr lang="fr-FR" smtClean="0"/>
              <a:t>5-  LA CLARTÉ DU JOUR  LA DIVINE NUIT NOIRE </a:t>
            </a:r>
          </a:p>
          <a:p>
            <a:r>
              <a:rPr lang="fr-FR" smtClean="0"/>
              <a:t>The bright blessed day, the dark sacred night</a:t>
            </a:r>
          </a:p>
          <a:p>
            <a:r>
              <a:rPr lang="fr-FR" smtClean="0"/>
              <a:t>6-  EN JE PENSE EN MOI-MÊME QUEL MONDE MERVEILLEUX </a:t>
            </a:r>
          </a:p>
          <a:p>
            <a:r>
              <a:rPr lang="fr-FR" smtClean="0"/>
              <a:t>The bright blessed day, the dark sacred night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LES COULEURS DE L’ARC-EN-CIEL  SI BELLES DANS LE CIEL </a:t>
            </a:r>
          </a:p>
          <a:p>
            <a:r>
              <a:rPr lang="fr-FR" smtClean="0"/>
              <a:t>The colors of the rainbow so pretty in the sky</a:t>
            </a:r>
          </a:p>
          <a:p>
            <a:r>
              <a:rPr lang="fr-FR" smtClean="0"/>
              <a:t>8-  SONT AUSSI SUR LES VISAGES  DE CES GENS QUI PASSENT </a:t>
            </a:r>
          </a:p>
          <a:p>
            <a:r>
              <a:rPr lang="fr-FR" smtClean="0"/>
              <a:t>Are also on the faces of people going by</a:t>
            </a:r>
          </a:p>
          <a:p>
            <a:r>
              <a:rPr lang="fr-FR" smtClean="0"/>
              <a:t>9-  JE VOIS DES AMIS SE SERRER LA MAIN ET SE SALUANT </a:t>
            </a:r>
          </a:p>
          <a:p>
            <a:r>
              <a:rPr lang="fr-FR" smtClean="0"/>
              <a:t>I see friends shaking hands saying how do you do</a:t>
            </a:r>
          </a:p>
          <a:p>
            <a:r>
              <a:rPr lang="fr-FR" smtClean="0"/>
              <a:t>10-  MAIS JE T’AIME  C’EST CE QU’ILS SE DISENT VRAIMENT </a:t>
            </a:r>
          </a:p>
          <a:p>
            <a:r>
              <a:rPr lang="fr-FR" smtClean="0"/>
              <a:t>They're really saying I love you.</a:t>
            </a:r>
          </a:p>
          <a:p>
            <a:endParaRPr lang="fr-FR" smtClean="0"/>
          </a:p>
          <a:p>
            <a:r>
              <a:rPr lang="fr-FR" smtClean="0"/>
              <a:t>11-  J’ENTENDS DES BÉBÉS PLEURER  JE LES VOIS GRANDIR </a:t>
            </a:r>
          </a:p>
          <a:p>
            <a:r>
              <a:rPr lang="fr-FR" smtClean="0"/>
              <a:t>I hear babies crying, I watch them grow</a:t>
            </a:r>
          </a:p>
          <a:p>
            <a:r>
              <a:rPr lang="fr-FR" smtClean="0"/>
              <a:t>12-  ILS APPRENDRONT BIEN PLUS QUE TOUT CE QUE JE SAIS </a:t>
            </a:r>
          </a:p>
          <a:p>
            <a:r>
              <a:rPr lang="fr-FR" smtClean="0"/>
              <a:t>They'll learn much more than I'll never know</a:t>
            </a:r>
          </a:p>
          <a:p>
            <a:r>
              <a:rPr lang="fr-FR" smtClean="0"/>
              <a:t>13-  ET JE PENSE EN MOI-MÊME QUEL MONDE MERVEILLEUX </a:t>
            </a:r>
          </a:p>
          <a:p>
            <a:r>
              <a:rPr lang="fr-FR" smtClean="0"/>
              <a:t>And I think to myself what a wonderful world</a:t>
            </a:r>
          </a:p>
          <a:p>
            <a:r>
              <a:rPr lang="fr-FR" smtClean="0"/>
              <a:t>14-  OUI JE PENSE EN MOI-MÊME QUEL MONDE MERVEILLEUX </a:t>
            </a:r>
          </a:p>
          <a:p>
            <a:r>
              <a:rPr lang="fr-FR" smtClean="0"/>
              <a:t>Yes I think to myself what a wonderful world.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VOIS DES ARBRES VERTS  DES ROSES ROUGES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LES VOIS ÉCLORE POUR TOI ET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VOIS LE BLEU DES CIEUX LE BLANC DES NUAGES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skies of blue and clouds of white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LA CLARTÉ DU JOUR  LA DIVINE NUIT NOIRE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LES COULEURS DE L’ARC-EN-CIEL  SI BELLES DANS LE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colors of the rainbow so pretty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SONT AUSSI SUR LES VISAGES  DE CES GENS QUI PASSENT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Are also on the faces of people going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VOIS DES AMIS SE SERRER LA MAIN ET SE SALUANT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friends shaking hands saying how do you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MAIS JE T’AIME  C’EST CE QU’ILS SE DISENT VRAIMENT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They're really saying I love you.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J’ENTENDS DES BÉBÉS PLEURER  JE LES VOIS GRANDIR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hear babies crying, I watch them grow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APPRENDRONT BIEN PLUS QUE TOUT CE QUE JE 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They'll learn much more than I'll never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OUI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Yes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VOIS DES ARBRES VERTS  DES ROSES ROUGES AUSSI 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2-  JE LES VOIS ÉCLORE POUR TOI ET MOI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 3-  EN JE PENSE EN MOI-MÊME QUEL MONDE MERVEILLEUX </a:t>
            </a:r>
          </a:p>
          <a:p>
            <a:r>
              <a:rPr lang="fr-FR" smtClean="0"/>
              <a:t>And I think to myself what a wonderful world.</a:t>
            </a:r>
          </a:p>
          <a:p>
            <a:endParaRPr lang="fr-FR" smtClean="0"/>
          </a:p>
          <a:p>
            <a:r>
              <a:rPr lang="fr-FR" smtClean="0"/>
              <a:t>4-  JE VOIS LE BLEU DES CIEUX LE BLANC DES NUAGES </a:t>
            </a:r>
          </a:p>
          <a:p>
            <a:r>
              <a:rPr lang="fr-FR" smtClean="0"/>
              <a:t>I see skies of blue and clouds of white</a:t>
            </a:r>
          </a:p>
          <a:p>
            <a:r>
              <a:rPr lang="fr-FR" smtClean="0"/>
              <a:t>5-  LA CLARTÉ DU JOUR  LA DIVINE NUIT NOIRE </a:t>
            </a:r>
          </a:p>
          <a:p>
            <a:r>
              <a:rPr lang="fr-FR" smtClean="0"/>
              <a:t>The bright blessed day, the dark sacred night</a:t>
            </a:r>
          </a:p>
          <a:p>
            <a:r>
              <a:rPr lang="fr-FR" smtClean="0"/>
              <a:t>6-  EN JE PENSE EN MOI-MÊME QUEL MONDE MERVEILLEUX </a:t>
            </a:r>
          </a:p>
          <a:p>
            <a:r>
              <a:rPr lang="fr-FR" smtClean="0"/>
              <a:t>The bright blessed day, the dark sacred night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LES COULEURS DE L’ARC-EN-CIEL  SI BELLES DANS LE CIEL </a:t>
            </a:r>
          </a:p>
          <a:p>
            <a:r>
              <a:rPr lang="fr-FR" smtClean="0"/>
              <a:t>The colors of the rainbow so pretty in the sky</a:t>
            </a:r>
          </a:p>
          <a:p>
            <a:r>
              <a:rPr lang="fr-FR" smtClean="0"/>
              <a:t>8-  SONT AUSSI SUR LES VISAGES  DE CES GENS QUI PASSENT </a:t>
            </a:r>
          </a:p>
          <a:p>
            <a:r>
              <a:rPr lang="fr-FR" smtClean="0"/>
              <a:t>Are also on the faces of people going by</a:t>
            </a:r>
          </a:p>
          <a:p>
            <a:r>
              <a:rPr lang="fr-FR" smtClean="0"/>
              <a:t>9-  JE VOIS DES AMIS SE SERRER LA MAIN ET SE SALUANT </a:t>
            </a:r>
          </a:p>
          <a:p>
            <a:r>
              <a:rPr lang="fr-FR" smtClean="0"/>
              <a:t>I see friends shaking hands saying how do you do</a:t>
            </a:r>
          </a:p>
          <a:p>
            <a:r>
              <a:rPr lang="fr-FR" smtClean="0"/>
              <a:t>10-  MAIS JE T’AIME  C’EST CE QU’ILS SE DISENT VRAIMENT </a:t>
            </a:r>
          </a:p>
          <a:p>
            <a:r>
              <a:rPr lang="fr-FR" smtClean="0"/>
              <a:t>They're really saying I love you.</a:t>
            </a:r>
          </a:p>
          <a:p>
            <a:endParaRPr lang="fr-FR" smtClean="0"/>
          </a:p>
          <a:p>
            <a:r>
              <a:rPr lang="fr-FR" smtClean="0"/>
              <a:t>11-  J’ENTENDS DES BÉBÉS PLEURER  JE LES VOIS GRANDIR </a:t>
            </a:r>
          </a:p>
          <a:p>
            <a:r>
              <a:rPr lang="fr-FR" smtClean="0"/>
              <a:t>I hear babies crying, I watch them grow</a:t>
            </a:r>
          </a:p>
          <a:p>
            <a:r>
              <a:rPr lang="fr-FR" smtClean="0"/>
              <a:t>12-  ILS APPRENDRONT BIEN PLUS QUE TOUT CE QUE JE SAIS </a:t>
            </a:r>
          </a:p>
          <a:p>
            <a:r>
              <a:rPr lang="fr-FR" smtClean="0"/>
              <a:t>They'll learn much more than I'll never know</a:t>
            </a:r>
          </a:p>
          <a:p>
            <a:r>
              <a:rPr lang="fr-FR" smtClean="0"/>
              <a:t>13-  ET JE PENSE EN MOI-MÊME QUEL MONDE MERVEILLEUX </a:t>
            </a:r>
          </a:p>
          <a:p>
            <a:r>
              <a:rPr lang="fr-FR" smtClean="0"/>
              <a:t>And I think to myself what a wonderful world</a:t>
            </a:r>
          </a:p>
          <a:p>
            <a:r>
              <a:rPr lang="fr-FR" smtClean="0"/>
              <a:t>14-  OUI JE PENSE EN MOI-MÊME QUEL MONDE MERVEILLEUX </a:t>
            </a:r>
          </a:p>
          <a:p>
            <a:r>
              <a:rPr lang="fr-FR" smtClean="0"/>
              <a:t>Yes I think to myself what a wonderful world.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VOIS DES ARBRES VERTS  DES ROSES ROUGES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LES VOIS ÉCLORE POUR TOI ET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VOIS LE BLEU DES CIEUX LE BLANC DES NUAGES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skies of blue and clouds of white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LA CLARTÉ DU JOUR  LA DIVINE NUIT NOIRE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LES COULEURS DE L’ARC-EN-CIEL  SI BELLES DANS LE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colors of the rainbow so pretty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SONT AUSSI SUR LES VISAGES  DE CES GENS QUI PASSENT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Are also on the faces of people going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VOIS DES AMIS SE SERRER LA MAIN ET SE SALUANT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friends shaking hands saying how do you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MAIS JE T’AIME  C’EST CE QU’ILS SE DISENT VRAIMENT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They're really saying I love you.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J’ENTENDS DES BÉBÉS PLEURER  JE LES VOIS GRANDIR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hear babies crying, I watch them grow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APPRENDRONT BIEN PLUS QUE TOUT CE QUE JE 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They'll learn much more than I'll never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OUI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Yes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VOIS DES ARBRES VERTS  DES ROSES ROUGES AUSSI 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2-  JE LES VOIS ÉCLORE POUR TOI ET MOI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 3-  EN JE PENSE EN MOI-MÊME QUEL MONDE MERVEILLEUX </a:t>
            </a:r>
          </a:p>
          <a:p>
            <a:r>
              <a:rPr lang="fr-FR" smtClean="0"/>
              <a:t>And I think to myself what a wonderful world.</a:t>
            </a:r>
          </a:p>
          <a:p>
            <a:endParaRPr lang="fr-FR" smtClean="0"/>
          </a:p>
          <a:p>
            <a:r>
              <a:rPr lang="fr-FR" smtClean="0"/>
              <a:t>4-  JE VOIS LE BLEU DES CIEUX LE BLANC DES NUAGES </a:t>
            </a:r>
          </a:p>
          <a:p>
            <a:r>
              <a:rPr lang="fr-FR" smtClean="0"/>
              <a:t>I see skies of blue and clouds of white</a:t>
            </a:r>
          </a:p>
          <a:p>
            <a:r>
              <a:rPr lang="fr-FR" smtClean="0"/>
              <a:t>5-  LA CLARTÉ DU JOUR  LA DIVINE NUIT NOIRE </a:t>
            </a:r>
          </a:p>
          <a:p>
            <a:r>
              <a:rPr lang="fr-FR" smtClean="0"/>
              <a:t>The bright blessed day, the dark sacred night</a:t>
            </a:r>
          </a:p>
          <a:p>
            <a:r>
              <a:rPr lang="fr-FR" smtClean="0"/>
              <a:t>6-  EN JE PENSE EN MOI-MÊME QUEL MONDE MERVEILLEUX </a:t>
            </a:r>
          </a:p>
          <a:p>
            <a:r>
              <a:rPr lang="fr-FR" smtClean="0"/>
              <a:t>The bright blessed day, the dark sacred night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LES COULEURS DE L’ARC-EN-CIEL  SI BELLES DANS LE CIEL </a:t>
            </a:r>
          </a:p>
          <a:p>
            <a:r>
              <a:rPr lang="fr-FR" smtClean="0"/>
              <a:t>The colors of the rainbow so pretty in the sky</a:t>
            </a:r>
          </a:p>
          <a:p>
            <a:r>
              <a:rPr lang="fr-FR" smtClean="0"/>
              <a:t>8-  SONT AUSSI SUR LES VISAGES  DE CES GENS QUI PASSENT </a:t>
            </a:r>
          </a:p>
          <a:p>
            <a:r>
              <a:rPr lang="fr-FR" smtClean="0"/>
              <a:t>Are also on the faces of people going by</a:t>
            </a:r>
          </a:p>
          <a:p>
            <a:r>
              <a:rPr lang="fr-FR" smtClean="0"/>
              <a:t>9-  JE VOIS DES AMIS SE SERRER LA MAIN ET SE SALUANT </a:t>
            </a:r>
          </a:p>
          <a:p>
            <a:r>
              <a:rPr lang="fr-FR" smtClean="0"/>
              <a:t>I see friends shaking hands saying how do you do</a:t>
            </a:r>
          </a:p>
          <a:p>
            <a:r>
              <a:rPr lang="fr-FR" smtClean="0"/>
              <a:t>10-  MAIS JE T’AIME  C’EST CE QU’ILS SE DISENT VRAIMENT </a:t>
            </a:r>
          </a:p>
          <a:p>
            <a:r>
              <a:rPr lang="fr-FR" smtClean="0"/>
              <a:t>They're really saying I love you.</a:t>
            </a:r>
          </a:p>
          <a:p>
            <a:endParaRPr lang="fr-FR" smtClean="0"/>
          </a:p>
          <a:p>
            <a:r>
              <a:rPr lang="fr-FR" smtClean="0"/>
              <a:t>11-  J’ENTENDS DES BÉBÉS PLEURER  JE LES VOIS GRANDIR </a:t>
            </a:r>
          </a:p>
          <a:p>
            <a:r>
              <a:rPr lang="fr-FR" smtClean="0"/>
              <a:t>I hear babies crying, I watch them grow</a:t>
            </a:r>
          </a:p>
          <a:p>
            <a:r>
              <a:rPr lang="fr-FR" smtClean="0"/>
              <a:t>12-  ILS APPRENDRONT BIEN PLUS QUE TOUT CE QUE JE SAIS </a:t>
            </a:r>
          </a:p>
          <a:p>
            <a:r>
              <a:rPr lang="fr-FR" smtClean="0"/>
              <a:t>They'll learn much more than I'll never know</a:t>
            </a:r>
          </a:p>
          <a:p>
            <a:r>
              <a:rPr lang="fr-FR" smtClean="0"/>
              <a:t>13-  ET JE PENSE EN MOI-MÊME QUEL MONDE MERVEILLEUX </a:t>
            </a:r>
          </a:p>
          <a:p>
            <a:r>
              <a:rPr lang="fr-FR" smtClean="0"/>
              <a:t>And I think to myself what a wonderful world</a:t>
            </a:r>
          </a:p>
          <a:p>
            <a:r>
              <a:rPr lang="fr-FR" smtClean="0"/>
              <a:t>14-  OUI JE PENSE EN MOI-MÊME QUEL MONDE MERVEILLEUX </a:t>
            </a:r>
          </a:p>
          <a:p>
            <a:r>
              <a:rPr lang="fr-FR" smtClean="0"/>
              <a:t>Yes I think to myself what a wonderful world.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VOIS DES ARBRES VERTS  DES ROSES ROUGES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LES VOIS ÉCLORE POUR TOI ET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VOIS LE BLEU DES CIEUX LE BLANC DES NUAGES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skies of blue and clouds of white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LA CLARTÉ DU JOUR  LA DIVINE NUIT NOIRE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LES COULEURS DE L’ARC-EN-CIEL  SI BELLES DANS LE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colors of the rainbow so pretty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SONT AUSSI SUR LES VISAGES  DE CES GENS QUI PASSENT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Are also on the faces of people going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VOIS DES AMIS SE SERRER LA MAIN ET SE SALUANT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friends shaking hands saying how do you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MAIS JE T’AIME  C’EST CE QU’ILS SE DISENT VRAIMENT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They're really saying I love you.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J’ENTENDS DES BÉBÉS PLEURER  JE LES VOIS GRANDIR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hear babies crying, I watch them grow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APPRENDRONT BIEN PLUS QUE TOUT CE QUE JE 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They'll learn much more than I'll never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OUI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Yes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VOIS DES ARBRES VERTS  DES ROSES ROUGES AUSSI 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2-  JE LES VOIS ÉCLORE POUR TOI ET MOI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 3-  EN JE PENSE EN MOI-MÊME QUEL MONDE MERVEILLEUX </a:t>
            </a:r>
          </a:p>
          <a:p>
            <a:r>
              <a:rPr lang="fr-FR" smtClean="0"/>
              <a:t>And I think to myself what a wonderful world.</a:t>
            </a:r>
          </a:p>
          <a:p>
            <a:endParaRPr lang="fr-FR" smtClean="0"/>
          </a:p>
          <a:p>
            <a:r>
              <a:rPr lang="fr-FR" smtClean="0"/>
              <a:t>4-  JE VOIS LE BLEU DES CIEUX LE BLANC DES NUAGES </a:t>
            </a:r>
          </a:p>
          <a:p>
            <a:r>
              <a:rPr lang="fr-FR" smtClean="0"/>
              <a:t>I see skies of blue and clouds of white</a:t>
            </a:r>
          </a:p>
          <a:p>
            <a:r>
              <a:rPr lang="fr-FR" smtClean="0"/>
              <a:t>5-  LA CLARTÉ DU JOUR  LA DIVINE NUIT NOIRE </a:t>
            </a:r>
          </a:p>
          <a:p>
            <a:r>
              <a:rPr lang="fr-FR" smtClean="0"/>
              <a:t>The bright blessed day, the dark sacred night</a:t>
            </a:r>
          </a:p>
          <a:p>
            <a:r>
              <a:rPr lang="fr-FR" smtClean="0"/>
              <a:t>6-  EN JE PENSE EN MOI-MÊME QUEL MONDE MERVEILLEUX </a:t>
            </a:r>
          </a:p>
          <a:p>
            <a:r>
              <a:rPr lang="fr-FR" smtClean="0"/>
              <a:t>The bright blessed day, the dark sacred night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LES COULEURS DE L’ARC-EN-CIEL  SI BELLES DANS LE CIEL </a:t>
            </a:r>
          </a:p>
          <a:p>
            <a:r>
              <a:rPr lang="fr-FR" smtClean="0"/>
              <a:t>The colors of the rainbow so pretty in the sky</a:t>
            </a:r>
          </a:p>
          <a:p>
            <a:r>
              <a:rPr lang="fr-FR" smtClean="0"/>
              <a:t>8-  SONT AUSSI SUR LES VISAGES  DE CES GENS QUI PASSENT </a:t>
            </a:r>
          </a:p>
          <a:p>
            <a:r>
              <a:rPr lang="fr-FR" smtClean="0"/>
              <a:t>Are also on the faces of people going by</a:t>
            </a:r>
          </a:p>
          <a:p>
            <a:r>
              <a:rPr lang="fr-FR" smtClean="0"/>
              <a:t>9-  JE VOIS DES AMIS SE SERRER LA MAIN ET SE SALUANT </a:t>
            </a:r>
          </a:p>
          <a:p>
            <a:r>
              <a:rPr lang="fr-FR" smtClean="0"/>
              <a:t>I see friends shaking hands saying how do you do</a:t>
            </a:r>
          </a:p>
          <a:p>
            <a:r>
              <a:rPr lang="fr-FR" smtClean="0"/>
              <a:t>10-  MAIS JE T’AIME  C’EST CE QU’ILS SE DISENT VRAIMENT </a:t>
            </a:r>
          </a:p>
          <a:p>
            <a:r>
              <a:rPr lang="fr-FR" smtClean="0"/>
              <a:t>They're really saying I love you.</a:t>
            </a:r>
          </a:p>
          <a:p>
            <a:endParaRPr lang="fr-FR" smtClean="0"/>
          </a:p>
          <a:p>
            <a:r>
              <a:rPr lang="fr-FR" smtClean="0"/>
              <a:t>11-  J’ENTENDS DES BÉBÉS PLEURER  JE LES VOIS GRANDIR </a:t>
            </a:r>
          </a:p>
          <a:p>
            <a:r>
              <a:rPr lang="fr-FR" smtClean="0"/>
              <a:t>I hear babies crying, I watch them grow</a:t>
            </a:r>
          </a:p>
          <a:p>
            <a:r>
              <a:rPr lang="fr-FR" smtClean="0"/>
              <a:t>12-  ILS APPRENDRONT BIEN PLUS QUE TOUT CE QUE JE SAIS </a:t>
            </a:r>
          </a:p>
          <a:p>
            <a:r>
              <a:rPr lang="fr-FR" smtClean="0"/>
              <a:t>They'll learn much more than I'll never know</a:t>
            </a:r>
          </a:p>
          <a:p>
            <a:r>
              <a:rPr lang="fr-FR" smtClean="0"/>
              <a:t>13-  ET JE PENSE EN MOI-MÊME QUEL MONDE MERVEILLEUX </a:t>
            </a:r>
          </a:p>
          <a:p>
            <a:r>
              <a:rPr lang="fr-FR" smtClean="0"/>
              <a:t>And I think to myself what a wonderful world</a:t>
            </a:r>
          </a:p>
          <a:p>
            <a:r>
              <a:rPr lang="fr-FR" smtClean="0"/>
              <a:t>14-  OUI JE PENSE EN MOI-MÊME QUEL MONDE MERVEILLEUX </a:t>
            </a:r>
          </a:p>
          <a:p>
            <a:r>
              <a:rPr lang="fr-FR" smtClean="0"/>
              <a:t>Yes I think to myself what a wonderful world.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VOIS DES ARBRES VERTS  DES ROSES ROUGES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LES VOIS ÉCLORE POUR TOI ET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VOIS LE BLEU DES CIEUX LE BLANC DES NUAGES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skies of blue and clouds of white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LA CLARTÉ DU JOUR  LA DIVINE NUIT NOIRE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LES COULEURS DE L’ARC-EN-CIEL  SI BELLES DANS LE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colors of the rainbow so pretty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SONT AUSSI SUR LES VISAGES  DE CES GENS QUI PASSENT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Are also on the faces of people going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VOIS DES AMIS SE SERRER LA MAIN ET SE SALUANT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friends shaking hands saying how do you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MAIS JE T’AIME  C’EST CE QU’ILS SE DISENT VRAIMENT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They're really saying I love you.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J’ENTENDS DES BÉBÉS PLEURER  JE LES VOIS GRANDIR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hear babies crying, I watch them grow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APPRENDRONT BIEN PLUS QUE TOUT CE QUE JE 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They'll learn much more than I'll never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OUI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Yes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VOIS DES ARBRES VERTS  DES ROSES ROUGES AUSSI 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2-  JE LES VOIS ÉCLORE POUR TOI ET MOI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 3-  EN JE PENSE EN MOI-MÊME QUEL MONDE MERVEILLEUX </a:t>
            </a:r>
          </a:p>
          <a:p>
            <a:r>
              <a:rPr lang="fr-FR" smtClean="0"/>
              <a:t>And I think to myself what a wonderful world.</a:t>
            </a:r>
          </a:p>
          <a:p>
            <a:endParaRPr lang="fr-FR" smtClean="0"/>
          </a:p>
          <a:p>
            <a:r>
              <a:rPr lang="fr-FR" smtClean="0"/>
              <a:t>4-  JE VOIS LE BLEU DES CIEUX LE BLANC DES NUAGES </a:t>
            </a:r>
          </a:p>
          <a:p>
            <a:r>
              <a:rPr lang="fr-FR" smtClean="0"/>
              <a:t>I see skies of blue and clouds of white</a:t>
            </a:r>
          </a:p>
          <a:p>
            <a:r>
              <a:rPr lang="fr-FR" smtClean="0"/>
              <a:t>5-  LA CLARTÉ DU JOUR  LA DIVINE NUIT NOIRE </a:t>
            </a:r>
          </a:p>
          <a:p>
            <a:r>
              <a:rPr lang="fr-FR" smtClean="0"/>
              <a:t>The bright blessed day, the dark sacred night</a:t>
            </a:r>
          </a:p>
          <a:p>
            <a:r>
              <a:rPr lang="fr-FR" smtClean="0"/>
              <a:t>6-  EN JE PENSE EN MOI-MÊME QUEL MONDE MERVEILLEUX </a:t>
            </a:r>
          </a:p>
          <a:p>
            <a:r>
              <a:rPr lang="fr-FR" smtClean="0"/>
              <a:t>The bright blessed day, the dark sacred night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LES COULEURS DE L’ARC-EN-CIEL  SI BELLES DANS LE CIEL </a:t>
            </a:r>
          </a:p>
          <a:p>
            <a:r>
              <a:rPr lang="fr-FR" smtClean="0"/>
              <a:t>The colors of the rainbow so pretty in the sky</a:t>
            </a:r>
          </a:p>
          <a:p>
            <a:r>
              <a:rPr lang="fr-FR" smtClean="0"/>
              <a:t>8-  SONT AUSSI SUR LES VISAGES  DE CES GENS QUI PASSENT </a:t>
            </a:r>
          </a:p>
          <a:p>
            <a:r>
              <a:rPr lang="fr-FR" smtClean="0"/>
              <a:t>Are also on the faces of people going by</a:t>
            </a:r>
          </a:p>
          <a:p>
            <a:r>
              <a:rPr lang="fr-FR" smtClean="0"/>
              <a:t>9-  JE VOIS DES AMIS SE SERRER LA MAIN ET SE SALUANT </a:t>
            </a:r>
          </a:p>
          <a:p>
            <a:r>
              <a:rPr lang="fr-FR" smtClean="0"/>
              <a:t>I see friends shaking hands saying how do you do</a:t>
            </a:r>
          </a:p>
          <a:p>
            <a:r>
              <a:rPr lang="fr-FR" smtClean="0"/>
              <a:t>10-  MAIS JE T’AIME  C’EST CE QU’ILS SE DISENT VRAIMENT </a:t>
            </a:r>
          </a:p>
          <a:p>
            <a:r>
              <a:rPr lang="fr-FR" smtClean="0"/>
              <a:t>They're really saying I love you.</a:t>
            </a:r>
          </a:p>
          <a:p>
            <a:endParaRPr lang="fr-FR" smtClean="0"/>
          </a:p>
          <a:p>
            <a:r>
              <a:rPr lang="fr-FR" smtClean="0"/>
              <a:t>11-  J’ENTENDS DES BÉBÉS PLEURER  JE LES VOIS GRANDIR </a:t>
            </a:r>
          </a:p>
          <a:p>
            <a:r>
              <a:rPr lang="fr-FR" smtClean="0"/>
              <a:t>I hear babies crying, I watch them grow</a:t>
            </a:r>
          </a:p>
          <a:p>
            <a:r>
              <a:rPr lang="fr-FR" smtClean="0"/>
              <a:t>12-  ILS APPRENDRONT BIEN PLUS QUE TOUT CE QUE JE SAIS </a:t>
            </a:r>
          </a:p>
          <a:p>
            <a:r>
              <a:rPr lang="fr-FR" smtClean="0"/>
              <a:t>They'll learn much more than I'll never know</a:t>
            </a:r>
          </a:p>
          <a:p>
            <a:r>
              <a:rPr lang="fr-FR" smtClean="0"/>
              <a:t>13-  ET JE PENSE EN MOI-MÊME QUEL MONDE MERVEILLEUX </a:t>
            </a:r>
          </a:p>
          <a:p>
            <a:r>
              <a:rPr lang="fr-FR" smtClean="0"/>
              <a:t>And I think to myself what a wonderful world</a:t>
            </a:r>
          </a:p>
          <a:p>
            <a:r>
              <a:rPr lang="fr-FR" smtClean="0"/>
              <a:t>14-  OUI JE PENSE EN MOI-MÊME QUEL MONDE MERVEILLEUX </a:t>
            </a:r>
          </a:p>
          <a:p>
            <a:r>
              <a:rPr lang="fr-FR" smtClean="0"/>
              <a:t>Yes I think to myself what a wonderful world.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VOIS DES ARBRES VERTS  DES ROSES ROUGES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LES VOIS ÉCLORE POUR TOI ET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trees of green, red roses too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VOIS LE BLEU DES CIEUX LE BLANC DES NUAGES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skies of blue and clouds of white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LA CLARTÉ DU JOUR  LA DIVINE NUIT NOIRE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EN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bright blessed day, the dark sacred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LES COULEURS DE L’ARC-EN-CIEL  SI BELLES DANS LE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colors of the rainbow so pretty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SONT AUSSI SUR LES VISAGES  DE CES GENS QUI PASSENT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Are also on the faces of people going by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VOIS DES AMIS SE SERRER LA MAIN ET SE SALUANT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see friends shaking hands saying how do you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MAIS JE T’AIME  C’EST CE QU’ILS SE DISENT VRAIMENT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They're really saying I love you.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J’ENTENDS DES BÉBÉS PLEURER  JE LES VOIS GRANDIR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hear babies crying, I watch them grow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APPRENDRONT BIEN PLUS QUE TOUT CE QUE JE 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They'll learn much more than I'll never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think to myself what a wonderful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OUI JE PENSE EN MOI-MÊME QUEL MONDE MERVEILLEUX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Yes I think to myself what a wonderful world.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VOIS DES ARBRES VERTS  DES ROSES ROUGES AUSSI 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2-  JE LES VOIS ÉCLORE POUR TOI ET MOI</a:t>
            </a:r>
          </a:p>
          <a:p>
            <a:r>
              <a:rPr lang="fr-FR" smtClean="0"/>
              <a:t>I see trees of green, red roses too</a:t>
            </a:r>
          </a:p>
          <a:p>
            <a:r>
              <a:rPr lang="fr-FR" smtClean="0"/>
              <a:t> 3-  EN JE PENSE EN MOI-MÊME QUEL MONDE MERVEILLEUX </a:t>
            </a:r>
          </a:p>
          <a:p>
            <a:r>
              <a:rPr lang="fr-FR" smtClean="0"/>
              <a:t>And I think to myself what a wonderful world.</a:t>
            </a:r>
          </a:p>
          <a:p>
            <a:endParaRPr lang="fr-FR" smtClean="0"/>
          </a:p>
          <a:p>
            <a:r>
              <a:rPr lang="fr-FR" smtClean="0"/>
              <a:t>4-  JE VOIS LE BLEU DES CIEUX LE BLANC DES NUAGES </a:t>
            </a:r>
          </a:p>
          <a:p>
            <a:r>
              <a:rPr lang="fr-FR" smtClean="0"/>
              <a:t>I see skies of blue and clouds of white</a:t>
            </a:r>
          </a:p>
          <a:p>
            <a:r>
              <a:rPr lang="fr-FR" smtClean="0"/>
              <a:t>5-  LA CLARTÉ DU JOUR  LA DIVINE NUIT NOIRE </a:t>
            </a:r>
          </a:p>
          <a:p>
            <a:r>
              <a:rPr lang="fr-FR" smtClean="0"/>
              <a:t>The bright blessed day, the dark sacred night</a:t>
            </a:r>
          </a:p>
          <a:p>
            <a:r>
              <a:rPr lang="fr-FR" smtClean="0"/>
              <a:t>6-  EN JE PENSE EN MOI-MÊME QUEL MONDE MERVEILLEUX </a:t>
            </a:r>
          </a:p>
          <a:p>
            <a:r>
              <a:rPr lang="fr-FR" smtClean="0"/>
              <a:t>The bright blessed day, the dark sacred night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LES COULEURS DE L’ARC-EN-CIEL  SI BELLES DANS LE CIEL </a:t>
            </a:r>
          </a:p>
          <a:p>
            <a:r>
              <a:rPr lang="fr-FR" smtClean="0"/>
              <a:t>The colors of the rainbow so pretty in the sky</a:t>
            </a:r>
          </a:p>
          <a:p>
            <a:r>
              <a:rPr lang="fr-FR" smtClean="0"/>
              <a:t>8-  SONT AUSSI SUR LES VISAGES  DE CES GENS QUI PASSENT </a:t>
            </a:r>
          </a:p>
          <a:p>
            <a:r>
              <a:rPr lang="fr-FR" smtClean="0"/>
              <a:t>Are also on the faces of people going by</a:t>
            </a:r>
          </a:p>
          <a:p>
            <a:r>
              <a:rPr lang="fr-FR" smtClean="0"/>
              <a:t>9-  JE VOIS DES AMIS SE SERRER LA MAIN ET SE SALUANT </a:t>
            </a:r>
          </a:p>
          <a:p>
            <a:r>
              <a:rPr lang="fr-FR" smtClean="0"/>
              <a:t>I see friends shaking hands saying how do you do</a:t>
            </a:r>
          </a:p>
          <a:p>
            <a:r>
              <a:rPr lang="fr-FR" smtClean="0"/>
              <a:t>10-  MAIS JE T’AIME  C’EST CE QU’ILS SE DISENT VRAIMENT </a:t>
            </a:r>
          </a:p>
          <a:p>
            <a:r>
              <a:rPr lang="fr-FR" smtClean="0"/>
              <a:t>They're really saying I love you.</a:t>
            </a:r>
          </a:p>
          <a:p>
            <a:endParaRPr lang="fr-FR" smtClean="0"/>
          </a:p>
          <a:p>
            <a:r>
              <a:rPr lang="fr-FR" smtClean="0"/>
              <a:t>11-  J’ENTENDS DES BÉBÉS PLEURER  JE LES VOIS GRANDIR </a:t>
            </a:r>
          </a:p>
          <a:p>
            <a:r>
              <a:rPr lang="fr-FR" smtClean="0"/>
              <a:t>I hear babies crying, I watch them grow</a:t>
            </a:r>
          </a:p>
          <a:p>
            <a:r>
              <a:rPr lang="fr-FR" smtClean="0"/>
              <a:t>12-  ILS APPRENDRONT BIEN PLUS QUE TOUT CE QUE JE SAIS </a:t>
            </a:r>
          </a:p>
          <a:p>
            <a:r>
              <a:rPr lang="fr-FR" smtClean="0"/>
              <a:t>They'll learn much more than I'll never know</a:t>
            </a:r>
          </a:p>
          <a:p>
            <a:r>
              <a:rPr lang="fr-FR" smtClean="0"/>
              <a:t>13-  ET JE PENSE EN MOI-MÊME QUEL MONDE MERVEILLEUX </a:t>
            </a:r>
          </a:p>
          <a:p>
            <a:r>
              <a:rPr lang="fr-FR" smtClean="0"/>
              <a:t>And I think to myself what a wonderful world</a:t>
            </a:r>
          </a:p>
          <a:p>
            <a:r>
              <a:rPr lang="fr-FR" smtClean="0"/>
              <a:t>14-  OUI JE PENSE EN MOI-MÊME QUEL MONDE MERVEILLEUX </a:t>
            </a:r>
          </a:p>
          <a:p>
            <a:r>
              <a:rPr lang="fr-FR" smtClean="0"/>
              <a:t>Yes I think to myself what a wonderful world.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0C35B-A915-4F04-BAC0-87159CDD32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8D4CB3-F96F-46A2-B36B-43BA65D76A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30380-E6D1-41D8-B27C-28E9FF7A2D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634871-19E8-424D-9524-6AB4F4D0C3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2B0507-0908-4809-9CF9-ADE672C42F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43E012-472A-4713-8F19-C45E41D02D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9019EE-D1CB-40C6-94EA-FAF4FC8509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679A1B-12AD-47E9-BB8A-DD1DB2C2ED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F59DF3-F5B6-42DA-80A4-81FC06BAB6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90FDAB-4ED6-4A09-AD9A-4042F7C6C9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A90CDA-8D9F-440D-84D0-40FCCE1BD9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3936BAA-4613-4E86-AB7D-DC4220E702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VOIS DES ARBRES VERTS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ROSES ROUGES AUSSI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LES VOIS ÉCLORE POUR TOI ET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JE PENSE EN MOI-MÊME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 MONDE MERVEILLEUX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VOIS LE BLEU DES CIEUX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BLANC DES NUAGES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CLARTÉ DU JOUR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DIVINE NUIT NOIRE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JE PENSE EN MOI-MÊME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 MONDE MERVEILLEUX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COULEURS DE L’ARC-EN-CIEL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BELLES DANS LE CIEL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SONT AUSSI SUR LES VISAGES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CES GENS QUI PASSENT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VOIS DES AMIS SE SERRER LA MAIN ET SE SALUANT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JE T’AIME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CE QU’ILS SE DISENT VRAIMENT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J’ENTENDS DES BÉBÉS PLEURER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JE LES VOIS GRANDIR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APPRENDRONT BIEN PLUS QUE TOUT CE QUE JE SAIS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PENSE EN MOI-MÊME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 MONDE MERVEILLEUX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JE PENSE EN MOI-MÊME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 MONDE MERVEILLEUX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1500</TotalTime>
  <Words>7573</Words>
  <Application>Microsoft Office PowerPoint</Application>
  <PresentationFormat>On-screen Show (4:3)</PresentationFormat>
  <Paragraphs>921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154</cp:revision>
  <dcterms:created xsi:type="dcterms:W3CDTF">2002-08-17T10:50:50Z</dcterms:created>
  <dcterms:modified xsi:type="dcterms:W3CDTF">2017-06-11T10:45:12Z</dcterms:modified>
</cp:coreProperties>
</file>