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4" r:id="rId9"/>
    <p:sldId id="313" r:id="rId10"/>
    <p:sldId id="315" r:id="rId11"/>
    <p:sldId id="316" r:id="rId12"/>
    <p:sldId id="317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69300" autoAdjust="0"/>
  </p:normalViewPr>
  <p:slideViewPr>
    <p:cSldViewPr>
      <p:cViewPr>
        <p:scale>
          <a:sx n="40" d="100"/>
          <a:sy n="40" d="100"/>
        </p:scale>
        <p:origin x="-72" y="-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532E211-09C7-4F07-9792-649A675C553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43FD6D7-9927-4DC6-BA47-4F9F93016CB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TU ES MA FORCE QUAND JE SUIS FAIBLE TU ES LE TRÉSOR QUE JE CHERCHE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JE TE CHERCHE COMME UN JOYAU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SEIGNEUR, SI J’ARRÊTAIS JE SERAIS UN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TU AS PRIS MON PÉCHÉ MA CROIX, MA HONTE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JE RESSUSCITE ET JE LOUE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TU ES MON TOUT EN TOUT LORSQUE JE TOMBE TU ME RELÈVES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LORSQUE JE SUIS SEC TU ME REMPLIS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MA FORCE QUAND JE SUIS FAIBLE TU ES LE TRÉSOR QUE JE CHERCHE</a:t>
            </a:r>
          </a:p>
          <a:p>
            <a:r>
              <a:rPr lang="fr-FR" smtClean="0"/>
              <a:t>2-  TU ES MON TOUT EN TOUT</a:t>
            </a:r>
          </a:p>
          <a:p>
            <a:r>
              <a:rPr lang="fr-FR" smtClean="0"/>
              <a:t>3-  JE TE CHERCHE COMME UN JOYAU PRÉCIEUX</a:t>
            </a:r>
          </a:p>
          <a:p>
            <a:r>
              <a:rPr lang="fr-FR" smtClean="0"/>
              <a:t>4-  SEIGNEUR, SI J’ARRÊTAIS JE SERAIS UN FOU</a:t>
            </a:r>
          </a:p>
          <a:p>
            <a:r>
              <a:rPr lang="fr-FR" smtClean="0"/>
              <a:t>5-  TU ES MON TOUT EN TOUT</a:t>
            </a:r>
          </a:p>
          <a:p>
            <a:r>
              <a:rPr lang="fr-FR" smtClean="0"/>
              <a:t>6-  JÉSUS, AGNEAU DE DIEU QUE TON NOM EST DIGNE</a:t>
            </a:r>
          </a:p>
          <a:p>
            <a:r>
              <a:rPr lang="fr-FR" smtClean="0"/>
              <a:t>7-  JÉSUS, AGNEAU DE DIEU QUE TON NOM EST DIGNE</a:t>
            </a:r>
          </a:p>
          <a:p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JE RESSUSCITE ET JE LOUE TON NOM</a:t>
            </a:r>
          </a:p>
          <a:p>
            <a:r>
              <a:rPr lang="fr-FR" smtClean="0"/>
              <a:t>10-  TU ES MON TOUT EN TOUT LORSQUE JE TOMBE TU ME RELÈVES</a:t>
            </a:r>
          </a:p>
          <a:p>
            <a:r>
              <a:rPr lang="fr-FR" smtClean="0"/>
              <a:t>11-  LORSQUE JE SUIS SEC TU ME REMPLIS TU ES MON TOUT EN TOUT</a:t>
            </a:r>
          </a:p>
          <a:p>
            <a:r>
              <a:rPr lang="fr-FR" smtClean="0"/>
              <a:t>12-  JÉSUS, AGNEAU DE DIEU QUE TON NOM EST DIGNE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MA FORCE QUAND JE SUIS FAIBLE TU ES LE TRÉSOR QUE JE CHERCHE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TE CHERCHE COMME UN JOYAU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SI J’ARRÊTAIS JE SERAIS UN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RESSUSCITE ET JE LOUE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MON TOUT EN TOUT LORSQUE JE TOMBE TU ME RELÈVES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LORSQUE JE SUIS SEC TU ME REMPLIS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MA FORCE QUAND JE SUIS FAIBLE TU ES LE TRÉSOR QUE JE CHERCHE</a:t>
            </a:r>
          </a:p>
          <a:p>
            <a:r>
              <a:rPr lang="fr-FR" smtClean="0"/>
              <a:t>2-  TU ES MON TOUT EN TOUT</a:t>
            </a:r>
          </a:p>
          <a:p>
            <a:r>
              <a:rPr lang="fr-FR" smtClean="0"/>
              <a:t>3-  JE TE CHERCHE COMME UN JOYAU PRÉCIEUX</a:t>
            </a:r>
          </a:p>
          <a:p>
            <a:r>
              <a:rPr lang="fr-FR" smtClean="0"/>
              <a:t>4-  SEIGNEUR, SI J’ARRÊTAIS JE SERAIS UN FOU</a:t>
            </a:r>
          </a:p>
          <a:p>
            <a:r>
              <a:rPr lang="fr-FR" smtClean="0"/>
              <a:t>5-  TU ES MON TOUT EN TOUT</a:t>
            </a:r>
          </a:p>
          <a:p>
            <a:r>
              <a:rPr lang="fr-FR" smtClean="0"/>
              <a:t>6-  JÉSUS, AGNEAU DE DIEU QUE TON NOM EST DIGNE</a:t>
            </a:r>
          </a:p>
          <a:p>
            <a:r>
              <a:rPr lang="fr-FR" smtClean="0"/>
              <a:t>7-  JÉSUS, AGNEAU DE DIEU QUE TON NOM EST DIGNE</a:t>
            </a:r>
          </a:p>
          <a:p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JE RESSUSCITE ET JE LOUE TON NOM</a:t>
            </a:r>
          </a:p>
          <a:p>
            <a:r>
              <a:rPr lang="fr-FR" smtClean="0"/>
              <a:t>10-  TU ES MON TOUT EN TOUT LORSQUE JE TOMBE TU ME RELÈVES</a:t>
            </a:r>
          </a:p>
          <a:p>
            <a:r>
              <a:rPr lang="fr-FR" smtClean="0"/>
              <a:t>11-  LORSQUE JE SUIS SEC TU ME REMPLIS TU ES MON TOUT EN TOUT</a:t>
            </a:r>
          </a:p>
          <a:p>
            <a:r>
              <a:rPr lang="fr-FR" smtClean="0"/>
              <a:t>12-  JÉSUS, AGNEAU DE DIEU QUE TON NOM EST DIGNE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MA FORCE QUAND JE SUIS FAIBLE TU ES LE TRÉSOR QUE JE CHERCHE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TE CHERCHE COMME UN JOYAU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SI J’ARRÊTAIS JE SERAIS UN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RESSUSCITE ET JE LOUE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MON TOUT EN TOUT LORSQUE JE TOMBE TU ME RELÈVES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LORSQUE JE SUIS SEC TU ME REMPLIS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MA FORCE QUAND JE SUIS FAIBLE TU ES LE TRÉSOR QUE JE CHERCHE</a:t>
            </a:r>
          </a:p>
          <a:p>
            <a:r>
              <a:rPr lang="fr-FR" smtClean="0"/>
              <a:t>2-  TU ES MON TOUT EN TOUT</a:t>
            </a:r>
          </a:p>
          <a:p>
            <a:r>
              <a:rPr lang="fr-FR" smtClean="0"/>
              <a:t>3-  JE TE CHERCHE COMME UN JOYAU PRÉCIEUX</a:t>
            </a:r>
          </a:p>
          <a:p>
            <a:r>
              <a:rPr lang="fr-FR" smtClean="0"/>
              <a:t>4-  SEIGNEUR, SI J’ARRÊTAIS JE SERAIS UN FOU</a:t>
            </a:r>
          </a:p>
          <a:p>
            <a:r>
              <a:rPr lang="fr-FR" smtClean="0"/>
              <a:t>5-  TU ES MON TOUT EN TOUT</a:t>
            </a:r>
          </a:p>
          <a:p>
            <a:r>
              <a:rPr lang="fr-FR" smtClean="0"/>
              <a:t>6-  JÉSUS, AGNEAU DE DIEU QUE TON NOM EST DIGNE</a:t>
            </a:r>
          </a:p>
          <a:p>
            <a:r>
              <a:rPr lang="fr-FR" smtClean="0"/>
              <a:t>7-  JÉSUS, AGNEAU DE DIEU QUE TON NOM EST DIGNE</a:t>
            </a:r>
          </a:p>
          <a:p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JE RESSUSCITE ET JE LOUE TON NOM</a:t>
            </a:r>
          </a:p>
          <a:p>
            <a:r>
              <a:rPr lang="fr-FR" smtClean="0"/>
              <a:t>10-  TU ES MON TOUT EN TOUT LORSQUE JE TOMBE TU ME RELÈVES</a:t>
            </a:r>
          </a:p>
          <a:p>
            <a:r>
              <a:rPr lang="fr-FR" smtClean="0"/>
              <a:t>11-  LORSQUE JE SUIS SEC TU ME REMPLIS TU ES MON TOUT EN TOUT</a:t>
            </a:r>
          </a:p>
          <a:p>
            <a:r>
              <a:rPr lang="fr-FR" smtClean="0"/>
              <a:t>12-  JÉSUS, AGNEAU DE DIEU QUE TON NOM EST DIGNE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MA FORCE QUAND JE SUIS FAIBLE TU ES LE TRÉSOR QUE JE CHERCHE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TE CHERCHE COMME UN JOYAU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SI J’ARRÊTAIS JE SERAIS UN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RESSUSCITE ET JE LOUE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MON TOUT EN TOUT LORSQUE JE TOMBE TU ME RELÈVES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LORSQUE JE SUIS SEC TU ME REMPLIS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MA FORCE QUAND JE SUIS FAIBLE TU ES LE TRÉSOR QUE JE CHERCHE</a:t>
            </a:r>
          </a:p>
          <a:p>
            <a:r>
              <a:rPr lang="fr-FR" smtClean="0"/>
              <a:t>2-  TU ES MON TOUT EN TOUT</a:t>
            </a:r>
          </a:p>
          <a:p>
            <a:r>
              <a:rPr lang="fr-FR" smtClean="0"/>
              <a:t>3-  JE TE CHERCHE COMME UN JOYAU PRÉCIEUX</a:t>
            </a:r>
          </a:p>
          <a:p>
            <a:r>
              <a:rPr lang="fr-FR" smtClean="0"/>
              <a:t>4-  SEIGNEUR, SI J’ARRÊTAIS JE SERAIS UN FOU</a:t>
            </a:r>
          </a:p>
          <a:p>
            <a:r>
              <a:rPr lang="fr-FR" smtClean="0"/>
              <a:t>5-  TU ES MON TOUT EN TOUT</a:t>
            </a:r>
          </a:p>
          <a:p>
            <a:r>
              <a:rPr lang="fr-FR" smtClean="0"/>
              <a:t>6-  JÉSUS, AGNEAU DE DIEU QUE TON NOM EST DIGNE</a:t>
            </a:r>
          </a:p>
          <a:p>
            <a:r>
              <a:rPr lang="fr-FR" smtClean="0"/>
              <a:t>7-  JÉSUS, AGNEAU DE DIEU QUE TON NOM EST DIGNE</a:t>
            </a:r>
          </a:p>
          <a:p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JE RESSUSCITE ET JE LOUE TON NOM</a:t>
            </a:r>
          </a:p>
          <a:p>
            <a:r>
              <a:rPr lang="fr-FR" smtClean="0"/>
              <a:t>10-  TU ES MON TOUT EN TOUT LORSQUE JE TOMBE TU ME RELÈVES</a:t>
            </a:r>
          </a:p>
          <a:p>
            <a:r>
              <a:rPr lang="fr-FR" smtClean="0"/>
              <a:t>11-  LORSQUE JE SUIS SEC TU ME REMPLIS TU ES MON TOUT EN TOUT</a:t>
            </a:r>
          </a:p>
          <a:p>
            <a:r>
              <a:rPr lang="fr-FR" smtClean="0"/>
              <a:t>12-  JÉSUS, AGNEAU DE DIEU QUE TON NOM EST DIGNE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MA FORCE QUAND JE SUIS FAIBLE TU ES LE TRÉSOR QUE JE CHERCHE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TE CHERCHE COMME UN JOYAU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SI J’ARRÊTAIS JE SERAIS UN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RESSUSCITE ET JE LOUE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MON TOUT EN TOUT LORSQUE JE TOMBE TU ME RELÈVES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LORSQUE JE SUIS SEC TU ME REMPLIS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MA FORCE QUAND JE SUIS FAIBLE TU ES LE TRÉSOR QUE JE CHERCHE</a:t>
            </a:r>
          </a:p>
          <a:p>
            <a:r>
              <a:rPr lang="fr-FR" smtClean="0"/>
              <a:t>2-  TU ES MON TOUT EN TOUT</a:t>
            </a:r>
          </a:p>
          <a:p>
            <a:r>
              <a:rPr lang="fr-FR" smtClean="0"/>
              <a:t>3-  JE TE CHERCHE COMME UN JOYAU PRÉCIEUX</a:t>
            </a:r>
          </a:p>
          <a:p>
            <a:r>
              <a:rPr lang="fr-FR" smtClean="0"/>
              <a:t>4-  SEIGNEUR, SI J’ARRÊTAIS JE SERAIS UN FOU</a:t>
            </a:r>
          </a:p>
          <a:p>
            <a:r>
              <a:rPr lang="fr-FR" smtClean="0"/>
              <a:t>5-  TU ES MON TOUT EN TOUT</a:t>
            </a:r>
          </a:p>
          <a:p>
            <a:r>
              <a:rPr lang="fr-FR" smtClean="0"/>
              <a:t>6-  JÉSUS, AGNEAU DE DIEU QUE TON NOM EST DIGNE</a:t>
            </a:r>
          </a:p>
          <a:p>
            <a:r>
              <a:rPr lang="fr-FR" smtClean="0"/>
              <a:t>7-  JÉSUS, AGNEAU DE DIEU QUE TON NOM EST DIGNE</a:t>
            </a:r>
          </a:p>
          <a:p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JE RESSUSCITE ET JE LOUE TON NOM</a:t>
            </a:r>
          </a:p>
          <a:p>
            <a:r>
              <a:rPr lang="fr-FR" smtClean="0"/>
              <a:t>10-  TU ES MON TOUT EN TOUT LORSQUE JE TOMBE TU ME RELÈVES</a:t>
            </a:r>
          </a:p>
          <a:p>
            <a:r>
              <a:rPr lang="fr-FR" smtClean="0"/>
              <a:t>11-  LORSQUE JE SUIS SEC TU ME REMPLIS TU ES MON TOUT EN TOUT</a:t>
            </a:r>
          </a:p>
          <a:p>
            <a:r>
              <a:rPr lang="fr-FR" smtClean="0"/>
              <a:t>12-  JÉSUS, AGNEAU DE DIEU QUE TON NOM EST DIGNE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MA FORCE QUAND JE SUIS FAIBLE TU ES LE TRÉSOR QUE JE CHERCHE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TE CHERCHE COMME UN JOYAU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SI J’ARRÊTAIS JE SERAIS UN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RESSUSCITE ET JE LOUE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MON TOUT EN TOUT LORSQUE JE TOMBE TU ME RELÈVES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LORSQUE JE SUIS SEC TU ME REMPLIS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MA FORCE QUAND JE SUIS FAIBLE TU ES LE TRÉSOR QUE JE CHERCHE</a:t>
            </a:r>
          </a:p>
          <a:p>
            <a:r>
              <a:rPr lang="fr-FR" smtClean="0"/>
              <a:t>2-  TU ES MON TOUT EN TOUT</a:t>
            </a:r>
          </a:p>
          <a:p>
            <a:r>
              <a:rPr lang="fr-FR" smtClean="0"/>
              <a:t>3-  JE TE CHERCHE COMME UN JOYAU PRÉCIEUX</a:t>
            </a:r>
          </a:p>
          <a:p>
            <a:r>
              <a:rPr lang="fr-FR" smtClean="0"/>
              <a:t>4-  SEIGNEUR, SI J’ARRÊTAIS JE SERAIS UN FOU</a:t>
            </a:r>
          </a:p>
          <a:p>
            <a:r>
              <a:rPr lang="fr-FR" smtClean="0"/>
              <a:t>5-  TU ES MON TOUT EN TOUT</a:t>
            </a:r>
          </a:p>
          <a:p>
            <a:r>
              <a:rPr lang="fr-FR" smtClean="0"/>
              <a:t>6-  JÉSUS, AGNEAU DE DIEU QUE TON NOM EST DIGNE</a:t>
            </a:r>
          </a:p>
          <a:p>
            <a:r>
              <a:rPr lang="fr-FR" smtClean="0"/>
              <a:t>7-  JÉSUS, AGNEAU DE DIEU QUE TON NOM EST DIGNE</a:t>
            </a:r>
          </a:p>
          <a:p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JE RESSUSCITE ET JE LOUE TON NOM</a:t>
            </a:r>
          </a:p>
          <a:p>
            <a:r>
              <a:rPr lang="fr-FR" smtClean="0"/>
              <a:t>10-  TU ES MON TOUT EN TOUT LORSQUE JE TOMBE TU ME RELÈVES</a:t>
            </a:r>
          </a:p>
          <a:p>
            <a:r>
              <a:rPr lang="fr-FR" smtClean="0"/>
              <a:t>11-  LORSQUE JE SUIS SEC TU ME REMPLIS TU ES MON TOUT EN TOUT</a:t>
            </a:r>
          </a:p>
          <a:p>
            <a:r>
              <a:rPr lang="fr-FR" smtClean="0"/>
              <a:t>12-  JÉSUS, AGNEAU DE DIEU QUE TON NOM EST DIGNE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MA FORCE QUAND JE SUIS FAIBLE TU ES LE TRÉSOR QUE JE CHERCHE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TE CHERCHE COMME UN JOYAU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SI J’ARRÊTAIS JE SERAIS UN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RESSUSCITE ET JE LOUE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MON TOUT EN TOUT LORSQUE JE TOMBE TU ME RELÈVES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LORSQUE JE SUIS SEC TU ME REMPLIS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MA FORCE QUAND JE SUIS FAIBLE TU ES LE TRÉSOR QUE JE CHERCHE</a:t>
            </a:r>
          </a:p>
          <a:p>
            <a:r>
              <a:rPr lang="fr-FR" smtClean="0"/>
              <a:t>2-  TU ES MON TOUT EN TOUT</a:t>
            </a:r>
          </a:p>
          <a:p>
            <a:r>
              <a:rPr lang="fr-FR" smtClean="0"/>
              <a:t>3-  JE TE CHERCHE COMME UN JOYAU PRÉCIEUX</a:t>
            </a:r>
          </a:p>
          <a:p>
            <a:r>
              <a:rPr lang="fr-FR" smtClean="0"/>
              <a:t>4-  SEIGNEUR, SI J’ARRÊTAIS JE SERAIS UN FOU</a:t>
            </a:r>
          </a:p>
          <a:p>
            <a:r>
              <a:rPr lang="fr-FR" smtClean="0"/>
              <a:t>5-  TU ES MON TOUT EN TOUT</a:t>
            </a:r>
          </a:p>
          <a:p>
            <a:r>
              <a:rPr lang="fr-FR" smtClean="0"/>
              <a:t>6-  JÉSUS, AGNEAU DE DIEU QUE TON NOM EST DIGNE</a:t>
            </a:r>
          </a:p>
          <a:p>
            <a:r>
              <a:rPr lang="fr-FR" smtClean="0"/>
              <a:t>7-  JÉSUS, AGNEAU DE DIEU QUE TON NOM EST DIGNE</a:t>
            </a:r>
          </a:p>
          <a:p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JE RESSUSCITE ET JE LOUE TON NOM</a:t>
            </a:r>
          </a:p>
          <a:p>
            <a:r>
              <a:rPr lang="fr-FR" smtClean="0"/>
              <a:t>10-  TU ES MON TOUT EN TOUT LORSQUE JE TOMBE TU ME RELÈVES</a:t>
            </a:r>
          </a:p>
          <a:p>
            <a:r>
              <a:rPr lang="fr-FR" smtClean="0"/>
              <a:t>11-  LORSQUE JE SUIS SEC TU ME REMPLIS TU ES MON TOUT EN TOUT</a:t>
            </a:r>
          </a:p>
          <a:p>
            <a:r>
              <a:rPr lang="fr-FR" smtClean="0"/>
              <a:t>12-  JÉSUS, AGNEAU DE DIEU QUE TON NOM EST DIGNE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MA FORCE QUAND JE SUIS FAIBLE TU ES LE TRÉSOR QUE JE CHERCHE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TE CHERCHE COMME UN JOYAU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SI J’ARRÊTAIS JE SERAIS UN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RESSUSCITE ET JE LOUE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MON TOUT EN TOUT LORSQUE JE TOMBE TU ME RELÈVES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LORSQUE JE SUIS SEC TU ME REMPLIS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MA FORCE QUAND JE SUIS FAIBLE TU ES LE TRÉSOR QUE JE CHERCHE</a:t>
            </a:r>
          </a:p>
          <a:p>
            <a:r>
              <a:rPr lang="fr-FR" smtClean="0"/>
              <a:t>2-  TU ES MON TOUT EN TOUT</a:t>
            </a:r>
          </a:p>
          <a:p>
            <a:r>
              <a:rPr lang="fr-FR" smtClean="0"/>
              <a:t>3-  JE TE CHERCHE COMME UN JOYAU PRÉCIEUX</a:t>
            </a:r>
          </a:p>
          <a:p>
            <a:r>
              <a:rPr lang="fr-FR" smtClean="0"/>
              <a:t>4-  SEIGNEUR, SI J’ARRÊTAIS JE SERAIS UN FOU</a:t>
            </a:r>
          </a:p>
          <a:p>
            <a:r>
              <a:rPr lang="fr-FR" smtClean="0"/>
              <a:t>5-  TU ES MON TOUT EN TOUT</a:t>
            </a:r>
          </a:p>
          <a:p>
            <a:r>
              <a:rPr lang="fr-FR" smtClean="0"/>
              <a:t>6-  JÉSUS, AGNEAU DE DIEU QUE TON NOM EST DIGNE</a:t>
            </a:r>
          </a:p>
          <a:p>
            <a:r>
              <a:rPr lang="fr-FR" smtClean="0"/>
              <a:t>7-  JÉSUS, AGNEAU DE DIEU QUE TON NOM EST DIGNE</a:t>
            </a:r>
          </a:p>
          <a:p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JE RESSUSCITE ET JE LOUE TON NOM</a:t>
            </a:r>
          </a:p>
          <a:p>
            <a:r>
              <a:rPr lang="fr-FR" smtClean="0"/>
              <a:t>10-  TU ES MON TOUT EN TOUT LORSQUE JE TOMBE TU ME RELÈVES</a:t>
            </a:r>
          </a:p>
          <a:p>
            <a:r>
              <a:rPr lang="fr-FR" smtClean="0"/>
              <a:t>11-  LORSQUE JE SUIS SEC TU ME REMPLIS TU ES MON TOUT EN TOUT</a:t>
            </a:r>
          </a:p>
          <a:p>
            <a:r>
              <a:rPr lang="fr-FR" smtClean="0"/>
              <a:t>12-  JÉSUS, AGNEAU DE DIEU QUE TON NOM EST DIGNE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MA FORCE QUAND JE SUIS FAIBLE TU ES LE TRÉSOR QUE JE CHERCHE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TE CHERCHE COMME UN JOYAU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SI J’ARRÊTAIS JE SERAIS UN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RESSUSCITE ET JE LOUE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MON TOUT EN TOUT LORSQUE JE TOMBE TU ME RELÈVES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LORSQUE JE SUIS SEC TU ME REMPLIS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MA FORCE QUAND JE SUIS FAIBLE TU ES LE TRÉSOR QUE JE CHERCHE</a:t>
            </a:r>
          </a:p>
          <a:p>
            <a:r>
              <a:rPr lang="fr-FR" smtClean="0"/>
              <a:t>2-  TU ES MON TOUT EN TOUT</a:t>
            </a:r>
          </a:p>
          <a:p>
            <a:r>
              <a:rPr lang="fr-FR" smtClean="0"/>
              <a:t>3-  JE TE CHERCHE COMME UN JOYAU PRÉCIEUX</a:t>
            </a:r>
          </a:p>
          <a:p>
            <a:r>
              <a:rPr lang="fr-FR" smtClean="0"/>
              <a:t>4-  SEIGNEUR, SI J’ARRÊTAIS JE SERAIS UN FOU</a:t>
            </a:r>
          </a:p>
          <a:p>
            <a:r>
              <a:rPr lang="fr-FR" smtClean="0"/>
              <a:t>5-  TU ES MON TOUT EN TOUT</a:t>
            </a:r>
          </a:p>
          <a:p>
            <a:r>
              <a:rPr lang="fr-FR" smtClean="0"/>
              <a:t>6-  JÉSUS, AGNEAU DE DIEU QUE TON NOM EST DIGNE</a:t>
            </a:r>
          </a:p>
          <a:p>
            <a:r>
              <a:rPr lang="fr-FR" smtClean="0"/>
              <a:t>7-  JÉSUS, AGNEAU DE DIEU QUE TON NOM EST DIGNE</a:t>
            </a:r>
          </a:p>
          <a:p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JE RESSUSCITE ET JE LOUE TON NOM</a:t>
            </a:r>
          </a:p>
          <a:p>
            <a:r>
              <a:rPr lang="fr-FR" smtClean="0"/>
              <a:t>10-  TU ES MON TOUT EN TOUT LORSQUE JE TOMBE TU ME RELÈVES</a:t>
            </a:r>
          </a:p>
          <a:p>
            <a:r>
              <a:rPr lang="fr-FR" smtClean="0"/>
              <a:t>11-  LORSQUE JE SUIS SEC TU ME REMPLIS TU ES MON TOUT EN TOUT</a:t>
            </a:r>
          </a:p>
          <a:p>
            <a:r>
              <a:rPr lang="fr-FR" smtClean="0"/>
              <a:t>12-  JÉSUS, AGNEAU DE DIEU QUE TON NOM EST DIGNE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MA FORCE QUAND JE SUIS FAIBLE TU ES LE TRÉSOR QUE JE CHERCHE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TE CHERCHE COMME UN JOYAU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SI J’ARRÊTAIS JE SERAIS UN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RESSUSCITE ET JE LOUE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MON TOUT EN TOUT LORSQUE JE TOMBE TU ME RELÈVES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LORSQUE JE SUIS SEC TU ME REMPLIS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MA FORCE QUAND JE SUIS FAIBLE TU ES LE TRÉSOR QUE JE CHERCHE</a:t>
            </a:r>
          </a:p>
          <a:p>
            <a:r>
              <a:rPr lang="fr-FR" smtClean="0"/>
              <a:t>2-  TU ES MON TOUT EN TOUT</a:t>
            </a:r>
          </a:p>
          <a:p>
            <a:r>
              <a:rPr lang="fr-FR" smtClean="0"/>
              <a:t>3-  JE TE CHERCHE COMME UN JOYAU PRÉCIEUX</a:t>
            </a:r>
          </a:p>
          <a:p>
            <a:r>
              <a:rPr lang="fr-FR" smtClean="0"/>
              <a:t>4-  SEIGNEUR, SI J’ARRÊTAIS JE SERAIS UN FOU</a:t>
            </a:r>
          </a:p>
          <a:p>
            <a:r>
              <a:rPr lang="fr-FR" smtClean="0"/>
              <a:t>5-  TU ES MON TOUT EN TOUT</a:t>
            </a:r>
          </a:p>
          <a:p>
            <a:r>
              <a:rPr lang="fr-FR" smtClean="0"/>
              <a:t>6-  JÉSUS, AGNEAU DE DIEU QUE TON NOM EST DIGNE</a:t>
            </a:r>
          </a:p>
          <a:p>
            <a:r>
              <a:rPr lang="fr-FR" smtClean="0"/>
              <a:t>7-  JÉSUS, AGNEAU DE DIEU QUE TON NOM EST DIGNE</a:t>
            </a:r>
          </a:p>
          <a:p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JE RESSUSCITE ET JE LOUE TON NOM</a:t>
            </a:r>
          </a:p>
          <a:p>
            <a:r>
              <a:rPr lang="fr-FR" smtClean="0"/>
              <a:t>10-  TU ES MON TOUT EN TOUT LORSQUE JE TOMBE TU ME RELÈVES</a:t>
            </a:r>
          </a:p>
          <a:p>
            <a:r>
              <a:rPr lang="fr-FR" smtClean="0"/>
              <a:t>11-  LORSQUE JE SUIS SEC TU ME REMPLIS TU ES MON TOUT EN TOUT</a:t>
            </a:r>
          </a:p>
          <a:p>
            <a:r>
              <a:rPr lang="fr-FR" smtClean="0"/>
              <a:t>12-  JÉSUS, AGNEAU DE DIEU QUE TON NOM EST DIGNE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MA FORCE QUAND JE SUIS FAIBLE TU ES LE TRÉSOR QUE JE CHERCHE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TE CHERCHE COMME UN JOYAU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SI J’ARRÊTAIS JE SERAIS UN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RESSUSCITE ET JE LOUE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MON TOUT EN TOUT LORSQUE JE TOMBE TU ME RELÈVES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LORSQUE JE SUIS SEC TU ME REMPLIS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MA FORCE QUAND JE SUIS FAIBLE TU ES LE TRÉSOR QUE JE CHERCHE</a:t>
            </a:r>
          </a:p>
          <a:p>
            <a:r>
              <a:rPr lang="fr-FR" smtClean="0"/>
              <a:t>2-  TU ES MON TOUT EN TOUT</a:t>
            </a:r>
          </a:p>
          <a:p>
            <a:r>
              <a:rPr lang="fr-FR" smtClean="0"/>
              <a:t>3-  JE TE CHERCHE COMME UN JOYAU PRÉCIEUX</a:t>
            </a:r>
          </a:p>
          <a:p>
            <a:r>
              <a:rPr lang="fr-FR" smtClean="0"/>
              <a:t>4-  SEIGNEUR, SI J’ARRÊTAIS JE SERAIS UN FOU</a:t>
            </a:r>
          </a:p>
          <a:p>
            <a:r>
              <a:rPr lang="fr-FR" smtClean="0"/>
              <a:t>5-  TU ES MON TOUT EN TOUT</a:t>
            </a:r>
          </a:p>
          <a:p>
            <a:r>
              <a:rPr lang="fr-FR" smtClean="0"/>
              <a:t>6-  JÉSUS, AGNEAU DE DIEU QUE TON NOM EST DIGNE</a:t>
            </a:r>
          </a:p>
          <a:p>
            <a:r>
              <a:rPr lang="fr-FR" smtClean="0"/>
              <a:t>7-  JÉSUS, AGNEAU DE DIEU QUE TON NOM EST DIGNE</a:t>
            </a:r>
          </a:p>
          <a:p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JE RESSUSCITE ET JE LOUE TON NOM</a:t>
            </a:r>
          </a:p>
          <a:p>
            <a:r>
              <a:rPr lang="fr-FR" smtClean="0"/>
              <a:t>10-  TU ES MON TOUT EN TOUT LORSQUE JE TOMBE TU ME RELÈVES</a:t>
            </a:r>
          </a:p>
          <a:p>
            <a:r>
              <a:rPr lang="fr-FR" smtClean="0"/>
              <a:t>11-  LORSQUE JE SUIS SEC TU ME REMPLIS TU ES MON TOUT EN TOUT</a:t>
            </a:r>
          </a:p>
          <a:p>
            <a:r>
              <a:rPr lang="fr-FR" smtClean="0"/>
              <a:t>12-  JÉSUS, AGNEAU DE DIEU QUE TON NOM EST DIGNE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TU ES MA FORCE QUAND JE SUIS FAIBLE TU ES LE TRÉSOR QUE JE CHERCHE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JE TE CHERCHE COMME UN JOYAU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SEIGNEUR, SI J’ARRÊTAIS JE SERAIS UN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TU AS PRIS MON PÉCHÉ MA CROIX, MA HONTE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JE RESSUSCITE ET JE LOUE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TU ES MON TOUT EN TOUT LORSQUE JE TOMBE TU ME RELÈVES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LORSQUE JE SUIS SEC TU ME REMPLIS TU ES MON TOUT EN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JÉSUS, AGNEAU DE DIEU QUE TON NOM EST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MA FORCE QUAND JE SUIS FAIBLE TU ES LE TRÉSOR QUE JE CHERCHE</a:t>
            </a:r>
          </a:p>
          <a:p>
            <a:r>
              <a:rPr lang="fr-FR" smtClean="0"/>
              <a:t>2-  TU ES MON TOUT EN TOUT</a:t>
            </a:r>
          </a:p>
          <a:p>
            <a:r>
              <a:rPr lang="fr-FR" smtClean="0"/>
              <a:t>3-  JE TE CHERCHE COMME UN JOYAU PRÉCIEUX</a:t>
            </a:r>
          </a:p>
          <a:p>
            <a:r>
              <a:rPr lang="fr-FR" smtClean="0"/>
              <a:t>4-  SEIGNEUR, SI J’ARRÊTAIS JE SERAIS UN FOU</a:t>
            </a:r>
          </a:p>
          <a:p>
            <a:r>
              <a:rPr lang="fr-FR" smtClean="0"/>
              <a:t>5-  TU ES MON TOUT EN TOUT</a:t>
            </a:r>
          </a:p>
          <a:p>
            <a:r>
              <a:rPr lang="fr-FR" smtClean="0"/>
              <a:t>6-  JÉSUS, AGNEAU DE DIEU QUE TON NOM EST DIGNE</a:t>
            </a:r>
          </a:p>
          <a:p>
            <a:r>
              <a:rPr lang="fr-FR" smtClean="0"/>
              <a:t>7-  JÉSUS, AGNEAU DE DIEU QUE TON NOM EST DIGNE</a:t>
            </a:r>
          </a:p>
          <a:p>
            <a:r>
              <a:rPr lang="fr-FR" smtClean="0"/>
              <a:t>8-  TU AS PRIS MON PÉCHÉ MA CROIX, MA HONTE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JE RESSUSCITE ET JE LOUE TON NOM</a:t>
            </a:r>
          </a:p>
          <a:p>
            <a:r>
              <a:rPr lang="fr-FR" smtClean="0"/>
              <a:t>10-  TU ES MON TOUT EN TOUT LORSQUE JE TOMBE TU ME RELÈVES</a:t>
            </a:r>
          </a:p>
          <a:p>
            <a:r>
              <a:rPr lang="fr-FR" smtClean="0"/>
              <a:t>11-  LORSQUE JE SUIS SEC TU ME REMPLIS TU ES MON TOUT EN TOUT</a:t>
            </a:r>
          </a:p>
          <a:p>
            <a:r>
              <a:rPr lang="fr-FR" smtClean="0"/>
              <a:t>12-  JÉSUS, AGNEAU DE DIEU QUE TON NOM EST DIGNE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D2683B-E8F3-496B-AAB6-29EAC1F7A7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536179-40EE-42EF-8B4B-3037B8E0F3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3FD2B8-E232-4AEE-BDD4-3B305A8C8B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3C16E8-B93A-4CA4-9C88-17D1F8B555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C58BD-1EC4-445E-B8B5-C2CADC0E3F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5EB444-9B1F-4CCA-9242-7B4B9CA876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B45BD-2751-4FF2-8B67-0EB8DAA7A9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02B449-7BD4-45A8-B651-607C85AA53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5D952-FB50-4558-908C-9793D31D8E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AA4C6-F63D-4522-A002-6043FFC86C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059C52-C112-43BF-AA7F-F8AB6EED71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6ECE07A-07B6-4CFE-A9C2-9B4D27EA61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MA FORCE QUAND JE SUIS FAIBLE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LE TRÉSOR QUE JE CHERCHE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MON TOUT EN TOUT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CHERCHE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UN JOYAU PRÉCIEUX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SI J’ARRÊTAIS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SERAIS UN FOU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MON TOUT EN TOUT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AGNEAU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TON NOM EST DIGNE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AGNEAU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TON NOM EST DIGNE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PRIS MON PÉCHÉ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CROIX, MA HONTE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RESSUSCITE ET JE LOUE TON NOM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MON TOUT EN TOUT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LORSQUE JE TOMBE TU ME RELÈVES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LORSQUE JE SUIS SEC TU ME REMPLIS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MON TOUT EN TOUT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AGNEAU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TON NOM EST DIGNE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1965</TotalTime>
  <Words>1987</Words>
  <Application>Microsoft Office PowerPoint</Application>
  <PresentationFormat>On-screen Show (4:3)</PresentationFormat>
  <Paragraphs>302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TU ES MA FORCE QUAND JE SUIS FAIBLE TU ES LE TRÉSOR QUE JE CHERCHE</vt:lpstr>
      <vt:lpstr>TU ES MON TOUT EN TOUT</vt:lpstr>
      <vt:lpstr>JE TE CHERCHE COMME UN JOYAU PRÉCIEUX</vt:lpstr>
      <vt:lpstr>SEIGNEUR, SI J’ARRÊTAIS JE SERAIS UN FOU</vt:lpstr>
      <vt:lpstr>TU ES MON TOUT EN TOUT</vt:lpstr>
      <vt:lpstr>JÉSUS, AGNEAU DE DIEU QUE TON NOM EST DIGNE</vt:lpstr>
      <vt:lpstr>JÉSUS, AGNEAU DE DIEU QUE TON NOM EST DIGNE</vt:lpstr>
      <vt:lpstr>TU AS PRIS MON PÉCHÉ MA CROIX, MA HONTE </vt:lpstr>
      <vt:lpstr>JE RESSUSCITE ET JE LOUE TON NOM</vt:lpstr>
      <vt:lpstr>TU ES MON TOUT EN TOUT LORSQUE JE TOMBE TU ME RELÈVES</vt:lpstr>
      <vt:lpstr>LORSQUE JE SUIS SEC TU ME REMPLIS TU ES MON TOUT EN TOUT</vt:lpstr>
      <vt:lpstr>JÉSUS, AGNEAU DE DIEU QUE TON NOM EST DIGNE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132</cp:revision>
  <dcterms:created xsi:type="dcterms:W3CDTF">2002-08-17T10:50:50Z</dcterms:created>
  <dcterms:modified xsi:type="dcterms:W3CDTF">2013-10-27T12:08:58Z</dcterms:modified>
</cp:coreProperties>
</file>