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79233" autoAdjust="0"/>
  </p:normalViewPr>
  <p:slideViewPr>
    <p:cSldViewPr>
      <p:cViewPr>
        <p:scale>
          <a:sx n="40" d="100"/>
          <a:sy n="40" d="100"/>
        </p:scale>
        <p:origin x="-2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2F9FB97-0849-47C4-BE6E-792C632E269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0BA7D6F-DC47-4B06-94BA-B64F06BC000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JOYFUL, JOYFUL </a:t>
            </a:r>
            <a:br>
              <a:rPr lang="en-US" dirty="0" smtClean="0"/>
            </a:br>
            <a:r>
              <a:rPr lang="en-US" dirty="0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GOD OF GLORY </a:t>
            </a:r>
            <a:br>
              <a:rPr lang="en-US" dirty="0" smtClean="0"/>
            </a:br>
            <a:r>
              <a:rPr lang="en-US" dirty="0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MELT THE CLOUDS OF SIN</a:t>
            </a:r>
            <a:br>
              <a:rPr lang="en-US" dirty="0" smtClean="0"/>
            </a:br>
            <a:r>
              <a:rPr lang="en-US" dirty="0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DRIVE THE DARK OF DOUBT AWAY</a:t>
            </a:r>
            <a:br>
              <a:rPr lang="en-US" dirty="0" smtClean="0"/>
            </a:br>
            <a:r>
              <a:rPr lang="en-US" dirty="0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7-  DRIVE THE DARK OF DOUBT AWAY</a:t>
            </a:r>
            <a:br>
              <a:rPr lang="en-US" dirty="0" smtClean="0"/>
            </a:br>
            <a:r>
              <a:rPr lang="en-US" dirty="0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HEARTS UNFOLD LIKE FLOWERS BEFORE THEE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HAIL THEE AS THE SUN ABOVE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JOYFUL, JOYFUL </a:t>
            </a:r>
            <a:br>
              <a:rPr lang="en-US" smtClean="0"/>
            </a:br>
            <a:r>
              <a:rPr lang="en-US" smtClean="0"/>
              <a:t>LORD, WE ADORE THEE </a:t>
            </a:r>
          </a:p>
          <a:p>
            <a:r>
              <a:rPr lang="en-US" smtClean="0"/>
              <a:t>2-  GOD OF GLORY </a:t>
            </a:r>
            <a:br>
              <a:rPr lang="en-US" smtClean="0"/>
            </a:br>
            <a:r>
              <a:rPr lang="en-US" smtClean="0"/>
              <a:t>LORD OF LOVE </a:t>
            </a:r>
          </a:p>
          <a:p>
            <a:r>
              <a:rPr lang="en-US" smtClean="0"/>
              <a:t>3-  HEARTS UNFOLD LIKE FLOWERS BEFORE THEE </a:t>
            </a:r>
          </a:p>
          <a:p>
            <a:r>
              <a:rPr lang="en-US" smtClean="0"/>
              <a:t>4-  HAIL THEE AS THE SUN ABOVE</a:t>
            </a:r>
          </a:p>
          <a:p>
            <a:r>
              <a:rPr lang="en-US" smtClean="0"/>
              <a:t>5-  MELT THE CLOUDS OF SIN</a:t>
            </a:r>
            <a:br>
              <a:rPr lang="en-US" smtClean="0"/>
            </a:br>
            <a:r>
              <a:rPr lang="en-US" smtClean="0"/>
              <a:t>AND SADNESS</a:t>
            </a:r>
          </a:p>
          <a:p>
            <a:r>
              <a:rPr lang="en-US" smtClean="0"/>
              <a:t>6-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r>
              <a:rPr lang="en-US" smtClean="0"/>
              <a:t>7-  DRIVE THE DARK OF DOUBT AWAY</a:t>
            </a:r>
            <a:br>
              <a:rPr lang="en-US" smtClean="0"/>
            </a:br>
            <a:r>
              <a:rPr lang="en-US" smtClean="0"/>
              <a:t>GIVER OF IMMORTAL GLADNESS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EA098-1260-4EC4-8293-75B5393202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034D8-9E78-4CC8-BD4D-1AD0B6B382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E9D55-F628-4391-9D50-A14DE20578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EC8C1-B23F-4D0C-B793-D2B6FFF3CF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A004E-D761-4F23-ACFA-52B6B05CFD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1C2-2C8C-4CDE-923F-3E4C344D3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5F657B-3DB4-4EED-AFEF-7481C89843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C2361-FA3B-4853-85B1-CA37C059EF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C8CD1-E7FC-4F73-93C6-ABDCC581E0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0A637-4293-413D-A81F-4B83DE7F56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EE3D4-AC7B-4DF4-9D4F-92BB41885D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05B8DEE-7149-4B7E-B19E-C92586198F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JOYFUL, JOYFUL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LORD, WE ADORE THEE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GOD OF GLORY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LORD OF LOVE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HEARTS UNFOLD LIKE FLOWERS BEFORE THEE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HAIL THEE AS THE SUN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MELT THE CLOUDS OF SIN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SADNESS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DRIVE THE DARK OF DOUBT AWAY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GIVER OF IMMORTAL GLADNESS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DRIVE THE DARK OF DOUBT AWAY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GIVER OF IMMORTAL GLADNESS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91</Words>
  <Application>Microsoft Office PowerPoint</Application>
  <PresentationFormat>On-screen Show (4:3)</PresentationFormat>
  <Paragraphs>105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Franklin Gothic Medium</vt:lpstr>
      <vt:lpstr>Arial</vt:lpstr>
      <vt:lpstr>Calibri</vt:lpstr>
      <vt:lpstr>Default Design</vt:lpstr>
      <vt:lpstr>JOYFUL, JOYFUL  LORD, WE ADORE THEE </vt:lpstr>
      <vt:lpstr>GOD OF GLORY  LORD OF LOVE </vt:lpstr>
      <vt:lpstr>HEARTS UNFOLD LIKE FLOWERS BEFORE THEE </vt:lpstr>
      <vt:lpstr>HAIL THEE AS THE SUN ABOVE</vt:lpstr>
      <vt:lpstr>MELT THE CLOUDS OF SIN AND SADNESS</vt:lpstr>
      <vt:lpstr>DRIVE THE DARK OF DOUBT AWAY GIVER OF IMMORTAL GLADNESS </vt:lpstr>
      <vt:lpstr>DRIVE THE DARK OF DOUBT AWAY GIVER OF IMMORTAL GLADNESS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130</cp:revision>
  <dcterms:created xsi:type="dcterms:W3CDTF">2002-08-17T10:50:50Z</dcterms:created>
  <dcterms:modified xsi:type="dcterms:W3CDTF">2013-10-27T12:09:18Z</dcterms:modified>
</cp:coreProperties>
</file>