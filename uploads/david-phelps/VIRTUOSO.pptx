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9" r:id="rId2"/>
    <p:sldId id="290" r:id="rId3"/>
    <p:sldId id="291" r:id="rId4"/>
    <p:sldId id="292" r:id="rId5"/>
    <p:sldId id="293" r:id="rId6"/>
    <p:sldId id="301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7" r:id="rId15"/>
    <p:sldId id="308" r:id="rId16"/>
    <p:sldId id="309" r:id="rId17"/>
    <p:sldId id="302" r:id="rId18"/>
    <p:sldId id="303" r:id="rId19"/>
    <p:sldId id="304" r:id="rId20"/>
    <p:sldId id="305" r:id="rId21"/>
    <p:sldId id="306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127" autoAdjust="0"/>
    <p:restoredTop sz="72016" autoAdjust="0"/>
  </p:normalViewPr>
  <p:slideViewPr>
    <p:cSldViewPr>
      <p:cViewPr>
        <p:scale>
          <a:sx n="30" d="100"/>
          <a:sy n="30" d="100"/>
        </p:scale>
        <p:origin x="-66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5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B25BDB-BEAB-455F-81CB-83D26179C85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B96A3C5-88E1-49DA-8042-E2715C71660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UNE POIGNÉE DE POUSSIÈRE ET LA VIE TU SOUFFLAS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EN FAIRE TA CRÉATION ET IL Y EUT UNE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UN CŒUR DES MAINS, UNE VOIX POUVANT CHANTER TA PERFECTION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IL N'Y A AUCUNE NOTE DE MÉDIOCRITÉ TOUT CE QUE TU FAIS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ET TOUTE LA BEAUTÉ QU’UN HOMME PEUT CRÉER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N’EST RIEN QU’IMITATION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BRUIT DU TONNERRE ET LES VAGUES QUI DANSENT AU LOIN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ET LE VENT QUI MURMURE NE PEUT ÊTRE QUE DE TA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VIRTUOSO,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CE CŒUR EST TON INSTRUMENT ET CETTE VIE EST TON CHANT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VIRTUOSO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QUI PEUT JOUER CES ACCORDS SI GRACIEUX ET PUISSANTS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AS FAIT L'INSTRUMENT ET ÉCRIT 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VIRTUOSO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UNE POIGNÉE DE POUSSIÈRE ET LA VIE TU SOUFFLAS</a:t>
            </a:r>
          </a:p>
          <a:p>
            <a:r>
              <a:rPr lang="fr-FR" smtClean="0"/>
              <a:t>2-  POUR EN FAIRE TA CRÉATION ET IL Y EUT UNE ÂME</a:t>
            </a:r>
          </a:p>
          <a:p>
            <a:r>
              <a:rPr lang="fr-FR" smtClean="0"/>
              <a:t>3-  UN CŒUR DES MAINS, UNE VOIX POUVANT CHANTER TA PERFECTION</a:t>
            </a:r>
          </a:p>
          <a:p>
            <a:r>
              <a:rPr lang="fr-FR" smtClean="0"/>
              <a:t>4-  LA VIE EST UNE SYMPHONIE QUE TOI SEUL PEUX JOUER</a:t>
            </a:r>
            <a:br>
              <a:rPr lang="fr-FR" smtClean="0"/>
            </a:br>
            <a:r>
              <a:rPr lang="fr-FR" smtClean="0"/>
              <a:t>5-  JE L’ENTENDS CHAQUE JOUR MÊME DANS CE MONDE AGITÉ </a:t>
            </a:r>
          </a:p>
          <a:p>
            <a:endParaRPr lang="fr-FR" smtClean="0"/>
          </a:p>
          <a:p>
            <a:r>
              <a:rPr lang="fr-FR" smtClean="0"/>
              <a:t>	6-  VIRTUOSO, VIRTUOSO</a:t>
            </a:r>
          </a:p>
          <a:p>
            <a:r>
              <a:rPr lang="fr-FR" smtClean="0"/>
              <a:t>	7-  CE CŒUR EST TON INSTRUMENT ET CETTE VIE EST TON CHANT </a:t>
            </a:r>
          </a:p>
          <a:p>
            <a:r>
              <a:rPr lang="fr-FR" smtClean="0"/>
              <a:t>	8-  VIRTUOSO</a:t>
            </a:r>
          </a:p>
          <a:p>
            <a:endParaRPr lang="fr-FR" smtClean="0"/>
          </a:p>
          <a:p>
            <a:r>
              <a:rPr lang="fr-FR" smtClean="0"/>
              <a:t>9-  IL N'Y A AUCUNE NOTE DE MÉDIOCRITÉ TOUT CE QUE TU FAIS EST SI BON</a:t>
            </a:r>
          </a:p>
          <a:p>
            <a:r>
              <a:rPr lang="fr-FR" smtClean="0"/>
              <a:t>10-  ET TOUTE LA BEAUTÉ QU’UN HOMME PEUT CRÉER </a:t>
            </a:r>
          </a:p>
          <a:p>
            <a:r>
              <a:rPr lang="fr-FR" smtClean="0"/>
              <a:t>11-  N’EST RIEN QU’IMITATION</a:t>
            </a:r>
          </a:p>
          <a:p>
            <a:r>
              <a:rPr lang="fr-FR" smtClean="0"/>
              <a:t>12-  LE BRUIT DU TONNERRE ET LES VAGUES QUI DANSENT AU LOIN</a:t>
            </a:r>
          </a:p>
          <a:p>
            <a:r>
              <a:rPr lang="fr-FR" smtClean="0"/>
              <a:t>13-  ET LE VENT QUI MURMURE NE PEUT ÊTRE QUE DE TA MAIN</a:t>
            </a:r>
          </a:p>
          <a:p>
            <a:endParaRPr lang="fr-FR" smtClean="0"/>
          </a:p>
          <a:p>
            <a:r>
              <a:rPr lang="fr-FR" smtClean="0"/>
              <a:t>	14-  VIRTUOSO, VIRTUOSO</a:t>
            </a:r>
          </a:p>
          <a:p>
            <a:r>
              <a:rPr lang="fr-FR" smtClean="0"/>
              <a:t>	15-  CE CŒUR EST TON INSTRUMENT ET CETTE VIE EST TON CHANT </a:t>
            </a:r>
          </a:p>
          <a:p>
            <a:r>
              <a:rPr lang="fr-FR" smtClean="0"/>
              <a:t>	16-  VIRTUOSO</a:t>
            </a:r>
          </a:p>
          <a:p>
            <a:endParaRPr lang="fr-FR" smtClean="0"/>
          </a:p>
          <a:p>
            <a:r>
              <a:rPr lang="fr-FR" smtClean="0"/>
              <a:t>17-  ETERNELLE MÉLODIE DE BEAUTÉ ET D'ÉMOTION</a:t>
            </a:r>
            <a:br>
              <a:rPr lang="fr-FR" smtClean="0"/>
            </a:br>
            <a:r>
              <a:rPr lang="fr-FR" smtClean="0"/>
              <a:t>18-  UNE PARFAITE HARMONIE INSPIRANT L’ADORATION</a:t>
            </a:r>
          </a:p>
          <a:p>
            <a:r>
              <a:rPr lang="fr-FR" smtClean="0"/>
              <a:t>19-  QUI PEUT JOUER CES ACCORDS SI GRACIEUX ET PUISSANTS</a:t>
            </a:r>
          </a:p>
          <a:p>
            <a:r>
              <a:rPr lang="fr-FR" smtClean="0"/>
              <a:t>20-  TU AS FAIT L'INSTRUMENT ET ÉCRIT LE CHANT</a:t>
            </a:r>
          </a:p>
          <a:p>
            <a:endParaRPr lang="fr-FR" smtClean="0"/>
          </a:p>
          <a:p>
            <a:r>
              <a:rPr lang="fr-FR" smtClean="0"/>
              <a:t>21-  VIRTUOSO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1B059-3115-4C5A-AC4B-19142099DF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C7F00-590F-4C16-9657-C15725989F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2B348-BF2D-4B0F-8C6A-33223C0EC3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802E7-20CE-4840-B2A9-8565E3FCF1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F3027-F0D8-48E0-93FF-A01106BC8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A8634-4729-4409-8879-164259BDE7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227A0C-2843-4FFE-9542-5945D549B2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BF12E-E644-49AC-95F0-A84A17A414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3B372-F2AA-4026-9B78-69DEEC70B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7AEBC-DA02-4793-BB2C-433A148A86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406DA-DD6A-4655-8749-7B64AD6B41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9A3C3CB-0AE6-4442-B140-84D50E4319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POIGNÉE DE POUSSIÈRE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VIE TU SOUFFLAS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EN FAIRE TA CRÉATION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IL Y EUT UNE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CŒUR DES MAINS, UNE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POUVANT CHANTER TA PERFECTION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EST UNE SYMPHONIE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TOI SEUL PEUX JOUER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L’ENTENDS 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DANS CE MONDE AGITÉ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VIRTUOSO, VIRTUOSO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CŒUR EST TON INSTRUMENT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CETTE VIE EST TON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VIRTUOSO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N'Y A AUCUNE NOTE DE MÉDIOCRITÉ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TU FAIS EST SI BON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LA BEAUTÉ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QU’UN HOMME PEUT CRÉER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RIEN QU’IMITATION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BRUIT DU TONNERRE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VAGUES QUI DANSENT AU LOIN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VENT QUI MURMURE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ÊTRE QUE DE TA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VIRTUOSO, VIRTUOSO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CŒUR EST TON INSTRUMENT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CETTE VIE EST TON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VIRTUOSO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ETERNELLE MÉLODIE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BEAUTÉ ET D'ÉMOTION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PARFAITE HARMONIE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INSPIRANT L’ADORATION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PEUT JOUER CES ACCORDS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GRACIEUX ET PUISSANTS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FAIT L'INSTRUMENT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ÉCRIT LE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VIRTUOSO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1971</Words>
  <Application>Microsoft Office PowerPoint</Application>
  <PresentationFormat>On-screen Show (4:3)</PresentationFormat>
  <Paragraphs>1029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UNE POIGNÉE DE POUSSIÈRE ET LA VIE TU SOUFFLAS</vt:lpstr>
      <vt:lpstr>POUR EN FAIRE TA CRÉATION  ET IL Y EUT UNE ÂME</vt:lpstr>
      <vt:lpstr>UN CŒUR DES MAINS, UNE VOIX POUVANT CHANTER TA PERFECTION</vt:lpstr>
      <vt:lpstr>LA VIE EST UNE SYMPHONIE QUE TOI SEUL PEUX JOUER </vt:lpstr>
      <vt:lpstr>JE L’ENTENDS CHAQUE JOUR MÊME DANS CE MONDE AGITÉ </vt:lpstr>
      <vt:lpstr>VIRTUOSO, VIRTUOSO</vt:lpstr>
      <vt:lpstr>CE CŒUR EST TON INSTRUMENT  ET CETTE VIE EST TON CHANT</vt:lpstr>
      <vt:lpstr>VIRTUOSO</vt:lpstr>
      <vt:lpstr>IL N'Y A AUCUNE NOTE DE MÉDIOCRITÉ TOUT CE QUE TU FAIS EST SI BON</vt:lpstr>
      <vt:lpstr>ET TOUTE LA BEAUTÉ QU’UN HOMME PEUT CRÉER </vt:lpstr>
      <vt:lpstr>N’EST RIEN QU’IMITATION</vt:lpstr>
      <vt:lpstr>LE BRUIT DU TONNERRE  ET LES VAGUES QUI DANSENT AU LOIN</vt:lpstr>
      <vt:lpstr>ET LE VENT QUI MURMURE NE PEUT ÊTRE QUE DE TA MAIN</vt:lpstr>
      <vt:lpstr>VIRTUOSO, VIRTUOSO</vt:lpstr>
      <vt:lpstr>CE CŒUR EST TON INSTRUMENT  ET CETTE VIE EST TON CHANT</vt:lpstr>
      <vt:lpstr>VIRTUOSO</vt:lpstr>
      <vt:lpstr>ETERNELLE MÉLODIE DE BEAUTÉ ET D'ÉMOTION </vt:lpstr>
      <vt:lpstr>UNE PARFAITE HARMONIE INSPIRANT L’ADORATION</vt:lpstr>
      <vt:lpstr>QUI PEUT JOUER CES ACCORDS SI GRACIEUX ET PUISSANTS</vt:lpstr>
      <vt:lpstr>TU AS FAIT L'INSTRUMENT ET ÉCRIT LE CHANT</vt:lpstr>
      <vt:lpstr>VIRTUOSO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116</cp:revision>
  <dcterms:created xsi:type="dcterms:W3CDTF">2002-08-17T10:50:50Z</dcterms:created>
  <dcterms:modified xsi:type="dcterms:W3CDTF">2013-10-26T03:01:01Z</dcterms:modified>
</cp:coreProperties>
</file>