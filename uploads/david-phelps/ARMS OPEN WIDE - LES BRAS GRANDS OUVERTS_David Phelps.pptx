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9" r:id="rId3"/>
    <p:sldId id="276" r:id="rId4"/>
    <p:sldId id="261" r:id="rId5"/>
    <p:sldId id="262" r:id="rId6"/>
    <p:sldId id="263" r:id="rId7"/>
    <p:sldId id="277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8" r:id="rId16"/>
    <p:sldId id="279" r:id="rId17"/>
    <p:sldId id="280" r:id="rId18"/>
    <p:sldId id="281" r:id="rId19"/>
    <p:sldId id="282" r:id="rId20"/>
    <p:sldId id="283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9265" autoAdjust="0"/>
  </p:normalViewPr>
  <p:slideViewPr>
    <p:cSldViewPr>
      <p:cViewPr varScale="1">
        <p:scale>
          <a:sx n="38" d="100"/>
          <a:sy n="38" d="100"/>
        </p:scale>
        <p:origin x="-76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98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30149D41-8A56-48C6-98B6-7FEA0B1AE7E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468CA124-8C26-4F8D-9720-B13CD96AA49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VENU D'UN AUTRE MONDE SORTI DU CIEL, VERS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AUTRE AMOUR EST VENU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AMOUR QUE L'ON N’AVAIT JAMAIS VU NI ENTENDU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VENU POUR TON AMOUR EN DONNANT TOUT POUR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VENU D'UN AUTRE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TA VOLONTÉ S'EST DÉROULÉE COMME TU L'AVAIS PLANIFIÉE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TON ESPRIT EST VIVANT ET VIT DANS LE CŒUR DE L'HOMME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TON AMOUR SI FIDÈLE TU ES RESTÉ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TU ES LE GRAND, ET LE SAINT DIEU TU AS LAISSÉ TON TRÔNE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TA VIE TU AS 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SEIGNEUR DE TOUTE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ET TU ES MA RAISON DE CHANTER TU ES DIGNE D'ÊTRE LOUÉ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TU AS VÉCU ET TU ES MORT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BRAS GRANDS OUVERTS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VENU D'UN AUTRE MONDE SORTI DU CIEL, VERS LA TERRE</a:t>
            </a:r>
          </a:p>
          <a:p>
            <a:r>
              <a:rPr lang="fr-FR" smtClean="0"/>
              <a:t>2-  UN AUTRE AMOUR EST VENU</a:t>
            </a:r>
          </a:p>
          <a:p>
            <a:r>
              <a:rPr lang="fr-FR" smtClean="0"/>
              <a:t>3-  UN AMOUR QUE L'ON N’AVAIT JAMAIS VU NI ENTENDU</a:t>
            </a:r>
          </a:p>
          <a:p>
            <a:r>
              <a:rPr lang="fr-FR" smtClean="0"/>
              <a:t>4-  TU ES VENU POUR TON AMOUR EN DONNANT TOUT POUR NOUS</a:t>
            </a:r>
          </a:p>
          <a:p>
            <a:endParaRPr lang="fr-FR" smtClean="0"/>
          </a:p>
          <a:p>
            <a:r>
              <a:rPr lang="fr-FR" smtClean="0"/>
              <a:t>	5-  TU ES LE GRAND, ET LE SAINT DIEU TU AS LAISSÉ TON TRÔNE GLORIEUX</a:t>
            </a:r>
          </a:p>
          <a:p>
            <a:r>
              <a:rPr lang="fr-FR" smtClean="0"/>
              <a:t>	6-  ET TA VIE TU AS DONNÉ</a:t>
            </a:r>
          </a:p>
          <a:p>
            <a:r>
              <a:rPr lang="fr-FR" smtClean="0"/>
              <a:t>	7-  TU ES SEIGNEUR DE TOUTE CHOSE</a:t>
            </a:r>
          </a:p>
          <a:p>
            <a:r>
              <a:rPr lang="fr-FR" smtClean="0"/>
              <a:t>	8-  ET TU ES MA RAISON DE CHANTER TU ES DIGNE D'ÊTRE LOUÉ</a:t>
            </a:r>
          </a:p>
          <a:p>
            <a:r>
              <a:rPr lang="fr-FR" smtClean="0"/>
              <a:t>	9-  TU AS VÉCU ET TU ES MORT LES BRAS GRANDS OUVERTS</a:t>
            </a:r>
          </a:p>
          <a:p>
            <a:r>
              <a:rPr lang="fr-FR" smtClean="0"/>
              <a:t>	10-  LES BRAS GRANDS OUVERTS</a:t>
            </a:r>
          </a:p>
          <a:p>
            <a:endParaRPr lang="fr-FR" smtClean="0"/>
          </a:p>
          <a:p>
            <a:r>
              <a:rPr lang="fr-FR" smtClean="0"/>
              <a:t>11-  VENU D'UN AUTRE TEMPS</a:t>
            </a:r>
          </a:p>
          <a:p>
            <a:r>
              <a:rPr lang="fr-FR" smtClean="0"/>
              <a:t>12-  TA VOLONTÉ S'EST DÉROULÉE COMME TU L'AVAIS PLANIFIÉE</a:t>
            </a:r>
          </a:p>
          <a:p>
            <a:r>
              <a:rPr lang="fr-FR" smtClean="0"/>
              <a:t>13-  TON ESPRIT EST VIVANT ET VIT DANS LE CŒUR DE L'HOMME</a:t>
            </a:r>
          </a:p>
          <a:p>
            <a:r>
              <a:rPr lang="fr-FR" smtClean="0"/>
              <a:t>14-  DANS TON AMOUR SI FIDÈLE TU ES RESTÉ AVEC NOUS </a:t>
            </a:r>
          </a:p>
          <a:p>
            <a:endParaRPr lang="fr-FR" smtClean="0"/>
          </a:p>
          <a:p>
            <a:r>
              <a:rPr lang="fr-FR" smtClean="0"/>
              <a:t>	15-  TU ES LE GRAND, ET LE SAINT DIEU TU AS LAISSÉ TON TRÔNE GLORIEUX</a:t>
            </a:r>
          </a:p>
          <a:p>
            <a:r>
              <a:rPr lang="fr-FR" smtClean="0"/>
              <a:t>	16-  ET TA VIE TU AS DONNÉ</a:t>
            </a:r>
          </a:p>
          <a:p>
            <a:r>
              <a:rPr lang="fr-FR" smtClean="0"/>
              <a:t>	17-  TU ES SEIGNEUR DE TOUTE CHOSE</a:t>
            </a:r>
          </a:p>
          <a:p>
            <a:r>
              <a:rPr lang="fr-FR" smtClean="0"/>
              <a:t>	18-  ET TU ES MA RAISON DE CHANTER TU ES DIGNE D'ÊTRE LOUÉ</a:t>
            </a:r>
          </a:p>
          <a:p>
            <a:r>
              <a:rPr lang="fr-FR" smtClean="0"/>
              <a:t>	19-  TU AS VÉCU ET TU ES MORT LES BRAS GRANDS OUVERTS</a:t>
            </a:r>
          </a:p>
          <a:p>
            <a:r>
              <a:rPr lang="fr-FR" smtClean="0"/>
              <a:t>	20-  LES BRAS GRANDS OUVERTS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59842-DEF4-4343-A078-20EDDCD814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AE13B-B016-4B90-AB5F-27EBA56E7D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3AECD-5548-4CA1-B73E-DBCFEA3DB0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502B4-9298-4A42-9379-D5E8F380D6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71661-DEE1-45A5-A829-6D9712408B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F92AB-A14D-485E-99A8-4B958A3301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7EB07-50CE-447F-9FAF-FE6DAF8667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9A50E-6955-4359-B793-00D7FDD2D8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97279-AD72-40BF-B799-A73FB942FE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41B10-0B2A-492E-819B-381F29EAE8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EA8ED-D8C9-4087-B879-004C4911A3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E5B73B89-E28C-4415-A241-534F7A1E18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VENU D'UN AUTRE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SORTI DU CIEL, VERS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AUTRE AMOUR EST VENU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AMOUR QUE L'ON N’AVAIT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VU NI ENTENDU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VENU POUR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DONNANT TOUT POUR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GRAND, ET LE SAINT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LAISSÉ TON TRÔNE GLORIEUX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TA VIE TU AS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ES MA RAISON DE CHANTER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 D'ÊTRE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VÉCU ET TU 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BRAS GRANDS OUVERTS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BRAS GRANDS OUVERTS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VENU D'UN AUTRE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VOLONTÉ S'EST DÉROULÉE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TU L'AVAIS PLANIFIÉE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ESPRIT EST VIVANT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VIT DANS LE CŒUR DE L'HOMME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TON AMOUR SI FIDÈLE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RESTÉ AVEC NOUS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GRAND, ET LE SAINT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LAISSÉ TON TRÔNE GLORIEUX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TA VIE TU AS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ES MA RAISON DE CHANTER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 D'ÊTRE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VÉCU ET TU 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BRAS GRANDS OUVERTS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BRAS GRANDS OUVERTS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1777</Words>
  <Application>Microsoft PowerPoint</Application>
  <PresentationFormat>On-screen Show (4:3)</PresentationFormat>
  <Paragraphs>952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56</cp:revision>
  <dcterms:created xsi:type="dcterms:W3CDTF">2002-08-17T10:50:50Z</dcterms:created>
  <dcterms:modified xsi:type="dcterms:W3CDTF">2013-10-27T02:06:49Z</dcterms:modified>
</cp:coreProperties>
</file>