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4" r:id="rId4"/>
    <p:sldId id="259" r:id="rId5"/>
    <p:sldId id="260" r:id="rId6"/>
    <p:sldId id="270" r:id="rId7"/>
    <p:sldId id="271" r:id="rId8"/>
    <p:sldId id="261" r:id="rId9"/>
    <p:sldId id="267" r:id="rId10"/>
    <p:sldId id="262" r:id="rId11"/>
    <p:sldId id="263" r:id="rId12"/>
    <p:sldId id="265" r:id="rId13"/>
    <p:sldId id="269" r:id="rId14"/>
    <p:sldId id="268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0" autoAdjust="0"/>
    <p:restoredTop sz="46168" autoAdjust="0"/>
  </p:normalViewPr>
  <p:slideViewPr>
    <p:cSldViewPr>
      <p:cViewPr varScale="1">
        <p:scale>
          <a:sx n="47" d="100"/>
          <a:sy n="47" d="100"/>
        </p:scale>
        <p:origin x="-204" y="-84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376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F2092323-8C89-4597-A4A0-8C8A110466D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F8AEB10-D139-48E2-80A4-1321EC05DA4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VIENT TON IMMENSE PAIX  COULANT À FLOTS SUR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When peace, like a river, attendeth my way,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2-  QUAND VIENNENT LES PEINES  ET LES LARMES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sorrows like sea billows 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QUEL QUE SOIT MON SORT  JE M’ÉCRIE AVEC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Whatever my lot, Thou has taught me to say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4-  TOUT VA BIEN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It is well,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TOUT VA BIEN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.
	7-  TOUT VA BIEN   TOUT VA BIEN DANS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It is well, it is well, with my soul.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MA FOI ME GUÉRIT QUAND JÉSUS ME TOUCHA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Lord, haste the day when my faith shall be sight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LES ANGES TOUS EN CHŒUR LE PROCLAMENT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The clouds be rolled back as a scroll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10-  LES TROMPETTES RÉSONNENT LE SEIGNEUR ARRIVERA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trump shall resound, and the Lord shall descend,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ET DONC TOUT VA TRÈS BIEN 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so, it is well with my soul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REFRAIN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	       It is well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      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TOUT VA BIEN TOUT VA BIEN DANS MON CORPS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	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SEIGNEUR VIENT LE JOUR OÙ MA FOI SERA VUE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And Lord, haste the day when my faith shall be sight,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LES NOUAGES SERONT DISPERSÉS LA TROMPETTE SONNERA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The clouds be rolled back as a scroll The trump shall resound,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17-  LE SEIGNEUR DESCENDRA ALORS TOUT, TOUT VA BIEN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and the Lord shall descend,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DANS MON ÂME TOUT VA BIEN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DANS MON ÂME TOUT VA BIEN  TOUT VA BIEN DANS MON ÂME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It is well, with my soul, It is well, with my soul.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It is well, with my soul,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TOUT VA BIEN, TOUT VA BIEN DANS MON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It is well, with my soul,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VIENT TON IMMENSE PAIX  COULANT À FLOTS SUR MOI</a:t>
            </a:r>
          </a:p>
          <a:p>
            <a:r>
              <a:rPr lang="fr-FR" smtClean="0"/>
              <a:t>    When peace, like a river, attendeth my way,</a:t>
            </a:r>
          </a:p>
          <a:p>
            <a:r>
              <a:rPr lang="fr-FR" smtClean="0"/>
              <a:t> 
2-  QUAND VIENNENT LES PEINES  ET LES LARMES </a:t>
            </a:r>
          </a:p>
          <a:p>
            <a:r>
              <a:rPr lang="fr-FR" smtClean="0"/>
              <a:t>     When sorrows like sea billows roll</a:t>
            </a:r>
          </a:p>
          <a:p>
            <a:r>
              <a:rPr lang="fr-FR" smtClean="0"/>
              <a:t>3-  QUEL QUE SOIT MON SORT  JE M’ÉCRIE AVEC FOI</a:t>
            </a:r>
          </a:p>
          <a:p>
            <a:r>
              <a:rPr lang="fr-FR" smtClean="0"/>
              <a:t>     Whatever my lot, Thou has taught me to say</a:t>
            </a:r>
          </a:p>
          <a:p>
            <a:r>
              <a:rPr lang="fr-FR" smtClean="0"/>
              <a:t> 
4-  TOUT VA BIEN TOUT VA BIEN DANS MON ÂME </a:t>
            </a:r>
          </a:p>
          <a:p>
            <a:r>
              <a:rPr lang="fr-FR" smtClean="0"/>
              <a:t>    It is well, it is well, with my soul.</a:t>
            </a:r>
          </a:p>
          <a:p>
            <a:endParaRPr lang="fr-FR" smtClean="0"/>
          </a:p>
          <a:p>
            <a:r>
              <a:rPr lang="fr-FR" smtClean="0"/>
              <a:t>REFRAIN	</a:t>
            </a:r>
          </a:p>
          <a:p>
            <a:endParaRPr lang="fr-FR" smtClean="0"/>
          </a:p>
          <a:p>
            <a:r>
              <a:rPr lang="fr-FR" smtClean="0"/>
              <a:t>	5-  TOUT VA BIEN  </a:t>
            </a:r>
          </a:p>
          <a:p>
            <a:r>
              <a:rPr lang="fr-FR" smtClean="0"/>
              <a:t>	      It is well</a:t>
            </a:r>
          </a:p>
          <a:p>
            <a:r>
              <a:rPr lang="fr-FR" smtClean="0"/>
              <a:t>	6-  DANS MON ÂME </a:t>
            </a:r>
          </a:p>
          <a:p>
            <a:r>
              <a:rPr lang="fr-FR" smtClean="0"/>
              <a:t>	     with my soul,</a:t>
            </a:r>
          </a:p>
          <a:p>
            <a:r>
              <a:rPr lang="fr-FR" smtClean="0"/>
              <a:t>.
	7-  TOUT VA BIEN   TOUT VA BIEN DANS MON ÂME</a:t>
            </a:r>
          </a:p>
          <a:p>
            <a:r>
              <a:rPr lang="fr-FR" smtClean="0"/>
              <a:t>	      It is well, it is well, with my soul.</a:t>
            </a:r>
          </a:p>
          <a:p>
            <a:r>
              <a:rPr lang="fr-FR" smtClean="0"/>
              <a:t>	 </a:t>
            </a:r>
          </a:p>
          <a:p>
            <a:r>
              <a:rPr lang="fr-FR" smtClean="0"/>
              <a:t>8-  MA FOI ME GUÉRIT QUAND JÉSUS ME TOUCHA </a:t>
            </a:r>
          </a:p>
          <a:p>
            <a:r>
              <a:rPr lang="fr-FR" smtClean="0"/>
              <a:t>And Lord, haste the day when my faith shall be sight</a:t>
            </a:r>
          </a:p>
          <a:p>
            <a:endParaRPr lang="fr-FR" smtClean="0"/>
          </a:p>
          <a:p>
            <a:r>
              <a:rPr lang="fr-FR" smtClean="0"/>
              <a:t>9-  LES ANGES TOUS EN CHŒUR LE PROCLAMENT</a:t>
            </a:r>
          </a:p>
          <a:p>
            <a:r>
              <a:rPr lang="fr-FR" smtClean="0"/>
              <a:t>     The clouds be rolled back as a scroll</a:t>
            </a:r>
          </a:p>
          <a:p>
            <a:r>
              <a:rPr lang="fr-FR" smtClean="0"/>
              <a:t> 
10-  LES TROMPETTES RÉSONNENT LE SEIGNEUR ARRIVERA </a:t>
            </a:r>
          </a:p>
          <a:p>
            <a:r>
              <a:rPr lang="fr-FR" smtClean="0"/>
              <a:t>       The trump shall resound, and the Lord shall descend,</a:t>
            </a:r>
          </a:p>
          <a:p>
            <a:r>
              <a:rPr lang="fr-FR" smtClean="0"/>
              <a:t>11-  ET DONC TOUT VA TRÈS BIEN  DANS MON ÂME </a:t>
            </a:r>
          </a:p>
          <a:p>
            <a:r>
              <a:rPr lang="fr-FR" smtClean="0"/>
              <a:t>       Even so, it is well with my soul</a:t>
            </a:r>
          </a:p>
          <a:p>
            <a:endParaRPr lang="fr-FR" smtClean="0"/>
          </a:p>
          <a:p>
            <a:r>
              <a:rPr lang="fr-FR" smtClean="0"/>
              <a:t>REFRAIN </a:t>
            </a:r>
          </a:p>
          <a:p>
            <a:r>
              <a:rPr lang="fr-FR" smtClean="0"/>
              <a:t>	12-  TOUT VA BIEN </a:t>
            </a:r>
          </a:p>
          <a:p>
            <a:r>
              <a:rPr lang="fr-FR" smtClean="0"/>
              <a:t>         	       It is well</a:t>
            </a:r>
          </a:p>
          <a:p>
            <a:r>
              <a:rPr lang="fr-FR" smtClean="0"/>
              <a:t>	13-  DANS MON CORPS</a:t>
            </a:r>
          </a:p>
          <a:p>
            <a:r>
              <a:rPr lang="fr-FR" smtClean="0"/>
              <a:t>     	       with my soul,</a:t>
            </a:r>
          </a:p>
          <a:p>
            <a:r>
              <a:rPr lang="fr-FR" smtClean="0"/>
              <a:t>	14-  TOUT VA BIEN TOUT VA BIEN DANS MON CORPS </a:t>
            </a:r>
          </a:p>
          <a:p>
            <a:r>
              <a:rPr lang="fr-FR" smtClean="0"/>
              <a:t>       	        It is well, with my soul,</a:t>
            </a:r>
          </a:p>
          <a:p>
            <a:endParaRPr lang="fr-FR" smtClean="0"/>
          </a:p>
          <a:p>
            <a:r>
              <a:rPr lang="fr-FR" smtClean="0"/>
              <a:t>15-  SEIGNEUR VIENT LE JOUR OÙ MA FOI SERA VUE </a:t>
            </a:r>
          </a:p>
          <a:p>
            <a:r>
              <a:rPr lang="fr-FR" smtClean="0"/>
              <a:t>     And Lord, haste the day when my faith shall be sight,</a:t>
            </a:r>
          </a:p>
          <a:p>
            <a:endParaRPr lang="fr-FR" smtClean="0"/>
          </a:p>
          <a:p>
            <a:r>
              <a:rPr lang="fr-FR" smtClean="0"/>
              <a:t>16-  LES NOUAGES SERONT DISPERSÉS LA TROMPETTE SONNERA </a:t>
            </a:r>
          </a:p>
          <a:p>
            <a:r>
              <a:rPr lang="fr-FR" smtClean="0"/>
              <a:t>       The clouds be rolled back as a scroll The trump shall resound, </a:t>
            </a:r>
          </a:p>
          <a:p>
            <a:endParaRPr lang="fr-FR" smtClean="0"/>
          </a:p>
          <a:p>
            <a:r>
              <a:rPr lang="fr-FR" smtClean="0"/>
              <a:t> 
17-  LE SEIGNEUR DESCENDRA ALORS TOUT, TOUT VA BIEN </a:t>
            </a:r>
          </a:p>
          <a:p>
            <a:r>
              <a:rPr lang="fr-FR" smtClean="0"/>
              <a:t>       and the Lord shall descend,</a:t>
            </a:r>
          </a:p>
          <a:p>
            <a:endParaRPr lang="fr-FR" smtClean="0"/>
          </a:p>
          <a:p>
            <a:r>
              <a:rPr lang="fr-FR" smtClean="0"/>
              <a:t>18-  DANS MON ÂME TOUT VA BIEN</a:t>
            </a:r>
          </a:p>
          <a:p>
            <a:r>
              <a:rPr lang="fr-FR" smtClean="0"/>
              <a:t>       It is well, with my soul </a:t>
            </a:r>
          </a:p>
          <a:p>
            <a:endParaRPr lang="fr-FR" smtClean="0"/>
          </a:p>
          <a:p>
            <a:r>
              <a:rPr lang="fr-FR" smtClean="0"/>
              <a:t>19-  DANS MON ÂME TOUT VA BIEN  TOUT VA BIEN DANS MON ÂME </a:t>
            </a:r>
          </a:p>
          <a:p>
            <a:r>
              <a:rPr lang="fr-FR" smtClean="0"/>
              <a:t>      It is well, with my soul, It is well, with my soul.</a:t>
            </a:r>
          </a:p>
          <a:p>
            <a:endParaRPr lang="fr-FR" smtClean="0"/>
          </a:p>
          <a:p>
            <a:r>
              <a:rPr lang="fr-FR" smtClean="0"/>
              <a:t>20-  TOUT VA BIEN DANS MON CORPS</a:t>
            </a:r>
          </a:p>
          <a:p>
            <a:r>
              <a:rPr lang="fr-FR" smtClean="0"/>
              <a:t>       It is well, with my soul,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21-  TOUT VA BIEN, TOUT VA BIEN DANS MON CORPS</a:t>
            </a:r>
          </a:p>
          <a:p>
            <a:r>
              <a:rPr lang="fr-FR" smtClean="0"/>
              <a:t>        It is well, with my soul,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11F49-FE36-4B5A-9428-85391CD483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98452-1158-4493-B1F5-E943BCC35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C9CB5-EE68-4EFB-948F-3D07CBB1AB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22062-ED5E-4E05-9B13-C80181B08B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4F76F-9158-4AE7-A053-7368525366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7464F-5068-4145-8C62-5503C2B7DC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1BC7B-F017-44F0-B009-04264E7B11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F7793-866D-4C19-9DA5-F975D19BB5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9F133-EE09-4F63-8BD2-4B1DD1CE55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D5CF2-E6E4-4788-A397-52FBDF1F10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8C153-6FE3-4DA0-9CB7-C5C13AA9FC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3EC66113-839C-466A-A49D-A7F0F3293D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VIENT TON IMMENSE PAIX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COULANT À FLOTS SUR MOI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VIENNENT LES PEINES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LES LARMES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3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QUE SOIT MON SORT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M’ÉCRIE AVEC FOI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DANS MON ÂME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TOUT VA BIEN DANS MON ÂME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FOI ME GUÉRIT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JÉSUS ME TOUCHA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TOUS EN CHŒUR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PROCLAMENT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TROMPETTES RÉSONNENT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ARRIVERA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DONC TOUT VA TRÈS BIEN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CORPS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DANS MON CORPS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VIENT LE JOUR OÙ MA FOI SERA VUE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NOUAGES SERONT DISPERSÉS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TROMPETTE SONNERA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DESCENDRA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TOUT, TOUT VA BIEN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 TOUT VA BIEN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 DANS MON ÂME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CORPS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BIEN, TOUT VA BIEN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CORPS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1164</Words>
  <Application>Microsoft Office PowerPoint</Application>
  <PresentationFormat>On-screen Show (4:3)</PresentationFormat>
  <Paragraphs>2390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45</cp:revision>
  <dcterms:created xsi:type="dcterms:W3CDTF">2002-08-17T09:30:25Z</dcterms:created>
  <dcterms:modified xsi:type="dcterms:W3CDTF">2017-06-11T10:45:39Z</dcterms:modified>
</cp:coreProperties>
</file>