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4" r:id="rId4"/>
    <p:sldId id="275" r:id="rId5"/>
    <p:sldId id="272" r:id="rId6"/>
    <p:sldId id="276" r:id="rId7"/>
    <p:sldId id="264" r:id="rId8"/>
    <p:sldId id="277" r:id="rId9"/>
    <p:sldId id="265" r:id="rId10"/>
    <p:sldId id="267" r:id="rId11"/>
    <p:sldId id="269" r:id="rId12"/>
    <p:sldId id="278" r:id="rId13"/>
    <p:sldId id="273" r:id="rId14"/>
    <p:sldId id="279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2692" autoAdjust="0"/>
    <p:restoredTop sz="90929"/>
  </p:normalViewPr>
  <p:slideViewPr>
    <p:cSldViewPr>
      <p:cViewPr varScale="1">
        <p:scale>
          <a:sx n="20" d="100"/>
          <a:sy n="20" d="100"/>
        </p:scale>
        <p:origin x="-120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0939B1B0-66DD-4FE8-9F96-73693AB54F1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B1EF5581-946A-49CC-B897-DE422267807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E5A28-DDDA-4936-A01F-1A766073CD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03FD5A-A0C8-42F0-91D3-1568DA902B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48E98-967C-47BB-8AD9-C621B5F9A4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F8AD9B-0173-438C-983F-9D94D66FAC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3FAC1-5637-4858-9D50-D1DA35D73B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10F98-9BF3-48EA-B202-C8F662B909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4ED2C-8121-4292-938B-57AE25538B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A02CB2-1EBE-4B00-B0FE-B2F5EEFDA9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3B318-B566-4739-9760-4D81F52210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A7566-D0C8-4F41-81CB-E4CBB8CAAD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9BF46-BC51-4DD3-B4DB-B2CDA7BADF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6EE8A448-CAE3-4169-9561-F19DCC0750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TOUT-PUISSANT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CŒUR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CONSIDÈRE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L’UNIVERS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CRÉ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CIEL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D’AZUR, 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ÉCLAIRS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TONNERRE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CLAIR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MATIN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OMBRES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AINSI, 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ÂME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LOUANGE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GRAND 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SI GRAND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QUAND, PAR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BOIS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FORÊT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PROFONDE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J’ERRE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J’ENTENDS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OISEAUX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QUAND, SUR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MONTS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SOURCE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LIVRE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ZÉPHIR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CHANT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DOUX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LÉGER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SONGE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Ô SUBLIME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MYSTÈRE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QU’UN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GRAND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AIT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PENSER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CHER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FILS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DEVENU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FRÈRE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SUIS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L’HÉRITIER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DU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GRAND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1009</Words>
  <Application>Microsoft PowerPoint</Application>
  <PresentationFormat>On-screen Show (4:3)</PresentationFormat>
  <Paragraphs>560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Brandon</cp:lastModifiedBy>
  <cp:revision>50</cp:revision>
  <dcterms:created xsi:type="dcterms:W3CDTF">2002-08-17T09:59:54Z</dcterms:created>
  <dcterms:modified xsi:type="dcterms:W3CDTF">2014-08-23T20:07:14Z</dcterms:modified>
</cp:coreProperties>
</file>