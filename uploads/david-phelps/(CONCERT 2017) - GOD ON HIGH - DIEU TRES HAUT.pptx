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8" r:id="rId2"/>
    <p:sldId id="273" r:id="rId3"/>
    <p:sldId id="259" r:id="rId4"/>
    <p:sldId id="260" r:id="rId5"/>
    <p:sldId id="261" r:id="rId6"/>
    <p:sldId id="262" r:id="rId7"/>
    <p:sldId id="274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93" autoAdjust="0"/>
    <p:restoredTop sz="42636" autoAdjust="0"/>
  </p:normalViewPr>
  <p:slideViewPr>
    <p:cSldViewPr>
      <p:cViewPr varScale="1">
        <p:scale>
          <a:sx n="22" d="100"/>
          <a:sy n="22" d="100"/>
        </p:scale>
        <p:origin x="-156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D162CCEC-185C-41BE-9B81-ADE52EB2CFD2}" type="datetimeFigureOut">
              <a:rPr lang="fr-FR"/>
              <a:pPr>
                <a:defRPr/>
              </a:pPr>
              <a:t>19/02/2018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71E30DBB-2961-405C-A5F9-73F56D4E9EE1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80359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ÉCOUTE MA PRIÈRE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MON BESOIN TU AS TOUJOURS ÉTÉ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EST JEUNE EFFRAYÉ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DONNE-LUI LE REPOS BÉNI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RAMÈNE-LE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EST LE FILS QUE J’AURAI 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SI DIEU ME L’AVAIT ACCORDÉ LES ÉTÉS PASSENT UN PAR 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VITE ILS S’ENVOLENT ENCORE ET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AVANT QUE JE VIEILLISSE AVANT QUE JE PARTE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DONNE-LUI LA PAIX DONNE-LUI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JEUNE IL N’EST QU’UN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TU PEUX PRENDRE ET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LAISSE-LE ÊTRE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JE MEURS, LAISSE-MOI MOURIR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RAMÈNE-LE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DIEU TRÈS HAUT</a:t>
            </a:r>
          </a:p>
          <a:p>
            <a:pPr eaLnBrk="1" hangingPunct="1"/>
            <a:r>
              <a:rPr lang="fr-FR" altLang="fr-FR" sz="1200" smtClean="0"/>
              <a:t>2-  ÉCOUTE MA PRIÈRE</a:t>
            </a:r>
          </a:p>
          <a:p>
            <a:pPr eaLnBrk="1" hangingPunct="1"/>
            <a:r>
              <a:rPr lang="fr-FR" altLang="fr-FR" sz="1200" smtClean="0"/>
              <a:t>3-  DANS MON BESOIN TU AS TOUJOURS ÉTÉ LÀ</a:t>
            </a:r>
          </a:p>
          <a:p>
            <a:pPr eaLnBrk="1" hangingPunct="1"/>
            <a:r>
              <a:rPr lang="fr-FR" altLang="fr-FR" sz="1200" smtClean="0"/>
              <a:t>4-  IL EST JEUNE EFFRAYÉ</a:t>
            </a:r>
          </a:p>
          <a:p>
            <a:pPr eaLnBrk="1" hangingPunct="1"/>
            <a:r>
              <a:rPr lang="fr-FR" altLang="fr-FR" sz="1200" smtClean="0"/>
              <a:t>5-  DONNE-LUI LE REPOS BÉNI DU CIEL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RAMÈNE-LE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7-  IL EST LE FILS QUE J’AURAI EU</a:t>
            </a:r>
          </a:p>
          <a:p>
            <a:pPr eaLnBrk="1" hangingPunct="1"/>
            <a:r>
              <a:rPr lang="fr-FR" altLang="fr-FR" sz="1200" smtClean="0"/>
              <a:t>8-  SI DIEU ME L’AVAIT ACCORDÉ LES ÉTÉS PASSENT UN PAR UN</a:t>
            </a:r>
          </a:p>
          <a:p>
            <a:pPr eaLnBrk="1" hangingPunct="1"/>
            <a:r>
              <a:rPr lang="fr-FR" altLang="fr-FR" sz="1200" smtClean="0"/>
              <a:t>9-  SI VITE ILS S’ENVOLENT ENCORE ET ENCORE</a:t>
            </a:r>
          </a:p>
          <a:p>
            <a:pPr eaLnBrk="1" hangingPunct="1"/>
            <a:r>
              <a:rPr lang="fr-FR" altLang="fr-FR" sz="1200" smtClean="0"/>
              <a:t>10-  AVANT QUE JE VIEILLISSE AVANT QUE JE PARTE</a:t>
            </a:r>
          </a:p>
          <a:p>
            <a:pPr eaLnBrk="1" hangingPunct="1"/>
            <a:r>
              <a:rPr lang="fr-FR" altLang="fr-FR" sz="1200" smtClean="0"/>
              <a:t>11-  DONNE-LUI LA PAIX DONNE-LUI LA JOIE</a:t>
            </a:r>
          </a:p>
          <a:p>
            <a:pPr eaLnBrk="1" hangingPunct="1"/>
            <a:r>
              <a:rPr lang="fr-FR" altLang="fr-FR" sz="1200" smtClean="0"/>
              <a:t>12-  IL EST JEUNE IL N’EST QU’UN ENFANT</a:t>
            </a:r>
          </a:p>
          <a:p>
            <a:pPr eaLnBrk="1" hangingPunct="1"/>
            <a:r>
              <a:rPr lang="fr-FR" altLang="fr-FR" sz="1200" smtClean="0"/>
              <a:t>13-  TU PEUX PRENDRE ET DONNER</a:t>
            </a:r>
          </a:p>
          <a:p>
            <a:pPr eaLnBrk="1" hangingPunct="1"/>
            <a:r>
              <a:rPr lang="fr-FR" altLang="fr-FR" sz="1200" smtClean="0"/>
              <a:t>14-  LAISSE-LE ÊTRE LAISSE-LE VIVRE</a:t>
            </a:r>
          </a:p>
          <a:p>
            <a:pPr eaLnBrk="1" hangingPunct="1"/>
            <a:r>
              <a:rPr lang="fr-FR" altLang="fr-FR" sz="1200" smtClean="0"/>
              <a:t>15-  SI JE MEURS, LAISSE-MOI MOURIR LAISSE-LE VIVRE</a:t>
            </a:r>
          </a:p>
          <a:p>
            <a:pPr eaLnBrk="1" hangingPunct="1"/>
            <a:r>
              <a:rPr lang="fr-FR" altLang="fr-FR" sz="1200" smtClean="0"/>
              <a:t>16-  RAMÈNE-LE</a:t>
            </a:r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ÉCOUTE MA PRIÈRE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MON BESOIN TU AS TOUJOURS ÉTÉ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EST JEUNE EFFRAYÉ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DONNE-LUI LE REPOS BÉNI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RAMÈNE-LE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EST LE FILS QUE J’AURAI 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SI DIEU ME L’AVAIT ACCORDÉ LES ÉTÉS PASSENT UN PAR 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VITE ILS S’ENVOLENT ENCORE ET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AVANT QUE JE VIEILLISSE AVANT QUE JE PARTE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DONNE-LUI LA PAIX DONNE-LUI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JEUNE IL N’EST QU’UN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TU PEUX PRENDRE ET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LAISSE-LE ÊTRE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JE MEURS, LAISSE-MOI MOURIR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RAMÈNE-LE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DIEU TRÈS HAUT</a:t>
            </a:r>
          </a:p>
          <a:p>
            <a:pPr eaLnBrk="1" hangingPunct="1"/>
            <a:r>
              <a:rPr lang="fr-FR" altLang="fr-FR" sz="1200" smtClean="0"/>
              <a:t>2-  ÉCOUTE MA PRIÈRE</a:t>
            </a:r>
          </a:p>
          <a:p>
            <a:pPr eaLnBrk="1" hangingPunct="1"/>
            <a:r>
              <a:rPr lang="fr-FR" altLang="fr-FR" sz="1200" smtClean="0"/>
              <a:t>3-  DANS MON BESOIN TU AS TOUJOURS ÉTÉ LÀ</a:t>
            </a:r>
          </a:p>
          <a:p>
            <a:pPr eaLnBrk="1" hangingPunct="1"/>
            <a:r>
              <a:rPr lang="fr-FR" altLang="fr-FR" sz="1200" smtClean="0"/>
              <a:t>4-  IL EST JEUNE EFFRAYÉ</a:t>
            </a:r>
          </a:p>
          <a:p>
            <a:pPr eaLnBrk="1" hangingPunct="1"/>
            <a:r>
              <a:rPr lang="fr-FR" altLang="fr-FR" sz="1200" smtClean="0"/>
              <a:t>5-  DONNE-LUI LE REPOS BÉNI DU CIEL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RAMÈNE-LE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7-  IL EST LE FILS QUE J’AURAI EU</a:t>
            </a:r>
          </a:p>
          <a:p>
            <a:pPr eaLnBrk="1" hangingPunct="1"/>
            <a:r>
              <a:rPr lang="fr-FR" altLang="fr-FR" sz="1200" smtClean="0"/>
              <a:t>8-  SI DIEU ME L’AVAIT ACCORDÉ LES ÉTÉS PASSENT UN PAR UN</a:t>
            </a:r>
          </a:p>
          <a:p>
            <a:pPr eaLnBrk="1" hangingPunct="1"/>
            <a:r>
              <a:rPr lang="fr-FR" altLang="fr-FR" sz="1200" smtClean="0"/>
              <a:t>9-  SI VITE ILS S’ENVOLENT ENCORE ET ENCORE</a:t>
            </a:r>
          </a:p>
          <a:p>
            <a:pPr eaLnBrk="1" hangingPunct="1"/>
            <a:r>
              <a:rPr lang="fr-FR" altLang="fr-FR" sz="1200" smtClean="0"/>
              <a:t>10-  AVANT QUE JE VIEILLISSE AVANT QUE JE PARTE</a:t>
            </a:r>
          </a:p>
          <a:p>
            <a:pPr eaLnBrk="1" hangingPunct="1"/>
            <a:r>
              <a:rPr lang="fr-FR" altLang="fr-FR" sz="1200" smtClean="0"/>
              <a:t>11-  DONNE-LUI LA PAIX DONNE-LUI LA JOIE</a:t>
            </a:r>
          </a:p>
          <a:p>
            <a:pPr eaLnBrk="1" hangingPunct="1"/>
            <a:r>
              <a:rPr lang="fr-FR" altLang="fr-FR" sz="1200" smtClean="0"/>
              <a:t>12-  IL EST JEUNE IL N’EST QU’UN ENFANT</a:t>
            </a:r>
          </a:p>
          <a:p>
            <a:pPr eaLnBrk="1" hangingPunct="1"/>
            <a:r>
              <a:rPr lang="fr-FR" altLang="fr-FR" sz="1200" smtClean="0"/>
              <a:t>13-  TU PEUX PRENDRE ET DONNER</a:t>
            </a:r>
          </a:p>
          <a:p>
            <a:pPr eaLnBrk="1" hangingPunct="1"/>
            <a:r>
              <a:rPr lang="fr-FR" altLang="fr-FR" sz="1200" smtClean="0"/>
              <a:t>14-  LAISSE-LE ÊTRE LAISSE-LE VIVRE</a:t>
            </a:r>
          </a:p>
          <a:p>
            <a:pPr eaLnBrk="1" hangingPunct="1"/>
            <a:r>
              <a:rPr lang="fr-FR" altLang="fr-FR" sz="1200" smtClean="0"/>
              <a:t>15-  SI JE MEURS, LAISSE-MOI MOURIR LAISSE-LE VIVRE</a:t>
            </a:r>
          </a:p>
          <a:p>
            <a:pPr eaLnBrk="1" hangingPunct="1"/>
            <a:r>
              <a:rPr lang="fr-FR" altLang="fr-FR" sz="1200" smtClean="0"/>
              <a:t>16-  RAMÈNE-LE</a:t>
            </a:r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ÉCOUTE MA PRIÈRE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MON BESOIN TU AS TOUJOURS ÉTÉ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EST JEUNE EFFRAYÉ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DONNE-LUI LE REPOS BÉNI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RAMÈNE-LE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EST LE FILS QUE J’AURAI 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SI DIEU ME L’AVAIT ACCORDÉ LES ÉTÉS PASSENT UN PAR 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VITE ILS S’ENVOLENT ENCORE ET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AVANT QUE JE VIEILLISSE AVANT QUE JE PARTE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DONNE-LUI LA PAIX DONNE-LUI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JEUNE IL N’EST QU’UN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TU PEUX PRENDRE ET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LAISSE-LE ÊTRE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JE MEURS, LAISSE-MOI MOURIR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RAMÈNE-LE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DIEU TRÈS HAUT</a:t>
            </a:r>
          </a:p>
          <a:p>
            <a:pPr eaLnBrk="1" hangingPunct="1"/>
            <a:r>
              <a:rPr lang="fr-FR" altLang="fr-FR" sz="1200" smtClean="0"/>
              <a:t>2-  ÉCOUTE MA PRIÈRE</a:t>
            </a:r>
          </a:p>
          <a:p>
            <a:pPr eaLnBrk="1" hangingPunct="1"/>
            <a:r>
              <a:rPr lang="fr-FR" altLang="fr-FR" sz="1200" smtClean="0"/>
              <a:t>3-  DANS MON BESOIN TU AS TOUJOURS ÉTÉ LÀ</a:t>
            </a:r>
          </a:p>
          <a:p>
            <a:pPr eaLnBrk="1" hangingPunct="1"/>
            <a:r>
              <a:rPr lang="fr-FR" altLang="fr-FR" sz="1200" smtClean="0"/>
              <a:t>4-  IL EST JEUNE EFFRAYÉ</a:t>
            </a:r>
          </a:p>
          <a:p>
            <a:pPr eaLnBrk="1" hangingPunct="1"/>
            <a:r>
              <a:rPr lang="fr-FR" altLang="fr-FR" sz="1200" smtClean="0"/>
              <a:t>5-  DONNE-LUI LE REPOS BÉNI DU CIEL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RAMÈNE-LE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7-  IL EST LE FILS QUE J’AURAI EU</a:t>
            </a:r>
          </a:p>
          <a:p>
            <a:pPr eaLnBrk="1" hangingPunct="1"/>
            <a:r>
              <a:rPr lang="fr-FR" altLang="fr-FR" sz="1200" smtClean="0"/>
              <a:t>8-  SI DIEU ME L’AVAIT ACCORDÉ LES ÉTÉS PASSENT UN PAR UN</a:t>
            </a:r>
          </a:p>
          <a:p>
            <a:pPr eaLnBrk="1" hangingPunct="1"/>
            <a:r>
              <a:rPr lang="fr-FR" altLang="fr-FR" sz="1200" smtClean="0"/>
              <a:t>9-  SI VITE ILS S’ENVOLENT ENCORE ET ENCORE</a:t>
            </a:r>
          </a:p>
          <a:p>
            <a:pPr eaLnBrk="1" hangingPunct="1"/>
            <a:r>
              <a:rPr lang="fr-FR" altLang="fr-FR" sz="1200" smtClean="0"/>
              <a:t>10-  AVANT QUE JE VIEILLISSE AVANT QUE JE PARTE</a:t>
            </a:r>
          </a:p>
          <a:p>
            <a:pPr eaLnBrk="1" hangingPunct="1"/>
            <a:r>
              <a:rPr lang="fr-FR" altLang="fr-FR" sz="1200" smtClean="0"/>
              <a:t>11-  DONNE-LUI LA PAIX DONNE-LUI LA JOIE</a:t>
            </a:r>
          </a:p>
          <a:p>
            <a:pPr eaLnBrk="1" hangingPunct="1"/>
            <a:r>
              <a:rPr lang="fr-FR" altLang="fr-FR" sz="1200" smtClean="0"/>
              <a:t>12-  IL EST JEUNE IL N’EST QU’UN ENFANT</a:t>
            </a:r>
          </a:p>
          <a:p>
            <a:pPr eaLnBrk="1" hangingPunct="1"/>
            <a:r>
              <a:rPr lang="fr-FR" altLang="fr-FR" sz="1200" smtClean="0"/>
              <a:t>13-  TU PEUX PRENDRE ET DONNER</a:t>
            </a:r>
          </a:p>
          <a:p>
            <a:pPr eaLnBrk="1" hangingPunct="1"/>
            <a:r>
              <a:rPr lang="fr-FR" altLang="fr-FR" sz="1200" smtClean="0"/>
              <a:t>14-  LAISSE-LE ÊTRE LAISSE-LE VIVRE</a:t>
            </a:r>
          </a:p>
          <a:p>
            <a:pPr eaLnBrk="1" hangingPunct="1"/>
            <a:r>
              <a:rPr lang="fr-FR" altLang="fr-FR" sz="1200" smtClean="0"/>
              <a:t>15-  SI JE MEURS, LAISSE-MOI MOURIR LAISSE-LE VIVRE</a:t>
            </a:r>
          </a:p>
          <a:p>
            <a:pPr eaLnBrk="1" hangingPunct="1"/>
            <a:r>
              <a:rPr lang="fr-FR" altLang="fr-FR" sz="1200" smtClean="0"/>
              <a:t>16-  RAMÈNE-LE</a:t>
            </a:r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ÉCOUTE MA PRIÈRE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MON BESOIN TU AS TOUJOURS ÉTÉ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EST JEUNE EFFRAYÉ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DONNE-LUI LE REPOS BÉNI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RAMÈNE-LE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EST LE FILS QUE J’AURAI 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SI DIEU ME L’AVAIT ACCORDÉ LES ÉTÉS PASSENT UN PAR 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VITE ILS S’ENVOLENT ENCORE ET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AVANT QUE JE VIEILLISSE AVANT QUE JE PARTE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DONNE-LUI LA PAIX DONNE-LUI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JEUNE IL N’EST QU’UN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TU PEUX PRENDRE ET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LAISSE-LE ÊTRE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JE MEURS, LAISSE-MOI MOURIR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RAMÈNE-LE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DIEU TRÈS HAUT</a:t>
            </a:r>
          </a:p>
          <a:p>
            <a:pPr eaLnBrk="1" hangingPunct="1"/>
            <a:r>
              <a:rPr lang="fr-FR" altLang="fr-FR" sz="1200" smtClean="0"/>
              <a:t>2-  ÉCOUTE MA PRIÈRE</a:t>
            </a:r>
          </a:p>
          <a:p>
            <a:pPr eaLnBrk="1" hangingPunct="1"/>
            <a:r>
              <a:rPr lang="fr-FR" altLang="fr-FR" sz="1200" smtClean="0"/>
              <a:t>3-  DANS MON BESOIN TU AS TOUJOURS ÉTÉ LÀ</a:t>
            </a:r>
          </a:p>
          <a:p>
            <a:pPr eaLnBrk="1" hangingPunct="1"/>
            <a:r>
              <a:rPr lang="fr-FR" altLang="fr-FR" sz="1200" smtClean="0"/>
              <a:t>4-  IL EST JEUNE EFFRAYÉ</a:t>
            </a:r>
          </a:p>
          <a:p>
            <a:pPr eaLnBrk="1" hangingPunct="1"/>
            <a:r>
              <a:rPr lang="fr-FR" altLang="fr-FR" sz="1200" smtClean="0"/>
              <a:t>5-  DONNE-LUI LE REPOS BÉNI DU CIEL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RAMÈNE-LE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7-  IL EST LE FILS QUE J’AURAI EU</a:t>
            </a:r>
          </a:p>
          <a:p>
            <a:pPr eaLnBrk="1" hangingPunct="1"/>
            <a:r>
              <a:rPr lang="fr-FR" altLang="fr-FR" sz="1200" smtClean="0"/>
              <a:t>8-  SI DIEU ME L’AVAIT ACCORDÉ LES ÉTÉS PASSENT UN PAR UN</a:t>
            </a:r>
          </a:p>
          <a:p>
            <a:pPr eaLnBrk="1" hangingPunct="1"/>
            <a:r>
              <a:rPr lang="fr-FR" altLang="fr-FR" sz="1200" smtClean="0"/>
              <a:t>9-  SI VITE ILS S’ENVOLENT ENCORE ET ENCORE</a:t>
            </a:r>
          </a:p>
          <a:p>
            <a:pPr eaLnBrk="1" hangingPunct="1"/>
            <a:r>
              <a:rPr lang="fr-FR" altLang="fr-FR" sz="1200" smtClean="0"/>
              <a:t>10-  AVANT QUE JE VIEILLISSE AVANT QUE JE PARTE</a:t>
            </a:r>
          </a:p>
          <a:p>
            <a:pPr eaLnBrk="1" hangingPunct="1"/>
            <a:r>
              <a:rPr lang="fr-FR" altLang="fr-FR" sz="1200" smtClean="0"/>
              <a:t>11-  DONNE-LUI LA PAIX DONNE-LUI LA JOIE</a:t>
            </a:r>
          </a:p>
          <a:p>
            <a:pPr eaLnBrk="1" hangingPunct="1"/>
            <a:r>
              <a:rPr lang="fr-FR" altLang="fr-FR" sz="1200" smtClean="0"/>
              <a:t>12-  IL EST JEUNE IL N’EST QU’UN ENFANT</a:t>
            </a:r>
          </a:p>
          <a:p>
            <a:pPr eaLnBrk="1" hangingPunct="1"/>
            <a:r>
              <a:rPr lang="fr-FR" altLang="fr-FR" sz="1200" smtClean="0"/>
              <a:t>13-  TU PEUX PRENDRE ET DONNER</a:t>
            </a:r>
          </a:p>
          <a:p>
            <a:pPr eaLnBrk="1" hangingPunct="1"/>
            <a:r>
              <a:rPr lang="fr-FR" altLang="fr-FR" sz="1200" smtClean="0"/>
              <a:t>14-  LAISSE-LE ÊTRE LAISSE-LE VIVRE</a:t>
            </a:r>
          </a:p>
          <a:p>
            <a:pPr eaLnBrk="1" hangingPunct="1"/>
            <a:r>
              <a:rPr lang="fr-FR" altLang="fr-FR" sz="1200" smtClean="0"/>
              <a:t>15-  SI JE MEURS, LAISSE-MOI MOURIR LAISSE-LE VIVRE</a:t>
            </a:r>
          </a:p>
          <a:p>
            <a:pPr eaLnBrk="1" hangingPunct="1"/>
            <a:r>
              <a:rPr lang="fr-FR" altLang="fr-FR" sz="1200" smtClean="0"/>
              <a:t>16-  RAMÈNE-LE</a:t>
            </a:r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ÉCOUTE MA PRIÈRE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MON BESOIN TU AS TOUJOURS ÉTÉ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EST JEUNE EFFRAYÉ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DONNE-LUI LE REPOS BÉNI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RAMÈNE-LE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EST LE FILS QUE J’AURAI 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SI DIEU ME L’AVAIT ACCORDÉ LES ÉTÉS PASSENT UN PAR 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VITE ILS S’ENVOLENT ENCORE ET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AVANT QUE JE VIEILLISSE AVANT QUE JE PARTE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DONNE-LUI LA PAIX DONNE-LUI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JEUNE IL N’EST QU’UN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TU PEUX PRENDRE ET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LAISSE-LE ÊTRE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JE MEURS, LAISSE-MOI MOURIR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RAMÈNE-LE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DIEU TRÈS HAUT</a:t>
            </a:r>
          </a:p>
          <a:p>
            <a:pPr eaLnBrk="1" hangingPunct="1"/>
            <a:r>
              <a:rPr lang="fr-FR" altLang="fr-FR" sz="1200" smtClean="0"/>
              <a:t>2-  ÉCOUTE MA PRIÈRE</a:t>
            </a:r>
          </a:p>
          <a:p>
            <a:pPr eaLnBrk="1" hangingPunct="1"/>
            <a:r>
              <a:rPr lang="fr-FR" altLang="fr-FR" sz="1200" smtClean="0"/>
              <a:t>3-  DANS MON BESOIN TU AS TOUJOURS ÉTÉ LÀ</a:t>
            </a:r>
          </a:p>
          <a:p>
            <a:pPr eaLnBrk="1" hangingPunct="1"/>
            <a:r>
              <a:rPr lang="fr-FR" altLang="fr-FR" sz="1200" smtClean="0"/>
              <a:t>4-  IL EST JEUNE EFFRAYÉ</a:t>
            </a:r>
          </a:p>
          <a:p>
            <a:pPr eaLnBrk="1" hangingPunct="1"/>
            <a:r>
              <a:rPr lang="fr-FR" altLang="fr-FR" sz="1200" smtClean="0"/>
              <a:t>5-  DONNE-LUI LE REPOS BÉNI DU CIEL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RAMÈNE-LE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7-  IL EST LE FILS QUE J’AURAI EU</a:t>
            </a:r>
          </a:p>
          <a:p>
            <a:pPr eaLnBrk="1" hangingPunct="1"/>
            <a:r>
              <a:rPr lang="fr-FR" altLang="fr-FR" sz="1200" smtClean="0"/>
              <a:t>8-  SI DIEU ME L’AVAIT ACCORDÉ LES ÉTÉS PASSENT UN PAR UN</a:t>
            </a:r>
          </a:p>
          <a:p>
            <a:pPr eaLnBrk="1" hangingPunct="1"/>
            <a:r>
              <a:rPr lang="fr-FR" altLang="fr-FR" sz="1200" smtClean="0"/>
              <a:t>9-  SI VITE ILS S’ENVOLENT ENCORE ET ENCORE</a:t>
            </a:r>
          </a:p>
          <a:p>
            <a:pPr eaLnBrk="1" hangingPunct="1"/>
            <a:r>
              <a:rPr lang="fr-FR" altLang="fr-FR" sz="1200" smtClean="0"/>
              <a:t>10-  AVANT QUE JE VIEILLISSE AVANT QUE JE PARTE</a:t>
            </a:r>
          </a:p>
          <a:p>
            <a:pPr eaLnBrk="1" hangingPunct="1"/>
            <a:r>
              <a:rPr lang="fr-FR" altLang="fr-FR" sz="1200" smtClean="0"/>
              <a:t>11-  DONNE-LUI LA PAIX DONNE-LUI LA JOIE</a:t>
            </a:r>
          </a:p>
          <a:p>
            <a:pPr eaLnBrk="1" hangingPunct="1"/>
            <a:r>
              <a:rPr lang="fr-FR" altLang="fr-FR" sz="1200" smtClean="0"/>
              <a:t>12-  IL EST JEUNE IL N’EST QU’UN ENFANT</a:t>
            </a:r>
          </a:p>
          <a:p>
            <a:pPr eaLnBrk="1" hangingPunct="1"/>
            <a:r>
              <a:rPr lang="fr-FR" altLang="fr-FR" sz="1200" smtClean="0"/>
              <a:t>13-  TU PEUX PRENDRE ET DONNER</a:t>
            </a:r>
          </a:p>
          <a:p>
            <a:pPr eaLnBrk="1" hangingPunct="1"/>
            <a:r>
              <a:rPr lang="fr-FR" altLang="fr-FR" sz="1200" smtClean="0"/>
              <a:t>14-  LAISSE-LE ÊTRE LAISSE-LE VIVRE</a:t>
            </a:r>
          </a:p>
          <a:p>
            <a:pPr eaLnBrk="1" hangingPunct="1"/>
            <a:r>
              <a:rPr lang="fr-FR" altLang="fr-FR" sz="1200" smtClean="0"/>
              <a:t>15-  SI JE MEURS, LAISSE-MOI MOURIR LAISSE-LE VIVRE</a:t>
            </a:r>
          </a:p>
          <a:p>
            <a:pPr eaLnBrk="1" hangingPunct="1"/>
            <a:r>
              <a:rPr lang="fr-FR" altLang="fr-FR" sz="1200" smtClean="0"/>
              <a:t>16-  RAMÈNE-LE</a:t>
            </a:r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ÉCOUTE MA PRIÈRE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MON BESOIN TU AS TOUJOURS ÉTÉ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EST JEUNE EFFRAYÉ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DONNE-LUI LE REPOS BÉNI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RAMÈNE-LE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EST LE FILS QUE J’AURAI 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SI DIEU ME L’AVAIT ACCORDÉ LES ÉTÉS PASSENT UN PAR 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VITE ILS S’ENVOLENT ENCORE ET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AVANT QUE JE VIEILLISSE AVANT QUE JE PARTE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DONNE-LUI LA PAIX DONNE-LUI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JEUNE IL N’EST QU’UN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TU PEUX PRENDRE ET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LAISSE-LE ÊTRE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JE MEURS, LAISSE-MOI MOURIR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RAMÈNE-LE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DIEU TRÈS HAUT</a:t>
            </a:r>
          </a:p>
          <a:p>
            <a:pPr eaLnBrk="1" hangingPunct="1"/>
            <a:r>
              <a:rPr lang="fr-FR" altLang="fr-FR" sz="1200" smtClean="0"/>
              <a:t>2-  ÉCOUTE MA PRIÈRE</a:t>
            </a:r>
          </a:p>
          <a:p>
            <a:pPr eaLnBrk="1" hangingPunct="1"/>
            <a:r>
              <a:rPr lang="fr-FR" altLang="fr-FR" sz="1200" smtClean="0"/>
              <a:t>3-  DANS MON BESOIN TU AS TOUJOURS ÉTÉ LÀ</a:t>
            </a:r>
          </a:p>
          <a:p>
            <a:pPr eaLnBrk="1" hangingPunct="1"/>
            <a:r>
              <a:rPr lang="fr-FR" altLang="fr-FR" sz="1200" smtClean="0"/>
              <a:t>4-  IL EST JEUNE EFFRAYÉ</a:t>
            </a:r>
          </a:p>
          <a:p>
            <a:pPr eaLnBrk="1" hangingPunct="1"/>
            <a:r>
              <a:rPr lang="fr-FR" altLang="fr-FR" sz="1200" smtClean="0"/>
              <a:t>5-  DONNE-LUI LE REPOS BÉNI DU CIEL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RAMÈNE-LE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7-  IL EST LE FILS QUE J’AURAI EU</a:t>
            </a:r>
          </a:p>
          <a:p>
            <a:pPr eaLnBrk="1" hangingPunct="1"/>
            <a:r>
              <a:rPr lang="fr-FR" altLang="fr-FR" sz="1200" smtClean="0"/>
              <a:t>8-  SI DIEU ME L’AVAIT ACCORDÉ LES ÉTÉS PASSENT UN PAR UN</a:t>
            </a:r>
          </a:p>
          <a:p>
            <a:pPr eaLnBrk="1" hangingPunct="1"/>
            <a:r>
              <a:rPr lang="fr-FR" altLang="fr-FR" sz="1200" smtClean="0"/>
              <a:t>9-  SI VITE ILS S’ENVOLENT ENCORE ET ENCORE</a:t>
            </a:r>
          </a:p>
          <a:p>
            <a:pPr eaLnBrk="1" hangingPunct="1"/>
            <a:r>
              <a:rPr lang="fr-FR" altLang="fr-FR" sz="1200" smtClean="0"/>
              <a:t>10-  AVANT QUE JE VIEILLISSE AVANT QUE JE PARTE</a:t>
            </a:r>
          </a:p>
          <a:p>
            <a:pPr eaLnBrk="1" hangingPunct="1"/>
            <a:r>
              <a:rPr lang="fr-FR" altLang="fr-FR" sz="1200" smtClean="0"/>
              <a:t>11-  DONNE-LUI LA PAIX DONNE-LUI LA JOIE</a:t>
            </a:r>
          </a:p>
          <a:p>
            <a:pPr eaLnBrk="1" hangingPunct="1"/>
            <a:r>
              <a:rPr lang="fr-FR" altLang="fr-FR" sz="1200" smtClean="0"/>
              <a:t>12-  IL EST JEUNE IL N’EST QU’UN ENFANT</a:t>
            </a:r>
          </a:p>
          <a:p>
            <a:pPr eaLnBrk="1" hangingPunct="1"/>
            <a:r>
              <a:rPr lang="fr-FR" altLang="fr-FR" sz="1200" smtClean="0"/>
              <a:t>13-  TU PEUX PRENDRE ET DONNER</a:t>
            </a:r>
          </a:p>
          <a:p>
            <a:pPr eaLnBrk="1" hangingPunct="1"/>
            <a:r>
              <a:rPr lang="fr-FR" altLang="fr-FR" sz="1200" smtClean="0"/>
              <a:t>14-  LAISSE-LE ÊTRE LAISSE-LE VIVRE</a:t>
            </a:r>
          </a:p>
          <a:p>
            <a:pPr eaLnBrk="1" hangingPunct="1"/>
            <a:r>
              <a:rPr lang="fr-FR" altLang="fr-FR" sz="1200" smtClean="0"/>
              <a:t>15-  SI JE MEURS, LAISSE-MOI MOURIR LAISSE-LE VIVRE</a:t>
            </a:r>
          </a:p>
          <a:p>
            <a:pPr eaLnBrk="1" hangingPunct="1"/>
            <a:r>
              <a:rPr lang="fr-FR" altLang="fr-FR" sz="1200" smtClean="0"/>
              <a:t>16-  RAMÈNE-LE</a:t>
            </a:r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ÉCOUTE MA PRIÈRE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MON BESOIN TU AS TOUJOURS ÉTÉ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EST JEUNE EFFRAYÉ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DONNE-LUI LE REPOS BÉNI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RAMÈNE-LE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EST LE FILS QUE J’AURAI 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SI DIEU ME L’AVAIT ACCORDÉ LES ÉTÉS PASSENT UN PAR 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VITE ILS S’ENVOLENT ENCORE ET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AVANT QUE JE VIEILLISSE AVANT QUE JE PARTE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DONNE-LUI LA PAIX DONNE-LUI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JEUNE IL N’EST QU’UN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TU PEUX PRENDRE ET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LAISSE-LE ÊTRE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JE MEURS, LAISSE-MOI MOURIR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RAMÈNE-LE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DIEU TRÈS HAUT</a:t>
            </a:r>
          </a:p>
          <a:p>
            <a:pPr eaLnBrk="1" hangingPunct="1"/>
            <a:r>
              <a:rPr lang="fr-FR" altLang="fr-FR" sz="1200" smtClean="0"/>
              <a:t>2-  ÉCOUTE MA PRIÈRE</a:t>
            </a:r>
          </a:p>
          <a:p>
            <a:pPr eaLnBrk="1" hangingPunct="1"/>
            <a:r>
              <a:rPr lang="fr-FR" altLang="fr-FR" sz="1200" smtClean="0"/>
              <a:t>3-  DANS MON BESOIN TU AS TOUJOURS ÉTÉ LÀ</a:t>
            </a:r>
          </a:p>
          <a:p>
            <a:pPr eaLnBrk="1" hangingPunct="1"/>
            <a:r>
              <a:rPr lang="fr-FR" altLang="fr-FR" sz="1200" smtClean="0"/>
              <a:t>4-  IL EST JEUNE EFFRAYÉ</a:t>
            </a:r>
          </a:p>
          <a:p>
            <a:pPr eaLnBrk="1" hangingPunct="1"/>
            <a:r>
              <a:rPr lang="fr-FR" altLang="fr-FR" sz="1200" smtClean="0"/>
              <a:t>5-  DONNE-LUI LE REPOS BÉNI DU CIEL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RAMÈNE-LE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7-  IL EST LE FILS QUE J’AURAI EU</a:t>
            </a:r>
          </a:p>
          <a:p>
            <a:pPr eaLnBrk="1" hangingPunct="1"/>
            <a:r>
              <a:rPr lang="fr-FR" altLang="fr-FR" sz="1200" smtClean="0"/>
              <a:t>8-  SI DIEU ME L’AVAIT ACCORDÉ LES ÉTÉS PASSENT UN PAR UN</a:t>
            </a:r>
          </a:p>
          <a:p>
            <a:pPr eaLnBrk="1" hangingPunct="1"/>
            <a:r>
              <a:rPr lang="fr-FR" altLang="fr-FR" sz="1200" smtClean="0"/>
              <a:t>9-  SI VITE ILS S’ENVOLENT ENCORE ET ENCORE</a:t>
            </a:r>
          </a:p>
          <a:p>
            <a:pPr eaLnBrk="1" hangingPunct="1"/>
            <a:r>
              <a:rPr lang="fr-FR" altLang="fr-FR" sz="1200" smtClean="0"/>
              <a:t>10-  AVANT QUE JE VIEILLISSE AVANT QUE JE PARTE</a:t>
            </a:r>
          </a:p>
          <a:p>
            <a:pPr eaLnBrk="1" hangingPunct="1"/>
            <a:r>
              <a:rPr lang="fr-FR" altLang="fr-FR" sz="1200" smtClean="0"/>
              <a:t>11-  DONNE-LUI LA PAIX DONNE-LUI LA JOIE</a:t>
            </a:r>
          </a:p>
          <a:p>
            <a:pPr eaLnBrk="1" hangingPunct="1"/>
            <a:r>
              <a:rPr lang="fr-FR" altLang="fr-FR" sz="1200" smtClean="0"/>
              <a:t>12-  IL EST JEUNE IL N’EST QU’UN ENFANT</a:t>
            </a:r>
          </a:p>
          <a:p>
            <a:pPr eaLnBrk="1" hangingPunct="1"/>
            <a:r>
              <a:rPr lang="fr-FR" altLang="fr-FR" sz="1200" smtClean="0"/>
              <a:t>13-  TU PEUX PRENDRE ET DONNER</a:t>
            </a:r>
          </a:p>
          <a:p>
            <a:pPr eaLnBrk="1" hangingPunct="1"/>
            <a:r>
              <a:rPr lang="fr-FR" altLang="fr-FR" sz="1200" smtClean="0"/>
              <a:t>14-  LAISSE-LE ÊTRE LAISSE-LE VIVRE</a:t>
            </a:r>
          </a:p>
          <a:p>
            <a:pPr eaLnBrk="1" hangingPunct="1"/>
            <a:r>
              <a:rPr lang="fr-FR" altLang="fr-FR" sz="1200" smtClean="0"/>
              <a:t>15-  SI JE MEURS, LAISSE-MOI MOURIR LAISSE-LE VIVRE</a:t>
            </a:r>
          </a:p>
          <a:p>
            <a:pPr eaLnBrk="1" hangingPunct="1"/>
            <a:r>
              <a:rPr lang="fr-FR" altLang="fr-FR" sz="1200" smtClean="0"/>
              <a:t>16-  RAMÈNE-LE</a:t>
            </a:r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ÉCOUTE MA PRIÈRE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MON BESOIN TU AS TOUJOURS ÉTÉ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EST JEUNE EFFRAYÉ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DONNE-LUI LE REPOS BÉNI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RAMÈNE-LE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EST LE FILS QUE J’AURAI 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SI DIEU ME L’AVAIT ACCORDÉ LES ÉTÉS PASSENT UN PAR 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VITE ILS S’ENVOLENT ENCORE ET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AVANT QUE JE VIEILLISSE AVANT QUE JE PARTE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DONNE-LUI LA PAIX DONNE-LUI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JEUNE IL N’EST QU’UN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TU PEUX PRENDRE ET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LAISSE-LE ÊTRE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JE MEURS, LAISSE-MOI MOURIR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RAMÈNE-LE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DIEU TRÈS HAUT</a:t>
            </a:r>
          </a:p>
          <a:p>
            <a:pPr eaLnBrk="1" hangingPunct="1"/>
            <a:r>
              <a:rPr lang="fr-FR" altLang="fr-FR" sz="1200" smtClean="0"/>
              <a:t>2-  ÉCOUTE MA PRIÈRE</a:t>
            </a:r>
          </a:p>
          <a:p>
            <a:pPr eaLnBrk="1" hangingPunct="1"/>
            <a:r>
              <a:rPr lang="fr-FR" altLang="fr-FR" sz="1200" smtClean="0"/>
              <a:t>3-  DANS MON BESOIN TU AS TOUJOURS ÉTÉ LÀ</a:t>
            </a:r>
          </a:p>
          <a:p>
            <a:pPr eaLnBrk="1" hangingPunct="1"/>
            <a:r>
              <a:rPr lang="fr-FR" altLang="fr-FR" sz="1200" smtClean="0"/>
              <a:t>4-  IL EST JEUNE EFFRAYÉ</a:t>
            </a:r>
          </a:p>
          <a:p>
            <a:pPr eaLnBrk="1" hangingPunct="1"/>
            <a:r>
              <a:rPr lang="fr-FR" altLang="fr-FR" sz="1200" smtClean="0"/>
              <a:t>5-  DONNE-LUI LE REPOS BÉNI DU CIEL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RAMÈNE-LE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7-  IL EST LE FILS QUE J’AURAI EU</a:t>
            </a:r>
          </a:p>
          <a:p>
            <a:pPr eaLnBrk="1" hangingPunct="1"/>
            <a:r>
              <a:rPr lang="fr-FR" altLang="fr-FR" sz="1200" smtClean="0"/>
              <a:t>8-  SI DIEU ME L’AVAIT ACCORDÉ LES ÉTÉS PASSENT UN PAR UN</a:t>
            </a:r>
          </a:p>
          <a:p>
            <a:pPr eaLnBrk="1" hangingPunct="1"/>
            <a:r>
              <a:rPr lang="fr-FR" altLang="fr-FR" sz="1200" smtClean="0"/>
              <a:t>9-  SI VITE ILS S’ENVOLENT ENCORE ET ENCORE</a:t>
            </a:r>
          </a:p>
          <a:p>
            <a:pPr eaLnBrk="1" hangingPunct="1"/>
            <a:r>
              <a:rPr lang="fr-FR" altLang="fr-FR" sz="1200" smtClean="0"/>
              <a:t>10-  AVANT QUE JE VIEILLISSE AVANT QUE JE PARTE</a:t>
            </a:r>
          </a:p>
          <a:p>
            <a:pPr eaLnBrk="1" hangingPunct="1"/>
            <a:r>
              <a:rPr lang="fr-FR" altLang="fr-FR" sz="1200" smtClean="0"/>
              <a:t>11-  DONNE-LUI LA PAIX DONNE-LUI LA JOIE</a:t>
            </a:r>
          </a:p>
          <a:p>
            <a:pPr eaLnBrk="1" hangingPunct="1"/>
            <a:r>
              <a:rPr lang="fr-FR" altLang="fr-FR" sz="1200" smtClean="0"/>
              <a:t>12-  IL EST JEUNE IL N’EST QU’UN ENFANT</a:t>
            </a:r>
          </a:p>
          <a:p>
            <a:pPr eaLnBrk="1" hangingPunct="1"/>
            <a:r>
              <a:rPr lang="fr-FR" altLang="fr-FR" sz="1200" smtClean="0"/>
              <a:t>13-  TU PEUX PRENDRE ET DONNER</a:t>
            </a:r>
          </a:p>
          <a:p>
            <a:pPr eaLnBrk="1" hangingPunct="1"/>
            <a:r>
              <a:rPr lang="fr-FR" altLang="fr-FR" sz="1200" smtClean="0"/>
              <a:t>14-  LAISSE-LE ÊTRE LAISSE-LE VIVRE</a:t>
            </a:r>
          </a:p>
          <a:p>
            <a:pPr eaLnBrk="1" hangingPunct="1"/>
            <a:r>
              <a:rPr lang="fr-FR" altLang="fr-FR" sz="1200" smtClean="0"/>
              <a:t>15-  SI JE MEURS, LAISSE-MOI MOURIR LAISSE-LE VIVRE</a:t>
            </a:r>
          </a:p>
          <a:p>
            <a:pPr eaLnBrk="1" hangingPunct="1"/>
            <a:r>
              <a:rPr lang="fr-FR" altLang="fr-FR" sz="1200" smtClean="0"/>
              <a:t>16-  RAMÈNE-LE</a:t>
            </a:r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ÉCOUTE MA PRIÈRE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MON BESOIN TU AS TOUJOURS ÉTÉ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EST JEUNE EFFRAYÉ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DONNE-LUI LE REPOS BÉNI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RAMÈNE-LE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EST LE FILS QUE J’AURAI 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SI DIEU ME L’AVAIT ACCORDÉ LES ÉTÉS PASSENT UN PAR 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VITE ILS S’ENVOLENT ENCORE ET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AVANT QUE JE VIEILLISSE AVANT QUE JE PARTE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DONNE-LUI LA PAIX DONNE-LUI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JEUNE IL N’EST QU’UN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TU PEUX PRENDRE ET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LAISSE-LE ÊTRE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JE MEURS, LAISSE-MOI MOURIR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RAMÈNE-LE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DIEU TRÈS HAUT</a:t>
            </a:r>
          </a:p>
          <a:p>
            <a:pPr eaLnBrk="1" hangingPunct="1"/>
            <a:r>
              <a:rPr lang="fr-FR" altLang="fr-FR" sz="1200" smtClean="0"/>
              <a:t>2-  ÉCOUTE MA PRIÈRE</a:t>
            </a:r>
          </a:p>
          <a:p>
            <a:pPr eaLnBrk="1" hangingPunct="1"/>
            <a:r>
              <a:rPr lang="fr-FR" altLang="fr-FR" sz="1200" smtClean="0"/>
              <a:t>3-  DANS MON BESOIN TU AS TOUJOURS ÉTÉ LÀ</a:t>
            </a:r>
          </a:p>
          <a:p>
            <a:pPr eaLnBrk="1" hangingPunct="1"/>
            <a:r>
              <a:rPr lang="fr-FR" altLang="fr-FR" sz="1200" smtClean="0"/>
              <a:t>4-  IL EST JEUNE EFFRAYÉ</a:t>
            </a:r>
          </a:p>
          <a:p>
            <a:pPr eaLnBrk="1" hangingPunct="1"/>
            <a:r>
              <a:rPr lang="fr-FR" altLang="fr-FR" sz="1200" smtClean="0"/>
              <a:t>5-  DONNE-LUI LE REPOS BÉNI DU CIEL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RAMÈNE-LE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7-  IL EST LE FILS QUE J’AURAI EU</a:t>
            </a:r>
          </a:p>
          <a:p>
            <a:pPr eaLnBrk="1" hangingPunct="1"/>
            <a:r>
              <a:rPr lang="fr-FR" altLang="fr-FR" sz="1200" smtClean="0"/>
              <a:t>8-  SI DIEU ME L’AVAIT ACCORDÉ LES ÉTÉS PASSENT UN PAR UN</a:t>
            </a:r>
          </a:p>
          <a:p>
            <a:pPr eaLnBrk="1" hangingPunct="1"/>
            <a:r>
              <a:rPr lang="fr-FR" altLang="fr-FR" sz="1200" smtClean="0"/>
              <a:t>9-  SI VITE ILS S’ENVOLENT ENCORE ET ENCORE</a:t>
            </a:r>
          </a:p>
          <a:p>
            <a:pPr eaLnBrk="1" hangingPunct="1"/>
            <a:r>
              <a:rPr lang="fr-FR" altLang="fr-FR" sz="1200" smtClean="0"/>
              <a:t>10-  AVANT QUE JE VIEILLISSE AVANT QUE JE PARTE</a:t>
            </a:r>
          </a:p>
          <a:p>
            <a:pPr eaLnBrk="1" hangingPunct="1"/>
            <a:r>
              <a:rPr lang="fr-FR" altLang="fr-FR" sz="1200" smtClean="0"/>
              <a:t>11-  DONNE-LUI LA PAIX DONNE-LUI LA JOIE</a:t>
            </a:r>
          </a:p>
          <a:p>
            <a:pPr eaLnBrk="1" hangingPunct="1"/>
            <a:r>
              <a:rPr lang="fr-FR" altLang="fr-FR" sz="1200" smtClean="0"/>
              <a:t>12-  IL EST JEUNE IL N’EST QU’UN ENFANT</a:t>
            </a:r>
          </a:p>
          <a:p>
            <a:pPr eaLnBrk="1" hangingPunct="1"/>
            <a:r>
              <a:rPr lang="fr-FR" altLang="fr-FR" sz="1200" smtClean="0"/>
              <a:t>13-  TU PEUX PRENDRE ET DONNER</a:t>
            </a:r>
          </a:p>
          <a:p>
            <a:pPr eaLnBrk="1" hangingPunct="1"/>
            <a:r>
              <a:rPr lang="fr-FR" altLang="fr-FR" sz="1200" smtClean="0"/>
              <a:t>14-  LAISSE-LE ÊTRE LAISSE-LE VIVRE</a:t>
            </a:r>
          </a:p>
          <a:p>
            <a:pPr eaLnBrk="1" hangingPunct="1"/>
            <a:r>
              <a:rPr lang="fr-FR" altLang="fr-FR" sz="1200" smtClean="0"/>
              <a:t>15-  SI JE MEURS, LAISSE-MOI MOURIR LAISSE-LE VIVRE</a:t>
            </a:r>
          </a:p>
          <a:p>
            <a:pPr eaLnBrk="1" hangingPunct="1"/>
            <a:r>
              <a:rPr lang="fr-FR" altLang="fr-FR" sz="1200" smtClean="0"/>
              <a:t>16-  RAMÈNE-LE</a:t>
            </a:r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ÉCOUTE MA PRIÈRE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MON BESOIN TU AS TOUJOURS ÉTÉ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EST JEUNE EFFRAYÉ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DONNE-LUI LE REPOS BÉNI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RAMÈNE-LE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EST LE FILS QUE J’AURAI 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SI DIEU ME L’AVAIT ACCORDÉ LES ÉTÉS PASSENT UN PAR 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VITE ILS S’ENVOLENT ENCORE ET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AVANT QUE JE VIEILLISSE AVANT QUE JE PARTE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DONNE-LUI LA PAIX DONNE-LUI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JEUNE IL N’EST QU’UN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TU PEUX PRENDRE ET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LAISSE-LE ÊTRE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JE MEURS, LAISSE-MOI MOURIR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RAMÈNE-LE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DIEU TRÈS HAUT</a:t>
            </a:r>
          </a:p>
          <a:p>
            <a:pPr eaLnBrk="1" hangingPunct="1"/>
            <a:r>
              <a:rPr lang="fr-FR" altLang="fr-FR" sz="1200" smtClean="0"/>
              <a:t>2-  ÉCOUTE MA PRIÈRE</a:t>
            </a:r>
          </a:p>
          <a:p>
            <a:pPr eaLnBrk="1" hangingPunct="1"/>
            <a:r>
              <a:rPr lang="fr-FR" altLang="fr-FR" sz="1200" smtClean="0"/>
              <a:t>3-  DANS MON BESOIN TU AS TOUJOURS ÉTÉ LÀ</a:t>
            </a:r>
          </a:p>
          <a:p>
            <a:pPr eaLnBrk="1" hangingPunct="1"/>
            <a:r>
              <a:rPr lang="fr-FR" altLang="fr-FR" sz="1200" smtClean="0"/>
              <a:t>4-  IL EST JEUNE EFFRAYÉ</a:t>
            </a:r>
          </a:p>
          <a:p>
            <a:pPr eaLnBrk="1" hangingPunct="1"/>
            <a:r>
              <a:rPr lang="fr-FR" altLang="fr-FR" sz="1200" smtClean="0"/>
              <a:t>5-  DONNE-LUI LE REPOS BÉNI DU CIEL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RAMÈNE-LE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7-  IL EST LE FILS QUE J’AURAI EU</a:t>
            </a:r>
          </a:p>
          <a:p>
            <a:pPr eaLnBrk="1" hangingPunct="1"/>
            <a:r>
              <a:rPr lang="fr-FR" altLang="fr-FR" sz="1200" smtClean="0"/>
              <a:t>8-  SI DIEU ME L’AVAIT ACCORDÉ LES ÉTÉS PASSENT UN PAR UN</a:t>
            </a:r>
          </a:p>
          <a:p>
            <a:pPr eaLnBrk="1" hangingPunct="1"/>
            <a:r>
              <a:rPr lang="fr-FR" altLang="fr-FR" sz="1200" smtClean="0"/>
              <a:t>9-  SI VITE ILS S’ENVOLENT ENCORE ET ENCORE</a:t>
            </a:r>
          </a:p>
          <a:p>
            <a:pPr eaLnBrk="1" hangingPunct="1"/>
            <a:r>
              <a:rPr lang="fr-FR" altLang="fr-FR" sz="1200" smtClean="0"/>
              <a:t>10-  AVANT QUE JE VIEILLISSE AVANT QUE JE PARTE</a:t>
            </a:r>
          </a:p>
          <a:p>
            <a:pPr eaLnBrk="1" hangingPunct="1"/>
            <a:r>
              <a:rPr lang="fr-FR" altLang="fr-FR" sz="1200" smtClean="0"/>
              <a:t>11-  DONNE-LUI LA PAIX DONNE-LUI LA JOIE</a:t>
            </a:r>
          </a:p>
          <a:p>
            <a:pPr eaLnBrk="1" hangingPunct="1"/>
            <a:r>
              <a:rPr lang="fr-FR" altLang="fr-FR" sz="1200" smtClean="0"/>
              <a:t>12-  IL EST JEUNE IL N’EST QU’UN ENFANT</a:t>
            </a:r>
          </a:p>
          <a:p>
            <a:pPr eaLnBrk="1" hangingPunct="1"/>
            <a:r>
              <a:rPr lang="fr-FR" altLang="fr-FR" sz="1200" smtClean="0"/>
              <a:t>13-  TU PEUX PRENDRE ET DONNER</a:t>
            </a:r>
          </a:p>
          <a:p>
            <a:pPr eaLnBrk="1" hangingPunct="1"/>
            <a:r>
              <a:rPr lang="fr-FR" altLang="fr-FR" sz="1200" smtClean="0"/>
              <a:t>14-  LAISSE-LE ÊTRE LAISSE-LE VIVRE</a:t>
            </a:r>
          </a:p>
          <a:p>
            <a:pPr eaLnBrk="1" hangingPunct="1"/>
            <a:r>
              <a:rPr lang="fr-FR" altLang="fr-FR" sz="1200" smtClean="0"/>
              <a:t>15-  SI JE MEURS, LAISSE-MOI MOURIR LAISSE-LE VIVRE</a:t>
            </a:r>
          </a:p>
          <a:p>
            <a:pPr eaLnBrk="1" hangingPunct="1"/>
            <a:r>
              <a:rPr lang="fr-FR" altLang="fr-FR" sz="1200" smtClean="0"/>
              <a:t>16-  RAMÈNE-LE</a:t>
            </a:r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ÉCOUTE MA PRIÈRE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MON BESOIN TU AS TOUJOURS ÉTÉ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EST JEUNE EFFRAYÉ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DONNE-LUI LE REPOS BÉNI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RAMÈNE-LE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EST LE FILS QUE J’AURAI 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SI DIEU ME L’AVAIT ACCORDÉ LES ÉTÉS PASSENT UN PAR 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VITE ILS S’ENVOLENT ENCORE ET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AVANT QUE JE VIEILLISSE AVANT QUE JE PARTE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DONNE-LUI LA PAIX DONNE-LUI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JEUNE IL N’EST QU’UN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TU PEUX PRENDRE ET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LAISSE-LE ÊTRE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JE MEURS, LAISSE-MOI MOURIR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RAMÈNE-LE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DIEU TRÈS HAUT</a:t>
            </a:r>
          </a:p>
          <a:p>
            <a:pPr eaLnBrk="1" hangingPunct="1"/>
            <a:r>
              <a:rPr lang="fr-FR" altLang="fr-FR" sz="1200" smtClean="0"/>
              <a:t>2-  ÉCOUTE MA PRIÈRE</a:t>
            </a:r>
          </a:p>
          <a:p>
            <a:pPr eaLnBrk="1" hangingPunct="1"/>
            <a:r>
              <a:rPr lang="fr-FR" altLang="fr-FR" sz="1200" smtClean="0"/>
              <a:t>3-  DANS MON BESOIN TU AS TOUJOURS ÉTÉ LÀ</a:t>
            </a:r>
          </a:p>
          <a:p>
            <a:pPr eaLnBrk="1" hangingPunct="1"/>
            <a:r>
              <a:rPr lang="fr-FR" altLang="fr-FR" sz="1200" smtClean="0"/>
              <a:t>4-  IL EST JEUNE EFFRAYÉ</a:t>
            </a:r>
          </a:p>
          <a:p>
            <a:pPr eaLnBrk="1" hangingPunct="1"/>
            <a:r>
              <a:rPr lang="fr-FR" altLang="fr-FR" sz="1200" smtClean="0"/>
              <a:t>5-  DONNE-LUI LE REPOS BÉNI DU CIEL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RAMÈNE-LE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7-  IL EST LE FILS QUE J’AURAI EU</a:t>
            </a:r>
          </a:p>
          <a:p>
            <a:pPr eaLnBrk="1" hangingPunct="1"/>
            <a:r>
              <a:rPr lang="fr-FR" altLang="fr-FR" sz="1200" smtClean="0"/>
              <a:t>8-  SI DIEU ME L’AVAIT ACCORDÉ LES ÉTÉS PASSENT UN PAR UN</a:t>
            </a:r>
          </a:p>
          <a:p>
            <a:pPr eaLnBrk="1" hangingPunct="1"/>
            <a:r>
              <a:rPr lang="fr-FR" altLang="fr-FR" sz="1200" smtClean="0"/>
              <a:t>9-  SI VITE ILS S’ENVOLENT ENCORE ET ENCORE</a:t>
            </a:r>
          </a:p>
          <a:p>
            <a:pPr eaLnBrk="1" hangingPunct="1"/>
            <a:r>
              <a:rPr lang="fr-FR" altLang="fr-FR" sz="1200" smtClean="0"/>
              <a:t>10-  AVANT QUE JE VIEILLISSE AVANT QUE JE PARTE</a:t>
            </a:r>
          </a:p>
          <a:p>
            <a:pPr eaLnBrk="1" hangingPunct="1"/>
            <a:r>
              <a:rPr lang="fr-FR" altLang="fr-FR" sz="1200" smtClean="0"/>
              <a:t>11-  DONNE-LUI LA PAIX DONNE-LUI LA JOIE</a:t>
            </a:r>
          </a:p>
          <a:p>
            <a:pPr eaLnBrk="1" hangingPunct="1"/>
            <a:r>
              <a:rPr lang="fr-FR" altLang="fr-FR" sz="1200" smtClean="0"/>
              <a:t>12-  IL EST JEUNE IL N’EST QU’UN ENFANT</a:t>
            </a:r>
          </a:p>
          <a:p>
            <a:pPr eaLnBrk="1" hangingPunct="1"/>
            <a:r>
              <a:rPr lang="fr-FR" altLang="fr-FR" sz="1200" smtClean="0"/>
              <a:t>13-  TU PEUX PRENDRE ET DONNER</a:t>
            </a:r>
          </a:p>
          <a:p>
            <a:pPr eaLnBrk="1" hangingPunct="1"/>
            <a:r>
              <a:rPr lang="fr-FR" altLang="fr-FR" sz="1200" smtClean="0"/>
              <a:t>14-  LAISSE-LE ÊTRE LAISSE-LE VIVRE</a:t>
            </a:r>
          </a:p>
          <a:p>
            <a:pPr eaLnBrk="1" hangingPunct="1"/>
            <a:r>
              <a:rPr lang="fr-FR" altLang="fr-FR" sz="1200" smtClean="0"/>
              <a:t>15-  SI JE MEURS, LAISSE-MOI MOURIR LAISSE-LE VIVRE</a:t>
            </a:r>
          </a:p>
          <a:p>
            <a:pPr eaLnBrk="1" hangingPunct="1"/>
            <a:r>
              <a:rPr lang="fr-FR" altLang="fr-FR" sz="1200" smtClean="0"/>
              <a:t>16-  RAMÈNE-LE</a:t>
            </a:r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DIEU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ÉCOUTE MA PRIÈRE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DANS MON BESOIN TU AS TOUJOURS ÉTÉ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IL EST JEUNE EFFRAYÉ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DONNE-LUI LE REPOS BÉNI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RAMÈNE-LE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IL EST LE FILS QUE J’AURAI 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SI DIEU ME L’AVAIT ACCORDÉ LES ÉTÉS PASSENT UN PAR 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SI VITE ILS S’ENVOLENT ENCORE ET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AVANT QUE JE VIEILLISSE AVANT QUE JE PARTE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DONNE-LUI LA PAIX DONNE-LUI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IL EST JEUNE IL N’EST QU’UN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TU PEUX PRENDRE ET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LAISSE-LE ÊTRE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SI JE MEURS, LAISSE-MOI MOURIR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RAMÈNE-LE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DIEU TRÈS HAUT</a:t>
            </a:r>
          </a:p>
          <a:p>
            <a:pPr eaLnBrk="1" hangingPunct="1"/>
            <a:r>
              <a:rPr lang="fr-FR" altLang="fr-FR" sz="1200" smtClean="0"/>
              <a:t>2-  ÉCOUTE MA PRIÈRE</a:t>
            </a:r>
          </a:p>
          <a:p>
            <a:pPr eaLnBrk="1" hangingPunct="1"/>
            <a:r>
              <a:rPr lang="fr-FR" altLang="fr-FR" sz="1200" smtClean="0"/>
              <a:t>3-  DANS MON BESOIN TU AS TOUJOURS ÉTÉ LÀ</a:t>
            </a:r>
          </a:p>
          <a:p>
            <a:pPr eaLnBrk="1" hangingPunct="1"/>
            <a:r>
              <a:rPr lang="fr-FR" altLang="fr-FR" sz="1200" smtClean="0"/>
              <a:t>4-  IL EST JEUNE EFFRAYÉ</a:t>
            </a:r>
          </a:p>
          <a:p>
            <a:pPr eaLnBrk="1" hangingPunct="1"/>
            <a:r>
              <a:rPr lang="fr-FR" altLang="fr-FR" sz="1200" smtClean="0"/>
              <a:t>5-  DONNE-LUI LE REPOS BÉNI DU CIEL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RAMÈNE-LE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7-  IL EST LE FILS QUE J’AURAI EU</a:t>
            </a:r>
          </a:p>
          <a:p>
            <a:pPr eaLnBrk="1" hangingPunct="1"/>
            <a:r>
              <a:rPr lang="fr-FR" altLang="fr-FR" sz="1200" smtClean="0"/>
              <a:t>8-  SI DIEU ME L’AVAIT ACCORDÉ LES ÉTÉS PASSENT UN PAR UN</a:t>
            </a:r>
          </a:p>
          <a:p>
            <a:pPr eaLnBrk="1" hangingPunct="1"/>
            <a:r>
              <a:rPr lang="fr-FR" altLang="fr-FR" sz="1200" smtClean="0"/>
              <a:t>9-  SI VITE ILS S’ENVOLENT ENCORE ET ENCORE</a:t>
            </a:r>
          </a:p>
          <a:p>
            <a:pPr eaLnBrk="1" hangingPunct="1"/>
            <a:r>
              <a:rPr lang="fr-FR" altLang="fr-FR" sz="1200" smtClean="0"/>
              <a:t>10-  AVANT QUE JE VIEILLISSE AVANT QUE JE PARTE</a:t>
            </a:r>
          </a:p>
          <a:p>
            <a:pPr eaLnBrk="1" hangingPunct="1"/>
            <a:r>
              <a:rPr lang="fr-FR" altLang="fr-FR" sz="1200" smtClean="0"/>
              <a:t>11-  DONNE-LUI LA PAIX DONNE-LUI LA JOIE</a:t>
            </a:r>
          </a:p>
          <a:p>
            <a:pPr eaLnBrk="1" hangingPunct="1"/>
            <a:r>
              <a:rPr lang="fr-FR" altLang="fr-FR" sz="1200" smtClean="0"/>
              <a:t>12-  IL EST JEUNE IL N’EST QU’UN ENFANT</a:t>
            </a:r>
          </a:p>
          <a:p>
            <a:pPr eaLnBrk="1" hangingPunct="1"/>
            <a:r>
              <a:rPr lang="fr-FR" altLang="fr-FR" sz="1200" smtClean="0"/>
              <a:t>13-  TU PEUX PRENDRE ET DONNER</a:t>
            </a:r>
          </a:p>
          <a:p>
            <a:pPr eaLnBrk="1" hangingPunct="1"/>
            <a:r>
              <a:rPr lang="fr-FR" altLang="fr-FR" sz="1200" smtClean="0"/>
              <a:t>14-  LAISSE-LE ÊTRE LAISSE-LE VIVRE</a:t>
            </a:r>
          </a:p>
          <a:p>
            <a:pPr eaLnBrk="1" hangingPunct="1"/>
            <a:r>
              <a:rPr lang="fr-FR" altLang="fr-FR" sz="1200" smtClean="0"/>
              <a:t>15-  SI JE MEURS, LAISSE-MOI MOURIR LAISSE-LE VIVRE</a:t>
            </a:r>
          </a:p>
          <a:p>
            <a:pPr eaLnBrk="1" hangingPunct="1"/>
            <a:r>
              <a:rPr lang="fr-FR" altLang="fr-FR" sz="1200" smtClean="0"/>
              <a:t>16-  RAMÈNE-LE</a:t>
            </a:r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ÉCOUTE MA PRIÈRE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MON BESOIN TU AS TOUJOURS ÉTÉ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EST JEUNE EFFRAYÉ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DONNE-LUI LE REPOS BÉNI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RAMÈNE-LE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EST LE FILS QUE J’AURAI 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SI DIEU ME L’AVAIT ACCORDÉ LES ÉTÉS PASSENT UN PAR 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VITE ILS S’ENVOLENT ENCORE ET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AVANT QUE JE VIEILLISSE AVANT QUE JE PARTE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DONNE-LUI LA PAIX DONNE-LUI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JEUNE IL N’EST QU’UN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TU PEUX PRENDRE ET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LAISSE-LE ÊTRE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JE MEURS, LAISSE-MOI MOURIR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RAMÈNE-LE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DIEU TRÈS HAUT</a:t>
            </a:r>
          </a:p>
          <a:p>
            <a:pPr eaLnBrk="1" hangingPunct="1"/>
            <a:r>
              <a:rPr lang="fr-FR" altLang="fr-FR" sz="1200" smtClean="0"/>
              <a:t>2-  ÉCOUTE MA PRIÈRE</a:t>
            </a:r>
          </a:p>
          <a:p>
            <a:pPr eaLnBrk="1" hangingPunct="1"/>
            <a:r>
              <a:rPr lang="fr-FR" altLang="fr-FR" sz="1200" smtClean="0"/>
              <a:t>3-  DANS MON BESOIN TU AS TOUJOURS ÉTÉ LÀ</a:t>
            </a:r>
          </a:p>
          <a:p>
            <a:pPr eaLnBrk="1" hangingPunct="1"/>
            <a:r>
              <a:rPr lang="fr-FR" altLang="fr-FR" sz="1200" smtClean="0"/>
              <a:t>4-  IL EST JEUNE EFFRAYÉ</a:t>
            </a:r>
          </a:p>
          <a:p>
            <a:pPr eaLnBrk="1" hangingPunct="1"/>
            <a:r>
              <a:rPr lang="fr-FR" altLang="fr-FR" sz="1200" smtClean="0"/>
              <a:t>5-  DONNE-LUI LE REPOS BÉNI DU CIEL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RAMÈNE-LE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7-  IL EST LE FILS QUE J’AURAI EU</a:t>
            </a:r>
          </a:p>
          <a:p>
            <a:pPr eaLnBrk="1" hangingPunct="1"/>
            <a:r>
              <a:rPr lang="fr-FR" altLang="fr-FR" sz="1200" smtClean="0"/>
              <a:t>8-  SI DIEU ME L’AVAIT ACCORDÉ LES ÉTÉS PASSENT UN PAR UN</a:t>
            </a:r>
          </a:p>
          <a:p>
            <a:pPr eaLnBrk="1" hangingPunct="1"/>
            <a:r>
              <a:rPr lang="fr-FR" altLang="fr-FR" sz="1200" smtClean="0"/>
              <a:t>9-  SI VITE ILS S’ENVOLENT ENCORE ET ENCORE</a:t>
            </a:r>
          </a:p>
          <a:p>
            <a:pPr eaLnBrk="1" hangingPunct="1"/>
            <a:r>
              <a:rPr lang="fr-FR" altLang="fr-FR" sz="1200" smtClean="0"/>
              <a:t>10-  AVANT QUE JE VIEILLISSE AVANT QUE JE PARTE</a:t>
            </a:r>
          </a:p>
          <a:p>
            <a:pPr eaLnBrk="1" hangingPunct="1"/>
            <a:r>
              <a:rPr lang="fr-FR" altLang="fr-FR" sz="1200" smtClean="0"/>
              <a:t>11-  DONNE-LUI LA PAIX DONNE-LUI LA JOIE</a:t>
            </a:r>
          </a:p>
          <a:p>
            <a:pPr eaLnBrk="1" hangingPunct="1"/>
            <a:r>
              <a:rPr lang="fr-FR" altLang="fr-FR" sz="1200" smtClean="0"/>
              <a:t>12-  IL EST JEUNE IL N’EST QU’UN ENFANT</a:t>
            </a:r>
          </a:p>
          <a:p>
            <a:pPr eaLnBrk="1" hangingPunct="1"/>
            <a:r>
              <a:rPr lang="fr-FR" altLang="fr-FR" sz="1200" smtClean="0"/>
              <a:t>13-  TU PEUX PRENDRE ET DONNER</a:t>
            </a:r>
          </a:p>
          <a:p>
            <a:pPr eaLnBrk="1" hangingPunct="1"/>
            <a:r>
              <a:rPr lang="fr-FR" altLang="fr-FR" sz="1200" smtClean="0"/>
              <a:t>14-  LAISSE-LE ÊTRE LAISSE-LE VIVRE</a:t>
            </a:r>
          </a:p>
          <a:p>
            <a:pPr eaLnBrk="1" hangingPunct="1"/>
            <a:r>
              <a:rPr lang="fr-FR" altLang="fr-FR" sz="1200" smtClean="0"/>
              <a:t>15-  SI JE MEURS, LAISSE-MOI MOURIR LAISSE-LE VIVRE</a:t>
            </a:r>
          </a:p>
          <a:p>
            <a:pPr eaLnBrk="1" hangingPunct="1"/>
            <a:r>
              <a:rPr lang="fr-FR" altLang="fr-FR" sz="1200" smtClean="0"/>
              <a:t>16-  RAMÈNE-LE</a:t>
            </a:r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ÉCOUTE MA PRIÈRE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MON BESOIN TU AS TOUJOURS ÉTÉ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EST JEUNE EFFRAYÉ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DONNE-LUI LE REPOS BÉNI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RAMÈNE-LE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EST LE FILS QUE J’AURAI 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SI DIEU ME L’AVAIT ACCORDÉ LES ÉTÉS PASSENT UN PAR 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VITE ILS S’ENVOLENT ENCORE ET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AVANT QUE JE VIEILLISSE AVANT QUE JE PARTE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DONNE-LUI LA PAIX DONNE-LUI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JEUNE IL N’EST QU’UN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TU PEUX PRENDRE ET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LAISSE-LE ÊTRE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JE MEURS, LAISSE-MOI MOURIR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RAMÈNE-LE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DIEU TRÈS HAUT</a:t>
            </a:r>
          </a:p>
          <a:p>
            <a:pPr eaLnBrk="1" hangingPunct="1"/>
            <a:r>
              <a:rPr lang="fr-FR" altLang="fr-FR" sz="1200" smtClean="0"/>
              <a:t>2-  ÉCOUTE MA PRIÈRE</a:t>
            </a:r>
          </a:p>
          <a:p>
            <a:pPr eaLnBrk="1" hangingPunct="1"/>
            <a:r>
              <a:rPr lang="fr-FR" altLang="fr-FR" sz="1200" smtClean="0"/>
              <a:t>3-  DANS MON BESOIN TU AS TOUJOURS ÉTÉ LÀ</a:t>
            </a:r>
          </a:p>
          <a:p>
            <a:pPr eaLnBrk="1" hangingPunct="1"/>
            <a:r>
              <a:rPr lang="fr-FR" altLang="fr-FR" sz="1200" smtClean="0"/>
              <a:t>4-  IL EST JEUNE EFFRAYÉ</a:t>
            </a:r>
          </a:p>
          <a:p>
            <a:pPr eaLnBrk="1" hangingPunct="1"/>
            <a:r>
              <a:rPr lang="fr-FR" altLang="fr-FR" sz="1200" smtClean="0"/>
              <a:t>5-  DONNE-LUI LE REPOS BÉNI DU CIEL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RAMÈNE-LE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7-  IL EST LE FILS QUE J’AURAI EU</a:t>
            </a:r>
          </a:p>
          <a:p>
            <a:pPr eaLnBrk="1" hangingPunct="1"/>
            <a:r>
              <a:rPr lang="fr-FR" altLang="fr-FR" sz="1200" smtClean="0"/>
              <a:t>8-  SI DIEU ME L’AVAIT ACCORDÉ LES ÉTÉS PASSENT UN PAR UN</a:t>
            </a:r>
          </a:p>
          <a:p>
            <a:pPr eaLnBrk="1" hangingPunct="1"/>
            <a:r>
              <a:rPr lang="fr-FR" altLang="fr-FR" sz="1200" smtClean="0"/>
              <a:t>9-  SI VITE ILS S’ENVOLENT ENCORE ET ENCORE</a:t>
            </a:r>
          </a:p>
          <a:p>
            <a:pPr eaLnBrk="1" hangingPunct="1"/>
            <a:r>
              <a:rPr lang="fr-FR" altLang="fr-FR" sz="1200" smtClean="0"/>
              <a:t>10-  AVANT QUE JE VIEILLISSE AVANT QUE JE PARTE</a:t>
            </a:r>
          </a:p>
          <a:p>
            <a:pPr eaLnBrk="1" hangingPunct="1"/>
            <a:r>
              <a:rPr lang="fr-FR" altLang="fr-FR" sz="1200" smtClean="0"/>
              <a:t>11-  DONNE-LUI LA PAIX DONNE-LUI LA JOIE</a:t>
            </a:r>
          </a:p>
          <a:p>
            <a:pPr eaLnBrk="1" hangingPunct="1"/>
            <a:r>
              <a:rPr lang="fr-FR" altLang="fr-FR" sz="1200" smtClean="0"/>
              <a:t>12-  IL EST JEUNE IL N’EST QU’UN ENFANT</a:t>
            </a:r>
          </a:p>
          <a:p>
            <a:pPr eaLnBrk="1" hangingPunct="1"/>
            <a:r>
              <a:rPr lang="fr-FR" altLang="fr-FR" sz="1200" smtClean="0"/>
              <a:t>13-  TU PEUX PRENDRE ET DONNER</a:t>
            </a:r>
          </a:p>
          <a:p>
            <a:pPr eaLnBrk="1" hangingPunct="1"/>
            <a:r>
              <a:rPr lang="fr-FR" altLang="fr-FR" sz="1200" smtClean="0"/>
              <a:t>14-  LAISSE-LE ÊTRE LAISSE-LE VIVRE</a:t>
            </a:r>
          </a:p>
          <a:p>
            <a:pPr eaLnBrk="1" hangingPunct="1"/>
            <a:r>
              <a:rPr lang="fr-FR" altLang="fr-FR" sz="1200" smtClean="0"/>
              <a:t>15-  SI JE MEURS, LAISSE-MOI MOURIR LAISSE-LE VIVRE</a:t>
            </a:r>
          </a:p>
          <a:p>
            <a:pPr eaLnBrk="1" hangingPunct="1"/>
            <a:r>
              <a:rPr lang="fr-FR" altLang="fr-FR" sz="1200" smtClean="0"/>
              <a:t>16-  RAMÈNE-LE</a:t>
            </a:r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ÉCOUTE MA PRIÈRE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MON BESOIN TU AS TOUJOURS ÉTÉ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EST JEUNE EFFRAYÉ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DONNE-LUI LE REPOS BÉNI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RAMÈNE-LE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EST LE FILS QUE J’AURAI 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SI DIEU ME L’AVAIT ACCORDÉ LES ÉTÉS PASSENT UN PAR 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VITE ILS S’ENVOLENT ENCORE ET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AVANT QUE JE VIEILLISSE AVANT QUE JE PARTE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DONNE-LUI LA PAIX DONNE-LUI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JEUNE IL N’EST QU’UN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TU PEUX PRENDRE ET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LAISSE-LE ÊTRE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JE MEURS, LAISSE-MOI MOURIR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RAMÈNE-LE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DIEU TRÈS HAUT</a:t>
            </a:r>
          </a:p>
          <a:p>
            <a:pPr eaLnBrk="1" hangingPunct="1"/>
            <a:r>
              <a:rPr lang="fr-FR" altLang="fr-FR" sz="1200" smtClean="0"/>
              <a:t>2-  ÉCOUTE MA PRIÈRE</a:t>
            </a:r>
          </a:p>
          <a:p>
            <a:pPr eaLnBrk="1" hangingPunct="1"/>
            <a:r>
              <a:rPr lang="fr-FR" altLang="fr-FR" sz="1200" smtClean="0"/>
              <a:t>3-  DANS MON BESOIN TU AS TOUJOURS ÉTÉ LÀ</a:t>
            </a:r>
          </a:p>
          <a:p>
            <a:pPr eaLnBrk="1" hangingPunct="1"/>
            <a:r>
              <a:rPr lang="fr-FR" altLang="fr-FR" sz="1200" smtClean="0"/>
              <a:t>4-  IL EST JEUNE EFFRAYÉ</a:t>
            </a:r>
          </a:p>
          <a:p>
            <a:pPr eaLnBrk="1" hangingPunct="1"/>
            <a:r>
              <a:rPr lang="fr-FR" altLang="fr-FR" sz="1200" smtClean="0"/>
              <a:t>5-  DONNE-LUI LE REPOS BÉNI DU CIEL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RAMÈNE-LE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7-  IL EST LE FILS QUE J’AURAI EU</a:t>
            </a:r>
          </a:p>
          <a:p>
            <a:pPr eaLnBrk="1" hangingPunct="1"/>
            <a:r>
              <a:rPr lang="fr-FR" altLang="fr-FR" sz="1200" smtClean="0"/>
              <a:t>8-  SI DIEU ME L’AVAIT ACCORDÉ LES ÉTÉS PASSENT UN PAR UN</a:t>
            </a:r>
          </a:p>
          <a:p>
            <a:pPr eaLnBrk="1" hangingPunct="1"/>
            <a:r>
              <a:rPr lang="fr-FR" altLang="fr-FR" sz="1200" smtClean="0"/>
              <a:t>9-  SI VITE ILS S’ENVOLENT ENCORE ET ENCORE</a:t>
            </a:r>
          </a:p>
          <a:p>
            <a:pPr eaLnBrk="1" hangingPunct="1"/>
            <a:r>
              <a:rPr lang="fr-FR" altLang="fr-FR" sz="1200" smtClean="0"/>
              <a:t>10-  AVANT QUE JE VIEILLISSE AVANT QUE JE PARTE</a:t>
            </a:r>
          </a:p>
          <a:p>
            <a:pPr eaLnBrk="1" hangingPunct="1"/>
            <a:r>
              <a:rPr lang="fr-FR" altLang="fr-FR" sz="1200" smtClean="0"/>
              <a:t>11-  DONNE-LUI LA PAIX DONNE-LUI LA JOIE</a:t>
            </a:r>
          </a:p>
          <a:p>
            <a:pPr eaLnBrk="1" hangingPunct="1"/>
            <a:r>
              <a:rPr lang="fr-FR" altLang="fr-FR" sz="1200" smtClean="0"/>
              <a:t>12-  IL EST JEUNE IL N’EST QU’UN ENFANT</a:t>
            </a:r>
          </a:p>
          <a:p>
            <a:pPr eaLnBrk="1" hangingPunct="1"/>
            <a:r>
              <a:rPr lang="fr-FR" altLang="fr-FR" sz="1200" smtClean="0"/>
              <a:t>13-  TU PEUX PRENDRE ET DONNER</a:t>
            </a:r>
          </a:p>
          <a:p>
            <a:pPr eaLnBrk="1" hangingPunct="1"/>
            <a:r>
              <a:rPr lang="fr-FR" altLang="fr-FR" sz="1200" smtClean="0"/>
              <a:t>14-  LAISSE-LE ÊTRE LAISSE-LE VIVRE</a:t>
            </a:r>
          </a:p>
          <a:p>
            <a:pPr eaLnBrk="1" hangingPunct="1"/>
            <a:r>
              <a:rPr lang="fr-FR" altLang="fr-FR" sz="1200" smtClean="0"/>
              <a:t>15-  SI JE MEURS, LAISSE-MOI MOURIR LAISSE-LE VIVRE</a:t>
            </a:r>
          </a:p>
          <a:p>
            <a:pPr eaLnBrk="1" hangingPunct="1"/>
            <a:r>
              <a:rPr lang="fr-FR" altLang="fr-FR" sz="1200" smtClean="0"/>
              <a:t>16-  RAMÈNE-LE</a:t>
            </a:r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ÉCOUTE MA PRIÈRE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MON BESOIN TU AS TOUJOURS ÉTÉ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EST JEUNE EFFRAYÉ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DONNE-LUI LE REPOS BÉNI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RAMÈNE-LE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EST LE FILS QUE J’AURAI 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SI DIEU ME L’AVAIT ACCORDÉ LES ÉTÉS PASSENT UN PAR 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VITE ILS S’ENVOLENT ENCORE ET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AVANT QUE JE VIEILLISSE AVANT QUE JE PARTE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DONNE-LUI LA PAIX DONNE-LUI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JEUNE IL N’EST QU’UN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TU PEUX PRENDRE ET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LAISSE-LE ÊTRE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JE MEURS, LAISSE-MOI MOURIR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RAMÈNE-LE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DIEU TRÈS HAUT</a:t>
            </a:r>
          </a:p>
          <a:p>
            <a:pPr eaLnBrk="1" hangingPunct="1"/>
            <a:r>
              <a:rPr lang="fr-FR" altLang="fr-FR" sz="1200" smtClean="0"/>
              <a:t>2-  ÉCOUTE MA PRIÈRE</a:t>
            </a:r>
          </a:p>
          <a:p>
            <a:pPr eaLnBrk="1" hangingPunct="1"/>
            <a:r>
              <a:rPr lang="fr-FR" altLang="fr-FR" sz="1200" smtClean="0"/>
              <a:t>3-  DANS MON BESOIN TU AS TOUJOURS ÉTÉ LÀ</a:t>
            </a:r>
          </a:p>
          <a:p>
            <a:pPr eaLnBrk="1" hangingPunct="1"/>
            <a:r>
              <a:rPr lang="fr-FR" altLang="fr-FR" sz="1200" smtClean="0"/>
              <a:t>4-  IL EST JEUNE EFFRAYÉ</a:t>
            </a:r>
          </a:p>
          <a:p>
            <a:pPr eaLnBrk="1" hangingPunct="1"/>
            <a:r>
              <a:rPr lang="fr-FR" altLang="fr-FR" sz="1200" smtClean="0"/>
              <a:t>5-  DONNE-LUI LE REPOS BÉNI DU CIEL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RAMÈNE-LE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7-  IL EST LE FILS QUE J’AURAI EU</a:t>
            </a:r>
          </a:p>
          <a:p>
            <a:pPr eaLnBrk="1" hangingPunct="1"/>
            <a:r>
              <a:rPr lang="fr-FR" altLang="fr-FR" sz="1200" smtClean="0"/>
              <a:t>8-  SI DIEU ME L’AVAIT ACCORDÉ LES ÉTÉS PASSENT UN PAR UN</a:t>
            </a:r>
          </a:p>
          <a:p>
            <a:pPr eaLnBrk="1" hangingPunct="1"/>
            <a:r>
              <a:rPr lang="fr-FR" altLang="fr-FR" sz="1200" smtClean="0"/>
              <a:t>9-  SI VITE ILS S’ENVOLENT ENCORE ET ENCORE</a:t>
            </a:r>
          </a:p>
          <a:p>
            <a:pPr eaLnBrk="1" hangingPunct="1"/>
            <a:r>
              <a:rPr lang="fr-FR" altLang="fr-FR" sz="1200" smtClean="0"/>
              <a:t>10-  AVANT QUE JE VIEILLISSE AVANT QUE JE PARTE</a:t>
            </a:r>
          </a:p>
          <a:p>
            <a:pPr eaLnBrk="1" hangingPunct="1"/>
            <a:r>
              <a:rPr lang="fr-FR" altLang="fr-FR" sz="1200" smtClean="0"/>
              <a:t>11-  DONNE-LUI LA PAIX DONNE-LUI LA JOIE</a:t>
            </a:r>
          </a:p>
          <a:p>
            <a:pPr eaLnBrk="1" hangingPunct="1"/>
            <a:r>
              <a:rPr lang="fr-FR" altLang="fr-FR" sz="1200" smtClean="0"/>
              <a:t>12-  IL EST JEUNE IL N’EST QU’UN ENFANT</a:t>
            </a:r>
          </a:p>
          <a:p>
            <a:pPr eaLnBrk="1" hangingPunct="1"/>
            <a:r>
              <a:rPr lang="fr-FR" altLang="fr-FR" sz="1200" smtClean="0"/>
              <a:t>13-  TU PEUX PRENDRE ET DONNER</a:t>
            </a:r>
          </a:p>
          <a:p>
            <a:pPr eaLnBrk="1" hangingPunct="1"/>
            <a:r>
              <a:rPr lang="fr-FR" altLang="fr-FR" sz="1200" smtClean="0"/>
              <a:t>14-  LAISSE-LE ÊTRE LAISSE-LE VIVRE</a:t>
            </a:r>
          </a:p>
          <a:p>
            <a:pPr eaLnBrk="1" hangingPunct="1"/>
            <a:r>
              <a:rPr lang="fr-FR" altLang="fr-FR" sz="1200" smtClean="0"/>
              <a:t>15-  SI JE MEURS, LAISSE-MOI MOURIR LAISSE-LE VIVRE</a:t>
            </a:r>
          </a:p>
          <a:p>
            <a:pPr eaLnBrk="1" hangingPunct="1"/>
            <a:r>
              <a:rPr lang="fr-FR" altLang="fr-FR" sz="1200" smtClean="0"/>
              <a:t>16-  RAMÈNE-LE</a:t>
            </a:r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0C8792-E988-4510-BB5F-8B2A992DEB0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4589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0FB76F-FDFC-4690-9DEF-AE21177D552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0834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68D26B-6017-469D-866B-410A83DA962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9000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06A0FF-20A6-45FC-BE48-124EC95910A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9149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5C7A76-E99A-4208-AFAE-DA7DD755BBB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6925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C5730A-1B01-4A40-848A-195C2266297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4624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D8AB79-B0AA-4A76-97F0-FEA84B7F392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4495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C36D7B-6640-4D29-ABEE-EBDB905C710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496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1FB5A2-216C-4253-9461-0A958053A4A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8701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32E8FE-1BE5-4CAB-B089-0D64652776F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7310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513FA9-FD15-46ED-972D-51DD669E2F8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0685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7A3AC758-1641-44DB-977A-BFB8549FF93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TRÈS HAUT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ÉCOUTE MA PRIÈRE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MON BESOIN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AS TOUJOURS ÉTÉ LÀ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EST JEUNE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EFFRAYÉ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DONNE-LUI LE REPOS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BÉNI DU CIEL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RAMÈNE-LE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EST LE FILS QUE J’AURAI EU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DIEU ME L’AVAIT ACCORDÉ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ÉTÉS PASSENT UN PAR UN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VITE ILS S’ENVOLENT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ENCORE ET ENCORE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AVANT QUE JE VIEILLISSE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AVANT QUE JE PARTE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DONNE-LUI LA PAIX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DONNE-LUI LA JOIE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EST JEUNE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N’EST QU’UN ENFANT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PEUX PRENDRE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DONNER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LAISSE-LE ÊTRE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LAISSE-LE VIVRE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JE MEURS, LAISSE-MOI MOURIR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LAISSE-LE VIVRE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RAMÈNE-LE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669</TotalTime>
  <Words>3481</Words>
  <Application>Microsoft Office PowerPoint</Application>
  <PresentationFormat>Affichage à l'écran (4:3)</PresentationFormat>
  <Paragraphs>603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Franklin Gothic Medium</vt:lpstr>
      <vt:lpstr>Arial</vt:lpstr>
      <vt:lpstr>Calibri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YOMO Guillaume IMT/OLPS</cp:lastModifiedBy>
  <cp:revision>63</cp:revision>
  <dcterms:created xsi:type="dcterms:W3CDTF">2002-08-17T10:50:50Z</dcterms:created>
  <dcterms:modified xsi:type="dcterms:W3CDTF">2018-02-19T15:08:48Z</dcterms:modified>
</cp:coreProperties>
</file>