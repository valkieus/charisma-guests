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notesSlides/notesSlide18.xml" ContentType="application/vnd.openxmlformats-officedocument.presentationml.notesSlide+xml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9.xml" ContentType="application/vnd.openxmlformats-officedocument.presentationml.notes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Layouts/slideLayout3.xml" ContentType="application/vnd.openxmlformats-officedocument.presentationml.slideLayout+xml"/>
  <Override PartName="/ppt/notesSlides/notesSlide17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3"/>
  </p:notesMasterIdLst>
  <p:sldIdLst>
    <p:sldId id="263" r:id="rId2"/>
    <p:sldId id="264" r:id="rId3"/>
    <p:sldId id="265" r:id="rId4"/>
    <p:sldId id="266" r:id="rId5"/>
    <p:sldId id="267" r:id="rId6"/>
    <p:sldId id="268" r:id="rId7"/>
    <p:sldId id="269" r:id="rId8"/>
    <p:sldId id="270" r:id="rId9"/>
    <p:sldId id="271" r:id="rId10"/>
    <p:sldId id="272" r:id="rId11"/>
    <p:sldId id="273" r:id="rId12"/>
    <p:sldId id="274" r:id="rId13"/>
    <p:sldId id="275" r:id="rId14"/>
    <p:sldId id="276" r:id="rId15"/>
    <p:sldId id="277" r:id="rId16"/>
    <p:sldId id="278" r:id="rId17"/>
    <p:sldId id="279" r:id="rId18"/>
    <p:sldId id="280" r:id="rId19"/>
    <p:sldId id="281" r:id="rId20"/>
    <p:sldId id="282" r:id="rId21"/>
    <p:sldId id="283" r:id="rId22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788" autoAdjust="0"/>
    <p:restoredTop sz="34926" autoAdjust="0"/>
  </p:normalViewPr>
  <p:slideViewPr>
    <p:cSldViewPr>
      <p:cViewPr varScale="1">
        <p:scale>
          <a:sx n="35" d="100"/>
          <a:sy n="35" d="100"/>
        </p:scale>
        <p:origin x="-211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7AFB1A42-4FF9-409C-9887-F972296191F1}" type="datetimeFigureOut">
              <a:rPr lang="fr-FR"/>
              <a:pPr>
                <a:defRPr/>
              </a:pPr>
              <a:t>26/02/2018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5136C9AA-2D54-473F-938B-5615F694C09F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4579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 MARIE, SAVAIS-TU QUE TON CHER ENFANT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Mary did you know that your baby boy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2-  MARCHERAIT SUR LES EAUX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Will one day walk on water?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 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3-  MARIE, SAVAIS-TU QUE TON CHER ENFANT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Mary did you know that your baby boy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4-  SERAIT LE DON DU TRÈS-HAUT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Will save our sons and daughters?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5-  SAVAIS-TU QUE TON CHER ENFANTALLAIT TE DÉLIVRER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Did you know that your baby boy Has come to make you new? 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6-  CETTE VIE QUE TU AS PORTÉEÉTAIT VENUE TE RACHETER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This child that you've delivered Will soon deliver you.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7-  MARIE, SAVAIS-TU QUE TON CHER ENFANT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Mary did you know that your baby boy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8-  GUÉRIRAIT UN NON-VOYANT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Will give sight to a blind man?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9-  MARIE, SAVAIS-TU QUE TON CHER ENFANT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Mary did you know that your baby boy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10-  CALMERAIT DES VENTS VIOLENTS 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Will calm a storm with His hand?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11-  SAVAIS-TU QUE TON CHER ENFANTA PARCOURU LES CIEUX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 Did you know that your baby boy Has walked where angels trod?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12-  EN EMBRASSANT CE TENDRE BÉBÉTU EMBRASSAIS LA FACE DE DIEU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When you kiss your little baby You've kissed the face of God?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			pont :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		13-  LES AVEUGLES VERRONTLES SOURDS ENTENDRONT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                                 The blind will see The deaf will hear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		14-  LES MORTS VIVRONT À NOUVEAULES BOITEUX MARCHERONT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	 And the dead will live again. The lame will leap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		15-  LES MUETS PARLERONTLES LOUANGES DE L’AGNEAU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	The dumb will speak The praises of the Lamb.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16-  MARIE, SAVAIS-TU QUE TON CHER ENFANT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Mary did you know that your baby boy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 17-  EST SEIGNEUR DE TOUTE CRÉATION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Is Lord of all creation?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18-  MARIE, SAVAIS-TU QUE TON CHER ENFANT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Mary did you know that your baby boy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19-  RÉGNERAIT SUR LES NATIONS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Will one day rule the nations?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 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20-  SAVAIS-TU QUE TON CHER ENFANTEST LE SAINT AGNEAU DE DIEU 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Did you know that your baby boy Is Heavens perfect Lamb?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21-  NOUVEAU-NÉ ENDORMIEST LE GRAND  JE SUIS 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This sleeping child you're holding Is the Great I am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</p:txBody>
      </p:sp>
      <p:sp>
        <p:nvSpPr>
          <p:cNvPr id="245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 MARIE, SAVAIS-TU QUE TON CHER ENFANT</a:t>
            </a:r>
          </a:p>
          <a:p>
            <a:r>
              <a:rPr lang="fr-FR" smtClean="0"/>
              <a:t>     Mary did you know that your baby boy</a:t>
            </a:r>
          </a:p>
          <a:p>
            <a:endParaRPr lang="fr-FR" smtClean="0"/>
          </a:p>
          <a:p>
            <a:r>
              <a:rPr lang="fr-FR" smtClean="0"/>
              <a:t>2-  MARCHERAIT SUR LES EAUX</a:t>
            </a:r>
          </a:p>
          <a:p>
            <a:r>
              <a:rPr lang="fr-FR" smtClean="0"/>
              <a:t>    Will one day walk on water?</a:t>
            </a:r>
          </a:p>
          <a:p>
            <a:r>
              <a:rPr lang="fr-FR" smtClean="0"/>
              <a:t> </a:t>
            </a:r>
          </a:p>
          <a:p>
            <a:r>
              <a:rPr lang="fr-FR" smtClean="0"/>
              <a:t>3-  MARIE, SAVAIS-TU QUE TON CHER ENFANT</a:t>
            </a:r>
          </a:p>
          <a:p>
            <a:r>
              <a:rPr lang="fr-FR" smtClean="0"/>
              <a:t>     Mary did you know that your baby boy</a:t>
            </a:r>
          </a:p>
          <a:p>
            <a:endParaRPr lang="fr-FR" smtClean="0"/>
          </a:p>
          <a:p>
            <a:r>
              <a:rPr lang="fr-FR" smtClean="0"/>
              <a:t>4-  SERAIT LE DON DU TRÈS-HAUT</a:t>
            </a:r>
          </a:p>
          <a:p>
            <a:r>
              <a:rPr lang="fr-FR" smtClean="0"/>
              <a:t>    Will save our sons and daughters?</a:t>
            </a:r>
          </a:p>
          <a:p>
            <a:r>
              <a:rPr lang="fr-FR" smtClean="0"/>
              <a:t>  </a:t>
            </a:r>
          </a:p>
          <a:p>
            <a:r>
              <a:rPr lang="fr-FR" smtClean="0"/>
              <a:t>5-  SAVAIS-TU QUE TON CHER ENFANTALLAIT TE DÉLIVRER</a:t>
            </a:r>
          </a:p>
          <a:p>
            <a:r>
              <a:rPr lang="fr-FR" smtClean="0"/>
              <a:t>     Did you know that your baby boy Has come to make you new? </a:t>
            </a:r>
          </a:p>
          <a:p>
            <a:endParaRPr lang="fr-FR" smtClean="0"/>
          </a:p>
          <a:p>
            <a:r>
              <a:rPr lang="fr-FR" smtClean="0"/>
              <a:t>6-  CETTE VIE QUE TU AS PORTÉEÉTAIT VENUE TE RACHETER</a:t>
            </a:r>
          </a:p>
          <a:p>
            <a:r>
              <a:rPr lang="fr-FR" smtClean="0"/>
              <a:t>    This child that you've delivered Will soon deliver you.</a:t>
            </a:r>
          </a:p>
          <a:p>
            <a:endParaRPr lang="fr-FR" smtClean="0"/>
          </a:p>
          <a:p>
            <a:r>
              <a:rPr lang="fr-FR" smtClean="0"/>
              <a:t>7-  MARIE, SAVAIS-TU QUE TON CHER ENFANT</a:t>
            </a:r>
          </a:p>
          <a:p>
            <a:r>
              <a:rPr lang="fr-FR" smtClean="0"/>
              <a:t>    Mary did you know that your baby boy</a:t>
            </a:r>
          </a:p>
          <a:p>
            <a:endParaRPr lang="fr-FR" smtClean="0"/>
          </a:p>
          <a:p>
            <a:r>
              <a:rPr lang="fr-FR" smtClean="0"/>
              <a:t>8-  GUÉRIRAIT UN NON-VOYANT</a:t>
            </a:r>
          </a:p>
          <a:p>
            <a:r>
              <a:rPr lang="fr-FR" smtClean="0"/>
              <a:t>     Will give sight to a blind man?</a:t>
            </a:r>
          </a:p>
          <a:p>
            <a:endParaRPr lang="fr-FR" smtClean="0"/>
          </a:p>
          <a:p>
            <a:r>
              <a:rPr lang="fr-FR" smtClean="0"/>
              <a:t>9-  MARIE, SAVAIS-TU QUE TON CHER ENFANT</a:t>
            </a:r>
          </a:p>
          <a:p>
            <a:r>
              <a:rPr lang="fr-FR" smtClean="0"/>
              <a:t>     Mary did you know that your baby boy</a:t>
            </a:r>
          </a:p>
          <a:p>
            <a:r>
              <a:rPr lang="fr-FR" smtClean="0"/>
              <a:t>   </a:t>
            </a:r>
          </a:p>
          <a:p>
            <a:r>
              <a:rPr lang="fr-FR" smtClean="0"/>
              <a:t>10-  CALMERAIT DES VENTS VIOLENTS </a:t>
            </a:r>
          </a:p>
          <a:p>
            <a:r>
              <a:rPr lang="fr-FR" smtClean="0"/>
              <a:t>     Will calm a storm with His hand?</a:t>
            </a:r>
          </a:p>
          <a:p>
            <a:endParaRPr lang="fr-FR" smtClean="0"/>
          </a:p>
          <a:p>
            <a:r>
              <a:rPr lang="fr-FR" smtClean="0"/>
              <a:t>11-  SAVAIS-TU QUE TON CHER ENFANTA PARCOURU LES CIEUX</a:t>
            </a:r>
          </a:p>
          <a:p>
            <a:r>
              <a:rPr lang="fr-FR" smtClean="0"/>
              <a:t>      Did you know that your baby boy Has walked where angels trod?</a:t>
            </a:r>
          </a:p>
          <a:p>
            <a:endParaRPr lang="fr-FR" smtClean="0"/>
          </a:p>
          <a:p>
            <a:r>
              <a:rPr lang="fr-FR" smtClean="0"/>
              <a:t>12-  EN EMBRASSANT CE TENDRE BÉBÉTU EMBRASSAIS LA FACE DE DIEU</a:t>
            </a:r>
          </a:p>
          <a:p>
            <a:r>
              <a:rPr lang="fr-FR" smtClean="0"/>
              <a:t>      When you kiss your little baby You've kissed the face of God?</a:t>
            </a:r>
          </a:p>
          <a:p>
            <a:endParaRPr lang="fr-FR" smtClean="0"/>
          </a:p>
          <a:p>
            <a:r>
              <a:rPr lang="fr-FR" smtClean="0"/>
              <a:t>			pont :</a:t>
            </a:r>
          </a:p>
          <a:p>
            <a:endParaRPr lang="fr-FR" smtClean="0"/>
          </a:p>
          <a:p>
            <a:r>
              <a:rPr lang="fr-FR" smtClean="0"/>
              <a:t>		13-  LES AVEUGLES VERRONTLES SOURDS ENTENDRONT</a:t>
            </a:r>
          </a:p>
          <a:p>
            <a:r>
              <a:rPr lang="fr-FR" smtClean="0"/>
              <a:t>                                        The blind will see The deaf will hear</a:t>
            </a:r>
          </a:p>
          <a:p>
            <a:endParaRPr lang="fr-FR" smtClean="0"/>
          </a:p>
          <a:p>
            <a:r>
              <a:rPr lang="fr-FR" smtClean="0"/>
              <a:t>		14-  LES MORTS VIVRONT À NOUVEAULES BOITEUX MARCHERONT</a:t>
            </a:r>
          </a:p>
          <a:p>
            <a:r>
              <a:rPr lang="fr-FR" smtClean="0"/>
              <a:t>		 And the dead will live again. The lame will leap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		15-  LES MUETS PARLERONTLES LOUANGES DE L’AGNEAU</a:t>
            </a:r>
          </a:p>
          <a:p>
            <a:r>
              <a:rPr lang="fr-FR" smtClean="0"/>
              <a:t>		The dumb will speak The praises of the Lamb.</a:t>
            </a:r>
          </a:p>
          <a:p>
            <a:endParaRPr lang="fr-FR" smtClean="0"/>
          </a:p>
          <a:p>
            <a:r>
              <a:rPr lang="fr-FR" smtClean="0"/>
              <a:t>16-  MARIE, SAVAIS-TU QUE TON CHER ENFANT</a:t>
            </a:r>
          </a:p>
          <a:p>
            <a:r>
              <a:rPr lang="fr-FR" smtClean="0"/>
              <a:t>       Mary did you know that your baby boy</a:t>
            </a:r>
          </a:p>
          <a:p>
            <a:endParaRPr lang="fr-FR" smtClean="0"/>
          </a:p>
          <a:p>
            <a:r>
              <a:rPr lang="fr-FR" smtClean="0"/>
              <a:t> 17-  EST SEIGNEUR DE TOUTE CRÉATION</a:t>
            </a:r>
          </a:p>
          <a:p>
            <a:r>
              <a:rPr lang="fr-FR" smtClean="0"/>
              <a:t>       Is Lord of all creation?</a:t>
            </a:r>
          </a:p>
          <a:p>
            <a:endParaRPr lang="fr-FR" smtClean="0"/>
          </a:p>
          <a:p>
            <a:r>
              <a:rPr lang="fr-FR" smtClean="0"/>
              <a:t>18-  MARIE, SAVAIS-TU QUE TON CHER ENFANT</a:t>
            </a:r>
          </a:p>
          <a:p>
            <a:r>
              <a:rPr lang="fr-FR" smtClean="0"/>
              <a:t>      Mary did you know that your baby boy</a:t>
            </a:r>
          </a:p>
          <a:p>
            <a:r>
              <a:rPr lang="fr-FR" smtClean="0"/>
              <a:t>    </a:t>
            </a:r>
          </a:p>
          <a:p>
            <a:r>
              <a:rPr lang="fr-FR" smtClean="0"/>
              <a:t>19-  RÉGNERAIT SUR LES NATIONS</a:t>
            </a:r>
          </a:p>
          <a:p>
            <a:r>
              <a:rPr lang="fr-FR" smtClean="0"/>
              <a:t>      Will one day rule the nations?</a:t>
            </a:r>
          </a:p>
          <a:p>
            <a:r>
              <a:rPr lang="fr-FR" smtClean="0"/>
              <a:t> </a:t>
            </a:r>
          </a:p>
          <a:p>
            <a:r>
              <a:rPr lang="fr-FR" smtClean="0"/>
              <a:t>20-  SAVAIS-TU QUE TON CHER ENFANTEST LE SAINT AGNEAU DE DIEU </a:t>
            </a:r>
          </a:p>
          <a:p>
            <a:r>
              <a:rPr lang="fr-FR" smtClean="0"/>
              <a:t>       Did you know that your baby boy Is Heavens perfect Lamb?</a:t>
            </a:r>
          </a:p>
          <a:p>
            <a:endParaRPr lang="fr-FR" smtClean="0"/>
          </a:p>
          <a:p>
            <a:r>
              <a:rPr lang="fr-FR" smtClean="0"/>
              <a:t>21-  NOUVEAU-NÉ ENDORMIEST LE GRAND  JE SUIS </a:t>
            </a:r>
          </a:p>
          <a:p>
            <a:r>
              <a:rPr lang="fr-FR" smtClean="0"/>
              <a:t>      This sleeping child you're holding Is the Great I am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5603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 MARIE, SAVAIS-TU QUE TON CHER ENFANT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Mary did you know that your baby boy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2-  MARCHERAIT SUR LES EAUX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Will one day walk on water?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 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3-  MARIE, SAVAIS-TU QUE TON CHER ENFANT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Mary did you know that your baby boy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4-  SERAIT LE DON DU TRÈS-HAUT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Will save our sons and daughters?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5-  SAVAIS-TU QUE TON CHER ENFANTALLAIT TE DÉLIVRER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Did you know that your baby boy Has come to make you new? 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6-  CETTE VIE QUE TU AS PORTÉEÉTAIT VENUE TE RACHETER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This child that you've delivered Will soon deliver you.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7-  MARIE, SAVAIS-TU QUE TON CHER ENFANT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Mary did you know that your baby boy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8-  GUÉRIRAIT UN NON-VOYANT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Will give sight to a blind man?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9-  MARIE, SAVAIS-TU QUE TON CHER ENFANT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Mary did you know that your baby boy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10-  CALMERAIT DES VENTS VIOLENTS 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Will calm a storm with His hand?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11-  SAVAIS-TU QUE TON CHER ENFANTA PARCOURU LES CIEUX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 Did you know that your baby boy Has walked where angels trod?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12-  EN EMBRASSANT CE TENDRE BÉBÉTU EMBRASSAIS LA FACE DE DIEU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When you kiss your little baby You've kissed the face of God?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			pont :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		13-  LES AVEUGLES VERRONTLES SOURDS ENTENDRONT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                                 The blind will see The deaf will hear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		14-  LES MORTS VIVRONT À NOUVEAULES BOITEUX MARCHERONT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	 And the dead will live again. The lame will leap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		15-  LES MUETS PARLERONTLES LOUANGES DE L’AGNEAU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	The dumb will speak The praises of the Lamb.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16-  MARIE, SAVAIS-TU QUE TON CHER ENFANT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Mary did you know that your baby boy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 17-  EST SEIGNEUR DE TOUTE CRÉATION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Is Lord of all creation?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18-  MARIE, SAVAIS-TU QUE TON CHER ENFANT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Mary did you know that your baby boy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19-  RÉGNERAIT SUR LES NATIONS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Will one day rule the nations?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 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20-  SAVAIS-TU QUE TON CHER ENFANTEST LE SAINT AGNEAU DE DIEU 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Did you know that your baby boy Is Heavens perfect Lamb?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21-  NOUVEAU-NÉ ENDORMIEST LE GRAND  JE SUIS 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This sleeping child you're holding Is the Great I am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 MARIE, SAVAIS-TU QUE TON CHER ENFANT</a:t>
            </a:r>
          </a:p>
          <a:p>
            <a:r>
              <a:rPr lang="fr-FR" smtClean="0"/>
              <a:t>     Mary did you know that your baby boy</a:t>
            </a:r>
          </a:p>
          <a:p>
            <a:endParaRPr lang="fr-FR" smtClean="0"/>
          </a:p>
          <a:p>
            <a:r>
              <a:rPr lang="fr-FR" smtClean="0"/>
              <a:t>2-  MARCHERAIT SUR LES EAUX</a:t>
            </a:r>
          </a:p>
          <a:p>
            <a:r>
              <a:rPr lang="fr-FR" smtClean="0"/>
              <a:t>    Will one day walk on water?</a:t>
            </a:r>
          </a:p>
          <a:p>
            <a:r>
              <a:rPr lang="fr-FR" smtClean="0"/>
              <a:t> </a:t>
            </a:r>
          </a:p>
          <a:p>
            <a:r>
              <a:rPr lang="fr-FR" smtClean="0"/>
              <a:t>3-  MARIE, SAVAIS-TU QUE TON CHER ENFANT</a:t>
            </a:r>
          </a:p>
          <a:p>
            <a:r>
              <a:rPr lang="fr-FR" smtClean="0"/>
              <a:t>     Mary did you know that your baby boy</a:t>
            </a:r>
          </a:p>
          <a:p>
            <a:endParaRPr lang="fr-FR" smtClean="0"/>
          </a:p>
          <a:p>
            <a:r>
              <a:rPr lang="fr-FR" smtClean="0"/>
              <a:t>4-  SERAIT LE DON DU TRÈS-HAUT</a:t>
            </a:r>
          </a:p>
          <a:p>
            <a:r>
              <a:rPr lang="fr-FR" smtClean="0"/>
              <a:t>    Will save our sons and daughters?</a:t>
            </a:r>
          </a:p>
          <a:p>
            <a:r>
              <a:rPr lang="fr-FR" smtClean="0"/>
              <a:t>  </a:t>
            </a:r>
          </a:p>
          <a:p>
            <a:r>
              <a:rPr lang="fr-FR" smtClean="0"/>
              <a:t>5-  SAVAIS-TU QUE TON CHER ENFANTALLAIT TE DÉLIVRER</a:t>
            </a:r>
          </a:p>
          <a:p>
            <a:r>
              <a:rPr lang="fr-FR" smtClean="0"/>
              <a:t>     Did you know that your baby boy Has come to make you new? </a:t>
            </a:r>
          </a:p>
          <a:p>
            <a:endParaRPr lang="fr-FR" smtClean="0"/>
          </a:p>
          <a:p>
            <a:r>
              <a:rPr lang="fr-FR" smtClean="0"/>
              <a:t>6-  CETTE VIE QUE TU AS PORTÉEÉTAIT VENUE TE RACHETER</a:t>
            </a:r>
          </a:p>
          <a:p>
            <a:r>
              <a:rPr lang="fr-FR" smtClean="0"/>
              <a:t>    This child that you've delivered Will soon deliver you.</a:t>
            </a:r>
          </a:p>
          <a:p>
            <a:endParaRPr lang="fr-FR" smtClean="0"/>
          </a:p>
          <a:p>
            <a:r>
              <a:rPr lang="fr-FR" smtClean="0"/>
              <a:t>7-  MARIE, SAVAIS-TU QUE TON CHER ENFANT</a:t>
            </a:r>
          </a:p>
          <a:p>
            <a:r>
              <a:rPr lang="fr-FR" smtClean="0"/>
              <a:t>    Mary did you know that your baby boy</a:t>
            </a:r>
          </a:p>
          <a:p>
            <a:endParaRPr lang="fr-FR" smtClean="0"/>
          </a:p>
          <a:p>
            <a:r>
              <a:rPr lang="fr-FR" smtClean="0"/>
              <a:t>8-  GUÉRIRAIT UN NON-VOYANT</a:t>
            </a:r>
          </a:p>
          <a:p>
            <a:r>
              <a:rPr lang="fr-FR" smtClean="0"/>
              <a:t>     Will give sight to a blind man?</a:t>
            </a:r>
          </a:p>
          <a:p>
            <a:endParaRPr lang="fr-FR" smtClean="0"/>
          </a:p>
          <a:p>
            <a:r>
              <a:rPr lang="fr-FR" smtClean="0"/>
              <a:t>9-  MARIE, SAVAIS-TU QUE TON CHER ENFANT</a:t>
            </a:r>
          </a:p>
          <a:p>
            <a:r>
              <a:rPr lang="fr-FR" smtClean="0"/>
              <a:t>     Mary did you know that your baby boy</a:t>
            </a:r>
          </a:p>
          <a:p>
            <a:r>
              <a:rPr lang="fr-FR" smtClean="0"/>
              <a:t>   </a:t>
            </a:r>
          </a:p>
          <a:p>
            <a:r>
              <a:rPr lang="fr-FR" smtClean="0"/>
              <a:t>10-  CALMERAIT DES VENTS VIOLENTS </a:t>
            </a:r>
          </a:p>
          <a:p>
            <a:r>
              <a:rPr lang="fr-FR" smtClean="0"/>
              <a:t>     Will calm a storm with His hand?</a:t>
            </a:r>
          </a:p>
          <a:p>
            <a:endParaRPr lang="fr-FR" smtClean="0"/>
          </a:p>
          <a:p>
            <a:r>
              <a:rPr lang="fr-FR" smtClean="0"/>
              <a:t>11-  SAVAIS-TU QUE TON CHER ENFANTA PARCOURU LES CIEUX</a:t>
            </a:r>
          </a:p>
          <a:p>
            <a:r>
              <a:rPr lang="fr-FR" smtClean="0"/>
              <a:t>      Did you know that your baby boy Has walked where angels trod?</a:t>
            </a:r>
          </a:p>
          <a:p>
            <a:endParaRPr lang="fr-FR" smtClean="0"/>
          </a:p>
          <a:p>
            <a:r>
              <a:rPr lang="fr-FR" smtClean="0"/>
              <a:t>12-  EN EMBRASSANT CE TENDRE BÉBÉTU EMBRASSAIS LA FACE DE DIEU</a:t>
            </a:r>
          </a:p>
          <a:p>
            <a:r>
              <a:rPr lang="fr-FR" smtClean="0"/>
              <a:t>      When you kiss your little baby You've kissed the face of God?</a:t>
            </a:r>
          </a:p>
          <a:p>
            <a:endParaRPr lang="fr-FR" smtClean="0"/>
          </a:p>
          <a:p>
            <a:r>
              <a:rPr lang="fr-FR" smtClean="0"/>
              <a:t>			pont :</a:t>
            </a:r>
          </a:p>
          <a:p>
            <a:endParaRPr lang="fr-FR" smtClean="0"/>
          </a:p>
          <a:p>
            <a:r>
              <a:rPr lang="fr-FR" smtClean="0"/>
              <a:t>		13-  LES AVEUGLES VERRONTLES SOURDS ENTENDRONT</a:t>
            </a:r>
          </a:p>
          <a:p>
            <a:r>
              <a:rPr lang="fr-FR" smtClean="0"/>
              <a:t>                                        The blind will see The deaf will hear</a:t>
            </a:r>
          </a:p>
          <a:p>
            <a:endParaRPr lang="fr-FR" smtClean="0"/>
          </a:p>
          <a:p>
            <a:r>
              <a:rPr lang="fr-FR" smtClean="0"/>
              <a:t>		14-  LES MORTS VIVRONT À NOUVEAULES BOITEUX MARCHERONT</a:t>
            </a:r>
          </a:p>
          <a:p>
            <a:r>
              <a:rPr lang="fr-FR" smtClean="0"/>
              <a:t>		 And the dead will live again. The lame will leap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		15-  LES MUETS PARLERONTLES LOUANGES DE L’AGNEAU</a:t>
            </a:r>
          </a:p>
          <a:p>
            <a:r>
              <a:rPr lang="fr-FR" smtClean="0"/>
              <a:t>		The dumb will speak The praises of the Lamb.</a:t>
            </a:r>
          </a:p>
          <a:p>
            <a:endParaRPr lang="fr-FR" smtClean="0"/>
          </a:p>
          <a:p>
            <a:r>
              <a:rPr lang="fr-FR" smtClean="0"/>
              <a:t>16-  MARIE, SAVAIS-TU QUE TON CHER ENFANT</a:t>
            </a:r>
          </a:p>
          <a:p>
            <a:r>
              <a:rPr lang="fr-FR" smtClean="0"/>
              <a:t>       Mary did you know that your baby boy</a:t>
            </a:r>
          </a:p>
          <a:p>
            <a:endParaRPr lang="fr-FR" smtClean="0"/>
          </a:p>
          <a:p>
            <a:r>
              <a:rPr lang="fr-FR" smtClean="0"/>
              <a:t> 17-  EST SEIGNEUR DE TOUTE CRÉATION</a:t>
            </a:r>
          </a:p>
          <a:p>
            <a:r>
              <a:rPr lang="fr-FR" smtClean="0"/>
              <a:t>       Is Lord of all creation?</a:t>
            </a:r>
          </a:p>
          <a:p>
            <a:endParaRPr lang="fr-FR" smtClean="0"/>
          </a:p>
          <a:p>
            <a:r>
              <a:rPr lang="fr-FR" smtClean="0"/>
              <a:t>18-  MARIE, SAVAIS-TU QUE TON CHER ENFANT</a:t>
            </a:r>
          </a:p>
          <a:p>
            <a:r>
              <a:rPr lang="fr-FR" smtClean="0"/>
              <a:t>      Mary did you know that your baby boy</a:t>
            </a:r>
          </a:p>
          <a:p>
            <a:r>
              <a:rPr lang="fr-FR" smtClean="0"/>
              <a:t>    </a:t>
            </a:r>
          </a:p>
          <a:p>
            <a:r>
              <a:rPr lang="fr-FR" smtClean="0"/>
              <a:t>19-  RÉGNERAIT SUR LES NATIONS</a:t>
            </a:r>
          </a:p>
          <a:p>
            <a:r>
              <a:rPr lang="fr-FR" smtClean="0"/>
              <a:t>      Will one day rule the nations?</a:t>
            </a:r>
          </a:p>
          <a:p>
            <a:r>
              <a:rPr lang="fr-FR" smtClean="0"/>
              <a:t> </a:t>
            </a:r>
          </a:p>
          <a:p>
            <a:r>
              <a:rPr lang="fr-FR" smtClean="0"/>
              <a:t>20-  SAVAIS-TU QUE TON CHER ENFANTEST LE SAINT AGNEAU DE DIEU </a:t>
            </a:r>
          </a:p>
          <a:p>
            <a:r>
              <a:rPr lang="fr-FR" smtClean="0"/>
              <a:t>       Did you know that your baby boy Is Heavens perfect Lamb?</a:t>
            </a:r>
          </a:p>
          <a:p>
            <a:endParaRPr lang="fr-FR" smtClean="0"/>
          </a:p>
          <a:p>
            <a:r>
              <a:rPr lang="fr-FR" smtClean="0"/>
              <a:t>21-  NOUVEAU-NÉ ENDORMIEST LE GRAND  JE SUIS </a:t>
            </a:r>
          </a:p>
          <a:p>
            <a:r>
              <a:rPr lang="fr-FR" smtClean="0"/>
              <a:t>      This sleeping child you're holding Is the Great I am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6627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 MARIE, SAVAIS-TU QUE TON CHER ENFANT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Mary did you know that your baby boy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2-  MARCHERAIT SUR LES EAUX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Will one day walk on water?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 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3-  MARIE, SAVAIS-TU QUE TON CHER ENFANT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Mary did you know that your baby boy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4-  SERAIT LE DON DU TRÈS-HAUT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Will save our sons and daughters?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5-  SAVAIS-TU QUE TON CHER ENFANTALLAIT TE DÉLIVRER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Did you know that your baby boy Has come to make you new? 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6-  CETTE VIE QUE TU AS PORTÉEÉTAIT VENUE TE RACHETER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This child that you've delivered Will soon deliver you.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7-  MARIE, SAVAIS-TU QUE TON CHER ENFANT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Mary did you know that your baby boy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8-  GUÉRIRAIT UN NON-VOYANT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Will give sight to a blind man?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9-  MARIE, SAVAIS-TU QUE TON CHER ENFANT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Mary did you know that your baby boy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10-  CALMERAIT DES VENTS VIOLENTS 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Will calm a storm with His hand?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11-  SAVAIS-TU QUE TON CHER ENFANTA PARCOURU LES CIEUX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 Did you know that your baby boy Has walked where angels trod?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12-  EN EMBRASSANT CE TENDRE BÉBÉTU EMBRASSAIS LA FACE DE DIEU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When you kiss your little baby You've kissed the face of God?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			pont :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		13-  LES AVEUGLES VERRONTLES SOURDS ENTENDRONT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                                 The blind will see The deaf will hear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		14-  LES MORTS VIVRONT À NOUVEAULES BOITEUX MARCHERONT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	 And the dead will live again. The lame will leap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		15-  LES MUETS PARLERONTLES LOUANGES DE L’AGNEAU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	The dumb will speak The praises of the Lamb.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16-  MARIE, SAVAIS-TU QUE TON CHER ENFANT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Mary did you know that your baby boy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 17-  EST SEIGNEUR DE TOUTE CRÉATION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Is Lord of all creation?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18-  MARIE, SAVAIS-TU QUE TON CHER ENFANT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Mary did you know that your baby boy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19-  RÉGNERAIT SUR LES NATIONS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Will one day rule the nations?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 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20-  SAVAIS-TU QUE TON CHER ENFANTEST LE SAINT AGNEAU DE DIEU 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Did you know that your baby boy Is Heavens perfect Lamb?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21-  NOUVEAU-NÉ ENDORMIEST LE GRAND  JE SUIS 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This sleeping child you're holding Is the Great I am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 MARIE, SAVAIS-TU QUE TON CHER ENFANT</a:t>
            </a:r>
          </a:p>
          <a:p>
            <a:r>
              <a:rPr lang="fr-FR" smtClean="0"/>
              <a:t>     Mary did you know that your baby boy</a:t>
            </a:r>
          </a:p>
          <a:p>
            <a:endParaRPr lang="fr-FR" smtClean="0"/>
          </a:p>
          <a:p>
            <a:r>
              <a:rPr lang="fr-FR" smtClean="0"/>
              <a:t>2-  MARCHERAIT SUR LES EAUX</a:t>
            </a:r>
          </a:p>
          <a:p>
            <a:r>
              <a:rPr lang="fr-FR" smtClean="0"/>
              <a:t>    Will one day walk on water?</a:t>
            </a:r>
          </a:p>
          <a:p>
            <a:r>
              <a:rPr lang="fr-FR" smtClean="0"/>
              <a:t> </a:t>
            </a:r>
          </a:p>
          <a:p>
            <a:r>
              <a:rPr lang="fr-FR" smtClean="0"/>
              <a:t>3-  MARIE, SAVAIS-TU QUE TON CHER ENFANT</a:t>
            </a:r>
          </a:p>
          <a:p>
            <a:r>
              <a:rPr lang="fr-FR" smtClean="0"/>
              <a:t>     Mary did you know that your baby boy</a:t>
            </a:r>
          </a:p>
          <a:p>
            <a:endParaRPr lang="fr-FR" smtClean="0"/>
          </a:p>
          <a:p>
            <a:r>
              <a:rPr lang="fr-FR" smtClean="0"/>
              <a:t>4-  SERAIT LE DON DU TRÈS-HAUT</a:t>
            </a:r>
          </a:p>
          <a:p>
            <a:r>
              <a:rPr lang="fr-FR" smtClean="0"/>
              <a:t>    Will save our sons and daughters?</a:t>
            </a:r>
          </a:p>
          <a:p>
            <a:r>
              <a:rPr lang="fr-FR" smtClean="0"/>
              <a:t>  </a:t>
            </a:r>
          </a:p>
          <a:p>
            <a:r>
              <a:rPr lang="fr-FR" smtClean="0"/>
              <a:t>5-  SAVAIS-TU QUE TON CHER ENFANTALLAIT TE DÉLIVRER</a:t>
            </a:r>
          </a:p>
          <a:p>
            <a:r>
              <a:rPr lang="fr-FR" smtClean="0"/>
              <a:t>     Did you know that your baby boy Has come to make you new? </a:t>
            </a:r>
          </a:p>
          <a:p>
            <a:endParaRPr lang="fr-FR" smtClean="0"/>
          </a:p>
          <a:p>
            <a:r>
              <a:rPr lang="fr-FR" smtClean="0"/>
              <a:t>6-  CETTE VIE QUE TU AS PORTÉEÉTAIT VENUE TE RACHETER</a:t>
            </a:r>
          </a:p>
          <a:p>
            <a:r>
              <a:rPr lang="fr-FR" smtClean="0"/>
              <a:t>    This child that you've delivered Will soon deliver you.</a:t>
            </a:r>
          </a:p>
          <a:p>
            <a:endParaRPr lang="fr-FR" smtClean="0"/>
          </a:p>
          <a:p>
            <a:r>
              <a:rPr lang="fr-FR" smtClean="0"/>
              <a:t>7-  MARIE, SAVAIS-TU QUE TON CHER ENFANT</a:t>
            </a:r>
          </a:p>
          <a:p>
            <a:r>
              <a:rPr lang="fr-FR" smtClean="0"/>
              <a:t>    Mary did you know that your baby boy</a:t>
            </a:r>
          </a:p>
          <a:p>
            <a:endParaRPr lang="fr-FR" smtClean="0"/>
          </a:p>
          <a:p>
            <a:r>
              <a:rPr lang="fr-FR" smtClean="0"/>
              <a:t>8-  GUÉRIRAIT UN NON-VOYANT</a:t>
            </a:r>
          </a:p>
          <a:p>
            <a:r>
              <a:rPr lang="fr-FR" smtClean="0"/>
              <a:t>     Will give sight to a blind man?</a:t>
            </a:r>
          </a:p>
          <a:p>
            <a:endParaRPr lang="fr-FR" smtClean="0"/>
          </a:p>
          <a:p>
            <a:r>
              <a:rPr lang="fr-FR" smtClean="0"/>
              <a:t>9-  MARIE, SAVAIS-TU QUE TON CHER ENFANT</a:t>
            </a:r>
          </a:p>
          <a:p>
            <a:r>
              <a:rPr lang="fr-FR" smtClean="0"/>
              <a:t>     Mary did you know that your baby boy</a:t>
            </a:r>
          </a:p>
          <a:p>
            <a:r>
              <a:rPr lang="fr-FR" smtClean="0"/>
              <a:t>   </a:t>
            </a:r>
          </a:p>
          <a:p>
            <a:r>
              <a:rPr lang="fr-FR" smtClean="0"/>
              <a:t>10-  CALMERAIT DES VENTS VIOLENTS </a:t>
            </a:r>
          </a:p>
          <a:p>
            <a:r>
              <a:rPr lang="fr-FR" smtClean="0"/>
              <a:t>     Will calm a storm with His hand?</a:t>
            </a:r>
          </a:p>
          <a:p>
            <a:endParaRPr lang="fr-FR" smtClean="0"/>
          </a:p>
          <a:p>
            <a:r>
              <a:rPr lang="fr-FR" smtClean="0"/>
              <a:t>11-  SAVAIS-TU QUE TON CHER ENFANTA PARCOURU LES CIEUX</a:t>
            </a:r>
          </a:p>
          <a:p>
            <a:r>
              <a:rPr lang="fr-FR" smtClean="0"/>
              <a:t>      Did you know that your baby boy Has walked where angels trod?</a:t>
            </a:r>
          </a:p>
          <a:p>
            <a:endParaRPr lang="fr-FR" smtClean="0"/>
          </a:p>
          <a:p>
            <a:r>
              <a:rPr lang="fr-FR" smtClean="0"/>
              <a:t>12-  EN EMBRASSANT CE TENDRE BÉBÉTU EMBRASSAIS LA FACE DE DIEU</a:t>
            </a:r>
          </a:p>
          <a:p>
            <a:r>
              <a:rPr lang="fr-FR" smtClean="0"/>
              <a:t>      When you kiss your little baby You've kissed the face of God?</a:t>
            </a:r>
          </a:p>
          <a:p>
            <a:endParaRPr lang="fr-FR" smtClean="0"/>
          </a:p>
          <a:p>
            <a:r>
              <a:rPr lang="fr-FR" smtClean="0"/>
              <a:t>			pont :</a:t>
            </a:r>
          </a:p>
          <a:p>
            <a:endParaRPr lang="fr-FR" smtClean="0"/>
          </a:p>
          <a:p>
            <a:r>
              <a:rPr lang="fr-FR" smtClean="0"/>
              <a:t>		13-  LES AVEUGLES VERRONTLES SOURDS ENTENDRONT</a:t>
            </a:r>
          </a:p>
          <a:p>
            <a:r>
              <a:rPr lang="fr-FR" smtClean="0"/>
              <a:t>                                        The blind will see The deaf will hear</a:t>
            </a:r>
          </a:p>
          <a:p>
            <a:endParaRPr lang="fr-FR" smtClean="0"/>
          </a:p>
          <a:p>
            <a:r>
              <a:rPr lang="fr-FR" smtClean="0"/>
              <a:t>		14-  LES MORTS VIVRONT À NOUVEAULES BOITEUX MARCHERONT</a:t>
            </a:r>
          </a:p>
          <a:p>
            <a:r>
              <a:rPr lang="fr-FR" smtClean="0"/>
              <a:t>		 And the dead will live again. The lame will leap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		15-  LES MUETS PARLERONTLES LOUANGES DE L’AGNEAU</a:t>
            </a:r>
          </a:p>
          <a:p>
            <a:r>
              <a:rPr lang="fr-FR" smtClean="0"/>
              <a:t>		The dumb will speak The praises of the Lamb.</a:t>
            </a:r>
          </a:p>
          <a:p>
            <a:endParaRPr lang="fr-FR" smtClean="0"/>
          </a:p>
          <a:p>
            <a:r>
              <a:rPr lang="fr-FR" smtClean="0"/>
              <a:t>16-  MARIE, SAVAIS-TU QUE TON CHER ENFANT</a:t>
            </a:r>
          </a:p>
          <a:p>
            <a:r>
              <a:rPr lang="fr-FR" smtClean="0"/>
              <a:t>       Mary did you know that your baby boy</a:t>
            </a:r>
          </a:p>
          <a:p>
            <a:endParaRPr lang="fr-FR" smtClean="0"/>
          </a:p>
          <a:p>
            <a:r>
              <a:rPr lang="fr-FR" smtClean="0"/>
              <a:t> 17-  EST SEIGNEUR DE TOUTE CRÉATION</a:t>
            </a:r>
          </a:p>
          <a:p>
            <a:r>
              <a:rPr lang="fr-FR" smtClean="0"/>
              <a:t>       Is Lord of all creation?</a:t>
            </a:r>
          </a:p>
          <a:p>
            <a:endParaRPr lang="fr-FR" smtClean="0"/>
          </a:p>
          <a:p>
            <a:r>
              <a:rPr lang="fr-FR" smtClean="0"/>
              <a:t>18-  MARIE, SAVAIS-TU QUE TON CHER ENFANT</a:t>
            </a:r>
          </a:p>
          <a:p>
            <a:r>
              <a:rPr lang="fr-FR" smtClean="0"/>
              <a:t>      Mary did you know that your baby boy</a:t>
            </a:r>
          </a:p>
          <a:p>
            <a:r>
              <a:rPr lang="fr-FR" smtClean="0"/>
              <a:t>    </a:t>
            </a:r>
          </a:p>
          <a:p>
            <a:r>
              <a:rPr lang="fr-FR" smtClean="0"/>
              <a:t>19-  RÉGNERAIT SUR LES NATIONS</a:t>
            </a:r>
          </a:p>
          <a:p>
            <a:r>
              <a:rPr lang="fr-FR" smtClean="0"/>
              <a:t>      Will one day rule the nations?</a:t>
            </a:r>
          </a:p>
          <a:p>
            <a:r>
              <a:rPr lang="fr-FR" smtClean="0"/>
              <a:t> </a:t>
            </a:r>
          </a:p>
          <a:p>
            <a:r>
              <a:rPr lang="fr-FR" smtClean="0"/>
              <a:t>20-  SAVAIS-TU QUE TON CHER ENFANTEST LE SAINT AGNEAU DE DIEU </a:t>
            </a:r>
          </a:p>
          <a:p>
            <a:r>
              <a:rPr lang="fr-FR" smtClean="0"/>
              <a:t>       Did you know that your baby boy Is Heavens perfect Lamb?</a:t>
            </a:r>
          </a:p>
          <a:p>
            <a:endParaRPr lang="fr-FR" smtClean="0"/>
          </a:p>
          <a:p>
            <a:r>
              <a:rPr lang="fr-FR" smtClean="0"/>
              <a:t>21-  NOUVEAU-NÉ ENDORMIEST LE GRAND  JE SUIS </a:t>
            </a:r>
          </a:p>
          <a:p>
            <a:r>
              <a:rPr lang="fr-FR" smtClean="0"/>
              <a:t>      This sleeping child you're holding Is the Great I am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7651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 MARIE, SAVAIS-TU QUE TON CHER ENFANT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Mary did you know that your baby boy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2-  MARCHERAIT SUR LES EAUX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Will one day walk on water?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 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3-  MARIE, SAVAIS-TU QUE TON CHER ENFANT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Mary did you know that your baby boy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4-  SERAIT LE DON DU TRÈS-HAUT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Will save our sons and daughters?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5-  SAVAIS-TU QUE TON CHER ENFANTALLAIT TE DÉLIVRER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Did you know that your baby boy Has come to make you new? 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6-  CETTE VIE QUE TU AS PORTÉEÉTAIT VENUE TE RACHETER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This child that you've delivered Will soon deliver you.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7-  MARIE, SAVAIS-TU QUE TON CHER ENFANT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Mary did you know that your baby boy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8-  GUÉRIRAIT UN NON-VOYANT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Will give sight to a blind man?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9-  MARIE, SAVAIS-TU QUE TON CHER ENFANT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Mary did you know that your baby boy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10-  CALMERAIT DES VENTS VIOLENTS 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Will calm a storm with His hand?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11-  SAVAIS-TU QUE TON CHER ENFANTA PARCOURU LES CIEUX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 Did you know that your baby boy Has walked where angels trod?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12-  EN EMBRASSANT CE TENDRE BÉBÉTU EMBRASSAIS LA FACE DE DIEU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When you kiss your little baby You've kissed the face of God?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			pont :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		13-  LES AVEUGLES VERRONTLES SOURDS ENTENDRONT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                                 The blind will see The deaf will hear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		14-  LES MORTS VIVRONT À NOUVEAULES BOITEUX MARCHERONT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	 And the dead will live again. The lame will leap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		15-  LES MUETS PARLERONTLES LOUANGES DE L’AGNEAU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	The dumb will speak The praises of the Lamb.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16-  MARIE, SAVAIS-TU QUE TON CHER ENFANT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Mary did you know that your baby boy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 17-  EST SEIGNEUR DE TOUTE CRÉATION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Is Lord of all creation?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18-  MARIE, SAVAIS-TU QUE TON CHER ENFANT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Mary did you know that your baby boy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19-  RÉGNERAIT SUR LES NATIONS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Will one day rule the nations?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 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20-  SAVAIS-TU QUE TON CHER ENFANTEST LE SAINT AGNEAU DE DIEU 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Did you know that your baby boy Is Heavens perfect Lamb?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21-  NOUVEAU-NÉ ENDORMIEST LE GRAND  JE SUIS 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This sleeping child you're holding Is the Great I am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</p:txBody>
      </p:sp>
      <p:sp>
        <p:nvSpPr>
          <p:cNvPr id="2765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 MARIE, SAVAIS-TU QUE TON CHER ENFANT</a:t>
            </a:r>
          </a:p>
          <a:p>
            <a:r>
              <a:rPr lang="fr-FR" smtClean="0"/>
              <a:t>     Mary did you know that your baby boy</a:t>
            </a:r>
          </a:p>
          <a:p>
            <a:endParaRPr lang="fr-FR" smtClean="0"/>
          </a:p>
          <a:p>
            <a:r>
              <a:rPr lang="fr-FR" smtClean="0"/>
              <a:t>2-  MARCHERAIT SUR LES EAUX</a:t>
            </a:r>
          </a:p>
          <a:p>
            <a:r>
              <a:rPr lang="fr-FR" smtClean="0"/>
              <a:t>    Will one day walk on water?</a:t>
            </a:r>
          </a:p>
          <a:p>
            <a:r>
              <a:rPr lang="fr-FR" smtClean="0"/>
              <a:t> </a:t>
            </a:r>
          </a:p>
          <a:p>
            <a:r>
              <a:rPr lang="fr-FR" smtClean="0"/>
              <a:t>3-  MARIE, SAVAIS-TU QUE TON CHER ENFANT</a:t>
            </a:r>
          </a:p>
          <a:p>
            <a:r>
              <a:rPr lang="fr-FR" smtClean="0"/>
              <a:t>     Mary did you know that your baby boy</a:t>
            </a:r>
          </a:p>
          <a:p>
            <a:endParaRPr lang="fr-FR" smtClean="0"/>
          </a:p>
          <a:p>
            <a:r>
              <a:rPr lang="fr-FR" smtClean="0"/>
              <a:t>4-  SERAIT LE DON DU TRÈS-HAUT</a:t>
            </a:r>
          </a:p>
          <a:p>
            <a:r>
              <a:rPr lang="fr-FR" smtClean="0"/>
              <a:t>    Will save our sons and daughters?</a:t>
            </a:r>
          </a:p>
          <a:p>
            <a:r>
              <a:rPr lang="fr-FR" smtClean="0"/>
              <a:t>  </a:t>
            </a:r>
          </a:p>
          <a:p>
            <a:r>
              <a:rPr lang="fr-FR" smtClean="0"/>
              <a:t>5-  SAVAIS-TU QUE TON CHER ENFANTALLAIT TE DÉLIVRER</a:t>
            </a:r>
          </a:p>
          <a:p>
            <a:r>
              <a:rPr lang="fr-FR" smtClean="0"/>
              <a:t>     Did you know that your baby boy Has come to make you new? </a:t>
            </a:r>
          </a:p>
          <a:p>
            <a:endParaRPr lang="fr-FR" smtClean="0"/>
          </a:p>
          <a:p>
            <a:r>
              <a:rPr lang="fr-FR" smtClean="0"/>
              <a:t>6-  CETTE VIE QUE TU AS PORTÉEÉTAIT VENUE TE RACHETER</a:t>
            </a:r>
          </a:p>
          <a:p>
            <a:r>
              <a:rPr lang="fr-FR" smtClean="0"/>
              <a:t>    This child that you've delivered Will soon deliver you.</a:t>
            </a:r>
          </a:p>
          <a:p>
            <a:endParaRPr lang="fr-FR" smtClean="0"/>
          </a:p>
          <a:p>
            <a:r>
              <a:rPr lang="fr-FR" smtClean="0"/>
              <a:t>7-  MARIE, SAVAIS-TU QUE TON CHER ENFANT</a:t>
            </a:r>
          </a:p>
          <a:p>
            <a:r>
              <a:rPr lang="fr-FR" smtClean="0"/>
              <a:t>    Mary did you know that your baby boy</a:t>
            </a:r>
          </a:p>
          <a:p>
            <a:endParaRPr lang="fr-FR" smtClean="0"/>
          </a:p>
          <a:p>
            <a:r>
              <a:rPr lang="fr-FR" smtClean="0"/>
              <a:t>8-  GUÉRIRAIT UN NON-VOYANT</a:t>
            </a:r>
          </a:p>
          <a:p>
            <a:r>
              <a:rPr lang="fr-FR" smtClean="0"/>
              <a:t>     Will give sight to a blind man?</a:t>
            </a:r>
          </a:p>
          <a:p>
            <a:endParaRPr lang="fr-FR" smtClean="0"/>
          </a:p>
          <a:p>
            <a:r>
              <a:rPr lang="fr-FR" smtClean="0"/>
              <a:t>9-  MARIE, SAVAIS-TU QUE TON CHER ENFANT</a:t>
            </a:r>
          </a:p>
          <a:p>
            <a:r>
              <a:rPr lang="fr-FR" smtClean="0"/>
              <a:t>     Mary did you know that your baby boy</a:t>
            </a:r>
          </a:p>
          <a:p>
            <a:r>
              <a:rPr lang="fr-FR" smtClean="0"/>
              <a:t>   </a:t>
            </a:r>
          </a:p>
          <a:p>
            <a:r>
              <a:rPr lang="fr-FR" smtClean="0"/>
              <a:t>10-  CALMERAIT DES VENTS VIOLENTS </a:t>
            </a:r>
          </a:p>
          <a:p>
            <a:r>
              <a:rPr lang="fr-FR" smtClean="0"/>
              <a:t>     Will calm a storm with His hand?</a:t>
            </a:r>
          </a:p>
          <a:p>
            <a:endParaRPr lang="fr-FR" smtClean="0"/>
          </a:p>
          <a:p>
            <a:r>
              <a:rPr lang="fr-FR" smtClean="0"/>
              <a:t>11-  SAVAIS-TU QUE TON CHER ENFANTA PARCOURU LES CIEUX</a:t>
            </a:r>
          </a:p>
          <a:p>
            <a:r>
              <a:rPr lang="fr-FR" smtClean="0"/>
              <a:t>      Did you know that your baby boy Has walked where angels trod?</a:t>
            </a:r>
          </a:p>
          <a:p>
            <a:endParaRPr lang="fr-FR" smtClean="0"/>
          </a:p>
          <a:p>
            <a:r>
              <a:rPr lang="fr-FR" smtClean="0"/>
              <a:t>12-  EN EMBRASSANT CE TENDRE BÉBÉTU EMBRASSAIS LA FACE DE DIEU</a:t>
            </a:r>
          </a:p>
          <a:p>
            <a:r>
              <a:rPr lang="fr-FR" smtClean="0"/>
              <a:t>      When you kiss your little baby You've kissed the face of God?</a:t>
            </a:r>
          </a:p>
          <a:p>
            <a:endParaRPr lang="fr-FR" smtClean="0"/>
          </a:p>
          <a:p>
            <a:r>
              <a:rPr lang="fr-FR" smtClean="0"/>
              <a:t>			pont :</a:t>
            </a:r>
          </a:p>
          <a:p>
            <a:endParaRPr lang="fr-FR" smtClean="0"/>
          </a:p>
          <a:p>
            <a:r>
              <a:rPr lang="fr-FR" smtClean="0"/>
              <a:t>		13-  LES AVEUGLES VERRONTLES SOURDS ENTENDRONT</a:t>
            </a:r>
          </a:p>
          <a:p>
            <a:r>
              <a:rPr lang="fr-FR" smtClean="0"/>
              <a:t>                                        The blind will see The deaf will hear</a:t>
            </a:r>
          </a:p>
          <a:p>
            <a:endParaRPr lang="fr-FR" smtClean="0"/>
          </a:p>
          <a:p>
            <a:r>
              <a:rPr lang="fr-FR" smtClean="0"/>
              <a:t>		14-  LES MORTS VIVRONT À NOUVEAULES BOITEUX MARCHERONT</a:t>
            </a:r>
          </a:p>
          <a:p>
            <a:r>
              <a:rPr lang="fr-FR" smtClean="0"/>
              <a:t>		 And the dead will live again. The lame will leap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		15-  LES MUETS PARLERONTLES LOUANGES DE L’AGNEAU</a:t>
            </a:r>
          </a:p>
          <a:p>
            <a:r>
              <a:rPr lang="fr-FR" smtClean="0"/>
              <a:t>		The dumb will speak The praises of the Lamb.</a:t>
            </a:r>
          </a:p>
          <a:p>
            <a:endParaRPr lang="fr-FR" smtClean="0"/>
          </a:p>
          <a:p>
            <a:r>
              <a:rPr lang="fr-FR" smtClean="0"/>
              <a:t>16-  MARIE, SAVAIS-TU QUE TON CHER ENFANT</a:t>
            </a:r>
          </a:p>
          <a:p>
            <a:r>
              <a:rPr lang="fr-FR" smtClean="0"/>
              <a:t>       Mary did you know that your baby boy</a:t>
            </a:r>
          </a:p>
          <a:p>
            <a:endParaRPr lang="fr-FR" smtClean="0"/>
          </a:p>
          <a:p>
            <a:r>
              <a:rPr lang="fr-FR" smtClean="0"/>
              <a:t> 17-  EST SEIGNEUR DE TOUTE CRÉATION</a:t>
            </a:r>
          </a:p>
          <a:p>
            <a:r>
              <a:rPr lang="fr-FR" smtClean="0"/>
              <a:t>       Is Lord of all creation?</a:t>
            </a:r>
          </a:p>
          <a:p>
            <a:endParaRPr lang="fr-FR" smtClean="0"/>
          </a:p>
          <a:p>
            <a:r>
              <a:rPr lang="fr-FR" smtClean="0"/>
              <a:t>18-  MARIE, SAVAIS-TU QUE TON CHER ENFANT</a:t>
            </a:r>
          </a:p>
          <a:p>
            <a:r>
              <a:rPr lang="fr-FR" smtClean="0"/>
              <a:t>      Mary did you know that your baby boy</a:t>
            </a:r>
          </a:p>
          <a:p>
            <a:r>
              <a:rPr lang="fr-FR" smtClean="0"/>
              <a:t>    </a:t>
            </a:r>
          </a:p>
          <a:p>
            <a:r>
              <a:rPr lang="fr-FR" smtClean="0"/>
              <a:t>19-  RÉGNERAIT SUR LES NATIONS</a:t>
            </a:r>
          </a:p>
          <a:p>
            <a:r>
              <a:rPr lang="fr-FR" smtClean="0"/>
              <a:t>      Will one day rule the nations?</a:t>
            </a:r>
          </a:p>
          <a:p>
            <a:r>
              <a:rPr lang="fr-FR" smtClean="0"/>
              <a:t> </a:t>
            </a:r>
          </a:p>
          <a:p>
            <a:r>
              <a:rPr lang="fr-FR" smtClean="0"/>
              <a:t>20-  SAVAIS-TU QUE TON CHER ENFANTEST LE SAINT AGNEAU DE DIEU </a:t>
            </a:r>
          </a:p>
          <a:p>
            <a:r>
              <a:rPr lang="fr-FR" smtClean="0"/>
              <a:t>       Did you know that your baby boy Is Heavens perfect Lamb?</a:t>
            </a:r>
          </a:p>
          <a:p>
            <a:endParaRPr lang="fr-FR" smtClean="0"/>
          </a:p>
          <a:p>
            <a:r>
              <a:rPr lang="fr-FR" smtClean="0"/>
              <a:t>21-  NOUVEAU-NÉ ENDORMIEST LE GRAND  JE SUIS </a:t>
            </a:r>
          </a:p>
          <a:p>
            <a:r>
              <a:rPr lang="fr-FR" smtClean="0"/>
              <a:t>      This sleeping child you're holding Is the Great I am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8675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 MARIE, SAVAIS-TU QUE TON CHER ENFANT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Mary did you know that your baby boy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2-  MARCHERAIT SUR LES EAUX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Will one day walk on water?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 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3-  MARIE, SAVAIS-TU QUE TON CHER ENFANT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Mary did you know that your baby boy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4-  SERAIT LE DON DU TRÈS-HAUT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Will save our sons and daughters?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5-  SAVAIS-TU QUE TON CHER ENFANTALLAIT TE DÉLIVRER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Did you know that your baby boy Has come to make you new? 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6-  CETTE VIE QUE TU AS PORTÉEÉTAIT VENUE TE RACHETER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This child that you've delivered Will soon deliver you.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7-  MARIE, SAVAIS-TU QUE TON CHER ENFANT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Mary did you know that your baby boy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8-  GUÉRIRAIT UN NON-VOYANT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Will give sight to a blind man?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9-  MARIE, SAVAIS-TU QUE TON CHER ENFANT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Mary did you know that your baby boy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10-  CALMERAIT DES VENTS VIOLENTS 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Will calm a storm with His hand?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11-  SAVAIS-TU QUE TON CHER ENFANTA PARCOURU LES CIEUX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 Did you know that your baby boy Has walked where angels trod?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12-  EN EMBRASSANT CE TENDRE BÉBÉTU EMBRASSAIS LA FACE DE DIEU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When you kiss your little baby You've kissed the face of God?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			pont :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		13-  LES AVEUGLES VERRONTLES SOURDS ENTENDRONT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                                 The blind will see The deaf will hear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		14-  LES MORTS VIVRONT À NOUVEAULES BOITEUX MARCHERONT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	 And the dead will live again. The lame will leap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		15-  LES MUETS PARLERONTLES LOUANGES DE L’AGNEAU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	The dumb will speak The praises of the Lamb.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16-  MARIE, SAVAIS-TU QUE TON CHER ENFANT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Mary did you know that your baby boy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 17-  EST SEIGNEUR DE TOUTE CRÉATION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Is Lord of all creation?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18-  MARIE, SAVAIS-TU QUE TON CHER ENFANT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Mary did you know that your baby boy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19-  RÉGNERAIT SUR LES NATIONS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Will one day rule the nations?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 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20-  SAVAIS-TU QUE TON CHER ENFANTEST LE SAINT AGNEAU DE DIEU 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Did you know that your baby boy Is Heavens perfect Lamb?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21-  NOUVEAU-NÉ ENDORMIEST LE GRAND  JE SUIS 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This sleeping child you're holding Is the Great I am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</p:txBody>
      </p:sp>
      <p:sp>
        <p:nvSpPr>
          <p:cNvPr id="2867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 MARIE, SAVAIS-TU QUE TON CHER ENFANT</a:t>
            </a:r>
          </a:p>
          <a:p>
            <a:r>
              <a:rPr lang="fr-FR" smtClean="0"/>
              <a:t>     Mary did you know that your baby boy</a:t>
            </a:r>
          </a:p>
          <a:p>
            <a:endParaRPr lang="fr-FR" smtClean="0"/>
          </a:p>
          <a:p>
            <a:r>
              <a:rPr lang="fr-FR" smtClean="0"/>
              <a:t>2-  MARCHERAIT SUR LES EAUX</a:t>
            </a:r>
          </a:p>
          <a:p>
            <a:r>
              <a:rPr lang="fr-FR" smtClean="0"/>
              <a:t>    Will one day walk on water?</a:t>
            </a:r>
          </a:p>
          <a:p>
            <a:r>
              <a:rPr lang="fr-FR" smtClean="0"/>
              <a:t> </a:t>
            </a:r>
          </a:p>
          <a:p>
            <a:r>
              <a:rPr lang="fr-FR" smtClean="0"/>
              <a:t>3-  MARIE, SAVAIS-TU QUE TON CHER ENFANT</a:t>
            </a:r>
          </a:p>
          <a:p>
            <a:r>
              <a:rPr lang="fr-FR" smtClean="0"/>
              <a:t>     Mary did you know that your baby boy</a:t>
            </a:r>
          </a:p>
          <a:p>
            <a:endParaRPr lang="fr-FR" smtClean="0"/>
          </a:p>
          <a:p>
            <a:r>
              <a:rPr lang="fr-FR" smtClean="0"/>
              <a:t>4-  SERAIT LE DON DU TRÈS-HAUT</a:t>
            </a:r>
          </a:p>
          <a:p>
            <a:r>
              <a:rPr lang="fr-FR" smtClean="0"/>
              <a:t>    Will save our sons and daughters?</a:t>
            </a:r>
          </a:p>
          <a:p>
            <a:r>
              <a:rPr lang="fr-FR" smtClean="0"/>
              <a:t>  </a:t>
            </a:r>
          </a:p>
          <a:p>
            <a:r>
              <a:rPr lang="fr-FR" smtClean="0"/>
              <a:t>5-  SAVAIS-TU QUE TON CHER ENFANTALLAIT TE DÉLIVRER</a:t>
            </a:r>
          </a:p>
          <a:p>
            <a:r>
              <a:rPr lang="fr-FR" smtClean="0"/>
              <a:t>     Did you know that your baby boy Has come to make you new? </a:t>
            </a:r>
          </a:p>
          <a:p>
            <a:endParaRPr lang="fr-FR" smtClean="0"/>
          </a:p>
          <a:p>
            <a:r>
              <a:rPr lang="fr-FR" smtClean="0"/>
              <a:t>6-  CETTE VIE QUE TU AS PORTÉEÉTAIT VENUE TE RACHETER</a:t>
            </a:r>
          </a:p>
          <a:p>
            <a:r>
              <a:rPr lang="fr-FR" smtClean="0"/>
              <a:t>    This child that you've delivered Will soon deliver you.</a:t>
            </a:r>
          </a:p>
          <a:p>
            <a:endParaRPr lang="fr-FR" smtClean="0"/>
          </a:p>
          <a:p>
            <a:r>
              <a:rPr lang="fr-FR" smtClean="0"/>
              <a:t>7-  MARIE, SAVAIS-TU QUE TON CHER ENFANT</a:t>
            </a:r>
          </a:p>
          <a:p>
            <a:r>
              <a:rPr lang="fr-FR" smtClean="0"/>
              <a:t>    Mary did you know that your baby boy</a:t>
            </a:r>
          </a:p>
          <a:p>
            <a:endParaRPr lang="fr-FR" smtClean="0"/>
          </a:p>
          <a:p>
            <a:r>
              <a:rPr lang="fr-FR" smtClean="0"/>
              <a:t>8-  GUÉRIRAIT UN NON-VOYANT</a:t>
            </a:r>
          </a:p>
          <a:p>
            <a:r>
              <a:rPr lang="fr-FR" smtClean="0"/>
              <a:t>     Will give sight to a blind man?</a:t>
            </a:r>
          </a:p>
          <a:p>
            <a:endParaRPr lang="fr-FR" smtClean="0"/>
          </a:p>
          <a:p>
            <a:r>
              <a:rPr lang="fr-FR" smtClean="0"/>
              <a:t>9-  MARIE, SAVAIS-TU QUE TON CHER ENFANT</a:t>
            </a:r>
          </a:p>
          <a:p>
            <a:r>
              <a:rPr lang="fr-FR" smtClean="0"/>
              <a:t>     Mary did you know that your baby boy</a:t>
            </a:r>
          </a:p>
          <a:p>
            <a:r>
              <a:rPr lang="fr-FR" smtClean="0"/>
              <a:t>   </a:t>
            </a:r>
          </a:p>
          <a:p>
            <a:r>
              <a:rPr lang="fr-FR" smtClean="0"/>
              <a:t>10-  CALMERAIT DES VENTS VIOLENTS </a:t>
            </a:r>
          </a:p>
          <a:p>
            <a:r>
              <a:rPr lang="fr-FR" smtClean="0"/>
              <a:t>     Will calm a storm with His hand?</a:t>
            </a:r>
          </a:p>
          <a:p>
            <a:endParaRPr lang="fr-FR" smtClean="0"/>
          </a:p>
          <a:p>
            <a:r>
              <a:rPr lang="fr-FR" smtClean="0"/>
              <a:t>11-  SAVAIS-TU QUE TON CHER ENFANTA PARCOURU LES CIEUX</a:t>
            </a:r>
          </a:p>
          <a:p>
            <a:r>
              <a:rPr lang="fr-FR" smtClean="0"/>
              <a:t>      Did you know that your baby boy Has walked where angels trod?</a:t>
            </a:r>
          </a:p>
          <a:p>
            <a:endParaRPr lang="fr-FR" smtClean="0"/>
          </a:p>
          <a:p>
            <a:r>
              <a:rPr lang="fr-FR" smtClean="0"/>
              <a:t>12-  EN EMBRASSANT CE TENDRE BÉBÉTU EMBRASSAIS LA FACE DE DIEU</a:t>
            </a:r>
          </a:p>
          <a:p>
            <a:r>
              <a:rPr lang="fr-FR" smtClean="0"/>
              <a:t>      When you kiss your little baby You've kissed the face of God?</a:t>
            </a:r>
          </a:p>
          <a:p>
            <a:endParaRPr lang="fr-FR" smtClean="0"/>
          </a:p>
          <a:p>
            <a:r>
              <a:rPr lang="fr-FR" smtClean="0"/>
              <a:t>			pont :</a:t>
            </a:r>
          </a:p>
          <a:p>
            <a:endParaRPr lang="fr-FR" smtClean="0"/>
          </a:p>
          <a:p>
            <a:r>
              <a:rPr lang="fr-FR" smtClean="0"/>
              <a:t>		13-  LES AVEUGLES VERRONTLES SOURDS ENTENDRONT</a:t>
            </a:r>
          </a:p>
          <a:p>
            <a:r>
              <a:rPr lang="fr-FR" smtClean="0"/>
              <a:t>                                        The blind will see The deaf will hear</a:t>
            </a:r>
          </a:p>
          <a:p>
            <a:endParaRPr lang="fr-FR" smtClean="0"/>
          </a:p>
          <a:p>
            <a:r>
              <a:rPr lang="fr-FR" smtClean="0"/>
              <a:t>		14-  LES MORTS VIVRONT À NOUVEAULES BOITEUX MARCHERONT</a:t>
            </a:r>
          </a:p>
          <a:p>
            <a:r>
              <a:rPr lang="fr-FR" smtClean="0"/>
              <a:t>		 And the dead will live again. The lame will leap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		15-  LES MUETS PARLERONTLES LOUANGES DE L’AGNEAU</a:t>
            </a:r>
          </a:p>
          <a:p>
            <a:r>
              <a:rPr lang="fr-FR" smtClean="0"/>
              <a:t>		The dumb will speak The praises of the Lamb.</a:t>
            </a:r>
          </a:p>
          <a:p>
            <a:endParaRPr lang="fr-FR" smtClean="0"/>
          </a:p>
          <a:p>
            <a:r>
              <a:rPr lang="fr-FR" smtClean="0"/>
              <a:t>16-  MARIE, SAVAIS-TU QUE TON CHER ENFANT</a:t>
            </a:r>
          </a:p>
          <a:p>
            <a:r>
              <a:rPr lang="fr-FR" smtClean="0"/>
              <a:t>       Mary did you know that your baby boy</a:t>
            </a:r>
          </a:p>
          <a:p>
            <a:endParaRPr lang="fr-FR" smtClean="0"/>
          </a:p>
          <a:p>
            <a:r>
              <a:rPr lang="fr-FR" smtClean="0"/>
              <a:t> 17-  EST SEIGNEUR DE TOUTE CRÉATION</a:t>
            </a:r>
          </a:p>
          <a:p>
            <a:r>
              <a:rPr lang="fr-FR" smtClean="0"/>
              <a:t>       Is Lord of all creation?</a:t>
            </a:r>
          </a:p>
          <a:p>
            <a:endParaRPr lang="fr-FR" smtClean="0"/>
          </a:p>
          <a:p>
            <a:r>
              <a:rPr lang="fr-FR" smtClean="0"/>
              <a:t>18-  MARIE, SAVAIS-TU QUE TON CHER ENFANT</a:t>
            </a:r>
          </a:p>
          <a:p>
            <a:r>
              <a:rPr lang="fr-FR" smtClean="0"/>
              <a:t>      Mary did you know that your baby boy</a:t>
            </a:r>
          </a:p>
          <a:p>
            <a:r>
              <a:rPr lang="fr-FR" smtClean="0"/>
              <a:t>    </a:t>
            </a:r>
          </a:p>
          <a:p>
            <a:r>
              <a:rPr lang="fr-FR" smtClean="0"/>
              <a:t>19-  RÉGNERAIT SUR LES NATIONS</a:t>
            </a:r>
          </a:p>
          <a:p>
            <a:r>
              <a:rPr lang="fr-FR" smtClean="0"/>
              <a:t>      Will one day rule the nations?</a:t>
            </a:r>
          </a:p>
          <a:p>
            <a:r>
              <a:rPr lang="fr-FR" smtClean="0"/>
              <a:t> </a:t>
            </a:r>
          </a:p>
          <a:p>
            <a:r>
              <a:rPr lang="fr-FR" smtClean="0"/>
              <a:t>20-  SAVAIS-TU QUE TON CHER ENFANTEST LE SAINT AGNEAU DE DIEU </a:t>
            </a:r>
          </a:p>
          <a:p>
            <a:r>
              <a:rPr lang="fr-FR" smtClean="0"/>
              <a:t>       Did you know that your baby boy Is Heavens perfect Lamb?</a:t>
            </a:r>
          </a:p>
          <a:p>
            <a:endParaRPr lang="fr-FR" smtClean="0"/>
          </a:p>
          <a:p>
            <a:r>
              <a:rPr lang="fr-FR" smtClean="0"/>
              <a:t>21-  NOUVEAU-NÉ ENDORMIEST LE GRAND  JE SUIS </a:t>
            </a:r>
          </a:p>
          <a:p>
            <a:r>
              <a:rPr lang="fr-FR" smtClean="0"/>
              <a:t>      This sleeping child you're holding Is the Great I am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9699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 MARIE, SAVAIS-TU QUE TON CHER ENFANT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Mary did you know that your baby boy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2-  MARCHERAIT SUR LES EAUX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Will one day walk on water?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 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3-  MARIE, SAVAIS-TU QUE TON CHER ENFANT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Mary did you know that your baby boy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4-  SERAIT LE DON DU TRÈS-HAUT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Will save our sons and daughters?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5-  SAVAIS-TU QUE TON CHER ENFANTALLAIT TE DÉLIVRER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Did you know that your baby boy Has come to make you new? 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6-  CETTE VIE QUE TU AS PORTÉEÉTAIT VENUE TE RACHETER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This child that you've delivered Will soon deliver you.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7-  MARIE, SAVAIS-TU QUE TON CHER ENFANT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Mary did you know that your baby boy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8-  GUÉRIRAIT UN NON-VOYANT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Will give sight to a blind man?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9-  MARIE, SAVAIS-TU QUE TON CHER ENFANT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Mary did you know that your baby boy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10-  CALMERAIT DES VENTS VIOLENTS 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Will calm a storm with His hand?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11-  SAVAIS-TU QUE TON CHER ENFANTA PARCOURU LES CIEUX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 Did you know that your baby boy Has walked where angels trod?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12-  EN EMBRASSANT CE TENDRE BÉBÉTU EMBRASSAIS LA FACE DE DIEU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When you kiss your little baby You've kissed the face of God?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			pont :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		13-  LES AVEUGLES VERRONTLES SOURDS ENTENDRONT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                                 The blind will see The deaf will hear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		14-  LES MORTS VIVRONT À NOUVEAULES BOITEUX MARCHERONT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	 And the dead will live again. The lame will leap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		15-  LES MUETS PARLERONTLES LOUANGES DE L’AGNEAU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	The dumb will speak The praises of the Lamb.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16-  MARIE, SAVAIS-TU QUE TON CHER ENFANT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Mary did you know that your baby boy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 17-  EST SEIGNEUR DE TOUTE CRÉATION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Is Lord of all creation?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18-  MARIE, SAVAIS-TU QUE TON CHER ENFANT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Mary did you know that your baby boy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19-  RÉGNERAIT SUR LES NATIONS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Will one day rule the nations?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 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20-  SAVAIS-TU QUE TON CHER ENFANTEST LE SAINT AGNEAU DE DIEU 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Did you know that your baby boy Is Heavens perfect Lamb?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21-  NOUVEAU-NÉ ENDORMIEST LE GRAND  JE SUIS 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This sleeping child you're holding Is the Great I am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</p:txBody>
      </p:sp>
      <p:sp>
        <p:nvSpPr>
          <p:cNvPr id="297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 MARIE, SAVAIS-TU QUE TON CHER ENFANT</a:t>
            </a:r>
          </a:p>
          <a:p>
            <a:r>
              <a:rPr lang="fr-FR" smtClean="0"/>
              <a:t>     Mary did you know that your baby boy</a:t>
            </a:r>
          </a:p>
          <a:p>
            <a:endParaRPr lang="fr-FR" smtClean="0"/>
          </a:p>
          <a:p>
            <a:r>
              <a:rPr lang="fr-FR" smtClean="0"/>
              <a:t>2-  MARCHERAIT SUR LES EAUX</a:t>
            </a:r>
          </a:p>
          <a:p>
            <a:r>
              <a:rPr lang="fr-FR" smtClean="0"/>
              <a:t>    Will one day walk on water?</a:t>
            </a:r>
          </a:p>
          <a:p>
            <a:r>
              <a:rPr lang="fr-FR" smtClean="0"/>
              <a:t> </a:t>
            </a:r>
          </a:p>
          <a:p>
            <a:r>
              <a:rPr lang="fr-FR" smtClean="0"/>
              <a:t>3-  MARIE, SAVAIS-TU QUE TON CHER ENFANT</a:t>
            </a:r>
          </a:p>
          <a:p>
            <a:r>
              <a:rPr lang="fr-FR" smtClean="0"/>
              <a:t>     Mary did you know that your baby boy</a:t>
            </a:r>
          </a:p>
          <a:p>
            <a:endParaRPr lang="fr-FR" smtClean="0"/>
          </a:p>
          <a:p>
            <a:r>
              <a:rPr lang="fr-FR" smtClean="0"/>
              <a:t>4-  SERAIT LE DON DU TRÈS-HAUT</a:t>
            </a:r>
          </a:p>
          <a:p>
            <a:r>
              <a:rPr lang="fr-FR" smtClean="0"/>
              <a:t>    Will save our sons and daughters?</a:t>
            </a:r>
          </a:p>
          <a:p>
            <a:r>
              <a:rPr lang="fr-FR" smtClean="0"/>
              <a:t>  </a:t>
            </a:r>
          </a:p>
          <a:p>
            <a:r>
              <a:rPr lang="fr-FR" smtClean="0"/>
              <a:t>5-  SAVAIS-TU QUE TON CHER ENFANTALLAIT TE DÉLIVRER</a:t>
            </a:r>
          </a:p>
          <a:p>
            <a:r>
              <a:rPr lang="fr-FR" smtClean="0"/>
              <a:t>     Did you know that your baby boy Has come to make you new? </a:t>
            </a:r>
          </a:p>
          <a:p>
            <a:endParaRPr lang="fr-FR" smtClean="0"/>
          </a:p>
          <a:p>
            <a:r>
              <a:rPr lang="fr-FR" smtClean="0"/>
              <a:t>6-  CETTE VIE QUE TU AS PORTÉEÉTAIT VENUE TE RACHETER</a:t>
            </a:r>
          </a:p>
          <a:p>
            <a:r>
              <a:rPr lang="fr-FR" smtClean="0"/>
              <a:t>    This child that you've delivered Will soon deliver you.</a:t>
            </a:r>
          </a:p>
          <a:p>
            <a:endParaRPr lang="fr-FR" smtClean="0"/>
          </a:p>
          <a:p>
            <a:r>
              <a:rPr lang="fr-FR" smtClean="0"/>
              <a:t>7-  MARIE, SAVAIS-TU QUE TON CHER ENFANT</a:t>
            </a:r>
          </a:p>
          <a:p>
            <a:r>
              <a:rPr lang="fr-FR" smtClean="0"/>
              <a:t>    Mary did you know that your baby boy</a:t>
            </a:r>
          </a:p>
          <a:p>
            <a:endParaRPr lang="fr-FR" smtClean="0"/>
          </a:p>
          <a:p>
            <a:r>
              <a:rPr lang="fr-FR" smtClean="0"/>
              <a:t>8-  GUÉRIRAIT UN NON-VOYANT</a:t>
            </a:r>
          </a:p>
          <a:p>
            <a:r>
              <a:rPr lang="fr-FR" smtClean="0"/>
              <a:t>     Will give sight to a blind man?</a:t>
            </a:r>
          </a:p>
          <a:p>
            <a:endParaRPr lang="fr-FR" smtClean="0"/>
          </a:p>
          <a:p>
            <a:r>
              <a:rPr lang="fr-FR" smtClean="0"/>
              <a:t>9-  MARIE, SAVAIS-TU QUE TON CHER ENFANT</a:t>
            </a:r>
          </a:p>
          <a:p>
            <a:r>
              <a:rPr lang="fr-FR" smtClean="0"/>
              <a:t>     Mary did you know that your baby boy</a:t>
            </a:r>
          </a:p>
          <a:p>
            <a:r>
              <a:rPr lang="fr-FR" smtClean="0"/>
              <a:t>   </a:t>
            </a:r>
          </a:p>
          <a:p>
            <a:r>
              <a:rPr lang="fr-FR" smtClean="0"/>
              <a:t>10-  CALMERAIT DES VENTS VIOLENTS </a:t>
            </a:r>
          </a:p>
          <a:p>
            <a:r>
              <a:rPr lang="fr-FR" smtClean="0"/>
              <a:t>     Will calm a storm with His hand?</a:t>
            </a:r>
          </a:p>
          <a:p>
            <a:endParaRPr lang="fr-FR" smtClean="0"/>
          </a:p>
          <a:p>
            <a:r>
              <a:rPr lang="fr-FR" smtClean="0"/>
              <a:t>11-  SAVAIS-TU QUE TON CHER ENFANTA PARCOURU LES CIEUX</a:t>
            </a:r>
          </a:p>
          <a:p>
            <a:r>
              <a:rPr lang="fr-FR" smtClean="0"/>
              <a:t>      Did you know that your baby boy Has walked where angels trod?</a:t>
            </a:r>
          </a:p>
          <a:p>
            <a:endParaRPr lang="fr-FR" smtClean="0"/>
          </a:p>
          <a:p>
            <a:r>
              <a:rPr lang="fr-FR" smtClean="0"/>
              <a:t>12-  EN EMBRASSANT CE TENDRE BÉBÉTU EMBRASSAIS LA FACE DE DIEU</a:t>
            </a:r>
          </a:p>
          <a:p>
            <a:r>
              <a:rPr lang="fr-FR" smtClean="0"/>
              <a:t>      When you kiss your little baby You've kissed the face of God?</a:t>
            </a:r>
          </a:p>
          <a:p>
            <a:endParaRPr lang="fr-FR" smtClean="0"/>
          </a:p>
          <a:p>
            <a:r>
              <a:rPr lang="fr-FR" smtClean="0"/>
              <a:t>			pont :</a:t>
            </a:r>
          </a:p>
          <a:p>
            <a:endParaRPr lang="fr-FR" smtClean="0"/>
          </a:p>
          <a:p>
            <a:r>
              <a:rPr lang="fr-FR" smtClean="0"/>
              <a:t>		13-  LES AVEUGLES VERRONTLES SOURDS ENTENDRONT</a:t>
            </a:r>
          </a:p>
          <a:p>
            <a:r>
              <a:rPr lang="fr-FR" smtClean="0"/>
              <a:t>                                        The blind will see The deaf will hear</a:t>
            </a:r>
          </a:p>
          <a:p>
            <a:endParaRPr lang="fr-FR" smtClean="0"/>
          </a:p>
          <a:p>
            <a:r>
              <a:rPr lang="fr-FR" smtClean="0"/>
              <a:t>		14-  LES MORTS VIVRONT À NOUVEAULES BOITEUX MARCHERONT</a:t>
            </a:r>
          </a:p>
          <a:p>
            <a:r>
              <a:rPr lang="fr-FR" smtClean="0"/>
              <a:t>		 And the dead will live again. The lame will leap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		15-  LES MUETS PARLERONTLES LOUANGES DE L’AGNEAU</a:t>
            </a:r>
          </a:p>
          <a:p>
            <a:r>
              <a:rPr lang="fr-FR" smtClean="0"/>
              <a:t>		The dumb will speak The praises of the Lamb.</a:t>
            </a:r>
          </a:p>
          <a:p>
            <a:endParaRPr lang="fr-FR" smtClean="0"/>
          </a:p>
          <a:p>
            <a:r>
              <a:rPr lang="fr-FR" smtClean="0"/>
              <a:t>16-  MARIE, SAVAIS-TU QUE TON CHER ENFANT</a:t>
            </a:r>
          </a:p>
          <a:p>
            <a:r>
              <a:rPr lang="fr-FR" smtClean="0"/>
              <a:t>       Mary did you know that your baby boy</a:t>
            </a:r>
          </a:p>
          <a:p>
            <a:endParaRPr lang="fr-FR" smtClean="0"/>
          </a:p>
          <a:p>
            <a:r>
              <a:rPr lang="fr-FR" smtClean="0"/>
              <a:t> 17-  EST SEIGNEUR DE TOUTE CRÉATION</a:t>
            </a:r>
          </a:p>
          <a:p>
            <a:r>
              <a:rPr lang="fr-FR" smtClean="0"/>
              <a:t>       Is Lord of all creation?</a:t>
            </a:r>
          </a:p>
          <a:p>
            <a:endParaRPr lang="fr-FR" smtClean="0"/>
          </a:p>
          <a:p>
            <a:r>
              <a:rPr lang="fr-FR" smtClean="0"/>
              <a:t>18-  MARIE, SAVAIS-TU QUE TON CHER ENFANT</a:t>
            </a:r>
          </a:p>
          <a:p>
            <a:r>
              <a:rPr lang="fr-FR" smtClean="0"/>
              <a:t>      Mary did you know that your baby boy</a:t>
            </a:r>
          </a:p>
          <a:p>
            <a:r>
              <a:rPr lang="fr-FR" smtClean="0"/>
              <a:t>    </a:t>
            </a:r>
          </a:p>
          <a:p>
            <a:r>
              <a:rPr lang="fr-FR" smtClean="0"/>
              <a:t>19-  RÉGNERAIT SUR LES NATIONS</a:t>
            </a:r>
          </a:p>
          <a:p>
            <a:r>
              <a:rPr lang="fr-FR" smtClean="0"/>
              <a:t>      Will one day rule the nations?</a:t>
            </a:r>
          </a:p>
          <a:p>
            <a:r>
              <a:rPr lang="fr-FR" smtClean="0"/>
              <a:t> </a:t>
            </a:r>
          </a:p>
          <a:p>
            <a:r>
              <a:rPr lang="fr-FR" smtClean="0"/>
              <a:t>20-  SAVAIS-TU QUE TON CHER ENFANTEST LE SAINT AGNEAU DE DIEU </a:t>
            </a:r>
          </a:p>
          <a:p>
            <a:r>
              <a:rPr lang="fr-FR" smtClean="0"/>
              <a:t>       Did you know that your baby boy Is Heavens perfect Lamb?</a:t>
            </a:r>
          </a:p>
          <a:p>
            <a:endParaRPr lang="fr-FR" smtClean="0"/>
          </a:p>
          <a:p>
            <a:r>
              <a:rPr lang="fr-FR" smtClean="0"/>
              <a:t>21-  NOUVEAU-NÉ ENDORMIEST LE GRAND  JE SUIS </a:t>
            </a:r>
          </a:p>
          <a:p>
            <a:r>
              <a:rPr lang="fr-FR" smtClean="0"/>
              <a:t>      This sleeping child you're holding Is the Great I am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0723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 MARIE, SAVAIS-TU QUE TON CHER ENFANT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Mary did you know that your baby boy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2-  MARCHERAIT SUR LES EAUX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Will one day walk on water?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 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3-  MARIE, SAVAIS-TU QUE TON CHER ENFANT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Mary did you know that your baby boy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4-  SERAIT LE DON DU TRÈS-HAUT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Will save our sons and daughters?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5-  SAVAIS-TU QUE TON CHER ENFANTALLAIT TE DÉLIVRER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Did you know that your baby boy Has come to make you new? 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6-  CETTE VIE QUE TU AS PORTÉEÉTAIT VENUE TE RACHETER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This child that you've delivered Will soon deliver you.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7-  MARIE, SAVAIS-TU QUE TON CHER ENFANT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Mary did you know that your baby boy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8-  GUÉRIRAIT UN NON-VOYANT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Will give sight to a blind man?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9-  MARIE, SAVAIS-TU QUE TON CHER ENFANT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Mary did you know that your baby boy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10-  CALMERAIT DES VENTS VIOLENTS 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Will calm a storm with His hand?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11-  SAVAIS-TU QUE TON CHER ENFANTA PARCOURU LES CIEUX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 Did you know that your baby boy Has walked where angels trod?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12-  EN EMBRASSANT CE TENDRE BÉBÉTU EMBRASSAIS LA FACE DE DIEU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When you kiss your little baby You've kissed the face of God?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			pont :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		13-  LES AVEUGLES VERRONTLES SOURDS ENTENDRONT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                                 The blind will see The deaf will hear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		14-  LES MORTS VIVRONT À NOUVEAULES BOITEUX MARCHERONT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	 And the dead will live again. The lame will leap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		15-  LES MUETS PARLERONTLES LOUANGES DE L’AGNEAU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	The dumb will speak The praises of the Lamb.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16-  MARIE, SAVAIS-TU QUE TON CHER ENFANT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Mary did you know that your baby boy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 17-  EST SEIGNEUR DE TOUTE CRÉATION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Is Lord of all creation?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18-  MARIE, SAVAIS-TU QUE TON CHER ENFANT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Mary did you know that your baby boy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19-  RÉGNERAIT SUR LES NATIONS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Will one day rule the nations?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 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20-  SAVAIS-TU QUE TON CHER ENFANTEST LE SAINT AGNEAU DE DIEU 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Did you know that your baby boy Is Heavens perfect Lamb?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21-  NOUVEAU-NÉ ENDORMIEST LE GRAND  JE SUIS 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This sleeping child you're holding Is the Great I am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</p:txBody>
      </p:sp>
      <p:sp>
        <p:nvSpPr>
          <p:cNvPr id="3072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 MARIE, SAVAIS-TU QUE TON CHER ENFANT</a:t>
            </a:r>
          </a:p>
          <a:p>
            <a:r>
              <a:rPr lang="fr-FR" smtClean="0"/>
              <a:t>     Mary did you know that your baby boy</a:t>
            </a:r>
          </a:p>
          <a:p>
            <a:endParaRPr lang="fr-FR" smtClean="0"/>
          </a:p>
          <a:p>
            <a:r>
              <a:rPr lang="fr-FR" smtClean="0"/>
              <a:t>2-  MARCHERAIT SUR LES EAUX</a:t>
            </a:r>
          </a:p>
          <a:p>
            <a:r>
              <a:rPr lang="fr-FR" smtClean="0"/>
              <a:t>    Will one day walk on water?</a:t>
            </a:r>
          </a:p>
          <a:p>
            <a:r>
              <a:rPr lang="fr-FR" smtClean="0"/>
              <a:t> </a:t>
            </a:r>
          </a:p>
          <a:p>
            <a:r>
              <a:rPr lang="fr-FR" smtClean="0"/>
              <a:t>3-  MARIE, SAVAIS-TU QUE TON CHER ENFANT</a:t>
            </a:r>
          </a:p>
          <a:p>
            <a:r>
              <a:rPr lang="fr-FR" smtClean="0"/>
              <a:t>     Mary did you know that your baby boy</a:t>
            </a:r>
          </a:p>
          <a:p>
            <a:endParaRPr lang="fr-FR" smtClean="0"/>
          </a:p>
          <a:p>
            <a:r>
              <a:rPr lang="fr-FR" smtClean="0"/>
              <a:t>4-  SERAIT LE DON DU TRÈS-HAUT</a:t>
            </a:r>
          </a:p>
          <a:p>
            <a:r>
              <a:rPr lang="fr-FR" smtClean="0"/>
              <a:t>    Will save our sons and daughters?</a:t>
            </a:r>
          </a:p>
          <a:p>
            <a:r>
              <a:rPr lang="fr-FR" smtClean="0"/>
              <a:t>  </a:t>
            </a:r>
          </a:p>
          <a:p>
            <a:r>
              <a:rPr lang="fr-FR" smtClean="0"/>
              <a:t>5-  SAVAIS-TU QUE TON CHER ENFANTALLAIT TE DÉLIVRER</a:t>
            </a:r>
          </a:p>
          <a:p>
            <a:r>
              <a:rPr lang="fr-FR" smtClean="0"/>
              <a:t>     Did you know that your baby boy Has come to make you new? </a:t>
            </a:r>
          </a:p>
          <a:p>
            <a:endParaRPr lang="fr-FR" smtClean="0"/>
          </a:p>
          <a:p>
            <a:r>
              <a:rPr lang="fr-FR" smtClean="0"/>
              <a:t>6-  CETTE VIE QUE TU AS PORTÉEÉTAIT VENUE TE RACHETER</a:t>
            </a:r>
          </a:p>
          <a:p>
            <a:r>
              <a:rPr lang="fr-FR" smtClean="0"/>
              <a:t>    This child that you've delivered Will soon deliver you.</a:t>
            </a:r>
          </a:p>
          <a:p>
            <a:endParaRPr lang="fr-FR" smtClean="0"/>
          </a:p>
          <a:p>
            <a:r>
              <a:rPr lang="fr-FR" smtClean="0"/>
              <a:t>7-  MARIE, SAVAIS-TU QUE TON CHER ENFANT</a:t>
            </a:r>
          </a:p>
          <a:p>
            <a:r>
              <a:rPr lang="fr-FR" smtClean="0"/>
              <a:t>    Mary did you know that your baby boy</a:t>
            </a:r>
          </a:p>
          <a:p>
            <a:endParaRPr lang="fr-FR" smtClean="0"/>
          </a:p>
          <a:p>
            <a:r>
              <a:rPr lang="fr-FR" smtClean="0"/>
              <a:t>8-  GUÉRIRAIT UN NON-VOYANT</a:t>
            </a:r>
          </a:p>
          <a:p>
            <a:r>
              <a:rPr lang="fr-FR" smtClean="0"/>
              <a:t>     Will give sight to a blind man?</a:t>
            </a:r>
          </a:p>
          <a:p>
            <a:endParaRPr lang="fr-FR" smtClean="0"/>
          </a:p>
          <a:p>
            <a:r>
              <a:rPr lang="fr-FR" smtClean="0"/>
              <a:t>9-  MARIE, SAVAIS-TU QUE TON CHER ENFANT</a:t>
            </a:r>
          </a:p>
          <a:p>
            <a:r>
              <a:rPr lang="fr-FR" smtClean="0"/>
              <a:t>     Mary did you know that your baby boy</a:t>
            </a:r>
          </a:p>
          <a:p>
            <a:r>
              <a:rPr lang="fr-FR" smtClean="0"/>
              <a:t>   </a:t>
            </a:r>
          </a:p>
          <a:p>
            <a:r>
              <a:rPr lang="fr-FR" smtClean="0"/>
              <a:t>10-  CALMERAIT DES VENTS VIOLENTS </a:t>
            </a:r>
          </a:p>
          <a:p>
            <a:r>
              <a:rPr lang="fr-FR" smtClean="0"/>
              <a:t>     Will calm a storm with His hand?</a:t>
            </a:r>
          </a:p>
          <a:p>
            <a:endParaRPr lang="fr-FR" smtClean="0"/>
          </a:p>
          <a:p>
            <a:r>
              <a:rPr lang="fr-FR" smtClean="0"/>
              <a:t>11-  SAVAIS-TU QUE TON CHER ENFANTA PARCOURU LES CIEUX</a:t>
            </a:r>
          </a:p>
          <a:p>
            <a:r>
              <a:rPr lang="fr-FR" smtClean="0"/>
              <a:t>      Did you know that your baby boy Has walked where angels trod?</a:t>
            </a:r>
          </a:p>
          <a:p>
            <a:endParaRPr lang="fr-FR" smtClean="0"/>
          </a:p>
          <a:p>
            <a:r>
              <a:rPr lang="fr-FR" smtClean="0"/>
              <a:t>12-  EN EMBRASSANT CE TENDRE BÉBÉTU EMBRASSAIS LA FACE DE DIEU</a:t>
            </a:r>
          </a:p>
          <a:p>
            <a:r>
              <a:rPr lang="fr-FR" smtClean="0"/>
              <a:t>      When you kiss your little baby You've kissed the face of God?</a:t>
            </a:r>
          </a:p>
          <a:p>
            <a:endParaRPr lang="fr-FR" smtClean="0"/>
          </a:p>
          <a:p>
            <a:r>
              <a:rPr lang="fr-FR" smtClean="0"/>
              <a:t>			pont :</a:t>
            </a:r>
          </a:p>
          <a:p>
            <a:endParaRPr lang="fr-FR" smtClean="0"/>
          </a:p>
          <a:p>
            <a:r>
              <a:rPr lang="fr-FR" smtClean="0"/>
              <a:t>		13-  LES AVEUGLES VERRONTLES SOURDS ENTENDRONT</a:t>
            </a:r>
          </a:p>
          <a:p>
            <a:r>
              <a:rPr lang="fr-FR" smtClean="0"/>
              <a:t>                                        The blind will see The deaf will hear</a:t>
            </a:r>
          </a:p>
          <a:p>
            <a:endParaRPr lang="fr-FR" smtClean="0"/>
          </a:p>
          <a:p>
            <a:r>
              <a:rPr lang="fr-FR" smtClean="0"/>
              <a:t>		14-  LES MORTS VIVRONT À NOUVEAULES BOITEUX MARCHERONT</a:t>
            </a:r>
          </a:p>
          <a:p>
            <a:r>
              <a:rPr lang="fr-FR" smtClean="0"/>
              <a:t>		 And the dead will live again. The lame will leap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		15-  LES MUETS PARLERONTLES LOUANGES DE L’AGNEAU</a:t>
            </a:r>
          </a:p>
          <a:p>
            <a:r>
              <a:rPr lang="fr-FR" smtClean="0"/>
              <a:t>		The dumb will speak The praises of the Lamb.</a:t>
            </a:r>
          </a:p>
          <a:p>
            <a:endParaRPr lang="fr-FR" smtClean="0"/>
          </a:p>
          <a:p>
            <a:r>
              <a:rPr lang="fr-FR" smtClean="0"/>
              <a:t>16-  MARIE, SAVAIS-TU QUE TON CHER ENFANT</a:t>
            </a:r>
          </a:p>
          <a:p>
            <a:r>
              <a:rPr lang="fr-FR" smtClean="0"/>
              <a:t>       Mary did you know that your baby boy</a:t>
            </a:r>
          </a:p>
          <a:p>
            <a:endParaRPr lang="fr-FR" smtClean="0"/>
          </a:p>
          <a:p>
            <a:r>
              <a:rPr lang="fr-FR" smtClean="0"/>
              <a:t> 17-  EST SEIGNEUR DE TOUTE CRÉATION</a:t>
            </a:r>
          </a:p>
          <a:p>
            <a:r>
              <a:rPr lang="fr-FR" smtClean="0"/>
              <a:t>       Is Lord of all creation?</a:t>
            </a:r>
          </a:p>
          <a:p>
            <a:endParaRPr lang="fr-FR" smtClean="0"/>
          </a:p>
          <a:p>
            <a:r>
              <a:rPr lang="fr-FR" smtClean="0"/>
              <a:t>18-  MARIE, SAVAIS-TU QUE TON CHER ENFANT</a:t>
            </a:r>
          </a:p>
          <a:p>
            <a:r>
              <a:rPr lang="fr-FR" smtClean="0"/>
              <a:t>      Mary did you know that your baby boy</a:t>
            </a:r>
          </a:p>
          <a:p>
            <a:r>
              <a:rPr lang="fr-FR" smtClean="0"/>
              <a:t>    </a:t>
            </a:r>
          </a:p>
          <a:p>
            <a:r>
              <a:rPr lang="fr-FR" smtClean="0"/>
              <a:t>19-  RÉGNERAIT SUR LES NATIONS</a:t>
            </a:r>
          </a:p>
          <a:p>
            <a:r>
              <a:rPr lang="fr-FR" smtClean="0"/>
              <a:t>      Will one day rule the nations?</a:t>
            </a:r>
          </a:p>
          <a:p>
            <a:r>
              <a:rPr lang="fr-FR" smtClean="0"/>
              <a:t> </a:t>
            </a:r>
          </a:p>
          <a:p>
            <a:r>
              <a:rPr lang="fr-FR" smtClean="0"/>
              <a:t>20-  SAVAIS-TU QUE TON CHER ENFANTEST LE SAINT AGNEAU DE DIEU </a:t>
            </a:r>
          </a:p>
          <a:p>
            <a:r>
              <a:rPr lang="fr-FR" smtClean="0"/>
              <a:t>       Did you know that your baby boy Is Heavens perfect Lamb?</a:t>
            </a:r>
          </a:p>
          <a:p>
            <a:endParaRPr lang="fr-FR" smtClean="0"/>
          </a:p>
          <a:p>
            <a:r>
              <a:rPr lang="fr-FR" smtClean="0"/>
              <a:t>21-  NOUVEAU-NÉ ENDORMIEST LE GRAND  JE SUIS </a:t>
            </a:r>
          </a:p>
          <a:p>
            <a:r>
              <a:rPr lang="fr-FR" smtClean="0"/>
              <a:t>      This sleeping child you're holding Is the Great I am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1747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 MARIE, SAVAIS-TU QUE TON CHER ENFANT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Mary did you know that your baby boy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2-  MARCHERAIT SUR LES EAUX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Will one day walk on water?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 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3-  MARIE, SAVAIS-TU QUE TON CHER ENFANT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Mary did you know that your baby boy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4-  SERAIT LE DON DU TRÈS-HAUT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Will save our sons and daughters?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5-  SAVAIS-TU QUE TON CHER ENFANTALLAIT TE DÉLIVRER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Did you know that your baby boy Has come to make you new? 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6-  CETTE VIE QUE TU AS PORTÉEÉTAIT VENUE TE RACHETER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This child that you've delivered Will soon deliver you.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7-  MARIE, SAVAIS-TU QUE TON CHER ENFANT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Mary did you know that your baby boy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8-  GUÉRIRAIT UN NON-VOYANT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Will give sight to a blind man?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9-  MARIE, SAVAIS-TU QUE TON CHER ENFANT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Mary did you know that your baby boy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10-  CALMERAIT DES VENTS VIOLENTS 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Will calm a storm with His hand?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11-  SAVAIS-TU QUE TON CHER ENFANTA PARCOURU LES CIEUX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 Did you know that your baby boy Has walked where angels trod?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12-  EN EMBRASSANT CE TENDRE BÉBÉTU EMBRASSAIS LA FACE DE DIEU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When you kiss your little baby You've kissed the face of God?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			pont :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		13-  LES AVEUGLES VERRONTLES SOURDS ENTENDRONT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                                 The blind will see The deaf will hear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		14-  LES MORTS VIVRONT À NOUVEAULES BOITEUX MARCHERONT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	 And the dead will live again. The lame will leap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		15-  LES MUETS PARLERONTLES LOUANGES DE L’AGNEAU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	The dumb will speak The praises of the Lamb.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16-  MARIE, SAVAIS-TU QUE TON CHER ENFANT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Mary did you know that your baby boy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 17-  EST SEIGNEUR DE TOUTE CRÉATION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Is Lord of all creation?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18-  MARIE, SAVAIS-TU QUE TON CHER ENFANT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Mary did you know that your baby boy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19-  RÉGNERAIT SUR LES NATIONS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Will one day rule the nations?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 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20-  SAVAIS-TU QUE TON CHER ENFANTEST LE SAINT AGNEAU DE DIEU 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Did you know that your baby boy Is Heavens perfect Lamb?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21-  NOUVEAU-NÉ ENDORMIEST LE GRAND  JE SUIS 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This sleeping child you're holding Is the Great I am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</p:txBody>
      </p:sp>
      <p:sp>
        <p:nvSpPr>
          <p:cNvPr id="3174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 MARIE, SAVAIS-TU QUE TON CHER ENFANT</a:t>
            </a:r>
          </a:p>
          <a:p>
            <a:r>
              <a:rPr lang="fr-FR" smtClean="0"/>
              <a:t>     Mary did you know that your baby boy</a:t>
            </a:r>
          </a:p>
          <a:p>
            <a:endParaRPr lang="fr-FR" smtClean="0"/>
          </a:p>
          <a:p>
            <a:r>
              <a:rPr lang="fr-FR" smtClean="0"/>
              <a:t>2-  MARCHERAIT SUR LES EAUX</a:t>
            </a:r>
          </a:p>
          <a:p>
            <a:r>
              <a:rPr lang="fr-FR" smtClean="0"/>
              <a:t>    Will one day walk on water?</a:t>
            </a:r>
          </a:p>
          <a:p>
            <a:r>
              <a:rPr lang="fr-FR" smtClean="0"/>
              <a:t> </a:t>
            </a:r>
          </a:p>
          <a:p>
            <a:r>
              <a:rPr lang="fr-FR" smtClean="0"/>
              <a:t>3-  MARIE, SAVAIS-TU QUE TON CHER ENFANT</a:t>
            </a:r>
          </a:p>
          <a:p>
            <a:r>
              <a:rPr lang="fr-FR" smtClean="0"/>
              <a:t>     Mary did you know that your baby boy</a:t>
            </a:r>
          </a:p>
          <a:p>
            <a:endParaRPr lang="fr-FR" smtClean="0"/>
          </a:p>
          <a:p>
            <a:r>
              <a:rPr lang="fr-FR" smtClean="0"/>
              <a:t>4-  SERAIT LE DON DU TRÈS-HAUT</a:t>
            </a:r>
          </a:p>
          <a:p>
            <a:r>
              <a:rPr lang="fr-FR" smtClean="0"/>
              <a:t>    Will save our sons and daughters?</a:t>
            </a:r>
          </a:p>
          <a:p>
            <a:r>
              <a:rPr lang="fr-FR" smtClean="0"/>
              <a:t>  </a:t>
            </a:r>
          </a:p>
          <a:p>
            <a:r>
              <a:rPr lang="fr-FR" smtClean="0"/>
              <a:t>5-  SAVAIS-TU QUE TON CHER ENFANTALLAIT TE DÉLIVRER</a:t>
            </a:r>
          </a:p>
          <a:p>
            <a:r>
              <a:rPr lang="fr-FR" smtClean="0"/>
              <a:t>     Did you know that your baby boy Has come to make you new? </a:t>
            </a:r>
          </a:p>
          <a:p>
            <a:endParaRPr lang="fr-FR" smtClean="0"/>
          </a:p>
          <a:p>
            <a:r>
              <a:rPr lang="fr-FR" smtClean="0"/>
              <a:t>6-  CETTE VIE QUE TU AS PORTÉEÉTAIT VENUE TE RACHETER</a:t>
            </a:r>
          </a:p>
          <a:p>
            <a:r>
              <a:rPr lang="fr-FR" smtClean="0"/>
              <a:t>    This child that you've delivered Will soon deliver you.</a:t>
            </a:r>
          </a:p>
          <a:p>
            <a:endParaRPr lang="fr-FR" smtClean="0"/>
          </a:p>
          <a:p>
            <a:r>
              <a:rPr lang="fr-FR" smtClean="0"/>
              <a:t>7-  MARIE, SAVAIS-TU QUE TON CHER ENFANT</a:t>
            </a:r>
          </a:p>
          <a:p>
            <a:r>
              <a:rPr lang="fr-FR" smtClean="0"/>
              <a:t>    Mary did you know that your baby boy</a:t>
            </a:r>
          </a:p>
          <a:p>
            <a:endParaRPr lang="fr-FR" smtClean="0"/>
          </a:p>
          <a:p>
            <a:r>
              <a:rPr lang="fr-FR" smtClean="0"/>
              <a:t>8-  GUÉRIRAIT UN NON-VOYANT</a:t>
            </a:r>
          </a:p>
          <a:p>
            <a:r>
              <a:rPr lang="fr-FR" smtClean="0"/>
              <a:t>     Will give sight to a blind man?</a:t>
            </a:r>
          </a:p>
          <a:p>
            <a:endParaRPr lang="fr-FR" smtClean="0"/>
          </a:p>
          <a:p>
            <a:r>
              <a:rPr lang="fr-FR" smtClean="0"/>
              <a:t>9-  MARIE, SAVAIS-TU QUE TON CHER ENFANT</a:t>
            </a:r>
          </a:p>
          <a:p>
            <a:r>
              <a:rPr lang="fr-FR" smtClean="0"/>
              <a:t>     Mary did you know that your baby boy</a:t>
            </a:r>
          </a:p>
          <a:p>
            <a:r>
              <a:rPr lang="fr-FR" smtClean="0"/>
              <a:t>   </a:t>
            </a:r>
          </a:p>
          <a:p>
            <a:r>
              <a:rPr lang="fr-FR" smtClean="0"/>
              <a:t>10-  CALMERAIT DES VENTS VIOLENTS </a:t>
            </a:r>
          </a:p>
          <a:p>
            <a:r>
              <a:rPr lang="fr-FR" smtClean="0"/>
              <a:t>     Will calm a storm with His hand?</a:t>
            </a:r>
          </a:p>
          <a:p>
            <a:endParaRPr lang="fr-FR" smtClean="0"/>
          </a:p>
          <a:p>
            <a:r>
              <a:rPr lang="fr-FR" smtClean="0"/>
              <a:t>11-  SAVAIS-TU QUE TON CHER ENFANTA PARCOURU LES CIEUX</a:t>
            </a:r>
          </a:p>
          <a:p>
            <a:r>
              <a:rPr lang="fr-FR" smtClean="0"/>
              <a:t>      Did you know that your baby boy Has walked where angels trod?</a:t>
            </a:r>
          </a:p>
          <a:p>
            <a:endParaRPr lang="fr-FR" smtClean="0"/>
          </a:p>
          <a:p>
            <a:r>
              <a:rPr lang="fr-FR" smtClean="0"/>
              <a:t>12-  EN EMBRASSANT CE TENDRE BÉBÉTU EMBRASSAIS LA FACE DE DIEU</a:t>
            </a:r>
          </a:p>
          <a:p>
            <a:r>
              <a:rPr lang="fr-FR" smtClean="0"/>
              <a:t>      When you kiss your little baby You've kissed the face of God?</a:t>
            </a:r>
          </a:p>
          <a:p>
            <a:endParaRPr lang="fr-FR" smtClean="0"/>
          </a:p>
          <a:p>
            <a:r>
              <a:rPr lang="fr-FR" smtClean="0"/>
              <a:t>			pont :</a:t>
            </a:r>
          </a:p>
          <a:p>
            <a:endParaRPr lang="fr-FR" smtClean="0"/>
          </a:p>
          <a:p>
            <a:r>
              <a:rPr lang="fr-FR" smtClean="0"/>
              <a:t>		13-  LES AVEUGLES VERRONTLES SOURDS ENTENDRONT</a:t>
            </a:r>
          </a:p>
          <a:p>
            <a:r>
              <a:rPr lang="fr-FR" smtClean="0"/>
              <a:t>                                        The blind will see The deaf will hear</a:t>
            </a:r>
          </a:p>
          <a:p>
            <a:endParaRPr lang="fr-FR" smtClean="0"/>
          </a:p>
          <a:p>
            <a:r>
              <a:rPr lang="fr-FR" smtClean="0"/>
              <a:t>		14-  LES MORTS VIVRONT À NOUVEAULES BOITEUX MARCHERONT</a:t>
            </a:r>
          </a:p>
          <a:p>
            <a:r>
              <a:rPr lang="fr-FR" smtClean="0"/>
              <a:t>		 And the dead will live again. The lame will leap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		15-  LES MUETS PARLERONTLES LOUANGES DE L’AGNEAU</a:t>
            </a:r>
          </a:p>
          <a:p>
            <a:r>
              <a:rPr lang="fr-FR" smtClean="0"/>
              <a:t>		The dumb will speak The praises of the Lamb.</a:t>
            </a:r>
          </a:p>
          <a:p>
            <a:endParaRPr lang="fr-FR" smtClean="0"/>
          </a:p>
          <a:p>
            <a:r>
              <a:rPr lang="fr-FR" smtClean="0"/>
              <a:t>16-  MARIE, SAVAIS-TU QUE TON CHER ENFANT</a:t>
            </a:r>
          </a:p>
          <a:p>
            <a:r>
              <a:rPr lang="fr-FR" smtClean="0"/>
              <a:t>       Mary did you know that your baby boy</a:t>
            </a:r>
          </a:p>
          <a:p>
            <a:endParaRPr lang="fr-FR" smtClean="0"/>
          </a:p>
          <a:p>
            <a:r>
              <a:rPr lang="fr-FR" smtClean="0"/>
              <a:t> 17-  EST SEIGNEUR DE TOUTE CRÉATION</a:t>
            </a:r>
          </a:p>
          <a:p>
            <a:r>
              <a:rPr lang="fr-FR" smtClean="0"/>
              <a:t>       Is Lord of all creation?</a:t>
            </a:r>
          </a:p>
          <a:p>
            <a:endParaRPr lang="fr-FR" smtClean="0"/>
          </a:p>
          <a:p>
            <a:r>
              <a:rPr lang="fr-FR" smtClean="0"/>
              <a:t>18-  MARIE, SAVAIS-TU QUE TON CHER ENFANT</a:t>
            </a:r>
          </a:p>
          <a:p>
            <a:r>
              <a:rPr lang="fr-FR" smtClean="0"/>
              <a:t>      Mary did you know that your baby boy</a:t>
            </a:r>
          </a:p>
          <a:p>
            <a:r>
              <a:rPr lang="fr-FR" smtClean="0"/>
              <a:t>    </a:t>
            </a:r>
          </a:p>
          <a:p>
            <a:r>
              <a:rPr lang="fr-FR" smtClean="0"/>
              <a:t>19-  RÉGNERAIT SUR LES NATIONS</a:t>
            </a:r>
          </a:p>
          <a:p>
            <a:r>
              <a:rPr lang="fr-FR" smtClean="0"/>
              <a:t>      Will one day rule the nations?</a:t>
            </a:r>
          </a:p>
          <a:p>
            <a:r>
              <a:rPr lang="fr-FR" smtClean="0"/>
              <a:t> </a:t>
            </a:r>
          </a:p>
          <a:p>
            <a:r>
              <a:rPr lang="fr-FR" smtClean="0"/>
              <a:t>20-  SAVAIS-TU QUE TON CHER ENFANTEST LE SAINT AGNEAU DE DIEU </a:t>
            </a:r>
          </a:p>
          <a:p>
            <a:r>
              <a:rPr lang="fr-FR" smtClean="0"/>
              <a:t>       Did you know that your baby boy Is Heavens perfect Lamb?</a:t>
            </a:r>
          </a:p>
          <a:p>
            <a:endParaRPr lang="fr-FR" smtClean="0"/>
          </a:p>
          <a:p>
            <a:r>
              <a:rPr lang="fr-FR" smtClean="0"/>
              <a:t>21-  NOUVEAU-NÉ ENDORMIEST LE GRAND  JE SUIS </a:t>
            </a:r>
          </a:p>
          <a:p>
            <a:r>
              <a:rPr lang="fr-FR" smtClean="0"/>
              <a:t>      This sleeping child you're holding Is the Great I am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2771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 MARIE, SAVAIS-TU QUE TON CHER ENFANT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Mary did you know that your baby boy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2-  MARCHERAIT SUR LES EAUX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Will one day walk on water?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 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3-  MARIE, SAVAIS-TU QUE TON CHER ENFANT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Mary did you know that your baby boy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4-  SERAIT LE DON DU TRÈS-HAUT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Will save our sons and daughters?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5-  SAVAIS-TU QUE TON CHER ENFANTALLAIT TE DÉLIVRER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Did you know that your baby boy Has come to make you new? 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6-  CETTE VIE QUE TU AS PORTÉEÉTAIT VENUE TE RACHETER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This child that you've delivered Will soon deliver you.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7-  MARIE, SAVAIS-TU QUE TON CHER ENFANT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Mary did you know that your baby boy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8-  GUÉRIRAIT UN NON-VOYANT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Will give sight to a blind man?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9-  MARIE, SAVAIS-TU QUE TON CHER ENFANT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Mary did you know that your baby boy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10-  CALMERAIT DES VENTS VIOLENTS 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Will calm a storm with His hand?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11-  SAVAIS-TU QUE TON CHER ENFANTA PARCOURU LES CIEUX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 Did you know that your baby boy Has walked where angels trod?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12-  EN EMBRASSANT CE TENDRE BÉBÉTU EMBRASSAIS LA FACE DE DIEU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When you kiss your little baby You've kissed the face of God?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			pont :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		13-  LES AVEUGLES VERRONTLES SOURDS ENTENDRONT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                                 The blind will see The deaf will hear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		14-  LES MORTS VIVRONT À NOUVEAULES BOITEUX MARCHERONT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	 And the dead will live again. The lame will leap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		15-  LES MUETS PARLERONTLES LOUANGES DE L’AGNEAU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	The dumb will speak The praises of the Lamb.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16-  MARIE, SAVAIS-TU QUE TON CHER ENFANT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Mary did you know that your baby boy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 17-  EST SEIGNEUR DE TOUTE CRÉATION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Is Lord of all creation?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18-  MARIE, SAVAIS-TU QUE TON CHER ENFANT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Mary did you know that your baby boy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19-  RÉGNERAIT SUR LES NATIONS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Will one day rule the nations?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 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20-  SAVAIS-TU QUE TON CHER ENFANTEST LE SAINT AGNEAU DE DIEU 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Did you know that your baby boy Is Heavens perfect Lamb?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21-  NOUVEAU-NÉ ENDORMIEST LE GRAND  JE SUIS 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This sleeping child you're holding Is the Great I am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</p:txBody>
      </p:sp>
      <p:sp>
        <p:nvSpPr>
          <p:cNvPr id="3277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 MARIE, SAVAIS-TU QUE TON CHER ENFANT</a:t>
            </a:r>
          </a:p>
          <a:p>
            <a:r>
              <a:rPr lang="fr-FR" smtClean="0"/>
              <a:t>     Mary did you know that your baby boy</a:t>
            </a:r>
          </a:p>
          <a:p>
            <a:endParaRPr lang="fr-FR" smtClean="0"/>
          </a:p>
          <a:p>
            <a:r>
              <a:rPr lang="fr-FR" smtClean="0"/>
              <a:t>2-  MARCHERAIT SUR LES EAUX</a:t>
            </a:r>
          </a:p>
          <a:p>
            <a:r>
              <a:rPr lang="fr-FR" smtClean="0"/>
              <a:t>    Will one day walk on water?</a:t>
            </a:r>
          </a:p>
          <a:p>
            <a:r>
              <a:rPr lang="fr-FR" smtClean="0"/>
              <a:t> </a:t>
            </a:r>
          </a:p>
          <a:p>
            <a:r>
              <a:rPr lang="fr-FR" smtClean="0"/>
              <a:t>3-  MARIE, SAVAIS-TU QUE TON CHER ENFANT</a:t>
            </a:r>
          </a:p>
          <a:p>
            <a:r>
              <a:rPr lang="fr-FR" smtClean="0"/>
              <a:t>     Mary did you know that your baby boy</a:t>
            </a:r>
          </a:p>
          <a:p>
            <a:endParaRPr lang="fr-FR" smtClean="0"/>
          </a:p>
          <a:p>
            <a:r>
              <a:rPr lang="fr-FR" smtClean="0"/>
              <a:t>4-  SERAIT LE DON DU TRÈS-HAUT</a:t>
            </a:r>
          </a:p>
          <a:p>
            <a:r>
              <a:rPr lang="fr-FR" smtClean="0"/>
              <a:t>    Will save our sons and daughters?</a:t>
            </a:r>
          </a:p>
          <a:p>
            <a:r>
              <a:rPr lang="fr-FR" smtClean="0"/>
              <a:t>  </a:t>
            </a:r>
          </a:p>
          <a:p>
            <a:r>
              <a:rPr lang="fr-FR" smtClean="0"/>
              <a:t>5-  SAVAIS-TU QUE TON CHER ENFANTALLAIT TE DÉLIVRER</a:t>
            </a:r>
          </a:p>
          <a:p>
            <a:r>
              <a:rPr lang="fr-FR" smtClean="0"/>
              <a:t>     Did you know that your baby boy Has come to make you new? </a:t>
            </a:r>
          </a:p>
          <a:p>
            <a:endParaRPr lang="fr-FR" smtClean="0"/>
          </a:p>
          <a:p>
            <a:r>
              <a:rPr lang="fr-FR" smtClean="0"/>
              <a:t>6-  CETTE VIE QUE TU AS PORTÉEÉTAIT VENUE TE RACHETER</a:t>
            </a:r>
          </a:p>
          <a:p>
            <a:r>
              <a:rPr lang="fr-FR" smtClean="0"/>
              <a:t>    This child that you've delivered Will soon deliver you.</a:t>
            </a:r>
          </a:p>
          <a:p>
            <a:endParaRPr lang="fr-FR" smtClean="0"/>
          </a:p>
          <a:p>
            <a:r>
              <a:rPr lang="fr-FR" smtClean="0"/>
              <a:t>7-  MARIE, SAVAIS-TU QUE TON CHER ENFANT</a:t>
            </a:r>
          </a:p>
          <a:p>
            <a:r>
              <a:rPr lang="fr-FR" smtClean="0"/>
              <a:t>    Mary did you know that your baby boy</a:t>
            </a:r>
          </a:p>
          <a:p>
            <a:endParaRPr lang="fr-FR" smtClean="0"/>
          </a:p>
          <a:p>
            <a:r>
              <a:rPr lang="fr-FR" smtClean="0"/>
              <a:t>8-  GUÉRIRAIT UN NON-VOYANT</a:t>
            </a:r>
          </a:p>
          <a:p>
            <a:r>
              <a:rPr lang="fr-FR" smtClean="0"/>
              <a:t>     Will give sight to a blind man?</a:t>
            </a:r>
          </a:p>
          <a:p>
            <a:endParaRPr lang="fr-FR" smtClean="0"/>
          </a:p>
          <a:p>
            <a:r>
              <a:rPr lang="fr-FR" smtClean="0"/>
              <a:t>9-  MARIE, SAVAIS-TU QUE TON CHER ENFANT</a:t>
            </a:r>
          </a:p>
          <a:p>
            <a:r>
              <a:rPr lang="fr-FR" smtClean="0"/>
              <a:t>     Mary did you know that your baby boy</a:t>
            </a:r>
          </a:p>
          <a:p>
            <a:r>
              <a:rPr lang="fr-FR" smtClean="0"/>
              <a:t>   </a:t>
            </a:r>
          </a:p>
          <a:p>
            <a:r>
              <a:rPr lang="fr-FR" smtClean="0"/>
              <a:t>10-  CALMERAIT DES VENTS VIOLENTS </a:t>
            </a:r>
          </a:p>
          <a:p>
            <a:r>
              <a:rPr lang="fr-FR" smtClean="0"/>
              <a:t>     Will calm a storm with His hand?</a:t>
            </a:r>
          </a:p>
          <a:p>
            <a:endParaRPr lang="fr-FR" smtClean="0"/>
          </a:p>
          <a:p>
            <a:r>
              <a:rPr lang="fr-FR" smtClean="0"/>
              <a:t>11-  SAVAIS-TU QUE TON CHER ENFANTA PARCOURU LES CIEUX</a:t>
            </a:r>
          </a:p>
          <a:p>
            <a:r>
              <a:rPr lang="fr-FR" smtClean="0"/>
              <a:t>      Did you know that your baby boy Has walked where angels trod?</a:t>
            </a:r>
          </a:p>
          <a:p>
            <a:endParaRPr lang="fr-FR" smtClean="0"/>
          </a:p>
          <a:p>
            <a:r>
              <a:rPr lang="fr-FR" smtClean="0"/>
              <a:t>12-  EN EMBRASSANT CE TENDRE BÉBÉTU EMBRASSAIS LA FACE DE DIEU</a:t>
            </a:r>
          </a:p>
          <a:p>
            <a:r>
              <a:rPr lang="fr-FR" smtClean="0"/>
              <a:t>      When you kiss your little baby You've kissed the face of God?</a:t>
            </a:r>
          </a:p>
          <a:p>
            <a:endParaRPr lang="fr-FR" smtClean="0"/>
          </a:p>
          <a:p>
            <a:r>
              <a:rPr lang="fr-FR" smtClean="0"/>
              <a:t>			pont :</a:t>
            </a:r>
          </a:p>
          <a:p>
            <a:endParaRPr lang="fr-FR" smtClean="0"/>
          </a:p>
          <a:p>
            <a:r>
              <a:rPr lang="fr-FR" smtClean="0"/>
              <a:t>		13-  LES AVEUGLES VERRONTLES SOURDS ENTENDRONT</a:t>
            </a:r>
          </a:p>
          <a:p>
            <a:r>
              <a:rPr lang="fr-FR" smtClean="0"/>
              <a:t>                                        The blind will see The deaf will hear</a:t>
            </a:r>
          </a:p>
          <a:p>
            <a:endParaRPr lang="fr-FR" smtClean="0"/>
          </a:p>
          <a:p>
            <a:r>
              <a:rPr lang="fr-FR" smtClean="0"/>
              <a:t>		14-  LES MORTS VIVRONT À NOUVEAULES BOITEUX MARCHERONT</a:t>
            </a:r>
          </a:p>
          <a:p>
            <a:r>
              <a:rPr lang="fr-FR" smtClean="0"/>
              <a:t>		 And the dead will live again. The lame will leap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		15-  LES MUETS PARLERONTLES LOUANGES DE L’AGNEAU</a:t>
            </a:r>
          </a:p>
          <a:p>
            <a:r>
              <a:rPr lang="fr-FR" smtClean="0"/>
              <a:t>		The dumb will speak The praises of the Lamb.</a:t>
            </a:r>
          </a:p>
          <a:p>
            <a:endParaRPr lang="fr-FR" smtClean="0"/>
          </a:p>
          <a:p>
            <a:r>
              <a:rPr lang="fr-FR" smtClean="0"/>
              <a:t>16-  MARIE, SAVAIS-TU QUE TON CHER ENFANT</a:t>
            </a:r>
          </a:p>
          <a:p>
            <a:r>
              <a:rPr lang="fr-FR" smtClean="0"/>
              <a:t>       Mary did you know that your baby boy</a:t>
            </a:r>
          </a:p>
          <a:p>
            <a:endParaRPr lang="fr-FR" smtClean="0"/>
          </a:p>
          <a:p>
            <a:r>
              <a:rPr lang="fr-FR" smtClean="0"/>
              <a:t> 17-  EST SEIGNEUR DE TOUTE CRÉATION</a:t>
            </a:r>
          </a:p>
          <a:p>
            <a:r>
              <a:rPr lang="fr-FR" smtClean="0"/>
              <a:t>       Is Lord of all creation?</a:t>
            </a:r>
          </a:p>
          <a:p>
            <a:endParaRPr lang="fr-FR" smtClean="0"/>
          </a:p>
          <a:p>
            <a:r>
              <a:rPr lang="fr-FR" smtClean="0"/>
              <a:t>18-  MARIE, SAVAIS-TU QUE TON CHER ENFANT</a:t>
            </a:r>
          </a:p>
          <a:p>
            <a:r>
              <a:rPr lang="fr-FR" smtClean="0"/>
              <a:t>      Mary did you know that your baby boy</a:t>
            </a:r>
          </a:p>
          <a:p>
            <a:r>
              <a:rPr lang="fr-FR" smtClean="0"/>
              <a:t>    </a:t>
            </a:r>
          </a:p>
          <a:p>
            <a:r>
              <a:rPr lang="fr-FR" smtClean="0"/>
              <a:t>19-  RÉGNERAIT SUR LES NATIONS</a:t>
            </a:r>
          </a:p>
          <a:p>
            <a:r>
              <a:rPr lang="fr-FR" smtClean="0"/>
              <a:t>      Will one day rule the nations?</a:t>
            </a:r>
          </a:p>
          <a:p>
            <a:r>
              <a:rPr lang="fr-FR" smtClean="0"/>
              <a:t> </a:t>
            </a:r>
          </a:p>
          <a:p>
            <a:r>
              <a:rPr lang="fr-FR" smtClean="0"/>
              <a:t>20-  SAVAIS-TU QUE TON CHER ENFANTEST LE SAINT AGNEAU DE DIEU </a:t>
            </a:r>
          </a:p>
          <a:p>
            <a:r>
              <a:rPr lang="fr-FR" smtClean="0"/>
              <a:t>       Did you know that your baby boy Is Heavens perfect Lamb?</a:t>
            </a:r>
          </a:p>
          <a:p>
            <a:endParaRPr lang="fr-FR" smtClean="0"/>
          </a:p>
          <a:p>
            <a:r>
              <a:rPr lang="fr-FR" smtClean="0"/>
              <a:t>21-  NOUVEAU-NÉ ENDORMIEST LE GRAND  JE SUIS </a:t>
            </a:r>
          </a:p>
          <a:p>
            <a:r>
              <a:rPr lang="fr-FR" smtClean="0"/>
              <a:t>      This sleeping child you're holding Is the Great I am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3795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 MARIE, SAVAIS-TU QUE TON CHER ENFANT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Mary did you know that your baby boy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2-  MARCHERAIT SUR LES EAUX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Will one day walk on water?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 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3-  MARIE, SAVAIS-TU QUE TON CHER ENFANT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Mary did you know that your baby boy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4-  SERAIT LE DON DU TRÈS-HAUT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Will save our sons and daughters?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5-  SAVAIS-TU QUE TON CHER ENFANTALLAIT TE DÉLIVRER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Did you know that your baby boy Has come to make you new? 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6-  CETTE VIE QUE TU AS PORTÉEÉTAIT VENUE TE RACHETER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This child that you've delivered Will soon deliver you.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7-  MARIE, SAVAIS-TU QUE TON CHER ENFANT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Mary did you know that your baby boy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8-  GUÉRIRAIT UN NON-VOYANT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Will give sight to a blind man?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9-  MARIE, SAVAIS-TU QUE TON CHER ENFANT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Mary did you know that your baby boy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10-  CALMERAIT DES VENTS VIOLENTS 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Will calm a storm with His hand?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11-  SAVAIS-TU QUE TON CHER ENFANTA PARCOURU LES CIEUX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 Did you know that your baby boy Has walked where angels trod?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12-  EN EMBRASSANT CE TENDRE BÉBÉTU EMBRASSAIS LA FACE DE DIEU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When you kiss your little baby You've kissed the face of God?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			pont :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		13-  LES AVEUGLES VERRONTLES SOURDS ENTENDRONT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                                 The blind will see The deaf will hear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		14-  LES MORTS VIVRONT À NOUVEAULES BOITEUX MARCHERONT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	 And the dead will live again. The lame will leap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		15-  LES MUETS PARLERONTLES LOUANGES DE L’AGNEAU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	The dumb will speak The praises of the Lamb.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16-  MARIE, SAVAIS-TU QUE TON CHER ENFANT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Mary did you know that your baby boy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 17-  EST SEIGNEUR DE TOUTE CRÉATION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Is Lord of all creation?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18-  MARIE, SAVAIS-TU QUE TON CHER ENFANT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Mary did you know that your baby boy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19-  RÉGNERAIT SUR LES NATIONS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Will one day rule the nations?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 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20-  SAVAIS-TU QUE TON CHER ENFANTEST LE SAINT AGNEAU DE DIEU 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Did you know that your baby boy Is Heavens perfect Lamb?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21-  NOUVEAU-NÉ ENDORMIEST LE GRAND  JE SUIS 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This sleeping child you're holding Is the Great I am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</p:txBody>
      </p:sp>
      <p:sp>
        <p:nvSpPr>
          <p:cNvPr id="3379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 MARIE, SAVAIS-TU QUE TON CHER ENFANT</a:t>
            </a:r>
          </a:p>
          <a:p>
            <a:r>
              <a:rPr lang="fr-FR" smtClean="0"/>
              <a:t>     Mary did you know that your baby boy</a:t>
            </a:r>
          </a:p>
          <a:p>
            <a:endParaRPr lang="fr-FR" smtClean="0"/>
          </a:p>
          <a:p>
            <a:r>
              <a:rPr lang="fr-FR" smtClean="0"/>
              <a:t>2-  MARCHERAIT SUR LES EAUX</a:t>
            </a:r>
          </a:p>
          <a:p>
            <a:r>
              <a:rPr lang="fr-FR" smtClean="0"/>
              <a:t>    Will one day walk on water?</a:t>
            </a:r>
          </a:p>
          <a:p>
            <a:r>
              <a:rPr lang="fr-FR" smtClean="0"/>
              <a:t> </a:t>
            </a:r>
          </a:p>
          <a:p>
            <a:r>
              <a:rPr lang="fr-FR" smtClean="0"/>
              <a:t>3-  MARIE, SAVAIS-TU QUE TON CHER ENFANT</a:t>
            </a:r>
          </a:p>
          <a:p>
            <a:r>
              <a:rPr lang="fr-FR" smtClean="0"/>
              <a:t>     Mary did you know that your baby boy</a:t>
            </a:r>
          </a:p>
          <a:p>
            <a:endParaRPr lang="fr-FR" smtClean="0"/>
          </a:p>
          <a:p>
            <a:r>
              <a:rPr lang="fr-FR" smtClean="0"/>
              <a:t>4-  SERAIT LE DON DU TRÈS-HAUT</a:t>
            </a:r>
          </a:p>
          <a:p>
            <a:r>
              <a:rPr lang="fr-FR" smtClean="0"/>
              <a:t>    Will save our sons and daughters?</a:t>
            </a:r>
          </a:p>
          <a:p>
            <a:r>
              <a:rPr lang="fr-FR" smtClean="0"/>
              <a:t>  </a:t>
            </a:r>
          </a:p>
          <a:p>
            <a:r>
              <a:rPr lang="fr-FR" smtClean="0"/>
              <a:t>5-  SAVAIS-TU QUE TON CHER ENFANTALLAIT TE DÉLIVRER</a:t>
            </a:r>
          </a:p>
          <a:p>
            <a:r>
              <a:rPr lang="fr-FR" smtClean="0"/>
              <a:t>     Did you know that your baby boy Has come to make you new? </a:t>
            </a:r>
          </a:p>
          <a:p>
            <a:endParaRPr lang="fr-FR" smtClean="0"/>
          </a:p>
          <a:p>
            <a:r>
              <a:rPr lang="fr-FR" smtClean="0"/>
              <a:t>6-  CETTE VIE QUE TU AS PORTÉEÉTAIT VENUE TE RACHETER</a:t>
            </a:r>
          </a:p>
          <a:p>
            <a:r>
              <a:rPr lang="fr-FR" smtClean="0"/>
              <a:t>    This child that you've delivered Will soon deliver you.</a:t>
            </a:r>
          </a:p>
          <a:p>
            <a:endParaRPr lang="fr-FR" smtClean="0"/>
          </a:p>
          <a:p>
            <a:r>
              <a:rPr lang="fr-FR" smtClean="0"/>
              <a:t>7-  MARIE, SAVAIS-TU QUE TON CHER ENFANT</a:t>
            </a:r>
          </a:p>
          <a:p>
            <a:r>
              <a:rPr lang="fr-FR" smtClean="0"/>
              <a:t>    Mary did you know that your baby boy</a:t>
            </a:r>
          </a:p>
          <a:p>
            <a:endParaRPr lang="fr-FR" smtClean="0"/>
          </a:p>
          <a:p>
            <a:r>
              <a:rPr lang="fr-FR" smtClean="0"/>
              <a:t>8-  GUÉRIRAIT UN NON-VOYANT</a:t>
            </a:r>
          </a:p>
          <a:p>
            <a:r>
              <a:rPr lang="fr-FR" smtClean="0"/>
              <a:t>     Will give sight to a blind man?</a:t>
            </a:r>
          </a:p>
          <a:p>
            <a:endParaRPr lang="fr-FR" smtClean="0"/>
          </a:p>
          <a:p>
            <a:r>
              <a:rPr lang="fr-FR" smtClean="0"/>
              <a:t>9-  MARIE, SAVAIS-TU QUE TON CHER ENFANT</a:t>
            </a:r>
          </a:p>
          <a:p>
            <a:r>
              <a:rPr lang="fr-FR" smtClean="0"/>
              <a:t>     Mary did you know that your baby boy</a:t>
            </a:r>
          </a:p>
          <a:p>
            <a:r>
              <a:rPr lang="fr-FR" smtClean="0"/>
              <a:t>   </a:t>
            </a:r>
          </a:p>
          <a:p>
            <a:r>
              <a:rPr lang="fr-FR" smtClean="0"/>
              <a:t>10-  CALMERAIT DES VENTS VIOLENTS </a:t>
            </a:r>
          </a:p>
          <a:p>
            <a:r>
              <a:rPr lang="fr-FR" smtClean="0"/>
              <a:t>     Will calm a storm with His hand?</a:t>
            </a:r>
          </a:p>
          <a:p>
            <a:endParaRPr lang="fr-FR" smtClean="0"/>
          </a:p>
          <a:p>
            <a:r>
              <a:rPr lang="fr-FR" smtClean="0"/>
              <a:t>11-  SAVAIS-TU QUE TON CHER ENFANTA PARCOURU LES CIEUX</a:t>
            </a:r>
          </a:p>
          <a:p>
            <a:r>
              <a:rPr lang="fr-FR" smtClean="0"/>
              <a:t>      Did you know that your baby boy Has walked where angels trod?</a:t>
            </a:r>
          </a:p>
          <a:p>
            <a:endParaRPr lang="fr-FR" smtClean="0"/>
          </a:p>
          <a:p>
            <a:r>
              <a:rPr lang="fr-FR" smtClean="0"/>
              <a:t>12-  EN EMBRASSANT CE TENDRE BÉBÉTU EMBRASSAIS LA FACE DE DIEU</a:t>
            </a:r>
          </a:p>
          <a:p>
            <a:r>
              <a:rPr lang="fr-FR" smtClean="0"/>
              <a:t>      When you kiss your little baby You've kissed the face of God?</a:t>
            </a:r>
          </a:p>
          <a:p>
            <a:endParaRPr lang="fr-FR" smtClean="0"/>
          </a:p>
          <a:p>
            <a:r>
              <a:rPr lang="fr-FR" smtClean="0"/>
              <a:t>			pont :</a:t>
            </a:r>
          </a:p>
          <a:p>
            <a:endParaRPr lang="fr-FR" smtClean="0"/>
          </a:p>
          <a:p>
            <a:r>
              <a:rPr lang="fr-FR" smtClean="0"/>
              <a:t>		13-  LES AVEUGLES VERRONTLES SOURDS ENTENDRONT</a:t>
            </a:r>
          </a:p>
          <a:p>
            <a:r>
              <a:rPr lang="fr-FR" smtClean="0"/>
              <a:t>                                        The blind will see The deaf will hear</a:t>
            </a:r>
          </a:p>
          <a:p>
            <a:endParaRPr lang="fr-FR" smtClean="0"/>
          </a:p>
          <a:p>
            <a:r>
              <a:rPr lang="fr-FR" smtClean="0"/>
              <a:t>		14-  LES MORTS VIVRONT À NOUVEAULES BOITEUX MARCHERONT</a:t>
            </a:r>
          </a:p>
          <a:p>
            <a:r>
              <a:rPr lang="fr-FR" smtClean="0"/>
              <a:t>		 And the dead will live again. The lame will leap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		15-  LES MUETS PARLERONTLES LOUANGES DE L’AGNEAU</a:t>
            </a:r>
          </a:p>
          <a:p>
            <a:r>
              <a:rPr lang="fr-FR" smtClean="0"/>
              <a:t>		The dumb will speak The praises of the Lamb.</a:t>
            </a:r>
          </a:p>
          <a:p>
            <a:endParaRPr lang="fr-FR" smtClean="0"/>
          </a:p>
          <a:p>
            <a:r>
              <a:rPr lang="fr-FR" smtClean="0"/>
              <a:t>16-  MARIE, SAVAIS-TU QUE TON CHER ENFANT</a:t>
            </a:r>
          </a:p>
          <a:p>
            <a:r>
              <a:rPr lang="fr-FR" smtClean="0"/>
              <a:t>       Mary did you know that your baby boy</a:t>
            </a:r>
          </a:p>
          <a:p>
            <a:endParaRPr lang="fr-FR" smtClean="0"/>
          </a:p>
          <a:p>
            <a:r>
              <a:rPr lang="fr-FR" smtClean="0"/>
              <a:t> 17-  EST SEIGNEUR DE TOUTE CRÉATION</a:t>
            </a:r>
          </a:p>
          <a:p>
            <a:r>
              <a:rPr lang="fr-FR" smtClean="0"/>
              <a:t>       Is Lord of all creation?</a:t>
            </a:r>
          </a:p>
          <a:p>
            <a:endParaRPr lang="fr-FR" smtClean="0"/>
          </a:p>
          <a:p>
            <a:r>
              <a:rPr lang="fr-FR" smtClean="0"/>
              <a:t>18-  MARIE, SAVAIS-TU QUE TON CHER ENFANT</a:t>
            </a:r>
          </a:p>
          <a:p>
            <a:r>
              <a:rPr lang="fr-FR" smtClean="0"/>
              <a:t>      Mary did you know that your baby boy</a:t>
            </a:r>
          </a:p>
          <a:p>
            <a:r>
              <a:rPr lang="fr-FR" smtClean="0"/>
              <a:t>    </a:t>
            </a:r>
          </a:p>
          <a:p>
            <a:r>
              <a:rPr lang="fr-FR" smtClean="0"/>
              <a:t>19-  RÉGNERAIT SUR LES NATIONS</a:t>
            </a:r>
          </a:p>
          <a:p>
            <a:r>
              <a:rPr lang="fr-FR" smtClean="0"/>
              <a:t>      Will one day rule the nations?</a:t>
            </a:r>
          </a:p>
          <a:p>
            <a:r>
              <a:rPr lang="fr-FR" smtClean="0"/>
              <a:t> </a:t>
            </a:r>
          </a:p>
          <a:p>
            <a:r>
              <a:rPr lang="fr-FR" smtClean="0"/>
              <a:t>20-  SAVAIS-TU QUE TON CHER ENFANTEST LE SAINT AGNEAU DE DIEU </a:t>
            </a:r>
          </a:p>
          <a:p>
            <a:r>
              <a:rPr lang="fr-FR" smtClean="0"/>
              <a:t>       Did you know that your baby boy Is Heavens perfect Lamb?</a:t>
            </a:r>
          </a:p>
          <a:p>
            <a:endParaRPr lang="fr-FR" smtClean="0"/>
          </a:p>
          <a:p>
            <a:r>
              <a:rPr lang="fr-FR" smtClean="0"/>
              <a:t>21-  NOUVEAU-NÉ ENDORMIEST LE GRAND  JE SUIS </a:t>
            </a:r>
          </a:p>
          <a:p>
            <a:r>
              <a:rPr lang="fr-FR" smtClean="0"/>
              <a:t>      This sleeping child you're holding Is the Great I am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4819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 MARIE, SAVAIS-TU QUE TON CHER ENFANT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Mary did you know that your baby boy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2-  MARCHERAIT SUR LES EAUX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Will one day walk on water?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 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3-  MARIE, SAVAIS-TU QUE TON CHER ENFANT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Mary did you know that your baby boy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4-  SERAIT LE DON DU TRÈS-HAUT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Will save our sons and daughters?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5-  SAVAIS-TU QUE TON CHER ENFANTALLAIT TE DÉLIVRER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Did you know that your baby boy Has come to make you new? 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6-  CETTE VIE QUE TU AS PORTÉEÉTAIT VENUE TE RACHETER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This child that you've delivered Will soon deliver you.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7-  MARIE, SAVAIS-TU QUE TON CHER ENFANT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Mary did you know that your baby boy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8-  GUÉRIRAIT UN NON-VOYANT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Will give sight to a blind man?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9-  MARIE, SAVAIS-TU QUE TON CHER ENFANT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Mary did you know that your baby boy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10-  CALMERAIT DES VENTS VIOLENTS 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Will calm a storm with His hand?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11-  SAVAIS-TU QUE TON CHER ENFANTA PARCOURU LES CIEUX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 Did you know that your baby boy Has walked where angels trod?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12-  EN EMBRASSANT CE TENDRE BÉBÉTU EMBRASSAIS LA FACE DE DIEU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When you kiss your little baby You've kissed the face of God?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			pont :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		13-  LES AVEUGLES VERRONTLES SOURDS ENTENDRONT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                                 The blind will see The deaf will hear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		14-  LES MORTS VIVRONT À NOUVEAULES BOITEUX MARCHERONT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	 And the dead will live again. The lame will leap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		15-  LES MUETS PARLERONTLES LOUANGES DE L’AGNEAU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	The dumb will speak The praises of the Lamb.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16-  MARIE, SAVAIS-TU QUE TON CHER ENFANT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Mary did you know that your baby boy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 17-  EST SEIGNEUR DE TOUTE CRÉATION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Is Lord of all creation?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18-  MARIE, SAVAIS-TU QUE TON CHER ENFANT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Mary did you know that your baby boy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19-  RÉGNERAIT SUR LES NATIONS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Will one day rule the nations?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 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20-  SAVAIS-TU QUE TON CHER ENFANTEST LE SAINT AGNEAU DE DIEU 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Did you know that your baby boy Is Heavens perfect Lamb?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21-  NOUVEAU-NÉ ENDORMIEST LE GRAND  JE SUIS 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This sleeping child you're holding Is the Great I am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</p:txBody>
      </p:sp>
      <p:sp>
        <p:nvSpPr>
          <p:cNvPr id="3482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 MARIE, SAVAIS-TU QUE TON CHER ENFANT</a:t>
            </a:r>
          </a:p>
          <a:p>
            <a:r>
              <a:rPr lang="fr-FR" smtClean="0"/>
              <a:t>     Mary did you know that your baby boy</a:t>
            </a:r>
          </a:p>
          <a:p>
            <a:endParaRPr lang="fr-FR" smtClean="0"/>
          </a:p>
          <a:p>
            <a:r>
              <a:rPr lang="fr-FR" smtClean="0"/>
              <a:t>2-  MARCHERAIT SUR LES EAUX</a:t>
            </a:r>
          </a:p>
          <a:p>
            <a:r>
              <a:rPr lang="fr-FR" smtClean="0"/>
              <a:t>    Will one day walk on water?</a:t>
            </a:r>
          </a:p>
          <a:p>
            <a:r>
              <a:rPr lang="fr-FR" smtClean="0"/>
              <a:t> </a:t>
            </a:r>
          </a:p>
          <a:p>
            <a:r>
              <a:rPr lang="fr-FR" smtClean="0"/>
              <a:t>3-  MARIE, SAVAIS-TU QUE TON CHER ENFANT</a:t>
            </a:r>
          </a:p>
          <a:p>
            <a:r>
              <a:rPr lang="fr-FR" smtClean="0"/>
              <a:t>     Mary did you know that your baby boy</a:t>
            </a:r>
          </a:p>
          <a:p>
            <a:endParaRPr lang="fr-FR" smtClean="0"/>
          </a:p>
          <a:p>
            <a:r>
              <a:rPr lang="fr-FR" smtClean="0"/>
              <a:t>4-  SERAIT LE DON DU TRÈS-HAUT</a:t>
            </a:r>
          </a:p>
          <a:p>
            <a:r>
              <a:rPr lang="fr-FR" smtClean="0"/>
              <a:t>    Will save our sons and daughters?</a:t>
            </a:r>
          </a:p>
          <a:p>
            <a:r>
              <a:rPr lang="fr-FR" smtClean="0"/>
              <a:t>  </a:t>
            </a:r>
          </a:p>
          <a:p>
            <a:r>
              <a:rPr lang="fr-FR" smtClean="0"/>
              <a:t>5-  SAVAIS-TU QUE TON CHER ENFANTALLAIT TE DÉLIVRER</a:t>
            </a:r>
          </a:p>
          <a:p>
            <a:r>
              <a:rPr lang="fr-FR" smtClean="0"/>
              <a:t>     Did you know that your baby boy Has come to make you new? </a:t>
            </a:r>
          </a:p>
          <a:p>
            <a:endParaRPr lang="fr-FR" smtClean="0"/>
          </a:p>
          <a:p>
            <a:r>
              <a:rPr lang="fr-FR" smtClean="0"/>
              <a:t>6-  CETTE VIE QUE TU AS PORTÉEÉTAIT VENUE TE RACHETER</a:t>
            </a:r>
          </a:p>
          <a:p>
            <a:r>
              <a:rPr lang="fr-FR" smtClean="0"/>
              <a:t>    This child that you've delivered Will soon deliver you.</a:t>
            </a:r>
          </a:p>
          <a:p>
            <a:endParaRPr lang="fr-FR" smtClean="0"/>
          </a:p>
          <a:p>
            <a:r>
              <a:rPr lang="fr-FR" smtClean="0"/>
              <a:t>7-  MARIE, SAVAIS-TU QUE TON CHER ENFANT</a:t>
            </a:r>
          </a:p>
          <a:p>
            <a:r>
              <a:rPr lang="fr-FR" smtClean="0"/>
              <a:t>    Mary did you know that your baby boy</a:t>
            </a:r>
          </a:p>
          <a:p>
            <a:endParaRPr lang="fr-FR" smtClean="0"/>
          </a:p>
          <a:p>
            <a:r>
              <a:rPr lang="fr-FR" smtClean="0"/>
              <a:t>8-  GUÉRIRAIT UN NON-VOYANT</a:t>
            </a:r>
          </a:p>
          <a:p>
            <a:r>
              <a:rPr lang="fr-FR" smtClean="0"/>
              <a:t>     Will give sight to a blind man?</a:t>
            </a:r>
          </a:p>
          <a:p>
            <a:endParaRPr lang="fr-FR" smtClean="0"/>
          </a:p>
          <a:p>
            <a:r>
              <a:rPr lang="fr-FR" smtClean="0"/>
              <a:t>9-  MARIE, SAVAIS-TU QUE TON CHER ENFANT</a:t>
            </a:r>
          </a:p>
          <a:p>
            <a:r>
              <a:rPr lang="fr-FR" smtClean="0"/>
              <a:t>     Mary did you know that your baby boy</a:t>
            </a:r>
          </a:p>
          <a:p>
            <a:r>
              <a:rPr lang="fr-FR" smtClean="0"/>
              <a:t>   </a:t>
            </a:r>
          </a:p>
          <a:p>
            <a:r>
              <a:rPr lang="fr-FR" smtClean="0"/>
              <a:t>10-  CALMERAIT DES VENTS VIOLENTS </a:t>
            </a:r>
          </a:p>
          <a:p>
            <a:r>
              <a:rPr lang="fr-FR" smtClean="0"/>
              <a:t>     Will calm a storm with His hand?</a:t>
            </a:r>
          </a:p>
          <a:p>
            <a:endParaRPr lang="fr-FR" smtClean="0"/>
          </a:p>
          <a:p>
            <a:r>
              <a:rPr lang="fr-FR" smtClean="0"/>
              <a:t>11-  SAVAIS-TU QUE TON CHER ENFANTA PARCOURU LES CIEUX</a:t>
            </a:r>
          </a:p>
          <a:p>
            <a:r>
              <a:rPr lang="fr-FR" smtClean="0"/>
              <a:t>      Did you know that your baby boy Has walked where angels trod?</a:t>
            </a:r>
          </a:p>
          <a:p>
            <a:endParaRPr lang="fr-FR" smtClean="0"/>
          </a:p>
          <a:p>
            <a:r>
              <a:rPr lang="fr-FR" smtClean="0"/>
              <a:t>12-  EN EMBRASSANT CE TENDRE BÉBÉTU EMBRASSAIS LA FACE DE DIEU</a:t>
            </a:r>
          </a:p>
          <a:p>
            <a:r>
              <a:rPr lang="fr-FR" smtClean="0"/>
              <a:t>      When you kiss your little baby You've kissed the face of God?</a:t>
            </a:r>
          </a:p>
          <a:p>
            <a:endParaRPr lang="fr-FR" smtClean="0"/>
          </a:p>
          <a:p>
            <a:r>
              <a:rPr lang="fr-FR" smtClean="0"/>
              <a:t>			pont :</a:t>
            </a:r>
          </a:p>
          <a:p>
            <a:endParaRPr lang="fr-FR" smtClean="0"/>
          </a:p>
          <a:p>
            <a:r>
              <a:rPr lang="fr-FR" smtClean="0"/>
              <a:t>		13-  LES AVEUGLES VERRONTLES SOURDS ENTENDRONT</a:t>
            </a:r>
          </a:p>
          <a:p>
            <a:r>
              <a:rPr lang="fr-FR" smtClean="0"/>
              <a:t>                                        The blind will see The deaf will hear</a:t>
            </a:r>
          </a:p>
          <a:p>
            <a:endParaRPr lang="fr-FR" smtClean="0"/>
          </a:p>
          <a:p>
            <a:r>
              <a:rPr lang="fr-FR" smtClean="0"/>
              <a:t>		14-  LES MORTS VIVRONT À NOUVEAULES BOITEUX MARCHERONT</a:t>
            </a:r>
          </a:p>
          <a:p>
            <a:r>
              <a:rPr lang="fr-FR" smtClean="0"/>
              <a:t>		 And the dead will live again. The lame will leap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		15-  LES MUETS PARLERONTLES LOUANGES DE L’AGNEAU</a:t>
            </a:r>
          </a:p>
          <a:p>
            <a:r>
              <a:rPr lang="fr-FR" smtClean="0"/>
              <a:t>		The dumb will speak The praises of the Lamb.</a:t>
            </a:r>
          </a:p>
          <a:p>
            <a:endParaRPr lang="fr-FR" smtClean="0"/>
          </a:p>
          <a:p>
            <a:r>
              <a:rPr lang="fr-FR" smtClean="0"/>
              <a:t>16-  MARIE, SAVAIS-TU QUE TON CHER ENFANT</a:t>
            </a:r>
          </a:p>
          <a:p>
            <a:r>
              <a:rPr lang="fr-FR" smtClean="0"/>
              <a:t>       Mary did you know that your baby boy</a:t>
            </a:r>
          </a:p>
          <a:p>
            <a:endParaRPr lang="fr-FR" smtClean="0"/>
          </a:p>
          <a:p>
            <a:r>
              <a:rPr lang="fr-FR" smtClean="0"/>
              <a:t> 17-  EST SEIGNEUR DE TOUTE CRÉATION</a:t>
            </a:r>
          </a:p>
          <a:p>
            <a:r>
              <a:rPr lang="fr-FR" smtClean="0"/>
              <a:t>       Is Lord of all creation?</a:t>
            </a:r>
          </a:p>
          <a:p>
            <a:endParaRPr lang="fr-FR" smtClean="0"/>
          </a:p>
          <a:p>
            <a:r>
              <a:rPr lang="fr-FR" smtClean="0"/>
              <a:t>18-  MARIE, SAVAIS-TU QUE TON CHER ENFANT</a:t>
            </a:r>
          </a:p>
          <a:p>
            <a:r>
              <a:rPr lang="fr-FR" smtClean="0"/>
              <a:t>      Mary did you know that your baby boy</a:t>
            </a:r>
          </a:p>
          <a:p>
            <a:r>
              <a:rPr lang="fr-FR" smtClean="0"/>
              <a:t>    </a:t>
            </a:r>
          </a:p>
          <a:p>
            <a:r>
              <a:rPr lang="fr-FR" smtClean="0"/>
              <a:t>19-  RÉGNERAIT SUR LES NATIONS</a:t>
            </a:r>
          </a:p>
          <a:p>
            <a:r>
              <a:rPr lang="fr-FR" smtClean="0"/>
              <a:t>      Will one day rule the nations?</a:t>
            </a:r>
          </a:p>
          <a:p>
            <a:r>
              <a:rPr lang="fr-FR" smtClean="0"/>
              <a:t> </a:t>
            </a:r>
          </a:p>
          <a:p>
            <a:r>
              <a:rPr lang="fr-FR" smtClean="0"/>
              <a:t>20-  SAVAIS-TU QUE TON CHER ENFANTEST LE SAINT AGNEAU DE DIEU </a:t>
            </a:r>
          </a:p>
          <a:p>
            <a:r>
              <a:rPr lang="fr-FR" smtClean="0"/>
              <a:t>       Did you know that your baby boy Is Heavens perfect Lamb?</a:t>
            </a:r>
          </a:p>
          <a:p>
            <a:endParaRPr lang="fr-FR" smtClean="0"/>
          </a:p>
          <a:p>
            <a:r>
              <a:rPr lang="fr-FR" smtClean="0"/>
              <a:t>21-  NOUVEAU-NÉ ENDORMIEST LE GRAND  JE SUIS </a:t>
            </a:r>
          </a:p>
          <a:p>
            <a:r>
              <a:rPr lang="fr-FR" smtClean="0"/>
              <a:t>      This sleeping child you're holding Is the Great I am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5843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 MARIE, SAVAIS-TU QUE TON CHER ENFANT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Mary did you know that your baby boy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2-  MARCHERAIT SUR LES EAUX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Will one day walk on water?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 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3-  MARIE, SAVAIS-TU QUE TON CHER ENFANT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Mary did you know that your baby boy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4-  SERAIT LE DON DU TRÈS-HAUT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Will save our sons and daughters?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5-  SAVAIS-TU QUE TON CHER ENFANTALLAIT TE DÉLIVRER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Did you know that your baby boy Has come to make you new? 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6-  CETTE VIE QUE TU AS PORTÉEÉTAIT VENUE TE RACHETER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This child that you've delivered Will soon deliver you.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7-  MARIE, SAVAIS-TU QUE TON CHER ENFANT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Mary did you know that your baby boy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8-  GUÉRIRAIT UN NON-VOYANT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Will give sight to a blind man?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9-  MARIE, SAVAIS-TU QUE TON CHER ENFANT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Mary did you know that your baby boy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10-  CALMERAIT DES VENTS VIOLENTS 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Will calm a storm with His hand?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11-  SAVAIS-TU QUE TON CHER ENFANTA PARCOURU LES CIEUX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 Did you know that your baby boy Has walked where angels trod?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12-  EN EMBRASSANT CE TENDRE BÉBÉTU EMBRASSAIS LA FACE DE DIEU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When you kiss your little baby You've kissed the face of God?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			pont :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		13-  LES AVEUGLES VERRONTLES SOURDS ENTENDRONT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                                 The blind will see The deaf will hear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		14-  LES MORTS VIVRONT À NOUVEAULES BOITEUX MARCHERONT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	 And the dead will live again. The lame will leap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		15-  LES MUETS PARLERONTLES LOUANGES DE L’AGNEAU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	The dumb will speak The praises of the Lamb.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16-  MARIE, SAVAIS-TU QUE TON CHER ENFANT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Mary did you know that your baby boy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 17-  EST SEIGNEUR DE TOUTE CRÉATION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Is Lord of all creation?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18-  MARIE, SAVAIS-TU QUE TON CHER ENFANT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Mary did you know that your baby boy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19-  RÉGNERAIT SUR LES NATIONS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Will one day rule the nations?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 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20-  SAVAIS-TU QUE TON CHER ENFANTEST LE SAINT AGNEAU DE DIEU 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Did you know that your baby boy Is Heavens perfect Lamb?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21-  NOUVEAU-NÉ ENDORMIEST LE GRAND  JE SUIS 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This sleeping child you're holding Is the Great I am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</p:txBody>
      </p:sp>
      <p:sp>
        <p:nvSpPr>
          <p:cNvPr id="3584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 MARIE, SAVAIS-TU QUE TON CHER ENFANT</a:t>
            </a:r>
          </a:p>
          <a:p>
            <a:r>
              <a:rPr lang="fr-FR" smtClean="0"/>
              <a:t>     Mary did you know that your baby boy</a:t>
            </a:r>
          </a:p>
          <a:p>
            <a:endParaRPr lang="fr-FR" smtClean="0"/>
          </a:p>
          <a:p>
            <a:r>
              <a:rPr lang="fr-FR" smtClean="0"/>
              <a:t>2-  MARCHERAIT SUR LES EAUX</a:t>
            </a:r>
          </a:p>
          <a:p>
            <a:r>
              <a:rPr lang="fr-FR" smtClean="0"/>
              <a:t>    Will one day walk on water?</a:t>
            </a:r>
          </a:p>
          <a:p>
            <a:r>
              <a:rPr lang="fr-FR" smtClean="0"/>
              <a:t> </a:t>
            </a:r>
          </a:p>
          <a:p>
            <a:r>
              <a:rPr lang="fr-FR" smtClean="0"/>
              <a:t>3-  MARIE, SAVAIS-TU QUE TON CHER ENFANT</a:t>
            </a:r>
          </a:p>
          <a:p>
            <a:r>
              <a:rPr lang="fr-FR" smtClean="0"/>
              <a:t>     Mary did you know that your baby boy</a:t>
            </a:r>
          </a:p>
          <a:p>
            <a:endParaRPr lang="fr-FR" smtClean="0"/>
          </a:p>
          <a:p>
            <a:r>
              <a:rPr lang="fr-FR" smtClean="0"/>
              <a:t>4-  SERAIT LE DON DU TRÈS-HAUT</a:t>
            </a:r>
          </a:p>
          <a:p>
            <a:r>
              <a:rPr lang="fr-FR" smtClean="0"/>
              <a:t>    Will save our sons and daughters?</a:t>
            </a:r>
          </a:p>
          <a:p>
            <a:r>
              <a:rPr lang="fr-FR" smtClean="0"/>
              <a:t>  </a:t>
            </a:r>
          </a:p>
          <a:p>
            <a:r>
              <a:rPr lang="fr-FR" smtClean="0"/>
              <a:t>5-  SAVAIS-TU QUE TON CHER ENFANTALLAIT TE DÉLIVRER</a:t>
            </a:r>
          </a:p>
          <a:p>
            <a:r>
              <a:rPr lang="fr-FR" smtClean="0"/>
              <a:t>     Did you know that your baby boy Has come to make you new? </a:t>
            </a:r>
          </a:p>
          <a:p>
            <a:endParaRPr lang="fr-FR" smtClean="0"/>
          </a:p>
          <a:p>
            <a:r>
              <a:rPr lang="fr-FR" smtClean="0"/>
              <a:t>6-  CETTE VIE QUE TU AS PORTÉEÉTAIT VENUE TE RACHETER</a:t>
            </a:r>
          </a:p>
          <a:p>
            <a:r>
              <a:rPr lang="fr-FR" smtClean="0"/>
              <a:t>    This child that you've delivered Will soon deliver you.</a:t>
            </a:r>
          </a:p>
          <a:p>
            <a:endParaRPr lang="fr-FR" smtClean="0"/>
          </a:p>
          <a:p>
            <a:r>
              <a:rPr lang="fr-FR" smtClean="0"/>
              <a:t>7-  MARIE, SAVAIS-TU QUE TON CHER ENFANT</a:t>
            </a:r>
          </a:p>
          <a:p>
            <a:r>
              <a:rPr lang="fr-FR" smtClean="0"/>
              <a:t>    Mary did you know that your baby boy</a:t>
            </a:r>
          </a:p>
          <a:p>
            <a:endParaRPr lang="fr-FR" smtClean="0"/>
          </a:p>
          <a:p>
            <a:r>
              <a:rPr lang="fr-FR" smtClean="0"/>
              <a:t>8-  GUÉRIRAIT UN NON-VOYANT</a:t>
            </a:r>
          </a:p>
          <a:p>
            <a:r>
              <a:rPr lang="fr-FR" smtClean="0"/>
              <a:t>     Will give sight to a blind man?</a:t>
            </a:r>
          </a:p>
          <a:p>
            <a:endParaRPr lang="fr-FR" smtClean="0"/>
          </a:p>
          <a:p>
            <a:r>
              <a:rPr lang="fr-FR" smtClean="0"/>
              <a:t>9-  MARIE, SAVAIS-TU QUE TON CHER ENFANT</a:t>
            </a:r>
          </a:p>
          <a:p>
            <a:r>
              <a:rPr lang="fr-FR" smtClean="0"/>
              <a:t>     Mary did you know that your baby boy</a:t>
            </a:r>
          </a:p>
          <a:p>
            <a:r>
              <a:rPr lang="fr-FR" smtClean="0"/>
              <a:t>   </a:t>
            </a:r>
          </a:p>
          <a:p>
            <a:r>
              <a:rPr lang="fr-FR" smtClean="0"/>
              <a:t>10-  CALMERAIT DES VENTS VIOLENTS </a:t>
            </a:r>
          </a:p>
          <a:p>
            <a:r>
              <a:rPr lang="fr-FR" smtClean="0"/>
              <a:t>     Will calm a storm with His hand?</a:t>
            </a:r>
          </a:p>
          <a:p>
            <a:endParaRPr lang="fr-FR" smtClean="0"/>
          </a:p>
          <a:p>
            <a:r>
              <a:rPr lang="fr-FR" smtClean="0"/>
              <a:t>11-  SAVAIS-TU QUE TON CHER ENFANTA PARCOURU LES CIEUX</a:t>
            </a:r>
          </a:p>
          <a:p>
            <a:r>
              <a:rPr lang="fr-FR" smtClean="0"/>
              <a:t>      Did you know that your baby boy Has walked where angels trod?</a:t>
            </a:r>
          </a:p>
          <a:p>
            <a:endParaRPr lang="fr-FR" smtClean="0"/>
          </a:p>
          <a:p>
            <a:r>
              <a:rPr lang="fr-FR" smtClean="0"/>
              <a:t>12-  EN EMBRASSANT CE TENDRE BÉBÉTU EMBRASSAIS LA FACE DE DIEU</a:t>
            </a:r>
          </a:p>
          <a:p>
            <a:r>
              <a:rPr lang="fr-FR" smtClean="0"/>
              <a:t>      When you kiss your little baby You've kissed the face of God?</a:t>
            </a:r>
          </a:p>
          <a:p>
            <a:endParaRPr lang="fr-FR" smtClean="0"/>
          </a:p>
          <a:p>
            <a:r>
              <a:rPr lang="fr-FR" smtClean="0"/>
              <a:t>			pont :</a:t>
            </a:r>
          </a:p>
          <a:p>
            <a:endParaRPr lang="fr-FR" smtClean="0"/>
          </a:p>
          <a:p>
            <a:r>
              <a:rPr lang="fr-FR" smtClean="0"/>
              <a:t>		13-  LES AVEUGLES VERRONTLES SOURDS ENTENDRONT</a:t>
            </a:r>
          </a:p>
          <a:p>
            <a:r>
              <a:rPr lang="fr-FR" smtClean="0"/>
              <a:t>                                        The blind will see The deaf will hear</a:t>
            </a:r>
          </a:p>
          <a:p>
            <a:endParaRPr lang="fr-FR" smtClean="0"/>
          </a:p>
          <a:p>
            <a:r>
              <a:rPr lang="fr-FR" smtClean="0"/>
              <a:t>		14-  LES MORTS VIVRONT À NOUVEAULES BOITEUX MARCHERONT</a:t>
            </a:r>
          </a:p>
          <a:p>
            <a:r>
              <a:rPr lang="fr-FR" smtClean="0"/>
              <a:t>		 And the dead will live again. The lame will leap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		15-  LES MUETS PARLERONTLES LOUANGES DE L’AGNEAU</a:t>
            </a:r>
          </a:p>
          <a:p>
            <a:r>
              <a:rPr lang="fr-FR" smtClean="0"/>
              <a:t>		The dumb will speak The praises of the Lamb.</a:t>
            </a:r>
          </a:p>
          <a:p>
            <a:endParaRPr lang="fr-FR" smtClean="0"/>
          </a:p>
          <a:p>
            <a:r>
              <a:rPr lang="fr-FR" smtClean="0"/>
              <a:t>16-  MARIE, SAVAIS-TU QUE TON CHER ENFANT</a:t>
            </a:r>
          </a:p>
          <a:p>
            <a:r>
              <a:rPr lang="fr-FR" smtClean="0"/>
              <a:t>       Mary did you know that your baby boy</a:t>
            </a:r>
          </a:p>
          <a:p>
            <a:endParaRPr lang="fr-FR" smtClean="0"/>
          </a:p>
          <a:p>
            <a:r>
              <a:rPr lang="fr-FR" smtClean="0"/>
              <a:t> 17-  EST SEIGNEUR DE TOUTE CRÉATION</a:t>
            </a:r>
          </a:p>
          <a:p>
            <a:r>
              <a:rPr lang="fr-FR" smtClean="0"/>
              <a:t>       Is Lord of all creation?</a:t>
            </a:r>
          </a:p>
          <a:p>
            <a:endParaRPr lang="fr-FR" smtClean="0"/>
          </a:p>
          <a:p>
            <a:r>
              <a:rPr lang="fr-FR" smtClean="0"/>
              <a:t>18-  MARIE, SAVAIS-TU QUE TON CHER ENFANT</a:t>
            </a:r>
          </a:p>
          <a:p>
            <a:r>
              <a:rPr lang="fr-FR" smtClean="0"/>
              <a:t>      Mary did you know that your baby boy</a:t>
            </a:r>
          </a:p>
          <a:p>
            <a:r>
              <a:rPr lang="fr-FR" smtClean="0"/>
              <a:t>    </a:t>
            </a:r>
          </a:p>
          <a:p>
            <a:r>
              <a:rPr lang="fr-FR" smtClean="0"/>
              <a:t>19-  RÉGNERAIT SUR LES NATIONS</a:t>
            </a:r>
          </a:p>
          <a:p>
            <a:r>
              <a:rPr lang="fr-FR" smtClean="0"/>
              <a:t>      Will one day rule the nations?</a:t>
            </a:r>
          </a:p>
          <a:p>
            <a:r>
              <a:rPr lang="fr-FR" smtClean="0"/>
              <a:t> </a:t>
            </a:r>
          </a:p>
          <a:p>
            <a:r>
              <a:rPr lang="fr-FR" smtClean="0"/>
              <a:t>20-  SAVAIS-TU QUE TON CHER ENFANTEST LE SAINT AGNEAU DE DIEU </a:t>
            </a:r>
          </a:p>
          <a:p>
            <a:r>
              <a:rPr lang="fr-FR" smtClean="0"/>
              <a:t>       Did you know that your baby boy Is Heavens perfect Lamb?</a:t>
            </a:r>
          </a:p>
          <a:p>
            <a:endParaRPr lang="fr-FR" smtClean="0"/>
          </a:p>
          <a:p>
            <a:r>
              <a:rPr lang="fr-FR" smtClean="0"/>
              <a:t>21-  NOUVEAU-NÉ ENDORMIEST LE GRAND  JE SUIS </a:t>
            </a:r>
          </a:p>
          <a:p>
            <a:r>
              <a:rPr lang="fr-FR" smtClean="0"/>
              <a:t>      This sleeping child you're holding Is the Great I am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6867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 MARIE, SAVAIS-TU QUE TON CHER ENFANT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Mary did you know that your baby boy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2-  MARCHERAIT SUR LES EAUX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Will one day walk on water?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 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3-  MARIE, SAVAIS-TU QUE TON CHER ENFANT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Mary did you know that your baby boy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4-  SERAIT LE DON DU TRÈS-HAUT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Will save our sons and daughters?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5-  SAVAIS-TU QUE TON CHER ENFANTALLAIT TE DÉLIVRER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Did you know that your baby boy Has come to make you new? 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6-  CETTE VIE QUE TU AS PORTÉEÉTAIT VENUE TE RACHETER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This child that you've delivered Will soon deliver you.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7-  MARIE, SAVAIS-TU QUE TON CHER ENFANT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Mary did you know that your baby boy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8-  GUÉRIRAIT UN NON-VOYANT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Will give sight to a blind man?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9-  MARIE, SAVAIS-TU QUE TON CHER ENFANT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Mary did you know that your baby boy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10-  CALMERAIT DES VENTS VIOLENTS 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Will calm a storm with His hand?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11-  SAVAIS-TU QUE TON CHER ENFANTA PARCOURU LES CIEUX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 Did you know that your baby boy Has walked where angels trod?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12-  EN EMBRASSANT CE TENDRE BÉBÉTU EMBRASSAIS LA FACE DE DIEU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When you kiss your little baby You've kissed the face of God?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			pont :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		13-  LES AVEUGLES VERRONTLES SOURDS ENTENDRONT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                                 The blind will see The deaf will hear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		14-  LES MORTS VIVRONT À NOUVEAULES BOITEUX MARCHERONT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	 And the dead will live again. The lame will leap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		15-  LES MUETS PARLERONTLES LOUANGES DE L’AGNEAU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	The dumb will speak The praises of the Lamb.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16-  MARIE, SAVAIS-TU QUE TON CHER ENFANT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Mary did you know that your baby boy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 17-  EST SEIGNEUR DE TOUTE CRÉATION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Is Lord of all creation?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18-  MARIE, SAVAIS-TU QUE TON CHER ENFANT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Mary did you know that your baby boy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19-  RÉGNERAIT SUR LES NATIONS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Will one day rule the nations?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 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20-  SAVAIS-TU QUE TON CHER ENFANTEST LE SAINT AGNEAU DE DIEU 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Did you know that your baby boy Is Heavens perfect Lamb?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21-  NOUVEAU-NÉ ENDORMIEST LE GRAND  JE SUIS 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This sleeping child you're holding Is the Great I am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 MARIE, SAVAIS-TU QUE TON CHER ENFANT</a:t>
            </a:r>
          </a:p>
          <a:p>
            <a:r>
              <a:rPr lang="fr-FR" smtClean="0"/>
              <a:t>     Mary did you know that your baby boy</a:t>
            </a:r>
          </a:p>
          <a:p>
            <a:endParaRPr lang="fr-FR" smtClean="0"/>
          </a:p>
          <a:p>
            <a:r>
              <a:rPr lang="fr-FR" smtClean="0"/>
              <a:t>2-  MARCHERAIT SUR LES EAUX</a:t>
            </a:r>
          </a:p>
          <a:p>
            <a:r>
              <a:rPr lang="fr-FR" smtClean="0"/>
              <a:t>    Will one day walk on water?</a:t>
            </a:r>
          </a:p>
          <a:p>
            <a:r>
              <a:rPr lang="fr-FR" smtClean="0"/>
              <a:t> </a:t>
            </a:r>
          </a:p>
          <a:p>
            <a:r>
              <a:rPr lang="fr-FR" smtClean="0"/>
              <a:t>3-  MARIE, SAVAIS-TU QUE TON CHER ENFANT</a:t>
            </a:r>
          </a:p>
          <a:p>
            <a:r>
              <a:rPr lang="fr-FR" smtClean="0"/>
              <a:t>     Mary did you know that your baby boy</a:t>
            </a:r>
          </a:p>
          <a:p>
            <a:endParaRPr lang="fr-FR" smtClean="0"/>
          </a:p>
          <a:p>
            <a:r>
              <a:rPr lang="fr-FR" smtClean="0"/>
              <a:t>4-  SERAIT LE DON DU TRÈS-HAUT</a:t>
            </a:r>
          </a:p>
          <a:p>
            <a:r>
              <a:rPr lang="fr-FR" smtClean="0"/>
              <a:t>    Will save our sons and daughters?</a:t>
            </a:r>
          </a:p>
          <a:p>
            <a:r>
              <a:rPr lang="fr-FR" smtClean="0"/>
              <a:t>  </a:t>
            </a:r>
          </a:p>
          <a:p>
            <a:r>
              <a:rPr lang="fr-FR" smtClean="0"/>
              <a:t>5-  SAVAIS-TU QUE TON CHER ENFANTALLAIT TE DÉLIVRER</a:t>
            </a:r>
          </a:p>
          <a:p>
            <a:r>
              <a:rPr lang="fr-FR" smtClean="0"/>
              <a:t>     Did you know that your baby boy Has come to make you new? </a:t>
            </a:r>
          </a:p>
          <a:p>
            <a:endParaRPr lang="fr-FR" smtClean="0"/>
          </a:p>
          <a:p>
            <a:r>
              <a:rPr lang="fr-FR" smtClean="0"/>
              <a:t>6-  CETTE VIE QUE TU AS PORTÉEÉTAIT VENUE TE RACHETER</a:t>
            </a:r>
          </a:p>
          <a:p>
            <a:r>
              <a:rPr lang="fr-FR" smtClean="0"/>
              <a:t>    This child that you've delivered Will soon deliver you.</a:t>
            </a:r>
          </a:p>
          <a:p>
            <a:endParaRPr lang="fr-FR" smtClean="0"/>
          </a:p>
          <a:p>
            <a:r>
              <a:rPr lang="fr-FR" smtClean="0"/>
              <a:t>7-  MARIE, SAVAIS-TU QUE TON CHER ENFANT</a:t>
            </a:r>
          </a:p>
          <a:p>
            <a:r>
              <a:rPr lang="fr-FR" smtClean="0"/>
              <a:t>    Mary did you know that your baby boy</a:t>
            </a:r>
          </a:p>
          <a:p>
            <a:endParaRPr lang="fr-FR" smtClean="0"/>
          </a:p>
          <a:p>
            <a:r>
              <a:rPr lang="fr-FR" smtClean="0"/>
              <a:t>8-  GUÉRIRAIT UN NON-VOYANT</a:t>
            </a:r>
          </a:p>
          <a:p>
            <a:r>
              <a:rPr lang="fr-FR" smtClean="0"/>
              <a:t>     Will give sight to a blind man?</a:t>
            </a:r>
          </a:p>
          <a:p>
            <a:endParaRPr lang="fr-FR" smtClean="0"/>
          </a:p>
          <a:p>
            <a:r>
              <a:rPr lang="fr-FR" smtClean="0"/>
              <a:t>9-  MARIE, SAVAIS-TU QUE TON CHER ENFANT</a:t>
            </a:r>
          </a:p>
          <a:p>
            <a:r>
              <a:rPr lang="fr-FR" smtClean="0"/>
              <a:t>     Mary did you know that your baby boy</a:t>
            </a:r>
          </a:p>
          <a:p>
            <a:r>
              <a:rPr lang="fr-FR" smtClean="0"/>
              <a:t>   </a:t>
            </a:r>
          </a:p>
          <a:p>
            <a:r>
              <a:rPr lang="fr-FR" smtClean="0"/>
              <a:t>10-  CALMERAIT DES VENTS VIOLENTS </a:t>
            </a:r>
          </a:p>
          <a:p>
            <a:r>
              <a:rPr lang="fr-FR" smtClean="0"/>
              <a:t>     Will calm a storm with His hand?</a:t>
            </a:r>
          </a:p>
          <a:p>
            <a:endParaRPr lang="fr-FR" smtClean="0"/>
          </a:p>
          <a:p>
            <a:r>
              <a:rPr lang="fr-FR" smtClean="0"/>
              <a:t>11-  SAVAIS-TU QUE TON CHER ENFANTA PARCOURU LES CIEUX</a:t>
            </a:r>
          </a:p>
          <a:p>
            <a:r>
              <a:rPr lang="fr-FR" smtClean="0"/>
              <a:t>      Did you know that your baby boy Has walked where angels trod?</a:t>
            </a:r>
          </a:p>
          <a:p>
            <a:endParaRPr lang="fr-FR" smtClean="0"/>
          </a:p>
          <a:p>
            <a:r>
              <a:rPr lang="fr-FR" smtClean="0"/>
              <a:t>12-  EN EMBRASSANT CE TENDRE BÉBÉTU EMBRASSAIS LA FACE DE DIEU</a:t>
            </a:r>
          </a:p>
          <a:p>
            <a:r>
              <a:rPr lang="fr-FR" smtClean="0"/>
              <a:t>      When you kiss your little baby You've kissed the face of God?</a:t>
            </a:r>
          </a:p>
          <a:p>
            <a:endParaRPr lang="fr-FR" smtClean="0"/>
          </a:p>
          <a:p>
            <a:r>
              <a:rPr lang="fr-FR" smtClean="0"/>
              <a:t>			pont :</a:t>
            </a:r>
          </a:p>
          <a:p>
            <a:endParaRPr lang="fr-FR" smtClean="0"/>
          </a:p>
          <a:p>
            <a:r>
              <a:rPr lang="fr-FR" smtClean="0"/>
              <a:t>		13-  LES AVEUGLES VERRONTLES SOURDS ENTENDRONT</a:t>
            </a:r>
          </a:p>
          <a:p>
            <a:r>
              <a:rPr lang="fr-FR" smtClean="0"/>
              <a:t>                                        The blind will see The deaf will hear</a:t>
            </a:r>
          </a:p>
          <a:p>
            <a:endParaRPr lang="fr-FR" smtClean="0"/>
          </a:p>
          <a:p>
            <a:r>
              <a:rPr lang="fr-FR" smtClean="0"/>
              <a:t>		14-  LES MORTS VIVRONT À NOUVEAULES BOITEUX MARCHERONT</a:t>
            </a:r>
          </a:p>
          <a:p>
            <a:r>
              <a:rPr lang="fr-FR" smtClean="0"/>
              <a:t>		 And the dead will live again. The lame will leap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		15-  LES MUETS PARLERONTLES LOUANGES DE L’AGNEAU</a:t>
            </a:r>
          </a:p>
          <a:p>
            <a:r>
              <a:rPr lang="fr-FR" smtClean="0"/>
              <a:t>		The dumb will speak The praises of the Lamb.</a:t>
            </a:r>
          </a:p>
          <a:p>
            <a:endParaRPr lang="fr-FR" smtClean="0"/>
          </a:p>
          <a:p>
            <a:r>
              <a:rPr lang="fr-FR" smtClean="0"/>
              <a:t>16-  MARIE, SAVAIS-TU QUE TON CHER ENFANT</a:t>
            </a:r>
          </a:p>
          <a:p>
            <a:r>
              <a:rPr lang="fr-FR" smtClean="0"/>
              <a:t>       Mary did you know that your baby boy</a:t>
            </a:r>
          </a:p>
          <a:p>
            <a:endParaRPr lang="fr-FR" smtClean="0"/>
          </a:p>
          <a:p>
            <a:r>
              <a:rPr lang="fr-FR" smtClean="0"/>
              <a:t> 17-  EST SEIGNEUR DE TOUTE CRÉATION</a:t>
            </a:r>
          </a:p>
          <a:p>
            <a:r>
              <a:rPr lang="fr-FR" smtClean="0"/>
              <a:t>       Is Lord of all creation?</a:t>
            </a:r>
          </a:p>
          <a:p>
            <a:endParaRPr lang="fr-FR" smtClean="0"/>
          </a:p>
          <a:p>
            <a:r>
              <a:rPr lang="fr-FR" smtClean="0"/>
              <a:t>18-  MARIE, SAVAIS-TU QUE TON CHER ENFANT</a:t>
            </a:r>
          </a:p>
          <a:p>
            <a:r>
              <a:rPr lang="fr-FR" smtClean="0"/>
              <a:t>      Mary did you know that your baby boy</a:t>
            </a:r>
          </a:p>
          <a:p>
            <a:r>
              <a:rPr lang="fr-FR" smtClean="0"/>
              <a:t>    </a:t>
            </a:r>
          </a:p>
          <a:p>
            <a:r>
              <a:rPr lang="fr-FR" smtClean="0"/>
              <a:t>19-  RÉGNERAIT SUR LES NATIONS</a:t>
            </a:r>
          </a:p>
          <a:p>
            <a:r>
              <a:rPr lang="fr-FR" smtClean="0"/>
              <a:t>      Will one day rule the nations?</a:t>
            </a:r>
          </a:p>
          <a:p>
            <a:r>
              <a:rPr lang="fr-FR" smtClean="0"/>
              <a:t> </a:t>
            </a:r>
          </a:p>
          <a:p>
            <a:r>
              <a:rPr lang="fr-FR" smtClean="0"/>
              <a:t>20-  SAVAIS-TU QUE TON CHER ENFANTEST LE SAINT AGNEAU DE DIEU </a:t>
            </a:r>
          </a:p>
          <a:p>
            <a:r>
              <a:rPr lang="fr-FR" smtClean="0"/>
              <a:t>       Did you know that your baby boy Is Heavens perfect Lamb?</a:t>
            </a:r>
          </a:p>
          <a:p>
            <a:endParaRPr lang="fr-FR" smtClean="0"/>
          </a:p>
          <a:p>
            <a:r>
              <a:rPr lang="fr-FR" smtClean="0"/>
              <a:t>21-  NOUVEAU-NÉ ENDORMIEST LE GRAND  JE SUIS </a:t>
            </a:r>
          </a:p>
          <a:p>
            <a:r>
              <a:rPr lang="fr-FR" smtClean="0"/>
              <a:t>      This sleeping child you're holding Is the Great I am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7891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 MARIE, SAVAIS-TU QUE TON CHER ENFANT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Mary did you know that your baby boy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2-  MARCHERAIT SUR LES EAUX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Will one day walk on water?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 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3-  MARIE, SAVAIS-TU QUE TON CHER ENFANT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Mary did you know that your baby boy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4-  SERAIT LE DON DU TRÈS-HAUT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Will save our sons and daughters?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5-  SAVAIS-TU QUE TON CHER ENFANTALLAIT TE DÉLIVRER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Did you know that your baby boy Has come to make you new? 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6-  CETTE VIE QUE TU AS PORTÉEÉTAIT VENUE TE RACHETER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This child that you've delivered Will soon deliver you.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7-  MARIE, SAVAIS-TU QUE TON CHER ENFANT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Mary did you know that your baby boy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8-  GUÉRIRAIT UN NON-VOYANT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Will give sight to a blind man?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9-  MARIE, SAVAIS-TU QUE TON CHER ENFANT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Mary did you know that your baby boy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10-  CALMERAIT DES VENTS VIOLENTS 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Will calm a storm with His hand?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11-  SAVAIS-TU QUE TON CHER ENFANTA PARCOURU LES CIEUX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 Did you know that your baby boy Has walked where angels trod?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12-  EN EMBRASSANT CE TENDRE BÉBÉTU EMBRASSAIS LA FACE DE DIEU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When you kiss your little baby You've kissed the face of God?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			pont :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		13-  LES AVEUGLES VERRONTLES SOURDS ENTENDRONT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                                 The blind will see The deaf will hear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		14-  LES MORTS VIVRONT À NOUVEAULES BOITEUX MARCHERONT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	 And the dead will live again. The lame will leap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		15-  LES MUETS PARLERONTLES LOUANGES DE L’AGNEAU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	The dumb will speak The praises of the Lamb.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16-  MARIE, SAVAIS-TU QUE TON CHER ENFANT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Mary did you know that your baby boy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 17-  EST SEIGNEUR DE TOUTE CRÉATION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Is Lord of all creation?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18-  MARIE, SAVAIS-TU QUE TON CHER ENFANT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Mary did you know that your baby boy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19-  RÉGNERAIT SUR LES NATIONS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Will one day rule the nations?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 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20-  SAVAIS-TU QUE TON CHER ENFANTEST LE SAINT AGNEAU DE DIEU 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Did you know that your baby boy Is Heavens perfect Lamb?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21-  NOUVEAU-NÉ ENDORMIEST LE GRAND  JE SUIS 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This sleeping child you're holding Is the Great I am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</p:txBody>
      </p:sp>
      <p:sp>
        <p:nvSpPr>
          <p:cNvPr id="3789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 MARIE, SAVAIS-TU QUE TON CHER ENFANT</a:t>
            </a:r>
          </a:p>
          <a:p>
            <a:r>
              <a:rPr lang="fr-FR" smtClean="0"/>
              <a:t>     Mary did you know that your baby boy</a:t>
            </a:r>
          </a:p>
          <a:p>
            <a:endParaRPr lang="fr-FR" smtClean="0"/>
          </a:p>
          <a:p>
            <a:r>
              <a:rPr lang="fr-FR" smtClean="0"/>
              <a:t>2-  MARCHERAIT SUR LES EAUX</a:t>
            </a:r>
          </a:p>
          <a:p>
            <a:r>
              <a:rPr lang="fr-FR" smtClean="0"/>
              <a:t>    Will one day walk on water?</a:t>
            </a:r>
          </a:p>
          <a:p>
            <a:r>
              <a:rPr lang="fr-FR" smtClean="0"/>
              <a:t> </a:t>
            </a:r>
          </a:p>
          <a:p>
            <a:r>
              <a:rPr lang="fr-FR" smtClean="0"/>
              <a:t>3-  MARIE, SAVAIS-TU QUE TON CHER ENFANT</a:t>
            </a:r>
          </a:p>
          <a:p>
            <a:r>
              <a:rPr lang="fr-FR" smtClean="0"/>
              <a:t>     Mary did you know that your baby boy</a:t>
            </a:r>
          </a:p>
          <a:p>
            <a:endParaRPr lang="fr-FR" smtClean="0"/>
          </a:p>
          <a:p>
            <a:r>
              <a:rPr lang="fr-FR" smtClean="0"/>
              <a:t>4-  SERAIT LE DON DU TRÈS-HAUT</a:t>
            </a:r>
          </a:p>
          <a:p>
            <a:r>
              <a:rPr lang="fr-FR" smtClean="0"/>
              <a:t>    Will save our sons and daughters?</a:t>
            </a:r>
          </a:p>
          <a:p>
            <a:r>
              <a:rPr lang="fr-FR" smtClean="0"/>
              <a:t>  </a:t>
            </a:r>
          </a:p>
          <a:p>
            <a:r>
              <a:rPr lang="fr-FR" smtClean="0"/>
              <a:t>5-  SAVAIS-TU QUE TON CHER ENFANTALLAIT TE DÉLIVRER</a:t>
            </a:r>
          </a:p>
          <a:p>
            <a:r>
              <a:rPr lang="fr-FR" smtClean="0"/>
              <a:t>     Did you know that your baby boy Has come to make you new? </a:t>
            </a:r>
          </a:p>
          <a:p>
            <a:endParaRPr lang="fr-FR" smtClean="0"/>
          </a:p>
          <a:p>
            <a:r>
              <a:rPr lang="fr-FR" smtClean="0"/>
              <a:t>6-  CETTE VIE QUE TU AS PORTÉEÉTAIT VENUE TE RACHETER</a:t>
            </a:r>
          </a:p>
          <a:p>
            <a:r>
              <a:rPr lang="fr-FR" smtClean="0"/>
              <a:t>    This child that you've delivered Will soon deliver you.</a:t>
            </a:r>
          </a:p>
          <a:p>
            <a:endParaRPr lang="fr-FR" smtClean="0"/>
          </a:p>
          <a:p>
            <a:r>
              <a:rPr lang="fr-FR" smtClean="0"/>
              <a:t>7-  MARIE, SAVAIS-TU QUE TON CHER ENFANT</a:t>
            </a:r>
          </a:p>
          <a:p>
            <a:r>
              <a:rPr lang="fr-FR" smtClean="0"/>
              <a:t>    Mary did you know that your baby boy</a:t>
            </a:r>
          </a:p>
          <a:p>
            <a:endParaRPr lang="fr-FR" smtClean="0"/>
          </a:p>
          <a:p>
            <a:r>
              <a:rPr lang="fr-FR" smtClean="0"/>
              <a:t>8-  GUÉRIRAIT UN NON-VOYANT</a:t>
            </a:r>
          </a:p>
          <a:p>
            <a:r>
              <a:rPr lang="fr-FR" smtClean="0"/>
              <a:t>     Will give sight to a blind man?</a:t>
            </a:r>
          </a:p>
          <a:p>
            <a:endParaRPr lang="fr-FR" smtClean="0"/>
          </a:p>
          <a:p>
            <a:r>
              <a:rPr lang="fr-FR" smtClean="0"/>
              <a:t>9-  MARIE, SAVAIS-TU QUE TON CHER ENFANT</a:t>
            </a:r>
          </a:p>
          <a:p>
            <a:r>
              <a:rPr lang="fr-FR" smtClean="0"/>
              <a:t>     Mary did you know that your baby boy</a:t>
            </a:r>
          </a:p>
          <a:p>
            <a:r>
              <a:rPr lang="fr-FR" smtClean="0"/>
              <a:t>   </a:t>
            </a:r>
          </a:p>
          <a:p>
            <a:r>
              <a:rPr lang="fr-FR" smtClean="0"/>
              <a:t>10-  CALMERAIT DES VENTS VIOLENTS </a:t>
            </a:r>
          </a:p>
          <a:p>
            <a:r>
              <a:rPr lang="fr-FR" smtClean="0"/>
              <a:t>     Will calm a storm with His hand?</a:t>
            </a:r>
          </a:p>
          <a:p>
            <a:endParaRPr lang="fr-FR" smtClean="0"/>
          </a:p>
          <a:p>
            <a:r>
              <a:rPr lang="fr-FR" smtClean="0"/>
              <a:t>11-  SAVAIS-TU QUE TON CHER ENFANTA PARCOURU LES CIEUX</a:t>
            </a:r>
          </a:p>
          <a:p>
            <a:r>
              <a:rPr lang="fr-FR" smtClean="0"/>
              <a:t>      Did you know that your baby boy Has walked where angels trod?</a:t>
            </a:r>
          </a:p>
          <a:p>
            <a:endParaRPr lang="fr-FR" smtClean="0"/>
          </a:p>
          <a:p>
            <a:r>
              <a:rPr lang="fr-FR" smtClean="0"/>
              <a:t>12-  EN EMBRASSANT CE TENDRE BÉBÉTU EMBRASSAIS LA FACE DE DIEU</a:t>
            </a:r>
          </a:p>
          <a:p>
            <a:r>
              <a:rPr lang="fr-FR" smtClean="0"/>
              <a:t>      When you kiss your little baby You've kissed the face of God?</a:t>
            </a:r>
          </a:p>
          <a:p>
            <a:endParaRPr lang="fr-FR" smtClean="0"/>
          </a:p>
          <a:p>
            <a:r>
              <a:rPr lang="fr-FR" smtClean="0"/>
              <a:t>			pont :</a:t>
            </a:r>
          </a:p>
          <a:p>
            <a:endParaRPr lang="fr-FR" smtClean="0"/>
          </a:p>
          <a:p>
            <a:r>
              <a:rPr lang="fr-FR" smtClean="0"/>
              <a:t>		13-  LES AVEUGLES VERRONTLES SOURDS ENTENDRONT</a:t>
            </a:r>
          </a:p>
          <a:p>
            <a:r>
              <a:rPr lang="fr-FR" smtClean="0"/>
              <a:t>                                        The blind will see The deaf will hear</a:t>
            </a:r>
          </a:p>
          <a:p>
            <a:endParaRPr lang="fr-FR" smtClean="0"/>
          </a:p>
          <a:p>
            <a:r>
              <a:rPr lang="fr-FR" smtClean="0"/>
              <a:t>		14-  LES MORTS VIVRONT À NOUVEAULES BOITEUX MARCHERONT</a:t>
            </a:r>
          </a:p>
          <a:p>
            <a:r>
              <a:rPr lang="fr-FR" smtClean="0"/>
              <a:t>		 And the dead will live again. The lame will leap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		15-  LES MUETS PARLERONTLES LOUANGES DE L’AGNEAU</a:t>
            </a:r>
          </a:p>
          <a:p>
            <a:r>
              <a:rPr lang="fr-FR" smtClean="0"/>
              <a:t>		The dumb will speak The praises of the Lamb.</a:t>
            </a:r>
          </a:p>
          <a:p>
            <a:endParaRPr lang="fr-FR" smtClean="0"/>
          </a:p>
          <a:p>
            <a:r>
              <a:rPr lang="fr-FR" smtClean="0"/>
              <a:t>16-  MARIE, SAVAIS-TU QUE TON CHER ENFANT</a:t>
            </a:r>
          </a:p>
          <a:p>
            <a:r>
              <a:rPr lang="fr-FR" smtClean="0"/>
              <a:t>       Mary did you know that your baby boy</a:t>
            </a:r>
          </a:p>
          <a:p>
            <a:endParaRPr lang="fr-FR" smtClean="0"/>
          </a:p>
          <a:p>
            <a:r>
              <a:rPr lang="fr-FR" smtClean="0"/>
              <a:t> 17-  EST SEIGNEUR DE TOUTE CRÉATION</a:t>
            </a:r>
          </a:p>
          <a:p>
            <a:r>
              <a:rPr lang="fr-FR" smtClean="0"/>
              <a:t>       Is Lord of all creation?</a:t>
            </a:r>
          </a:p>
          <a:p>
            <a:endParaRPr lang="fr-FR" smtClean="0"/>
          </a:p>
          <a:p>
            <a:r>
              <a:rPr lang="fr-FR" smtClean="0"/>
              <a:t>18-  MARIE, SAVAIS-TU QUE TON CHER ENFANT</a:t>
            </a:r>
          </a:p>
          <a:p>
            <a:r>
              <a:rPr lang="fr-FR" smtClean="0"/>
              <a:t>      Mary did you know that your baby boy</a:t>
            </a:r>
          </a:p>
          <a:p>
            <a:r>
              <a:rPr lang="fr-FR" smtClean="0"/>
              <a:t>    </a:t>
            </a:r>
          </a:p>
          <a:p>
            <a:r>
              <a:rPr lang="fr-FR" smtClean="0"/>
              <a:t>19-  RÉGNERAIT SUR LES NATIONS</a:t>
            </a:r>
          </a:p>
          <a:p>
            <a:r>
              <a:rPr lang="fr-FR" smtClean="0"/>
              <a:t>      Will one day rule the nations?</a:t>
            </a:r>
          </a:p>
          <a:p>
            <a:r>
              <a:rPr lang="fr-FR" smtClean="0"/>
              <a:t> </a:t>
            </a:r>
          </a:p>
          <a:p>
            <a:r>
              <a:rPr lang="fr-FR" smtClean="0"/>
              <a:t>20-  SAVAIS-TU QUE TON CHER ENFANTEST LE SAINT AGNEAU DE DIEU </a:t>
            </a:r>
          </a:p>
          <a:p>
            <a:r>
              <a:rPr lang="fr-FR" smtClean="0"/>
              <a:t>       Did you know that your baby boy Is Heavens perfect Lamb?</a:t>
            </a:r>
          </a:p>
          <a:p>
            <a:endParaRPr lang="fr-FR" smtClean="0"/>
          </a:p>
          <a:p>
            <a:r>
              <a:rPr lang="fr-FR" smtClean="0"/>
              <a:t>21-  NOUVEAU-NÉ ENDORMIEST LE GRAND  JE SUIS </a:t>
            </a:r>
          </a:p>
          <a:p>
            <a:r>
              <a:rPr lang="fr-FR" smtClean="0"/>
              <a:t>      This sleeping child you're holding Is the Great I am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8915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 MARIE, SAVAIS-TU QUE TON CHER ENFANT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Mary did you know that your baby boy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2-  MARCHERAIT SUR LES EAUX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Will one day walk on water?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 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3-  MARIE, SAVAIS-TU QUE TON CHER ENFANT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Mary did you know that your baby boy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4-  SERAIT LE DON DU TRÈS-HAUT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Will save our sons and daughters?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5-  SAVAIS-TU QUE TON CHER ENFANTALLAIT TE DÉLIVRER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Did you know that your baby boy Has come to make you new? 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6-  CETTE VIE QUE TU AS PORTÉEÉTAIT VENUE TE RACHETER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This child that you've delivered Will soon deliver you.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7-  MARIE, SAVAIS-TU QUE TON CHER ENFANT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Mary did you know that your baby boy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8-  GUÉRIRAIT UN NON-VOYANT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Will give sight to a blind man?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9-  MARIE, SAVAIS-TU QUE TON CHER ENFANT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Mary did you know that your baby boy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10-  CALMERAIT DES VENTS VIOLENTS 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Will calm a storm with His hand?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11-  SAVAIS-TU QUE TON CHER ENFANTA PARCOURU LES CIEUX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 Did you know that your baby boy Has walked where angels trod?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12-  EN EMBRASSANT CE TENDRE BÉBÉTU EMBRASSAIS LA FACE DE DIEU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When you kiss your little baby You've kissed the face of God?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			pont :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		13-  LES AVEUGLES VERRONTLES SOURDS ENTENDRONT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                                 The blind will see The deaf will hear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		14-  LES MORTS VIVRONT À NOUVEAULES BOITEUX MARCHERONT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	 And the dead will live again. The lame will leap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		15-  LES MUETS PARLERONTLES LOUANGES DE L’AGNEAU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	The dumb will speak The praises of the Lamb.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16-  MARIE, SAVAIS-TU QUE TON CHER ENFANT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Mary did you know that your baby boy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 17-  EST SEIGNEUR DE TOUTE CRÉATION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Is Lord of all creation?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18-  MARIE, SAVAIS-TU QUE TON CHER ENFANT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Mary did you know that your baby boy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19-  RÉGNERAIT SUR LES NATIONS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Will one day rule the nations?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 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20-  SAVAIS-TU QUE TON CHER ENFANTEST LE SAINT AGNEAU DE DIEU 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Did you know that your baby boy Is Heavens perfect Lamb?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21-  NOUVEAU-NÉ ENDORMIEST LE GRAND  JE SUIS 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This sleeping child you're holding Is the Great I am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</p:txBody>
      </p:sp>
      <p:sp>
        <p:nvSpPr>
          <p:cNvPr id="3891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 MARIE, SAVAIS-TU QUE TON CHER ENFANT</a:t>
            </a:r>
          </a:p>
          <a:p>
            <a:r>
              <a:rPr lang="fr-FR" smtClean="0"/>
              <a:t>     Mary did you know that your baby boy</a:t>
            </a:r>
          </a:p>
          <a:p>
            <a:endParaRPr lang="fr-FR" smtClean="0"/>
          </a:p>
          <a:p>
            <a:r>
              <a:rPr lang="fr-FR" smtClean="0"/>
              <a:t>2-  MARCHERAIT SUR LES EAUX</a:t>
            </a:r>
          </a:p>
          <a:p>
            <a:r>
              <a:rPr lang="fr-FR" smtClean="0"/>
              <a:t>    Will one day walk on water?</a:t>
            </a:r>
          </a:p>
          <a:p>
            <a:r>
              <a:rPr lang="fr-FR" smtClean="0"/>
              <a:t> </a:t>
            </a:r>
          </a:p>
          <a:p>
            <a:r>
              <a:rPr lang="fr-FR" smtClean="0"/>
              <a:t>3-  MARIE, SAVAIS-TU QUE TON CHER ENFANT</a:t>
            </a:r>
          </a:p>
          <a:p>
            <a:r>
              <a:rPr lang="fr-FR" smtClean="0"/>
              <a:t>     Mary did you know that your baby boy</a:t>
            </a:r>
          </a:p>
          <a:p>
            <a:endParaRPr lang="fr-FR" smtClean="0"/>
          </a:p>
          <a:p>
            <a:r>
              <a:rPr lang="fr-FR" smtClean="0"/>
              <a:t>4-  SERAIT LE DON DU TRÈS-HAUT</a:t>
            </a:r>
          </a:p>
          <a:p>
            <a:r>
              <a:rPr lang="fr-FR" smtClean="0"/>
              <a:t>    Will save our sons and daughters?</a:t>
            </a:r>
          </a:p>
          <a:p>
            <a:r>
              <a:rPr lang="fr-FR" smtClean="0"/>
              <a:t>  </a:t>
            </a:r>
          </a:p>
          <a:p>
            <a:r>
              <a:rPr lang="fr-FR" smtClean="0"/>
              <a:t>5-  SAVAIS-TU QUE TON CHER ENFANTALLAIT TE DÉLIVRER</a:t>
            </a:r>
          </a:p>
          <a:p>
            <a:r>
              <a:rPr lang="fr-FR" smtClean="0"/>
              <a:t>     Did you know that your baby boy Has come to make you new? </a:t>
            </a:r>
          </a:p>
          <a:p>
            <a:endParaRPr lang="fr-FR" smtClean="0"/>
          </a:p>
          <a:p>
            <a:r>
              <a:rPr lang="fr-FR" smtClean="0"/>
              <a:t>6-  CETTE VIE QUE TU AS PORTÉEÉTAIT VENUE TE RACHETER</a:t>
            </a:r>
          </a:p>
          <a:p>
            <a:r>
              <a:rPr lang="fr-FR" smtClean="0"/>
              <a:t>    This child that you've delivered Will soon deliver you.</a:t>
            </a:r>
          </a:p>
          <a:p>
            <a:endParaRPr lang="fr-FR" smtClean="0"/>
          </a:p>
          <a:p>
            <a:r>
              <a:rPr lang="fr-FR" smtClean="0"/>
              <a:t>7-  MARIE, SAVAIS-TU QUE TON CHER ENFANT</a:t>
            </a:r>
          </a:p>
          <a:p>
            <a:r>
              <a:rPr lang="fr-FR" smtClean="0"/>
              <a:t>    Mary did you know that your baby boy</a:t>
            </a:r>
          </a:p>
          <a:p>
            <a:endParaRPr lang="fr-FR" smtClean="0"/>
          </a:p>
          <a:p>
            <a:r>
              <a:rPr lang="fr-FR" smtClean="0"/>
              <a:t>8-  GUÉRIRAIT UN NON-VOYANT</a:t>
            </a:r>
          </a:p>
          <a:p>
            <a:r>
              <a:rPr lang="fr-FR" smtClean="0"/>
              <a:t>     Will give sight to a blind man?</a:t>
            </a:r>
          </a:p>
          <a:p>
            <a:endParaRPr lang="fr-FR" smtClean="0"/>
          </a:p>
          <a:p>
            <a:r>
              <a:rPr lang="fr-FR" smtClean="0"/>
              <a:t>9-  MARIE, SAVAIS-TU QUE TON CHER ENFANT</a:t>
            </a:r>
          </a:p>
          <a:p>
            <a:r>
              <a:rPr lang="fr-FR" smtClean="0"/>
              <a:t>     Mary did you know that your baby boy</a:t>
            </a:r>
          </a:p>
          <a:p>
            <a:r>
              <a:rPr lang="fr-FR" smtClean="0"/>
              <a:t>   </a:t>
            </a:r>
          </a:p>
          <a:p>
            <a:r>
              <a:rPr lang="fr-FR" smtClean="0"/>
              <a:t>10-  CALMERAIT DES VENTS VIOLENTS </a:t>
            </a:r>
          </a:p>
          <a:p>
            <a:r>
              <a:rPr lang="fr-FR" smtClean="0"/>
              <a:t>     Will calm a storm with His hand?</a:t>
            </a:r>
          </a:p>
          <a:p>
            <a:endParaRPr lang="fr-FR" smtClean="0"/>
          </a:p>
          <a:p>
            <a:r>
              <a:rPr lang="fr-FR" smtClean="0"/>
              <a:t>11-  SAVAIS-TU QUE TON CHER ENFANTA PARCOURU LES CIEUX</a:t>
            </a:r>
          </a:p>
          <a:p>
            <a:r>
              <a:rPr lang="fr-FR" smtClean="0"/>
              <a:t>      Did you know that your baby boy Has walked where angels trod?</a:t>
            </a:r>
          </a:p>
          <a:p>
            <a:endParaRPr lang="fr-FR" smtClean="0"/>
          </a:p>
          <a:p>
            <a:r>
              <a:rPr lang="fr-FR" smtClean="0"/>
              <a:t>12-  EN EMBRASSANT CE TENDRE BÉBÉTU EMBRASSAIS LA FACE DE DIEU</a:t>
            </a:r>
          </a:p>
          <a:p>
            <a:r>
              <a:rPr lang="fr-FR" smtClean="0"/>
              <a:t>      When you kiss your little baby You've kissed the face of God?</a:t>
            </a:r>
          </a:p>
          <a:p>
            <a:endParaRPr lang="fr-FR" smtClean="0"/>
          </a:p>
          <a:p>
            <a:r>
              <a:rPr lang="fr-FR" smtClean="0"/>
              <a:t>			pont :</a:t>
            </a:r>
          </a:p>
          <a:p>
            <a:endParaRPr lang="fr-FR" smtClean="0"/>
          </a:p>
          <a:p>
            <a:r>
              <a:rPr lang="fr-FR" smtClean="0"/>
              <a:t>		13-  LES AVEUGLES VERRONTLES SOURDS ENTENDRONT</a:t>
            </a:r>
          </a:p>
          <a:p>
            <a:r>
              <a:rPr lang="fr-FR" smtClean="0"/>
              <a:t>                                        The blind will see The deaf will hear</a:t>
            </a:r>
          </a:p>
          <a:p>
            <a:endParaRPr lang="fr-FR" smtClean="0"/>
          </a:p>
          <a:p>
            <a:r>
              <a:rPr lang="fr-FR" smtClean="0"/>
              <a:t>		14-  LES MORTS VIVRONT À NOUVEAULES BOITEUX MARCHERONT</a:t>
            </a:r>
          </a:p>
          <a:p>
            <a:r>
              <a:rPr lang="fr-FR" smtClean="0"/>
              <a:t>		 And the dead will live again. The lame will leap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		15-  LES MUETS PARLERONTLES LOUANGES DE L’AGNEAU</a:t>
            </a:r>
          </a:p>
          <a:p>
            <a:r>
              <a:rPr lang="fr-FR" smtClean="0"/>
              <a:t>		The dumb will speak The praises of the Lamb.</a:t>
            </a:r>
          </a:p>
          <a:p>
            <a:endParaRPr lang="fr-FR" smtClean="0"/>
          </a:p>
          <a:p>
            <a:r>
              <a:rPr lang="fr-FR" smtClean="0"/>
              <a:t>16-  MARIE, SAVAIS-TU QUE TON CHER ENFANT</a:t>
            </a:r>
          </a:p>
          <a:p>
            <a:r>
              <a:rPr lang="fr-FR" smtClean="0"/>
              <a:t>       Mary did you know that your baby boy</a:t>
            </a:r>
          </a:p>
          <a:p>
            <a:endParaRPr lang="fr-FR" smtClean="0"/>
          </a:p>
          <a:p>
            <a:r>
              <a:rPr lang="fr-FR" smtClean="0"/>
              <a:t> 17-  EST SEIGNEUR DE TOUTE CRÉATION</a:t>
            </a:r>
          </a:p>
          <a:p>
            <a:r>
              <a:rPr lang="fr-FR" smtClean="0"/>
              <a:t>       Is Lord of all creation?</a:t>
            </a:r>
          </a:p>
          <a:p>
            <a:endParaRPr lang="fr-FR" smtClean="0"/>
          </a:p>
          <a:p>
            <a:r>
              <a:rPr lang="fr-FR" smtClean="0"/>
              <a:t>18-  MARIE, SAVAIS-TU QUE TON CHER ENFANT</a:t>
            </a:r>
          </a:p>
          <a:p>
            <a:r>
              <a:rPr lang="fr-FR" smtClean="0"/>
              <a:t>      Mary did you know that your baby boy</a:t>
            </a:r>
          </a:p>
          <a:p>
            <a:r>
              <a:rPr lang="fr-FR" smtClean="0"/>
              <a:t>    </a:t>
            </a:r>
          </a:p>
          <a:p>
            <a:r>
              <a:rPr lang="fr-FR" smtClean="0"/>
              <a:t>19-  RÉGNERAIT SUR LES NATIONS</a:t>
            </a:r>
          </a:p>
          <a:p>
            <a:r>
              <a:rPr lang="fr-FR" smtClean="0"/>
              <a:t>      Will one day rule the nations?</a:t>
            </a:r>
          </a:p>
          <a:p>
            <a:r>
              <a:rPr lang="fr-FR" smtClean="0"/>
              <a:t> </a:t>
            </a:r>
          </a:p>
          <a:p>
            <a:r>
              <a:rPr lang="fr-FR" smtClean="0"/>
              <a:t>20-  SAVAIS-TU QUE TON CHER ENFANTEST LE SAINT AGNEAU DE DIEU </a:t>
            </a:r>
          </a:p>
          <a:p>
            <a:r>
              <a:rPr lang="fr-FR" smtClean="0"/>
              <a:t>       Did you know that your baby boy Is Heavens perfect Lamb?</a:t>
            </a:r>
          </a:p>
          <a:p>
            <a:endParaRPr lang="fr-FR" smtClean="0"/>
          </a:p>
          <a:p>
            <a:r>
              <a:rPr lang="fr-FR" smtClean="0"/>
              <a:t>21-  NOUVEAU-NÉ ENDORMIEST LE GRAND  JE SUIS </a:t>
            </a:r>
          </a:p>
          <a:p>
            <a:r>
              <a:rPr lang="fr-FR" smtClean="0"/>
              <a:t>      This sleeping child you're holding Is the Great I am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9939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 MARIE, SAVAIS-TU QUE TON CHER ENFANT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Mary did you know that your baby boy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2-  MARCHERAIT SUR LES EAUX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Will one day walk on water?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 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3-  MARIE, SAVAIS-TU QUE TON CHER ENFANT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Mary did you know that your baby boy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4-  SERAIT LE DON DU TRÈS-HAUT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Will save our sons and daughters?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5-  SAVAIS-TU QUE TON CHER ENFANTALLAIT TE DÉLIVRER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Did you know that your baby boy Has come to make you new? 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6-  CETTE VIE QUE TU AS PORTÉEÉTAIT VENUE TE RACHETER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This child that you've delivered Will soon deliver you.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7-  MARIE, SAVAIS-TU QUE TON CHER ENFANT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Mary did you know that your baby boy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8-  GUÉRIRAIT UN NON-VOYANT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Will give sight to a blind man?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9-  MARIE, SAVAIS-TU QUE TON CHER ENFANT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Mary did you know that your baby boy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10-  CALMERAIT DES VENTS VIOLENTS 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Will calm a storm with His hand?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11-  SAVAIS-TU QUE TON CHER ENFANTA PARCOURU LES CIEUX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 Did you know that your baby boy Has walked where angels trod?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12-  EN EMBRASSANT CE TENDRE BÉBÉTU EMBRASSAIS LA FACE DE DIEU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When you kiss your little baby You've kissed the face of God?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			pont :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		13-  LES AVEUGLES VERRONTLES SOURDS ENTENDRONT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                                 The blind will see The deaf will hear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		14-  LES MORTS VIVRONT À NOUVEAULES BOITEUX MARCHERONT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	 And the dead will live again. The lame will leap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		15-  LES MUETS PARLERONTLES LOUANGES DE L’AGNEAU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	The dumb will speak The praises of the Lamb.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16-  MARIE, SAVAIS-TU QUE TON CHER ENFANT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Mary did you know that your baby boy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 17-  EST SEIGNEUR DE TOUTE CRÉATION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Is Lord of all creation?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18-  MARIE, SAVAIS-TU QUE TON CHER ENFANT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Mary did you know that your baby boy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19-  RÉGNERAIT SUR LES NATIONS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Will one day rule the nations?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 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20-  SAVAIS-TU QUE TON CHER ENFANTEST LE SAINT AGNEAU DE DIEU 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Did you know that your baby boy Is Heavens perfect Lamb?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21-  NOUVEAU-NÉ ENDORMIEST LE GRAND  JE SUIS 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This sleeping child you're holding Is the Great I am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</p:txBody>
      </p:sp>
      <p:sp>
        <p:nvSpPr>
          <p:cNvPr id="3994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 MARIE, SAVAIS-TU QUE TON CHER ENFANT</a:t>
            </a:r>
          </a:p>
          <a:p>
            <a:r>
              <a:rPr lang="fr-FR" smtClean="0"/>
              <a:t>     Mary did you know that your baby boy</a:t>
            </a:r>
          </a:p>
          <a:p>
            <a:endParaRPr lang="fr-FR" smtClean="0"/>
          </a:p>
          <a:p>
            <a:r>
              <a:rPr lang="fr-FR" smtClean="0"/>
              <a:t>2-  MARCHERAIT SUR LES EAUX</a:t>
            </a:r>
          </a:p>
          <a:p>
            <a:r>
              <a:rPr lang="fr-FR" smtClean="0"/>
              <a:t>    Will one day walk on water?</a:t>
            </a:r>
          </a:p>
          <a:p>
            <a:r>
              <a:rPr lang="fr-FR" smtClean="0"/>
              <a:t> </a:t>
            </a:r>
          </a:p>
          <a:p>
            <a:r>
              <a:rPr lang="fr-FR" smtClean="0"/>
              <a:t>3-  MARIE, SAVAIS-TU QUE TON CHER ENFANT</a:t>
            </a:r>
          </a:p>
          <a:p>
            <a:r>
              <a:rPr lang="fr-FR" smtClean="0"/>
              <a:t>     Mary did you know that your baby boy</a:t>
            </a:r>
          </a:p>
          <a:p>
            <a:endParaRPr lang="fr-FR" smtClean="0"/>
          </a:p>
          <a:p>
            <a:r>
              <a:rPr lang="fr-FR" smtClean="0"/>
              <a:t>4-  SERAIT LE DON DU TRÈS-HAUT</a:t>
            </a:r>
          </a:p>
          <a:p>
            <a:r>
              <a:rPr lang="fr-FR" smtClean="0"/>
              <a:t>    Will save our sons and daughters?</a:t>
            </a:r>
          </a:p>
          <a:p>
            <a:r>
              <a:rPr lang="fr-FR" smtClean="0"/>
              <a:t>  </a:t>
            </a:r>
          </a:p>
          <a:p>
            <a:r>
              <a:rPr lang="fr-FR" smtClean="0"/>
              <a:t>5-  SAVAIS-TU QUE TON CHER ENFANTALLAIT TE DÉLIVRER</a:t>
            </a:r>
          </a:p>
          <a:p>
            <a:r>
              <a:rPr lang="fr-FR" smtClean="0"/>
              <a:t>     Did you know that your baby boy Has come to make you new? </a:t>
            </a:r>
          </a:p>
          <a:p>
            <a:endParaRPr lang="fr-FR" smtClean="0"/>
          </a:p>
          <a:p>
            <a:r>
              <a:rPr lang="fr-FR" smtClean="0"/>
              <a:t>6-  CETTE VIE QUE TU AS PORTÉEÉTAIT VENUE TE RACHETER</a:t>
            </a:r>
          </a:p>
          <a:p>
            <a:r>
              <a:rPr lang="fr-FR" smtClean="0"/>
              <a:t>    This child that you've delivered Will soon deliver you.</a:t>
            </a:r>
          </a:p>
          <a:p>
            <a:endParaRPr lang="fr-FR" smtClean="0"/>
          </a:p>
          <a:p>
            <a:r>
              <a:rPr lang="fr-FR" smtClean="0"/>
              <a:t>7-  MARIE, SAVAIS-TU QUE TON CHER ENFANT</a:t>
            </a:r>
          </a:p>
          <a:p>
            <a:r>
              <a:rPr lang="fr-FR" smtClean="0"/>
              <a:t>    Mary did you know that your baby boy</a:t>
            </a:r>
          </a:p>
          <a:p>
            <a:endParaRPr lang="fr-FR" smtClean="0"/>
          </a:p>
          <a:p>
            <a:r>
              <a:rPr lang="fr-FR" smtClean="0"/>
              <a:t>8-  GUÉRIRAIT UN NON-VOYANT</a:t>
            </a:r>
          </a:p>
          <a:p>
            <a:r>
              <a:rPr lang="fr-FR" smtClean="0"/>
              <a:t>     Will give sight to a blind man?</a:t>
            </a:r>
          </a:p>
          <a:p>
            <a:endParaRPr lang="fr-FR" smtClean="0"/>
          </a:p>
          <a:p>
            <a:r>
              <a:rPr lang="fr-FR" smtClean="0"/>
              <a:t>9-  MARIE, SAVAIS-TU QUE TON CHER ENFANT</a:t>
            </a:r>
          </a:p>
          <a:p>
            <a:r>
              <a:rPr lang="fr-FR" smtClean="0"/>
              <a:t>     Mary did you know that your baby boy</a:t>
            </a:r>
          </a:p>
          <a:p>
            <a:r>
              <a:rPr lang="fr-FR" smtClean="0"/>
              <a:t>   </a:t>
            </a:r>
          </a:p>
          <a:p>
            <a:r>
              <a:rPr lang="fr-FR" smtClean="0"/>
              <a:t>10-  CALMERAIT DES VENTS VIOLENTS </a:t>
            </a:r>
          </a:p>
          <a:p>
            <a:r>
              <a:rPr lang="fr-FR" smtClean="0"/>
              <a:t>     Will calm a storm with His hand?</a:t>
            </a:r>
          </a:p>
          <a:p>
            <a:endParaRPr lang="fr-FR" smtClean="0"/>
          </a:p>
          <a:p>
            <a:r>
              <a:rPr lang="fr-FR" smtClean="0"/>
              <a:t>11-  SAVAIS-TU QUE TON CHER ENFANTA PARCOURU LES CIEUX</a:t>
            </a:r>
          </a:p>
          <a:p>
            <a:r>
              <a:rPr lang="fr-FR" smtClean="0"/>
              <a:t>      Did you know that your baby boy Has walked where angels trod?</a:t>
            </a:r>
          </a:p>
          <a:p>
            <a:endParaRPr lang="fr-FR" smtClean="0"/>
          </a:p>
          <a:p>
            <a:r>
              <a:rPr lang="fr-FR" smtClean="0"/>
              <a:t>12-  EN EMBRASSANT CE TENDRE BÉBÉTU EMBRASSAIS LA FACE DE DIEU</a:t>
            </a:r>
          </a:p>
          <a:p>
            <a:r>
              <a:rPr lang="fr-FR" smtClean="0"/>
              <a:t>      When you kiss your little baby You've kissed the face of God?</a:t>
            </a:r>
          </a:p>
          <a:p>
            <a:endParaRPr lang="fr-FR" smtClean="0"/>
          </a:p>
          <a:p>
            <a:r>
              <a:rPr lang="fr-FR" smtClean="0"/>
              <a:t>			pont :</a:t>
            </a:r>
          </a:p>
          <a:p>
            <a:endParaRPr lang="fr-FR" smtClean="0"/>
          </a:p>
          <a:p>
            <a:r>
              <a:rPr lang="fr-FR" smtClean="0"/>
              <a:t>		13-  LES AVEUGLES VERRONTLES SOURDS ENTENDRONT</a:t>
            </a:r>
          </a:p>
          <a:p>
            <a:r>
              <a:rPr lang="fr-FR" smtClean="0"/>
              <a:t>                                        The blind will see The deaf will hear</a:t>
            </a:r>
          </a:p>
          <a:p>
            <a:endParaRPr lang="fr-FR" smtClean="0"/>
          </a:p>
          <a:p>
            <a:r>
              <a:rPr lang="fr-FR" smtClean="0"/>
              <a:t>		14-  LES MORTS VIVRONT À NOUVEAULES BOITEUX MARCHERONT</a:t>
            </a:r>
          </a:p>
          <a:p>
            <a:r>
              <a:rPr lang="fr-FR" smtClean="0"/>
              <a:t>		 And the dead will live again. The lame will leap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		15-  LES MUETS PARLERONTLES LOUANGES DE L’AGNEAU</a:t>
            </a:r>
          </a:p>
          <a:p>
            <a:r>
              <a:rPr lang="fr-FR" smtClean="0"/>
              <a:t>		The dumb will speak The praises of the Lamb.</a:t>
            </a:r>
          </a:p>
          <a:p>
            <a:endParaRPr lang="fr-FR" smtClean="0"/>
          </a:p>
          <a:p>
            <a:r>
              <a:rPr lang="fr-FR" smtClean="0"/>
              <a:t>16-  MARIE, SAVAIS-TU QUE TON CHER ENFANT</a:t>
            </a:r>
          </a:p>
          <a:p>
            <a:r>
              <a:rPr lang="fr-FR" smtClean="0"/>
              <a:t>       Mary did you know that your baby boy</a:t>
            </a:r>
          </a:p>
          <a:p>
            <a:endParaRPr lang="fr-FR" smtClean="0"/>
          </a:p>
          <a:p>
            <a:r>
              <a:rPr lang="fr-FR" smtClean="0"/>
              <a:t> 17-  EST SEIGNEUR DE TOUTE CRÉATION</a:t>
            </a:r>
          </a:p>
          <a:p>
            <a:r>
              <a:rPr lang="fr-FR" smtClean="0"/>
              <a:t>       Is Lord of all creation?</a:t>
            </a:r>
          </a:p>
          <a:p>
            <a:endParaRPr lang="fr-FR" smtClean="0"/>
          </a:p>
          <a:p>
            <a:r>
              <a:rPr lang="fr-FR" smtClean="0"/>
              <a:t>18-  MARIE, SAVAIS-TU QUE TON CHER ENFANT</a:t>
            </a:r>
          </a:p>
          <a:p>
            <a:r>
              <a:rPr lang="fr-FR" smtClean="0"/>
              <a:t>      Mary did you know that your baby boy</a:t>
            </a:r>
          </a:p>
          <a:p>
            <a:r>
              <a:rPr lang="fr-FR" smtClean="0"/>
              <a:t>    </a:t>
            </a:r>
          </a:p>
          <a:p>
            <a:r>
              <a:rPr lang="fr-FR" smtClean="0"/>
              <a:t>19-  RÉGNERAIT SUR LES NATIONS</a:t>
            </a:r>
          </a:p>
          <a:p>
            <a:r>
              <a:rPr lang="fr-FR" smtClean="0"/>
              <a:t>      Will one day rule the nations?</a:t>
            </a:r>
          </a:p>
          <a:p>
            <a:r>
              <a:rPr lang="fr-FR" smtClean="0"/>
              <a:t> </a:t>
            </a:r>
          </a:p>
          <a:p>
            <a:r>
              <a:rPr lang="fr-FR" smtClean="0"/>
              <a:t>20-  SAVAIS-TU QUE TON CHER ENFANTEST LE SAINT AGNEAU DE DIEU </a:t>
            </a:r>
          </a:p>
          <a:p>
            <a:r>
              <a:rPr lang="fr-FR" smtClean="0"/>
              <a:t>       Did you know that your baby boy Is Heavens perfect Lamb?</a:t>
            </a:r>
          </a:p>
          <a:p>
            <a:endParaRPr lang="fr-FR" smtClean="0"/>
          </a:p>
          <a:p>
            <a:r>
              <a:rPr lang="fr-FR" smtClean="0"/>
              <a:t>21-  NOUVEAU-NÉ ENDORMIEST LE GRAND  JE SUIS </a:t>
            </a:r>
          </a:p>
          <a:p>
            <a:r>
              <a:rPr lang="fr-FR" smtClean="0"/>
              <a:t>      This sleeping child you're holding Is the Great I am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0963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 MARIE, SAVAIS-TU QUE TON CHER ENFANT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Mary did you know that your baby boy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2-  MARCHERAIT SUR LES EAUX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Will one day walk on water?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 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3-  MARIE, SAVAIS-TU QUE TON CHER ENFANT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Mary did you know that your baby boy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4-  SERAIT LE DON DU TRÈS-HAUT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Will save our sons and daughters?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5-  SAVAIS-TU QUE TON CHER ENFANTALLAIT TE DÉLIVRER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Did you know that your baby boy Has come to make you new? 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6-  CETTE VIE QUE TU AS PORTÉEÉTAIT VENUE TE RACHETER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This child that you've delivered Will soon deliver you.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7-  MARIE, SAVAIS-TU QUE TON CHER ENFANT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Mary did you know that your baby boy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8-  GUÉRIRAIT UN NON-VOYANT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Will give sight to a blind man?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9-  MARIE, SAVAIS-TU QUE TON CHER ENFANT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Mary did you know that your baby boy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10-  CALMERAIT DES VENTS VIOLENTS 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Will calm a storm with His hand?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11-  SAVAIS-TU QUE TON CHER ENFANTA PARCOURU LES CIEUX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 Did you know that your baby boy Has walked where angels trod?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12-  EN EMBRASSANT CE TENDRE BÉBÉTU EMBRASSAIS LA FACE DE DIEU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When you kiss your little baby You've kissed the face of God?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			pont :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		13-  LES AVEUGLES VERRONTLES SOURDS ENTENDRONT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                                 The blind will see The deaf will hear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		14-  LES MORTS VIVRONT À NOUVEAULES BOITEUX MARCHERONT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	 And the dead will live again. The lame will leap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		15-  LES MUETS PARLERONTLES LOUANGES DE L’AGNEAU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	The dumb will speak The praises of the Lamb.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16-  MARIE, SAVAIS-TU QUE TON CHER ENFANT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Mary did you know that your baby boy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 17-  EST SEIGNEUR DE TOUTE CRÉATION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Is Lord of all creation?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18-  MARIE, SAVAIS-TU QUE TON CHER ENFANT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Mary did you know that your baby boy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19-  RÉGNERAIT SUR LES NATIONS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Will one day rule the nations?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 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20-  SAVAIS-TU QUE TON CHER ENFANTEST LE SAINT AGNEAU DE DIEU 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Did you know that your baby boy Is Heavens perfect Lamb?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21-  NOUVEAU-NÉ ENDORMIEST LE GRAND  JE SUIS 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This sleeping child you're holding Is the Great I am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</p:txBody>
      </p:sp>
      <p:sp>
        <p:nvSpPr>
          <p:cNvPr id="4096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 MARIE, SAVAIS-TU QUE TON CHER ENFANT</a:t>
            </a:r>
          </a:p>
          <a:p>
            <a:r>
              <a:rPr lang="fr-FR" smtClean="0"/>
              <a:t>     Mary did you know that your baby boy</a:t>
            </a:r>
          </a:p>
          <a:p>
            <a:endParaRPr lang="fr-FR" smtClean="0"/>
          </a:p>
          <a:p>
            <a:r>
              <a:rPr lang="fr-FR" smtClean="0"/>
              <a:t>2-  MARCHERAIT SUR LES EAUX</a:t>
            </a:r>
          </a:p>
          <a:p>
            <a:r>
              <a:rPr lang="fr-FR" smtClean="0"/>
              <a:t>    Will one day walk on water?</a:t>
            </a:r>
          </a:p>
          <a:p>
            <a:r>
              <a:rPr lang="fr-FR" smtClean="0"/>
              <a:t> </a:t>
            </a:r>
          </a:p>
          <a:p>
            <a:r>
              <a:rPr lang="fr-FR" smtClean="0"/>
              <a:t>3-  MARIE, SAVAIS-TU QUE TON CHER ENFANT</a:t>
            </a:r>
          </a:p>
          <a:p>
            <a:r>
              <a:rPr lang="fr-FR" smtClean="0"/>
              <a:t>     Mary did you know that your baby boy</a:t>
            </a:r>
          </a:p>
          <a:p>
            <a:endParaRPr lang="fr-FR" smtClean="0"/>
          </a:p>
          <a:p>
            <a:r>
              <a:rPr lang="fr-FR" smtClean="0"/>
              <a:t>4-  SERAIT LE DON DU TRÈS-HAUT</a:t>
            </a:r>
          </a:p>
          <a:p>
            <a:r>
              <a:rPr lang="fr-FR" smtClean="0"/>
              <a:t>    Will save our sons and daughters?</a:t>
            </a:r>
          </a:p>
          <a:p>
            <a:r>
              <a:rPr lang="fr-FR" smtClean="0"/>
              <a:t>  </a:t>
            </a:r>
          </a:p>
          <a:p>
            <a:r>
              <a:rPr lang="fr-FR" smtClean="0"/>
              <a:t>5-  SAVAIS-TU QUE TON CHER ENFANTALLAIT TE DÉLIVRER</a:t>
            </a:r>
          </a:p>
          <a:p>
            <a:r>
              <a:rPr lang="fr-FR" smtClean="0"/>
              <a:t>     Did you know that your baby boy Has come to make you new? </a:t>
            </a:r>
          </a:p>
          <a:p>
            <a:endParaRPr lang="fr-FR" smtClean="0"/>
          </a:p>
          <a:p>
            <a:r>
              <a:rPr lang="fr-FR" smtClean="0"/>
              <a:t>6-  CETTE VIE QUE TU AS PORTÉEÉTAIT VENUE TE RACHETER</a:t>
            </a:r>
          </a:p>
          <a:p>
            <a:r>
              <a:rPr lang="fr-FR" smtClean="0"/>
              <a:t>    This child that you've delivered Will soon deliver you.</a:t>
            </a:r>
          </a:p>
          <a:p>
            <a:endParaRPr lang="fr-FR" smtClean="0"/>
          </a:p>
          <a:p>
            <a:r>
              <a:rPr lang="fr-FR" smtClean="0"/>
              <a:t>7-  MARIE, SAVAIS-TU QUE TON CHER ENFANT</a:t>
            </a:r>
          </a:p>
          <a:p>
            <a:r>
              <a:rPr lang="fr-FR" smtClean="0"/>
              <a:t>    Mary did you know that your baby boy</a:t>
            </a:r>
          </a:p>
          <a:p>
            <a:endParaRPr lang="fr-FR" smtClean="0"/>
          </a:p>
          <a:p>
            <a:r>
              <a:rPr lang="fr-FR" smtClean="0"/>
              <a:t>8-  GUÉRIRAIT UN NON-VOYANT</a:t>
            </a:r>
          </a:p>
          <a:p>
            <a:r>
              <a:rPr lang="fr-FR" smtClean="0"/>
              <a:t>     Will give sight to a blind man?</a:t>
            </a:r>
          </a:p>
          <a:p>
            <a:endParaRPr lang="fr-FR" smtClean="0"/>
          </a:p>
          <a:p>
            <a:r>
              <a:rPr lang="fr-FR" smtClean="0"/>
              <a:t>9-  MARIE, SAVAIS-TU QUE TON CHER ENFANT</a:t>
            </a:r>
          </a:p>
          <a:p>
            <a:r>
              <a:rPr lang="fr-FR" smtClean="0"/>
              <a:t>     Mary did you know that your baby boy</a:t>
            </a:r>
          </a:p>
          <a:p>
            <a:r>
              <a:rPr lang="fr-FR" smtClean="0"/>
              <a:t>   </a:t>
            </a:r>
          </a:p>
          <a:p>
            <a:r>
              <a:rPr lang="fr-FR" smtClean="0"/>
              <a:t>10-  CALMERAIT DES VENTS VIOLENTS </a:t>
            </a:r>
          </a:p>
          <a:p>
            <a:r>
              <a:rPr lang="fr-FR" smtClean="0"/>
              <a:t>     Will calm a storm with His hand?</a:t>
            </a:r>
          </a:p>
          <a:p>
            <a:endParaRPr lang="fr-FR" smtClean="0"/>
          </a:p>
          <a:p>
            <a:r>
              <a:rPr lang="fr-FR" smtClean="0"/>
              <a:t>11-  SAVAIS-TU QUE TON CHER ENFANTA PARCOURU LES CIEUX</a:t>
            </a:r>
          </a:p>
          <a:p>
            <a:r>
              <a:rPr lang="fr-FR" smtClean="0"/>
              <a:t>      Did you know that your baby boy Has walked where angels trod?</a:t>
            </a:r>
          </a:p>
          <a:p>
            <a:endParaRPr lang="fr-FR" smtClean="0"/>
          </a:p>
          <a:p>
            <a:r>
              <a:rPr lang="fr-FR" smtClean="0"/>
              <a:t>12-  EN EMBRASSANT CE TENDRE BÉBÉTU EMBRASSAIS LA FACE DE DIEU</a:t>
            </a:r>
          </a:p>
          <a:p>
            <a:r>
              <a:rPr lang="fr-FR" smtClean="0"/>
              <a:t>      When you kiss your little baby You've kissed the face of God?</a:t>
            </a:r>
          </a:p>
          <a:p>
            <a:endParaRPr lang="fr-FR" smtClean="0"/>
          </a:p>
          <a:p>
            <a:r>
              <a:rPr lang="fr-FR" smtClean="0"/>
              <a:t>			pont :</a:t>
            </a:r>
          </a:p>
          <a:p>
            <a:endParaRPr lang="fr-FR" smtClean="0"/>
          </a:p>
          <a:p>
            <a:r>
              <a:rPr lang="fr-FR" smtClean="0"/>
              <a:t>		13-  LES AVEUGLES VERRONTLES SOURDS ENTENDRONT</a:t>
            </a:r>
          </a:p>
          <a:p>
            <a:r>
              <a:rPr lang="fr-FR" smtClean="0"/>
              <a:t>                                        The blind will see The deaf will hear</a:t>
            </a:r>
          </a:p>
          <a:p>
            <a:endParaRPr lang="fr-FR" smtClean="0"/>
          </a:p>
          <a:p>
            <a:r>
              <a:rPr lang="fr-FR" smtClean="0"/>
              <a:t>		14-  LES MORTS VIVRONT À NOUVEAULES BOITEUX MARCHERONT</a:t>
            </a:r>
          </a:p>
          <a:p>
            <a:r>
              <a:rPr lang="fr-FR" smtClean="0"/>
              <a:t>		 And the dead will live again. The lame will leap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		15-  LES MUETS PARLERONTLES LOUANGES DE L’AGNEAU</a:t>
            </a:r>
          </a:p>
          <a:p>
            <a:r>
              <a:rPr lang="fr-FR" smtClean="0"/>
              <a:t>		The dumb will speak The praises of the Lamb.</a:t>
            </a:r>
          </a:p>
          <a:p>
            <a:endParaRPr lang="fr-FR" smtClean="0"/>
          </a:p>
          <a:p>
            <a:r>
              <a:rPr lang="fr-FR" smtClean="0"/>
              <a:t>16-  MARIE, SAVAIS-TU QUE TON CHER ENFANT</a:t>
            </a:r>
          </a:p>
          <a:p>
            <a:r>
              <a:rPr lang="fr-FR" smtClean="0"/>
              <a:t>       Mary did you know that your baby boy</a:t>
            </a:r>
          </a:p>
          <a:p>
            <a:endParaRPr lang="fr-FR" smtClean="0"/>
          </a:p>
          <a:p>
            <a:r>
              <a:rPr lang="fr-FR" smtClean="0"/>
              <a:t> 17-  EST SEIGNEUR DE TOUTE CRÉATION</a:t>
            </a:r>
          </a:p>
          <a:p>
            <a:r>
              <a:rPr lang="fr-FR" smtClean="0"/>
              <a:t>       Is Lord of all creation?</a:t>
            </a:r>
          </a:p>
          <a:p>
            <a:endParaRPr lang="fr-FR" smtClean="0"/>
          </a:p>
          <a:p>
            <a:r>
              <a:rPr lang="fr-FR" smtClean="0"/>
              <a:t>18-  MARIE, SAVAIS-TU QUE TON CHER ENFANT</a:t>
            </a:r>
          </a:p>
          <a:p>
            <a:r>
              <a:rPr lang="fr-FR" smtClean="0"/>
              <a:t>      Mary did you know that your baby boy</a:t>
            </a:r>
          </a:p>
          <a:p>
            <a:r>
              <a:rPr lang="fr-FR" smtClean="0"/>
              <a:t>    </a:t>
            </a:r>
          </a:p>
          <a:p>
            <a:r>
              <a:rPr lang="fr-FR" smtClean="0"/>
              <a:t>19-  RÉGNERAIT SUR LES NATIONS</a:t>
            </a:r>
          </a:p>
          <a:p>
            <a:r>
              <a:rPr lang="fr-FR" smtClean="0"/>
              <a:t>      Will one day rule the nations?</a:t>
            </a:r>
          </a:p>
          <a:p>
            <a:r>
              <a:rPr lang="fr-FR" smtClean="0"/>
              <a:t> </a:t>
            </a:r>
          </a:p>
          <a:p>
            <a:r>
              <a:rPr lang="fr-FR" smtClean="0"/>
              <a:t>20-  SAVAIS-TU QUE TON CHER ENFANTEST LE SAINT AGNEAU DE DIEU </a:t>
            </a:r>
          </a:p>
          <a:p>
            <a:r>
              <a:rPr lang="fr-FR" smtClean="0"/>
              <a:t>       Did you know that your baby boy Is Heavens perfect Lamb?</a:t>
            </a:r>
          </a:p>
          <a:p>
            <a:endParaRPr lang="fr-FR" smtClean="0"/>
          </a:p>
          <a:p>
            <a:r>
              <a:rPr lang="fr-FR" smtClean="0"/>
              <a:t>21-  NOUVEAU-NÉ ENDORMIEST LE GRAND  JE SUIS </a:t>
            </a:r>
          </a:p>
          <a:p>
            <a:r>
              <a:rPr lang="fr-FR" smtClean="0"/>
              <a:t>      This sleeping child you're holding Is the Great I am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1987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 MARIE, SAVAIS-TU QUE TON CHER ENFANT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Mary did you know that your baby boy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2-  MARCHERAIT SUR LES EAUX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Will one day walk on water?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 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3-  MARIE, SAVAIS-TU QUE TON CHER ENFANT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Mary did you know that your baby boy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4-  SERAIT LE DON DU TRÈS-HAUT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Will save our sons and daughters?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5-  SAVAIS-TU QUE TON CHER ENFANTALLAIT TE DÉLIVRER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Did you know that your baby boy Has come to make you new? 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6-  CETTE VIE QUE TU AS PORTÉEÉTAIT VENUE TE RACHETER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This child that you've delivered Will soon deliver you.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7-  MARIE, SAVAIS-TU QUE TON CHER ENFANT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Mary did you know that your baby boy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8-  GUÉRIRAIT UN NON-VOYANT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Will give sight to a blind man?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9-  MARIE, SAVAIS-TU QUE TON CHER ENFANT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Mary did you know that your baby boy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10-  CALMERAIT DES VENTS VIOLENTS 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Will calm a storm with His hand?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11-  SAVAIS-TU QUE TON CHER ENFANTA PARCOURU LES CIEUX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 Did you know that your baby boy Has walked where angels trod?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12-  EN EMBRASSANT CE TENDRE BÉBÉTU EMBRASSAIS LA FACE DE DIEU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When you kiss your little baby You've kissed the face of God?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			pont :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		13-  LES AVEUGLES VERRONTLES SOURDS ENTENDRONT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                                 The blind will see The deaf will hear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		14-  LES MORTS VIVRONT À NOUVEAULES BOITEUX MARCHERONT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	 And the dead will live again. The lame will leap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		15-  LES MUETS PARLERONTLES LOUANGES DE L’AGNEAU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	The dumb will speak The praises of the Lamb.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16-  MARIE, SAVAIS-TU QUE TON CHER ENFANT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Mary did you know that your baby boy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 17-  EST SEIGNEUR DE TOUTE CRÉATION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Is Lord of all creation?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18-  MARIE, SAVAIS-TU QUE TON CHER ENFANT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Mary did you know that your baby boy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19-  RÉGNERAIT SUR LES NATIONS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Will one day rule the nations?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 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20-  SAVAIS-TU QUE TON CHER ENFANTEST LE SAINT AGNEAU DE DIEU 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Did you know that your baby boy Is Heavens perfect Lamb?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21-  NOUVEAU-NÉ ENDORMIEST LE GRAND  JE SUIS 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This sleeping child you're holding Is the Great I am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</p:txBody>
      </p:sp>
      <p:sp>
        <p:nvSpPr>
          <p:cNvPr id="4198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 MARIE, SAVAIS-TU QUE TON CHER ENFANT</a:t>
            </a:r>
          </a:p>
          <a:p>
            <a:r>
              <a:rPr lang="fr-FR" smtClean="0"/>
              <a:t>     Mary did you know that your baby boy</a:t>
            </a:r>
          </a:p>
          <a:p>
            <a:endParaRPr lang="fr-FR" smtClean="0"/>
          </a:p>
          <a:p>
            <a:r>
              <a:rPr lang="fr-FR" smtClean="0"/>
              <a:t>2-  MARCHERAIT SUR LES EAUX</a:t>
            </a:r>
          </a:p>
          <a:p>
            <a:r>
              <a:rPr lang="fr-FR" smtClean="0"/>
              <a:t>    Will one day walk on water?</a:t>
            </a:r>
          </a:p>
          <a:p>
            <a:r>
              <a:rPr lang="fr-FR" smtClean="0"/>
              <a:t> </a:t>
            </a:r>
          </a:p>
          <a:p>
            <a:r>
              <a:rPr lang="fr-FR" smtClean="0"/>
              <a:t>3-  MARIE, SAVAIS-TU QUE TON CHER ENFANT</a:t>
            </a:r>
          </a:p>
          <a:p>
            <a:r>
              <a:rPr lang="fr-FR" smtClean="0"/>
              <a:t>     Mary did you know that your baby boy</a:t>
            </a:r>
          </a:p>
          <a:p>
            <a:endParaRPr lang="fr-FR" smtClean="0"/>
          </a:p>
          <a:p>
            <a:r>
              <a:rPr lang="fr-FR" smtClean="0"/>
              <a:t>4-  SERAIT LE DON DU TRÈS-HAUT</a:t>
            </a:r>
          </a:p>
          <a:p>
            <a:r>
              <a:rPr lang="fr-FR" smtClean="0"/>
              <a:t>    Will save our sons and daughters?</a:t>
            </a:r>
          </a:p>
          <a:p>
            <a:r>
              <a:rPr lang="fr-FR" smtClean="0"/>
              <a:t>  </a:t>
            </a:r>
          </a:p>
          <a:p>
            <a:r>
              <a:rPr lang="fr-FR" smtClean="0"/>
              <a:t>5-  SAVAIS-TU QUE TON CHER ENFANTALLAIT TE DÉLIVRER</a:t>
            </a:r>
          </a:p>
          <a:p>
            <a:r>
              <a:rPr lang="fr-FR" smtClean="0"/>
              <a:t>     Did you know that your baby boy Has come to make you new? </a:t>
            </a:r>
          </a:p>
          <a:p>
            <a:endParaRPr lang="fr-FR" smtClean="0"/>
          </a:p>
          <a:p>
            <a:r>
              <a:rPr lang="fr-FR" smtClean="0"/>
              <a:t>6-  CETTE VIE QUE TU AS PORTÉEÉTAIT VENUE TE RACHETER</a:t>
            </a:r>
          </a:p>
          <a:p>
            <a:r>
              <a:rPr lang="fr-FR" smtClean="0"/>
              <a:t>    This child that you've delivered Will soon deliver you.</a:t>
            </a:r>
          </a:p>
          <a:p>
            <a:endParaRPr lang="fr-FR" smtClean="0"/>
          </a:p>
          <a:p>
            <a:r>
              <a:rPr lang="fr-FR" smtClean="0"/>
              <a:t>7-  MARIE, SAVAIS-TU QUE TON CHER ENFANT</a:t>
            </a:r>
          </a:p>
          <a:p>
            <a:r>
              <a:rPr lang="fr-FR" smtClean="0"/>
              <a:t>    Mary did you know that your baby boy</a:t>
            </a:r>
          </a:p>
          <a:p>
            <a:endParaRPr lang="fr-FR" smtClean="0"/>
          </a:p>
          <a:p>
            <a:r>
              <a:rPr lang="fr-FR" smtClean="0"/>
              <a:t>8-  GUÉRIRAIT UN NON-VOYANT</a:t>
            </a:r>
          </a:p>
          <a:p>
            <a:r>
              <a:rPr lang="fr-FR" smtClean="0"/>
              <a:t>     Will give sight to a blind man?</a:t>
            </a:r>
          </a:p>
          <a:p>
            <a:endParaRPr lang="fr-FR" smtClean="0"/>
          </a:p>
          <a:p>
            <a:r>
              <a:rPr lang="fr-FR" smtClean="0"/>
              <a:t>9-  MARIE, SAVAIS-TU QUE TON CHER ENFANT</a:t>
            </a:r>
          </a:p>
          <a:p>
            <a:r>
              <a:rPr lang="fr-FR" smtClean="0"/>
              <a:t>     Mary did you know that your baby boy</a:t>
            </a:r>
          </a:p>
          <a:p>
            <a:r>
              <a:rPr lang="fr-FR" smtClean="0"/>
              <a:t>   </a:t>
            </a:r>
          </a:p>
          <a:p>
            <a:r>
              <a:rPr lang="fr-FR" smtClean="0"/>
              <a:t>10-  CALMERAIT DES VENTS VIOLENTS </a:t>
            </a:r>
          </a:p>
          <a:p>
            <a:r>
              <a:rPr lang="fr-FR" smtClean="0"/>
              <a:t>     Will calm a storm with His hand?</a:t>
            </a:r>
          </a:p>
          <a:p>
            <a:endParaRPr lang="fr-FR" smtClean="0"/>
          </a:p>
          <a:p>
            <a:r>
              <a:rPr lang="fr-FR" smtClean="0"/>
              <a:t>11-  SAVAIS-TU QUE TON CHER ENFANTA PARCOURU LES CIEUX</a:t>
            </a:r>
          </a:p>
          <a:p>
            <a:r>
              <a:rPr lang="fr-FR" smtClean="0"/>
              <a:t>      Did you know that your baby boy Has walked where angels trod?</a:t>
            </a:r>
          </a:p>
          <a:p>
            <a:endParaRPr lang="fr-FR" smtClean="0"/>
          </a:p>
          <a:p>
            <a:r>
              <a:rPr lang="fr-FR" smtClean="0"/>
              <a:t>12-  EN EMBRASSANT CE TENDRE BÉBÉTU EMBRASSAIS LA FACE DE DIEU</a:t>
            </a:r>
          </a:p>
          <a:p>
            <a:r>
              <a:rPr lang="fr-FR" smtClean="0"/>
              <a:t>      When you kiss your little baby You've kissed the face of God?</a:t>
            </a:r>
          </a:p>
          <a:p>
            <a:endParaRPr lang="fr-FR" smtClean="0"/>
          </a:p>
          <a:p>
            <a:r>
              <a:rPr lang="fr-FR" smtClean="0"/>
              <a:t>			pont :</a:t>
            </a:r>
          </a:p>
          <a:p>
            <a:endParaRPr lang="fr-FR" smtClean="0"/>
          </a:p>
          <a:p>
            <a:r>
              <a:rPr lang="fr-FR" smtClean="0"/>
              <a:t>		13-  LES AVEUGLES VERRONTLES SOURDS ENTENDRONT</a:t>
            </a:r>
          </a:p>
          <a:p>
            <a:r>
              <a:rPr lang="fr-FR" smtClean="0"/>
              <a:t>                                        The blind will see The deaf will hear</a:t>
            </a:r>
          </a:p>
          <a:p>
            <a:endParaRPr lang="fr-FR" smtClean="0"/>
          </a:p>
          <a:p>
            <a:r>
              <a:rPr lang="fr-FR" smtClean="0"/>
              <a:t>		14-  LES MORTS VIVRONT À NOUVEAULES BOITEUX MARCHERONT</a:t>
            </a:r>
          </a:p>
          <a:p>
            <a:r>
              <a:rPr lang="fr-FR" smtClean="0"/>
              <a:t>		 And the dead will live again. The lame will leap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		15-  LES MUETS PARLERONTLES LOUANGES DE L’AGNEAU</a:t>
            </a:r>
          </a:p>
          <a:p>
            <a:r>
              <a:rPr lang="fr-FR" smtClean="0"/>
              <a:t>		The dumb will speak The praises of the Lamb.</a:t>
            </a:r>
          </a:p>
          <a:p>
            <a:endParaRPr lang="fr-FR" smtClean="0"/>
          </a:p>
          <a:p>
            <a:r>
              <a:rPr lang="fr-FR" smtClean="0"/>
              <a:t>16-  MARIE, SAVAIS-TU QUE TON CHER ENFANT</a:t>
            </a:r>
          </a:p>
          <a:p>
            <a:r>
              <a:rPr lang="fr-FR" smtClean="0"/>
              <a:t>       Mary did you know that your baby boy</a:t>
            </a:r>
          </a:p>
          <a:p>
            <a:endParaRPr lang="fr-FR" smtClean="0"/>
          </a:p>
          <a:p>
            <a:r>
              <a:rPr lang="fr-FR" smtClean="0"/>
              <a:t> 17-  EST SEIGNEUR DE TOUTE CRÉATION</a:t>
            </a:r>
          </a:p>
          <a:p>
            <a:r>
              <a:rPr lang="fr-FR" smtClean="0"/>
              <a:t>       Is Lord of all creation?</a:t>
            </a:r>
          </a:p>
          <a:p>
            <a:endParaRPr lang="fr-FR" smtClean="0"/>
          </a:p>
          <a:p>
            <a:r>
              <a:rPr lang="fr-FR" smtClean="0"/>
              <a:t>18-  MARIE, SAVAIS-TU QUE TON CHER ENFANT</a:t>
            </a:r>
          </a:p>
          <a:p>
            <a:r>
              <a:rPr lang="fr-FR" smtClean="0"/>
              <a:t>      Mary did you know that your baby boy</a:t>
            </a:r>
          </a:p>
          <a:p>
            <a:r>
              <a:rPr lang="fr-FR" smtClean="0"/>
              <a:t>    </a:t>
            </a:r>
          </a:p>
          <a:p>
            <a:r>
              <a:rPr lang="fr-FR" smtClean="0"/>
              <a:t>19-  RÉGNERAIT SUR LES NATIONS</a:t>
            </a:r>
          </a:p>
          <a:p>
            <a:r>
              <a:rPr lang="fr-FR" smtClean="0"/>
              <a:t>      Will one day rule the nations?</a:t>
            </a:r>
          </a:p>
          <a:p>
            <a:r>
              <a:rPr lang="fr-FR" smtClean="0"/>
              <a:t> </a:t>
            </a:r>
          </a:p>
          <a:p>
            <a:r>
              <a:rPr lang="fr-FR" smtClean="0"/>
              <a:t>20-  SAVAIS-TU QUE TON CHER ENFANTEST LE SAINT AGNEAU DE DIEU </a:t>
            </a:r>
          </a:p>
          <a:p>
            <a:r>
              <a:rPr lang="fr-FR" smtClean="0"/>
              <a:t>       Did you know that your baby boy Is Heavens perfect Lamb?</a:t>
            </a:r>
          </a:p>
          <a:p>
            <a:endParaRPr lang="fr-FR" smtClean="0"/>
          </a:p>
          <a:p>
            <a:r>
              <a:rPr lang="fr-FR" smtClean="0"/>
              <a:t>21-  NOUVEAU-NÉ ENDORMIEST LE GRAND  JE SUIS </a:t>
            </a:r>
          </a:p>
          <a:p>
            <a:r>
              <a:rPr lang="fr-FR" smtClean="0"/>
              <a:t>      This sleeping child you're holding Is the Great I am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3011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 MARIE, SAVAIS-TU QUE TON CHER ENFANT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Mary did you know that your baby boy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2-  MARCHERAIT SUR LES EAUX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Will one day walk on water?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 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3-  MARIE, SAVAIS-TU QUE TON CHER ENFANT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Mary did you know that your baby boy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4-  SERAIT LE DON DU TRÈS-HAUT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Will save our sons and daughters?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5-  SAVAIS-TU QUE TON CHER ENFANTALLAIT TE DÉLIVRER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Did you know that your baby boy Has come to make you new? 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6-  CETTE VIE QUE TU AS PORTÉEÉTAIT VENUE TE RACHETER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This child that you've delivered Will soon deliver you.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7-  MARIE, SAVAIS-TU QUE TON CHER ENFANT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Mary did you know that your baby boy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8-  GUÉRIRAIT UN NON-VOYANT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Will give sight to a blind man?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9-  MARIE, SAVAIS-TU QUE TON CHER ENFANT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Mary did you know that your baby boy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10-  CALMERAIT DES VENTS VIOLENTS 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Will calm a storm with His hand?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11-  SAVAIS-TU QUE TON CHER ENFANTA PARCOURU LES CIEUX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 Did you know that your baby boy Has walked where angels trod?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12-  EN EMBRASSANT CE TENDRE BÉBÉTU EMBRASSAIS LA FACE DE DIEU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When you kiss your little baby You've kissed the face of God?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			pont :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		13-  LES AVEUGLES VERRONTLES SOURDS ENTENDRONT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                                 The blind will see The deaf will hear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		14-  LES MORTS VIVRONT À NOUVEAULES BOITEUX MARCHERONT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	 And the dead will live again. The lame will leap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		15-  LES MUETS PARLERONTLES LOUANGES DE L’AGNEAU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	The dumb will speak The praises of the Lamb.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16-  MARIE, SAVAIS-TU QUE TON CHER ENFANT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Mary did you know that your baby boy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 17-  EST SEIGNEUR DE TOUTE CRÉATION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Is Lord of all creation?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18-  MARIE, SAVAIS-TU QUE TON CHER ENFANT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Mary did you know that your baby boy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19-  RÉGNERAIT SUR LES NATIONS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Will one day rule the nations?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 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20-  SAVAIS-TU QUE TON CHER ENFANTEST LE SAINT AGNEAU DE DIEU 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Did you know that your baby boy Is Heavens perfect Lamb?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21-  NOUVEAU-NÉ ENDORMIEST LE GRAND  JE SUIS 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This sleeping child you're holding Is the Great I am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</p:txBody>
      </p:sp>
      <p:sp>
        <p:nvSpPr>
          <p:cNvPr id="4301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 MARIE, SAVAIS-TU QUE TON CHER ENFANT</a:t>
            </a:r>
          </a:p>
          <a:p>
            <a:r>
              <a:rPr lang="fr-FR" smtClean="0"/>
              <a:t>     Mary did you know that your baby boy</a:t>
            </a:r>
          </a:p>
          <a:p>
            <a:endParaRPr lang="fr-FR" smtClean="0"/>
          </a:p>
          <a:p>
            <a:r>
              <a:rPr lang="fr-FR" smtClean="0"/>
              <a:t>2-  MARCHERAIT SUR LES EAUX</a:t>
            </a:r>
          </a:p>
          <a:p>
            <a:r>
              <a:rPr lang="fr-FR" smtClean="0"/>
              <a:t>    Will one day walk on water?</a:t>
            </a:r>
          </a:p>
          <a:p>
            <a:r>
              <a:rPr lang="fr-FR" smtClean="0"/>
              <a:t> </a:t>
            </a:r>
          </a:p>
          <a:p>
            <a:r>
              <a:rPr lang="fr-FR" smtClean="0"/>
              <a:t>3-  MARIE, SAVAIS-TU QUE TON CHER ENFANT</a:t>
            </a:r>
          </a:p>
          <a:p>
            <a:r>
              <a:rPr lang="fr-FR" smtClean="0"/>
              <a:t>     Mary did you know that your baby boy</a:t>
            </a:r>
          </a:p>
          <a:p>
            <a:endParaRPr lang="fr-FR" smtClean="0"/>
          </a:p>
          <a:p>
            <a:r>
              <a:rPr lang="fr-FR" smtClean="0"/>
              <a:t>4-  SERAIT LE DON DU TRÈS-HAUT</a:t>
            </a:r>
          </a:p>
          <a:p>
            <a:r>
              <a:rPr lang="fr-FR" smtClean="0"/>
              <a:t>    Will save our sons and daughters?</a:t>
            </a:r>
          </a:p>
          <a:p>
            <a:r>
              <a:rPr lang="fr-FR" smtClean="0"/>
              <a:t>  </a:t>
            </a:r>
          </a:p>
          <a:p>
            <a:r>
              <a:rPr lang="fr-FR" smtClean="0"/>
              <a:t>5-  SAVAIS-TU QUE TON CHER ENFANTALLAIT TE DÉLIVRER</a:t>
            </a:r>
          </a:p>
          <a:p>
            <a:r>
              <a:rPr lang="fr-FR" smtClean="0"/>
              <a:t>     Did you know that your baby boy Has come to make you new? </a:t>
            </a:r>
          </a:p>
          <a:p>
            <a:endParaRPr lang="fr-FR" smtClean="0"/>
          </a:p>
          <a:p>
            <a:r>
              <a:rPr lang="fr-FR" smtClean="0"/>
              <a:t>6-  CETTE VIE QUE TU AS PORTÉEÉTAIT VENUE TE RACHETER</a:t>
            </a:r>
          </a:p>
          <a:p>
            <a:r>
              <a:rPr lang="fr-FR" smtClean="0"/>
              <a:t>    This child that you've delivered Will soon deliver you.</a:t>
            </a:r>
          </a:p>
          <a:p>
            <a:endParaRPr lang="fr-FR" smtClean="0"/>
          </a:p>
          <a:p>
            <a:r>
              <a:rPr lang="fr-FR" smtClean="0"/>
              <a:t>7-  MARIE, SAVAIS-TU QUE TON CHER ENFANT</a:t>
            </a:r>
          </a:p>
          <a:p>
            <a:r>
              <a:rPr lang="fr-FR" smtClean="0"/>
              <a:t>    Mary did you know that your baby boy</a:t>
            </a:r>
          </a:p>
          <a:p>
            <a:endParaRPr lang="fr-FR" smtClean="0"/>
          </a:p>
          <a:p>
            <a:r>
              <a:rPr lang="fr-FR" smtClean="0"/>
              <a:t>8-  GUÉRIRAIT UN NON-VOYANT</a:t>
            </a:r>
          </a:p>
          <a:p>
            <a:r>
              <a:rPr lang="fr-FR" smtClean="0"/>
              <a:t>     Will give sight to a blind man?</a:t>
            </a:r>
          </a:p>
          <a:p>
            <a:endParaRPr lang="fr-FR" smtClean="0"/>
          </a:p>
          <a:p>
            <a:r>
              <a:rPr lang="fr-FR" smtClean="0"/>
              <a:t>9-  MARIE, SAVAIS-TU QUE TON CHER ENFANT</a:t>
            </a:r>
          </a:p>
          <a:p>
            <a:r>
              <a:rPr lang="fr-FR" smtClean="0"/>
              <a:t>     Mary did you know that your baby boy</a:t>
            </a:r>
          </a:p>
          <a:p>
            <a:r>
              <a:rPr lang="fr-FR" smtClean="0"/>
              <a:t>   </a:t>
            </a:r>
          </a:p>
          <a:p>
            <a:r>
              <a:rPr lang="fr-FR" smtClean="0"/>
              <a:t>10-  CALMERAIT DES VENTS VIOLENTS </a:t>
            </a:r>
          </a:p>
          <a:p>
            <a:r>
              <a:rPr lang="fr-FR" smtClean="0"/>
              <a:t>     Will calm a storm with His hand?</a:t>
            </a:r>
          </a:p>
          <a:p>
            <a:endParaRPr lang="fr-FR" smtClean="0"/>
          </a:p>
          <a:p>
            <a:r>
              <a:rPr lang="fr-FR" smtClean="0"/>
              <a:t>11-  SAVAIS-TU QUE TON CHER ENFANTA PARCOURU LES CIEUX</a:t>
            </a:r>
          </a:p>
          <a:p>
            <a:r>
              <a:rPr lang="fr-FR" smtClean="0"/>
              <a:t>      Did you know that your baby boy Has walked where angels trod?</a:t>
            </a:r>
          </a:p>
          <a:p>
            <a:endParaRPr lang="fr-FR" smtClean="0"/>
          </a:p>
          <a:p>
            <a:r>
              <a:rPr lang="fr-FR" smtClean="0"/>
              <a:t>12-  EN EMBRASSANT CE TENDRE BÉBÉTU EMBRASSAIS LA FACE DE DIEU</a:t>
            </a:r>
          </a:p>
          <a:p>
            <a:r>
              <a:rPr lang="fr-FR" smtClean="0"/>
              <a:t>      When you kiss your little baby You've kissed the face of God?</a:t>
            </a:r>
          </a:p>
          <a:p>
            <a:endParaRPr lang="fr-FR" smtClean="0"/>
          </a:p>
          <a:p>
            <a:r>
              <a:rPr lang="fr-FR" smtClean="0"/>
              <a:t>			pont :</a:t>
            </a:r>
          </a:p>
          <a:p>
            <a:endParaRPr lang="fr-FR" smtClean="0"/>
          </a:p>
          <a:p>
            <a:r>
              <a:rPr lang="fr-FR" smtClean="0"/>
              <a:t>		13-  LES AVEUGLES VERRONTLES SOURDS ENTENDRONT</a:t>
            </a:r>
          </a:p>
          <a:p>
            <a:r>
              <a:rPr lang="fr-FR" smtClean="0"/>
              <a:t>                                        The blind will see The deaf will hear</a:t>
            </a:r>
          </a:p>
          <a:p>
            <a:endParaRPr lang="fr-FR" smtClean="0"/>
          </a:p>
          <a:p>
            <a:r>
              <a:rPr lang="fr-FR" smtClean="0"/>
              <a:t>		14-  LES MORTS VIVRONT À NOUVEAULES BOITEUX MARCHERONT</a:t>
            </a:r>
          </a:p>
          <a:p>
            <a:r>
              <a:rPr lang="fr-FR" smtClean="0"/>
              <a:t>		 And the dead will live again. The lame will leap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		15-  LES MUETS PARLERONTLES LOUANGES DE L’AGNEAU</a:t>
            </a:r>
          </a:p>
          <a:p>
            <a:r>
              <a:rPr lang="fr-FR" smtClean="0"/>
              <a:t>		The dumb will speak The praises of the Lamb.</a:t>
            </a:r>
          </a:p>
          <a:p>
            <a:endParaRPr lang="fr-FR" smtClean="0"/>
          </a:p>
          <a:p>
            <a:r>
              <a:rPr lang="fr-FR" smtClean="0"/>
              <a:t>16-  MARIE, SAVAIS-TU QUE TON CHER ENFANT</a:t>
            </a:r>
          </a:p>
          <a:p>
            <a:r>
              <a:rPr lang="fr-FR" smtClean="0"/>
              <a:t>       Mary did you know that your baby boy</a:t>
            </a:r>
          </a:p>
          <a:p>
            <a:endParaRPr lang="fr-FR" smtClean="0"/>
          </a:p>
          <a:p>
            <a:r>
              <a:rPr lang="fr-FR" smtClean="0"/>
              <a:t> 17-  EST SEIGNEUR DE TOUTE CRÉATION</a:t>
            </a:r>
          </a:p>
          <a:p>
            <a:r>
              <a:rPr lang="fr-FR" smtClean="0"/>
              <a:t>       Is Lord of all creation?</a:t>
            </a:r>
          </a:p>
          <a:p>
            <a:endParaRPr lang="fr-FR" smtClean="0"/>
          </a:p>
          <a:p>
            <a:r>
              <a:rPr lang="fr-FR" smtClean="0"/>
              <a:t>18-  MARIE, SAVAIS-TU QUE TON CHER ENFANT</a:t>
            </a:r>
          </a:p>
          <a:p>
            <a:r>
              <a:rPr lang="fr-FR" smtClean="0"/>
              <a:t>      Mary did you know that your baby boy</a:t>
            </a:r>
          </a:p>
          <a:p>
            <a:r>
              <a:rPr lang="fr-FR" smtClean="0"/>
              <a:t>    </a:t>
            </a:r>
          </a:p>
          <a:p>
            <a:r>
              <a:rPr lang="fr-FR" smtClean="0"/>
              <a:t>19-  RÉGNERAIT SUR LES NATIONS</a:t>
            </a:r>
          </a:p>
          <a:p>
            <a:r>
              <a:rPr lang="fr-FR" smtClean="0"/>
              <a:t>      Will one day rule the nations?</a:t>
            </a:r>
          </a:p>
          <a:p>
            <a:r>
              <a:rPr lang="fr-FR" smtClean="0"/>
              <a:t> </a:t>
            </a:r>
          </a:p>
          <a:p>
            <a:r>
              <a:rPr lang="fr-FR" smtClean="0"/>
              <a:t>20-  SAVAIS-TU QUE TON CHER ENFANTEST LE SAINT AGNEAU DE DIEU </a:t>
            </a:r>
          </a:p>
          <a:p>
            <a:r>
              <a:rPr lang="fr-FR" smtClean="0"/>
              <a:t>       Did you know that your baby boy Is Heavens perfect Lamb?</a:t>
            </a:r>
          </a:p>
          <a:p>
            <a:endParaRPr lang="fr-FR" smtClean="0"/>
          </a:p>
          <a:p>
            <a:r>
              <a:rPr lang="fr-FR" smtClean="0"/>
              <a:t>21-  NOUVEAU-NÉ ENDORMIEST LE GRAND  JE SUIS </a:t>
            </a:r>
          </a:p>
          <a:p>
            <a:r>
              <a:rPr lang="fr-FR" smtClean="0"/>
              <a:t>      This sleeping child you're holding Is the Great I am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4035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 MARIE, SAVAIS-TU QUE TON CHER ENFANT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Mary did you know that your baby boy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2-  MARCHERAIT SUR LES EAUX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Will one day walk on water?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 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3-  MARIE, SAVAIS-TU QUE TON CHER ENFANT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Mary did you know that your baby boy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4-  SERAIT LE DON DU TRÈS-HAUT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Will save our sons and daughters?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5-  SAVAIS-TU QUE TON CHER ENFANTALLAIT TE DÉLIVRER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Did you know that your baby boy Has come to make you new? 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6-  CETTE VIE QUE TU AS PORTÉEÉTAIT VENUE TE RACHETER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This child that you've delivered Will soon deliver you.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7-  MARIE, SAVAIS-TU QUE TON CHER ENFANT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Mary did you know that your baby boy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8-  GUÉRIRAIT UN NON-VOYANT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Will give sight to a blind man?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9-  MARIE, SAVAIS-TU QUE TON CHER ENFANT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Mary did you know that your baby boy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10-  CALMERAIT DES VENTS VIOLENTS 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Will calm a storm with His hand?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11-  SAVAIS-TU QUE TON CHER ENFANTA PARCOURU LES CIEUX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 Did you know that your baby boy Has walked where angels trod?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12-  EN EMBRASSANT CE TENDRE BÉBÉTU EMBRASSAIS LA FACE DE DIEU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When you kiss your little baby You've kissed the face of God?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			pont :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		13-  LES AVEUGLES VERRONTLES SOURDS ENTENDRONT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                                 The blind will see The deaf will hear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		14-  LES MORTS VIVRONT À NOUVEAULES BOITEUX MARCHERONT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	 And the dead will live again. The lame will leap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		15-  LES MUETS PARLERONTLES LOUANGES DE L’AGNEAU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	The dumb will speak The praises of the Lamb.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16-  MARIE, SAVAIS-TU QUE TON CHER ENFANT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Mary did you know that your baby boy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 17-  EST SEIGNEUR DE TOUTE CRÉATION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Is Lord of all creation?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18-  MARIE, SAVAIS-TU QUE TON CHER ENFANT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Mary did you know that your baby boy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19-  RÉGNERAIT SUR LES NATIONS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Will one day rule the nations?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 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20-  SAVAIS-TU QUE TON CHER ENFANTEST LE SAINT AGNEAU DE DIEU 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Did you know that your baby boy Is Heavens perfect Lamb?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21-  NOUVEAU-NÉ ENDORMIEST LE GRAND  JE SUIS 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This sleeping child you're holding Is the Great I am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</p:txBody>
      </p:sp>
      <p:sp>
        <p:nvSpPr>
          <p:cNvPr id="4403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 MARIE, SAVAIS-TU QUE TON CHER ENFANT</a:t>
            </a:r>
          </a:p>
          <a:p>
            <a:r>
              <a:rPr lang="fr-FR" smtClean="0"/>
              <a:t>     Mary did you know that your baby boy</a:t>
            </a:r>
          </a:p>
          <a:p>
            <a:endParaRPr lang="fr-FR" smtClean="0"/>
          </a:p>
          <a:p>
            <a:r>
              <a:rPr lang="fr-FR" smtClean="0"/>
              <a:t>2-  MARCHERAIT SUR LES EAUX</a:t>
            </a:r>
          </a:p>
          <a:p>
            <a:r>
              <a:rPr lang="fr-FR" smtClean="0"/>
              <a:t>    Will one day walk on water?</a:t>
            </a:r>
          </a:p>
          <a:p>
            <a:r>
              <a:rPr lang="fr-FR" smtClean="0"/>
              <a:t> </a:t>
            </a:r>
          </a:p>
          <a:p>
            <a:r>
              <a:rPr lang="fr-FR" smtClean="0"/>
              <a:t>3-  MARIE, SAVAIS-TU QUE TON CHER ENFANT</a:t>
            </a:r>
          </a:p>
          <a:p>
            <a:r>
              <a:rPr lang="fr-FR" smtClean="0"/>
              <a:t>     Mary did you know that your baby boy</a:t>
            </a:r>
          </a:p>
          <a:p>
            <a:endParaRPr lang="fr-FR" smtClean="0"/>
          </a:p>
          <a:p>
            <a:r>
              <a:rPr lang="fr-FR" smtClean="0"/>
              <a:t>4-  SERAIT LE DON DU TRÈS-HAUT</a:t>
            </a:r>
          </a:p>
          <a:p>
            <a:r>
              <a:rPr lang="fr-FR" smtClean="0"/>
              <a:t>    Will save our sons and daughters?</a:t>
            </a:r>
          </a:p>
          <a:p>
            <a:r>
              <a:rPr lang="fr-FR" smtClean="0"/>
              <a:t>  </a:t>
            </a:r>
          </a:p>
          <a:p>
            <a:r>
              <a:rPr lang="fr-FR" smtClean="0"/>
              <a:t>5-  SAVAIS-TU QUE TON CHER ENFANTALLAIT TE DÉLIVRER</a:t>
            </a:r>
          </a:p>
          <a:p>
            <a:r>
              <a:rPr lang="fr-FR" smtClean="0"/>
              <a:t>     Did you know that your baby boy Has come to make you new? </a:t>
            </a:r>
          </a:p>
          <a:p>
            <a:endParaRPr lang="fr-FR" smtClean="0"/>
          </a:p>
          <a:p>
            <a:r>
              <a:rPr lang="fr-FR" smtClean="0"/>
              <a:t>6-  CETTE VIE QUE TU AS PORTÉEÉTAIT VENUE TE RACHETER</a:t>
            </a:r>
          </a:p>
          <a:p>
            <a:r>
              <a:rPr lang="fr-FR" smtClean="0"/>
              <a:t>    This child that you've delivered Will soon deliver you.</a:t>
            </a:r>
          </a:p>
          <a:p>
            <a:endParaRPr lang="fr-FR" smtClean="0"/>
          </a:p>
          <a:p>
            <a:r>
              <a:rPr lang="fr-FR" smtClean="0"/>
              <a:t>7-  MARIE, SAVAIS-TU QUE TON CHER ENFANT</a:t>
            </a:r>
          </a:p>
          <a:p>
            <a:r>
              <a:rPr lang="fr-FR" smtClean="0"/>
              <a:t>    Mary did you know that your baby boy</a:t>
            </a:r>
          </a:p>
          <a:p>
            <a:endParaRPr lang="fr-FR" smtClean="0"/>
          </a:p>
          <a:p>
            <a:r>
              <a:rPr lang="fr-FR" smtClean="0"/>
              <a:t>8-  GUÉRIRAIT UN NON-VOYANT</a:t>
            </a:r>
          </a:p>
          <a:p>
            <a:r>
              <a:rPr lang="fr-FR" smtClean="0"/>
              <a:t>     Will give sight to a blind man?</a:t>
            </a:r>
          </a:p>
          <a:p>
            <a:endParaRPr lang="fr-FR" smtClean="0"/>
          </a:p>
          <a:p>
            <a:r>
              <a:rPr lang="fr-FR" smtClean="0"/>
              <a:t>9-  MARIE, SAVAIS-TU QUE TON CHER ENFANT</a:t>
            </a:r>
          </a:p>
          <a:p>
            <a:r>
              <a:rPr lang="fr-FR" smtClean="0"/>
              <a:t>     Mary did you know that your baby boy</a:t>
            </a:r>
          </a:p>
          <a:p>
            <a:r>
              <a:rPr lang="fr-FR" smtClean="0"/>
              <a:t>   </a:t>
            </a:r>
          </a:p>
          <a:p>
            <a:r>
              <a:rPr lang="fr-FR" smtClean="0"/>
              <a:t>10-  CALMERAIT DES VENTS VIOLENTS </a:t>
            </a:r>
          </a:p>
          <a:p>
            <a:r>
              <a:rPr lang="fr-FR" smtClean="0"/>
              <a:t>     Will calm a storm with His hand?</a:t>
            </a:r>
          </a:p>
          <a:p>
            <a:endParaRPr lang="fr-FR" smtClean="0"/>
          </a:p>
          <a:p>
            <a:r>
              <a:rPr lang="fr-FR" smtClean="0"/>
              <a:t>11-  SAVAIS-TU QUE TON CHER ENFANTA PARCOURU LES CIEUX</a:t>
            </a:r>
          </a:p>
          <a:p>
            <a:r>
              <a:rPr lang="fr-FR" smtClean="0"/>
              <a:t>      Did you know that your baby boy Has walked where angels trod?</a:t>
            </a:r>
          </a:p>
          <a:p>
            <a:endParaRPr lang="fr-FR" smtClean="0"/>
          </a:p>
          <a:p>
            <a:r>
              <a:rPr lang="fr-FR" smtClean="0"/>
              <a:t>12-  EN EMBRASSANT CE TENDRE BÉBÉTU EMBRASSAIS LA FACE DE DIEU</a:t>
            </a:r>
          </a:p>
          <a:p>
            <a:r>
              <a:rPr lang="fr-FR" smtClean="0"/>
              <a:t>      When you kiss your little baby You've kissed the face of God?</a:t>
            </a:r>
          </a:p>
          <a:p>
            <a:endParaRPr lang="fr-FR" smtClean="0"/>
          </a:p>
          <a:p>
            <a:r>
              <a:rPr lang="fr-FR" smtClean="0"/>
              <a:t>			pont :</a:t>
            </a:r>
          </a:p>
          <a:p>
            <a:endParaRPr lang="fr-FR" smtClean="0"/>
          </a:p>
          <a:p>
            <a:r>
              <a:rPr lang="fr-FR" smtClean="0"/>
              <a:t>		13-  LES AVEUGLES VERRONTLES SOURDS ENTENDRONT</a:t>
            </a:r>
          </a:p>
          <a:p>
            <a:r>
              <a:rPr lang="fr-FR" smtClean="0"/>
              <a:t>                                        The blind will see The deaf will hear</a:t>
            </a:r>
          </a:p>
          <a:p>
            <a:endParaRPr lang="fr-FR" smtClean="0"/>
          </a:p>
          <a:p>
            <a:r>
              <a:rPr lang="fr-FR" smtClean="0"/>
              <a:t>		14-  LES MORTS VIVRONT À NOUVEAULES BOITEUX MARCHERONT</a:t>
            </a:r>
          </a:p>
          <a:p>
            <a:r>
              <a:rPr lang="fr-FR" smtClean="0"/>
              <a:t>		 And the dead will live again. The lame will leap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		15-  LES MUETS PARLERONTLES LOUANGES DE L’AGNEAU</a:t>
            </a:r>
          </a:p>
          <a:p>
            <a:r>
              <a:rPr lang="fr-FR" smtClean="0"/>
              <a:t>		The dumb will speak The praises of the Lamb.</a:t>
            </a:r>
          </a:p>
          <a:p>
            <a:endParaRPr lang="fr-FR" smtClean="0"/>
          </a:p>
          <a:p>
            <a:r>
              <a:rPr lang="fr-FR" smtClean="0"/>
              <a:t>16-  MARIE, SAVAIS-TU QUE TON CHER ENFANT</a:t>
            </a:r>
          </a:p>
          <a:p>
            <a:r>
              <a:rPr lang="fr-FR" smtClean="0"/>
              <a:t>       Mary did you know that your baby boy</a:t>
            </a:r>
          </a:p>
          <a:p>
            <a:endParaRPr lang="fr-FR" smtClean="0"/>
          </a:p>
          <a:p>
            <a:r>
              <a:rPr lang="fr-FR" smtClean="0"/>
              <a:t> 17-  EST SEIGNEUR DE TOUTE CRÉATION</a:t>
            </a:r>
          </a:p>
          <a:p>
            <a:r>
              <a:rPr lang="fr-FR" smtClean="0"/>
              <a:t>       Is Lord of all creation?</a:t>
            </a:r>
          </a:p>
          <a:p>
            <a:endParaRPr lang="fr-FR" smtClean="0"/>
          </a:p>
          <a:p>
            <a:r>
              <a:rPr lang="fr-FR" smtClean="0"/>
              <a:t>18-  MARIE, SAVAIS-TU QUE TON CHER ENFANT</a:t>
            </a:r>
          </a:p>
          <a:p>
            <a:r>
              <a:rPr lang="fr-FR" smtClean="0"/>
              <a:t>      Mary did you know that your baby boy</a:t>
            </a:r>
          </a:p>
          <a:p>
            <a:r>
              <a:rPr lang="fr-FR" smtClean="0"/>
              <a:t>    </a:t>
            </a:r>
          </a:p>
          <a:p>
            <a:r>
              <a:rPr lang="fr-FR" smtClean="0"/>
              <a:t>19-  RÉGNERAIT SUR LES NATIONS</a:t>
            </a:r>
          </a:p>
          <a:p>
            <a:r>
              <a:rPr lang="fr-FR" smtClean="0"/>
              <a:t>      Will one day rule the nations?</a:t>
            </a:r>
          </a:p>
          <a:p>
            <a:r>
              <a:rPr lang="fr-FR" smtClean="0"/>
              <a:t> </a:t>
            </a:r>
          </a:p>
          <a:p>
            <a:r>
              <a:rPr lang="fr-FR" smtClean="0"/>
              <a:t>20-  SAVAIS-TU QUE TON CHER ENFANTEST LE SAINT AGNEAU DE DIEU </a:t>
            </a:r>
          </a:p>
          <a:p>
            <a:r>
              <a:rPr lang="fr-FR" smtClean="0"/>
              <a:t>       Did you know that your baby boy Is Heavens perfect Lamb?</a:t>
            </a:r>
          </a:p>
          <a:p>
            <a:endParaRPr lang="fr-FR" smtClean="0"/>
          </a:p>
          <a:p>
            <a:r>
              <a:rPr lang="fr-FR" smtClean="0"/>
              <a:t>21-  NOUVEAU-NÉ ENDORMIEST LE GRAND  JE SUIS </a:t>
            </a:r>
          </a:p>
          <a:p>
            <a:r>
              <a:rPr lang="fr-FR" smtClean="0"/>
              <a:t>      This sleeping child you're holding Is the Great I am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5059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 MARIE, SAVAIS-TU QUE TON CHER ENFANT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Mary did you know that your baby boy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2-  MARCHERAIT SUR LES EAUX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Will one day walk on water?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 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3-  MARIE, SAVAIS-TU QUE TON CHER ENFANT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Mary did you know that your baby boy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4-  SERAIT LE DON DU TRÈS-HAUT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Will save our sons and daughters?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5-  SAVAIS-TU QUE TON CHER ENFANTALLAIT TE DÉLIVRER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Did you know that your baby boy Has come to make you new? 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6-  CETTE VIE QUE TU AS PORTÉEÉTAIT VENUE TE RACHETER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This child that you've delivered Will soon deliver you.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7-  MARIE, SAVAIS-TU QUE TON CHER ENFANT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Mary did you know that your baby boy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8-  GUÉRIRAIT UN NON-VOYANT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Will give sight to a blind man?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9-  MARIE, SAVAIS-TU QUE TON CHER ENFANT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Mary did you know that your baby boy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10-  CALMERAIT DES VENTS VIOLENTS 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Will calm a storm with His hand?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11-  SAVAIS-TU QUE TON CHER ENFANTA PARCOURU LES CIEUX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 Did you know that your baby boy Has walked where angels trod?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12-  EN EMBRASSANT CE TENDRE BÉBÉTU EMBRASSAIS LA FACE DE DIEU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When you kiss your little baby You've kissed the face of God?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			pont :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		13-  LES AVEUGLES VERRONTLES SOURDS ENTENDRONT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                                 The blind will see The deaf will hear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		14-  LES MORTS VIVRONT À NOUVEAULES BOITEUX MARCHERONT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	 And the dead will live again. The lame will leap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		15-  LES MUETS PARLERONTLES LOUANGES DE L’AGNEAU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	The dumb will speak The praises of the Lamb.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16-  MARIE, SAVAIS-TU QUE TON CHER ENFANT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Mary did you know that your baby boy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 17-  EST SEIGNEUR DE TOUTE CRÉATION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Is Lord of all creation?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18-  MARIE, SAVAIS-TU QUE TON CHER ENFANT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Mary did you know that your baby boy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19-  RÉGNERAIT SUR LES NATIONS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Will one day rule the nations?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 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20-  SAVAIS-TU QUE TON CHER ENFANTEST LE SAINT AGNEAU DE DIEU 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Did you know that your baby boy Is Heavens perfect Lamb?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21-  NOUVEAU-NÉ ENDORMIEST LE GRAND  JE SUIS 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This sleeping child you're holding Is the Great I am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</p:txBody>
      </p:sp>
      <p:sp>
        <p:nvSpPr>
          <p:cNvPr id="4506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 MARIE, SAVAIS-TU QUE TON CHER ENFANT</a:t>
            </a:r>
          </a:p>
          <a:p>
            <a:r>
              <a:rPr lang="fr-FR" smtClean="0"/>
              <a:t>     Mary did you know that your baby boy</a:t>
            </a:r>
          </a:p>
          <a:p>
            <a:endParaRPr lang="fr-FR" smtClean="0"/>
          </a:p>
          <a:p>
            <a:r>
              <a:rPr lang="fr-FR" smtClean="0"/>
              <a:t>2-  MARCHERAIT SUR LES EAUX</a:t>
            </a:r>
          </a:p>
          <a:p>
            <a:r>
              <a:rPr lang="fr-FR" smtClean="0"/>
              <a:t>    Will one day walk on water?</a:t>
            </a:r>
          </a:p>
          <a:p>
            <a:r>
              <a:rPr lang="fr-FR" smtClean="0"/>
              <a:t> </a:t>
            </a:r>
          </a:p>
          <a:p>
            <a:r>
              <a:rPr lang="fr-FR" smtClean="0"/>
              <a:t>3-  MARIE, SAVAIS-TU QUE TON CHER ENFANT</a:t>
            </a:r>
          </a:p>
          <a:p>
            <a:r>
              <a:rPr lang="fr-FR" smtClean="0"/>
              <a:t>     Mary did you know that your baby boy</a:t>
            </a:r>
          </a:p>
          <a:p>
            <a:endParaRPr lang="fr-FR" smtClean="0"/>
          </a:p>
          <a:p>
            <a:r>
              <a:rPr lang="fr-FR" smtClean="0"/>
              <a:t>4-  SERAIT LE DON DU TRÈS-HAUT</a:t>
            </a:r>
          </a:p>
          <a:p>
            <a:r>
              <a:rPr lang="fr-FR" smtClean="0"/>
              <a:t>    Will save our sons and daughters?</a:t>
            </a:r>
          </a:p>
          <a:p>
            <a:r>
              <a:rPr lang="fr-FR" smtClean="0"/>
              <a:t>  </a:t>
            </a:r>
          </a:p>
          <a:p>
            <a:r>
              <a:rPr lang="fr-FR" smtClean="0"/>
              <a:t>5-  SAVAIS-TU QUE TON CHER ENFANTALLAIT TE DÉLIVRER</a:t>
            </a:r>
          </a:p>
          <a:p>
            <a:r>
              <a:rPr lang="fr-FR" smtClean="0"/>
              <a:t>     Did you know that your baby boy Has come to make you new? </a:t>
            </a:r>
          </a:p>
          <a:p>
            <a:endParaRPr lang="fr-FR" smtClean="0"/>
          </a:p>
          <a:p>
            <a:r>
              <a:rPr lang="fr-FR" smtClean="0"/>
              <a:t>6-  CETTE VIE QUE TU AS PORTÉEÉTAIT VENUE TE RACHETER</a:t>
            </a:r>
          </a:p>
          <a:p>
            <a:r>
              <a:rPr lang="fr-FR" smtClean="0"/>
              <a:t>    This child that you've delivered Will soon deliver you.</a:t>
            </a:r>
          </a:p>
          <a:p>
            <a:endParaRPr lang="fr-FR" smtClean="0"/>
          </a:p>
          <a:p>
            <a:r>
              <a:rPr lang="fr-FR" smtClean="0"/>
              <a:t>7-  MARIE, SAVAIS-TU QUE TON CHER ENFANT</a:t>
            </a:r>
          </a:p>
          <a:p>
            <a:r>
              <a:rPr lang="fr-FR" smtClean="0"/>
              <a:t>    Mary did you know that your baby boy</a:t>
            </a:r>
          </a:p>
          <a:p>
            <a:endParaRPr lang="fr-FR" smtClean="0"/>
          </a:p>
          <a:p>
            <a:r>
              <a:rPr lang="fr-FR" smtClean="0"/>
              <a:t>8-  GUÉRIRAIT UN NON-VOYANT</a:t>
            </a:r>
          </a:p>
          <a:p>
            <a:r>
              <a:rPr lang="fr-FR" smtClean="0"/>
              <a:t>     Will give sight to a blind man?</a:t>
            </a:r>
          </a:p>
          <a:p>
            <a:endParaRPr lang="fr-FR" smtClean="0"/>
          </a:p>
          <a:p>
            <a:r>
              <a:rPr lang="fr-FR" smtClean="0"/>
              <a:t>9-  MARIE, SAVAIS-TU QUE TON CHER ENFANT</a:t>
            </a:r>
          </a:p>
          <a:p>
            <a:r>
              <a:rPr lang="fr-FR" smtClean="0"/>
              <a:t>     Mary did you know that your baby boy</a:t>
            </a:r>
          </a:p>
          <a:p>
            <a:r>
              <a:rPr lang="fr-FR" smtClean="0"/>
              <a:t>   </a:t>
            </a:r>
          </a:p>
          <a:p>
            <a:r>
              <a:rPr lang="fr-FR" smtClean="0"/>
              <a:t>10-  CALMERAIT DES VENTS VIOLENTS </a:t>
            </a:r>
          </a:p>
          <a:p>
            <a:r>
              <a:rPr lang="fr-FR" smtClean="0"/>
              <a:t>     Will calm a storm with His hand?</a:t>
            </a:r>
          </a:p>
          <a:p>
            <a:endParaRPr lang="fr-FR" smtClean="0"/>
          </a:p>
          <a:p>
            <a:r>
              <a:rPr lang="fr-FR" smtClean="0"/>
              <a:t>11-  SAVAIS-TU QUE TON CHER ENFANTA PARCOURU LES CIEUX</a:t>
            </a:r>
          </a:p>
          <a:p>
            <a:r>
              <a:rPr lang="fr-FR" smtClean="0"/>
              <a:t>      Did you know that your baby boy Has walked where angels trod?</a:t>
            </a:r>
          </a:p>
          <a:p>
            <a:endParaRPr lang="fr-FR" smtClean="0"/>
          </a:p>
          <a:p>
            <a:r>
              <a:rPr lang="fr-FR" smtClean="0"/>
              <a:t>12-  EN EMBRASSANT CE TENDRE BÉBÉTU EMBRASSAIS LA FACE DE DIEU</a:t>
            </a:r>
          </a:p>
          <a:p>
            <a:r>
              <a:rPr lang="fr-FR" smtClean="0"/>
              <a:t>      When you kiss your little baby You've kissed the face of God?</a:t>
            </a:r>
          </a:p>
          <a:p>
            <a:endParaRPr lang="fr-FR" smtClean="0"/>
          </a:p>
          <a:p>
            <a:r>
              <a:rPr lang="fr-FR" smtClean="0"/>
              <a:t>			pont :</a:t>
            </a:r>
          </a:p>
          <a:p>
            <a:endParaRPr lang="fr-FR" smtClean="0"/>
          </a:p>
          <a:p>
            <a:r>
              <a:rPr lang="fr-FR" smtClean="0"/>
              <a:t>		13-  LES AVEUGLES VERRONTLES SOURDS ENTENDRONT</a:t>
            </a:r>
          </a:p>
          <a:p>
            <a:r>
              <a:rPr lang="fr-FR" smtClean="0"/>
              <a:t>                                        The blind will see The deaf will hear</a:t>
            </a:r>
          </a:p>
          <a:p>
            <a:endParaRPr lang="fr-FR" smtClean="0"/>
          </a:p>
          <a:p>
            <a:r>
              <a:rPr lang="fr-FR" smtClean="0"/>
              <a:t>		14-  LES MORTS VIVRONT À NOUVEAULES BOITEUX MARCHERONT</a:t>
            </a:r>
          </a:p>
          <a:p>
            <a:r>
              <a:rPr lang="fr-FR" smtClean="0"/>
              <a:t>		 And the dead will live again. The lame will leap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		15-  LES MUETS PARLERONTLES LOUANGES DE L’AGNEAU</a:t>
            </a:r>
          </a:p>
          <a:p>
            <a:r>
              <a:rPr lang="fr-FR" smtClean="0"/>
              <a:t>		The dumb will speak The praises of the Lamb.</a:t>
            </a:r>
          </a:p>
          <a:p>
            <a:endParaRPr lang="fr-FR" smtClean="0"/>
          </a:p>
          <a:p>
            <a:r>
              <a:rPr lang="fr-FR" smtClean="0"/>
              <a:t>16-  MARIE, SAVAIS-TU QUE TON CHER ENFANT</a:t>
            </a:r>
          </a:p>
          <a:p>
            <a:r>
              <a:rPr lang="fr-FR" smtClean="0"/>
              <a:t>       Mary did you know that your baby boy</a:t>
            </a:r>
          </a:p>
          <a:p>
            <a:endParaRPr lang="fr-FR" smtClean="0"/>
          </a:p>
          <a:p>
            <a:r>
              <a:rPr lang="fr-FR" smtClean="0"/>
              <a:t> 17-  EST SEIGNEUR DE TOUTE CRÉATION</a:t>
            </a:r>
          </a:p>
          <a:p>
            <a:r>
              <a:rPr lang="fr-FR" smtClean="0"/>
              <a:t>       Is Lord of all creation?</a:t>
            </a:r>
          </a:p>
          <a:p>
            <a:endParaRPr lang="fr-FR" smtClean="0"/>
          </a:p>
          <a:p>
            <a:r>
              <a:rPr lang="fr-FR" smtClean="0"/>
              <a:t>18-  MARIE, SAVAIS-TU QUE TON CHER ENFANT</a:t>
            </a:r>
          </a:p>
          <a:p>
            <a:r>
              <a:rPr lang="fr-FR" smtClean="0"/>
              <a:t>      Mary did you know that your baby boy</a:t>
            </a:r>
          </a:p>
          <a:p>
            <a:r>
              <a:rPr lang="fr-FR" smtClean="0"/>
              <a:t>    </a:t>
            </a:r>
          </a:p>
          <a:p>
            <a:r>
              <a:rPr lang="fr-FR" smtClean="0"/>
              <a:t>19-  RÉGNERAIT SUR LES NATIONS</a:t>
            </a:r>
          </a:p>
          <a:p>
            <a:r>
              <a:rPr lang="fr-FR" smtClean="0"/>
              <a:t>      Will one day rule the nations?</a:t>
            </a:r>
          </a:p>
          <a:p>
            <a:r>
              <a:rPr lang="fr-FR" smtClean="0"/>
              <a:t> </a:t>
            </a:r>
          </a:p>
          <a:p>
            <a:r>
              <a:rPr lang="fr-FR" smtClean="0"/>
              <a:t>20-  SAVAIS-TU QUE TON CHER ENFANTEST LE SAINT AGNEAU DE DIEU </a:t>
            </a:r>
          </a:p>
          <a:p>
            <a:r>
              <a:rPr lang="fr-FR" smtClean="0"/>
              <a:t>       Did you know that your baby boy Is Heavens perfect Lamb?</a:t>
            </a:r>
          </a:p>
          <a:p>
            <a:endParaRPr lang="fr-FR" smtClean="0"/>
          </a:p>
          <a:p>
            <a:r>
              <a:rPr lang="fr-FR" smtClean="0"/>
              <a:t>21-  NOUVEAU-NÉ ENDORMIEST LE GRAND  JE SUIS </a:t>
            </a:r>
          </a:p>
          <a:p>
            <a:r>
              <a:rPr lang="fr-FR" smtClean="0"/>
              <a:t>      This sleeping child you're holding Is the Great I am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68CBCD7-D228-4870-A1A3-F1D1FAD2A485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FD7FD92-A32F-4655-A861-4152004271E9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82E6EAC-8E72-4D2E-A0D3-A387645B09E9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ACF0483-0006-4DBB-986E-ED5E81241EEB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58F661E-B7F2-40DB-ABE8-B807FD8A2518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6DF9157-2368-46CD-B40C-CEF678552022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F195A44-7E94-4075-AB2F-7884B7FA8311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5EE0DF3-5478-4664-AF87-7FB0C8D2D973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37B2DFD-ED5B-4728-8090-47C1B9707F9D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5976B00-C0B7-4D84-A64B-CDD11B8CA02E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2ADB3B1-AD08-4AA5-AABE-1751248C2711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4DDDF739-7E7E-4C09-8EC9-1F4D29F618E2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115888"/>
            <a:ext cx="9177338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 MARIE, SAVAIS-TU QUE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TON CHER ENFANT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115888"/>
            <a:ext cx="9177338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MARCHERAIT SUR LES EAUX 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115888"/>
            <a:ext cx="9177338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MARIE, SAVAIS-TU QUE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TON CHER ENFANT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115888"/>
            <a:ext cx="9177338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SERAIT LE DON DU TRÈS-HAUT 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115888"/>
            <a:ext cx="9177338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SAVAIS-TU QUE TON CHER ENFANT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ALLAIT TE DÉLIVRER 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115888"/>
            <a:ext cx="9177338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CETTE VIE QUE TU AS PORTÉE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ÉTAIT VENUE TE RACHETER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115888"/>
            <a:ext cx="9177338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MARIE, SAVAIS-TU QUE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TON CHER ENFANT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115888"/>
            <a:ext cx="9177338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GUÉRIRAIT UN NON-VOYANT 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115888"/>
            <a:ext cx="9177338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MARIE, SAVAIS-TU QUE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TON CHER ENFANT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115888"/>
            <a:ext cx="9177338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CALMERAIT DES VENTS VIOLENTS 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115888"/>
            <a:ext cx="9177338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SAVAIS-TU QUE TON CHER ENFANT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A PARCOURU LES CIEUX 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115888"/>
            <a:ext cx="9177338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EN EMBRASSANT CE TENDRE BÉBÉ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TU EMBRASSAIS LA FACE DE DIEU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115888"/>
            <a:ext cx="9177338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LES AVEUGLES VERRONT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LES SOURDS ENTENDRONT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115888"/>
            <a:ext cx="9177338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LES MORTS VIVRONT À NOUVEAU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LES BOITEUX MARCHERONT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115888"/>
            <a:ext cx="9177338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LES MUETS PARLERONT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LES LOUANGES DE L’AGNEAU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115888"/>
            <a:ext cx="9177338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MARIE, SAVAIS-TU QUE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 TON CHER ENFANT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 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115888"/>
            <a:ext cx="9177338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EST SEIGNEUR DE TOUTE CRÉATION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115888"/>
            <a:ext cx="9177338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MARIE, SAVAIS-TU QUE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 TON CHER ENFANT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115888"/>
            <a:ext cx="9177338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RÉGNERAIT SUR LES NATIONS 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115888"/>
            <a:ext cx="9177338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SAVAIS-TU QUE TON CHER ENFANT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EST LE SAINT AGNEAU DE DIEU 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115888"/>
            <a:ext cx="9177338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NOUVEAU-NÉ ENDORMI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EST LE GRAND  JE SUIS 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513</TotalTime>
  <Words>179</Words>
  <Application>Microsoft Office PowerPoint</Application>
  <PresentationFormat>On-screen Show (4:3)</PresentationFormat>
  <Paragraphs>2767</Paragraphs>
  <Slides>21</Slides>
  <Notes>21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21</vt:i4>
      </vt:variant>
    </vt:vector>
  </HeadingPairs>
  <TitlesOfParts>
    <vt:vector size="25" baseType="lpstr">
      <vt:lpstr>Franklin Gothic Medium</vt:lpstr>
      <vt:lpstr>Arial</vt:lpstr>
      <vt:lpstr>Calibri</vt:lpstr>
      <vt:lpstr>Default Design</vt:lpstr>
      <vt:lpstr>Diapositive 1</vt:lpstr>
      <vt:lpstr>Diapositive 2</vt:lpstr>
      <vt:lpstr>Diapositive 3</vt:lpstr>
      <vt:lpstr>Diapositive 4</vt:lpstr>
      <vt:lpstr>Diapositive 5</vt:lpstr>
      <vt:lpstr>Diapositive 6</vt:lpstr>
      <vt:lpstr>Diapositive 7</vt:lpstr>
      <vt:lpstr>Diapositive 8</vt:lpstr>
      <vt:lpstr>Diapositive 9</vt:lpstr>
      <vt:lpstr>Diapositive 10</vt:lpstr>
      <vt:lpstr>Diapositive 11</vt:lpstr>
      <vt:lpstr>Diapositive 12</vt:lpstr>
      <vt:lpstr>Diapositive 13</vt:lpstr>
      <vt:lpstr>Diapositive 14</vt:lpstr>
      <vt:lpstr>Diapositive 15</vt:lpstr>
      <vt:lpstr>Diapositive 16</vt:lpstr>
      <vt:lpstr>Diapositive 17</vt:lpstr>
      <vt:lpstr>Diapositive 18</vt:lpstr>
      <vt:lpstr>Diapositive 19</vt:lpstr>
      <vt:lpstr>Diapositive 20</vt:lpstr>
      <vt:lpstr>Diapositive 21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Incrustations_NT</cp:lastModifiedBy>
  <cp:revision>76</cp:revision>
  <dcterms:created xsi:type="dcterms:W3CDTF">2002-08-17T10:50:50Z</dcterms:created>
  <dcterms:modified xsi:type="dcterms:W3CDTF">2017-06-11T07:30:40Z</dcterms:modified>
</cp:coreProperties>
</file>