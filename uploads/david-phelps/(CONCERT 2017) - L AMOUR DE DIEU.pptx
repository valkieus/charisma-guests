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0" r:id="rId2"/>
    <p:sldId id="271" r:id="rId3"/>
    <p:sldId id="272" r:id="rId4"/>
    <p:sldId id="273" r:id="rId5"/>
    <p:sldId id="275" r:id="rId6"/>
    <p:sldId id="274" r:id="rId7"/>
    <p:sldId id="276" r:id="rId8"/>
    <p:sldId id="279" r:id="rId9"/>
    <p:sldId id="295" r:id="rId10"/>
    <p:sldId id="278" r:id="rId11"/>
    <p:sldId id="280" r:id="rId12"/>
    <p:sldId id="281" r:id="rId13"/>
    <p:sldId id="282" r:id="rId14"/>
    <p:sldId id="284" r:id="rId15"/>
    <p:sldId id="283" r:id="rId16"/>
    <p:sldId id="286" r:id="rId17"/>
    <p:sldId id="287" r:id="rId18"/>
    <p:sldId id="288" r:id="rId19"/>
    <p:sldId id="289" r:id="rId20"/>
    <p:sldId id="290" r:id="rId21"/>
    <p:sldId id="291" r:id="rId22"/>
    <p:sldId id="294" r:id="rId23"/>
    <p:sldId id="292" r:id="rId24"/>
    <p:sldId id="296" r:id="rId25"/>
    <p:sldId id="297" r:id="rId26"/>
    <p:sldId id="298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25000" autoAdjust="0"/>
    <p:restoredTop sz="38415" autoAdjust="0"/>
  </p:normalViewPr>
  <p:slideViewPr>
    <p:cSldViewPr>
      <p:cViewPr>
        <p:scale>
          <a:sx n="30" d="100"/>
          <a:sy n="30" d="100"/>
        </p:scale>
        <p:origin x="-124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956DD42-736D-4444-AC62-5B19C2625DAE}" type="datetimeFigureOut">
              <a:rPr lang="fr-FR"/>
              <a:pPr>
                <a:defRPr/>
              </a:pPr>
              <a:t>19/02/2018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39AF0F2-F362-4866-947B-A627D89C367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83618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dirty="0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dirty="0" smtClean="0"/>
              <a:t>2-  QUE TOUS LES MOTS PEUVENT DÉCRIRE</a:t>
            </a:r>
            <a:br>
              <a:rPr lang="fr-FR" dirty="0" smtClean="0"/>
            </a:br>
            <a:r>
              <a:rPr lang="fr-FR" dirty="0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dirty="0" smtClean="0"/>
              <a:t>4-  ET MÊME JUSQU’AU FOND DE L’ENFER </a:t>
            </a:r>
            <a:br>
              <a:rPr lang="fr-FR" dirty="0" smtClean="0"/>
            </a:br>
            <a:r>
              <a:rPr lang="fr-FR" dirty="0" smtClean="0"/>
              <a:t>5-  LA DETTE QUI PESAIT EST EFFACÉE DIEU A DONNÉ SON FILS POUR GAGNER</a:t>
            </a:r>
            <a:br>
              <a:rPr lang="fr-FR" dirty="0" smtClean="0"/>
            </a:br>
            <a:r>
              <a:rPr lang="fr-FR" dirty="0" smtClean="0"/>
              <a:t>6-  SON FILS PERDU,  IL A RÉCONCILIÉ ET PARDONNÉ SES PÉCHÉS</a:t>
            </a:r>
            <a:br>
              <a:rPr lang="fr-FR" dirty="0" smtClean="0"/>
            </a:b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dirty="0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dirty="0" smtClean="0"/>
              <a:t>	9-  LES ANGES ET LES SAINTS CHANTERONT CE CHANT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10-   QUAND LES SIÈCLES PASSERONT</a:t>
            </a:r>
          </a:p>
          <a:p>
            <a:pPr eaLnBrk="1" hangingPunct="1">
              <a:defRPr/>
            </a:pPr>
            <a:r>
              <a:rPr lang="fr-FR" dirty="0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dirty="0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dirty="0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dirty="0" smtClean="0"/>
              <a:t>14-  L’AMOUR DE DIEU SI SURE SERA TOUJOURS</a:t>
            </a:r>
            <a:br>
              <a:rPr lang="fr-FR" dirty="0" smtClean="0"/>
            </a:br>
            <a:r>
              <a:rPr lang="fr-FR" dirty="0" smtClean="0"/>
              <a:t>15-  SANS MESURE ET SI FORT LA GRÂCE QUI SAUVE LA RACE D’ADAM</a:t>
            </a:r>
            <a:br>
              <a:rPr lang="fr-FR" dirty="0" smtClean="0"/>
            </a:br>
            <a:r>
              <a:rPr lang="fr-FR" dirty="0" smtClean="0"/>
              <a:t>16-  LES ANGES ET LES SAINTS CHANTERONT CE CHANT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17-   SI L’OCÉAN ÉTAIT REMPLI D’ENCRE </a:t>
            </a:r>
            <a:br>
              <a:rPr lang="fr-FR" dirty="0" smtClean="0"/>
            </a:br>
            <a:r>
              <a:rPr lang="fr-FR" dirty="0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dirty="0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dirty="0" smtClean="0"/>
              <a:t>20-  ET CHAQUE HOMME UN ÉCRIVAIN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dirty="0" smtClean="0"/>
              <a:t>22-  ET AUCUN ROULEAU NE CONTIENDRAIT CES MOTS</a:t>
            </a:r>
            <a:br>
              <a:rPr lang="fr-FR" dirty="0" smtClean="0"/>
            </a:br>
            <a:r>
              <a:rPr lang="fr-FR" dirty="0" smtClean="0"/>
              <a:t>23-  MÊME SI ON ÉTIRAIT LES CIEUX</a:t>
            </a:r>
          </a:p>
          <a:p>
            <a:pPr eaLnBrk="1" hangingPunct="1">
              <a:defRPr/>
            </a:pPr>
            <a:endParaRPr lang="fr-FR" dirty="0" smtClean="0"/>
          </a:p>
          <a:p>
            <a:pPr eaLnBrk="1" hangingPunct="1">
              <a:defRPr/>
            </a:pPr>
            <a:r>
              <a:rPr lang="fr-FR" dirty="0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dirty="0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dirty="0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 dirty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hangingPunct="1">
              <a:defRPr/>
            </a:pPr>
            <a:r>
              <a:rPr lang="fr-FR" smtClean="0"/>
              <a:t>1-  L’AMOUR DE DIEU EST BIEN PLUS GRAND </a:t>
            </a:r>
          </a:p>
          <a:p>
            <a:pPr eaLnBrk="1" hangingPunct="1">
              <a:defRPr/>
            </a:pPr>
            <a:r>
              <a:rPr lang="fr-FR" smtClean="0"/>
              <a:t>2-  QUE TOUS LES MOTS PEUVENT DÉCRIRE</a:t>
            </a:r>
            <a:br>
              <a:rPr lang="fr-FR" smtClean="0"/>
            </a:br>
            <a:r>
              <a:rPr lang="fr-FR" smtClean="0"/>
              <a:t>3-  IL VA PLUS LOIN QUE TOUTE ÉTOILE</a:t>
            </a:r>
          </a:p>
          <a:p>
            <a:pPr eaLnBrk="1" hangingPunct="1">
              <a:defRPr/>
            </a:pPr>
            <a:r>
              <a:rPr lang="fr-FR" smtClean="0"/>
              <a:t>4-  ET MÊME JUSQU’AU FOND DE L’ENFER </a:t>
            </a:r>
            <a:br>
              <a:rPr lang="fr-FR" smtClean="0"/>
            </a:br>
            <a:r>
              <a:rPr lang="fr-FR" smtClean="0"/>
              <a:t>5-  LA DETTE QUI PESAIT EST EFFACÉE DIEU A DONNÉ SON FILS POUR GAGNER</a:t>
            </a:r>
            <a:br>
              <a:rPr lang="fr-FR" smtClean="0"/>
            </a:br>
            <a:r>
              <a:rPr lang="fr-FR" smtClean="0"/>
              <a:t>6-  SON FILS PERDU,  IL A RÉCONCILIÉ ET PARDONNÉ SES PÉCHÉS</a:t>
            </a:r>
            <a:br>
              <a:rPr lang="fr-FR" smtClean="0"/>
            </a:br>
            <a:endParaRPr lang="fr-FR" smtClean="0"/>
          </a:p>
          <a:p>
            <a:pPr eaLnBrk="1" hangingPunct="1">
              <a:defRPr/>
            </a:pPr>
            <a:r>
              <a:rPr lang="fr-FR" smtClean="0"/>
              <a:t>	7-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8-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9-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10-   QUAND LES SIÈCLES PASSERONT</a:t>
            </a:r>
          </a:p>
          <a:p>
            <a:pPr eaLnBrk="1" hangingPunct="1">
              <a:defRPr/>
            </a:pPr>
            <a:r>
              <a:rPr lang="fr-FR" smtClean="0"/>
              <a:t>11-  ET LES ROIS ET LES ROYAUMES CESSERONT</a:t>
            </a:r>
          </a:p>
          <a:p>
            <a:pPr eaLnBrk="1" hangingPunct="1">
              <a:defRPr/>
            </a:pPr>
            <a:r>
              <a:rPr lang="fr-FR" smtClean="0"/>
              <a:t>12-  QUAND LES HOMMES QUI, ICI REFUSENT DE PRIER</a:t>
            </a:r>
          </a:p>
          <a:p>
            <a:pPr eaLnBrk="1" hangingPunct="1">
              <a:defRPr/>
            </a:pPr>
            <a:r>
              <a:rPr lang="fr-FR" smtClean="0"/>
              <a:t>13-  CRIERONT SUR LES ROCHERS, LES COLLINES ET LES MONTAGNES </a:t>
            </a:r>
          </a:p>
          <a:p>
            <a:pPr eaLnBrk="1" hangingPunct="1">
              <a:defRPr/>
            </a:pPr>
            <a:r>
              <a:rPr lang="fr-FR" smtClean="0"/>
              <a:t>14-  L’AMOUR DE DIEU SI SURE SERA TOUJOURS</a:t>
            </a:r>
            <a:br>
              <a:rPr lang="fr-FR" smtClean="0"/>
            </a:br>
            <a:r>
              <a:rPr lang="fr-FR" smtClean="0"/>
              <a:t>15-  SANS MESURE ET SI FORT LA GRÂCE QUI SAUVE LA RACE D’ADAM</a:t>
            </a:r>
            <a:br>
              <a:rPr lang="fr-FR" smtClean="0"/>
            </a:br>
            <a:r>
              <a:rPr lang="fr-FR" smtClean="0"/>
              <a:t>16-  LES ANGES ET LES SAINTS CHANTERONT CE CHANT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17-   SI L’OCÉAN ÉTAIT REMPLI D’ENCRE </a:t>
            </a:r>
            <a:br>
              <a:rPr lang="fr-FR" smtClean="0"/>
            </a:br>
            <a:r>
              <a:rPr lang="fr-FR" smtClean="0"/>
              <a:t>18-  SI LES CIEUX FAITS DE PARCHEMINS</a:t>
            </a:r>
          </a:p>
          <a:p>
            <a:pPr eaLnBrk="1" hangingPunct="1">
              <a:defRPr/>
            </a:pPr>
            <a:r>
              <a:rPr lang="fr-FR" smtClean="0"/>
              <a:t>19-  SI TOUTES LES TIGES DE LA TERRE ÉTAIENT DES PLUMES</a:t>
            </a:r>
          </a:p>
          <a:p>
            <a:pPr eaLnBrk="1" hangingPunct="1">
              <a:defRPr/>
            </a:pPr>
            <a:r>
              <a:rPr lang="fr-FR" smtClean="0"/>
              <a:t>20-  ET CHAQUE HOMME UN ÉCRIVAIN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21-  ÉCRIRE L’AMOUR DU DIEU TRÈS HAUT ASSÉCHERAIT CET OCÉAN</a:t>
            </a:r>
          </a:p>
          <a:p>
            <a:pPr eaLnBrk="1" hangingPunct="1">
              <a:defRPr/>
            </a:pPr>
            <a:r>
              <a:rPr lang="fr-FR" smtClean="0"/>
              <a:t>22-  ET AUCUN ROULEAU NE CONTIENDRAIT CES MOTS</a:t>
            </a:r>
            <a:br>
              <a:rPr lang="fr-FR" smtClean="0"/>
            </a:br>
            <a:r>
              <a:rPr lang="fr-FR" smtClean="0"/>
              <a:t>23-  MÊME SI ON ÉTIRAIT LES CIEUX</a:t>
            </a:r>
          </a:p>
          <a:p>
            <a:pPr eaLnBrk="1" hangingPunct="1">
              <a:defRPr/>
            </a:pPr>
            <a:endParaRPr lang="fr-FR" smtClean="0"/>
          </a:p>
          <a:p>
            <a:pPr eaLnBrk="1" hangingPunct="1">
              <a:defRPr/>
            </a:pPr>
            <a:r>
              <a:rPr lang="fr-FR" smtClean="0"/>
              <a:t>	24-  L’AMOUR DE DIEU SI RICHE ET PUR !</a:t>
            </a:r>
          </a:p>
          <a:p>
            <a:pPr eaLnBrk="1" hangingPunct="1">
              <a:defRPr/>
            </a:pPr>
            <a:r>
              <a:rPr lang="fr-FR" smtClean="0"/>
              <a:t>	25-  SANS MESURE ET SI FORT ! IL DURERA POUR TOUJOURS </a:t>
            </a:r>
          </a:p>
          <a:p>
            <a:pPr eaLnBrk="1" hangingPunct="1">
              <a:defRPr/>
            </a:pPr>
            <a:r>
              <a:rPr lang="fr-FR" smtClean="0"/>
              <a:t>	26-  LES ANGES ET LES SAINTS CHANTERONT CE CHANT</a:t>
            </a:r>
          </a:p>
          <a:p>
            <a:pPr eaLnBrk="1" hangingPunct="1">
              <a:defRPr/>
            </a:pPr>
            <a:endParaRPr lang="fr-FR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Franklin Gothic Medium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pPr eaLnBrk="1" hangingPunct="1"/>
            <a:r>
              <a:rPr lang="fr-FR" altLang="fr-FR" sz="1200" smtClean="0"/>
              <a:t>1-  L’AMOUR DE DIEU EST BIEN PLUS GRAND </a:t>
            </a:r>
          </a:p>
          <a:p>
            <a:pPr eaLnBrk="1" hangingPunct="1"/>
            <a:r>
              <a:rPr lang="fr-FR" altLang="fr-FR" sz="1200" smtClean="0"/>
              <a:t>2-  QUE TOUS LES MOTS PEUVENT DÉCRIRE</a:t>
            </a:r>
            <a:br>
              <a:rPr lang="fr-FR" altLang="fr-FR" sz="1200" smtClean="0"/>
            </a:br>
            <a:r>
              <a:rPr lang="fr-FR" altLang="fr-FR" sz="1200" smtClean="0"/>
              <a:t>3-  IL VA PLUS LOIN QUE TOUTE ÉTOILE</a:t>
            </a:r>
          </a:p>
          <a:p>
            <a:pPr eaLnBrk="1" hangingPunct="1"/>
            <a:r>
              <a:rPr lang="fr-FR" altLang="fr-FR" sz="1200" smtClean="0"/>
              <a:t>4-  ET MÊME JUSQU’AU FOND DE L’ENFER </a:t>
            </a:r>
            <a:br>
              <a:rPr lang="fr-FR" altLang="fr-FR" sz="1200" smtClean="0"/>
            </a:br>
            <a:r>
              <a:rPr lang="fr-FR" altLang="fr-FR" sz="1200" smtClean="0"/>
              <a:t>5-  LA DETTE QUI PESAIT EST EFFACÉE DIEU A DONNÉ SON FILS POUR GAGNER</a:t>
            </a:r>
            <a:br>
              <a:rPr lang="fr-FR" altLang="fr-FR" sz="1200" smtClean="0"/>
            </a:br>
            <a:r>
              <a:rPr lang="fr-FR" altLang="fr-FR" sz="1200" smtClean="0"/>
              <a:t>6-  SON FILS PERDU,  IL A RÉCONCILIÉ ET PARDONNÉ SES PÉCHÉS</a:t>
            </a:r>
            <a:br>
              <a:rPr lang="fr-FR" altLang="fr-FR" sz="1200" smtClean="0"/>
            </a:br>
            <a:endParaRPr lang="fr-FR" altLang="fr-FR" sz="1200" smtClean="0"/>
          </a:p>
          <a:p>
            <a:pPr eaLnBrk="1" hangingPunct="1"/>
            <a:r>
              <a:rPr lang="fr-FR" altLang="fr-FR" sz="1200" smtClean="0"/>
              <a:t>	7-  L’AMOUR DE DIEU SI RICHE ET PUR !</a:t>
            </a:r>
          </a:p>
          <a:p>
            <a:pPr eaLnBrk="1" hangingPunct="1"/>
            <a:r>
              <a:rPr lang="fr-FR" altLang="fr-FR" sz="1200" smtClean="0"/>
              <a:t>	8-  SANS MESURE ET SI FORT ! IL DURERA POUR TOUJOURS </a:t>
            </a:r>
          </a:p>
          <a:p>
            <a:pPr eaLnBrk="1" hangingPunct="1"/>
            <a:r>
              <a:rPr lang="fr-FR" altLang="fr-FR" sz="1200" smtClean="0"/>
              <a:t>	9-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10-   QUAND LES SIÈCLES PASSERONT</a:t>
            </a:r>
          </a:p>
          <a:p>
            <a:pPr eaLnBrk="1" hangingPunct="1"/>
            <a:r>
              <a:rPr lang="fr-FR" altLang="fr-FR" sz="1200" smtClean="0"/>
              <a:t>11-  ET LES ROIS ET LES ROYAUMES CESSERONT</a:t>
            </a:r>
          </a:p>
          <a:p>
            <a:pPr eaLnBrk="1" hangingPunct="1"/>
            <a:r>
              <a:rPr lang="fr-FR" altLang="fr-FR" sz="1200" smtClean="0"/>
              <a:t>12-  QUAND LES HOMMES QUI, ICI REFUSENT DE PRIER</a:t>
            </a:r>
          </a:p>
          <a:p>
            <a:pPr eaLnBrk="1" hangingPunct="1"/>
            <a:r>
              <a:rPr lang="fr-FR" altLang="fr-FR" sz="1200" smtClean="0"/>
              <a:t>13-  CRIERONT SUR LES ROCHERS, LES COLLINES ET LES MONTAGNES </a:t>
            </a:r>
          </a:p>
          <a:p>
            <a:pPr eaLnBrk="1" hangingPunct="1"/>
            <a:r>
              <a:rPr lang="fr-FR" altLang="fr-FR" sz="1200" smtClean="0"/>
              <a:t>14-  L’AMOUR DE DIEU SI SURE SERA TOUJOURS</a:t>
            </a:r>
            <a:br>
              <a:rPr lang="fr-FR" altLang="fr-FR" sz="1200" smtClean="0"/>
            </a:br>
            <a:r>
              <a:rPr lang="fr-FR" altLang="fr-FR" sz="1200" smtClean="0"/>
              <a:t>15-  SANS MESURE ET SI FORT LA GRÂCE QUI SAUVE LA RACE D’ADAM</a:t>
            </a:r>
            <a:br>
              <a:rPr lang="fr-FR" altLang="fr-FR" sz="1200" smtClean="0"/>
            </a:br>
            <a:r>
              <a:rPr lang="fr-FR" altLang="fr-FR" sz="1200" smtClean="0"/>
              <a:t>16-  LES ANGES ET LES SAINTS CHANTERONT CE CHANT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17-   SI L’OCÉAN ÉTAIT REMPLI D’ENCRE </a:t>
            </a:r>
            <a:br>
              <a:rPr lang="fr-FR" altLang="fr-FR" sz="1200" smtClean="0"/>
            </a:br>
            <a:r>
              <a:rPr lang="fr-FR" altLang="fr-FR" sz="1200" smtClean="0"/>
              <a:t>18-  SI LES CIEUX FAITS DE PARCHEMINS</a:t>
            </a:r>
          </a:p>
          <a:p>
            <a:pPr eaLnBrk="1" hangingPunct="1"/>
            <a:r>
              <a:rPr lang="fr-FR" altLang="fr-FR" sz="1200" smtClean="0"/>
              <a:t>19-  SI TOUTES LES TIGES DE LA TERRE ÉTAIENT DES PLUMES</a:t>
            </a:r>
          </a:p>
          <a:p>
            <a:pPr eaLnBrk="1" hangingPunct="1"/>
            <a:r>
              <a:rPr lang="fr-FR" altLang="fr-FR" sz="1200" smtClean="0"/>
              <a:t>20-  ET CHAQUE HOMME UN ÉCRIVAIN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21-  ÉCRIRE L’AMOUR DU DIEU TRÈS HAUT ASSÉCHERAIT CET OCÉAN</a:t>
            </a:r>
          </a:p>
          <a:p>
            <a:pPr eaLnBrk="1" hangingPunct="1"/>
            <a:r>
              <a:rPr lang="fr-FR" altLang="fr-FR" sz="1200" smtClean="0"/>
              <a:t>22-  ET AUCUN ROULEAU NE CONTIENDRAIT CES MOTS</a:t>
            </a:r>
            <a:br>
              <a:rPr lang="fr-FR" altLang="fr-FR" sz="1200" smtClean="0"/>
            </a:br>
            <a:r>
              <a:rPr lang="fr-FR" altLang="fr-FR" sz="1200" smtClean="0"/>
              <a:t>23-  MÊME SI ON ÉTIRAIT LES CIEUX</a:t>
            </a:r>
          </a:p>
          <a:p>
            <a:pPr eaLnBrk="1" hangingPunct="1"/>
            <a:endParaRPr lang="fr-FR" altLang="fr-FR" sz="1200" smtClean="0"/>
          </a:p>
          <a:p>
            <a:pPr eaLnBrk="1" hangingPunct="1"/>
            <a:r>
              <a:rPr lang="fr-FR" altLang="fr-FR" sz="1200" smtClean="0"/>
              <a:t>	24-  L’AMOUR DE DIEU SI RICHE ET PUR !</a:t>
            </a:r>
          </a:p>
          <a:p>
            <a:pPr eaLnBrk="1" hangingPunct="1"/>
            <a:r>
              <a:rPr lang="fr-FR" altLang="fr-FR" sz="1200" smtClean="0"/>
              <a:t>	25-  SANS MESURE ET SI FORT ! IL DURERA POUR TOUJOURS </a:t>
            </a:r>
          </a:p>
          <a:p>
            <a:pPr eaLnBrk="1" hangingPunct="1"/>
            <a:r>
              <a:rPr lang="fr-FR" altLang="fr-FR" sz="1200" smtClean="0"/>
              <a:t>	26-  LES ANGES ET LES SAINTS CHANTERONT CE CHANT</a:t>
            </a:r>
          </a:p>
          <a:p>
            <a:pPr eaLnBrk="1" hangingPunct="1"/>
            <a:endParaRPr lang="fr-FR" altLang="fr-FR" sz="120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A1A78D-9D5F-4CA5-9765-191AAA831C8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62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36389-DA12-4198-B4B7-5B8A0508D91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70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868767-B471-4E40-9D02-BA6506A4725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71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043D8D-7FE4-4C58-8773-7E2CDE3AB31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443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077728-BC07-4CBE-8F28-71571592AF6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988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086D1-C6AD-499E-8153-2E5BBC4ACD9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926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2E1FC0-6F47-4E14-8028-1A850C1BA7E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879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EF11C-624E-4517-BCFA-AA1A2D1A6D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92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06C68A-5BFA-409B-B754-9C7A7DE9B2B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632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6DC1FC-D2FD-449D-A38E-9D75B5752D5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252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74AA8D-1322-4E31-8E3C-FACDDDE6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4929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C79B42F-6980-472F-9565-D939E485B96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BIEN PLUS GRAND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TOUS LES MOTS PEUVENT DÉCRIRE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VA PLUS LOIN QUE TOUTE ÉTOILE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MÊME JUSQU’AU FOND DE L’ENFER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DETTE QUI PESAIT EST EFFACÉE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A DONNÉ SON FILS POUR GAGNER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 FILS PERDU,  IL A RÉCONCILIÉ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PARDONNÉ SES PÉCHÉS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RICHE ET PUR !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MESURE ET SI FORT !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DURERA POUR TOUJOURS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ET LES SAINTS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CHANTERONT CE CHANT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QUAND LES SIÈCLES PASSERONT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 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ROIS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LES ROYAUMES CESSERONT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LES HOMMES QUI, ICI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REFUSENT DE PRIER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CRIERONT SUR LES ROCHERS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COLLINES ET LES MONTAGNES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DE DIEU SI SURE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SERA TOUJOURS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MESURE ET SI FORT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LA GRÂCE QUI SAUVE LA RACE D’ADAM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ET LES SAINTS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CHANTERONT CE CHANT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SI L’OCÉAN ÉTAIT REMPLI D’ENCRE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LES CIEUX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FAITS DE PARCHEMINS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TOUTES LES TIGES DE LA TERRE ÉTAIENT DES PLUMES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CHAQUE HOMME UN ÉCRIVAIN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ÉCRIRE L’AMOUR DU DIEU TRÈS HAUT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ASSÉCHERAIT CET OCÉAN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AUCUN ROULEAU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CONTIENDRAIT CES MOTS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SI ON ÉTIRAIT LES CIEUX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DE DIEU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RICHE ET PUR !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MESURE ET SI FORT !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DURERA POUR TOUJOURS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ln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ET LES SAINTS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CHANTERONT CE CHANT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</TotalTime>
  <Words>541</Words>
  <Application>Microsoft Office PowerPoint</Application>
  <PresentationFormat>Affichage à l'écran (4:3)</PresentationFormat>
  <Paragraphs>1274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Franklin Gothic Medium</vt:lpstr>
      <vt:lpstr>Arial</vt:lpstr>
      <vt:lpstr>Calibri</vt:lpstr>
      <vt:lpstr>Default Design</vt:lpstr>
      <vt:lpstr>L’AMOUR DE DIEU EST BIEN PLUS GRAND   </vt:lpstr>
      <vt:lpstr>QUE TOUS LES MOTS PEUVENT DÉCRIRE </vt:lpstr>
      <vt:lpstr>IL VA PLUS LOIN QUE TOUTE ÉTOILE</vt:lpstr>
      <vt:lpstr>ET MÊME JUSQU’AU FOND DE L’ENFER LA DETTE QUI PESAIT EST EFFACÉE </vt:lpstr>
      <vt:lpstr>DIEU A DONNÉ SON FILS POUR GAGNER </vt:lpstr>
      <vt:lpstr>SON FILS PERDU,  IL A RÉCONCILIÉ  ET PARDONNÉ SES PÉCHÉS </vt:lpstr>
      <vt:lpstr>L’AMOUR DE DIEU SI RICHE ET PUR !</vt:lpstr>
      <vt:lpstr>SANS MESURE ET SI FORT ! IL DURERA POUR TOUJOURS </vt:lpstr>
      <vt:lpstr>LES ANGES ET LES SAINTS CHANTERONT CE CHANT</vt:lpstr>
      <vt:lpstr> QUAND LES SIÈCLES PASSERONT  </vt:lpstr>
      <vt:lpstr>ET LES ROIS ET LES ROYAUMES CESSERONT</vt:lpstr>
      <vt:lpstr>QUAND LES HOMMES QUI, ICI REFUSENT DE PRIER</vt:lpstr>
      <vt:lpstr>CRIERONT SUR LES ROCHERS LES COLLINES ET LES MONTAGNES </vt:lpstr>
      <vt:lpstr>L’AMOUR DE DIEU SI SURE SERA TOUJOURS </vt:lpstr>
      <vt:lpstr>SANS MESURE ET SI FORT  LA GRÂCE QUI SAUVE LA RACE D’ADAM </vt:lpstr>
      <vt:lpstr>LES ANGES ET LES SAINTS CHANTERONT CE CHANT</vt:lpstr>
      <vt:lpstr> SI L’OCÉAN ÉTAIT REMPLI D’ENCRE  </vt:lpstr>
      <vt:lpstr>SI LES CIEUX FAITS DE PARCHEMINS</vt:lpstr>
      <vt:lpstr>SI TOUTES LES TIGES DE LA TERRE ÉTAIENT DES PLUMES</vt:lpstr>
      <vt:lpstr>ET CHAQUE HOMME UN ÉCRIVAIN</vt:lpstr>
      <vt:lpstr>ÉCRIRE L’AMOUR DU DIEU TRÈS HAUT ASSÉCHERAIT CET OCÉAN</vt:lpstr>
      <vt:lpstr>ET AUCUN ROULEAU NE CONTIENDRAIT CES MOTS </vt:lpstr>
      <vt:lpstr>MÊME SI ON ÉTIRAIT LES CIEUX</vt:lpstr>
      <vt:lpstr>L’AMOUR DE DIEU SI RICHE ET PUR !</vt:lpstr>
      <vt:lpstr>SANS MESURE ET SI FORT ! IL DURERA POUR TOUJOURS </vt:lpstr>
      <vt:lpstr>LES ANGES ET LES SAINTS CHANTERONT CE CHANT</vt:lpstr>
    </vt:vector>
  </TitlesOfParts>
  <Company>bbx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 Guillaume IMT/OLPS</cp:lastModifiedBy>
  <cp:revision>121</cp:revision>
  <dcterms:created xsi:type="dcterms:W3CDTF">2002-08-17T10:50:50Z</dcterms:created>
  <dcterms:modified xsi:type="dcterms:W3CDTF">2018-02-19T15:12:42Z</dcterms:modified>
</cp:coreProperties>
</file>