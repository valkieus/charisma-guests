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70120" autoAdjust="0"/>
  </p:normalViewPr>
  <p:slideViewPr>
    <p:cSldViewPr>
      <p:cViewPr varScale="1">
        <p:scale>
          <a:sx n="57" d="100"/>
          <a:sy n="57" d="100"/>
        </p:scale>
        <p:origin x="-78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3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CEB6E74-C153-4BE2-B2DD-34BA5B86B6F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149D5EE-2FC5-4266-8B09-DD5674B71C8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Our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Which</a:t>
            </a:r>
            <a:r>
              <a:rPr lang="fr-FR" dirty="0" smtClean="0"/>
              <a:t> art in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Hallowed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kingdom</a:t>
            </a:r>
            <a:r>
              <a:rPr lang="fr-FR" dirty="0" smtClean="0"/>
              <a:t>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Give</a:t>
            </a:r>
            <a:r>
              <a:rPr lang="fr-FR" dirty="0" smtClean="0"/>
              <a:t> us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Our </a:t>
            </a:r>
            <a:r>
              <a:rPr lang="fr-FR" dirty="0" err="1" smtClean="0"/>
              <a:t>daily</a:t>
            </a:r>
            <a:r>
              <a:rPr lang="fr-FR" dirty="0" smtClean="0"/>
              <a:t> </a:t>
            </a:r>
            <a:r>
              <a:rPr lang="fr-FR" dirty="0" err="1" smtClean="0"/>
              <a:t>bread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forgive</a:t>
            </a:r>
            <a:r>
              <a:rPr lang="fr-FR" dirty="0" smtClean="0"/>
              <a:t> us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debts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forgive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debtors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lead</a:t>
            </a:r>
            <a:r>
              <a:rPr lang="fr-FR" dirty="0" smtClean="0"/>
              <a:t> us not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temptation</a:t>
            </a:r>
            <a:r>
              <a:rPr lang="fr-FR" dirty="0" smtClean="0"/>
              <a:t> But </a:t>
            </a:r>
            <a:r>
              <a:rPr lang="fr-FR" dirty="0" err="1" smtClean="0"/>
              <a:t>deliver</a:t>
            </a:r>
            <a:r>
              <a:rPr lang="fr-FR" dirty="0" smtClean="0"/>
              <a:t> us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evil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For </a:t>
            </a:r>
            <a:r>
              <a:rPr lang="fr-FR" dirty="0" err="1" smtClean="0"/>
              <a:t>Thine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kingdom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the </a:t>
            </a:r>
            <a:r>
              <a:rPr lang="fr-FR" dirty="0" err="1" smtClean="0"/>
              <a:t>powerAnd</a:t>
            </a:r>
            <a:r>
              <a:rPr lang="fr-FR" dirty="0" smtClean="0"/>
              <a:t> the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AMEN !  
For </a:t>
            </a:r>
            <a:r>
              <a:rPr lang="fr-FR" dirty="0" err="1" smtClean="0"/>
              <a:t>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Our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Which</a:t>
            </a:r>
            <a:r>
              <a:rPr lang="fr-FR" dirty="0" smtClean="0"/>
              <a:t> art in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Hallowed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kingdom</a:t>
            </a:r>
            <a:r>
              <a:rPr lang="fr-FR" dirty="0" smtClean="0"/>
              <a:t>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Give</a:t>
            </a:r>
            <a:r>
              <a:rPr lang="fr-FR" dirty="0" smtClean="0"/>
              <a:t> us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Our </a:t>
            </a:r>
            <a:r>
              <a:rPr lang="fr-FR" dirty="0" err="1" smtClean="0"/>
              <a:t>daily</a:t>
            </a:r>
            <a:r>
              <a:rPr lang="fr-FR" dirty="0" smtClean="0"/>
              <a:t> </a:t>
            </a:r>
            <a:r>
              <a:rPr lang="fr-FR" dirty="0" err="1" smtClean="0"/>
              <a:t>bread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forgive</a:t>
            </a:r>
            <a:r>
              <a:rPr lang="fr-FR" dirty="0" smtClean="0"/>
              <a:t> us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debts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forgive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debtors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lead</a:t>
            </a:r>
            <a:r>
              <a:rPr lang="fr-FR" dirty="0" smtClean="0"/>
              <a:t> us not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temptation</a:t>
            </a:r>
            <a:r>
              <a:rPr lang="fr-FR" dirty="0" smtClean="0"/>
              <a:t> But </a:t>
            </a:r>
            <a:r>
              <a:rPr lang="fr-FR" dirty="0" err="1" smtClean="0"/>
              <a:t>deliver</a:t>
            </a:r>
            <a:r>
              <a:rPr lang="fr-FR" dirty="0" smtClean="0"/>
              <a:t> us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evil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For </a:t>
            </a:r>
            <a:r>
              <a:rPr lang="fr-FR" dirty="0" err="1" smtClean="0"/>
              <a:t>Thine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kingdom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the </a:t>
            </a:r>
            <a:r>
              <a:rPr lang="fr-FR" dirty="0" err="1" smtClean="0"/>
              <a:t>powerAnd</a:t>
            </a:r>
            <a:r>
              <a:rPr lang="fr-FR" dirty="0" smtClean="0"/>
              <a:t> the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AMEN !  
For </a:t>
            </a:r>
            <a:r>
              <a:rPr lang="fr-FR" dirty="0" err="1" smtClean="0"/>
              <a:t>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NOTRE PÈRE QUI ES AUX CIEUX   QUE TON NOM SOIT SANCTIFIÉ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Father Which art in heaven Hallowed be Thy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TON RÈGNE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QUE TA VOLONTÉ SOIT FAITE  SUR LA TERRE COMME AU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Thy will be done On Earth As it is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DONNE-NOUS AUJOURD’HUI  NOTRE PAIN QUOTIDIEN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Give us this day Our daily bread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PARDONNE-NOUS NOS OFFENSES COMME NOUS AUSSI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forgive us our debts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NOUS PARDONNONS  À CEUX QUI NOUS ONT OFFENSÉS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forgive our debtors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NE NOUS INDUIS PAS EN TENTATION MAIS DÉLIVRE-NOUS DU MALIN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lead us not into temptation But deliver us From evil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À TOI QU’APPARTIENNENT DANS TOUS LES SIÈCLES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Thine is the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RÈGNE, LA PUISSANCE  ET LA GLOIRE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powerAnd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AMEN !  
For 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NOTRE PÈRE QUI ES AUX CIEUX   QUE TON NOM SOIT SANCTIFIÉ     X2</a:t>
            </a:r>
          </a:p>
          <a:p>
            <a:endParaRPr lang="fr-FR" smtClean="0"/>
          </a:p>
          <a:p>
            <a:r>
              <a:rPr lang="fr-FR" smtClean="0"/>
              <a:t>Our Father Which art in heaven Hallowed be Thy name</a:t>
            </a:r>
          </a:p>
          <a:p>
            <a:r>
              <a:rPr lang="fr-FR" smtClean="0"/>
              <a:t>2-  QUE TON RÈGNE VIENNE </a:t>
            </a:r>
          </a:p>
          <a:p>
            <a:r>
              <a:rPr lang="fr-FR" smtClean="0"/>
              <a:t>Thy kingdom come</a:t>
            </a:r>
          </a:p>
          <a:p>
            <a:r>
              <a:rPr lang="fr-FR" smtClean="0"/>
              <a:t> 3-  QUE TA VOLONTÉ SOIT FAITE  SUR LA TERRE COMME AU CIEL</a:t>
            </a:r>
          </a:p>
          <a:p>
            <a:r>
              <a:rPr lang="fr-FR" smtClean="0"/>
              <a:t>Thy will be done On Earth As it is in heaven</a:t>
            </a:r>
          </a:p>
          <a:p>
            <a:r>
              <a:rPr lang="fr-FR" smtClean="0"/>
              <a:t>4-  DONNE-NOUS AUJOURD’HUI  NOTRE PAIN QUOTIDIEN </a:t>
            </a:r>
          </a:p>
          <a:p>
            <a:r>
              <a:rPr lang="fr-FR" smtClean="0"/>
              <a:t>Give us this day Our daily bread</a:t>
            </a:r>
          </a:p>
          <a:p>
            <a:r>
              <a:rPr lang="fr-FR" smtClean="0"/>
              <a:t>5-  PARDONNE-NOUS NOS OFFENSES COMME NOUS AUSSI</a:t>
            </a:r>
          </a:p>
          <a:p>
            <a:r>
              <a:rPr lang="fr-FR" smtClean="0"/>
              <a:t>And forgive us our debts</a:t>
            </a:r>
          </a:p>
          <a:p>
            <a:r>
              <a:rPr lang="fr-FR" smtClean="0"/>
              <a:t> 6-  NOUS PARDONNONS  À CEUX QUI NOUS ONT OFFENSÉS </a:t>
            </a:r>
          </a:p>
          <a:p>
            <a:r>
              <a:rPr lang="fr-FR" smtClean="0"/>
              <a:t>As we forgive our debtors</a:t>
            </a:r>
          </a:p>
          <a:p>
            <a:r>
              <a:rPr lang="fr-FR" smtClean="0"/>
              <a:t>7-  NE NOUS INDUIS PAS EN TENTATION MAIS DÉLIVRE-NOUS DU MALIN </a:t>
            </a:r>
          </a:p>
          <a:p>
            <a:r>
              <a:rPr lang="fr-FR" smtClean="0"/>
              <a:t>And lead us not into temptation But deliver us From evil</a:t>
            </a:r>
          </a:p>
          <a:p>
            <a:endParaRPr lang="fr-FR" smtClean="0"/>
          </a:p>
          <a:p>
            <a:r>
              <a:rPr lang="fr-FR" smtClean="0"/>
              <a:t>8-  CAR C’EST À TOI QU’APPARTIENNENT DANS TOUS LES SIÈCLES  </a:t>
            </a:r>
          </a:p>
          <a:p>
            <a:r>
              <a:rPr lang="fr-FR" smtClean="0"/>
              <a:t>For Thine is the kingdom</a:t>
            </a:r>
          </a:p>
          <a:p>
            <a:r>
              <a:rPr lang="fr-FR" smtClean="0"/>
              <a:t>9-  LE RÈGNE, LA PUISSANCE  ET LA GLOIRE </a:t>
            </a:r>
          </a:p>
          <a:p>
            <a:r>
              <a:rPr lang="fr-FR" smtClean="0"/>
              <a:t>And the powerAnd the glory</a:t>
            </a:r>
          </a:p>
          <a:p>
            <a:r>
              <a:rPr lang="fr-FR" smtClean="0"/>
              <a:t>10-  AMEN !  
For ever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C82F1-0D4B-430A-A4D2-52AC22DC99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CC387-1D32-4E1F-B597-02081922E2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963A8-A18C-49AB-A558-B2A42A72B9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937A5-2B39-48C8-B847-76C7A2CE73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2AB73-715C-426B-A3D0-3DB67B41C9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08AF2-9258-4F24-87FF-9E0761DDBE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F7A7D-2710-4ABB-BD0E-C9898DFA60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6E974-B8CE-4099-8A00-0ACF9B95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BC437-89F1-4A1B-BBD7-0165C56F9F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09611-6DB5-482C-800E-0BDF610059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EE937-979C-4C30-B28B-C2CAC0370E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F3B8BA6-B3D1-498C-8659-CBBFE91353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PÈRE QUI ES AUX CIEUX 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SOIT SANCTIFIÉ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RÈGNE VIENNE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TA VOLONTÉ SOIT FAITE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TERRE COMME AU CIEL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DONNE-NOUS AUJOURD’HUI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PAIN QUOTIDIEN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PARDONNE-NOUS NOS OFFENSES COMME NOUS 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PARDONNONS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CEUX QUI NOUS ONT OFFENSÉS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NOUS INDUIS PAS EN TENTATION MAIS DÉLIVRE-NOUS DU MALIN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C’EST À TOI QU’APPARTIENNENT DANS TOUS LES SIÈCLES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RÈGNE, LA PUISSANCE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AMEN !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3054</Words>
  <Application>Microsoft Office PowerPoint</Application>
  <PresentationFormat>On-screen Show (4:3)</PresentationFormat>
  <Paragraphs>435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151</cp:revision>
  <dcterms:created xsi:type="dcterms:W3CDTF">2002-08-17T10:50:50Z</dcterms:created>
  <dcterms:modified xsi:type="dcterms:W3CDTF">2017-06-11T10:43:41Z</dcterms:modified>
</cp:coreProperties>
</file>