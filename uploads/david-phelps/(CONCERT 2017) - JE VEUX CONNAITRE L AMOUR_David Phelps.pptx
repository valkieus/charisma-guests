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0" r:id="rId2"/>
    <p:sldId id="271" r:id="rId3"/>
    <p:sldId id="272" r:id="rId4"/>
    <p:sldId id="273" r:id="rId5"/>
    <p:sldId id="274" r:id="rId6"/>
    <p:sldId id="275" r:id="rId7"/>
    <p:sldId id="289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8" autoAdjust="0"/>
    <p:restoredTop sz="44486" autoAdjust="0"/>
  </p:normalViewPr>
  <p:slideViewPr>
    <p:cSldViewPr>
      <p:cViewPr>
        <p:scale>
          <a:sx n="53" d="100"/>
          <a:sy n="53" d="100"/>
        </p:scale>
        <p:origin x="-16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60"/>
    </p:cViewPr>
  </p:outlineViewPr>
  <p:notesTextViewPr>
    <p:cViewPr>
      <p:scale>
        <a:sx n="100" d="100"/>
        <a:sy n="100" d="100"/>
      </p:scale>
      <p:origin x="0" y="4032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7298FB-3DA8-4767-AB69-6894D159AC2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6C87E68-41EE-4359-80F6-47E026EE3EE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gotta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time, A </a:t>
            </a:r>
            <a:r>
              <a:rPr lang="fr-FR" dirty="0" err="1" smtClean="0"/>
              <a:t>little</a:t>
            </a:r>
            <a:r>
              <a:rPr lang="fr-FR" dirty="0" smtClean="0"/>
              <a:t> time to </a:t>
            </a:r>
            <a:r>
              <a:rPr lang="fr-FR" dirty="0" err="1" smtClean="0"/>
              <a:t>think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I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read</a:t>
            </a:r>
            <a:r>
              <a:rPr lang="fr-FR" dirty="0" smtClean="0"/>
              <a:t> </a:t>
            </a:r>
            <a:r>
              <a:rPr lang="fr-FR" dirty="0" err="1" smtClean="0"/>
              <a:t>between</a:t>
            </a:r>
            <a:r>
              <a:rPr lang="fr-FR" dirty="0" smtClean="0"/>
              <a:t> the </a:t>
            </a:r>
            <a:r>
              <a:rPr lang="fr-FR" dirty="0" err="1" smtClean="0"/>
              <a:t>lines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case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r>
              <a:rPr lang="fr-FR" dirty="0" smtClean="0"/>
              <a:t> I must </a:t>
            </a:r>
            <a:r>
              <a:rPr lang="fr-FR" dirty="0" err="1" smtClean="0"/>
              <a:t>climb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world </a:t>
            </a: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shoulders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clouds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love </a:t>
            </a:r>
            <a:r>
              <a:rPr lang="fr-FR" dirty="0" err="1" smtClean="0"/>
              <a:t>shine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It </a:t>
            </a:r>
            <a:r>
              <a:rPr lang="fr-FR" dirty="0" err="1" smtClean="0"/>
              <a:t>keeps</a:t>
            </a:r>
            <a:r>
              <a:rPr lang="fr-FR" dirty="0" smtClean="0"/>
              <a:t> me warm as life </a:t>
            </a:r>
            <a:r>
              <a:rPr lang="fr-FR" dirty="0" err="1" smtClean="0"/>
              <a:t>grows</a:t>
            </a:r>
            <a:r>
              <a:rPr lang="fr-FR" dirty="0" smtClean="0"/>
              <a:t> </a:t>
            </a:r>
            <a:r>
              <a:rPr lang="fr-FR" dirty="0" err="1" smtClean="0"/>
              <a:t>colder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There's</a:t>
            </a:r>
            <a:r>
              <a:rPr lang="fr-FR" dirty="0" smtClean="0"/>
              <a:t> been </a:t>
            </a:r>
            <a:r>
              <a:rPr lang="fr-FR" dirty="0" err="1" smtClean="0"/>
              <a:t>heartache</a:t>
            </a:r>
            <a:r>
              <a:rPr lang="fr-FR" dirty="0" smtClean="0"/>
              <a:t>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don't</a:t>
            </a:r>
            <a:r>
              <a:rPr lang="fr-FR" dirty="0" smtClean="0"/>
              <a:t> know If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Can't</a:t>
            </a:r>
            <a:r>
              <a:rPr lang="fr-FR" dirty="0" smtClean="0"/>
              <a:t> stop </a:t>
            </a:r>
            <a:r>
              <a:rPr lang="fr-FR" dirty="0" err="1" smtClean="0"/>
              <a:t>now</a:t>
            </a:r>
            <a:r>
              <a:rPr lang="fr-FR" dirty="0" smtClean="0"/>
              <a:t>,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travelled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change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I </a:t>
            </a:r>
            <a:r>
              <a:rPr lang="fr-FR" dirty="0" err="1" smtClean="0"/>
              <a:t>wanna</a:t>
            </a:r>
            <a:r>
              <a:rPr lang="fr-FR" dirty="0" smtClean="0"/>
              <a:t> know </a:t>
            </a:r>
            <a:r>
              <a:rPr lang="fr-FR" dirty="0" err="1" smtClean="0"/>
              <a:t>what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I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, I know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time, A </a:t>
            </a:r>
            <a:r>
              <a:rPr lang="fr-FR" dirty="0" err="1" smtClean="0"/>
              <a:t>little</a:t>
            </a:r>
            <a:r>
              <a:rPr lang="fr-FR" dirty="0" smtClean="0"/>
              <a:t> time to look </a:t>
            </a:r>
            <a:r>
              <a:rPr lang="fr-FR" dirty="0" err="1" smtClean="0"/>
              <a:t>around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nowhere</a:t>
            </a:r>
            <a:r>
              <a:rPr lang="fr-FR" dirty="0" smtClean="0"/>
              <a:t> </a:t>
            </a:r>
            <a:r>
              <a:rPr lang="fr-FR" dirty="0" err="1" smtClean="0"/>
              <a:t>left</a:t>
            </a:r>
            <a:r>
              <a:rPr lang="fr-FR" dirty="0" smtClean="0"/>
              <a:t> to </a:t>
            </a:r>
            <a:r>
              <a:rPr lang="fr-FR" dirty="0" err="1" smtClean="0"/>
              <a:t>hide</a:t>
            </a:r>
            <a:r>
              <a:rPr lang="fr-FR" dirty="0" smtClean="0"/>
              <a:t>, It looks </a:t>
            </a:r>
            <a:r>
              <a:rPr lang="fr-FR" dirty="0" err="1" smtClean="0"/>
              <a:t>like</a:t>
            </a:r>
            <a:r>
              <a:rPr lang="fr-FR" dirty="0" smtClean="0"/>
              <a:t> love Has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There's</a:t>
            </a:r>
            <a:r>
              <a:rPr lang="fr-FR" dirty="0" smtClean="0"/>
              <a:t> been </a:t>
            </a:r>
            <a:r>
              <a:rPr lang="fr-FR" dirty="0" err="1" smtClean="0"/>
              <a:t>heartache</a:t>
            </a:r>
            <a:r>
              <a:rPr lang="fr-FR" dirty="0" smtClean="0"/>
              <a:t>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don't</a:t>
            </a:r>
            <a:r>
              <a:rPr lang="fr-FR" dirty="0" smtClean="0"/>
              <a:t> know If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Can't</a:t>
            </a:r>
            <a:r>
              <a:rPr lang="fr-FR" dirty="0" smtClean="0"/>
              <a:t> stop </a:t>
            </a:r>
            <a:r>
              <a:rPr lang="fr-FR" dirty="0" err="1" smtClean="0"/>
              <a:t>now</a:t>
            </a:r>
            <a:r>
              <a:rPr lang="fr-FR" dirty="0" smtClean="0"/>
              <a:t>,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travelled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br>
              <a:rPr lang="fr-FR" dirty="0" smtClean="0"/>
            </a:br>
            <a:r>
              <a:rPr lang="fr-FR" dirty="0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change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life</a:t>
            </a:r>
            <a:br>
              <a:rPr lang="fr-FR" dirty="0" smtClean="0"/>
            </a:b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gotta take a little time, A little time to think things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I better read between the lines,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case I need it when I'm 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Now this mountain I must climb,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Feels like the world upon my shoulders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Through the clouds I see love shine,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It keeps me warm as life grows colder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I wanna know what love is I want you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  I wanna feel what love is, I know you can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I'm gonna take a little time, A little time to look around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I've got nowhere left to hide, It looks like love Has finally found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In my life There's been heartache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I don't know If I can face it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Can't stop now, I've travelled so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PEU DE TEMPS IL M’EN FAUDRA PAR FOIS D’OUBLIER MES DOULEURS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gotta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time, A </a:t>
            </a:r>
            <a:r>
              <a:rPr lang="fr-FR" dirty="0" err="1" smtClean="0"/>
              <a:t>little</a:t>
            </a:r>
            <a:r>
              <a:rPr lang="fr-FR" dirty="0" smtClean="0"/>
              <a:t> time to </a:t>
            </a:r>
            <a:r>
              <a:rPr lang="fr-FR" dirty="0" err="1" smtClean="0"/>
              <a:t>think</a:t>
            </a:r>
            <a:r>
              <a:rPr lang="fr-FR" dirty="0" smtClean="0"/>
              <a:t> </a:t>
            </a:r>
            <a:r>
              <a:rPr lang="fr-FR" dirty="0" err="1" smtClean="0"/>
              <a:t>things</a:t>
            </a:r>
            <a:r>
              <a:rPr lang="fr-FR" dirty="0" smtClean="0"/>
              <a:t> over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JE VEUX COMPRENDRE MES FAUX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I </a:t>
            </a:r>
            <a:r>
              <a:rPr lang="fr-FR" dirty="0" err="1" smtClean="0"/>
              <a:t>better</a:t>
            </a:r>
            <a:r>
              <a:rPr lang="fr-FR" dirty="0" smtClean="0"/>
              <a:t> </a:t>
            </a:r>
            <a:r>
              <a:rPr lang="fr-FR" dirty="0" err="1" smtClean="0"/>
              <a:t>read</a:t>
            </a:r>
            <a:r>
              <a:rPr lang="fr-FR" dirty="0" smtClean="0"/>
              <a:t> </a:t>
            </a:r>
            <a:r>
              <a:rPr lang="fr-FR" dirty="0" err="1" smtClean="0"/>
              <a:t>between</a:t>
            </a:r>
            <a:r>
              <a:rPr lang="fr-FR" dirty="0" smtClean="0"/>
              <a:t> the </a:t>
            </a:r>
            <a:r>
              <a:rPr lang="fr-FR" dirty="0" err="1" smtClean="0"/>
              <a:t>lines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3-  POUR NE PLUS REFAIRE LES MÊMES ERREURS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case I </a:t>
            </a:r>
            <a:r>
              <a:rPr lang="fr-FR" dirty="0" err="1" smtClean="0"/>
              <a:t>need</a:t>
            </a:r>
            <a:r>
              <a:rPr lang="fr-FR" dirty="0" smtClean="0"/>
              <a:t>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older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CETTE MONTAGNE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mountain</a:t>
            </a:r>
            <a:r>
              <a:rPr lang="fr-FR" dirty="0" smtClean="0"/>
              <a:t> I must </a:t>
            </a:r>
            <a:r>
              <a:rPr lang="fr-FR" dirty="0" err="1" smtClean="0"/>
              <a:t>climb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5-  EST COMME LE POIDS DU MONDE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Feels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the world </a:t>
            </a:r>
            <a:r>
              <a:rPr lang="fr-FR" dirty="0" err="1" smtClean="0"/>
              <a:t>upon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shoulders</a:t>
            </a: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DE L’AMOUR J’APERÇOIS L’ÉCLAT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Through</a:t>
            </a:r>
            <a:r>
              <a:rPr lang="fr-FR" dirty="0" smtClean="0"/>
              <a:t> the </a:t>
            </a:r>
            <a:r>
              <a:rPr lang="fr-FR" dirty="0" err="1" smtClean="0"/>
              <a:t>clouds</a:t>
            </a:r>
            <a:r>
              <a:rPr lang="fr-FR" dirty="0" smtClean="0"/>
              <a:t> I </a:t>
            </a:r>
            <a:r>
              <a:rPr lang="fr-FR" dirty="0" err="1" smtClean="0"/>
              <a:t>see</a:t>
            </a:r>
            <a:r>
              <a:rPr lang="fr-FR" dirty="0" smtClean="0"/>
              <a:t> love </a:t>
            </a:r>
            <a:r>
              <a:rPr lang="fr-FR" dirty="0" err="1" smtClean="0"/>
              <a:t>shine</a:t>
            </a:r>
            <a:r>
              <a:rPr lang="fr-FR" dirty="0" smtClean="0"/>
              <a:t>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IL ME RASSURE ET EFFACE MES PEURS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It </a:t>
            </a:r>
            <a:r>
              <a:rPr lang="fr-FR" dirty="0" err="1" smtClean="0"/>
              <a:t>keeps</a:t>
            </a:r>
            <a:r>
              <a:rPr lang="fr-FR" dirty="0" smtClean="0"/>
              <a:t> me warm as life </a:t>
            </a:r>
            <a:r>
              <a:rPr lang="fr-FR" dirty="0" err="1" smtClean="0"/>
              <a:t>grows</a:t>
            </a:r>
            <a:r>
              <a:rPr lang="fr-FR" dirty="0" smtClean="0"/>
              <a:t> </a:t>
            </a:r>
            <a:r>
              <a:rPr lang="fr-FR" dirty="0" err="1" smtClean="0"/>
              <a:t>colder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In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There's</a:t>
            </a:r>
            <a:r>
              <a:rPr lang="fr-FR" dirty="0" smtClean="0"/>
              <a:t> been </a:t>
            </a:r>
            <a:r>
              <a:rPr lang="fr-FR" dirty="0" err="1" smtClean="0"/>
              <a:t>heartache</a:t>
            </a:r>
            <a:r>
              <a:rPr lang="fr-FR" dirty="0" smtClean="0"/>
              <a:t>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don't</a:t>
            </a:r>
            <a:r>
              <a:rPr lang="fr-FR" dirty="0" smtClean="0"/>
              <a:t> know If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Can't</a:t>
            </a:r>
            <a:r>
              <a:rPr lang="fr-FR" dirty="0" smtClean="0"/>
              <a:t> stop </a:t>
            </a:r>
            <a:r>
              <a:rPr lang="fr-FR" dirty="0" err="1" smtClean="0"/>
              <a:t>now</a:t>
            </a:r>
            <a:r>
              <a:rPr lang="fr-FR" dirty="0" smtClean="0"/>
              <a:t>,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travelled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L’AMOUR PEUT TOUT CHANGER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change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life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JE VEUX CONNAÎTRE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I </a:t>
            </a:r>
            <a:r>
              <a:rPr lang="fr-FR" dirty="0" err="1" smtClean="0"/>
              <a:t>wanna</a:t>
            </a:r>
            <a:r>
              <a:rPr lang="fr-FR" dirty="0" smtClean="0"/>
              <a:t> know </a:t>
            </a:r>
            <a:r>
              <a:rPr lang="fr-FR" dirty="0" err="1" smtClean="0"/>
              <a:t>what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 I </a:t>
            </a:r>
            <a:r>
              <a:rPr lang="fr-FR" dirty="0" err="1" smtClean="0"/>
              <a:t>want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to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JE VEUX RESSENTIR L’AMOUR APPREND MOI JE TE PRIE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feel</a:t>
            </a:r>
            <a:r>
              <a:rPr lang="fr-FR" dirty="0" smtClean="0"/>
              <a:t> </a:t>
            </a:r>
            <a:r>
              <a:rPr lang="fr-FR" dirty="0" err="1" smtClean="0"/>
              <a:t>what</a:t>
            </a:r>
            <a:r>
              <a:rPr lang="fr-FR" dirty="0" smtClean="0"/>
              <a:t> love </a:t>
            </a:r>
            <a:r>
              <a:rPr lang="fr-FR" dirty="0" err="1" smtClean="0"/>
              <a:t>is</a:t>
            </a:r>
            <a:r>
              <a:rPr lang="fr-FR" dirty="0" smtClean="0"/>
              <a:t>, I know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show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UN PEU DE TEMPS IL M’EN FAUDRA POUR TROUVER UN LIEU OÙ ME CACHER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a </a:t>
            </a:r>
            <a:r>
              <a:rPr lang="fr-FR" dirty="0" err="1" smtClean="0"/>
              <a:t>little</a:t>
            </a:r>
            <a:r>
              <a:rPr lang="fr-FR" dirty="0" smtClean="0"/>
              <a:t> time, A </a:t>
            </a:r>
            <a:r>
              <a:rPr lang="fr-FR" dirty="0" err="1" smtClean="0"/>
              <a:t>little</a:t>
            </a:r>
            <a:r>
              <a:rPr lang="fr-FR" dirty="0" smtClean="0"/>
              <a:t> time to look </a:t>
            </a:r>
            <a:r>
              <a:rPr lang="fr-FR" dirty="0" err="1" smtClean="0"/>
              <a:t>around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AUCUN REFUGE AUTOUR DE MOI ON DIRAIT QUE L’AMOUR M’A TROUVÉ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got</a:t>
            </a:r>
            <a:r>
              <a:rPr lang="fr-FR" dirty="0" smtClean="0"/>
              <a:t> </a:t>
            </a:r>
            <a:r>
              <a:rPr lang="fr-FR" dirty="0" err="1" smtClean="0"/>
              <a:t>nowhere</a:t>
            </a:r>
            <a:r>
              <a:rPr lang="fr-FR" dirty="0" smtClean="0"/>
              <a:t> </a:t>
            </a:r>
            <a:r>
              <a:rPr lang="fr-FR" dirty="0" err="1" smtClean="0"/>
              <a:t>left</a:t>
            </a:r>
            <a:r>
              <a:rPr lang="fr-FR" dirty="0" smtClean="0"/>
              <a:t> to </a:t>
            </a:r>
            <a:r>
              <a:rPr lang="fr-FR" dirty="0" err="1" smtClean="0"/>
              <a:t>hide</a:t>
            </a:r>
            <a:r>
              <a:rPr lang="fr-FR" dirty="0" smtClean="0"/>
              <a:t>, It looks </a:t>
            </a:r>
            <a:r>
              <a:rPr lang="fr-FR" dirty="0" err="1" smtClean="0"/>
              <a:t>like</a:t>
            </a:r>
            <a:r>
              <a:rPr lang="fr-FR" dirty="0" smtClean="0"/>
              <a:t> love Has </a:t>
            </a:r>
            <a:r>
              <a:rPr lang="fr-FR" dirty="0" err="1" smtClean="0"/>
              <a:t>finally</a:t>
            </a:r>
            <a:r>
              <a:rPr lang="fr-FR" dirty="0" smtClean="0"/>
              <a:t> </a:t>
            </a:r>
            <a:r>
              <a:rPr lang="fr-FR" dirty="0" err="1" smtClean="0"/>
              <a:t>found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J’AI CONNU DOULEUR ET CŒUR BRISÉ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In </a:t>
            </a:r>
            <a:r>
              <a:rPr lang="fr-FR" dirty="0" err="1" smtClean="0"/>
              <a:t>my</a:t>
            </a:r>
            <a:r>
              <a:rPr lang="fr-FR" dirty="0" smtClean="0"/>
              <a:t> life </a:t>
            </a:r>
            <a:r>
              <a:rPr lang="fr-FR" dirty="0" err="1" smtClean="0"/>
              <a:t>There's</a:t>
            </a:r>
            <a:r>
              <a:rPr lang="fr-FR" dirty="0" smtClean="0"/>
              <a:t> been </a:t>
            </a:r>
            <a:r>
              <a:rPr lang="fr-FR" dirty="0" err="1" smtClean="0"/>
              <a:t>heartache</a:t>
            </a:r>
            <a:r>
              <a:rPr lang="fr-FR" dirty="0" smtClean="0"/>
              <a:t> and pain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JE N’VEUX PLUS DEVOIR ENCORE LE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I </a:t>
            </a:r>
            <a:r>
              <a:rPr lang="fr-FR" dirty="0" err="1" smtClean="0"/>
              <a:t>don't</a:t>
            </a:r>
            <a:r>
              <a:rPr lang="fr-FR" dirty="0" smtClean="0"/>
              <a:t> know If I </a:t>
            </a:r>
            <a:r>
              <a:rPr lang="fr-FR" dirty="0" err="1" smtClean="0"/>
              <a:t>can</a:t>
            </a:r>
            <a:r>
              <a:rPr lang="fr-FR" dirty="0" smtClean="0"/>
              <a:t> face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17-  J’Y CROIS ENCORE JE L’AI TANT CHERCHÉ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Can't</a:t>
            </a:r>
            <a:r>
              <a:rPr lang="fr-FR" dirty="0" smtClean="0"/>
              <a:t> stop </a:t>
            </a:r>
            <a:r>
              <a:rPr lang="fr-FR" dirty="0" err="1" smtClean="0"/>
              <a:t>now</a:t>
            </a:r>
            <a:r>
              <a:rPr lang="fr-FR" dirty="0" smtClean="0"/>
              <a:t>, </a:t>
            </a:r>
            <a:r>
              <a:rPr lang="fr-FR" dirty="0" err="1" smtClean="0"/>
              <a:t>I've</a:t>
            </a:r>
            <a:r>
              <a:rPr lang="fr-FR" dirty="0" smtClean="0"/>
              <a:t> </a:t>
            </a:r>
            <a:r>
              <a:rPr lang="fr-FR" dirty="0" err="1" smtClean="0"/>
              <a:t>travelled</a:t>
            </a:r>
            <a:r>
              <a:rPr lang="fr-FR" dirty="0" smtClean="0"/>
              <a:t> </a:t>
            </a:r>
            <a:r>
              <a:rPr lang="fr-FR" dirty="0" err="1" smtClean="0"/>
              <a:t>so</a:t>
            </a:r>
            <a:r>
              <a:rPr lang="fr-FR" dirty="0" smtClean="0"/>
              <a:t> far,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br>
              <a:rPr lang="fr-FR" dirty="0" smtClean="0"/>
            </a:br>
            <a:r>
              <a:rPr lang="fr-FR" dirty="0" smtClean="0"/>
              <a:t>18-  L’AMOUR PEUT TOUT SUPPORTER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To change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lonely</a:t>
            </a:r>
            <a:r>
              <a:rPr lang="fr-FR" dirty="0" smtClean="0"/>
              <a:t> life</a:t>
            </a:r>
            <a:br>
              <a:rPr lang="fr-FR" dirty="0" smtClean="0"/>
            </a:b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UN PEU DE TEMPS IL M’EN FAUDRA PAR FOIS D’OUBLIER MES DOULEURS</a:t>
            </a:r>
          </a:p>
          <a:p>
            <a:r>
              <a:rPr lang="fr-FR" smtClean="0"/>
              <a:t>I gotta take a little time, A little time to think things over</a:t>
            </a:r>
          </a:p>
          <a:p>
            <a:endParaRPr lang="fr-FR" smtClean="0"/>
          </a:p>
          <a:p>
            <a:r>
              <a:rPr lang="fr-FR" smtClean="0"/>
              <a:t>2-  JE VEUX COMPRENDRE MES FAUX PAS</a:t>
            </a:r>
          </a:p>
          <a:p>
            <a:r>
              <a:rPr lang="fr-FR" smtClean="0"/>
              <a:t>    I better read between the lines,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3-  POUR NE PLUS REFAIRE LES MÊMES ERREURS</a:t>
            </a:r>
          </a:p>
          <a:p>
            <a:r>
              <a:rPr lang="fr-FR" smtClean="0"/>
              <a:t>     In case I need it when I'm older</a:t>
            </a:r>
          </a:p>
          <a:p>
            <a:endParaRPr lang="fr-FR" smtClean="0"/>
          </a:p>
          <a:p>
            <a:r>
              <a:rPr lang="fr-FR" smtClean="0"/>
              <a:t>4-  CETTE MONTAGNE DEVANT MOI</a:t>
            </a:r>
          </a:p>
          <a:p>
            <a:r>
              <a:rPr lang="fr-FR" smtClean="0"/>
              <a:t>     Now this mountain I must climb,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5-  EST COMME LE POIDS DU MONDE SUR MON CŒUR</a:t>
            </a:r>
          </a:p>
          <a:p>
            <a:r>
              <a:rPr lang="fr-FR" smtClean="0"/>
              <a:t>      Feels like the world upon my shoulders</a:t>
            </a:r>
          </a:p>
          <a:p>
            <a:endParaRPr lang="fr-FR" smtClean="0"/>
          </a:p>
          <a:p>
            <a:r>
              <a:rPr lang="fr-FR" smtClean="0"/>
              <a:t>6-  DE L’AMOUR J’APERÇOIS L’ÉCLAT</a:t>
            </a:r>
          </a:p>
          <a:p>
            <a:r>
              <a:rPr lang="fr-FR" smtClean="0"/>
              <a:t>     Through the clouds I see love shine,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IL ME RASSURE ET EFFACE MES PEURS</a:t>
            </a:r>
          </a:p>
          <a:p>
            <a:r>
              <a:rPr lang="fr-FR" smtClean="0"/>
              <a:t>It keeps me warm as life grows colder</a:t>
            </a:r>
          </a:p>
          <a:p>
            <a:endParaRPr lang="fr-FR" smtClean="0"/>
          </a:p>
          <a:p>
            <a:r>
              <a:rPr lang="fr-FR" smtClean="0"/>
              <a:t>7-  J’AI CONNU DOULEUR ET CŒUR BRISÉ</a:t>
            </a:r>
          </a:p>
          <a:p>
            <a:r>
              <a:rPr lang="fr-FR" smtClean="0"/>
              <a:t>     In my life There's been heartache and pain</a:t>
            </a:r>
          </a:p>
          <a:p>
            <a:endParaRPr lang="fr-FR" smtClean="0"/>
          </a:p>
          <a:p>
            <a:r>
              <a:rPr lang="fr-FR" smtClean="0"/>
              <a:t>8-  JE N’VEUX PLUS DEVOIR ENCORE LE SUPPORTER</a:t>
            </a:r>
          </a:p>
          <a:p>
            <a:r>
              <a:rPr lang="fr-FR" smtClean="0"/>
              <a:t>      I don't know If I can face it again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9-  J’Y CROIS ENCORE JE L’AI TANT CHERCHÉ</a:t>
            </a:r>
          </a:p>
          <a:p>
            <a:r>
              <a:rPr lang="fr-FR" smtClean="0"/>
              <a:t>     Can't stop now, I've travelled so far,</a:t>
            </a:r>
          </a:p>
          <a:p>
            <a:endParaRPr lang="fr-FR" smtClean="0"/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L’AMOUR PEUT TOUT CHANGER</a:t>
            </a:r>
          </a:p>
          <a:p>
            <a:r>
              <a:rPr lang="fr-FR" smtClean="0"/>
              <a:t>      To change this lonely life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11-  JE VEUX CONNAÎTRE L’AMOUR APPREND MOI JE TE PRIE</a:t>
            </a:r>
          </a:p>
          <a:p>
            <a:r>
              <a:rPr lang="fr-FR" smtClean="0"/>
              <a:t>                          I wanna know what love is I want you to show me</a:t>
            </a:r>
          </a:p>
          <a:p>
            <a:endParaRPr lang="fr-FR" smtClean="0"/>
          </a:p>
          <a:p>
            <a:r>
              <a:rPr lang="fr-FR" smtClean="0"/>
              <a:t>	12-  JE VEUX RESSENTIR L’AMOUR APPREND MOI JE TE PRIE</a:t>
            </a:r>
          </a:p>
          <a:p>
            <a:r>
              <a:rPr lang="fr-FR" smtClean="0"/>
              <a:t>	       I wanna feel what love is, I know you can show me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UN PEU DE TEMPS IL M’EN FAUDRA POUR TROUVER UN LIEU OÙ ME CACHER</a:t>
            </a:r>
          </a:p>
          <a:p>
            <a:r>
              <a:rPr lang="fr-FR" smtClean="0"/>
              <a:t>       I'm gonna take a little time, A little time to look around me</a:t>
            </a:r>
          </a:p>
          <a:p>
            <a:endParaRPr lang="fr-FR" smtClean="0"/>
          </a:p>
          <a:p>
            <a:r>
              <a:rPr lang="fr-FR" smtClean="0"/>
              <a:t>14-  AUCUN REFUGE AUTOUR DE MOI ON DIRAIT QUE L’AMOUR M’A TROUVÉ</a:t>
            </a:r>
          </a:p>
          <a:p>
            <a:r>
              <a:rPr lang="fr-FR" smtClean="0"/>
              <a:t>I've got nowhere left to hide, It looks like love Has finally found me</a:t>
            </a:r>
          </a:p>
          <a:p>
            <a:endParaRPr lang="fr-FR" smtClean="0"/>
          </a:p>
          <a:p>
            <a:r>
              <a:rPr lang="fr-FR" smtClean="0"/>
              <a:t>15-  J’AI CONNU DOULEUR ET CŒUR BRISÉ</a:t>
            </a:r>
          </a:p>
          <a:p>
            <a:r>
              <a:rPr lang="fr-FR" smtClean="0"/>
              <a:t>       In my life There's been heartache and pain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16-  JE N’VEUX PLUS DEVOIR ENCORE LE SUPPORTER</a:t>
            </a:r>
          </a:p>
          <a:p>
            <a:r>
              <a:rPr lang="fr-FR" smtClean="0"/>
              <a:t>       I don't know If I can face it again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J’Y CROIS ENCORE JE L’AI TANT CHERCHÉ</a:t>
            </a:r>
          </a:p>
          <a:p>
            <a:r>
              <a:rPr lang="fr-FR" smtClean="0"/>
              <a:t>      Can't stop now, I've travelled so far,</a:t>
            </a:r>
          </a:p>
          <a:p>
            <a:r>
              <a:rPr lang="fr-FR" smtClean="0"/>
              <a:t>       </a:t>
            </a:r>
            <a:br>
              <a:rPr lang="fr-FR" smtClean="0"/>
            </a:br>
            <a:r>
              <a:rPr lang="fr-FR" smtClean="0"/>
              <a:t>18-  L’AMOUR PEUT TOUT SUPPORTER</a:t>
            </a:r>
          </a:p>
          <a:p>
            <a:r>
              <a:rPr lang="fr-FR" smtClean="0"/>
              <a:t>      To change this lonely life</a:t>
            </a:r>
            <a:br>
              <a:rPr lang="fr-FR" smtClean="0"/>
            </a:br>
            <a:r>
              <a:rPr lang="fr-FR" smtClean="0"/>
              <a:t> 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297952-765F-4CA5-83E5-7223EC8FBE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18FA4-5535-4385-A29C-AF6FBC09DA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3BF6A-D82F-4F6A-AB21-3E458F30DD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8DB64-6CD1-46D8-8C33-617F1385CA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7357D-80B7-4D35-BE7A-1CEFF72BF1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C06C4E-4996-48F0-B3B9-B932E7DB76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FA6D7-7BFE-43F1-9810-C55AA5D5FE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C7250-19C8-4C60-B2BB-AC647EB97C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C031A4-BB80-46E0-A4B9-AB1D03C9E8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DDB38-68D8-4519-AE21-ACA2D743D6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760A6-C267-46CA-A321-12E24709AA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916AFB4-A35A-40A2-AECE-9B0C40E323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PEU DE TEMPS, IL M’EN FAUDRA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PARFOIS D’OUBLIER MES DOULEURS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COMPRENDRE MES FAUX PAS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NE PLUS REFAIRE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MÊMES ERREURS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CETTE MONTAGNE DEVANT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COMME LE POIDS DU MONDE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MON COEUR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L’AMOUR, J’APERÇOIS L’ÉCLAT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ME RASSURE ET EFFACE MES PEURS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CONNU DOULEUR ET CŒUR BRISÉ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PLUS DEVOIR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LE SUPPORTER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J’Y CROIS ENCORE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L’AI TANT CHERCHÉ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PEUT TOUT CHANGER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CONNAÎTRE L’AMOUR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APPRENDS-MOI JE TE PRIE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RESSENTIR L’AMOUR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APPRENDS-MOI JE TE PRIE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PEU DE TEMPS, IL M’EN FAUDRA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TROUVER UN LIEU OÙ ME CACHER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AUCUN REFUGE AUTOUR DE MOI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DIRAIT QUE L’AMOUR M’A TROUVÉ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CONNU DOULEUR ET CŒUR BRISÉ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NE VEUX PLUS DEVOIR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ENCORE LE SUPPORTER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J’Y CROIS ENCORE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L’AI TANT CHERCHÉ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PEUT TOUT SUPPORTER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1602</Words>
  <Application>Microsoft Office PowerPoint</Application>
  <PresentationFormat>On-screen Show (4:3)</PresentationFormat>
  <Paragraphs>1962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Franklin Gothic Medium</vt:lpstr>
      <vt:lpstr>Arial</vt:lpstr>
      <vt:lpstr>Calibri</vt:lpstr>
      <vt:lpstr>Default Design</vt:lpstr>
      <vt:lpstr>UN PEU DE TEMPS, IL M’EN FAUDRA PARFOIS D’OUBLIER MES DOULEURS</vt:lpstr>
      <vt:lpstr>JE VEUX COMPRENDRE MES FAUX PAS </vt:lpstr>
      <vt:lpstr>POUR NE PLUS REFAIRE  LES MÊMES ERREURS</vt:lpstr>
      <vt:lpstr>CETTE MONTAGNE DEVANT MOI </vt:lpstr>
      <vt:lpstr>EST COMME LE POIDS DU MONDE SUR MON COEUR</vt:lpstr>
      <vt:lpstr>DE L’AMOUR, J’APERÇOIS L’ÉCLAT IL ME RASSURE ET EFFACE MES PEURS</vt:lpstr>
      <vt:lpstr>J’AI CONNU DOULEUR ET CŒUR BRISÉ</vt:lpstr>
      <vt:lpstr>JE NE VEUX PLUS DEVOIR ENCORE LE SUPPORTER</vt:lpstr>
      <vt:lpstr>J’Y CROIS ENCORE  JE L’AI TANT CHERCHÉ </vt:lpstr>
      <vt:lpstr>L’AMOUR PEUT TOUT CHANGER</vt:lpstr>
      <vt:lpstr>JE VEUX CONNAÎTRE L’AMOUR APPRENDS-MOI JE TE PRIE</vt:lpstr>
      <vt:lpstr>JE VEUX RESSENTIR L’AMOUR APPRENDS-MOI JE TE PRIE</vt:lpstr>
      <vt:lpstr>UN PEU DE TEMPS, IL M’EN FAUDRA POUR TROUVER UN LIEU OÙ ME CACHER</vt:lpstr>
      <vt:lpstr>AUCUN REFUGE AUTOUR DE MOI ON DIRAIT QUE L’AMOUR M’A TROUVÉ</vt:lpstr>
      <vt:lpstr>J’AI CONNU DOULEUR ET CŒUR BRISÉ </vt:lpstr>
      <vt:lpstr>JE NE VEUX PLUS DEVOIR ENCORE LE SUPPORTER </vt:lpstr>
      <vt:lpstr>J’Y CROIS ENCORE  JE L’AI TANT CHERCHÉ </vt:lpstr>
      <vt:lpstr>L’AMOUR PEUT TOUT SUPPORTER  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124</cp:revision>
  <dcterms:created xsi:type="dcterms:W3CDTF">2002-08-17T10:50:50Z</dcterms:created>
  <dcterms:modified xsi:type="dcterms:W3CDTF">2017-06-11T10:43:08Z</dcterms:modified>
</cp:coreProperties>
</file>