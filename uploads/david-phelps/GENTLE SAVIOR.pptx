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6" r:id="rId10"/>
    <p:sldId id="317" r:id="rId11"/>
    <p:sldId id="318" r:id="rId12"/>
    <p:sldId id="319" r:id="rId13"/>
    <p:sldId id="320" r:id="rId14"/>
    <p:sldId id="32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9300" autoAdjust="0"/>
  </p:normalViewPr>
  <p:slideViewPr>
    <p:cSldViewPr>
      <p:cViewPr>
        <p:scale>
          <a:sx n="40" d="100"/>
          <a:sy n="40" d="100"/>
        </p:scale>
        <p:origin x="-1038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C165925-0C70-4D8B-9DB1-A51C1929E05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62D9AF-DF88-4A21-8591-1B65E1D3554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WHERE ARE THE SIGNS ? WHICH WAY SHOULD I GO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LEAD ME ON, GENTLE SAVIOR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MY PAST SURROUNDS ME LIKE A HOUSE I CAN'T AFFORD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BUT YOU SAY, "COME WITH ME; DON'T LIVE THERE ANYMORE."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AND WHEN I REACH THE VALLEY EVERY SOUL MUST JOURNEY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I'LL REMEMBER THEN HOW WELL YOU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WHERE ARE THE SIGNS ? WHICH WAY SHOULD I GO ?</a:t>
            </a:r>
          </a:p>
          <a:p>
            <a:r>
              <a:rPr lang="en-US" smtClean="0"/>
              <a:t>2-  I PLANNED EACH STEP</a:t>
            </a:r>
            <a:br>
              <a:rPr lang="en-US" smtClean="0"/>
            </a:br>
            <a:r>
              <a:rPr lang="en-US" smtClean="0"/>
              <a:t>BUT NOW I DON'T KNOW</a:t>
            </a:r>
          </a:p>
          <a:p>
            <a:r>
              <a:rPr lang="en-US" smtClean="0"/>
              <a:t>3-  TOMORROW IS A CHASM</a:t>
            </a:r>
            <a:br>
              <a:rPr lang="en-US" smtClean="0"/>
            </a:br>
            <a:r>
              <a:rPr lang="en-US" smtClean="0"/>
              <a:t>OF UNCERTAINTY</a:t>
            </a:r>
          </a:p>
          <a:p>
            <a:r>
              <a:rPr lang="en-US" smtClean="0"/>
              <a:t>4-  BUT, I WILL GO THERE</a:t>
            </a:r>
            <a:br>
              <a:rPr lang="en-US" smtClean="0"/>
            </a:br>
            <a:r>
              <a:rPr lang="en-US" smtClean="0"/>
              <a:t>IF YOU'LL GO WITH ME.</a:t>
            </a:r>
          </a:p>
          <a:p>
            <a:r>
              <a:rPr lang="en-US" smtClean="0"/>
              <a:t>5-  GENTLE SAVIOR, LEAD ME ON</a:t>
            </a:r>
            <a:br>
              <a:rPr lang="en-US" smtClean="0"/>
            </a:br>
            <a:r>
              <a:rPr lang="en-US" smtClean="0"/>
              <a:t>LET YOUR SPIRIT LIGHT THE WAY</a:t>
            </a:r>
          </a:p>
          <a:p>
            <a:r>
              <a:rPr lang="en-US" smtClean="0"/>
              <a:t>6-  GENTLE SAVIOR, LEAD ME ON</a:t>
            </a:r>
            <a:br>
              <a:rPr lang="en-US" smtClean="0"/>
            </a:br>
            <a:r>
              <a:rPr lang="en-US" smtClean="0"/>
              <a:t>HOLD ME CLOSE AND KEEP ME SAFE</a:t>
            </a:r>
          </a:p>
          <a:p>
            <a:r>
              <a:rPr lang="en-US" smtClean="0"/>
              <a:t>7-  LEAD ME ON, GENTLE SAVIOR</a:t>
            </a:r>
          </a:p>
          <a:p>
            <a:r>
              <a:rPr lang="en-US" smtClean="0"/>
              <a:t>8-  WHY CAN'T I WALK AWAY</a:t>
            </a:r>
            <a:br>
              <a:rPr lang="en-US" smtClean="0"/>
            </a:br>
            <a:r>
              <a:rPr lang="en-US" smtClean="0"/>
              <a:t>FROM MY REGRETS</a:t>
            </a:r>
          </a:p>
          <a:p>
            <a:r>
              <a:rPr lang="en-US" smtClean="0"/>
              <a:t>9-  AND WHY IS FORGIVENESS</a:t>
            </a:r>
            <a:br>
              <a:rPr lang="en-US" smtClean="0"/>
            </a:br>
            <a:r>
              <a:rPr lang="en-US" smtClean="0"/>
              <a:t>SO HARD TO ACCEPT</a:t>
            </a:r>
          </a:p>
          <a:p>
            <a:r>
              <a:rPr lang="en-US" smtClean="0"/>
              <a:t>10-  MY PAST SURROUNDS ME LIKE A HOUSE I CAN'T AFFORD</a:t>
            </a:r>
          </a:p>
          <a:p>
            <a:r>
              <a:rPr lang="en-US" smtClean="0"/>
              <a:t>11-  BUT YOU SAY, "COME WITH ME; DON'T LIVE THERE ANYMORE."</a:t>
            </a:r>
          </a:p>
          <a:p>
            <a:r>
              <a:rPr lang="en-US" smtClean="0"/>
              <a:t>12-  AND WHEN I REACH THE VALLEY EVERY SOUL MUST JOURNEY THROUGH</a:t>
            </a:r>
          </a:p>
          <a:p>
            <a:r>
              <a:rPr lang="en-US" smtClean="0"/>
              <a:t>13-  I'LL REMEMBER THEN HOW WELL YOU KNOW THE WAY</a:t>
            </a:r>
          </a:p>
          <a:p>
            <a:r>
              <a:rPr lang="en-US" smtClean="0"/>
              <a:t>14-  I'LL PUT MY HAND IN YOUR HAND</a:t>
            </a:r>
            <a:br>
              <a:rPr lang="en-US" smtClean="0"/>
            </a:br>
            <a:r>
              <a:rPr lang="en-US" smtClean="0"/>
              <a:t>LIKE A TRUSTING CHILD WOULD DO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6CB44-F051-4572-92C4-82815F2627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2C0B7-537F-4EEC-B3D5-C7E3EE49AF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88E7F-843B-4433-9675-B5FB429E79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DA47C-397F-4AE0-9DD7-58704B4AFC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38ADB-AD52-4351-AEC5-76E8F3969D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CA03C-3D2D-4C48-9EAB-83A019A961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AA5B2-DC61-4BD2-AE94-5F6FB647B8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E5BE2-90F3-421F-9BFB-EED69EEA64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F4059-B12D-4441-A384-1995E81055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F4FC9-2CE8-440B-8FAC-9C232A1403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34970-9FCF-4C54-AE47-CE1FF41B59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EF1CFB7-D1D8-450D-B00F-CAD9F2E705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WHERE ARE THE SIGNS ? WHICH WAY SHOULD I GO 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PLANNED EACH STEP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NOW I DON'T KNOW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TOMORROW IS A CHASM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UNCERTAINTY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BUT, I WILL GO THERE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IF YOU'LL GO WITH ME.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GENTLE SAVIOR, LEAD ME ON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YOUR SPIRIT LIGHT THE WAY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GENTLE SAVIOR, LEAD ME ON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HOLD ME CLOSE AND KEEP ME SAFE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LEAD ME ON, GENTLE SAVIOR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WHY CAN'T I WALK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FROM MY REGRETS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WHY IS FORGIVENESS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 HARD TO ACCEPT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PAST SURROUNDS ME LIKE A HOUSE I CAN'T AFFORD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9125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SAY, "COME WITH ME; DON'T LIVE THERE ANYMORE."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WHEN I REACH THE VALLEY EVERY SOUL MUST JOURNEY THROUGH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REMEMBER THEN HOW WELL YOU KNOW THE WAY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PUT MY HAND IN YOUR HAND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LIKE A TRUSTING CHILD WOULD DO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579</Words>
  <Application>Microsoft Office PowerPoint</Application>
  <PresentationFormat>On-screen Show (4:3)</PresentationFormat>
  <Paragraphs>406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WHERE ARE THE SIGNS ? WHICH WAY SHOULD I GO ?</vt:lpstr>
      <vt:lpstr>I PLANNED EACH STEP BUT NOW I DON'T KNOW</vt:lpstr>
      <vt:lpstr>TOMORROW IS A CHASM OF UNCERTAINTY</vt:lpstr>
      <vt:lpstr>BUT, I WILL GO THERE IF YOU'LL GO WITH ME.</vt:lpstr>
      <vt:lpstr>GENTLE SAVIOR, LEAD ME ON LET YOUR SPIRIT LIGHT THE WAY</vt:lpstr>
      <vt:lpstr>GENTLE SAVIOR, LEAD ME ON HOLD ME CLOSE AND KEEP ME SAFE</vt:lpstr>
      <vt:lpstr>LEAD ME ON, GENTLE SAVIOR</vt:lpstr>
      <vt:lpstr>WHY CAN'T I WALK AWAY FROM MY REGRETS</vt:lpstr>
      <vt:lpstr>AND WHY IS FORGIVENESS SO HARD TO ACCEPT</vt:lpstr>
      <vt:lpstr>MY PAST SURROUNDS ME LIKE A HOUSE I CAN'T AFFORD</vt:lpstr>
      <vt:lpstr>BUT YOU SAY, "COME WITH ME; DON'T LIVE THERE ANYMORE."</vt:lpstr>
      <vt:lpstr>AND WHEN I REACH THE VALLEY EVERY SOUL MUST JOURNEY THROUGH</vt:lpstr>
      <vt:lpstr>I'LL REMEMBER THEN HOW WELL YOU KNOW THE WAY</vt:lpstr>
      <vt:lpstr>I'LL PUT MY HAND IN YOUR HAND LIKE A TRUSTING CHILD WOULD DO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123</cp:revision>
  <dcterms:created xsi:type="dcterms:W3CDTF">2002-08-17T10:50:50Z</dcterms:created>
  <dcterms:modified xsi:type="dcterms:W3CDTF">2013-10-27T10:11:14Z</dcterms:modified>
</cp:coreProperties>
</file>