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92" r:id="rId3"/>
    <p:sldId id="291" r:id="rId4"/>
    <p:sldId id="293" r:id="rId5"/>
    <p:sldId id="290" r:id="rId6"/>
    <p:sldId id="294" r:id="rId7"/>
    <p:sldId id="289" r:id="rId8"/>
    <p:sldId id="288" r:id="rId9"/>
    <p:sldId id="296" r:id="rId10"/>
    <p:sldId id="287" r:id="rId11"/>
    <p:sldId id="286" r:id="rId12"/>
    <p:sldId id="285" r:id="rId13"/>
    <p:sldId id="284" r:id="rId14"/>
    <p:sldId id="283" r:id="rId15"/>
    <p:sldId id="282" r:id="rId16"/>
    <p:sldId id="281" r:id="rId17"/>
    <p:sldId id="280" r:id="rId18"/>
    <p:sldId id="279" r:id="rId19"/>
    <p:sldId id="278" r:id="rId20"/>
    <p:sldId id="295" r:id="rId21"/>
    <p:sldId id="277" r:id="rId22"/>
    <p:sldId id="276" r:id="rId23"/>
    <p:sldId id="275" r:id="rId24"/>
    <p:sldId id="274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7536" autoAdjust="0"/>
  </p:normalViewPr>
  <p:slideViewPr>
    <p:cSldViewPr>
      <p:cViewPr>
        <p:scale>
          <a:sx n="44" d="100"/>
          <a:sy n="44" d="100"/>
        </p:scale>
        <p:origin x="-468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E9237CF-3DA0-435A-94B5-232584A37B1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BD76414-A686-47BA-A0DC-44E2B0D9BA4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smtClean="0"/>
              <a:t>1-  QUE PERSONNE NE DORME !  QUE PERSONNE NE DORME ! </a:t>
            </a:r>
          </a:p>
          <a:p>
            <a:pPr>
              <a:defRPr/>
            </a:pPr>
            <a:r>
              <a:rPr lang="it-IT" dirty="0" smtClean="0"/>
              <a:t>     Nessun dorma, nessun dorma</a:t>
            </a:r>
          </a:p>
          <a:p>
            <a:pPr>
              <a:defRPr/>
            </a:pPr>
            <a:r>
              <a:rPr lang="it-IT" dirty="0" smtClean="0"/>
              <a:t> 
2-  TOI AUSSI, Ô PRINCESSE DANS TA FROIDE CHAMBRE  </a:t>
            </a:r>
          </a:p>
          <a:p>
            <a:pPr>
              <a:defRPr/>
            </a:pPr>
            <a:r>
              <a:rPr lang="it-IT" dirty="0" smtClean="0"/>
              <a:t>     Tu pure, o, Principessa Nella tua fredda stanza</a:t>
            </a:r>
          </a:p>
          <a:p>
            <a:pPr>
              <a:defRPr/>
            </a:pPr>
            <a:r>
              <a:rPr lang="it-IT" dirty="0" smtClean="0"/>
              <a:t>3-  TU REGARDES LES ÉTOILES</a:t>
            </a:r>
          </a:p>
          <a:p>
            <a:pPr>
              <a:defRPr/>
            </a:pPr>
            <a:r>
              <a:rPr lang="it-IT" dirty="0" smtClean="0"/>
              <a:t>      Guardi le stelle  </a:t>
            </a:r>
          </a:p>
          <a:p>
            <a:pPr>
              <a:defRPr/>
            </a:pPr>
            <a:r>
              <a:rPr lang="it-IT" dirty="0" smtClean="0"/>
              <a:t>4-  QUI TREMBLENT D’AMOUR  ET D’ESPÉRANCE…</a:t>
            </a:r>
          </a:p>
          <a:p>
            <a:pPr>
              <a:defRPr/>
            </a:pPr>
            <a:r>
              <a:rPr lang="it-IT" dirty="0" smtClean="0"/>
              <a:t>      Che fremono d'amore E di speranza  </a:t>
            </a:r>
          </a:p>
          <a:p>
            <a:pPr>
              <a:defRPr/>
            </a:pPr>
            <a:r>
              <a:rPr lang="it-IT" dirty="0" smtClean="0"/>
              <a:t>5-   MAIS MON MYSTÈRE  EST SCELLÉ EN MOI</a:t>
            </a:r>
          </a:p>
          <a:p>
            <a:pPr>
              <a:defRPr/>
            </a:pPr>
            <a:r>
              <a:rPr lang="it-IT" dirty="0" smtClean="0"/>
              <a:t>      Ma il mio mistero e chiuso in me</a:t>
            </a:r>
          </a:p>
          <a:p>
            <a:pPr>
              <a:defRPr/>
            </a:pPr>
            <a:r>
              <a:rPr lang="it-IT" dirty="0" smtClean="0"/>
              <a:t>6-  PERSONNE NE SAURA MON NOM</a:t>
            </a:r>
          </a:p>
          <a:p>
            <a:pPr>
              <a:defRPr/>
            </a:pPr>
            <a:r>
              <a:rPr lang="it-IT" dirty="0" smtClean="0"/>
              <a:t>      Il nome mio nessun sapra   </a:t>
            </a:r>
          </a:p>
          <a:p>
            <a:pPr>
              <a:defRPr/>
            </a:pPr>
            <a:r>
              <a:rPr lang="it-IT" dirty="0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dirty="0" smtClean="0"/>
              <a:t>      No, no, sulla tua bocca lo diro, Quando la luce splendera</a:t>
            </a:r>
            <a:br>
              <a:rPr lang="it-IT" dirty="0" smtClean="0"/>
            </a:br>
            <a:r>
              <a:rPr lang="it-IT" dirty="0" smtClean="0"/>
              <a:t>  </a:t>
            </a:r>
          </a:p>
          <a:p>
            <a:pPr>
              <a:defRPr/>
            </a:pPr>
            <a:r>
              <a:rPr lang="it-IT" dirty="0" smtClean="0"/>
              <a:t>8-  ET MON BAISER BRISERA LE SILENCE QUI TE FAIT MIENNE  </a:t>
            </a:r>
          </a:p>
          <a:p>
            <a:pPr>
              <a:defRPr/>
            </a:pPr>
            <a:r>
              <a:rPr lang="it-IT" dirty="0" smtClean="0"/>
              <a:t>      Ed il mio bacio sciogliera il silenzio, Che ti fa mia</a:t>
            </a:r>
            <a:br>
              <a:rPr lang="it-IT" dirty="0" smtClean="0"/>
            </a:br>
            <a:endParaRPr lang="it-IT" dirty="0" smtClean="0"/>
          </a:p>
          <a:p>
            <a:pPr>
              <a:defRPr/>
            </a:pPr>
            <a:r>
              <a:rPr lang="it-IT" dirty="0" smtClean="0"/>
              <a:t>9-  PERSONNE NE SAURA MON NOM</a:t>
            </a:r>
          </a:p>
          <a:p>
            <a:pPr>
              <a:defRPr/>
            </a:pPr>
            <a:r>
              <a:rPr lang="it-IT" dirty="0" smtClean="0"/>
              <a:t>      Il nome suo nessun sapra     </a:t>
            </a:r>
          </a:p>
          <a:p>
            <a:pPr>
              <a:defRPr/>
            </a:pPr>
            <a:r>
              <a:rPr lang="it-IT" dirty="0" smtClean="0"/>
              <a:t>10-  ET NOUS DEVRONS HÉLAS MOURIR </a:t>
            </a:r>
          </a:p>
          <a:p>
            <a:pPr>
              <a:defRPr/>
            </a:pPr>
            <a:r>
              <a:rPr lang="it-IT" dirty="0" smtClean="0"/>
              <a:t>       E noi dovrem, ahime, morir   </a:t>
            </a:r>
          </a:p>
          <a:p>
            <a:pPr>
              <a:defRPr/>
            </a:pPr>
            <a:r>
              <a:rPr lang="it-IT" dirty="0" smtClean="0"/>
              <a:t>11-  DISSIPE-TOI Ô NUIT DISPERSEZ-VOUS ÉTOILES  </a:t>
            </a:r>
          </a:p>
          <a:p>
            <a:pPr>
              <a:defRPr/>
            </a:pPr>
            <a:r>
              <a:rPr lang="it-IT" dirty="0" smtClean="0"/>
              <a:t>       Dilegua, o notte Tramontate, stelle</a:t>
            </a:r>
          </a:p>
          <a:p>
            <a:pPr>
              <a:defRPr/>
            </a:pPr>
            <a:r>
              <a:rPr lang="it-IT" dirty="0" smtClean="0"/>
              <a:t>12-  DISPERSEZ-VOUS ÉTOILES À L’AUBE JE VAINCRAI  </a:t>
            </a:r>
          </a:p>
          <a:p>
            <a:pPr>
              <a:defRPr/>
            </a:pPr>
            <a:r>
              <a:rPr lang="it-IT" dirty="0" smtClean="0"/>
              <a:t>       Tramontate, stelle All'alba vincero</a:t>
            </a:r>
          </a:p>
          <a:p>
            <a:pPr>
              <a:defRPr/>
            </a:pPr>
            <a:r>
              <a:rPr lang="it-IT" dirty="0" smtClean="0"/>
              <a:t>13-  JE VAINCRAI </a:t>
            </a:r>
          </a:p>
          <a:p>
            <a:pPr>
              <a:defRPr/>
            </a:pPr>
            <a:r>
              <a:rPr lang="it-IT" dirty="0" smtClean="0"/>
              <a:t>       Vincero, vincero  </a:t>
            </a:r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mtClean="0"/>
              <a:t>1-  QUE PERSONNE NE DORME !  QUE PERSONNE NE DORME ! </a:t>
            </a:r>
          </a:p>
          <a:p>
            <a:pPr>
              <a:defRPr/>
            </a:pPr>
            <a:r>
              <a:rPr lang="it-IT" smtClean="0"/>
              <a:t>     Nessun dorma, nessun dorma</a:t>
            </a:r>
          </a:p>
          <a:p>
            <a:pPr>
              <a:defRPr/>
            </a:pPr>
            <a:r>
              <a:rPr lang="it-IT" smtClean="0"/>
              <a:t> 
2-  TOI AUSSI, Ô PRINCESSE DANS TA FROIDE CHAMBRE  </a:t>
            </a:r>
          </a:p>
          <a:p>
            <a:pPr>
              <a:defRPr/>
            </a:pPr>
            <a:r>
              <a:rPr lang="it-IT" smtClean="0"/>
              <a:t>     Tu pure, o, Principessa Nella tua fredda stanza</a:t>
            </a:r>
          </a:p>
          <a:p>
            <a:pPr>
              <a:defRPr/>
            </a:pPr>
            <a:r>
              <a:rPr lang="it-IT" smtClean="0"/>
              <a:t>3-  TU REGARDES LES ÉTOILES</a:t>
            </a:r>
          </a:p>
          <a:p>
            <a:pPr>
              <a:defRPr/>
            </a:pPr>
            <a:r>
              <a:rPr lang="it-IT" smtClean="0"/>
              <a:t>      Guardi le stelle  </a:t>
            </a:r>
          </a:p>
          <a:p>
            <a:pPr>
              <a:defRPr/>
            </a:pPr>
            <a:r>
              <a:rPr lang="it-IT" smtClean="0"/>
              <a:t>4-  QUI TREMBLENT D’AMOUR  ET D’ESPÉRANCE…</a:t>
            </a:r>
          </a:p>
          <a:p>
            <a:pPr>
              <a:defRPr/>
            </a:pPr>
            <a:r>
              <a:rPr lang="it-IT" smtClean="0"/>
              <a:t>      Che fremono d'amore E di speranza  </a:t>
            </a:r>
          </a:p>
          <a:p>
            <a:pPr>
              <a:defRPr/>
            </a:pPr>
            <a:r>
              <a:rPr lang="it-IT" smtClean="0"/>
              <a:t>5-   MAIS MON MYSTÈRE  EST SCELLÉ EN MOI</a:t>
            </a:r>
          </a:p>
          <a:p>
            <a:pPr>
              <a:defRPr/>
            </a:pPr>
            <a:r>
              <a:rPr lang="it-IT" smtClean="0"/>
              <a:t>      Ma il mio mistero e chiuso in me</a:t>
            </a:r>
          </a:p>
          <a:p>
            <a:pPr>
              <a:defRPr/>
            </a:pPr>
            <a:r>
              <a:rPr lang="it-IT" smtClean="0"/>
              <a:t>6-  PERSONNE NE SAURA MON NOM</a:t>
            </a:r>
          </a:p>
          <a:p>
            <a:pPr>
              <a:defRPr/>
            </a:pPr>
            <a:r>
              <a:rPr lang="it-IT" smtClean="0"/>
              <a:t>      Il nome mio nessun sapra   </a:t>
            </a:r>
          </a:p>
          <a:p>
            <a:pPr>
              <a:defRPr/>
            </a:pPr>
            <a:r>
              <a:rPr lang="it-IT" smtClean="0"/>
              <a:t>      
7-  NON, NON, SUR TA BOUCHE JE TE DIRAI QUAND LA LUMIÈRE RESPLENDIRA !</a:t>
            </a:r>
          </a:p>
          <a:p>
            <a:pPr>
              <a:defRPr/>
            </a:pPr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pPr>
              <a:defRPr/>
            </a:pPr>
            <a:r>
              <a:rPr lang="it-IT" smtClean="0"/>
              <a:t>8-  ET MON BAISER BRISERA LE SILENCE QUI TE FAIT MIENNE  </a:t>
            </a:r>
          </a:p>
          <a:p>
            <a:pPr>
              <a:defRPr/>
            </a:pPr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pPr>
              <a:defRPr/>
            </a:pPr>
            <a:r>
              <a:rPr lang="it-IT" smtClean="0"/>
              <a:t>9-  PERSONNE NE SAURA MON NOM</a:t>
            </a:r>
          </a:p>
          <a:p>
            <a:pPr>
              <a:defRPr/>
            </a:pPr>
            <a:r>
              <a:rPr lang="it-IT" smtClean="0"/>
              <a:t>      Il nome suo nessun sapra     </a:t>
            </a:r>
          </a:p>
          <a:p>
            <a:pPr>
              <a:defRPr/>
            </a:pPr>
            <a:r>
              <a:rPr lang="it-IT" smtClean="0"/>
              <a:t>10-  ET NOUS DEVRONS HÉLAS MOURIR </a:t>
            </a:r>
          </a:p>
          <a:p>
            <a:pPr>
              <a:defRPr/>
            </a:pPr>
            <a:r>
              <a:rPr lang="it-IT" smtClean="0"/>
              <a:t>       E noi dovrem, ahime, morir   </a:t>
            </a:r>
          </a:p>
          <a:p>
            <a:pPr>
              <a:defRPr/>
            </a:pPr>
            <a:r>
              <a:rPr lang="it-IT" smtClean="0"/>
              <a:t>11-  DISSIPE-TOI Ô NUIT DISPERSEZ-VOUS ÉTOILES  </a:t>
            </a:r>
          </a:p>
          <a:p>
            <a:pPr>
              <a:defRPr/>
            </a:pPr>
            <a:r>
              <a:rPr lang="it-IT" smtClean="0"/>
              <a:t>       Dilegua, o notte Tramontate, stelle</a:t>
            </a:r>
          </a:p>
          <a:p>
            <a:pPr>
              <a:defRPr/>
            </a:pPr>
            <a:r>
              <a:rPr lang="it-IT" smtClean="0"/>
              <a:t>12-  DISPERSEZ-VOUS ÉTOILES À L’AUBE JE VAINCRAI  </a:t>
            </a:r>
          </a:p>
          <a:p>
            <a:pPr>
              <a:defRPr/>
            </a:pPr>
            <a:r>
              <a:rPr lang="it-IT" smtClean="0"/>
              <a:t>       Tramontate, stelle All'alba vincero</a:t>
            </a:r>
          </a:p>
          <a:p>
            <a:pPr>
              <a:defRPr/>
            </a:pPr>
            <a:r>
              <a:rPr lang="it-IT" smtClean="0"/>
              <a:t>13-  JE VAINCRAI </a:t>
            </a:r>
          </a:p>
          <a:p>
            <a:pPr>
              <a:defRPr/>
            </a:pPr>
            <a:r>
              <a:rPr lang="it-IT" smtClean="0"/>
              <a:t>       Vincero, vincero  </a:t>
            </a:r>
          </a:p>
          <a:p>
            <a:pPr>
              <a:defRPr/>
            </a:pPr>
            <a:endParaRPr lang="it-IT" smtClean="0"/>
          </a:p>
          <a:p>
            <a:pPr>
              <a:defRPr/>
            </a:pPr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it-IT" smtClean="0"/>
              <a:t>1-  QUE PERSONNE NE DORME !  QUE PERSONNE NE DORME ! </a:t>
            </a:r>
          </a:p>
          <a:p>
            <a:r>
              <a:rPr lang="it-IT" smtClean="0"/>
              <a:t>     Nessun dorma, nessun dorma</a:t>
            </a:r>
          </a:p>
          <a:p>
            <a:r>
              <a:rPr lang="it-IT" smtClean="0"/>
              <a:t> 
2-  TOI AUSSI, Ô PRINCESSE DANS TA FROIDE CHAMBRE  </a:t>
            </a:r>
          </a:p>
          <a:p>
            <a:r>
              <a:rPr lang="it-IT" smtClean="0"/>
              <a:t>     Tu pure, o, Principessa Nella tua fredda stanza</a:t>
            </a:r>
          </a:p>
          <a:p>
            <a:r>
              <a:rPr lang="it-IT" smtClean="0"/>
              <a:t>3-  TU REGARDES LES ÉTOILES</a:t>
            </a:r>
          </a:p>
          <a:p>
            <a:r>
              <a:rPr lang="it-IT" smtClean="0"/>
              <a:t>      Guardi le stelle  </a:t>
            </a:r>
          </a:p>
          <a:p>
            <a:r>
              <a:rPr lang="it-IT" smtClean="0"/>
              <a:t>4-  QUI TREMBLENT D’AMOUR  ET D’ESPÉRANCE…</a:t>
            </a:r>
          </a:p>
          <a:p>
            <a:r>
              <a:rPr lang="it-IT" smtClean="0"/>
              <a:t>      Che fremono d'amore E di speranza  </a:t>
            </a:r>
          </a:p>
          <a:p>
            <a:r>
              <a:rPr lang="it-IT" smtClean="0"/>
              <a:t>5-   MAIS MON MYSTÈRE  EST SCELLÉ EN MOI</a:t>
            </a:r>
          </a:p>
          <a:p>
            <a:r>
              <a:rPr lang="it-IT" smtClean="0"/>
              <a:t>      Ma il mio mistero e chiuso in me</a:t>
            </a:r>
          </a:p>
          <a:p>
            <a:r>
              <a:rPr lang="it-IT" smtClean="0"/>
              <a:t>6-  PERSONNE NE SAURA MON NOM</a:t>
            </a:r>
          </a:p>
          <a:p>
            <a:r>
              <a:rPr lang="it-IT" smtClean="0"/>
              <a:t>      Il nome mio nessun sapra   </a:t>
            </a:r>
          </a:p>
          <a:p>
            <a:r>
              <a:rPr lang="it-IT" smtClean="0"/>
              <a:t>      
7-  NON, NON, SUR TA BOUCHE JE TE DIRAI QUAND LA LUMIÈRE RESPLENDIRA !</a:t>
            </a:r>
          </a:p>
          <a:p>
            <a:r>
              <a:rPr lang="it-IT" smtClean="0"/>
              <a:t>      No, no, sulla tua bocca lo diro, Quando la luce splendera</a:t>
            </a:r>
            <a:br>
              <a:rPr lang="it-IT" smtClean="0"/>
            </a:br>
            <a:r>
              <a:rPr lang="it-IT" smtClean="0"/>
              <a:t>  </a:t>
            </a:r>
          </a:p>
          <a:p>
            <a:r>
              <a:rPr lang="it-IT" smtClean="0"/>
              <a:t>8-  ET MON BAISER BRISERA LE SILENCE QUI TE FAIT MIENNE  </a:t>
            </a:r>
          </a:p>
          <a:p>
            <a:r>
              <a:rPr lang="it-IT" smtClean="0"/>
              <a:t>      Ed il mio bacio sciogliera il silenzio, Che ti fa mia</a:t>
            </a:r>
            <a:br>
              <a:rPr lang="it-IT" smtClean="0"/>
            </a:br>
            <a:endParaRPr lang="it-IT" smtClean="0"/>
          </a:p>
          <a:p>
            <a:r>
              <a:rPr lang="it-IT" smtClean="0"/>
              <a:t>9-  PERSONNE NE SAURA MON NOM</a:t>
            </a:r>
          </a:p>
          <a:p>
            <a:r>
              <a:rPr lang="it-IT" smtClean="0"/>
              <a:t>      Il nome suo nessun sapra     </a:t>
            </a:r>
          </a:p>
          <a:p>
            <a:r>
              <a:rPr lang="it-IT" smtClean="0"/>
              <a:t>10-  ET NOUS DEVRONS HÉLAS MOURIR </a:t>
            </a:r>
          </a:p>
          <a:p>
            <a:r>
              <a:rPr lang="it-IT" smtClean="0"/>
              <a:t>       E noi dovrem, ahime, morir   </a:t>
            </a:r>
          </a:p>
          <a:p>
            <a:r>
              <a:rPr lang="it-IT" smtClean="0"/>
              <a:t>11-  DISSIPE-TOI Ô NUIT DISPERSEZ-VOUS ÉTOILES  </a:t>
            </a:r>
          </a:p>
          <a:p>
            <a:r>
              <a:rPr lang="it-IT" smtClean="0"/>
              <a:t>       Dilegua, o notte Tramontate, stelle</a:t>
            </a:r>
          </a:p>
          <a:p>
            <a:r>
              <a:rPr lang="it-IT" smtClean="0"/>
              <a:t>12-  DISPERSEZ-VOUS ÉTOILES À L’AUBE JE VAINCRAI  </a:t>
            </a:r>
          </a:p>
          <a:p>
            <a:r>
              <a:rPr lang="it-IT" smtClean="0"/>
              <a:t>       Tramontate, stelle All'alba vincero</a:t>
            </a:r>
          </a:p>
          <a:p>
            <a:r>
              <a:rPr lang="it-IT" smtClean="0"/>
              <a:t>13-  JE VAINCRAI </a:t>
            </a:r>
          </a:p>
          <a:p>
            <a:r>
              <a:rPr lang="it-IT" smtClean="0"/>
              <a:t>       Vincero, vincero  </a:t>
            </a:r>
          </a:p>
          <a:p>
            <a:endParaRPr lang="it-IT" smtClean="0"/>
          </a:p>
          <a:p>
            <a:r>
              <a:rPr lang="it-IT" smtClean="0"/>
              <a:t>14-  TU PURE, O, PRINCIPESSA, NELLA TUA FREDDA STANZA,  
15-  GUARDI LE STELLE CHE TREMANO D'AMORE  
16-  E DI SPERANZA.    
17-  MA IL MIO MISTERO È CHIUSO IN ME, IL NOME MIO NESSUN SAPRÀ !  
18-  NO, NO, SULLA TUA BOCCA LO DIRÒ QUANDO LA LUCE SPLENDERÀ !  
19-  ED IL MIO BACIO  SCIOGLIERÀ IL SILENZIO 
20-  CHE TI FA MIA!  
21-  E NOI DOVREM, AHIME, MORIR !    
22-  DILEGUA, O NOTTE ! TRAMONTATE, STELLE !  
23-  TRAMONTATE, STELLE ! ALL'ALBA VINCERÒ !  
24-  VINCERÒ, VINCERÒ !  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97E71-2958-4146-8AC4-13A40EC389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B99C7-EF8E-42E6-96DB-C046D3406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CDAF3-5F8E-4F91-884F-9307DC9962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1070A-193F-412A-AD45-D2BCE19418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0665E-404B-4684-8AA6-6E0E83F07E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A247F-E367-4499-8F7B-B21FE6B04A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44270-E93B-4E61-B5BB-49D7210934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6ACD9-1695-4FB9-9CD5-B666E9712A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876E5-7C49-4B53-BDB3-5A921F1693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A278-87A5-4F01-8924-2A285DA165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23FBD-FE33-45C4-A0D4-C52AC738D0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AAC3905-7475-460B-B52E-F8B48772DA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PERSONNE NE DORME !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PERSONNE NE DORME !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AUSSI, Ô PRINCESSE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FROIDE CHAMBRE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REGARDES LES ÉTOILES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TREMBLENT D’AMOUR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D’ESPÉRANCE…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MAIS MON MYSTÈRE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SCELLÉ EN 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SAURA MON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NON, NON, SUR TA BOUCHE JE TE DIRAI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LA LUMIÈRE RESPLENDIRA !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MON BAISER BRISERA LE SILENCE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TE FAIT MIENNE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SAURA MON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DEVRONS HÉLAS MOURIR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DISSIPE-TOI Ô NUIT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DISPERSEZ-VOUS ÉTOILES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DISPERSEZ-VOUS ÉTOILES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L’AUBE JE VAINCRAI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VAINCRAI</a:t>
            </a:r>
          </a:p>
          <a:p>
            <a:pPr algn="ctr"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PURE, O, PRINCIPESSA,</a:t>
            </a:r>
          </a:p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NELLA TUA FREDDA STANZA,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GUARDI LE STELLE</a:t>
            </a:r>
          </a:p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 TREMANO D'AMORE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 DI SPERANZA.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IL MIO MISTERO È CHIUSO IN ME,</a:t>
            </a:r>
          </a:p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NOME MIO NESSUN SAPRÀ !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NO, NO, SULLA TUA BOCCA LO DIRÒ</a:t>
            </a:r>
          </a:p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QUANDO LA LUCE SPLENDERÀ !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ED IL MIO BACIO</a:t>
            </a:r>
          </a:p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SCIOGLIERÀ IL SILENZIO</a:t>
            </a:r>
            <a:endParaRPr lang="it-IT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 TI FA MIA!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 NOI DOVREM, AHIME, MORIR !</a:t>
            </a:r>
          </a:p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DILEGUA, O NOTTE !</a:t>
            </a:r>
          </a:p>
          <a:p>
            <a:pPr algn="ctr"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TRAMONTATE, STELLE !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TRAMONTATE, STELLE 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ALL'ALBA VINCERÒ !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VINCERÒ, VINCERÒ !</a:t>
            </a:r>
          </a:p>
          <a:p>
            <a:pPr algn="ctr"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396</Words>
  <Application>Microsoft Office PowerPoint</Application>
  <PresentationFormat>On-screen Show (4:3)</PresentationFormat>
  <Paragraphs>1386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136</cp:revision>
  <dcterms:created xsi:type="dcterms:W3CDTF">2002-08-17T10:50:50Z</dcterms:created>
  <dcterms:modified xsi:type="dcterms:W3CDTF">2017-06-11T10:44:39Z</dcterms:modified>
</cp:coreProperties>
</file>