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8" r:id="rId2"/>
    <p:sldId id="259" r:id="rId3"/>
    <p:sldId id="262" r:id="rId4"/>
    <p:sldId id="263" r:id="rId5"/>
    <p:sldId id="261" r:id="rId6"/>
    <p:sldId id="264" r:id="rId7"/>
    <p:sldId id="265" r:id="rId8"/>
    <p:sldId id="266" r:id="rId9"/>
    <p:sldId id="268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715" autoAdjust="0"/>
    <p:restoredTop sz="59223" autoAdjust="0"/>
  </p:normalViewPr>
  <p:slideViewPr>
    <p:cSldViewPr>
      <p:cViewPr varScale="1">
        <p:scale>
          <a:sx n="63" d="100"/>
          <a:sy n="63" d="100"/>
        </p:scale>
        <p:origin x="-110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25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97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F99F5435-0CA1-4C12-8E6C-C348ECD3020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07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17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27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37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48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58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68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78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89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399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09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19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403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60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81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017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120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222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42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52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63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Refrain: 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endParaRPr lang="fr-FR" smtClean="0">
              <a:latin typeface="Times New Roman" pitchFamily="18" charset="0"/>
            </a:endParaRPr>
          </a:p>
        </p:txBody>
      </p:sp>
      <p:sp>
        <p:nvSpPr>
          <p:cNvPr id="573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fr-FR" smtClean="0">
                <a:latin typeface="Times New Roman" pitchFamily="18" charset="0"/>
              </a:rPr>
              <a:t>1-  NOUS VOICI AVEC NOS MAINS LEVÉES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Here we stand with our hand up high.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2-  DONNE-NOUS UNE RAISON DE TÉMOIGNER QUE LA GLOIRE DESCENDE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3-  BRISE LES CHAÎNES  ET QUE LES MURS TOMBENT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Give us a reason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4-  QUE LA GLOIRE DESCENDE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5-  NOUS VOULONS SENTIR  QUAND TON ESPRIT VIENT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We wanna feel it when the spirit falls.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6-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  
	7-  NOUS CHANTONS  GLOIRE  GLOIRE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we sing glory, glory,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8-  OH ! GLOIRE  GLOIRE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	Oh, glory, glory, 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9-  AVEC UNE FORCE  QU’ON NE PEUT EXPLIQUER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With a force that we can't explain.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10-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11-  OH ! QU’ELLE VIENNE  COMME UNE SAINTE PLUIE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let it fall like a holy rain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12-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13-  OH ! SUR NOUS AVEC FORCE  METS-NOUS À GENOUX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Oh, bring it on, bring it strong, bring us to our knees.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14-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15-  MONTRE TA PRÉSENCE  PRÉCIEUX SAINT-ESPRIT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Show us Your presence, Holy Spirit, please.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16-  QUE LA GLOIRE DESCENDE  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17-  NOUS ALLONS LOUER SON NOM LOUER SON SAINT NOM 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Now we're gonna praise His name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18-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19-  QUE LA GLOIRE DESCENDE DESCENDE,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down, and down, and down.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20-  LOUER SON SAINT NOM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Praise His holy name
21-  QUE LA GLOIRE DESCENDE LOUER SON SAINT NOM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down. Praise His holy name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 22- 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Let the glory come down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23-  IL Y A UNE FAIM DANS NOS ÂMES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There's a hunger down in our souls. Let the glory come down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24-  GLOIRE, LAISSE-NOUS LA VOIR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Glory, let us see where the glory rolls.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	Refrain: 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  <a:p>
            <a:pPr eaLnBrk="1" hangingPunct="1"/>
            <a:r>
              <a:rPr lang="fr-FR" smtClean="0">
                <a:latin typeface="Times New Roman" pitchFamily="18" charset="0"/>
              </a:rPr>
              <a:t>25-  BRISE LES CHAÎNES  NOUS VOULONS TÉMOIGNER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Break the chains - we want to testify.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26-  QU’ELLE VIENNE, AVEC FORCE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Bring it on, bring it strong.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27-  TOUTE LA GLOIRE QUE LA GLOIRE DESCENDE </a:t>
            </a:r>
          </a:p>
          <a:p>
            <a:pPr eaLnBrk="1" hangingPunct="1"/>
            <a:r>
              <a:rPr lang="fr-FR" smtClean="0">
                <a:latin typeface="Times New Roman" pitchFamily="18" charset="0"/>
              </a:rPr>
              <a:t>All the glory, let the glory come down.</a:t>
            </a:r>
          </a:p>
          <a:p>
            <a:pPr eaLnBrk="1" hangingPunct="1"/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65C6A-92F5-47D8-946B-2A65214532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5184D-3FF0-49AC-9F70-1B08174C3C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3736C-9EF4-4EEF-B68C-03F991FC60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64B81-F825-4600-846F-C72AE08D51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2319B-F272-4B33-BEDE-07AAD4E568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996881-FDE6-48C2-A37E-FB694E5CA2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528E73-65E0-4E0A-909B-305ED1A049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91443-D1B6-4922-9AFE-C8E5F49B5D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955089-1370-4849-9B9F-646697CBBA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CCDEDF-5883-4AB3-93DD-12E274B8AE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F71A7-BB2B-4A70-B551-5A2BE2AD20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73AE38E7-0E46-47D1-BD31-4A65D418C8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VOICI AVEC NOS MAINS LEVÉES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DONNE-NOUS UNE RAISON DE TÉMOIGNER</a:t>
            </a:r>
          </a:p>
          <a:p>
            <a:pPr algn="ctr">
              <a:defRPr/>
            </a:pP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</a:t>
            </a:r>
            <a:r>
              <a:rPr lang="fr-FR" sz="38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DESCENDE</a:t>
            </a:r>
          </a:p>
          <a:p>
            <a:pPr algn="ctr">
              <a:defRPr/>
            </a:pPr>
            <a:endParaRPr lang="fr-FR" sz="38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BRISE LES CHAÎNES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LES MURS TOMBENT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SENTIR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TON ESPRIT VIENT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CHANTONS  GLOIRE  GLOIRE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GLOIRE  GLOIRE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QUE LA GLOIRE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UNE FORCE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QU’ON NE PEUT EXPLIQUER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QU’ELLE VIENNE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COMME UNE SAINTE PLUIE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SUR NOUS AVEC FORCE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METS-NOUS À GENOUX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MONTRE TA PRÉSENCE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PRÉCIEUX SAINT-ESPRIT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ALLONS LOUER SON NOM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LOUER SON SAINT NOM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LOUER SON SAINT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DESCENDE,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DESCENDE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LOUER SON SAINT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LOUER SON SAINT NOM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UNE FAIM DANS NOS ÂMES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GLOIRE DESCENDE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GLOIRE, LAISSE-NOUS LA VOIR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DESCENDE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BRISE LES CHAÎNES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NOUS VOULONS TÉMOIGNER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QU’ELLE VIENNE, AVEC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FORCE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GLOIRE DESCENDE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5563</Words>
  <Application>Microsoft PowerPoint</Application>
  <PresentationFormat>On-screen Show (4:3)</PresentationFormat>
  <Paragraphs>3396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0" baseType="lpstr">
      <vt:lpstr>Times New Roman</vt:lpstr>
      <vt:lpstr>Arial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40</cp:revision>
  <dcterms:created xsi:type="dcterms:W3CDTF">2002-08-17T13:35:43Z</dcterms:created>
  <dcterms:modified xsi:type="dcterms:W3CDTF">2017-06-11T08:42:23Z</dcterms:modified>
</cp:coreProperties>
</file>