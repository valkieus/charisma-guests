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8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5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3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1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305" r:id="rId2"/>
    <p:sldId id="306" r:id="rId3"/>
    <p:sldId id="307" r:id="rId4"/>
    <p:sldId id="308" r:id="rId5"/>
    <p:sldId id="309" r:id="rId6"/>
    <p:sldId id="310" r:id="rId7"/>
    <p:sldId id="311" r:id="rId8"/>
    <p:sldId id="312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320" r:id="rId17"/>
    <p:sldId id="321" r:id="rId18"/>
    <p:sldId id="322" r:id="rId19"/>
    <p:sldId id="323" r:id="rId20"/>
    <p:sldId id="324" r:id="rId21"/>
    <p:sldId id="325" r:id="rId22"/>
    <p:sldId id="326" r:id="rId23"/>
    <p:sldId id="327" r:id="rId24"/>
    <p:sldId id="328" r:id="rId25"/>
    <p:sldId id="329" r:id="rId26"/>
    <p:sldId id="349" r:id="rId27"/>
    <p:sldId id="350" r:id="rId28"/>
    <p:sldId id="351" r:id="rId29"/>
    <p:sldId id="352" r:id="rId30"/>
    <p:sldId id="353" r:id="rId31"/>
    <p:sldId id="354" r:id="rId32"/>
    <p:sldId id="355" r:id="rId33"/>
    <p:sldId id="356" r:id="rId34"/>
    <p:sldId id="357" r:id="rId35"/>
    <p:sldId id="358" r:id="rId36"/>
    <p:sldId id="359" r:id="rId37"/>
    <p:sldId id="330" r:id="rId38"/>
    <p:sldId id="331" r:id="rId39"/>
    <p:sldId id="332" r:id="rId40"/>
    <p:sldId id="333" r:id="rId41"/>
    <p:sldId id="335" r:id="rId42"/>
    <p:sldId id="336" r:id="rId43"/>
    <p:sldId id="334" r:id="rId44"/>
    <p:sldId id="337" r:id="rId45"/>
    <p:sldId id="338" r:id="rId46"/>
    <p:sldId id="339" r:id="rId47"/>
    <p:sldId id="340" r:id="rId48"/>
    <p:sldId id="341" r:id="rId49"/>
    <p:sldId id="342" r:id="rId50"/>
    <p:sldId id="343" r:id="rId51"/>
    <p:sldId id="344" r:id="rId52"/>
    <p:sldId id="345" r:id="rId53"/>
    <p:sldId id="346" r:id="rId54"/>
    <p:sldId id="347" r:id="rId55"/>
    <p:sldId id="348" r:id="rId5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27" autoAdjust="0"/>
    <p:restoredTop sz="66978" autoAdjust="0"/>
  </p:normalViewPr>
  <p:slideViewPr>
    <p:cSldViewPr>
      <p:cViewPr>
        <p:scale>
          <a:sx n="30" d="100"/>
          <a:sy n="30" d="100"/>
        </p:scale>
        <p:origin x="-828" y="-9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8E019AE-A3B6-4C7A-86EE-E14D2021049C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3C3F1DC-AEC0-4F79-9DB5-F0577201DA51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39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890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01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911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921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931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2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942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52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952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962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972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83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983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3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993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03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1003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13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1013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1024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4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1034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4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1044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54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1054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64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1065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5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1075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85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1085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95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1095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05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1105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16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1116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1126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6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1136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46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1-  J’ÉTAIS DANS UN AVION PRÊT À DÉCOLLER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2-  NE PENSANT QU’À M’EN ÉCHAPPER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3-  QUAND MON VOISIN À VU LE LIVRE QUE JE TENAIS</a:t>
            </a:r>
            <a:br>
              <a:rPr lang="fr-FR" sz="700" smtClean="0"/>
            </a:br>
            <a:r>
              <a:rPr lang="fr-FR" sz="700" smtClean="0"/>
              <a:t>4-  ET ME DEMANDA CE QUE C’ÉTAIT</a:t>
            </a:r>
            <a:br>
              <a:rPr lang="fr-FR" sz="700" smtClean="0"/>
            </a:br>
            <a:r>
              <a:rPr lang="fr-FR" sz="700" smtClean="0"/>
              <a:t>5-  JE LUI AI RÉPONDU : « UN BEST SELLER UNE ŒUVRE</a:t>
            </a:r>
            <a:br>
              <a:rPr lang="fr-FR" sz="700" smtClean="0"/>
            </a:br>
            <a:r>
              <a:rPr lang="fr-FR" sz="700" smtClean="0"/>
              <a:t>6-  UN RÉCIT IMPRESSIONNANT »</a:t>
            </a:r>
            <a:br>
              <a:rPr lang="fr-FR" sz="700" smtClean="0"/>
            </a:br>
            <a:r>
              <a:rPr lang="fr-FR" sz="700" smtClean="0"/>
              <a:t>7-  PUIS J’AI OUVERT LE LIVRE ET COMMENCÉ À LUI LIRE</a:t>
            </a:r>
            <a:br>
              <a:rPr lang="fr-FR" sz="700" smtClean="0"/>
            </a:br>
            <a:r>
              <a:rPr lang="fr-FR" sz="700" smtClean="0"/>
              <a:t>8-  DANS MATTHIEU, MARC, LUC ET JEAN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9-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10-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11-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12-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13-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14-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15-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16-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17-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18-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19-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20-  « CE N’EST PAS NOUVEAU C’EST LA BIBLE » M’A-T-IL DIT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21-  « CETTE HISTOIRE JE L’AI ENTENDU J’AI BIEN ESSAYÉ LA RELIGION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22-  MAIS AUJOURD’HUI JE N’EN VEUX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23-  DES SUPERSTITIONS ET CONTES DE FÉE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24-  POUR AIDER LES FAIBLES À LA SURVIE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25-  JE LUI AI RÉPONDU : « ECOUTE BIEN CECI CAR ÇA VA CHANGER TA VIE ! 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26-  IL EST NÉ D’UNE VIERGE À BETHLÉHEM AU MILIEU D’UNE SAINTE NUIT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27-  LES ANGES SONT VENU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28-  CHANTANT : « GLOIRE AU GRAND JE SUIS !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29-  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30-  ET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31-  POUR LA PREMIÈRE FOIS IL NOUS A APPRIS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32-  QUE DIEU POUVAIT ÊTRE NOTRE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33-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34-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35-  EST MORT À LA CROIX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36-   ET C’ÉTAIT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37-  « LA FIN DU COMMENCEMENT ? MAIS QUE VEUX-TU DIRE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38-  DU REGARD IL M’INTERROGEA : « QUE PEUT-IL BIEN Y AVOIR DE PLUS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39-   PUISQU’IL EST MORT SUR CETTE CROIX ?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40-  JE LUI AI RÉPONDU, VOICI LE SECRET LE FONDEMENT DE CE QUE JE CROIS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41-  MAIS LE COMMENCEMENT D’UNE VIE ABONDANTE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42-  OUI IL A FAIT TOUT ÇA POUR TOI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Refrain 2 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43-  IL EST NÉ D’UNE VIERGE À BETHLÉHEM AU MILIEU D’UNE SAINTE NUIT</a:t>
            </a:r>
            <a:br>
              <a:rPr lang="fr-FR" sz="700" smtClean="0"/>
            </a:br>
            <a:r>
              <a:rPr lang="fr-FR" sz="700" smtClean="0"/>
              <a:t>	44-  LES ANGES ONT ACCOURU AUTOUR DE LUI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45-  POUR ADORER LE GRAND « JE SUIS »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46-   IL A MARCHÉ SUR L’EAU DES AVEUGLES ONT VU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47-  LES BOITEUX IL A GUÉRIT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48-  POUR LA PREMIÈRE FOIS COMPREND AUJOURD’HUI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49-  QUE DIEU VEUT ÊTRE TON AMI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50-  IL N’A JAMAIS COMMIS LA MOINDRE FAUTE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51-  MAIS IL A PRIS NOTRE CHÂTIMENT PUIS IL A FAIT SON CHEMIN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52-  EST MORT À LA CROIX MAIS APRÈS TROIS JOURS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	53-  APRÈS TROIS JOURS… IL EST RESSUSCITÉ, IL EST RESSUSCITÉ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fr-FR" sz="700" smtClean="0"/>
              <a:t>54-  SA VENUE, SA VIE ET SA MORT</a:t>
            </a:r>
            <a:br>
              <a:rPr lang="fr-FR" sz="700" smtClean="0"/>
            </a:br>
            <a:r>
              <a:rPr lang="fr-FR" sz="700" smtClean="0"/>
              <a:t>55-  CE N’ÉTAIT QUE LA FIN… DU COMMENCEMENT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fr-FR" sz="700" smtClean="0"/>
          </a:p>
        </p:txBody>
      </p:sp>
      <p:sp>
        <p:nvSpPr>
          <p:cNvPr id="1146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DANS UN AVION PRÊT À DÉCOLLER</a:t>
            </a:r>
          </a:p>
          <a:p>
            <a:r>
              <a:rPr lang="fr-FR" smtClean="0"/>
              <a:t>2-  NE PENSANT QU’À M’EN ÉCHAPPER</a:t>
            </a:r>
          </a:p>
          <a:p>
            <a:r>
              <a:rPr lang="fr-FR" smtClean="0"/>
              <a:t>3-  QUAND MON VOISIN À VU LE LIVRE QUE JE TENAIS</a:t>
            </a:r>
            <a:br>
              <a:rPr lang="fr-FR" smtClean="0"/>
            </a:br>
            <a:r>
              <a:rPr lang="fr-FR" smtClean="0"/>
              <a:t>4-  ET ME DEMANDA CE QUE C’ÉTAIT</a:t>
            </a:r>
            <a:br>
              <a:rPr lang="fr-FR" smtClean="0"/>
            </a:br>
            <a:r>
              <a:rPr lang="fr-FR" smtClean="0"/>
              <a:t>5-  JE LUI AI RÉPONDU : « UN BEST SELLER UNE ŒUVRE</a:t>
            </a:r>
            <a:br>
              <a:rPr lang="fr-FR" smtClean="0"/>
            </a:br>
            <a:r>
              <a:rPr lang="fr-FR" smtClean="0"/>
              <a:t>6-  UN RÉCIT IMPRESSIONNANT »</a:t>
            </a:r>
            <a:br>
              <a:rPr lang="fr-FR" smtClean="0"/>
            </a:br>
            <a:r>
              <a:rPr lang="fr-FR" smtClean="0"/>
              <a:t>7-  PUIS J’AI OUVERT LE LIVRE ET COMMENCÉ À LUI LIRE</a:t>
            </a:r>
            <a:br>
              <a:rPr lang="fr-FR" smtClean="0"/>
            </a:br>
            <a:r>
              <a:rPr lang="fr-FR" smtClean="0"/>
              <a:t>8-  DANS MATTHIEU, MARC, LUC ET JEAN</a:t>
            </a:r>
          </a:p>
          <a:p>
            <a:endParaRPr lang="fr-FR" smtClean="0"/>
          </a:p>
          <a:p>
            <a:r>
              <a:rPr lang="fr-FR" smtClean="0"/>
              <a:t>	9-  IL EST NÉ D’UNE VIERGE À BETHLÉHEM AU MILIEU D’UNE SAINTE NUIT</a:t>
            </a:r>
          </a:p>
          <a:p>
            <a:r>
              <a:rPr lang="fr-FR" smtClean="0"/>
              <a:t>	10-  LES ANGES SONT VENU AUTOUR DE LUI</a:t>
            </a:r>
          </a:p>
          <a:p>
            <a:r>
              <a:rPr lang="fr-FR" smtClean="0"/>
              <a:t>	11-  CHANTANT : « GLOIRE AU GRAND JE SUIS ! »</a:t>
            </a:r>
          </a:p>
          <a:p>
            <a:r>
              <a:rPr lang="fr-FR" smtClean="0"/>
              <a:t>	12-  IL A MARCHÉ SUR L’EAU DES AVEUGLES ONT VU</a:t>
            </a:r>
          </a:p>
          <a:p>
            <a:r>
              <a:rPr lang="fr-FR" smtClean="0"/>
              <a:t>	13-  ET LES BOITEUX IL A GUÉRIT</a:t>
            </a:r>
          </a:p>
          <a:p>
            <a:r>
              <a:rPr lang="fr-FR" smtClean="0"/>
              <a:t>	14-  POUR LA PREMIÈRE FOIS IL NOUS A APPRIS</a:t>
            </a:r>
          </a:p>
          <a:p>
            <a:r>
              <a:rPr lang="fr-FR" smtClean="0"/>
              <a:t>	15-  QUE DIEU POUVAIT ÊTRE NOTRE AMI</a:t>
            </a:r>
          </a:p>
          <a:p>
            <a:endParaRPr lang="fr-FR" smtClean="0"/>
          </a:p>
          <a:p>
            <a:r>
              <a:rPr lang="fr-FR" smtClean="0"/>
              <a:t>	16-  IL N’A JAMAIS COMMIS LA MOINDRE FAUTE</a:t>
            </a:r>
          </a:p>
          <a:p>
            <a:r>
              <a:rPr lang="fr-FR" smtClean="0"/>
              <a:t>	17-  MAIS IL A PRIS NOTRE CHÂTIMENT PUIS IL A FAIT SON CHEMIN</a:t>
            </a:r>
          </a:p>
          <a:p>
            <a:r>
              <a:rPr lang="fr-FR" smtClean="0"/>
              <a:t>	18-  EST MORT À LA CROIX</a:t>
            </a:r>
          </a:p>
          <a:p>
            <a:r>
              <a:rPr lang="fr-FR" smtClean="0"/>
              <a:t>	19-   ET C’ÉTAIT LA FIN… DU COMMENCEMENT</a:t>
            </a:r>
          </a:p>
          <a:p>
            <a:endParaRPr lang="fr-FR" smtClean="0"/>
          </a:p>
          <a:p>
            <a:r>
              <a:rPr lang="fr-FR" smtClean="0"/>
              <a:t>20-  « CE N’EST PAS NOUVEAU C’EST LA BIBLE » M’A-T-IL DIT</a:t>
            </a:r>
          </a:p>
          <a:p>
            <a:r>
              <a:rPr lang="fr-FR" smtClean="0"/>
              <a:t>21-  « CETTE HISTOIRE JE L’AI ENTENDU J’AI BIEN ESSAYÉ LA RELIGION</a:t>
            </a:r>
          </a:p>
          <a:p>
            <a:r>
              <a:rPr lang="fr-FR" smtClean="0"/>
              <a:t>22-  MAIS AUJOURD’HUI JE N’EN VEUX PLUS</a:t>
            </a:r>
          </a:p>
          <a:p>
            <a:r>
              <a:rPr lang="fr-FR" smtClean="0"/>
              <a:t>23-  DES SUPERSTITIONS ET CONTES DE FÉE</a:t>
            </a:r>
          </a:p>
          <a:p>
            <a:r>
              <a:rPr lang="fr-FR" smtClean="0"/>
              <a:t>24-  POUR AIDER LES FAIBLES À LA SURVIE »</a:t>
            </a:r>
          </a:p>
          <a:p>
            <a:r>
              <a:rPr lang="fr-FR" smtClean="0"/>
              <a:t>25-  JE LUI AI RÉPONDU : « ECOUTE BIEN CECI CAR ÇA VA CHANGER TA VIE ! »</a:t>
            </a:r>
          </a:p>
          <a:p>
            <a:endParaRPr lang="fr-FR" smtClean="0"/>
          </a:p>
          <a:p>
            <a:r>
              <a:rPr lang="fr-FR" smtClean="0"/>
              <a:t>	26-  IL EST NÉ D’UNE VIERGE À BETHLÉHEM AU MILIEU D’UNE SAINTE NUIT</a:t>
            </a:r>
          </a:p>
          <a:p>
            <a:r>
              <a:rPr lang="fr-FR" smtClean="0"/>
              <a:t>	27-  LES ANGES SONT VENU AUTOUR DE LUI</a:t>
            </a:r>
          </a:p>
          <a:p>
            <a:r>
              <a:rPr lang="fr-FR" smtClean="0"/>
              <a:t>	28-  CHANTANT : « GLOIRE AU GRAND JE SUIS ! »</a:t>
            </a:r>
          </a:p>
          <a:p>
            <a:r>
              <a:rPr lang="fr-FR" smtClean="0"/>
              <a:t>	29-  IL A MARCHÉ SUR L’EAU DES AVEUGLES ONT VU</a:t>
            </a:r>
          </a:p>
          <a:p>
            <a:r>
              <a:rPr lang="fr-FR" smtClean="0"/>
              <a:t>	30-  ET LES BOITEUX IL A GUÉRIT</a:t>
            </a:r>
          </a:p>
          <a:p>
            <a:r>
              <a:rPr lang="fr-FR" smtClean="0"/>
              <a:t>	31-  POUR LA PREMIÈRE FOIS IL NOUS A APPRIS</a:t>
            </a:r>
          </a:p>
          <a:p>
            <a:r>
              <a:rPr lang="fr-FR" smtClean="0"/>
              <a:t>	32-  QUE DIEU POUVAIT ÊTRE NOTRE AMI</a:t>
            </a:r>
          </a:p>
          <a:p>
            <a:endParaRPr lang="fr-FR" smtClean="0"/>
          </a:p>
          <a:p>
            <a:r>
              <a:rPr lang="fr-FR" smtClean="0"/>
              <a:t>	33-  IL N’A JAMAIS COMMIS LA MOINDRE FAUTE</a:t>
            </a:r>
          </a:p>
          <a:p>
            <a:r>
              <a:rPr lang="fr-FR" smtClean="0"/>
              <a:t>	34-  MAIS IL A PRIS NOTRE CHÂTIMENT PUIS IL A FAIT SON CHEMIN</a:t>
            </a:r>
          </a:p>
          <a:p>
            <a:r>
              <a:rPr lang="fr-FR" smtClean="0"/>
              <a:t>	35-  EST MORT À LA CROIX</a:t>
            </a:r>
          </a:p>
          <a:p>
            <a:r>
              <a:rPr lang="fr-FR" smtClean="0"/>
              <a:t>	36-   ET C’ÉTAIT LA FIN… DU COMMENCEMENT</a:t>
            </a:r>
          </a:p>
          <a:p>
            <a:endParaRPr lang="fr-FR" smtClean="0"/>
          </a:p>
          <a:p>
            <a:r>
              <a:rPr lang="fr-FR" smtClean="0"/>
              <a:t>37-  « LA FIN DU COMMENCEMENT ? MAIS QUE VEUX-TU DIRE ? »</a:t>
            </a:r>
          </a:p>
          <a:p>
            <a:r>
              <a:rPr lang="fr-FR" smtClean="0"/>
              <a:t>38-  DU REGARD IL M’INTERROGEA : « QUE PEUT-IL BIEN Y AVOIR DE PLUS</a:t>
            </a:r>
          </a:p>
          <a:p>
            <a:r>
              <a:rPr lang="fr-FR" smtClean="0"/>
              <a:t>39-   PUISQU’IL EST MORT SUR CETTE CROIX ? »</a:t>
            </a:r>
          </a:p>
          <a:p>
            <a:r>
              <a:rPr lang="fr-FR" smtClean="0"/>
              <a:t>40-  JE LUI AI RÉPONDU, VOICI LE SECRET LE FONDEMENT DE CE QUE JE CROIS</a:t>
            </a:r>
          </a:p>
          <a:p>
            <a:r>
              <a:rPr lang="fr-FR" smtClean="0"/>
              <a:t>41-  MAIS LE COMMENCEMENT D’UNE VIE ABONDANTE POUR TOI</a:t>
            </a:r>
          </a:p>
          <a:p>
            <a:r>
              <a:rPr lang="fr-FR" smtClean="0"/>
              <a:t>42-  OUI IL A FAIT TOUT ÇA POUR TOI</a:t>
            </a:r>
          </a:p>
          <a:p>
            <a:endParaRPr lang="fr-FR" smtClean="0"/>
          </a:p>
          <a:p>
            <a:r>
              <a:rPr lang="fr-FR" smtClean="0"/>
              <a:t>Refrain 2 :</a:t>
            </a:r>
          </a:p>
          <a:p>
            <a:r>
              <a:rPr lang="fr-FR" smtClean="0"/>
              <a:t>	43-  IL EST NÉ D’UNE VIERGE À BETHLÉHEM AU MILIEU D’UNE SAINTE NUIT</a:t>
            </a:r>
            <a:br>
              <a:rPr lang="fr-FR" smtClean="0"/>
            </a:br>
            <a:r>
              <a:rPr lang="fr-FR" smtClean="0"/>
              <a:t>	44-  LES ANGES ONT ACCOURU AUTOUR DE LUI</a:t>
            </a:r>
          </a:p>
          <a:p>
            <a:r>
              <a:rPr lang="fr-FR" smtClean="0"/>
              <a:t>	45-  POUR ADORER LE GRAND « JE SUIS »</a:t>
            </a:r>
          </a:p>
          <a:p>
            <a:r>
              <a:rPr lang="fr-FR" smtClean="0"/>
              <a:t>	46-   IL A MARCHÉ SUR L’EAU DES AVEUGLES ONT VU</a:t>
            </a:r>
          </a:p>
          <a:p>
            <a:r>
              <a:rPr lang="fr-FR" smtClean="0"/>
              <a:t>	47-  LES BOITEUX IL A GUÉRIT</a:t>
            </a:r>
          </a:p>
          <a:p>
            <a:r>
              <a:rPr lang="fr-FR" smtClean="0"/>
              <a:t>	48-  POUR LA PREMIÈRE FOIS COMPREND AUJOURD’HUI</a:t>
            </a:r>
          </a:p>
          <a:p>
            <a:r>
              <a:rPr lang="fr-FR" smtClean="0"/>
              <a:t>	49-  QUE DIEU VEUT ÊTRE TON AMI</a:t>
            </a:r>
          </a:p>
          <a:p>
            <a:endParaRPr lang="fr-FR" smtClean="0"/>
          </a:p>
          <a:p>
            <a:r>
              <a:rPr lang="fr-FR" smtClean="0"/>
              <a:t>	50-  IL N’A JAMAIS COMMIS LA MOINDRE FAUTE</a:t>
            </a:r>
          </a:p>
          <a:p>
            <a:r>
              <a:rPr lang="fr-FR" smtClean="0"/>
              <a:t>	51-  MAIS IL A PRIS NOTRE CHÂTIMENT PUIS IL A FAIT SON CHEMIN</a:t>
            </a:r>
          </a:p>
          <a:p>
            <a:r>
              <a:rPr lang="fr-FR" smtClean="0"/>
              <a:t>	52-  EST MORT À LA CROIX MAIS APRÈS TROIS JOURS</a:t>
            </a:r>
          </a:p>
          <a:p>
            <a:r>
              <a:rPr lang="fr-FR" smtClean="0"/>
              <a:t>	53-  APRÈS TROIS JOURS… IL EST RESSUSCITÉ, IL EST RESSUSCITÉ</a:t>
            </a:r>
          </a:p>
          <a:p>
            <a:endParaRPr lang="fr-FR" smtClean="0"/>
          </a:p>
          <a:p>
            <a:r>
              <a:rPr lang="fr-FR" smtClean="0"/>
              <a:t>54-  SA VENUE, SA VIE ET SA MORT</a:t>
            </a:r>
            <a:br>
              <a:rPr lang="fr-FR" smtClean="0"/>
            </a:br>
            <a:r>
              <a:rPr lang="fr-FR" smtClean="0"/>
              <a:t>55-  CE N’ÉTAIT QUE LA FIN… DU COMMENCEMENT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6A1B95-F2BA-4A9B-A01D-FE67141B554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C44A5F-D823-4218-B55D-1C505D17AC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2A7449-910B-4AF5-8973-80FCCBB125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5A68BC-6B6C-483F-9448-5294FC4818F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4FEAA8-4A6C-4520-A6B9-41A390A1EF9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204C6A-B6A8-4028-AEDF-DC36527B65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927B24-D45F-4274-A214-4FA1E27C8D1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1F9F90-15B1-48AB-97BA-932177AF53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2BD17D-964A-42BD-8405-20EA8970B7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B33B7B-CED0-4BEC-B627-17711D6B8F3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652597-F449-4960-94EC-B6365A5CD3D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C7768BD-DF4F-4033-BEC2-2EDF9220BE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J’ÉTAIS DANS UN AVION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PRÊT À DÉCOLLER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PENSANT QU’À M’EN ÉCHAPPER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MON VOISIN A VU LE LIVRE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JE TENAIS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ME DEMANDA CE QUE C’ÉTAIT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LUI AI RÉPONDU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UN BEST SELLER UNE ŒUVRE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RÉCIT IMPRESSIONNANT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PUIS J’AI OUVERT LE LIVRE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COMMENCÉ À LUI LIRE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MATTHIEU, MARC, LUC ET JEAN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NÉ D’UNE VIERGE À BETHLÉHEEM AU MILIEU D’UNE SAINTE NUIT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ANGES SONT VENUS AUTOUR DE LUI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CHANTANT :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« GLOIRE AU GRAND JE SUIS ! »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A MARCHÉ SUR L’EAU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 AVEUGLES ONT VU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LES BOITEUX IL A GUÉRIS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LA PREMIÈRE FOIS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NOUS A APPRIS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POUVAIT ÊTRE NOTRE AMI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N’A JAMAIS COMMIS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MOINDRE FAUTE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IL A PRIS NOTRE CHÂTIMENT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PUIS IL A FAIT SON CHEMIN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MORT À LA CROIX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ET C’ÉTAIT LA FIN…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DU COMMENCEMENT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« CE N’EST PAS NOUVEAU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LA BIBLE » M’A-T-IL DIT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« CETTE HISTOIRE JE L’AI ENTENDUE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BIEN ESSAYÉ LA RELIGION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AUJOURD’HUI JE N’EN VEUX PLUS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 SUPERSTITIONS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CONTES DE FÉES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AIDER LES FAIBLES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LA SURVIE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LUI AI RÉPONDU : « ECOUTE BIEN CECI CAR ÇA VA CHANGER TA VIE ! »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NÉ D’UNE VIERGE À BETHLÉHEM AU MILIEU D’UNE SAINTE NUIT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ANGES SONT VENU AUTOUR DE LUI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CHANTANT :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« GLOIRE AU GRAND JE SUIS ! »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A MARCHÉ SUR L’EAU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 AVEUGLES ONT VU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LES BOITEUX IL A GUÉRIT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LA PREMIÈRE FOIS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NOUS A APPRIS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POUVAIT ÊTRE NOTRE AMI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N’A JAMAIS COMMIS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MOINDRE FAUTE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IL A PRIS NOTRE CHÂTIMENT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PUIS IL A FAIT SON CHEMIN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MORT À LA CROIX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ET C’ÉTAIT LA FIN…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DU COMMENCEMENT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« LA FIN DU COMMENCEMENT ?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QUE VEUX-TU DIRE ? »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DU REGARD IL M’INTERROGEA :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QUE PEUT-IL BIEN Y AVOIR DE PLUS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PUISQU’IL EST MORT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CETTE CROIX ?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LUI AI RÉPONDU, VOICI LE SECRET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FONDEMENT DE CE QUE JE CROIS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LE COMMENCEMENT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D’UNE VIE ABONDANTE POUR TOI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OUI, IL A FAIT TOUT ÇA POUR TOI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NÉ D’UNE VIERGE À BETHLÉHEM AU MILIEU D’UNE SAINTE NUIT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ANGES ONT ACCOURU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AUTOUR DE LUI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ADORER LE GRAND « JE SUIS »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IL A MARCHÉ SUR L’EAU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 AVEUGLES ONT VU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BOITEUX IL A GUÉRIS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LA PREMIÈRE FOIS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COMPRENDS AUJOURD’HUI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VEUT ÊTRE TON AMI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N’A JAMAIS COMMIS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MOINDRE FAUTE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IL A PRIS NOTRE CHÂTIMENT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PUIS IL A FAIT SON CHEMIN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MORT À LA CROIX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APRÈS TROIS JOURS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APRÈS TROIS JOURS…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RESSUSCITÉ, IL EST RESSUSCITÉ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 VENUE, SA VIE ET SA MORT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N’ÉTAIT QUE LA FIN…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DU COMMENCEMENT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1446</TotalTime>
  <Words>3035</Words>
  <Application>Microsoft Office PowerPoint</Application>
  <PresentationFormat>On-screen Show (4:3)</PresentationFormat>
  <Paragraphs>6435</Paragraphs>
  <Slides>55</Slides>
  <Notes>55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55</vt:i4>
      </vt:variant>
    </vt:vector>
  </HeadingPairs>
  <TitlesOfParts>
    <vt:vector size="59" baseType="lpstr">
      <vt:lpstr>Franklin Gothic Medium</vt:lpstr>
      <vt:lpstr>Arial</vt:lpstr>
      <vt:lpstr>Calibri</vt:lpstr>
      <vt:lpstr>Default Design</vt:lpstr>
      <vt:lpstr>J’ÉTAIS DANS UN AVION PRÊT À DÉCOLLER </vt:lpstr>
      <vt:lpstr>NE PENSANT QU’À M’EN ÉCHAPPER </vt:lpstr>
      <vt:lpstr>QUAND MON VOISIN A VU LE LIVRE QUE JE TENAIS </vt:lpstr>
      <vt:lpstr>ET ME DEMANDA CE QUE C’ÉTAIT </vt:lpstr>
      <vt:lpstr>JE LUI AI RÉPONDU   UN BEST SELLER UNE ŒUVRE </vt:lpstr>
      <vt:lpstr>UN RÉCIT IMPRESSIONNANT </vt:lpstr>
      <vt:lpstr>PUIS J’AI OUVERT LE LIVRE ET COMMENCÉ À LUI LIRE </vt:lpstr>
      <vt:lpstr>DANS MATTHIEU, MARC, LUC ET JEAN</vt:lpstr>
      <vt:lpstr>IL EST NÉ D’UNE VIERGE À BETHLÉHEEM AU MILIEU D’UNE SAINTE NUIT</vt:lpstr>
      <vt:lpstr>LES ANGES SONT VENUS AUTOUR DE LUI</vt:lpstr>
      <vt:lpstr>CHANTANT : « GLOIRE AU GRAND JE SUIS ! »</vt:lpstr>
      <vt:lpstr>IL A MARCHÉ SUR L’EAU DES AVEUGLES ONT VU</vt:lpstr>
      <vt:lpstr>ET LES BOITEUX IL A GUÉRIS </vt:lpstr>
      <vt:lpstr>POUR LA PREMIÈRE FOIS IL NOUS A APPRIS</vt:lpstr>
      <vt:lpstr>QUE DIEU POUVAIT ÊTRE NOTRE AMI</vt:lpstr>
      <vt:lpstr>IL N’A JAMAIS COMMIS LA MOINDRE FAUTE</vt:lpstr>
      <vt:lpstr>MAIS IL A PRIS NOTRE CHÂTIMENT PUIS IL A FAIT SON CHEMIN</vt:lpstr>
      <vt:lpstr>EST MORT À LA CROIX</vt:lpstr>
      <vt:lpstr> ET C’ÉTAIT LA FIN… DU COMMENCEMENT</vt:lpstr>
      <vt:lpstr>« CE N’EST PAS NOUVEAU C’EST LA BIBLE » M’A-T-IL DIT</vt:lpstr>
      <vt:lpstr>« CETTE HISTOIRE JE L’AI ENTENDUE J’AI BIEN ESSAYÉ LA RELIGION</vt:lpstr>
      <vt:lpstr>MAIS AUJOURD’HUI JE N’EN VEUX PLUS</vt:lpstr>
      <vt:lpstr>DES SUPERSTITIONS ET CONTES DE FÉES</vt:lpstr>
      <vt:lpstr>POUR AIDER LES FAIBLES À LA SURVIE</vt:lpstr>
      <vt:lpstr>JE LUI AI RÉPONDU : « ECOUTE BIEN CECI CAR ÇA VA CHANGER TA VIE ! »</vt:lpstr>
      <vt:lpstr>IL EST NÉ D’UNE VIERGE À BETHLÉHEM AU MILIEU D’UNE SAINTE NUIT</vt:lpstr>
      <vt:lpstr>LES ANGES SONT VENU AUTOUR DE LUI</vt:lpstr>
      <vt:lpstr>CHANTANT : « GLOIRE AU GRAND JE SUIS ! »</vt:lpstr>
      <vt:lpstr>IL A MARCHÉ SUR L’EAU DES AVEUGLES ONT VU</vt:lpstr>
      <vt:lpstr>ET LES BOITEUX IL A GUÉRIT </vt:lpstr>
      <vt:lpstr>POUR LA PREMIÈRE FOIS IL NOUS A APPRIS</vt:lpstr>
      <vt:lpstr>QUE DIEU POUVAIT ÊTRE NOTRE AMI</vt:lpstr>
      <vt:lpstr>IL N’A JAMAIS COMMIS LA MOINDRE FAUTE</vt:lpstr>
      <vt:lpstr>MAIS IL A PRIS NOTRE CHÂTIMENT PUIS IL A FAIT SON CHEMIN</vt:lpstr>
      <vt:lpstr>EST MORT À LA CROIX</vt:lpstr>
      <vt:lpstr> ET C’ÉTAIT LA FIN… DU COMMENCEMENT</vt:lpstr>
      <vt:lpstr>« LA FIN DU COMMENCEMENT ? MAIS QUE VEUX-TU DIRE ? »</vt:lpstr>
      <vt:lpstr>DU REGARD IL M’INTERROGEA :  QUE PEUT-IL BIEN Y AVOIR DE PLUS</vt:lpstr>
      <vt:lpstr> PUISQU’IL EST MORT SUR CETTE CROIX ?</vt:lpstr>
      <vt:lpstr>JE LUI AI RÉPONDU, VOICI LE SECRET LE FONDEMENT DE CE QUE JE CROIS</vt:lpstr>
      <vt:lpstr>MAIS LE COMMENCEMENT D’UNE VIE ABONDANTE POUR TOI</vt:lpstr>
      <vt:lpstr>OUI, IL A FAIT TOUT ÇA POUR TOI</vt:lpstr>
      <vt:lpstr>IL EST NÉ D’UNE VIERGE À BETHLÉHEM AU MILIEU D’UNE SAINTE NUIT </vt:lpstr>
      <vt:lpstr>LES ANGES ONT ACCOURU AUTOUR DE LUI</vt:lpstr>
      <vt:lpstr>POUR ADORER LE GRAND « JE SUIS »</vt:lpstr>
      <vt:lpstr> IL A MARCHÉ SUR L’EAU DES AVEUGLES ONT VU</vt:lpstr>
      <vt:lpstr>LES BOITEUX IL A GUÉRIS</vt:lpstr>
      <vt:lpstr>POUR LA PREMIÈRE FOIS COMPRENDS AUJOURD’HUI</vt:lpstr>
      <vt:lpstr>QUE DIEU VEUT ÊTRE TON AMI</vt:lpstr>
      <vt:lpstr>IL N’A JAMAIS COMMIS LA MOINDRE FAUTE</vt:lpstr>
      <vt:lpstr>MAIS IL A PRIS NOTRE CHÂTIMENT PUIS IL A FAIT SON CHEMIN</vt:lpstr>
      <vt:lpstr>EST MORT À LA CROIX MAIS APRÈS TROIS JOURS</vt:lpstr>
      <vt:lpstr>APRÈS TROIS JOURS… IL EST RESSUSCITÉ, IL EST RESSUSCITÉ</vt:lpstr>
      <vt:lpstr>SA VENUE, SA VIE ET SA MORT </vt:lpstr>
      <vt:lpstr>CE N’ÉTAIT QUE LA FIN… DU COMMENCEMENT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124</cp:revision>
  <dcterms:created xsi:type="dcterms:W3CDTF">2002-08-17T10:50:50Z</dcterms:created>
  <dcterms:modified xsi:type="dcterms:W3CDTF">2017-06-11T10:41:35Z</dcterms:modified>
</cp:coreProperties>
</file>