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89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4504" autoAdjust="0"/>
    <p:restoredTop sz="44486" autoAdjust="0"/>
  </p:normalViewPr>
  <p:slideViewPr>
    <p:cSldViewPr>
      <p:cViewPr>
        <p:scale>
          <a:sx n="44" d="100"/>
          <a:sy n="44" d="100"/>
        </p:scale>
        <p:origin x="-4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6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9F9936F-5917-4B0E-866D-E0A7C2BB26D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79544DF-D546-41AB-AE63-700C16C8F35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PEU DE TEMPS IL M’EN FAUDRAPAR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VEUX COMPRENDRE MES FAUX PAS</a:t>
            </a:r>
            <a:br>
              <a:rPr lang="fr-FR" dirty="0" smtClean="0"/>
            </a:br>
            <a:r>
              <a:rPr lang="fr-FR" dirty="0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CETTE MONTAGNE DEVANT MOI</a:t>
            </a:r>
            <a:br>
              <a:rPr lang="fr-FR" dirty="0" smtClean="0"/>
            </a:br>
            <a:r>
              <a:rPr lang="fr-FR" dirty="0" smtClean="0"/>
              <a:t>5-  EST COMME LE POIDS DU MONDE SUR MON COEUR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DE L’AMOUR J’APERÇOIS L’ÉCLAT</a:t>
            </a:r>
            <a:br>
              <a:rPr lang="fr-FR" dirty="0" smtClean="0"/>
            </a:br>
            <a:r>
              <a:rPr lang="fr-FR" dirty="0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J’Y CROIS ENCORE JE L’AI TANT CHERCHÉ</a:t>
            </a:r>
            <a:br>
              <a:rPr lang="fr-FR" dirty="0" smtClean="0"/>
            </a:br>
            <a:r>
              <a:rPr lang="fr-FR" dirty="0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JE VEUX CONNAÎTRE L’AMOUR APPRENDS-MOI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JE VEUX RESSENTIR L’AMOUR APPRENDS-MOI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J’AI CONNU DOULEUR ET CŒUR BRISÉ</a:t>
            </a:r>
            <a:br>
              <a:rPr lang="fr-FR" dirty="0" smtClean="0"/>
            </a:br>
            <a:r>
              <a:rPr lang="fr-FR" dirty="0" smtClean="0"/>
              <a:t>16-  JE N’VEUX PLUS DEVOIR ENCORE LE SUPPORTER</a:t>
            </a:r>
            <a:br>
              <a:rPr lang="fr-FR" dirty="0" smtClean="0"/>
            </a:br>
            <a:r>
              <a:rPr lang="fr-FR" dirty="0" smtClean="0"/>
              <a:t>17-  J’Y CROIS ENCORE JE L’AI TANT CHERCHÉ</a:t>
            </a:r>
            <a:br>
              <a:rPr lang="fr-FR" dirty="0" smtClean="0"/>
            </a:br>
            <a:r>
              <a:rPr lang="fr-FR" dirty="0" smtClean="0"/>
              <a:t>18-  L’AMOUR PEUT TOUT SUPPORTER</a:t>
            </a:r>
            <a:br>
              <a:rPr lang="fr-FR" dirty="0" smtClean="0"/>
            </a:b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FAUDRAPAR FOIS D’OUBLIER MES DOULEURS</a:t>
            </a:r>
          </a:p>
          <a:p>
            <a:r>
              <a:rPr lang="fr-FR" smtClean="0"/>
              <a:t>2-  JE VEUX COMPRENDRE MES FAUX PAS</a:t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  <a:br>
              <a:rPr lang="fr-FR" smtClean="0"/>
            </a:br>
            <a:r>
              <a:rPr lang="fr-FR" smtClean="0"/>
              <a:t>5-  EST COMME LE POIDS DU MONDE SUR MON COEUR</a:t>
            </a:r>
          </a:p>
          <a:p>
            <a:r>
              <a:rPr lang="fr-FR" smtClean="0"/>
              <a:t>6-  DE L’AMOUR J’APERÇOIS L’ÉCLAT</a:t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9-  J’Y CROIS ENCORE JE L’AI TANT CHERCHÉ</a:t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	12-  JE VEUX RESSENTIR L’AMOUR APPREND MOI JE TE PRIE</a:t>
            </a:r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14-  AUCUN REFUGE AUTOUR DE MOI ON DIRAIT QUE L’AMOUR M’A TROUVÉ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  <a:br>
              <a:rPr lang="fr-FR" smtClean="0"/>
            </a:br>
            <a:r>
              <a:rPr lang="fr-FR" smtClean="0"/>
              <a:t>16-  JE N’VEUX PLUS DEVOIR ENCORE LE SUPPORTER</a:t>
            </a:r>
            <a:br>
              <a:rPr lang="fr-FR" smtClean="0"/>
            </a:br>
            <a:r>
              <a:rPr lang="fr-FR" smtClean="0"/>
              <a:t>17-  J’Y CROIS ENCORE JE L’AI TANT CHERCHÉ</a:t>
            </a:r>
            <a:br>
              <a:rPr lang="fr-FR" smtClean="0"/>
            </a:br>
            <a:r>
              <a:rPr lang="fr-FR" smtClean="0"/>
              <a:t>18-  L’AMOUR PEUT TOUT SUPPORTER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A8F7D0-633E-4CE9-9784-0B7EB2193D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AC02A-ABC0-43E8-A32A-F658FDE342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3C54BB-421F-41E5-A87F-FC2B582586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C98F4-EB93-4F2D-BD66-052741D2CA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2EA37-A215-438A-8C2E-2907F1E8F2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DC791-FB11-47E2-B4A6-EEF0BF9E47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6EEBF-EF62-4778-A949-ADA4856724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7D5A4-227F-4634-B6B9-456934B531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A0BBE-D230-46D4-9E1F-E6CC4037E0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B45EA-D92E-4D13-9AEE-85440E8617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344C6-75BE-4E9D-8786-7982A90B25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E262870-6B4B-4F2B-95B7-6ACE408BCE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PEU DE TEMPS, IL M’EN FAUDRA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FOIS D’OUBLIER MES DOULEURS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COMPRENDRE MES FAUX PAS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NE PLUS REFAIRE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MÊMES ERREURS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MONTAGNE DEVANT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COMME LE POIDS DU 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MON COEUR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L’AMOUR, J’APERÇOIS L’ÉCLAT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RASSURE ET EFFACE MES PEURS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CONNU DOULEUR ET CŒUR BRISÉ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N’VEUX PLUS DEVOIR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LE SUPPORTER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J’Y CROIS ENCORE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TANT CHERCHÉ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PEUT TOUT CHANGER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CONNAÎTRE L’AMOUR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APPRENDS-MOI,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PRIE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RESSENTIR 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APPRENDS-MOI, JE TE PRIE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PEU DE TEMPS, IL M’EN FAUDRA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TROUVER UN LIEU OÙ ME CACHER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REFUGE AUTOUR DE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DIRAIT QUE L’AMOUR M’A TROUVÉ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CONNU DOULEUR ET CŒUR BRISÉ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N’VEUX PLUS DEVOIR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LE SUPPORTER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J’Y CROIS ENCORE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L’AI TANT CHERCHÉ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PEUT TOUT SUPPORTER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</TotalTime>
  <Words>772</Words>
  <Application>Microsoft Office PowerPoint</Application>
  <PresentationFormat>On-screen Show (4:3)</PresentationFormat>
  <Paragraphs>630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UN PEU DE TEMPS, IL M’EN FAUDRA PAR FOIS D’OUBLIER MES DOULEURS</vt:lpstr>
      <vt:lpstr>JE VEUX COMPRENDRE MES FAUX PAS </vt:lpstr>
      <vt:lpstr>POUR NE PLUS REFAIRE  LES MÊMES ERREURS</vt:lpstr>
      <vt:lpstr>CETTE MONTAGNE DEVANT MOI </vt:lpstr>
      <vt:lpstr>EST COMME LE POIDS DU MONDE SUR MON COEUR</vt:lpstr>
      <vt:lpstr>DE L’AMOUR, J’APERÇOIS L’ÉCLAT IL ME RASSURE ET EFFACE MES PEURS</vt:lpstr>
      <vt:lpstr>J’AI CONNU DOULEUR ET CŒUR BRISÉ</vt:lpstr>
      <vt:lpstr>JE N’VEUX PLUS DEVOIR ENCORE LE SUPPORTER</vt:lpstr>
      <vt:lpstr>J’Y CROIS ENCORE  JE L’AI TANT CHERCHÉ </vt:lpstr>
      <vt:lpstr>L’AMOUR PEUT TOUT CHANGER</vt:lpstr>
      <vt:lpstr>JE VEUX CONNAÎTRE L’AMOUR APPRENDS-MOI, JE TE PRIE</vt:lpstr>
      <vt:lpstr>JE VEUX RESSENTIR L’AMOUR APPRENDS-MOI, JE TE PRIE</vt:lpstr>
      <vt:lpstr>UN PEU DE TEMPS, IL M’EN FAUDRA POUR TROUVER UN LIEU OÙ ME CACHER</vt:lpstr>
      <vt:lpstr>AUCUN REFUGE AUTOUR DE MOI ON DIRAIT QUE L’AMOUR M’A TROUVÉ</vt:lpstr>
      <vt:lpstr>J’AI CONNU DOULEUR ET CŒUR BRISÉ </vt:lpstr>
      <vt:lpstr>JE N’VEUX PLUS DEVOIR ENCORE LE SUPPORTER </vt:lpstr>
      <vt:lpstr>J’Y CROIS ENCORE  JE L’AI TANT CHERCHÉ </vt:lpstr>
      <vt:lpstr>L’AMOUR PEUT TOUT SUPPORTER  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118</cp:revision>
  <dcterms:created xsi:type="dcterms:W3CDTF">2002-08-17T10:50:50Z</dcterms:created>
  <dcterms:modified xsi:type="dcterms:W3CDTF">2013-10-24T20:41:45Z</dcterms:modified>
</cp:coreProperties>
</file>