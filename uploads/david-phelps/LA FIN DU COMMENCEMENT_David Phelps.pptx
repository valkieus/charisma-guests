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05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30" r:id="rId38"/>
    <p:sldId id="331" r:id="rId39"/>
    <p:sldId id="332" r:id="rId40"/>
    <p:sldId id="333" r:id="rId41"/>
    <p:sldId id="335" r:id="rId42"/>
    <p:sldId id="336" r:id="rId43"/>
    <p:sldId id="334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5127" autoAdjust="0"/>
    <p:restoredTop sz="47059" autoAdjust="0"/>
  </p:normalViewPr>
  <p:slideViewPr>
    <p:cSldViewPr>
      <p:cViewPr>
        <p:scale>
          <a:sx n="30" d="100"/>
          <a:sy n="30" d="100"/>
        </p:scale>
        <p:origin x="-116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79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0713542-7C35-4730-94DB-01A5A827F628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0897F99-9000-437D-AF20-BCA8B09F743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BC16F-884C-49CD-AFCD-60D8ED53DF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AF7DD-27BE-4EF5-BBBA-B7E9C027A0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144EB-5097-4E19-9AED-4A7C8163B8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29B22-33D0-4E16-92F0-436071522B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F59A16-3D16-44A1-B53C-5E3674C910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3146C-2C89-467E-BF3F-B6A89EDAD2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28217-3E74-4308-B69E-E6840C3893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6B380-9916-4C5C-A594-319543F71A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2B615-1D42-4653-9B08-5008B39520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7A4E9-359A-4457-AB34-232330CDD0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E0437-4542-4A54-9C2D-E2353FE910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30FD186-B48E-496E-92F9-AEC4E8DAA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DANS UN AVION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PRÊT À DÉCOLLER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PENSANT QU’À M’EN ÉCHAPPER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VOISIN À VU LE LIVRE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TENAIS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 DEMANDA CE QUE C’ÉTAIT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AI RÉPONDU : « UN BEST SELLER UNE ŒUVRE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RÉCIT IMPRESSIONNANT »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J’AI OUVERT LE LIVRE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COMMENCÉ À LUI LIRE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MATTHIEU, MARC, LUC ET JEAN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NÉ D’UNE VIERGE À BETHLÉHEM AU MILIEU D’UNE SAINTE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SONT VENU AUTOUR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CHANTANT :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GLOIRE AU GRAND JE SUIS !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MARCHÉ SUR L’EAU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AVEUGLES ONT VU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BOITEUX IL A GUÉRIT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PREMIÈRE FOIS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 APPRIS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POUVAIT ÊTRE NOTRE AMI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JAMAIS COMMIS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MOINDRE FAUTE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PRIS NOTRE CHÂTIMENT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IL A FAIT SON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MORT À LA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C’ÉTAIT LA FIN…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COMMENCEMENT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CE N’EST PAS NOUVEAU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LA BIBLE » M’A-T-IL 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CETTE HISTOIRE JE L’AI ENTENDU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BIEN ESSAYÉ LA RELIGION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AUJOURD’HUI JE N’EN VEUX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SUPERSTITIONS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CONTES DE FÉE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AIDER LES FAIBLES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LA SURVIE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AI RÉPONDU : « ECOUTE BIEN CECI CAR ÇA VA CHANGER TA VIE ! 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NÉ D’UNE VIERGE À BETHLÉHEM AU MILIEU D’UNE SAINTE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SONT VENU AUTOUR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CHANTANT :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GLOIRE AU GRAND JE SUIS !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MARCHÉ SUR L’EAU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AVEUGLES ONT VU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BOITEUX IL A GUÉRIT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PREMIÈRE FOIS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 APPRIS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POUVAIT ÊTRE NOTRE AMI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JAMAIS COMMIS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MOINDRE FAUTE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PRIS NOTRE CHÂTIMENT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IL A FAIT SON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MORT À LA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C’ÉTAIT LA FIN…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COMMENCEMENT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LA FIN DU COMMENCEMENT ?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QUE VEUX-TU DIRE ?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REGARD IL M’INTERROGEA :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« QUE PEUT-IL BIEN Y AVOIR DE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PUISQU’IL EST MORT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CETTE CROIX ?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AI RÉPONDU, VOICI LE SECRET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FONDEMENT DE CE QUE JE CROIS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LE COMMENCEMENT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D’UNE VIE ABONDANTE POUR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IL A FAIT TOUT ÇA POUR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NÉ D’UNE VIERGE À BETHLÉHEM AU MILIEU D’UNE SAINTE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ONT ACCOURU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AUTOUR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ADORER LE GRAND « JE SUIS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IL A MARCHÉ SUR L’EAU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AVEUGLES ONT VU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BOITEUX IL A GUÉRIT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PREMIÈRE FOIS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COMPREND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VEUT ÊTRE TON AMI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JAMAIS COMMIS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MOINDRE FAUTE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PRIS NOTRE CHÂTIMENT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IL A FAIT SON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MORT À LA CROIX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APRÈS TROIS 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APRÈS TROIS JOURS…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RESSUSCITÉ, IL EST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VENUE, SA VIE ET SA MORT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49213" y="152401"/>
            <a:ext cx="9143999" cy="1238249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N’ÉTAIT QUE LA FIN…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COMMENCEMENT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3034</Words>
  <Application>Microsoft Office PowerPoint</Application>
  <PresentationFormat>On-screen Show (4:3)</PresentationFormat>
  <Paragraphs>6435</Paragraphs>
  <Slides>55</Slides>
  <Notes>55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59" baseType="lpstr">
      <vt:lpstr>Franklin Gothic Medium</vt:lpstr>
      <vt:lpstr>Arial</vt:lpstr>
      <vt:lpstr>Calibri</vt:lpstr>
      <vt:lpstr>Default Design</vt:lpstr>
      <vt:lpstr>J’ÉTAIS DANS UN AVION PRÊT À DÉCOLLER </vt:lpstr>
      <vt:lpstr>NE PENSANT QU’À M’EN ÉCHAPPER </vt:lpstr>
      <vt:lpstr>QUAND MON VOISIN À VU LE LIVRE QUE JE TENAIS </vt:lpstr>
      <vt:lpstr>ET ME DEMANDA CE QUE C’ÉTAIT </vt:lpstr>
      <vt:lpstr>JE LUI AI RÉPONDU : « UN BEST SELLER UNE ŒUVRE </vt:lpstr>
      <vt:lpstr>UN RÉCIT IMPRESSIONNANT » </vt:lpstr>
      <vt:lpstr>PUIS J’AI OUVERT LE LIVRE ET COMMENCÉ À LUI LIRE </vt:lpstr>
      <vt:lpstr>DANS MATTHIEU, MARC, LUC ET JEAN</vt:lpstr>
      <vt:lpstr>IL EST NÉ D’UNE VIERGE À BETHLÉHEM AU MILIEU D’UNE SAINTE NUIT</vt:lpstr>
      <vt:lpstr>LES ANGES SONT VENU AUTOUR DE LUI</vt:lpstr>
      <vt:lpstr>CHANTANT : « GLOIRE AU GRAND JE SUIS ! »</vt:lpstr>
      <vt:lpstr>IL A MARCHÉ SUR L’EAU DES AVEUGLES ONT VU</vt:lpstr>
      <vt:lpstr>ET LES BOITEUX IL A GUÉRIT </vt:lpstr>
      <vt:lpstr>POUR LA PREMIÈRE FOIS IL NOUS A APPRIS</vt:lpstr>
      <vt:lpstr>QUE DIEU POUVAIT ÊTRE NOTRE AMI</vt:lpstr>
      <vt:lpstr>IL N’A JAMAIS COMMIS LA MOINDRE FAUTE</vt:lpstr>
      <vt:lpstr>MAIS IL A PRIS NOTRE CHÂTIMENT PUIS IL A FAIT SON CHEMIN</vt:lpstr>
      <vt:lpstr>EST MORT À LA CROIX</vt:lpstr>
      <vt:lpstr> ET C’ÉTAIT LA FIN… DU COMMENCEMENT</vt:lpstr>
      <vt:lpstr>« CE N’EST PAS NOUVEAU C’EST LA BIBLE » M’A-T-IL DIT</vt:lpstr>
      <vt:lpstr>« CETTE HISTOIRE JE L’AI ENTENDU J’AI BIEN ESSAYÉ LA RELIGION</vt:lpstr>
      <vt:lpstr>MAIS AUJOURD’HUI JE N’EN VEUX PLUS</vt:lpstr>
      <vt:lpstr>DES SUPERSTITIONS ET CONTES DE FÉE</vt:lpstr>
      <vt:lpstr>POUR AIDER LES FAIBLES À LA SURVIE »</vt:lpstr>
      <vt:lpstr>JE LUI AI RÉPONDU : « ECOUTE BIEN CECI CAR ÇA VA CHANGER TA VIE ! »</vt:lpstr>
      <vt:lpstr>IL EST NÉ D’UNE VIERGE À BETHLÉHEM AU MILIEU D’UNE SAINTE NUIT</vt:lpstr>
      <vt:lpstr>LES ANGES SONT VENU AUTOUR DE LUI</vt:lpstr>
      <vt:lpstr>CHANTANT : « GLOIRE AU GRAND JE SUIS ! »</vt:lpstr>
      <vt:lpstr>IL A MARCHÉ SUR L’EAU DES AVEUGLES ONT VU</vt:lpstr>
      <vt:lpstr>ET LES BOITEUX IL A GUÉRIT </vt:lpstr>
      <vt:lpstr>POUR LA PREMIÈRE FOIS IL NOUS A APPRIS</vt:lpstr>
      <vt:lpstr>QUE DIEU POUVAIT ÊTRE NOTRE AMI</vt:lpstr>
      <vt:lpstr>IL N’A JAMAIS COMMIS LA MOINDRE FAUTE</vt:lpstr>
      <vt:lpstr>MAIS IL A PRIS NOTRE CHÂTIMENT PUIS IL A FAIT SON CHEMIN</vt:lpstr>
      <vt:lpstr>EST MORT À LA CROIX</vt:lpstr>
      <vt:lpstr> ET C’ÉTAIT LA FIN… DU COMMENCEMENT</vt:lpstr>
      <vt:lpstr>« LA FIN DU COMMENCEMENT ? MAIS QUE VEUX-TU DIRE ? »</vt:lpstr>
      <vt:lpstr>DU REGARD IL M’INTERROGEA :  « QUE PEUT-IL BIEN Y AVOIR DE PLUS</vt:lpstr>
      <vt:lpstr> PUISQU’IL EST MORT SUR CETTE CROIX ? »</vt:lpstr>
      <vt:lpstr>JE LUI AI RÉPONDU, VOICI LE SECRET LE FONDEMENT DE CE QUE JE CROIS</vt:lpstr>
      <vt:lpstr>MAIS LE COMMENCEMENT D’UNE VIE ABONDANTE POUR TOI</vt:lpstr>
      <vt:lpstr>OUI IL A FAIT TOUT ÇA POUR TOI</vt:lpstr>
      <vt:lpstr>IL EST NÉ D’UNE VIERGE À BETHLÉHEM AU MILIEU D’UNE SAINTE NUIT </vt:lpstr>
      <vt:lpstr>LES ANGES ONT ACCOURU AUTOUR DE LUI</vt:lpstr>
      <vt:lpstr>POUR ADORER LE GRAND « JE SUIS »</vt:lpstr>
      <vt:lpstr> IL A MARCHÉ SUR L’EAU DES AVEUGLES ONT VU</vt:lpstr>
      <vt:lpstr>LES BOITEUX IL A GUÉRIT</vt:lpstr>
      <vt:lpstr>POUR LA PREMIÈRE FOIS COMPREND AUJOURD’HUI</vt:lpstr>
      <vt:lpstr>QUE DIEU VEUT ÊTRE TON AMI</vt:lpstr>
      <vt:lpstr>IL N’A JAMAIS COMMIS LA MOINDRE FAUTE</vt:lpstr>
      <vt:lpstr>MAIS IL A PRIS NOTRE CHÂTIMENT PUIS IL A FAIT SON CHEMIN</vt:lpstr>
      <vt:lpstr>EST MORT À LA CROIX MAIS APRÈS TROIS JOURS</vt:lpstr>
      <vt:lpstr>APRÈS TROIS JOURS… IL EST RESSUSCITÉ, IL EST RESSUSCITÉ</vt:lpstr>
      <vt:lpstr>SA VENUE, SA VIE ET SA MORT </vt:lpstr>
      <vt:lpstr>CE N’ÉTAIT QUE LA FIN… DU COMMENCEMENT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120</cp:revision>
  <dcterms:created xsi:type="dcterms:W3CDTF">2002-08-17T10:50:50Z</dcterms:created>
  <dcterms:modified xsi:type="dcterms:W3CDTF">2013-10-27T01:24:49Z</dcterms:modified>
</cp:coreProperties>
</file>