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71" r:id="rId2"/>
    <p:sldId id="272" r:id="rId3"/>
    <p:sldId id="273" r:id="rId4"/>
    <p:sldId id="274" r:id="rId5"/>
    <p:sldId id="275" r:id="rId6"/>
    <p:sldId id="276" r:id="rId7"/>
    <p:sldId id="277" r:id="rId8"/>
    <p:sldId id="278" r:id="rId9"/>
    <p:sldId id="279" r:id="rId10"/>
    <p:sldId id="280" r:id="rId11"/>
    <p:sldId id="281" r:id="rId12"/>
    <p:sldId id="282" r:id="rId13"/>
    <p:sldId id="283" r:id="rId14"/>
    <p:sldId id="284" r:id="rId15"/>
    <p:sldId id="285" r:id="rId16"/>
    <p:sldId id="286" r:id="rId17"/>
    <p:sldId id="287" r:id="rId18"/>
    <p:sldId id="288" r:id="rId19"/>
    <p:sldId id="289" r:id="rId20"/>
    <p:sldId id="290" r:id="rId21"/>
    <p:sldId id="291" r:id="rId22"/>
    <p:sldId id="292" r:id="rId23"/>
    <p:sldId id="293" r:id="rId24"/>
    <p:sldId id="295" r:id="rId25"/>
    <p:sldId id="296" r:id="rId26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28A4"/>
    <a:srgbClr val="DF9245"/>
    <a:srgbClr val="CB69CD"/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00" autoAdjust="0"/>
    <p:restoredTop sz="33599" autoAdjust="0"/>
  </p:normalViewPr>
  <p:slideViewPr>
    <p:cSldViewPr>
      <p:cViewPr varScale="1">
        <p:scale>
          <a:sx n="33" d="100"/>
          <a:sy n="33" d="100"/>
        </p:scale>
        <p:origin x="-768" y="-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2886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8726EE0A-0B99-44FD-B339-AF45B1A23A8F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F5B4E03E-9581-4D88-A986-847AC791FD7C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ALLÉLUIA, ALLÉLUIA ! ALLÉLUIA, ALLÉLUIA,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Hallelujah</a:t>
            </a:r>
            <a:r>
              <a:rPr lang="fr-FR" dirty="0" smtClean="0"/>
              <a:t>, </a:t>
            </a:r>
            <a:r>
              <a:rPr lang="fr-FR" dirty="0" err="1" smtClean="0"/>
              <a:t>Hallelujah</a:t>
            </a:r>
            <a:r>
              <a:rPr lang="fr-FR" dirty="0" smtClean="0"/>
              <a:t>, </a:t>
            </a:r>
            <a:r>
              <a:rPr lang="fr-FR" dirty="0" err="1" smtClean="0"/>
              <a:t>Hallelujah</a:t>
            </a:r>
            <a:r>
              <a:rPr lang="fr-FR" dirty="0" smtClean="0"/>
              <a:t>, </a:t>
            </a:r>
            <a:r>
              <a:rPr lang="fr-FR" dirty="0" err="1" smtClean="0"/>
              <a:t>Hallelujah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  2-  IL EST LE SAINT  QUI NOUS FUT PROMIS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He </a:t>
            </a:r>
            <a:r>
              <a:rPr lang="fr-FR" dirty="0" err="1" smtClean="0"/>
              <a:t>is</a:t>
            </a:r>
            <a:r>
              <a:rPr lang="fr-FR" dirty="0" smtClean="0"/>
              <a:t> the </a:t>
            </a:r>
            <a:r>
              <a:rPr lang="fr-FR" dirty="0" err="1" smtClean="0"/>
              <a:t>promised</a:t>
            </a:r>
            <a:r>
              <a:rPr lang="fr-FR" dirty="0" smtClean="0"/>
              <a:t> </a:t>
            </a:r>
            <a:r>
              <a:rPr lang="fr-FR" dirty="0" err="1" smtClean="0"/>
              <a:t>Holy</a:t>
            </a:r>
            <a:r>
              <a:rPr lang="fr-FR" dirty="0" smtClean="0"/>
              <a:t> One
3-  ALLÉLU,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Hallelu</a:t>
            </a:r>
            <a:r>
              <a:rPr lang="fr-FR" dirty="0" smtClean="0"/>
              <a:t>, </a:t>
            </a:r>
            <a:r>
              <a:rPr lang="fr-FR" dirty="0" err="1" smtClean="0"/>
              <a:t>Hallelujah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4-  EMMANUEL, LE FILS DE DIEU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Emmanuel, </a:t>
            </a:r>
            <a:r>
              <a:rPr lang="fr-FR" dirty="0" err="1" smtClean="0"/>
              <a:t>God's</a:t>
            </a:r>
            <a:r>
              <a:rPr lang="fr-FR" dirty="0" smtClean="0"/>
              <a:t> </a:t>
            </a:r>
            <a:r>
              <a:rPr lang="fr-FR" dirty="0" err="1" smtClean="0"/>
              <a:t>only</a:t>
            </a:r>
            <a:r>
              <a:rPr lang="fr-FR" dirty="0" smtClean="0"/>
              <a:t> Son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5-  ALLÉLU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Halle, </a:t>
            </a:r>
            <a:r>
              <a:rPr lang="fr-FR" dirty="0" err="1" smtClean="0"/>
              <a:t>Hallelujah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6-  L’INFINIMENT GRAND JE SUIS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The </a:t>
            </a:r>
            <a:r>
              <a:rPr lang="fr-FR" dirty="0" err="1" smtClean="0"/>
              <a:t>everlasting</a:t>
            </a:r>
            <a:r>
              <a:rPr lang="fr-FR" dirty="0" smtClean="0"/>
              <a:t> Great I Am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7-  ALLÉLU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Hallelu</a:t>
            </a:r>
            <a:r>
              <a:rPr lang="fr-FR" dirty="0" smtClean="0"/>
              <a:t>, </a:t>
            </a:r>
            <a:r>
              <a:rPr lang="fr-FR" dirty="0" err="1" smtClean="0"/>
              <a:t>Hallelujah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8-  NÉ EN SIMPLE BÉBÉ À BETHLÉEM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As a </a:t>
            </a:r>
            <a:r>
              <a:rPr lang="fr-FR" dirty="0" err="1" smtClean="0"/>
              <a:t>tiny</a:t>
            </a:r>
            <a:r>
              <a:rPr lang="fr-FR" dirty="0" smtClean="0"/>
              <a:t> </a:t>
            </a:r>
            <a:r>
              <a:rPr lang="fr-FR" dirty="0" err="1" smtClean="0"/>
              <a:t>little</a:t>
            </a:r>
            <a:r>
              <a:rPr lang="fr-FR" dirty="0" smtClean="0"/>
              <a:t> baby </a:t>
            </a:r>
            <a:r>
              <a:rPr lang="fr-FR" dirty="0" err="1" smtClean="0"/>
              <a:t>born</a:t>
            </a:r>
            <a:r>
              <a:rPr lang="fr-FR" smtClean="0"/>
              <a:t> in Bethlehem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9-  ALLÉ </a:t>
            </a:r>
            <a:r>
              <a:rPr lang="fr-FR" dirty="0" err="1" smtClean="0"/>
              <a:t>ALLÉ</a:t>
            </a:r>
            <a:r>
              <a:rPr lang="fr-FR" dirty="0" smtClean="0"/>
              <a:t>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Halle-Halle-</a:t>
            </a:r>
            <a:r>
              <a:rPr lang="fr-FR" dirty="0" err="1" smtClean="0"/>
              <a:t>Hallelujah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
10-   ALLÉLUIA…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Hallelujah</a:t>
            </a:r>
            <a:r>
              <a:rPr lang="fr-FR" dirty="0" smtClean="0"/>
              <a:t>, </a:t>
            </a:r>
            <a:r>
              <a:rPr lang="fr-FR" dirty="0" err="1" smtClean="0"/>
              <a:t>Hallelujah</a:t>
            </a:r>
            <a:r>
              <a:rPr lang="fr-FR" dirty="0" smtClean="0"/>
              <a:t>, </a:t>
            </a:r>
            <a:r>
              <a:rPr lang="fr-FR" dirty="0" err="1" smtClean="0"/>
              <a:t>Hallelujah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11-  QU’ON DIT LES ANGES CETTE NUIT-LÀ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What</a:t>
            </a:r>
            <a:r>
              <a:rPr lang="fr-FR" dirty="0" smtClean="0"/>
              <a:t> </a:t>
            </a:r>
            <a:r>
              <a:rPr lang="fr-FR" dirty="0" err="1" smtClean="0"/>
              <a:t>did</a:t>
            </a:r>
            <a:r>
              <a:rPr lang="fr-FR" dirty="0" smtClean="0"/>
              <a:t> the </a:t>
            </a:r>
            <a:r>
              <a:rPr lang="fr-FR" dirty="0" err="1" smtClean="0"/>
              <a:t>angels</a:t>
            </a:r>
            <a:r>
              <a:rPr lang="fr-FR" dirty="0" smtClean="0"/>
              <a:t> </a:t>
            </a:r>
            <a:r>
              <a:rPr lang="fr-FR" dirty="0" err="1" smtClean="0"/>
              <a:t>say</a:t>
            </a:r>
            <a:r>
              <a:rPr lang="fr-FR" dirty="0" smtClean="0"/>
              <a:t> </a:t>
            </a:r>
            <a:r>
              <a:rPr lang="fr-FR" dirty="0" err="1" smtClean="0"/>
              <a:t>that</a:t>
            </a:r>
            <a:r>
              <a:rPr lang="fr-FR" dirty="0" smtClean="0"/>
              <a:t> 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12-  ALLÉLU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Hallely</a:t>
            </a:r>
            <a:r>
              <a:rPr lang="fr-FR" dirty="0" smtClean="0"/>
              <a:t>, </a:t>
            </a:r>
            <a:r>
              <a:rPr lang="fr-FR" dirty="0" err="1" smtClean="0"/>
              <a:t>Hallelujah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13-  EN REMPLISSANT  LES CIEUX DE LUMIÈRE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As </a:t>
            </a:r>
            <a:r>
              <a:rPr lang="fr-FR" dirty="0" err="1" smtClean="0"/>
              <a:t>they</a:t>
            </a:r>
            <a:r>
              <a:rPr lang="fr-FR" dirty="0" smtClean="0"/>
              <a:t> </a:t>
            </a:r>
            <a:r>
              <a:rPr lang="fr-FR" dirty="0" err="1" smtClean="0"/>
              <a:t>filled</a:t>
            </a:r>
            <a:r>
              <a:rPr lang="fr-FR" dirty="0" smtClean="0"/>
              <a:t> the </a:t>
            </a:r>
            <a:r>
              <a:rPr lang="fr-FR" dirty="0" err="1" smtClean="0"/>
              <a:t>sky</a:t>
            </a:r>
            <a:r>
              <a:rPr lang="fr-FR" dirty="0" smtClean="0"/>
              <a:t> </a:t>
            </a:r>
            <a:r>
              <a:rPr lang="fr-FR" dirty="0" err="1" smtClean="0"/>
              <a:t>with</a:t>
            </a:r>
            <a:r>
              <a:rPr lang="fr-FR" dirty="0" smtClean="0"/>
              <a:t> </a:t>
            </a:r>
            <a:r>
              <a:rPr lang="fr-FR" dirty="0" err="1" smtClean="0"/>
              <a:t>Heavenly</a:t>
            </a:r>
            <a:r>
              <a:rPr lang="fr-FR" dirty="0" smtClean="0"/>
              <a:t>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14-  ALLÉ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Halle, </a:t>
            </a:r>
            <a:r>
              <a:rPr lang="fr-FR" dirty="0" err="1" smtClean="0"/>
              <a:t>Hallelujah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15-  LES BERGERS  LES ONT ENTENDUS CHANTER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The </a:t>
            </a:r>
            <a:r>
              <a:rPr lang="fr-FR" dirty="0" err="1" smtClean="0"/>
              <a:t>shepherds</a:t>
            </a:r>
            <a:r>
              <a:rPr lang="fr-FR" dirty="0" smtClean="0"/>
              <a:t> </a:t>
            </a:r>
            <a:r>
              <a:rPr lang="fr-FR" dirty="0" err="1" smtClean="0"/>
              <a:t>shook</a:t>
            </a:r>
            <a:r>
              <a:rPr lang="fr-FR" dirty="0" smtClean="0"/>
              <a:t> </a:t>
            </a:r>
            <a:r>
              <a:rPr lang="fr-FR" dirty="0" err="1" smtClean="0"/>
              <a:t>when</a:t>
            </a:r>
            <a:r>
              <a:rPr lang="fr-FR" dirty="0" smtClean="0"/>
              <a:t> </a:t>
            </a:r>
            <a:r>
              <a:rPr lang="fr-FR" dirty="0" err="1" smtClean="0"/>
              <a:t>they</a:t>
            </a:r>
            <a:r>
              <a:rPr lang="fr-FR" dirty="0" smtClean="0"/>
              <a:t> </a:t>
            </a:r>
            <a:r>
              <a:rPr lang="fr-FR" dirty="0" err="1" smtClean="0"/>
              <a:t>heard</a:t>
            </a:r>
            <a:r>
              <a:rPr lang="fr-FR" dirty="0" smtClean="0"/>
              <a:t> </a:t>
            </a:r>
            <a:r>
              <a:rPr lang="fr-FR" dirty="0" err="1" smtClean="0"/>
              <a:t>them</a:t>
            </a:r>
            <a:r>
              <a:rPr lang="fr-FR" dirty="0" smtClean="0"/>
              <a:t> </a:t>
            </a:r>
            <a:r>
              <a:rPr lang="fr-FR" dirty="0" err="1" smtClean="0"/>
              <a:t>sing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16-  ALLÉLU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Hallelu</a:t>
            </a:r>
            <a:r>
              <a:rPr lang="fr-FR" dirty="0" smtClean="0"/>
              <a:t>, </a:t>
            </a:r>
            <a:r>
              <a:rPr lang="fr-FR" dirty="0" err="1" smtClean="0"/>
              <a:t>Hallelujah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17-  N’AYEZ PAS PEUR  NOS NOUVELLES SONT BONNES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No </a:t>
            </a:r>
            <a:r>
              <a:rPr lang="fr-FR" dirty="0" err="1" smtClean="0"/>
              <a:t>need</a:t>
            </a:r>
            <a:r>
              <a:rPr lang="fr-FR" dirty="0" smtClean="0"/>
              <a:t> to </a:t>
            </a:r>
            <a:r>
              <a:rPr lang="fr-FR" dirty="0" err="1" smtClean="0"/>
              <a:t>fear</a:t>
            </a:r>
            <a:r>
              <a:rPr lang="fr-FR" dirty="0" smtClean="0"/>
              <a:t> good news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bring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18-  ALLÉ </a:t>
            </a:r>
            <a:r>
              <a:rPr lang="fr-FR" dirty="0" err="1" smtClean="0"/>
              <a:t>ALLÉ</a:t>
            </a:r>
            <a:r>
              <a:rPr lang="fr-FR" dirty="0" smtClean="0"/>
              <a:t>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Halle-Halle-</a:t>
            </a:r>
            <a:r>
              <a:rPr lang="fr-FR" dirty="0" err="1" smtClean="0"/>
              <a:t>Hallelujah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19-  ALLÉLUIA…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Hallelujah</a:t>
            </a:r>
            <a:r>
              <a:rPr lang="fr-FR" dirty="0" smtClean="0"/>
              <a:t>, </a:t>
            </a:r>
            <a:r>
              <a:rPr lang="fr-FR" dirty="0" err="1" smtClean="0"/>
              <a:t>Hallelujah</a:t>
            </a:r>
            <a:r>
              <a:rPr lang="fr-FR" dirty="0" smtClean="0"/>
              <a:t>, </a:t>
            </a:r>
            <a:r>
              <a:rPr lang="fr-FR" dirty="0" err="1" smtClean="0"/>
              <a:t>Hallelujah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20-  LE SEIGNEUR DIEU OMNIPOTENT RÉGNERA POUR TOUJOURS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For the Lord </a:t>
            </a:r>
            <a:r>
              <a:rPr lang="fr-FR" dirty="0" err="1" smtClean="0"/>
              <a:t>God</a:t>
            </a:r>
            <a:r>
              <a:rPr lang="fr-FR" dirty="0" smtClean="0"/>
              <a:t> omnipotent </a:t>
            </a:r>
            <a:r>
              <a:rPr lang="fr-FR" dirty="0" err="1" smtClean="0"/>
              <a:t>shall</a:t>
            </a:r>
            <a:r>
              <a:rPr lang="fr-FR" dirty="0" smtClean="0"/>
              <a:t> </a:t>
            </a:r>
            <a:r>
              <a:rPr lang="fr-FR" dirty="0" err="1" smtClean="0"/>
              <a:t>reigneth</a:t>
            </a:r>
            <a:r>
              <a:rPr lang="fr-FR" dirty="0" smtClean="0"/>
              <a:t> </a:t>
            </a:r>
            <a:r>
              <a:rPr lang="fr-FR" dirty="0" err="1" smtClean="0"/>
              <a:t>forever</a:t>
            </a:r>
            <a:r>
              <a:rPr lang="fr-FR" dirty="0" smtClean="0"/>
              <a:t> and </a:t>
            </a:r>
            <a:r>
              <a:rPr lang="fr-FR" dirty="0" err="1" smtClean="0"/>
              <a:t>ever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21-  IL RÉGNERA POUR TOUJOURS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He </a:t>
            </a:r>
            <a:r>
              <a:rPr lang="fr-FR" dirty="0" err="1" smtClean="0"/>
              <a:t>shall</a:t>
            </a:r>
            <a:r>
              <a:rPr lang="fr-FR" dirty="0" smtClean="0"/>
              <a:t> </a:t>
            </a:r>
            <a:r>
              <a:rPr lang="fr-FR" dirty="0" err="1" smtClean="0"/>
              <a:t>reign</a:t>
            </a:r>
            <a:r>
              <a:rPr lang="fr-FR" dirty="0" smtClean="0"/>
              <a:t> </a:t>
            </a:r>
            <a:r>
              <a:rPr lang="fr-FR" dirty="0" err="1" smtClean="0"/>
              <a:t>forever</a:t>
            </a:r>
            <a:r>
              <a:rPr lang="fr-FR" dirty="0" smtClean="0"/>
              <a:t> and </a:t>
            </a:r>
            <a:r>
              <a:rPr lang="fr-FR" dirty="0" err="1" smtClean="0"/>
              <a:t>ever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22-  LE SEIGNEUR DIEU OMNIPOTENT RÉGNERA POUR TOUJOURS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For the Lord </a:t>
            </a:r>
            <a:r>
              <a:rPr lang="fr-FR" dirty="0" err="1" smtClean="0"/>
              <a:t>God</a:t>
            </a:r>
            <a:r>
              <a:rPr lang="fr-FR" dirty="0" smtClean="0"/>
              <a:t> omnipotent </a:t>
            </a:r>
            <a:r>
              <a:rPr lang="fr-FR" dirty="0" err="1" smtClean="0"/>
              <a:t>shall</a:t>
            </a:r>
            <a:r>
              <a:rPr lang="fr-FR" dirty="0" smtClean="0"/>
              <a:t> </a:t>
            </a:r>
            <a:r>
              <a:rPr lang="fr-FR" dirty="0" err="1" smtClean="0"/>
              <a:t>reigneth</a:t>
            </a:r>
            <a:r>
              <a:rPr lang="fr-FR" dirty="0" smtClean="0"/>
              <a:t> </a:t>
            </a:r>
            <a:r>
              <a:rPr lang="fr-FR" dirty="0" err="1" smtClean="0"/>
              <a:t>forever</a:t>
            </a:r>
            <a:r>
              <a:rPr lang="fr-FR" dirty="0" smtClean="0"/>
              <a:t> and </a:t>
            </a:r>
            <a:r>
              <a:rPr lang="fr-FR" dirty="0" err="1" smtClean="0"/>
              <a:t>ever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23-  IL RÉGNERA POUR TOUJOURS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He </a:t>
            </a:r>
            <a:r>
              <a:rPr lang="fr-FR" dirty="0" err="1" smtClean="0"/>
              <a:t>shall</a:t>
            </a:r>
            <a:r>
              <a:rPr lang="fr-FR" dirty="0" smtClean="0"/>
              <a:t> </a:t>
            </a:r>
            <a:r>
              <a:rPr lang="fr-FR" dirty="0" err="1" smtClean="0"/>
              <a:t>reign</a:t>
            </a:r>
            <a:r>
              <a:rPr lang="fr-FR" dirty="0" smtClean="0"/>
              <a:t> </a:t>
            </a:r>
            <a:r>
              <a:rPr lang="fr-FR" dirty="0" err="1" smtClean="0"/>
              <a:t>forever</a:t>
            </a:r>
            <a:r>
              <a:rPr lang="fr-FR" dirty="0" smtClean="0"/>
              <a:t> and </a:t>
            </a:r>
            <a:r>
              <a:rPr lang="fr-FR" dirty="0" err="1" smtClean="0"/>
              <a:t>ever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24-  ALLÉLUIA…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Hallelujah</a:t>
            </a:r>
            <a:r>
              <a:rPr lang="fr-FR" dirty="0" smtClean="0"/>
              <a:t>, </a:t>
            </a:r>
            <a:r>
              <a:rPr lang="fr-FR" dirty="0" err="1" smtClean="0"/>
              <a:t>Hallelujah</a:t>
            </a:r>
            <a:r>
              <a:rPr lang="fr-FR" dirty="0" smtClean="0"/>
              <a:t>, </a:t>
            </a:r>
            <a:r>
              <a:rPr lang="fr-FR" dirty="0" err="1" smtClean="0"/>
              <a:t>Hallelujah</a:t>
            </a:r>
            <a:r>
              <a:rPr lang="fr-FR" dirty="0" smtClean="0"/>
              <a:t>
25-  ROI DES ROIS SEIGNEURS DES SEIGNEURS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King of </a:t>
            </a:r>
            <a:r>
              <a:rPr lang="fr-FR" dirty="0" err="1" smtClean="0"/>
              <a:t>kings</a:t>
            </a:r>
            <a:r>
              <a:rPr lang="fr-FR" dirty="0" smtClean="0"/>
              <a:t> Lord of lords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ALLÉLUIA, ALLÉLUIA ! ALLÉLUIA, ALLÉLUIA, ALLÉLUIA</a:t>
            </a:r>
          </a:p>
          <a:p>
            <a:r>
              <a:rPr lang="fr-FR" smtClean="0"/>
              <a:t>Hallelujah, Hallelujah, Hallelujah, Hallelujah</a:t>
            </a:r>
          </a:p>
          <a:p>
            <a:endParaRPr lang="fr-FR" smtClean="0"/>
          </a:p>
          <a:p>
            <a:r>
              <a:rPr lang="fr-FR" smtClean="0"/>
              <a:t>  2-  IL EST LE SAINT  QUI NOUS FUT PROMIS </a:t>
            </a:r>
          </a:p>
          <a:p>
            <a:r>
              <a:rPr lang="fr-FR" smtClean="0"/>
              <a:t>He is the promised Holy One
3-  ALLÉLU, ALLÉLUIA </a:t>
            </a:r>
          </a:p>
          <a:p>
            <a:r>
              <a:rPr lang="fr-FR" smtClean="0"/>
              <a:t>Hallelu, Hallelujah</a:t>
            </a:r>
          </a:p>
          <a:p>
            <a:r>
              <a:rPr lang="fr-FR" smtClean="0"/>
              <a:t>4-  EMMANUEL, LE FILS DE DIEU </a:t>
            </a:r>
          </a:p>
          <a:p>
            <a:r>
              <a:rPr lang="fr-FR" smtClean="0"/>
              <a:t>Emmanuel, God's only Son</a:t>
            </a:r>
          </a:p>
          <a:p>
            <a:r>
              <a:rPr lang="fr-FR" smtClean="0"/>
              <a:t>5-  ALLÉLU ALLÉLUIA </a:t>
            </a:r>
          </a:p>
          <a:p>
            <a:r>
              <a:rPr lang="fr-FR" smtClean="0"/>
              <a:t>Halle, Hallelujah</a:t>
            </a:r>
          </a:p>
          <a:p>
            <a:endParaRPr lang="fr-FR" smtClean="0"/>
          </a:p>
          <a:p>
            <a:r>
              <a:rPr lang="fr-FR" smtClean="0"/>
              <a:t>6-  L’INFINIMENT GRAND JE SUIS </a:t>
            </a:r>
          </a:p>
          <a:p>
            <a:r>
              <a:rPr lang="fr-FR" smtClean="0"/>
              <a:t>The everlasting Great I Am</a:t>
            </a:r>
          </a:p>
          <a:p>
            <a:r>
              <a:rPr lang="fr-FR" smtClean="0"/>
              <a:t>7-  ALLÉLU ALLÉLUIA </a:t>
            </a:r>
          </a:p>
          <a:p>
            <a:r>
              <a:rPr lang="fr-FR" smtClean="0"/>
              <a:t>Hallelu, Hallelujah</a:t>
            </a:r>
          </a:p>
          <a:p>
            <a:r>
              <a:rPr lang="fr-FR" smtClean="0"/>
              <a:t>8-  NÉ EN SIMPLE BÉBÉ À BETHLÉEM </a:t>
            </a:r>
          </a:p>
          <a:p>
            <a:r>
              <a:rPr lang="fr-FR" smtClean="0"/>
              <a:t>As a tiny little baby born in Bethlehem</a:t>
            </a:r>
          </a:p>
          <a:p>
            <a:r>
              <a:rPr lang="fr-FR" smtClean="0"/>
              <a:t>9-  ALLÉ ALLÉ ALLÉLUIA</a:t>
            </a:r>
          </a:p>
          <a:p>
            <a:r>
              <a:rPr lang="fr-FR" smtClean="0"/>
              <a:t>Halle-Halle-Hallelujah</a:t>
            </a:r>
          </a:p>
          <a:p>
            <a:r>
              <a:rPr lang="fr-FR" smtClean="0"/>
              <a:t> 
10-   ALLÉLUIA… </a:t>
            </a:r>
          </a:p>
          <a:p>
            <a:r>
              <a:rPr lang="fr-FR" smtClean="0"/>
              <a:t>Hallelujah, Hallelujah, Hallelujah</a:t>
            </a:r>
          </a:p>
          <a:p>
            <a:endParaRPr lang="fr-FR" smtClean="0"/>
          </a:p>
          <a:p>
            <a:r>
              <a:rPr lang="fr-FR" smtClean="0"/>
              <a:t>11-  QU’ON DIT LES ANGES CETTE NUIT-LÀ </a:t>
            </a:r>
          </a:p>
          <a:p>
            <a:r>
              <a:rPr lang="fr-FR" smtClean="0"/>
              <a:t>What did the angels say that night</a:t>
            </a:r>
          </a:p>
          <a:p>
            <a:r>
              <a:rPr lang="fr-FR" smtClean="0"/>
              <a:t>12-  ALLÉLU ALLÉLUIA </a:t>
            </a:r>
          </a:p>
          <a:p>
            <a:r>
              <a:rPr lang="fr-FR" smtClean="0"/>
              <a:t>Hallely, Hallelujah</a:t>
            </a:r>
          </a:p>
          <a:p>
            <a:r>
              <a:rPr lang="fr-FR" smtClean="0"/>
              <a:t>13-  EN REMPLISSANT  LES CIEUX DE LUMIÈRE</a:t>
            </a:r>
          </a:p>
          <a:p>
            <a:r>
              <a:rPr lang="fr-FR" smtClean="0"/>
              <a:t>As they filled the sky with Heavenly light</a:t>
            </a:r>
          </a:p>
          <a:p>
            <a:r>
              <a:rPr lang="fr-FR" smtClean="0"/>
              <a:t> 14-  ALLÉ ALLÉLUIA </a:t>
            </a:r>
          </a:p>
          <a:p>
            <a:r>
              <a:rPr lang="fr-FR" smtClean="0"/>
              <a:t>Halle, Hallelujah</a:t>
            </a:r>
          </a:p>
          <a:p>
            <a:endParaRPr lang="fr-FR" smtClean="0"/>
          </a:p>
          <a:p>
            <a:r>
              <a:rPr lang="fr-FR" smtClean="0"/>
              <a:t>15-  LES BERGERS  LES ONT ENTENDUS CHANTER </a:t>
            </a:r>
          </a:p>
          <a:p>
            <a:r>
              <a:rPr lang="fr-FR" smtClean="0"/>
              <a:t>The shepherds shook when they heard them sing</a:t>
            </a:r>
          </a:p>
          <a:p>
            <a:r>
              <a:rPr lang="fr-FR" smtClean="0"/>
              <a:t>16-  ALLÉLU ALLÉLUIA</a:t>
            </a:r>
          </a:p>
          <a:p>
            <a:r>
              <a:rPr lang="fr-FR" smtClean="0"/>
              <a:t>Hallelu, Hallelujah</a:t>
            </a:r>
          </a:p>
          <a:p>
            <a:r>
              <a:rPr lang="fr-FR" smtClean="0"/>
              <a:t> 17-  N’AYEZ PAS PEUR  NOS NOUVELLES SONT BONNES</a:t>
            </a:r>
          </a:p>
          <a:p>
            <a:r>
              <a:rPr lang="fr-FR" smtClean="0"/>
              <a:t>No need to fear good news we bring</a:t>
            </a:r>
          </a:p>
          <a:p>
            <a:r>
              <a:rPr lang="fr-FR" smtClean="0"/>
              <a:t> 18-  ALLÉ ALLÉ ALLÉLUIA </a:t>
            </a:r>
          </a:p>
          <a:p>
            <a:r>
              <a:rPr lang="fr-FR" smtClean="0"/>
              <a:t>Halle-Halle-Hallelujah</a:t>
            </a:r>
          </a:p>
          <a:p>
            <a:endParaRPr lang="fr-FR" smtClean="0"/>
          </a:p>
          <a:p>
            <a:r>
              <a:rPr lang="fr-FR" smtClean="0"/>
              <a:t>19-  ALLÉLUIA… </a:t>
            </a:r>
          </a:p>
          <a:p>
            <a:r>
              <a:rPr lang="fr-FR" smtClean="0"/>
              <a:t>Hallelujah, Hallelujah, Hallelujah</a:t>
            </a:r>
          </a:p>
          <a:p>
            <a:endParaRPr lang="fr-FR" smtClean="0"/>
          </a:p>
          <a:p>
            <a:r>
              <a:rPr lang="fr-FR" smtClean="0"/>
              <a:t>20-  LE SEIGNEUR DIEU OMNIPOTENT RÉGNERA POUR TOUJOURS À JAMAIS </a:t>
            </a:r>
          </a:p>
          <a:p>
            <a:r>
              <a:rPr lang="fr-FR" smtClean="0"/>
              <a:t>For the Lord God omnipotent shall reigneth forever and ever</a:t>
            </a:r>
          </a:p>
          <a:p>
            <a:r>
              <a:rPr lang="fr-FR" smtClean="0"/>
              <a:t>21-  IL RÉGNERA POUR TOUJOURS À JAMAIS </a:t>
            </a:r>
          </a:p>
          <a:p>
            <a:r>
              <a:rPr lang="fr-FR" smtClean="0"/>
              <a:t>He shall reign forever and ever</a:t>
            </a:r>
          </a:p>
          <a:p>
            <a:r>
              <a:rPr lang="fr-FR" smtClean="0"/>
              <a:t>22-  LE SEIGNEUR DIEU OMNIPOTENT RÉGNERA POUR TOUJOURS À JAMAIS </a:t>
            </a:r>
          </a:p>
          <a:p>
            <a:r>
              <a:rPr lang="fr-FR" smtClean="0"/>
              <a:t>For the Lord God omnipotent shall reigneth forever and ever</a:t>
            </a:r>
          </a:p>
          <a:p>
            <a:r>
              <a:rPr lang="fr-FR" smtClean="0"/>
              <a:t>23-  IL RÉGNERA POUR TOUJOURS À JAMAIS </a:t>
            </a:r>
          </a:p>
          <a:p>
            <a:r>
              <a:rPr lang="fr-FR" smtClean="0"/>
              <a:t>He shall reign forever and ever</a:t>
            </a:r>
          </a:p>
          <a:p>
            <a:endParaRPr lang="fr-FR" smtClean="0"/>
          </a:p>
          <a:p>
            <a:r>
              <a:rPr lang="fr-FR" smtClean="0"/>
              <a:t>24-  ALLÉLUIA… </a:t>
            </a:r>
          </a:p>
          <a:p>
            <a:r>
              <a:rPr lang="fr-FR" smtClean="0"/>
              <a:t>Hallelujah, Hallelujah, Hallelujah
25-  ROI DES ROIS SEIGNEURS DES SEIGNEURS </a:t>
            </a:r>
          </a:p>
          <a:p>
            <a:r>
              <a:rPr lang="fr-FR" smtClean="0"/>
              <a:t>King of kings Lord of lords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ALLÉLUIA, ALLÉLUIA ! ALLÉLUIA, ALLÉLUIA,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Hallelujah, Hallelujah, Hallelujah,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 2-  IL EST LE SAINT  QUI NOUS FUT PROMIS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is the promised Holy One
3-  ALLÉLU,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EMMANUEL, LE FILS DE DIEU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Emmanuel, God's only Son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ALLÉLU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L’INFINIMENT GRAND JE SUIS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everlasting Great I Am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ALLÉLU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NÉ EN SIMPLE BÉBÉ À BETHLÉEM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As a tiny little baby born in Bethlehem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ALLÉ ALLÉ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Halle-Halle-Hallelujah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10-   ALLÉLUIA…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Hallelujah, Hallelujah,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QU’ON DIT LES ANGES CETTE NUIT-LÀ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What did the angels say that 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ALLÉLU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Hallely,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EN REMPLISSANT  LES CIEUX DE LUMIÈRE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As they filled the sky with Heavenly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14-  ALLÉ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LES BERGERS  LES ONT ENTENDUS CHANTER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shepherds shook when they heard them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ALLÉLU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17-  N’AYEZ PAS PEUR  NOS NOUVELLES SONT BONNES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 need to fear good news we bring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18-  ALLÉ ALLÉ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Halle-Halle-Hallelujah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ALLÉLUIA…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Hallelujah, Hallelujah,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LE SEIGNEUR DIEU OMNIPOTENT RÉGNERA POUR TOUJOURS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 the Lord God omnipotent shall reigneth forever and 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IL RÉGNERA POUR TOUJOURS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shall reign forever and 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 SEIGNEUR DIEU OMNIPOTENT RÉGNERA POUR TOUJOURS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 the Lord God omnipotent shall reigneth forever and 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IL RÉGNERA POUR TOUJOURS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shall reign forever and 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ALLÉLUIA…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Hallelujah, Hallelujah, Hallelujah
25-  ROI DES ROIS SEIGNEURS DES SEIGNEURS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King of kings Lord of lords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ALLÉLUIA, ALLÉLUIA ! ALLÉLUIA, ALLÉLUIA, ALLÉLUIA</a:t>
            </a:r>
          </a:p>
          <a:p>
            <a:r>
              <a:rPr lang="fr-FR" smtClean="0"/>
              <a:t>Hallelujah, Hallelujah, Hallelujah, Hallelujah</a:t>
            </a:r>
          </a:p>
          <a:p>
            <a:endParaRPr lang="fr-FR" smtClean="0"/>
          </a:p>
          <a:p>
            <a:r>
              <a:rPr lang="fr-FR" smtClean="0"/>
              <a:t>  2-  IL EST LE SAINT  QUI NOUS FUT PROMIS </a:t>
            </a:r>
          </a:p>
          <a:p>
            <a:r>
              <a:rPr lang="fr-FR" smtClean="0"/>
              <a:t>He is the promised Holy One
3-  ALLÉLU, ALLÉLUIA </a:t>
            </a:r>
          </a:p>
          <a:p>
            <a:r>
              <a:rPr lang="fr-FR" smtClean="0"/>
              <a:t>Hallelu, Hallelujah</a:t>
            </a:r>
          </a:p>
          <a:p>
            <a:r>
              <a:rPr lang="fr-FR" smtClean="0"/>
              <a:t>4-  EMMANUEL, LE FILS DE DIEU </a:t>
            </a:r>
          </a:p>
          <a:p>
            <a:r>
              <a:rPr lang="fr-FR" smtClean="0"/>
              <a:t>Emmanuel, God's only Son</a:t>
            </a:r>
          </a:p>
          <a:p>
            <a:r>
              <a:rPr lang="fr-FR" smtClean="0"/>
              <a:t>5-  ALLÉLU ALLÉLUIA </a:t>
            </a:r>
          </a:p>
          <a:p>
            <a:r>
              <a:rPr lang="fr-FR" smtClean="0"/>
              <a:t>Halle, Hallelujah</a:t>
            </a:r>
          </a:p>
          <a:p>
            <a:endParaRPr lang="fr-FR" smtClean="0"/>
          </a:p>
          <a:p>
            <a:r>
              <a:rPr lang="fr-FR" smtClean="0"/>
              <a:t>6-  L’INFINIMENT GRAND JE SUIS </a:t>
            </a:r>
          </a:p>
          <a:p>
            <a:r>
              <a:rPr lang="fr-FR" smtClean="0"/>
              <a:t>The everlasting Great I Am</a:t>
            </a:r>
          </a:p>
          <a:p>
            <a:r>
              <a:rPr lang="fr-FR" smtClean="0"/>
              <a:t>7-  ALLÉLU ALLÉLUIA </a:t>
            </a:r>
          </a:p>
          <a:p>
            <a:r>
              <a:rPr lang="fr-FR" smtClean="0"/>
              <a:t>Hallelu, Hallelujah</a:t>
            </a:r>
          </a:p>
          <a:p>
            <a:r>
              <a:rPr lang="fr-FR" smtClean="0"/>
              <a:t>8-  NÉ EN SIMPLE BÉBÉ À BETHLÉEM </a:t>
            </a:r>
          </a:p>
          <a:p>
            <a:r>
              <a:rPr lang="fr-FR" smtClean="0"/>
              <a:t>As a tiny little baby born in Bethlehem</a:t>
            </a:r>
          </a:p>
          <a:p>
            <a:r>
              <a:rPr lang="fr-FR" smtClean="0"/>
              <a:t>9-  ALLÉ ALLÉ ALLÉLUIA</a:t>
            </a:r>
          </a:p>
          <a:p>
            <a:r>
              <a:rPr lang="fr-FR" smtClean="0"/>
              <a:t>Halle-Halle-Hallelujah</a:t>
            </a:r>
          </a:p>
          <a:p>
            <a:r>
              <a:rPr lang="fr-FR" smtClean="0"/>
              <a:t> 
10-   ALLÉLUIA… </a:t>
            </a:r>
          </a:p>
          <a:p>
            <a:r>
              <a:rPr lang="fr-FR" smtClean="0"/>
              <a:t>Hallelujah, Hallelujah, Hallelujah</a:t>
            </a:r>
          </a:p>
          <a:p>
            <a:endParaRPr lang="fr-FR" smtClean="0"/>
          </a:p>
          <a:p>
            <a:r>
              <a:rPr lang="fr-FR" smtClean="0"/>
              <a:t>11-  QU’ON DIT LES ANGES CETTE NUIT-LÀ </a:t>
            </a:r>
          </a:p>
          <a:p>
            <a:r>
              <a:rPr lang="fr-FR" smtClean="0"/>
              <a:t>What did the angels say that night</a:t>
            </a:r>
          </a:p>
          <a:p>
            <a:r>
              <a:rPr lang="fr-FR" smtClean="0"/>
              <a:t>12-  ALLÉLU ALLÉLUIA </a:t>
            </a:r>
          </a:p>
          <a:p>
            <a:r>
              <a:rPr lang="fr-FR" smtClean="0"/>
              <a:t>Hallely, Hallelujah</a:t>
            </a:r>
          </a:p>
          <a:p>
            <a:r>
              <a:rPr lang="fr-FR" smtClean="0"/>
              <a:t>13-  EN REMPLISSANT  LES CIEUX DE LUMIÈRE</a:t>
            </a:r>
          </a:p>
          <a:p>
            <a:r>
              <a:rPr lang="fr-FR" smtClean="0"/>
              <a:t>As they filled the sky with Heavenly light</a:t>
            </a:r>
          </a:p>
          <a:p>
            <a:r>
              <a:rPr lang="fr-FR" smtClean="0"/>
              <a:t> 14-  ALLÉ ALLÉLUIA </a:t>
            </a:r>
          </a:p>
          <a:p>
            <a:r>
              <a:rPr lang="fr-FR" smtClean="0"/>
              <a:t>Halle, Hallelujah</a:t>
            </a:r>
          </a:p>
          <a:p>
            <a:endParaRPr lang="fr-FR" smtClean="0"/>
          </a:p>
          <a:p>
            <a:r>
              <a:rPr lang="fr-FR" smtClean="0"/>
              <a:t>15-  LES BERGERS  LES ONT ENTENDUS CHANTER </a:t>
            </a:r>
          </a:p>
          <a:p>
            <a:r>
              <a:rPr lang="fr-FR" smtClean="0"/>
              <a:t>The shepherds shook when they heard them sing</a:t>
            </a:r>
          </a:p>
          <a:p>
            <a:r>
              <a:rPr lang="fr-FR" smtClean="0"/>
              <a:t>16-  ALLÉLU ALLÉLUIA</a:t>
            </a:r>
          </a:p>
          <a:p>
            <a:r>
              <a:rPr lang="fr-FR" smtClean="0"/>
              <a:t>Hallelu, Hallelujah</a:t>
            </a:r>
          </a:p>
          <a:p>
            <a:r>
              <a:rPr lang="fr-FR" smtClean="0"/>
              <a:t> 17-  N’AYEZ PAS PEUR  NOS NOUVELLES SONT BONNES</a:t>
            </a:r>
          </a:p>
          <a:p>
            <a:r>
              <a:rPr lang="fr-FR" smtClean="0"/>
              <a:t>No need to fear good news we bring</a:t>
            </a:r>
          </a:p>
          <a:p>
            <a:r>
              <a:rPr lang="fr-FR" smtClean="0"/>
              <a:t> 18-  ALLÉ ALLÉ ALLÉLUIA </a:t>
            </a:r>
          </a:p>
          <a:p>
            <a:r>
              <a:rPr lang="fr-FR" smtClean="0"/>
              <a:t>Halle-Halle-Hallelujah</a:t>
            </a:r>
          </a:p>
          <a:p>
            <a:endParaRPr lang="fr-FR" smtClean="0"/>
          </a:p>
          <a:p>
            <a:r>
              <a:rPr lang="fr-FR" smtClean="0"/>
              <a:t>19-  ALLÉLUIA… </a:t>
            </a:r>
          </a:p>
          <a:p>
            <a:r>
              <a:rPr lang="fr-FR" smtClean="0"/>
              <a:t>Hallelujah, Hallelujah, Hallelujah</a:t>
            </a:r>
          </a:p>
          <a:p>
            <a:endParaRPr lang="fr-FR" smtClean="0"/>
          </a:p>
          <a:p>
            <a:r>
              <a:rPr lang="fr-FR" smtClean="0"/>
              <a:t>20-  LE SEIGNEUR DIEU OMNIPOTENT RÉGNERA POUR TOUJOURS À JAMAIS </a:t>
            </a:r>
          </a:p>
          <a:p>
            <a:r>
              <a:rPr lang="fr-FR" smtClean="0"/>
              <a:t>For the Lord God omnipotent shall reigneth forever and ever</a:t>
            </a:r>
          </a:p>
          <a:p>
            <a:r>
              <a:rPr lang="fr-FR" smtClean="0"/>
              <a:t>21-  IL RÉGNERA POUR TOUJOURS À JAMAIS </a:t>
            </a:r>
          </a:p>
          <a:p>
            <a:r>
              <a:rPr lang="fr-FR" smtClean="0"/>
              <a:t>He shall reign forever and ever</a:t>
            </a:r>
          </a:p>
          <a:p>
            <a:r>
              <a:rPr lang="fr-FR" smtClean="0"/>
              <a:t>22-  LE SEIGNEUR DIEU OMNIPOTENT RÉGNERA POUR TOUJOURS À JAMAIS </a:t>
            </a:r>
          </a:p>
          <a:p>
            <a:r>
              <a:rPr lang="fr-FR" smtClean="0"/>
              <a:t>For the Lord God omnipotent shall reigneth forever and ever</a:t>
            </a:r>
          </a:p>
          <a:p>
            <a:r>
              <a:rPr lang="fr-FR" smtClean="0"/>
              <a:t>23-  IL RÉGNERA POUR TOUJOURS À JAMAIS </a:t>
            </a:r>
          </a:p>
          <a:p>
            <a:r>
              <a:rPr lang="fr-FR" smtClean="0"/>
              <a:t>He shall reign forever and ever</a:t>
            </a:r>
          </a:p>
          <a:p>
            <a:endParaRPr lang="fr-FR" smtClean="0"/>
          </a:p>
          <a:p>
            <a:r>
              <a:rPr lang="fr-FR" smtClean="0"/>
              <a:t>24-  ALLÉLUIA… </a:t>
            </a:r>
          </a:p>
          <a:p>
            <a:r>
              <a:rPr lang="fr-FR" smtClean="0"/>
              <a:t>Hallelujah, Hallelujah, Hallelujah
25-  ROI DES ROIS SEIGNEURS DES SEIGNEURS </a:t>
            </a:r>
          </a:p>
          <a:p>
            <a:r>
              <a:rPr lang="fr-FR" smtClean="0"/>
              <a:t>King of kings Lord of lords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ALLÉLUIA, ALLÉLUIA ! ALLÉLUIA, ALLÉLUIA,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Hallelujah, Hallelujah, Hallelujah,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 2-  IL EST LE SAINT  QUI NOUS FUT PROMIS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is the promised Holy One
3-  ALLÉLU,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EMMANUEL, LE FILS DE DIEU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Emmanuel, God's only Son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ALLÉLU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L’INFINIMENT GRAND JE SUIS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everlasting Great I Am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ALLÉLU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NÉ EN SIMPLE BÉBÉ À BETHLÉEM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As a tiny little baby born in Bethlehem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ALLÉ ALLÉ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Halle-Halle-Hallelujah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10-   ALLÉLUIA…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Hallelujah, Hallelujah,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QU’ON DIT LES ANGES CETTE NUIT-LÀ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What did the angels say that 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ALLÉLU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Hallely,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EN REMPLISSANT  LES CIEUX DE LUMIÈRE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As they filled the sky with Heavenly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14-  ALLÉ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LES BERGERS  LES ONT ENTENDUS CHANTER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shepherds shook when they heard them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ALLÉLU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17-  N’AYEZ PAS PEUR  NOS NOUVELLES SONT BONNES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 need to fear good news we bring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18-  ALLÉ ALLÉ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Halle-Halle-Hallelujah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ALLÉLUIA…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Hallelujah, Hallelujah,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LE SEIGNEUR DIEU OMNIPOTENT RÉGNERA POUR TOUJOURS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 the Lord God omnipotent shall reigneth forever and 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IL RÉGNERA POUR TOUJOURS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shall reign forever and 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 SEIGNEUR DIEU OMNIPOTENT RÉGNERA POUR TOUJOURS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 the Lord God omnipotent shall reigneth forever and 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IL RÉGNERA POUR TOUJOURS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shall reign forever and 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ALLÉLUIA…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Hallelujah, Hallelujah, Hallelujah
25-  ROI DES ROIS SEIGNEURS DES SEIGNEURS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King of kings Lord of lords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ALLÉLUIA, ALLÉLUIA ! ALLÉLUIA, ALLÉLUIA, ALLÉLUIA</a:t>
            </a:r>
          </a:p>
          <a:p>
            <a:r>
              <a:rPr lang="fr-FR" smtClean="0"/>
              <a:t>Hallelujah, Hallelujah, Hallelujah, Hallelujah</a:t>
            </a:r>
          </a:p>
          <a:p>
            <a:endParaRPr lang="fr-FR" smtClean="0"/>
          </a:p>
          <a:p>
            <a:r>
              <a:rPr lang="fr-FR" smtClean="0"/>
              <a:t>  2-  IL EST LE SAINT  QUI NOUS FUT PROMIS </a:t>
            </a:r>
          </a:p>
          <a:p>
            <a:r>
              <a:rPr lang="fr-FR" smtClean="0"/>
              <a:t>He is the promised Holy One
3-  ALLÉLU, ALLÉLUIA </a:t>
            </a:r>
          </a:p>
          <a:p>
            <a:r>
              <a:rPr lang="fr-FR" smtClean="0"/>
              <a:t>Hallelu, Hallelujah</a:t>
            </a:r>
          </a:p>
          <a:p>
            <a:r>
              <a:rPr lang="fr-FR" smtClean="0"/>
              <a:t>4-  EMMANUEL, LE FILS DE DIEU </a:t>
            </a:r>
          </a:p>
          <a:p>
            <a:r>
              <a:rPr lang="fr-FR" smtClean="0"/>
              <a:t>Emmanuel, God's only Son</a:t>
            </a:r>
          </a:p>
          <a:p>
            <a:r>
              <a:rPr lang="fr-FR" smtClean="0"/>
              <a:t>5-  ALLÉLU ALLÉLUIA </a:t>
            </a:r>
          </a:p>
          <a:p>
            <a:r>
              <a:rPr lang="fr-FR" smtClean="0"/>
              <a:t>Halle, Hallelujah</a:t>
            </a:r>
          </a:p>
          <a:p>
            <a:endParaRPr lang="fr-FR" smtClean="0"/>
          </a:p>
          <a:p>
            <a:r>
              <a:rPr lang="fr-FR" smtClean="0"/>
              <a:t>6-  L’INFINIMENT GRAND JE SUIS </a:t>
            </a:r>
          </a:p>
          <a:p>
            <a:r>
              <a:rPr lang="fr-FR" smtClean="0"/>
              <a:t>The everlasting Great I Am</a:t>
            </a:r>
          </a:p>
          <a:p>
            <a:r>
              <a:rPr lang="fr-FR" smtClean="0"/>
              <a:t>7-  ALLÉLU ALLÉLUIA </a:t>
            </a:r>
          </a:p>
          <a:p>
            <a:r>
              <a:rPr lang="fr-FR" smtClean="0"/>
              <a:t>Hallelu, Hallelujah</a:t>
            </a:r>
          </a:p>
          <a:p>
            <a:r>
              <a:rPr lang="fr-FR" smtClean="0"/>
              <a:t>8-  NÉ EN SIMPLE BÉBÉ À BETHLÉEM </a:t>
            </a:r>
          </a:p>
          <a:p>
            <a:r>
              <a:rPr lang="fr-FR" smtClean="0"/>
              <a:t>As a tiny little baby born in Bethlehem</a:t>
            </a:r>
          </a:p>
          <a:p>
            <a:r>
              <a:rPr lang="fr-FR" smtClean="0"/>
              <a:t>9-  ALLÉ ALLÉ ALLÉLUIA</a:t>
            </a:r>
          </a:p>
          <a:p>
            <a:r>
              <a:rPr lang="fr-FR" smtClean="0"/>
              <a:t>Halle-Halle-Hallelujah</a:t>
            </a:r>
          </a:p>
          <a:p>
            <a:r>
              <a:rPr lang="fr-FR" smtClean="0"/>
              <a:t> 
10-   ALLÉLUIA… </a:t>
            </a:r>
          </a:p>
          <a:p>
            <a:r>
              <a:rPr lang="fr-FR" smtClean="0"/>
              <a:t>Hallelujah, Hallelujah, Hallelujah</a:t>
            </a:r>
          </a:p>
          <a:p>
            <a:endParaRPr lang="fr-FR" smtClean="0"/>
          </a:p>
          <a:p>
            <a:r>
              <a:rPr lang="fr-FR" smtClean="0"/>
              <a:t>11-  QU’ON DIT LES ANGES CETTE NUIT-LÀ </a:t>
            </a:r>
          </a:p>
          <a:p>
            <a:r>
              <a:rPr lang="fr-FR" smtClean="0"/>
              <a:t>What did the angels say that night</a:t>
            </a:r>
          </a:p>
          <a:p>
            <a:r>
              <a:rPr lang="fr-FR" smtClean="0"/>
              <a:t>12-  ALLÉLU ALLÉLUIA </a:t>
            </a:r>
          </a:p>
          <a:p>
            <a:r>
              <a:rPr lang="fr-FR" smtClean="0"/>
              <a:t>Hallely, Hallelujah</a:t>
            </a:r>
          </a:p>
          <a:p>
            <a:r>
              <a:rPr lang="fr-FR" smtClean="0"/>
              <a:t>13-  EN REMPLISSANT  LES CIEUX DE LUMIÈRE</a:t>
            </a:r>
          </a:p>
          <a:p>
            <a:r>
              <a:rPr lang="fr-FR" smtClean="0"/>
              <a:t>As they filled the sky with Heavenly light</a:t>
            </a:r>
          </a:p>
          <a:p>
            <a:r>
              <a:rPr lang="fr-FR" smtClean="0"/>
              <a:t> 14-  ALLÉ ALLÉLUIA </a:t>
            </a:r>
          </a:p>
          <a:p>
            <a:r>
              <a:rPr lang="fr-FR" smtClean="0"/>
              <a:t>Halle, Hallelujah</a:t>
            </a:r>
          </a:p>
          <a:p>
            <a:endParaRPr lang="fr-FR" smtClean="0"/>
          </a:p>
          <a:p>
            <a:r>
              <a:rPr lang="fr-FR" smtClean="0"/>
              <a:t>15-  LES BERGERS  LES ONT ENTENDUS CHANTER </a:t>
            </a:r>
          </a:p>
          <a:p>
            <a:r>
              <a:rPr lang="fr-FR" smtClean="0"/>
              <a:t>The shepherds shook when they heard them sing</a:t>
            </a:r>
          </a:p>
          <a:p>
            <a:r>
              <a:rPr lang="fr-FR" smtClean="0"/>
              <a:t>16-  ALLÉLU ALLÉLUIA</a:t>
            </a:r>
          </a:p>
          <a:p>
            <a:r>
              <a:rPr lang="fr-FR" smtClean="0"/>
              <a:t>Hallelu, Hallelujah</a:t>
            </a:r>
          </a:p>
          <a:p>
            <a:r>
              <a:rPr lang="fr-FR" smtClean="0"/>
              <a:t> 17-  N’AYEZ PAS PEUR  NOS NOUVELLES SONT BONNES</a:t>
            </a:r>
          </a:p>
          <a:p>
            <a:r>
              <a:rPr lang="fr-FR" smtClean="0"/>
              <a:t>No need to fear good news we bring</a:t>
            </a:r>
          </a:p>
          <a:p>
            <a:r>
              <a:rPr lang="fr-FR" smtClean="0"/>
              <a:t> 18-  ALLÉ ALLÉ ALLÉLUIA </a:t>
            </a:r>
          </a:p>
          <a:p>
            <a:r>
              <a:rPr lang="fr-FR" smtClean="0"/>
              <a:t>Halle-Halle-Hallelujah</a:t>
            </a:r>
          </a:p>
          <a:p>
            <a:endParaRPr lang="fr-FR" smtClean="0"/>
          </a:p>
          <a:p>
            <a:r>
              <a:rPr lang="fr-FR" smtClean="0"/>
              <a:t>19-  ALLÉLUIA… </a:t>
            </a:r>
          </a:p>
          <a:p>
            <a:r>
              <a:rPr lang="fr-FR" smtClean="0"/>
              <a:t>Hallelujah, Hallelujah, Hallelujah</a:t>
            </a:r>
          </a:p>
          <a:p>
            <a:endParaRPr lang="fr-FR" smtClean="0"/>
          </a:p>
          <a:p>
            <a:r>
              <a:rPr lang="fr-FR" smtClean="0"/>
              <a:t>20-  LE SEIGNEUR DIEU OMNIPOTENT RÉGNERA POUR TOUJOURS À JAMAIS </a:t>
            </a:r>
          </a:p>
          <a:p>
            <a:r>
              <a:rPr lang="fr-FR" smtClean="0"/>
              <a:t>For the Lord God omnipotent shall reigneth forever and ever</a:t>
            </a:r>
          </a:p>
          <a:p>
            <a:r>
              <a:rPr lang="fr-FR" smtClean="0"/>
              <a:t>21-  IL RÉGNERA POUR TOUJOURS À JAMAIS </a:t>
            </a:r>
          </a:p>
          <a:p>
            <a:r>
              <a:rPr lang="fr-FR" smtClean="0"/>
              <a:t>He shall reign forever and ever</a:t>
            </a:r>
          </a:p>
          <a:p>
            <a:r>
              <a:rPr lang="fr-FR" smtClean="0"/>
              <a:t>22-  LE SEIGNEUR DIEU OMNIPOTENT RÉGNERA POUR TOUJOURS À JAMAIS </a:t>
            </a:r>
          </a:p>
          <a:p>
            <a:r>
              <a:rPr lang="fr-FR" smtClean="0"/>
              <a:t>For the Lord God omnipotent shall reigneth forever and ever</a:t>
            </a:r>
          </a:p>
          <a:p>
            <a:r>
              <a:rPr lang="fr-FR" smtClean="0"/>
              <a:t>23-  IL RÉGNERA POUR TOUJOURS À JAMAIS </a:t>
            </a:r>
          </a:p>
          <a:p>
            <a:r>
              <a:rPr lang="fr-FR" smtClean="0"/>
              <a:t>He shall reign forever and ever</a:t>
            </a:r>
          </a:p>
          <a:p>
            <a:endParaRPr lang="fr-FR" smtClean="0"/>
          </a:p>
          <a:p>
            <a:r>
              <a:rPr lang="fr-FR" smtClean="0"/>
              <a:t>24-  ALLÉLUIA… </a:t>
            </a:r>
          </a:p>
          <a:p>
            <a:r>
              <a:rPr lang="fr-FR" smtClean="0"/>
              <a:t>Hallelujah, Hallelujah, Hallelujah
25-  ROI DES ROIS SEIGNEURS DES SEIGNEURS </a:t>
            </a:r>
          </a:p>
          <a:p>
            <a:r>
              <a:rPr lang="fr-FR" smtClean="0"/>
              <a:t>King of kings Lord of lords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ALLÉLUIA, ALLÉLUIA ! ALLÉLUIA, ALLÉLUIA,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Hallelujah, Hallelujah, Hallelujah,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 2-  IL EST LE SAINT  QUI NOUS FUT PROMIS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is the promised Holy One
3-  ALLÉLU,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EMMANUEL, LE FILS DE DIEU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Emmanuel, God's only Son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ALLÉLU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L’INFINIMENT GRAND JE SUIS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everlasting Great I Am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ALLÉLU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NÉ EN SIMPLE BÉBÉ À BETHLÉEM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As a tiny little baby born in Bethlehem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ALLÉ ALLÉ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Halle-Halle-Hallelujah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10-   ALLÉLUIA…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Hallelujah, Hallelujah,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QU’ON DIT LES ANGES CETTE NUIT-LÀ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What did the angels say that 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ALLÉLU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Hallely,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EN REMPLISSANT  LES CIEUX DE LUMIÈRE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As they filled the sky with Heavenly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14-  ALLÉ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LES BERGERS  LES ONT ENTENDUS CHANTER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shepherds shook when they heard them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ALLÉLU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17-  N’AYEZ PAS PEUR  NOS NOUVELLES SONT BONNES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 need to fear good news we bring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18-  ALLÉ ALLÉ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Halle-Halle-Hallelujah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ALLÉLUIA…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Hallelujah, Hallelujah,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LE SEIGNEUR DIEU OMNIPOTENT RÉGNERA POUR TOUJOURS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 the Lord God omnipotent shall reigneth forever and 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IL RÉGNERA POUR TOUJOURS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shall reign forever and 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 SEIGNEUR DIEU OMNIPOTENT RÉGNERA POUR TOUJOURS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 the Lord God omnipotent shall reigneth forever and 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IL RÉGNERA POUR TOUJOURS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shall reign forever and 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ALLÉLUIA…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Hallelujah, Hallelujah, Hallelujah
25-  ROI DES ROIS SEIGNEURS DES SEIGNEURS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King of kings Lord of lords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17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ALLÉLUIA, ALLÉLUIA ! ALLÉLUIA, ALLÉLUIA, ALLÉLUIA</a:t>
            </a:r>
          </a:p>
          <a:p>
            <a:r>
              <a:rPr lang="fr-FR" smtClean="0"/>
              <a:t>Hallelujah, Hallelujah, Hallelujah, Hallelujah</a:t>
            </a:r>
          </a:p>
          <a:p>
            <a:endParaRPr lang="fr-FR" smtClean="0"/>
          </a:p>
          <a:p>
            <a:r>
              <a:rPr lang="fr-FR" smtClean="0"/>
              <a:t>  2-  IL EST LE SAINT  QUI NOUS FUT PROMIS </a:t>
            </a:r>
          </a:p>
          <a:p>
            <a:r>
              <a:rPr lang="fr-FR" smtClean="0"/>
              <a:t>He is the promised Holy One
3-  ALLÉLU, ALLÉLUIA </a:t>
            </a:r>
          </a:p>
          <a:p>
            <a:r>
              <a:rPr lang="fr-FR" smtClean="0"/>
              <a:t>Hallelu, Hallelujah</a:t>
            </a:r>
          </a:p>
          <a:p>
            <a:r>
              <a:rPr lang="fr-FR" smtClean="0"/>
              <a:t>4-  EMMANUEL, LE FILS DE DIEU </a:t>
            </a:r>
          </a:p>
          <a:p>
            <a:r>
              <a:rPr lang="fr-FR" smtClean="0"/>
              <a:t>Emmanuel, God's only Son</a:t>
            </a:r>
          </a:p>
          <a:p>
            <a:r>
              <a:rPr lang="fr-FR" smtClean="0"/>
              <a:t>5-  ALLÉLU ALLÉLUIA </a:t>
            </a:r>
          </a:p>
          <a:p>
            <a:r>
              <a:rPr lang="fr-FR" smtClean="0"/>
              <a:t>Halle, Hallelujah</a:t>
            </a:r>
          </a:p>
          <a:p>
            <a:endParaRPr lang="fr-FR" smtClean="0"/>
          </a:p>
          <a:p>
            <a:r>
              <a:rPr lang="fr-FR" smtClean="0"/>
              <a:t>6-  L’INFINIMENT GRAND JE SUIS </a:t>
            </a:r>
          </a:p>
          <a:p>
            <a:r>
              <a:rPr lang="fr-FR" smtClean="0"/>
              <a:t>The everlasting Great I Am</a:t>
            </a:r>
          </a:p>
          <a:p>
            <a:r>
              <a:rPr lang="fr-FR" smtClean="0"/>
              <a:t>7-  ALLÉLU ALLÉLUIA </a:t>
            </a:r>
          </a:p>
          <a:p>
            <a:r>
              <a:rPr lang="fr-FR" smtClean="0"/>
              <a:t>Hallelu, Hallelujah</a:t>
            </a:r>
          </a:p>
          <a:p>
            <a:r>
              <a:rPr lang="fr-FR" smtClean="0"/>
              <a:t>8-  NÉ EN SIMPLE BÉBÉ À BETHLÉEM </a:t>
            </a:r>
          </a:p>
          <a:p>
            <a:r>
              <a:rPr lang="fr-FR" smtClean="0"/>
              <a:t>As a tiny little baby born in Bethlehem</a:t>
            </a:r>
          </a:p>
          <a:p>
            <a:r>
              <a:rPr lang="fr-FR" smtClean="0"/>
              <a:t>9-  ALLÉ ALLÉ ALLÉLUIA</a:t>
            </a:r>
          </a:p>
          <a:p>
            <a:r>
              <a:rPr lang="fr-FR" smtClean="0"/>
              <a:t>Halle-Halle-Hallelujah</a:t>
            </a:r>
          </a:p>
          <a:p>
            <a:r>
              <a:rPr lang="fr-FR" smtClean="0"/>
              <a:t> 
10-   ALLÉLUIA… </a:t>
            </a:r>
          </a:p>
          <a:p>
            <a:r>
              <a:rPr lang="fr-FR" smtClean="0"/>
              <a:t>Hallelujah, Hallelujah, Hallelujah</a:t>
            </a:r>
          </a:p>
          <a:p>
            <a:endParaRPr lang="fr-FR" smtClean="0"/>
          </a:p>
          <a:p>
            <a:r>
              <a:rPr lang="fr-FR" smtClean="0"/>
              <a:t>11-  QU’ON DIT LES ANGES CETTE NUIT-LÀ </a:t>
            </a:r>
          </a:p>
          <a:p>
            <a:r>
              <a:rPr lang="fr-FR" smtClean="0"/>
              <a:t>What did the angels say that night</a:t>
            </a:r>
          </a:p>
          <a:p>
            <a:r>
              <a:rPr lang="fr-FR" smtClean="0"/>
              <a:t>12-  ALLÉLU ALLÉLUIA </a:t>
            </a:r>
          </a:p>
          <a:p>
            <a:r>
              <a:rPr lang="fr-FR" smtClean="0"/>
              <a:t>Hallely, Hallelujah</a:t>
            </a:r>
          </a:p>
          <a:p>
            <a:r>
              <a:rPr lang="fr-FR" smtClean="0"/>
              <a:t>13-  EN REMPLISSANT  LES CIEUX DE LUMIÈRE</a:t>
            </a:r>
          </a:p>
          <a:p>
            <a:r>
              <a:rPr lang="fr-FR" smtClean="0"/>
              <a:t>As they filled the sky with Heavenly light</a:t>
            </a:r>
          </a:p>
          <a:p>
            <a:r>
              <a:rPr lang="fr-FR" smtClean="0"/>
              <a:t> 14-  ALLÉ ALLÉLUIA </a:t>
            </a:r>
          </a:p>
          <a:p>
            <a:r>
              <a:rPr lang="fr-FR" smtClean="0"/>
              <a:t>Halle, Hallelujah</a:t>
            </a:r>
          </a:p>
          <a:p>
            <a:endParaRPr lang="fr-FR" smtClean="0"/>
          </a:p>
          <a:p>
            <a:r>
              <a:rPr lang="fr-FR" smtClean="0"/>
              <a:t>15-  LES BERGERS  LES ONT ENTENDUS CHANTER </a:t>
            </a:r>
          </a:p>
          <a:p>
            <a:r>
              <a:rPr lang="fr-FR" smtClean="0"/>
              <a:t>The shepherds shook when they heard them sing</a:t>
            </a:r>
          </a:p>
          <a:p>
            <a:r>
              <a:rPr lang="fr-FR" smtClean="0"/>
              <a:t>16-  ALLÉLU ALLÉLUIA</a:t>
            </a:r>
          </a:p>
          <a:p>
            <a:r>
              <a:rPr lang="fr-FR" smtClean="0"/>
              <a:t>Hallelu, Hallelujah</a:t>
            </a:r>
          </a:p>
          <a:p>
            <a:r>
              <a:rPr lang="fr-FR" smtClean="0"/>
              <a:t> 17-  N’AYEZ PAS PEUR  NOS NOUVELLES SONT BONNES</a:t>
            </a:r>
          </a:p>
          <a:p>
            <a:r>
              <a:rPr lang="fr-FR" smtClean="0"/>
              <a:t>No need to fear good news we bring</a:t>
            </a:r>
          </a:p>
          <a:p>
            <a:r>
              <a:rPr lang="fr-FR" smtClean="0"/>
              <a:t> 18-  ALLÉ ALLÉ ALLÉLUIA </a:t>
            </a:r>
          </a:p>
          <a:p>
            <a:r>
              <a:rPr lang="fr-FR" smtClean="0"/>
              <a:t>Halle-Halle-Hallelujah</a:t>
            </a:r>
          </a:p>
          <a:p>
            <a:endParaRPr lang="fr-FR" smtClean="0"/>
          </a:p>
          <a:p>
            <a:r>
              <a:rPr lang="fr-FR" smtClean="0"/>
              <a:t>19-  ALLÉLUIA… </a:t>
            </a:r>
          </a:p>
          <a:p>
            <a:r>
              <a:rPr lang="fr-FR" smtClean="0"/>
              <a:t>Hallelujah, Hallelujah, Hallelujah</a:t>
            </a:r>
          </a:p>
          <a:p>
            <a:endParaRPr lang="fr-FR" smtClean="0"/>
          </a:p>
          <a:p>
            <a:r>
              <a:rPr lang="fr-FR" smtClean="0"/>
              <a:t>20-  LE SEIGNEUR DIEU OMNIPOTENT RÉGNERA POUR TOUJOURS À JAMAIS </a:t>
            </a:r>
          </a:p>
          <a:p>
            <a:r>
              <a:rPr lang="fr-FR" smtClean="0"/>
              <a:t>For the Lord God omnipotent shall reigneth forever and ever</a:t>
            </a:r>
          </a:p>
          <a:p>
            <a:r>
              <a:rPr lang="fr-FR" smtClean="0"/>
              <a:t>21-  IL RÉGNERA POUR TOUJOURS À JAMAIS </a:t>
            </a:r>
          </a:p>
          <a:p>
            <a:r>
              <a:rPr lang="fr-FR" smtClean="0"/>
              <a:t>He shall reign forever and ever</a:t>
            </a:r>
          </a:p>
          <a:p>
            <a:r>
              <a:rPr lang="fr-FR" smtClean="0"/>
              <a:t>22-  LE SEIGNEUR DIEU OMNIPOTENT RÉGNERA POUR TOUJOURS À JAMAIS </a:t>
            </a:r>
          </a:p>
          <a:p>
            <a:r>
              <a:rPr lang="fr-FR" smtClean="0"/>
              <a:t>For the Lord God omnipotent shall reigneth forever and ever</a:t>
            </a:r>
          </a:p>
          <a:p>
            <a:r>
              <a:rPr lang="fr-FR" smtClean="0"/>
              <a:t>23-  IL RÉGNERA POUR TOUJOURS À JAMAIS </a:t>
            </a:r>
          </a:p>
          <a:p>
            <a:r>
              <a:rPr lang="fr-FR" smtClean="0"/>
              <a:t>He shall reign forever and ever</a:t>
            </a:r>
          </a:p>
          <a:p>
            <a:endParaRPr lang="fr-FR" smtClean="0"/>
          </a:p>
          <a:p>
            <a:r>
              <a:rPr lang="fr-FR" smtClean="0"/>
              <a:t>24-  ALLÉLUIA… </a:t>
            </a:r>
          </a:p>
          <a:p>
            <a:r>
              <a:rPr lang="fr-FR" smtClean="0"/>
              <a:t>Hallelujah, Hallelujah, Hallelujah
25-  ROI DES ROIS SEIGNEURS DES SEIGNEURS </a:t>
            </a:r>
          </a:p>
          <a:p>
            <a:r>
              <a:rPr lang="fr-FR" smtClean="0"/>
              <a:t>King of kings Lord of lords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ALLÉLUIA, ALLÉLUIA ! ALLÉLUIA, ALLÉLUIA,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Hallelujah, Hallelujah, Hallelujah,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 2-  IL EST LE SAINT  QUI NOUS FUT PROMIS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is the promised Holy One
3-  ALLÉLU,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EMMANUEL, LE FILS DE DIEU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Emmanuel, God's only Son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ALLÉLU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L’INFINIMENT GRAND JE SUIS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everlasting Great I Am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ALLÉLU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NÉ EN SIMPLE BÉBÉ À BETHLÉEM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As a tiny little baby born in Bethlehem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ALLÉ ALLÉ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Halle-Halle-Hallelujah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10-   ALLÉLUIA…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Hallelujah, Hallelujah,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QU’ON DIT LES ANGES CETTE NUIT-LÀ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What did the angels say that 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ALLÉLU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Hallely,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EN REMPLISSANT  LES CIEUX DE LUMIÈRE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As they filled the sky with Heavenly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14-  ALLÉ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LES BERGERS  LES ONT ENTENDUS CHANTER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shepherds shook when they heard them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ALLÉLU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17-  N’AYEZ PAS PEUR  NOS NOUVELLES SONT BONNES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 need to fear good news we bring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18-  ALLÉ ALLÉ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Halle-Halle-Hallelujah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ALLÉLUIA…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Hallelujah, Hallelujah,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LE SEIGNEUR DIEU OMNIPOTENT RÉGNERA POUR TOUJOURS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 the Lord God omnipotent shall reigneth forever and 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IL RÉGNERA POUR TOUJOURS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shall reign forever and 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 SEIGNEUR DIEU OMNIPOTENT RÉGNERA POUR TOUJOURS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 the Lord God omnipotent shall reigneth forever and 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IL RÉGNERA POUR TOUJOURS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shall reign forever and 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ALLÉLUIA…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Hallelujah, Hallelujah, Hallelujah
25-  ROI DES ROIS SEIGNEURS DES SEIGNEURS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King of kings Lord of lords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ALLÉLUIA, ALLÉLUIA ! ALLÉLUIA, ALLÉLUIA, ALLÉLUIA</a:t>
            </a:r>
          </a:p>
          <a:p>
            <a:r>
              <a:rPr lang="fr-FR" smtClean="0"/>
              <a:t>Hallelujah, Hallelujah, Hallelujah, Hallelujah</a:t>
            </a:r>
          </a:p>
          <a:p>
            <a:endParaRPr lang="fr-FR" smtClean="0"/>
          </a:p>
          <a:p>
            <a:r>
              <a:rPr lang="fr-FR" smtClean="0"/>
              <a:t>  2-  IL EST LE SAINT  QUI NOUS FUT PROMIS </a:t>
            </a:r>
          </a:p>
          <a:p>
            <a:r>
              <a:rPr lang="fr-FR" smtClean="0"/>
              <a:t>He is the promised Holy One
3-  ALLÉLU, ALLÉLUIA </a:t>
            </a:r>
          </a:p>
          <a:p>
            <a:r>
              <a:rPr lang="fr-FR" smtClean="0"/>
              <a:t>Hallelu, Hallelujah</a:t>
            </a:r>
          </a:p>
          <a:p>
            <a:r>
              <a:rPr lang="fr-FR" smtClean="0"/>
              <a:t>4-  EMMANUEL, LE FILS DE DIEU </a:t>
            </a:r>
          </a:p>
          <a:p>
            <a:r>
              <a:rPr lang="fr-FR" smtClean="0"/>
              <a:t>Emmanuel, God's only Son</a:t>
            </a:r>
          </a:p>
          <a:p>
            <a:r>
              <a:rPr lang="fr-FR" smtClean="0"/>
              <a:t>5-  ALLÉLU ALLÉLUIA </a:t>
            </a:r>
          </a:p>
          <a:p>
            <a:r>
              <a:rPr lang="fr-FR" smtClean="0"/>
              <a:t>Halle, Hallelujah</a:t>
            </a:r>
          </a:p>
          <a:p>
            <a:endParaRPr lang="fr-FR" smtClean="0"/>
          </a:p>
          <a:p>
            <a:r>
              <a:rPr lang="fr-FR" smtClean="0"/>
              <a:t>6-  L’INFINIMENT GRAND JE SUIS </a:t>
            </a:r>
          </a:p>
          <a:p>
            <a:r>
              <a:rPr lang="fr-FR" smtClean="0"/>
              <a:t>The everlasting Great I Am</a:t>
            </a:r>
          </a:p>
          <a:p>
            <a:r>
              <a:rPr lang="fr-FR" smtClean="0"/>
              <a:t>7-  ALLÉLU ALLÉLUIA </a:t>
            </a:r>
          </a:p>
          <a:p>
            <a:r>
              <a:rPr lang="fr-FR" smtClean="0"/>
              <a:t>Hallelu, Hallelujah</a:t>
            </a:r>
          </a:p>
          <a:p>
            <a:r>
              <a:rPr lang="fr-FR" smtClean="0"/>
              <a:t>8-  NÉ EN SIMPLE BÉBÉ À BETHLÉEM </a:t>
            </a:r>
          </a:p>
          <a:p>
            <a:r>
              <a:rPr lang="fr-FR" smtClean="0"/>
              <a:t>As a tiny little baby born in Bethlehem</a:t>
            </a:r>
          </a:p>
          <a:p>
            <a:r>
              <a:rPr lang="fr-FR" smtClean="0"/>
              <a:t>9-  ALLÉ ALLÉ ALLÉLUIA</a:t>
            </a:r>
          </a:p>
          <a:p>
            <a:r>
              <a:rPr lang="fr-FR" smtClean="0"/>
              <a:t>Halle-Halle-Hallelujah</a:t>
            </a:r>
          </a:p>
          <a:p>
            <a:r>
              <a:rPr lang="fr-FR" smtClean="0"/>
              <a:t> 
10-   ALLÉLUIA… </a:t>
            </a:r>
          </a:p>
          <a:p>
            <a:r>
              <a:rPr lang="fr-FR" smtClean="0"/>
              <a:t>Hallelujah, Hallelujah, Hallelujah</a:t>
            </a:r>
          </a:p>
          <a:p>
            <a:endParaRPr lang="fr-FR" smtClean="0"/>
          </a:p>
          <a:p>
            <a:r>
              <a:rPr lang="fr-FR" smtClean="0"/>
              <a:t>11-  QU’ON DIT LES ANGES CETTE NUIT-LÀ </a:t>
            </a:r>
          </a:p>
          <a:p>
            <a:r>
              <a:rPr lang="fr-FR" smtClean="0"/>
              <a:t>What did the angels say that night</a:t>
            </a:r>
          </a:p>
          <a:p>
            <a:r>
              <a:rPr lang="fr-FR" smtClean="0"/>
              <a:t>12-  ALLÉLU ALLÉLUIA </a:t>
            </a:r>
          </a:p>
          <a:p>
            <a:r>
              <a:rPr lang="fr-FR" smtClean="0"/>
              <a:t>Hallely, Hallelujah</a:t>
            </a:r>
          </a:p>
          <a:p>
            <a:r>
              <a:rPr lang="fr-FR" smtClean="0"/>
              <a:t>13-  EN REMPLISSANT  LES CIEUX DE LUMIÈRE</a:t>
            </a:r>
          </a:p>
          <a:p>
            <a:r>
              <a:rPr lang="fr-FR" smtClean="0"/>
              <a:t>As they filled the sky with Heavenly light</a:t>
            </a:r>
          </a:p>
          <a:p>
            <a:r>
              <a:rPr lang="fr-FR" smtClean="0"/>
              <a:t> 14-  ALLÉ ALLÉLUIA </a:t>
            </a:r>
          </a:p>
          <a:p>
            <a:r>
              <a:rPr lang="fr-FR" smtClean="0"/>
              <a:t>Halle, Hallelujah</a:t>
            </a:r>
          </a:p>
          <a:p>
            <a:endParaRPr lang="fr-FR" smtClean="0"/>
          </a:p>
          <a:p>
            <a:r>
              <a:rPr lang="fr-FR" smtClean="0"/>
              <a:t>15-  LES BERGERS  LES ONT ENTENDUS CHANTER </a:t>
            </a:r>
          </a:p>
          <a:p>
            <a:r>
              <a:rPr lang="fr-FR" smtClean="0"/>
              <a:t>The shepherds shook when they heard them sing</a:t>
            </a:r>
          </a:p>
          <a:p>
            <a:r>
              <a:rPr lang="fr-FR" smtClean="0"/>
              <a:t>16-  ALLÉLU ALLÉLUIA</a:t>
            </a:r>
          </a:p>
          <a:p>
            <a:r>
              <a:rPr lang="fr-FR" smtClean="0"/>
              <a:t>Hallelu, Hallelujah</a:t>
            </a:r>
          </a:p>
          <a:p>
            <a:r>
              <a:rPr lang="fr-FR" smtClean="0"/>
              <a:t> 17-  N’AYEZ PAS PEUR  NOS NOUVELLES SONT BONNES</a:t>
            </a:r>
          </a:p>
          <a:p>
            <a:r>
              <a:rPr lang="fr-FR" smtClean="0"/>
              <a:t>No need to fear good news we bring</a:t>
            </a:r>
          </a:p>
          <a:p>
            <a:r>
              <a:rPr lang="fr-FR" smtClean="0"/>
              <a:t> 18-  ALLÉ ALLÉ ALLÉLUIA </a:t>
            </a:r>
          </a:p>
          <a:p>
            <a:r>
              <a:rPr lang="fr-FR" smtClean="0"/>
              <a:t>Halle-Halle-Hallelujah</a:t>
            </a:r>
          </a:p>
          <a:p>
            <a:endParaRPr lang="fr-FR" smtClean="0"/>
          </a:p>
          <a:p>
            <a:r>
              <a:rPr lang="fr-FR" smtClean="0"/>
              <a:t>19-  ALLÉLUIA… </a:t>
            </a:r>
          </a:p>
          <a:p>
            <a:r>
              <a:rPr lang="fr-FR" smtClean="0"/>
              <a:t>Hallelujah, Hallelujah, Hallelujah</a:t>
            </a:r>
          </a:p>
          <a:p>
            <a:endParaRPr lang="fr-FR" smtClean="0"/>
          </a:p>
          <a:p>
            <a:r>
              <a:rPr lang="fr-FR" smtClean="0"/>
              <a:t>20-  LE SEIGNEUR DIEU OMNIPOTENT RÉGNERA POUR TOUJOURS À JAMAIS </a:t>
            </a:r>
          </a:p>
          <a:p>
            <a:r>
              <a:rPr lang="fr-FR" smtClean="0"/>
              <a:t>For the Lord God omnipotent shall reigneth forever and ever</a:t>
            </a:r>
          </a:p>
          <a:p>
            <a:r>
              <a:rPr lang="fr-FR" smtClean="0"/>
              <a:t>21-  IL RÉGNERA POUR TOUJOURS À JAMAIS </a:t>
            </a:r>
          </a:p>
          <a:p>
            <a:r>
              <a:rPr lang="fr-FR" smtClean="0"/>
              <a:t>He shall reign forever and ever</a:t>
            </a:r>
          </a:p>
          <a:p>
            <a:r>
              <a:rPr lang="fr-FR" smtClean="0"/>
              <a:t>22-  LE SEIGNEUR DIEU OMNIPOTENT RÉGNERA POUR TOUJOURS À JAMAIS </a:t>
            </a:r>
          </a:p>
          <a:p>
            <a:r>
              <a:rPr lang="fr-FR" smtClean="0"/>
              <a:t>For the Lord God omnipotent shall reigneth forever and ever</a:t>
            </a:r>
          </a:p>
          <a:p>
            <a:r>
              <a:rPr lang="fr-FR" smtClean="0"/>
              <a:t>23-  IL RÉGNERA POUR TOUJOURS À JAMAIS </a:t>
            </a:r>
          </a:p>
          <a:p>
            <a:r>
              <a:rPr lang="fr-FR" smtClean="0"/>
              <a:t>He shall reign forever and ever</a:t>
            </a:r>
          </a:p>
          <a:p>
            <a:endParaRPr lang="fr-FR" smtClean="0"/>
          </a:p>
          <a:p>
            <a:r>
              <a:rPr lang="fr-FR" smtClean="0"/>
              <a:t>24-  ALLÉLUIA… </a:t>
            </a:r>
          </a:p>
          <a:p>
            <a:r>
              <a:rPr lang="fr-FR" smtClean="0"/>
              <a:t>Hallelujah, Hallelujah, Hallelujah
25-  ROI DES ROIS SEIGNEURS DES SEIGNEURS </a:t>
            </a:r>
          </a:p>
          <a:p>
            <a:r>
              <a:rPr lang="fr-FR" smtClean="0"/>
              <a:t>King of kings Lord of lords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ALLÉLUIA, ALLÉLUIA ! ALLÉLUIA, ALLÉLUIA,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Hallelujah, Hallelujah, Hallelujah,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 2-  IL EST LE SAINT  QUI NOUS FUT PROMIS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is the promised Holy One
3-  ALLÉLU,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EMMANUEL, LE FILS DE DIEU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Emmanuel, God's only Son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ALLÉLU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L’INFINIMENT GRAND JE SUIS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everlasting Great I Am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ALLÉLU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NÉ EN SIMPLE BÉBÉ À BETHLÉEM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As a tiny little baby born in Bethlehem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ALLÉ ALLÉ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Halle-Halle-Hallelujah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10-   ALLÉLUIA…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Hallelujah, Hallelujah,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QU’ON DIT LES ANGES CETTE NUIT-LÀ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What did the angels say that 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ALLÉLU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Hallely,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EN REMPLISSANT  LES CIEUX DE LUMIÈRE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As they filled the sky with Heavenly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14-  ALLÉ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LES BERGERS  LES ONT ENTENDUS CHANTER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shepherds shook when they heard them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ALLÉLU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17-  N’AYEZ PAS PEUR  NOS NOUVELLES SONT BONNES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 need to fear good news we bring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18-  ALLÉ ALLÉ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Halle-Halle-Hallelujah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ALLÉLUIA…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Hallelujah, Hallelujah,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LE SEIGNEUR DIEU OMNIPOTENT RÉGNERA POUR TOUJOURS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 the Lord God omnipotent shall reigneth forever and 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IL RÉGNERA POUR TOUJOURS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shall reign forever and 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 SEIGNEUR DIEU OMNIPOTENT RÉGNERA POUR TOUJOURS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 the Lord God omnipotent shall reigneth forever and 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IL RÉGNERA POUR TOUJOURS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shall reign forever and 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ALLÉLUIA…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Hallelujah, Hallelujah, Hallelujah
25-  ROI DES ROIS SEIGNEURS DES SEIGNEURS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King of kings Lord of lords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37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ALLÉLUIA, ALLÉLUIA ! ALLÉLUIA, ALLÉLUIA, ALLÉLUIA</a:t>
            </a:r>
          </a:p>
          <a:p>
            <a:r>
              <a:rPr lang="fr-FR" smtClean="0"/>
              <a:t>Hallelujah, Hallelujah, Hallelujah, Hallelujah</a:t>
            </a:r>
          </a:p>
          <a:p>
            <a:endParaRPr lang="fr-FR" smtClean="0"/>
          </a:p>
          <a:p>
            <a:r>
              <a:rPr lang="fr-FR" smtClean="0"/>
              <a:t>  2-  IL EST LE SAINT  QUI NOUS FUT PROMIS </a:t>
            </a:r>
          </a:p>
          <a:p>
            <a:r>
              <a:rPr lang="fr-FR" smtClean="0"/>
              <a:t>He is the promised Holy One
3-  ALLÉLU, ALLÉLUIA </a:t>
            </a:r>
          </a:p>
          <a:p>
            <a:r>
              <a:rPr lang="fr-FR" smtClean="0"/>
              <a:t>Hallelu, Hallelujah</a:t>
            </a:r>
          </a:p>
          <a:p>
            <a:r>
              <a:rPr lang="fr-FR" smtClean="0"/>
              <a:t>4-  EMMANUEL, LE FILS DE DIEU </a:t>
            </a:r>
          </a:p>
          <a:p>
            <a:r>
              <a:rPr lang="fr-FR" smtClean="0"/>
              <a:t>Emmanuel, God's only Son</a:t>
            </a:r>
          </a:p>
          <a:p>
            <a:r>
              <a:rPr lang="fr-FR" smtClean="0"/>
              <a:t>5-  ALLÉLU ALLÉLUIA </a:t>
            </a:r>
          </a:p>
          <a:p>
            <a:r>
              <a:rPr lang="fr-FR" smtClean="0"/>
              <a:t>Halle, Hallelujah</a:t>
            </a:r>
          </a:p>
          <a:p>
            <a:endParaRPr lang="fr-FR" smtClean="0"/>
          </a:p>
          <a:p>
            <a:r>
              <a:rPr lang="fr-FR" smtClean="0"/>
              <a:t>6-  L’INFINIMENT GRAND JE SUIS </a:t>
            </a:r>
          </a:p>
          <a:p>
            <a:r>
              <a:rPr lang="fr-FR" smtClean="0"/>
              <a:t>The everlasting Great I Am</a:t>
            </a:r>
          </a:p>
          <a:p>
            <a:r>
              <a:rPr lang="fr-FR" smtClean="0"/>
              <a:t>7-  ALLÉLU ALLÉLUIA </a:t>
            </a:r>
          </a:p>
          <a:p>
            <a:r>
              <a:rPr lang="fr-FR" smtClean="0"/>
              <a:t>Hallelu, Hallelujah</a:t>
            </a:r>
          </a:p>
          <a:p>
            <a:r>
              <a:rPr lang="fr-FR" smtClean="0"/>
              <a:t>8-  NÉ EN SIMPLE BÉBÉ À BETHLÉEM </a:t>
            </a:r>
          </a:p>
          <a:p>
            <a:r>
              <a:rPr lang="fr-FR" smtClean="0"/>
              <a:t>As a tiny little baby born in Bethlehem</a:t>
            </a:r>
          </a:p>
          <a:p>
            <a:r>
              <a:rPr lang="fr-FR" smtClean="0"/>
              <a:t>9-  ALLÉ ALLÉ ALLÉLUIA</a:t>
            </a:r>
          </a:p>
          <a:p>
            <a:r>
              <a:rPr lang="fr-FR" smtClean="0"/>
              <a:t>Halle-Halle-Hallelujah</a:t>
            </a:r>
          </a:p>
          <a:p>
            <a:r>
              <a:rPr lang="fr-FR" smtClean="0"/>
              <a:t> 
10-   ALLÉLUIA… </a:t>
            </a:r>
          </a:p>
          <a:p>
            <a:r>
              <a:rPr lang="fr-FR" smtClean="0"/>
              <a:t>Hallelujah, Hallelujah, Hallelujah</a:t>
            </a:r>
          </a:p>
          <a:p>
            <a:endParaRPr lang="fr-FR" smtClean="0"/>
          </a:p>
          <a:p>
            <a:r>
              <a:rPr lang="fr-FR" smtClean="0"/>
              <a:t>11-  QU’ON DIT LES ANGES CETTE NUIT-LÀ </a:t>
            </a:r>
          </a:p>
          <a:p>
            <a:r>
              <a:rPr lang="fr-FR" smtClean="0"/>
              <a:t>What did the angels say that night</a:t>
            </a:r>
          </a:p>
          <a:p>
            <a:r>
              <a:rPr lang="fr-FR" smtClean="0"/>
              <a:t>12-  ALLÉLU ALLÉLUIA </a:t>
            </a:r>
          </a:p>
          <a:p>
            <a:r>
              <a:rPr lang="fr-FR" smtClean="0"/>
              <a:t>Hallely, Hallelujah</a:t>
            </a:r>
          </a:p>
          <a:p>
            <a:r>
              <a:rPr lang="fr-FR" smtClean="0"/>
              <a:t>13-  EN REMPLISSANT  LES CIEUX DE LUMIÈRE</a:t>
            </a:r>
          </a:p>
          <a:p>
            <a:r>
              <a:rPr lang="fr-FR" smtClean="0"/>
              <a:t>As they filled the sky with Heavenly light</a:t>
            </a:r>
          </a:p>
          <a:p>
            <a:r>
              <a:rPr lang="fr-FR" smtClean="0"/>
              <a:t> 14-  ALLÉ ALLÉLUIA </a:t>
            </a:r>
          </a:p>
          <a:p>
            <a:r>
              <a:rPr lang="fr-FR" smtClean="0"/>
              <a:t>Halle, Hallelujah</a:t>
            </a:r>
          </a:p>
          <a:p>
            <a:endParaRPr lang="fr-FR" smtClean="0"/>
          </a:p>
          <a:p>
            <a:r>
              <a:rPr lang="fr-FR" smtClean="0"/>
              <a:t>15-  LES BERGERS  LES ONT ENTENDUS CHANTER </a:t>
            </a:r>
          </a:p>
          <a:p>
            <a:r>
              <a:rPr lang="fr-FR" smtClean="0"/>
              <a:t>The shepherds shook when they heard them sing</a:t>
            </a:r>
          </a:p>
          <a:p>
            <a:r>
              <a:rPr lang="fr-FR" smtClean="0"/>
              <a:t>16-  ALLÉLU ALLÉLUIA</a:t>
            </a:r>
          </a:p>
          <a:p>
            <a:r>
              <a:rPr lang="fr-FR" smtClean="0"/>
              <a:t>Hallelu, Hallelujah</a:t>
            </a:r>
          </a:p>
          <a:p>
            <a:r>
              <a:rPr lang="fr-FR" smtClean="0"/>
              <a:t> 17-  N’AYEZ PAS PEUR  NOS NOUVELLES SONT BONNES</a:t>
            </a:r>
          </a:p>
          <a:p>
            <a:r>
              <a:rPr lang="fr-FR" smtClean="0"/>
              <a:t>No need to fear good news we bring</a:t>
            </a:r>
          </a:p>
          <a:p>
            <a:r>
              <a:rPr lang="fr-FR" smtClean="0"/>
              <a:t> 18-  ALLÉ ALLÉ ALLÉLUIA </a:t>
            </a:r>
          </a:p>
          <a:p>
            <a:r>
              <a:rPr lang="fr-FR" smtClean="0"/>
              <a:t>Halle-Halle-Hallelujah</a:t>
            </a:r>
          </a:p>
          <a:p>
            <a:endParaRPr lang="fr-FR" smtClean="0"/>
          </a:p>
          <a:p>
            <a:r>
              <a:rPr lang="fr-FR" smtClean="0"/>
              <a:t>19-  ALLÉLUIA… </a:t>
            </a:r>
          </a:p>
          <a:p>
            <a:r>
              <a:rPr lang="fr-FR" smtClean="0"/>
              <a:t>Hallelujah, Hallelujah, Hallelujah</a:t>
            </a:r>
          </a:p>
          <a:p>
            <a:endParaRPr lang="fr-FR" smtClean="0"/>
          </a:p>
          <a:p>
            <a:r>
              <a:rPr lang="fr-FR" smtClean="0"/>
              <a:t>20-  LE SEIGNEUR DIEU OMNIPOTENT RÉGNERA POUR TOUJOURS À JAMAIS </a:t>
            </a:r>
          </a:p>
          <a:p>
            <a:r>
              <a:rPr lang="fr-FR" smtClean="0"/>
              <a:t>For the Lord God omnipotent shall reigneth forever and ever</a:t>
            </a:r>
          </a:p>
          <a:p>
            <a:r>
              <a:rPr lang="fr-FR" smtClean="0"/>
              <a:t>21-  IL RÉGNERA POUR TOUJOURS À JAMAIS </a:t>
            </a:r>
          </a:p>
          <a:p>
            <a:r>
              <a:rPr lang="fr-FR" smtClean="0"/>
              <a:t>He shall reign forever and ever</a:t>
            </a:r>
          </a:p>
          <a:p>
            <a:r>
              <a:rPr lang="fr-FR" smtClean="0"/>
              <a:t>22-  LE SEIGNEUR DIEU OMNIPOTENT RÉGNERA POUR TOUJOURS À JAMAIS </a:t>
            </a:r>
          </a:p>
          <a:p>
            <a:r>
              <a:rPr lang="fr-FR" smtClean="0"/>
              <a:t>For the Lord God omnipotent shall reigneth forever and ever</a:t>
            </a:r>
          </a:p>
          <a:p>
            <a:r>
              <a:rPr lang="fr-FR" smtClean="0"/>
              <a:t>23-  IL RÉGNERA POUR TOUJOURS À JAMAIS </a:t>
            </a:r>
          </a:p>
          <a:p>
            <a:r>
              <a:rPr lang="fr-FR" smtClean="0"/>
              <a:t>He shall reign forever and ever</a:t>
            </a:r>
          </a:p>
          <a:p>
            <a:endParaRPr lang="fr-FR" smtClean="0"/>
          </a:p>
          <a:p>
            <a:r>
              <a:rPr lang="fr-FR" smtClean="0"/>
              <a:t>24-  ALLÉLUIA… </a:t>
            </a:r>
          </a:p>
          <a:p>
            <a:r>
              <a:rPr lang="fr-FR" smtClean="0"/>
              <a:t>Hallelujah, Hallelujah, Hallelujah
25-  ROI DES ROIS SEIGNEURS DES SEIGNEURS </a:t>
            </a:r>
          </a:p>
          <a:p>
            <a:r>
              <a:rPr lang="fr-FR" smtClean="0"/>
              <a:t>King of kings Lord of lords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ALLÉLUIA, ALLÉLUIA ! ALLÉLUIA, ALLÉLUIA,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Hallelujah, Hallelujah, Hallelujah,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 2-  IL EST LE SAINT  QUI NOUS FUT PROMIS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is the promised Holy One
3-  ALLÉLU,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EMMANUEL, LE FILS DE DIEU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Emmanuel, God's only Son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ALLÉLU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L’INFINIMENT GRAND JE SUIS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everlasting Great I Am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ALLÉLU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NÉ EN SIMPLE BÉBÉ À BETHLÉEM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As a tiny little baby born in Bethlehem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ALLÉ ALLÉ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Halle-Halle-Hallelujah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10-   ALLÉLUIA…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Hallelujah, Hallelujah,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QU’ON DIT LES ANGES CETTE NUIT-LÀ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What did the angels say that 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ALLÉLU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Hallely,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EN REMPLISSANT  LES CIEUX DE LUMIÈRE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As they filled the sky with Heavenly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14-  ALLÉ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LES BERGERS  LES ONT ENTENDUS CHANTER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shepherds shook when they heard them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ALLÉLU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17-  N’AYEZ PAS PEUR  NOS NOUVELLES SONT BONNES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 need to fear good news we bring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18-  ALLÉ ALLÉ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Halle-Halle-Hallelujah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ALLÉLUIA…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Hallelujah, Hallelujah,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LE SEIGNEUR DIEU OMNIPOTENT RÉGNERA POUR TOUJOURS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 the Lord God omnipotent shall reigneth forever and 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IL RÉGNERA POUR TOUJOURS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shall reign forever and 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 SEIGNEUR DIEU OMNIPOTENT RÉGNERA POUR TOUJOURS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 the Lord God omnipotent shall reigneth forever and 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IL RÉGNERA POUR TOUJOURS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shall reign forever and 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ALLÉLUIA…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Hallelujah, Hallelujah, Hallelujah
25-  ROI DES ROIS SEIGNEURS DES SEIGNEURS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King of kings Lord of lords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48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ALLÉLUIA, ALLÉLUIA ! ALLÉLUIA, ALLÉLUIA, ALLÉLUIA</a:t>
            </a:r>
          </a:p>
          <a:p>
            <a:r>
              <a:rPr lang="fr-FR" smtClean="0"/>
              <a:t>Hallelujah, Hallelujah, Hallelujah, Hallelujah</a:t>
            </a:r>
          </a:p>
          <a:p>
            <a:endParaRPr lang="fr-FR" smtClean="0"/>
          </a:p>
          <a:p>
            <a:r>
              <a:rPr lang="fr-FR" smtClean="0"/>
              <a:t>  2-  IL EST LE SAINT  QUI NOUS FUT PROMIS </a:t>
            </a:r>
          </a:p>
          <a:p>
            <a:r>
              <a:rPr lang="fr-FR" smtClean="0"/>
              <a:t>He is the promised Holy One
3-  ALLÉLU, ALLÉLUIA </a:t>
            </a:r>
          </a:p>
          <a:p>
            <a:r>
              <a:rPr lang="fr-FR" smtClean="0"/>
              <a:t>Hallelu, Hallelujah</a:t>
            </a:r>
          </a:p>
          <a:p>
            <a:r>
              <a:rPr lang="fr-FR" smtClean="0"/>
              <a:t>4-  EMMANUEL, LE FILS DE DIEU </a:t>
            </a:r>
          </a:p>
          <a:p>
            <a:r>
              <a:rPr lang="fr-FR" smtClean="0"/>
              <a:t>Emmanuel, God's only Son</a:t>
            </a:r>
          </a:p>
          <a:p>
            <a:r>
              <a:rPr lang="fr-FR" smtClean="0"/>
              <a:t>5-  ALLÉLU ALLÉLUIA </a:t>
            </a:r>
          </a:p>
          <a:p>
            <a:r>
              <a:rPr lang="fr-FR" smtClean="0"/>
              <a:t>Halle, Hallelujah</a:t>
            </a:r>
          </a:p>
          <a:p>
            <a:endParaRPr lang="fr-FR" smtClean="0"/>
          </a:p>
          <a:p>
            <a:r>
              <a:rPr lang="fr-FR" smtClean="0"/>
              <a:t>6-  L’INFINIMENT GRAND JE SUIS </a:t>
            </a:r>
          </a:p>
          <a:p>
            <a:r>
              <a:rPr lang="fr-FR" smtClean="0"/>
              <a:t>The everlasting Great I Am</a:t>
            </a:r>
          </a:p>
          <a:p>
            <a:r>
              <a:rPr lang="fr-FR" smtClean="0"/>
              <a:t>7-  ALLÉLU ALLÉLUIA </a:t>
            </a:r>
          </a:p>
          <a:p>
            <a:r>
              <a:rPr lang="fr-FR" smtClean="0"/>
              <a:t>Hallelu, Hallelujah</a:t>
            </a:r>
          </a:p>
          <a:p>
            <a:r>
              <a:rPr lang="fr-FR" smtClean="0"/>
              <a:t>8-  NÉ EN SIMPLE BÉBÉ À BETHLÉEM </a:t>
            </a:r>
          </a:p>
          <a:p>
            <a:r>
              <a:rPr lang="fr-FR" smtClean="0"/>
              <a:t>As a tiny little baby born in Bethlehem</a:t>
            </a:r>
          </a:p>
          <a:p>
            <a:r>
              <a:rPr lang="fr-FR" smtClean="0"/>
              <a:t>9-  ALLÉ ALLÉ ALLÉLUIA</a:t>
            </a:r>
          </a:p>
          <a:p>
            <a:r>
              <a:rPr lang="fr-FR" smtClean="0"/>
              <a:t>Halle-Halle-Hallelujah</a:t>
            </a:r>
          </a:p>
          <a:p>
            <a:r>
              <a:rPr lang="fr-FR" smtClean="0"/>
              <a:t> 
10-   ALLÉLUIA… </a:t>
            </a:r>
          </a:p>
          <a:p>
            <a:r>
              <a:rPr lang="fr-FR" smtClean="0"/>
              <a:t>Hallelujah, Hallelujah, Hallelujah</a:t>
            </a:r>
          </a:p>
          <a:p>
            <a:endParaRPr lang="fr-FR" smtClean="0"/>
          </a:p>
          <a:p>
            <a:r>
              <a:rPr lang="fr-FR" smtClean="0"/>
              <a:t>11-  QU’ON DIT LES ANGES CETTE NUIT-LÀ </a:t>
            </a:r>
          </a:p>
          <a:p>
            <a:r>
              <a:rPr lang="fr-FR" smtClean="0"/>
              <a:t>What did the angels say that night</a:t>
            </a:r>
          </a:p>
          <a:p>
            <a:r>
              <a:rPr lang="fr-FR" smtClean="0"/>
              <a:t>12-  ALLÉLU ALLÉLUIA </a:t>
            </a:r>
          </a:p>
          <a:p>
            <a:r>
              <a:rPr lang="fr-FR" smtClean="0"/>
              <a:t>Hallely, Hallelujah</a:t>
            </a:r>
          </a:p>
          <a:p>
            <a:r>
              <a:rPr lang="fr-FR" smtClean="0"/>
              <a:t>13-  EN REMPLISSANT  LES CIEUX DE LUMIÈRE</a:t>
            </a:r>
          </a:p>
          <a:p>
            <a:r>
              <a:rPr lang="fr-FR" smtClean="0"/>
              <a:t>As they filled the sky with Heavenly light</a:t>
            </a:r>
          </a:p>
          <a:p>
            <a:r>
              <a:rPr lang="fr-FR" smtClean="0"/>
              <a:t> 14-  ALLÉ ALLÉLUIA </a:t>
            </a:r>
          </a:p>
          <a:p>
            <a:r>
              <a:rPr lang="fr-FR" smtClean="0"/>
              <a:t>Halle, Hallelujah</a:t>
            </a:r>
          </a:p>
          <a:p>
            <a:endParaRPr lang="fr-FR" smtClean="0"/>
          </a:p>
          <a:p>
            <a:r>
              <a:rPr lang="fr-FR" smtClean="0"/>
              <a:t>15-  LES BERGERS  LES ONT ENTENDUS CHANTER </a:t>
            </a:r>
          </a:p>
          <a:p>
            <a:r>
              <a:rPr lang="fr-FR" smtClean="0"/>
              <a:t>The shepherds shook when they heard them sing</a:t>
            </a:r>
          </a:p>
          <a:p>
            <a:r>
              <a:rPr lang="fr-FR" smtClean="0"/>
              <a:t>16-  ALLÉLU ALLÉLUIA</a:t>
            </a:r>
          </a:p>
          <a:p>
            <a:r>
              <a:rPr lang="fr-FR" smtClean="0"/>
              <a:t>Hallelu, Hallelujah</a:t>
            </a:r>
          </a:p>
          <a:p>
            <a:r>
              <a:rPr lang="fr-FR" smtClean="0"/>
              <a:t> 17-  N’AYEZ PAS PEUR  NOS NOUVELLES SONT BONNES</a:t>
            </a:r>
          </a:p>
          <a:p>
            <a:r>
              <a:rPr lang="fr-FR" smtClean="0"/>
              <a:t>No need to fear good news we bring</a:t>
            </a:r>
          </a:p>
          <a:p>
            <a:r>
              <a:rPr lang="fr-FR" smtClean="0"/>
              <a:t> 18-  ALLÉ ALLÉ ALLÉLUIA </a:t>
            </a:r>
          </a:p>
          <a:p>
            <a:r>
              <a:rPr lang="fr-FR" smtClean="0"/>
              <a:t>Halle-Halle-Hallelujah</a:t>
            </a:r>
          </a:p>
          <a:p>
            <a:endParaRPr lang="fr-FR" smtClean="0"/>
          </a:p>
          <a:p>
            <a:r>
              <a:rPr lang="fr-FR" smtClean="0"/>
              <a:t>19-  ALLÉLUIA… </a:t>
            </a:r>
          </a:p>
          <a:p>
            <a:r>
              <a:rPr lang="fr-FR" smtClean="0"/>
              <a:t>Hallelujah, Hallelujah, Hallelujah</a:t>
            </a:r>
          </a:p>
          <a:p>
            <a:endParaRPr lang="fr-FR" smtClean="0"/>
          </a:p>
          <a:p>
            <a:r>
              <a:rPr lang="fr-FR" smtClean="0"/>
              <a:t>20-  LE SEIGNEUR DIEU OMNIPOTENT RÉGNERA POUR TOUJOURS À JAMAIS </a:t>
            </a:r>
          </a:p>
          <a:p>
            <a:r>
              <a:rPr lang="fr-FR" smtClean="0"/>
              <a:t>For the Lord God omnipotent shall reigneth forever and ever</a:t>
            </a:r>
          </a:p>
          <a:p>
            <a:r>
              <a:rPr lang="fr-FR" smtClean="0"/>
              <a:t>21-  IL RÉGNERA POUR TOUJOURS À JAMAIS </a:t>
            </a:r>
          </a:p>
          <a:p>
            <a:r>
              <a:rPr lang="fr-FR" smtClean="0"/>
              <a:t>He shall reign forever and ever</a:t>
            </a:r>
          </a:p>
          <a:p>
            <a:r>
              <a:rPr lang="fr-FR" smtClean="0"/>
              <a:t>22-  LE SEIGNEUR DIEU OMNIPOTENT RÉGNERA POUR TOUJOURS À JAMAIS </a:t>
            </a:r>
          </a:p>
          <a:p>
            <a:r>
              <a:rPr lang="fr-FR" smtClean="0"/>
              <a:t>For the Lord God omnipotent shall reigneth forever and ever</a:t>
            </a:r>
          </a:p>
          <a:p>
            <a:r>
              <a:rPr lang="fr-FR" smtClean="0"/>
              <a:t>23-  IL RÉGNERA POUR TOUJOURS À JAMAIS </a:t>
            </a:r>
          </a:p>
          <a:p>
            <a:r>
              <a:rPr lang="fr-FR" smtClean="0"/>
              <a:t>He shall reign forever and ever</a:t>
            </a:r>
          </a:p>
          <a:p>
            <a:endParaRPr lang="fr-FR" smtClean="0"/>
          </a:p>
          <a:p>
            <a:r>
              <a:rPr lang="fr-FR" smtClean="0"/>
              <a:t>24-  ALLÉLUIA… </a:t>
            </a:r>
          </a:p>
          <a:p>
            <a:r>
              <a:rPr lang="fr-FR" smtClean="0"/>
              <a:t>Hallelujah, Hallelujah, Hallelujah
25-  ROI DES ROIS SEIGNEURS DES SEIGNEURS </a:t>
            </a:r>
          </a:p>
          <a:p>
            <a:r>
              <a:rPr lang="fr-FR" smtClean="0"/>
              <a:t>King of kings Lord of lords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ALLÉLUIA, ALLÉLUIA ! ALLÉLUIA, ALLÉLUIA,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Hallelujah, Hallelujah, Hallelujah,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 2-  IL EST LE SAINT  QUI NOUS FUT PROMIS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is the promised Holy One
3-  ALLÉLU,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EMMANUEL, LE FILS DE DIEU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Emmanuel, God's only Son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ALLÉLU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L’INFINIMENT GRAND JE SUIS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everlasting Great I Am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ALLÉLU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NÉ EN SIMPLE BÉBÉ À BETHLÉEM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As a tiny little baby born in Bethlehem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ALLÉ ALLÉ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Halle-Halle-Hallelujah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10-   ALLÉLUIA…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Hallelujah, Hallelujah,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QU’ON DIT LES ANGES CETTE NUIT-LÀ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What did the angels say that 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ALLÉLU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Hallely,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EN REMPLISSANT  LES CIEUX DE LUMIÈRE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As they filled the sky with Heavenly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14-  ALLÉ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LES BERGERS  LES ONT ENTENDUS CHANTER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shepherds shook when they heard them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ALLÉLU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17-  N’AYEZ PAS PEUR  NOS NOUVELLES SONT BONNES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 need to fear good news we bring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18-  ALLÉ ALLÉ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Halle-Halle-Hallelujah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ALLÉLUIA…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Hallelujah, Hallelujah,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LE SEIGNEUR DIEU OMNIPOTENT RÉGNERA POUR TOUJOURS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 the Lord God omnipotent shall reigneth forever and 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IL RÉGNERA POUR TOUJOURS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shall reign forever and 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 SEIGNEUR DIEU OMNIPOTENT RÉGNERA POUR TOUJOURS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 the Lord God omnipotent shall reigneth forever and 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IL RÉGNERA POUR TOUJOURS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shall reign forever and 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ALLÉLUIA…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Hallelujah, Hallelujah, Hallelujah
25-  ROI DES ROIS SEIGNEURS DES SEIGNEURS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King of kings Lord of lords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58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ALLÉLUIA, ALLÉLUIA ! ALLÉLUIA, ALLÉLUIA, ALLÉLUIA</a:t>
            </a:r>
          </a:p>
          <a:p>
            <a:r>
              <a:rPr lang="fr-FR" smtClean="0"/>
              <a:t>Hallelujah, Hallelujah, Hallelujah, Hallelujah</a:t>
            </a:r>
          </a:p>
          <a:p>
            <a:endParaRPr lang="fr-FR" smtClean="0"/>
          </a:p>
          <a:p>
            <a:r>
              <a:rPr lang="fr-FR" smtClean="0"/>
              <a:t>  2-  IL EST LE SAINT  QUI NOUS FUT PROMIS </a:t>
            </a:r>
          </a:p>
          <a:p>
            <a:r>
              <a:rPr lang="fr-FR" smtClean="0"/>
              <a:t>He is the promised Holy One
3-  ALLÉLU, ALLÉLUIA </a:t>
            </a:r>
          </a:p>
          <a:p>
            <a:r>
              <a:rPr lang="fr-FR" smtClean="0"/>
              <a:t>Hallelu, Hallelujah</a:t>
            </a:r>
          </a:p>
          <a:p>
            <a:r>
              <a:rPr lang="fr-FR" smtClean="0"/>
              <a:t>4-  EMMANUEL, LE FILS DE DIEU </a:t>
            </a:r>
          </a:p>
          <a:p>
            <a:r>
              <a:rPr lang="fr-FR" smtClean="0"/>
              <a:t>Emmanuel, God's only Son</a:t>
            </a:r>
          </a:p>
          <a:p>
            <a:r>
              <a:rPr lang="fr-FR" smtClean="0"/>
              <a:t>5-  ALLÉLU ALLÉLUIA </a:t>
            </a:r>
          </a:p>
          <a:p>
            <a:r>
              <a:rPr lang="fr-FR" smtClean="0"/>
              <a:t>Halle, Hallelujah</a:t>
            </a:r>
          </a:p>
          <a:p>
            <a:endParaRPr lang="fr-FR" smtClean="0"/>
          </a:p>
          <a:p>
            <a:r>
              <a:rPr lang="fr-FR" smtClean="0"/>
              <a:t>6-  L’INFINIMENT GRAND JE SUIS </a:t>
            </a:r>
          </a:p>
          <a:p>
            <a:r>
              <a:rPr lang="fr-FR" smtClean="0"/>
              <a:t>The everlasting Great I Am</a:t>
            </a:r>
          </a:p>
          <a:p>
            <a:r>
              <a:rPr lang="fr-FR" smtClean="0"/>
              <a:t>7-  ALLÉLU ALLÉLUIA </a:t>
            </a:r>
          </a:p>
          <a:p>
            <a:r>
              <a:rPr lang="fr-FR" smtClean="0"/>
              <a:t>Hallelu, Hallelujah</a:t>
            </a:r>
          </a:p>
          <a:p>
            <a:r>
              <a:rPr lang="fr-FR" smtClean="0"/>
              <a:t>8-  NÉ EN SIMPLE BÉBÉ À BETHLÉEM </a:t>
            </a:r>
          </a:p>
          <a:p>
            <a:r>
              <a:rPr lang="fr-FR" smtClean="0"/>
              <a:t>As a tiny little baby born in Bethlehem</a:t>
            </a:r>
          </a:p>
          <a:p>
            <a:r>
              <a:rPr lang="fr-FR" smtClean="0"/>
              <a:t>9-  ALLÉ ALLÉ ALLÉLUIA</a:t>
            </a:r>
          </a:p>
          <a:p>
            <a:r>
              <a:rPr lang="fr-FR" smtClean="0"/>
              <a:t>Halle-Halle-Hallelujah</a:t>
            </a:r>
          </a:p>
          <a:p>
            <a:r>
              <a:rPr lang="fr-FR" smtClean="0"/>
              <a:t> 
10-   ALLÉLUIA… </a:t>
            </a:r>
          </a:p>
          <a:p>
            <a:r>
              <a:rPr lang="fr-FR" smtClean="0"/>
              <a:t>Hallelujah, Hallelujah, Hallelujah</a:t>
            </a:r>
          </a:p>
          <a:p>
            <a:endParaRPr lang="fr-FR" smtClean="0"/>
          </a:p>
          <a:p>
            <a:r>
              <a:rPr lang="fr-FR" smtClean="0"/>
              <a:t>11-  QU’ON DIT LES ANGES CETTE NUIT-LÀ </a:t>
            </a:r>
          </a:p>
          <a:p>
            <a:r>
              <a:rPr lang="fr-FR" smtClean="0"/>
              <a:t>What did the angels say that night</a:t>
            </a:r>
          </a:p>
          <a:p>
            <a:r>
              <a:rPr lang="fr-FR" smtClean="0"/>
              <a:t>12-  ALLÉLU ALLÉLUIA </a:t>
            </a:r>
          </a:p>
          <a:p>
            <a:r>
              <a:rPr lang="fr-FR" smtClean="0"/>
              <a:t>Hallely, Hallelujah</a:t>
            </a:r>
          </a:p>
          <a:p>
            <a:r>
              <a:rPr lang="fr-FR" smtClean="0"/>
              <a:t>13-  EN REMPLISSANT  LES CIEUX DE LUMIÈRE</a:t>
            </a:r>
          </a:p>
          <a:p>
            <a:r>
              <a:rPr lang="fr-FR" smtClean="0"/>
              <a:t>As they filled the sky with Heavenly light</a:t>
            </a:r>
          </a:p>
          <a:p>
            <a:r>
              <a:rPr lang="fr-FR" smtClean="0"/>
              <a:t> 14-  ALLÉ ALLÉLUIA </a:t>
            </a:r>
          </a:p>
          <a:p>
            <a:r>
              <a:rPr lang="fr-FR" smtClean="0"/>
              <a:t>Halle, Hallelujah</a:t>
            </a:r>
          </a:p>
          <a:p>
            <a:endParaRPr lang="fr-FR" smtClean="0"/>
          </a:p>
          <a:p>
            <a:r>
              <a:rPr lang="fr-FR" smtClean="0"/>
              <a:t>15-  LES BERGERS  LES ONT ENTENDUS CHANTER </a:t>
            </a:r>
          </a:p>
          <a:p>
            <a:r>
              <a:rPr lang="fr-FR" smtClean="0"/>
              <a:t>The shepherds shook when they heard them sing</a:t>
            </a:r>
          </a:p>
          <a:p>
            <a:r>
              <a:rPr lang="fr-FR" smtClean="0"/>
              <a:t>16-  ALLÉLU ALLÉLUIA</a:t>
            </a:r>
          </a:p>
          <a:p>
            <a:r>
              <a:rPr lang="fr-FR" smtClean="0"/>
              <a:t>Hallelu, Hallelujah</a:t>
            </a:r>
          </a:p>
          <a:p>
            <a:r>
              <a:rPr lang="fr-FR" smtClean="0"/>
              <a:t> 17-  N’AYEZ PAS PEUR  NOS NOUVELLES SONT BONNES</a:t>
            </a:r>
          </a:p>
          <a:p>
            <a:r>
              <a:rPr lang="fr-FR" smtClean="0"/>
              <a:t>No need to fear good news we bring</a:t>
            </a:r>
          </a:p>
          <a:p>
            <a:r>
              <a:rPr lang="fr-FR" smtClean="0"/>
              <a:t> 18-  ALLÉ ALLÉ ALLÉLUIA </a:t>
            </a:r>
          </a:p>
          <a:p>
            <a:r>
              <a:rPr lang="fr-FR" smtClean="0"/>
              <a:t>Halle-Halle-Hallelujah</a:t>
            </a:r>
          </a:p>
          <a:p>
            <a:endParaRPr lang="fr-FR" smtClean="0"/>
          </a:p>
          <a:p>
            <a:r>
              <a:rPr lang="fr-FR" smtClean="0"/>
              <a:t>19-  ALLÉLUIA… </a:t>
            </a:r>
          </a:p>
          <a:p>
            <a:r>
              <a:rPr lang="fr-FR" smtClean="0"/>
              <a:t>Hallelujah, Hallelujah, Hallelujah</a:t>
            </a:r>
          </a:p>
          <a:p>
            <a:endParaRPr lang="fr-FR" smtClean="0"/>
          </a:p>
          <a:p>
            <a:r>
              <a:rPr lang="fr-FR" smtClean="0"/>
              <a:t>20-  LE SEIGNEUR DIEU OMNIPOTENT RÉGNERA POUR TOUJOURS À JAMAIS </a:t>
            </a:r>
          </a:p>
          <a:p>
            <a:r>
              <a:rPr lang="fr-FR" smtClean="0"/>
              <a:t>For the Lord God omnipotent shall reigneth forever and ever</a:t>
            </a:r>
          </a:p>
          <a:p>
            <a:r>
              <a:rPr lang="fr-FR" smtClean="0"/>
              <a:t>21-  IL RÉGNERA POUR TOUJOURS À JAMAIS </a:t>
            </a:r>
          </a:p>
          <a:p>
            <a:r>
              <a:rPr lang="fr-FR" smtClean="0"/>
              <a:t>He shall reign forever and ever</a:t>
            </a:r>
          </a:p>
          <a:p>
            <a:r>
              <a:rPr lang="fr-FR" smtClean="0"/>
              <a:t>22-  LE SEIGNEUR DIEU OMNIPOTENT RÉGNERA POUR TOUJOURS À JAMAIS </a:t>
            </a:r>
          </a:p>
          <a:p>
            <a:r>
              <a:rPr lang="fr-FR" smtClean="0"/>
              <a:t>For the Lord God omnipotent shall reigneth forever and ever</a:t>
            </a:r>
          </a:p>
          <a:p>
            <a:r>
              <a:rPr lang="fr-FR" smtClean="0"/>
              <a:t>23-  IL RÉGNERA POUR TOUJOURS À JAMAIS </a:t>
            </a:r>
          </a:p>
          <a:p>
            <a:r>
              <a:rPr lang="fr-FR" smtClean="0"/>
              <a:t>He shall reign forever and ever</a:t>
            </a:r>
          </a:p>
          <a:p>
            <a:endParaRPr lang="fr-FR" smtClean="0"/>
          </a:p>
          <a:p>
            <a:r>
              <a:rPr lang="fr-FR" smtClean="0"/>
              <a:t>24-  ALLÉLUIA… </a:t>
            </a:r>
          </a:p>
          <a:p>
            <a:r>
              <a:rPr lang="fr-FR" smtClean="0"/>
              <a:t>Hallelujah, Hallelujah, Hallelujah
25-  ROI DES ROIS SEIGNEURS DES SEIGNEURS </a:t>
            </a:r>
          </a:p>
          <a:p>
            <a:r>
              <a:rPr lang="fr-FR" smtClean="0"/>
              <a:t>King of kings Lord of lords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ALLÉLUIA, ALLÉLUIA ! ALLÉLUIA, ALLÉLUIA,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Hallelujah, Hallelujah, Hallelujah,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 2-  IL EST LE SAINT  QUI NOUS FUT PROMIS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is the promised Holy One
3-  ALLÉLU,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EMMANUEL, LE FILS DE DIEU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Emmanuel, God's only Son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ALLÉLU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L’INFINIMENT GRAND JE SUIS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everlasting Great I Am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ALLÉLU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NÉ EN SIMPLE BÉBÉ À BETHLÉEM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As a tiny little baby born in Bethlehem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ALLÉ ALLÉ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Halle-Halle-Hallelujah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10-   ALLÉLUIA…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Hallelujah, Hallelujah,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QU’ON DIT LES ANGES CETTE NUIT-LÀ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What did the angels say that 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ALLÉLU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Hallely,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EN REMPLISSANT  LES CIEUX DE LUMIÈRE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As they filled the sky with Heavenly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14-  ALLÉ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LES BERGERS  LES ONT ENTENDUS CHANTER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shepherds shook when they heard them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ALLÉLU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17-  N’AYEZ PAS PEUR  NOS NOUVELLES SONT BONNES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 need to fear good news we bring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18-  ALLÉ ALLÉ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Halle-Halle-Hallelujah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ALLÉLUIA…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Hallelujah, Hallelujah,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LE SEIGNEUR DIEU OMNIPOTENT RÉGNERA POUR TOUJOURS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 the Lord God omnipotent shall reigneth forever and 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IL RÉGNERA POUR TOUJOURS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shall reign forever and 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 SEIGNEUR DIEU OMNIPOTENT RÉGNERA POUR TOUJOURS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 the Lord God omnipotent shall reigneth forever and 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IL RÉGNERA POUR TOUJOURS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shall reign forever and 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ALLÉLUIA…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Hallelujah, Hallelujah, Hallelujah
25-  ROI DES ROIS SEIGNEURS DES SEIGNEURS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King of kings Lord of lords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ALLÉLUIA, ALLÉLUIA ! ALLÉLUIA, ALLÉLUIA, ALLÉLUIA</a:t>
            </a:r>
          </a:p>
          <a:p>
            <a:r>
              <a:rPr lang="fr-FR" smtClean="0"/>
              <a:t>Hallelujah, Hallelujah, Hallelujah, Hallelujah</a:t>
            </a:r>
          </a:p>
          <a:p>
            <a:endParaRPr lang="fr-FR" smtClean="0"/>
          </a:p>
          <a:p>
            <a:r>
              <a:rPr lang="fr-FR" smtClean="0"/>
              <a:t>  2-  IL EST LE SAINT  QUI NOUS FUT PROMIS </a:t>
            </a:r>
          </a:p>
          <a:p>
            <a:r>
              <a:rPr lang="fr-FR" smtClean="0"/>
              <a:t>He is the promised Holy One
3-  ALLÉLU, ALLÉLUIA </a:t>
            </a:r>
          </a:p>
          <a:p>
            <a:r>
              <a:rPr lang="fr-FR" smtClean="0"/>
              <a:t>Hallelu, Hallelujah</a:t>
            </a:r>
          </a:p>
          <a:p>
            <a:r>
              <a:rPr lang="fr-FR" smtClean="0"/>
              <a:t>4-  EMMANUEL, LE FILS DE DIEU </a:t>
            </a:r>
          </a:p>
          <a:p>
            <a:r>
              <a:rPr lang="fr-FR" smtClean="0"/>
              <a:t>Emmanuel, God's only Son</a:t>
            </a:r>
          </a:p>
          <a:p>
            <a:r>
              <a:rPr lang="fr-FR" smtClean="0"/>
              <a:t>5-  ALLÉLU ALLÉLUIA </a:t>
            </a:r>
          </a:p>
          <a:p>
            <a:r>
              <a:rPr lang="fr-FR" smtClean="0"/>
              <a:t>Halle, Hallelujah</a:t>
            </a:r>
          </a:p>
          <a:p>
            <a:endParaRPr lang="fr-FR" smtClean="0"/>
          </a:p>
          <a:p>
            <a:r>
              <a:rPr lang="fr-FR" smtClean="0"/>
              <a:t>6-  L’INFINIMENT GRAND JE SUIS </a:t>
            </a:r>
          </a:p>
          <a:p>
            <a:r>
              <a:rPr lang="fr-FR" smtClean="0"/>
              <a:t>The everlasting Great I Am</a:t>
            </a:r>
          </a:p>
          <a:p>
            <a:r>
              <a:rPr lang="fr-FR" smtClean="0"/>
              <a:t>7-  ALLÉLU ALLÉLUIA </a:t>
            </a:r>
          </a:p>
          <a:p>
            <a:r>
              <a:rPr lang="fr-FR" smtClean="0"/>
              <a:t>Hallelu, Hallelujah</a:t>
            </a:r>
          </a:p>
          <a:p>
            <a:r>
              <a:rPr lang="fr-FR" smtClean="0"/>
              <a:t>8-  NÉ EN SIMPLE BÉBÉ À BETHLÉEM </a:t>
            </a:r>
          </a:p>
          <a:p>
            <a:r>
              <a:rPr lang="fr-FR" smtClean="0"/>
              <a:t>As a tiny little baby born in Bethlehem</a:t>
            </a:r>
          </a:p>
          <a:p>
            <a:r>
              <a:rPr lang="fr-FR" smtClean="0"/>
              <a:t>9-  ALLÉ ALLÉ ALLÉLUIA</a:t>
            </a:r>
          </a:p>
          <a:p>
            <a:r>
              <a:rPr lang="fr-FR" smtClean="0"/>
              <a:t>Halle-Halle-Hallelujah</a:t>
            </a:r>
          </a:p>
          <a:p>
            <a:r>
              <a:rPr lang="fr-FR" smtClean="0"/>
              <a:t> 
10-   ALLÉLUIA… </a:t>
            </a:r>
          </a:p>
          <a:p>
            <a:r>
              <a:rPr lang="fr-FR" smtClean="0"/>
              <a:t>Hallelujah, Hallelujah, Hallelujah</a:t>
            </a:r>
          </a:p>
          <a:p>
            <a:endParaRPr lang="fr-FR" smtClean="0"/>
          </a:p>
          <a:p>
            <a:r>
              <a:rPr lang="fr-FR" smtClean="0"/>
              <a:t>11-  QU’ON DIT LES ANGES CETTE NUIT-LÀ </a:t>
            </a:r>
          </a:p>
          <a:p>
            <a:r>
              <a:rPr lang="fr-FR" smtClean="0"/>
              <a:t>What did the angels say that night</a:t>
            </a:r>
          </a:p>
          <a:p>
            <a:r>
              <a:rPr lang="fr-FR" smtClean="0"/>
              <a:t>12-  ALLÉLU ALLÉLUIA </a:t>
            </a:r>
          </a:p>
          <a:p>
            <a:r>
              <a:rPr lang="fr-FR" smtClean="0"/>
              <a:t>Hallely, Hallelujah</a:t>
            </a:r>
          </a:p>
          <a:p>
            <a:r>
              <a:rPr lang="fr-FR" smtClean="0"/>
              <a:t>13-  EN REMPLISSANT  LES CIEUX DE LUMIÈRE</a:t>
            </a:r>
          </a:p>
          <a:p>
            <a:r>
              <a:rPr lang="fr-FR" smtClean="0"/>
              <a:t>As they filled the sky with Heavenly light</a:t>
            </a:r>
          </a:p>
          <a:p>
            <a:r>
              <a:rPr lang="fr-FR" smtClean="0"/>
              <a:t> 14-  ALLÉ ALLÉLUIA </a:t>
            </a:r>
          </a:p>
          <a:p>
            <a:r>
              <a:rPr lang="fr-FR" smtClean="0"/>
              <a:t>Halle, Hallelujah</a:t>
            </a:r>
          </a:p>
          <a:p>
            <a:endParaRPr lang="fr-FR" smtClean="0"/>
          </a:p>
          <a:p>
            <a:r>
              <a:rPr lang="fr-FR" smtClean="0"/>
              <a:t>15-  LES BERGERS  LES ONT ENTENDUS CHANTER </a:t>
            </a:r>
          </a:p>
          <a:p>
            <a:r>
              <a:rPr lang="fr-FR" smtClean="0"/>
              <a:t>The shepherds shook when they heard them sing</a:t>
            </a:r>
          </a:p>
          <a:p>
            <a:r>
              <a:rPr lang="fr-FR" smtClean="0"/>
              <a:t>16-  ALLÉLU ALLÉLUIA</a:t>
            </a:r>
          </a:p>
          <a:p>
            <a:r>
              <a:rPr lang="fr-FR" smtClean="0"/>
              <a:t>Hallelu, Hallelujah</a:t>
            </a:r>
          </a:p>
          <a:p>
            <a:r>
              <a:rPr lang="fr-FR" smtClean="0"/>
              <a:t> 17-  N’AYEZ PAS PEUR  NOS NOUVELLES SONT BONNES</a:t>
            </a:r>
          </a:p>
          <a:p>
            <a:r>
              <a:rPr lang="fr-FR" smtClean="0"/>
              <a:t>No need to fear good news we bring</a:t>
            </a:r>
          </a:p>
          <a:p>
            <a:r>
              <a:rPr lang="fr-FR" smtClean="0"/>
              <a:t> 18-  ALLÉ ALLÉ ALLÉLUIA </a:t>
            </a:r>
          </a:p>
          <a:p>
            <a:r>
              <a:rPr lang="fr-FR" smtClean="0"/>
              <a:t>Halle-Halle-Hallelujah</a:t>
            </a:r>
          </a:p>
          <a:p>
            <a:endParaRPr lang="fr-FR" smtClean="0"/>
          </a:p>
          <a:p>
            <a:r>
              <a:rPr lang="fr-FR" smtClean="0"/>
              <a:t>19-  ALLÉLUIA… </a:t>
            </a:r>
          </a:p>
          <a:p>
            <a:r>
              <a:rPr lang="fr-FR" smtClean="0"/>
              <a:t>Hallelujah, Hallelujah, Hallelujah</a:t>
            </a:r>
          </a:p>
          <a:p>
            <a:endParaRPr lang="fr-FR" smtClean="0"/>
          </a:p>
          <a:p>
            <a:r>
              <a:rPr lang="fr-FR" smtClean="0"/>
              <a:t>20-  LE SEIGNEUR DIEU OMNIPOTENT RÉGNERA POUR TOUJOURS À JAMAIS </a:t>
            </a:r>
          </a:p>
          <a:p>
            <a:r>
              <a:rPr lang="fr-FR" smtClean="0"/>
              <a:t>For the Lord God omnipotent shall reigneth forever and ever</a:t>
            </a:r>
          </a:p>
          <a:p>
            <a:r>
              <a:rPr lang="fr-FR" smtClean="0"/>
              <a:t>21-  IL RÉGNERA POUR TOUJOURS À JAMAIS </a:t>
            </a:r>
          </a:p>
          <a:p>
            <a:r>
              <a:rPr lang="fr-FR" smtClean="0"/>
              <a:t>He shall reign forever and ever</a:t>
            </a:r>
          </a:p>
          <a:p>
            <a:r>
              <a:rPr lang="fr-FR" smtClean="0"/>
              <a:t>22-  LE SEIGNEUR DIEU OMNIPOTENT RÉGNERA POUR TOUJOURS À JAMAIS </a:t>
            </a:r>
          </a:p>
          <a:p>
            <a:r>
              <a:rPr lang="fr-FR" smtClean="0"/>
              <a:t>For the Lord God omnipotent shall reigneth forever and ever</a:t>
            </a:r>
          </a:p>
          <a:p>
            <a:r>
              <a:rPr lang="fr-FR" smtClean="0"/>
              <a:t>23-  IL RÉGNERA POUR TOUJOURS À JAMAIS </a:t>
            </a:r>
          </a:p>
          <a:p>
            <a:r>
              <a:rPr lang="fr-FR" smtClean="0"/>
              <a:t>He shall reign forever and ever</a:t>
            </a:r>
          </a:p>
          <a:p>
            <a:endParaRPr lang="fr-FR" smtClean="0"/>
          </a:p>
          <a:p>
            <a:r>
              <a:rPr lang="fr-FR" smtClean="0"/>
              <a:t>24-  ALLÉLUIA… </a:t>
            </a:r>
          </a:p>
          <a:p>
            <a:r>
              <a:rPr lang="fr-FR" smtClean="0"/>
              <a:t>Hallelujah, Hallelujah, Hallelujah
25-  ROI DES ROIS SEIGNEURS DES SEIGNEURS </a:t>
            </a:r>
          </a:p>
          <a:p>
            <a:r>
              <a:rPr lang="fr-FR" smtClean="0"/>
              <a:t>King of kings Lord of lords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ALLÉLUIA, ALLÉLUIA ! ALLÉLUIA, ALLÉLUIA,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Hallelujah, Hallelujah, Hallelujah,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 2-  IL EST LE SAINT  QUI NOUS FUT PROMIS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is the promised Holy One
3-  ALLÉLU,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EMMANUEL, LE FILS DE DIEU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Emmanuel, God's only Son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ALLÉLU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L’INFINIMENT GRAND JE SUIS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everlasting Great I Am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ALLÉLU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NÉ EN SIMPLE BÉBÉ À BETHLÉEM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As a tiny little baby born in Bethlehem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ALLÉ ALLÉ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Halle-Halle-Hallelujah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10-   ALLÉLUIA…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Hallelujah, Hallelujah,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QU’ON DIT LES ANGES CETTE NUIT-LÀ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What did the angels say that 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ALLÉLU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Hallely,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EN REMPLISSANT  LES CIEUX DE LUMIÈRE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As they filled the sky with Heavenly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14-  ALLÉ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LES BERGERS  LES ONT ENTENDUS CHANTER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shepherds shook when they heard them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ALLÉLU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17-  N’AYEZ PAS PEUR  NOS NOUVELLES SONT BONNES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 need to fear good news we bring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18-  ALLÉ ALLÉ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Halle-Halle-Hallelujah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ALLÉLUIA…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Hallelujah, Hallelujah,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LE SEIGNEUR DIEU OMNIPOTENT RÉGNERA POUR TOUJOURS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 the Lord God omnipotent shall reigneth forever and 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IL RÉGNERA POUR TOUJOURS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shall reign forever and 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 SEIGNEUR DIEU OMNIPOTENT RÉGNERA POUR TOUJOURS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 the Lord God omnipotent shall reigneth forever and 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IL RÉGNERA POUR TOUJOURS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shall reign forever and 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ALLÉLUIA…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Hallelujah, Hallelujah, Hallelujah
25-  ROI DES ROIS SEIGNEURS DES SEIGNEURS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King of kings Lord of lords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78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ALLÉLUIA, ALLÉLUIA ! ALLÉLUIA, ALLÉLUIA, ALLÉLUIA</a:t>
            </a:r>
          </a:p>
          <a:p>
            <a:r>
              <a:rPr lang="fr-FR" smtClean="0"/>
              <a:t>Hallelujah, Hallelujah, Hallelujah, Hallelujah</a:t>
            </a:r>
          </a:p>
          <a:p>
            <a:endParaRPr lang="fr-FR" smtClean="0"/>
          </a:p>
          <a:p>
            <a:r>
              <a:rPr lang="fr-FR" smtClean="0"/>
              <a:t>  2-  IL EST LE SAINT  QUI NOUS FUT PROMIS </a:t>
            </a:r>
          </a:p>
          <a:p>
            <a:r>
              <a:rPr lang="fr-FR" smtClean="0"/>
              <a:t>He is the promised Holy One
3-  ALLÉLU, ALLÉLUIA </a:t>
            </a:r>
          </a:p>
          <a:p>
            <a:r>
              <a:rPr lang="fr-FR" smtClean="0"/>
              <a:t>Hallelu, Hallelujah</a:t>
            </a:r>
          </a:p>
          <a:p>
            <a:r>
              <a:rPr lang="fr-FR" smtClean="0"/>
              <a:t>4-  EMMANUEL, LE FILS DE DIEU </a:t>
            </a:r>
          </a:p>
          <a:p>
            <a:r>
              <a:rPr lang="fr-FR" smtClean="0"/>
              <a:t>Emmanuel, God's only Son</a:t>
            </a:r>
          </a:p>
          <a:p>
            <a:r>
              <a:rPr lang="fr-FR" smtClean="0"/>
              <a:t>5-  ALLÉLU ALLÉLUIA </a:t>
            </a:r>
          </a:p>
          <a:p>
            <a:r>
              <a:rPr lang="fr-FR" smtClean="0"/>
              <a:t>Halle, Hallelujah</a:t>
            </a:r>
          </a:p>
          <a:p>
            <a:endParaRPr lang="fr-FR" smtClean="0"/>
          </a:p>
          <a:p>
            <a:r>
              <a:rPr lang="fr-FR" smtClean="0"/>
              <a:t>6-  L’INFINIMENT GRAND JE SUIS </a:t>
            </a:r>
          </a:p>
          <a:p>
            <a:r>
              <a:rPr lang="fr-FR" smtClean="0"/>
              <a:t>The everlasting Great I Am</a:t>
            </a:r>
          </a:p>
          <a:p>
            <a:r>
              <a:rPr lang="fr-FR" smtClean="0"/>
              <a:t>7-  ALLÉLU ALLÉLUIA </a:t>
            </a:r>
          </a:p>
          <a:p>
            <a:r>
              <a:rPr lang="fr-FR" smtClean="0"/>
              <a:t>Hallelu, Hallelujah</a:t>
            </a:r>
          </a:p>
          <a:p>
            <a:r>
              <a:rPr lang="fr-FR" smtClean="0"/>
              <a:t>8-  NÉ EN SIMPLE BÉBÉ À BETHLÉEM </a:t>
            </a:r>
          </a:p>
          <a:p>
            <a:r>
              <a:rPr lang="fr-FR" smtClean="0"/>
              <a:t>As a tiny little baby born in Bethlehem</a:t>
            </a:r>
          </a:p>
          <a:p>
            <a:r>
              <a:rPr lang="fr-FR" smtClean="0"/>
              <a:t>9-  ALLÉ ALLÉ ALLÉLUIA</a:t>
            </a:r>
          </a:p>
          <a:p>
            <a:r>
              <a:rPr lang="fr-FR" smtClean="0"/>
              <a:t>Halle-Halle-Hallelujah</a:t>
            </a:r>
          </a:p>
          <a:p>
            <a:r>
              <a:rPr lang="fr-FR" smtClean="0"/>
              <a:t> 
10-   ALLÉLUIA… </a:t>
            </a:r>
          </a:p>
          <a:p>
            <a:r>
              <a:rPr lang="fr-FR" smtClean="0"/>
              <a:t>Hallelujah, Hallelujah, Hallelujah</a:t>
            </a:r>
          </a:p>
          <a:p>
            <a:endParaRPr lang="fr-FR" smtClean="0"/>
          </a:p>
          <a:p>
            <a:r>
              <a:rPr lang="fr-FR" smtClean="0"/>
              <a:t>11-  QU’ON DIT LES ANGES CETTE NUIT-LÀ </a:t>
            </a:r>
          </a:p>
          <a:p>
            <a:r>
              <a:rPr lang="fr-FR" smtClean="0"/>
              <a:t>What did the angels say that night</a:t>
            </a:r>
          </a:p>
          <a:p>
            <a:r>
              <a:rPr lang="fr-FR" smtClean="0"/>
              <a:t>12-  ALLÉLU ALLÉLUIA </a:t>
            </a:r>
          </a:p>
          <a:p>
            <a:r>
              <a:rPr lang="fr-FR" smtClean="0"/>
              <a:t>Hallely, Hallelujah</a:t>
            </a:r>
          </a:p>
          <a:p>
            <a:r>
              <a:rPr lang="fr-FR" smtClean="0"/>
              <a:t>13-  EN REMPLISSANT  LES CIEUX DE LUMIÈRE</a:t>
            </a:r>
          </a:p>
          <a:p>
            <a:r>
              <a:rPr lang="fr-FR" smtClean="0"/>
              <a:t>As they filled the sky with Heavenly light</a:t>
            </a:r>
          </a:p>
          <a:p>
            <a:r>
              <a:rPr lang="fr-FR" smtClean="0"/>
              <a:t> 14-  ALLÉ ALLÉLUIA </a:t>
            </a:r>
          </a:p>
          <a:p>
            <a:r>
              <a:rPr lang="fr-FR" smtClean="0"/>
              <a:t>Halle, Hallelujah</a:t>
            </a:r>
          </a:p>
          <a:p>
            <a:endParaRPr lang="fr-FR" smtClean="0"/>
          </a:p>
          <a:p>
            <a:r>
              <a:rPr lang="fr-FR" smtClean="0"/>
              <a:t>15-  LES BERGERS  LES ONT ENTENDUS CHANTER </a:t>
            </a:r>
          </a:p>
          <a:p>
            <a:r>
              <a:rPr lang="fr-FR" smtClean="0"/>
              <a:t>The shepherds shook when they heard them sing</a:t>
            </a:r>
          </a:p>
          <a:p>
            <a:r>
              <a:rPr lang="fr-FR" smtClean="0"/>
              <a:t>16-  ALLÉLU ALLÉLUIA</a:t>
            </a:r>
          </a:p>
          <a:p>
            <a:r>
              <a:rPr lang="fr-FR" smtClean="0"/>
              <a:t>Hallelu, Hallelujah</a:t>
            </a:r>
          </a:p>
          <a:p>
            <a:r>
              <a:rPr lang="fr-FR" smtClean="0"/>
              <a:t> 17-  N’AYEZ PAS PEUR  NOS NOUVELLES SONT BONNES</a:t>
            </a:r>
          </a:p>
          <a:p>
            <a:r>
              <a:rPr lang="fr-FR" smtClean="0"/>
              <a:t>No need to fear good news we bring</a:t>
            </a:r>
          </a:p>
          <a:p>
            <a:r>
              <a:rPr lang="fr-FR" smtClean="0"/>
              <a:t> 18-  ALLÉ ALLÉ ALLÉLUIA </a:t>
            </a:r>
          </a:p>
          <a:p>
            <a:r>
              <a:rPr lang="fr-FR" smtClean="0"/>
              <a:t>Halle-Halle-Hallelujah</a:t>
            </a:r>
          </a:p>
          <a:p>
            <a:endParaRPr lang="fr-FR" smtClean="0"/>
          </a:p>
          <a:p>
            <a:r>
              <a:rPr lang="fr-FR" smtClean="0"/>
              <a:t>19-  ALLÉLUIA… </a:t>
            </a:r>
          </a:p>
          <a:p>
            <a:r>
              <a:rPr lang="fr-FR" smtClean="0"/>
              <a:t>Hallelujah, Hallelujah, Hallelujah</a:t>
            </a:r>
          </a:p>
          <a:p>
            <a:endParaRPr lang="fr-FR" smtClean="0"/>
          </a:p>
          <a:p>
            <a:r>
              <a:rPr lang="fr-FR" smtClean="0"/>
              <a:t>20-  LE SEIGNEUR DIEU OMNIPOTENT RÉGNERA POUR TOUJOURS À JAMAIS </a:t>
            </a:r>
          </a:p>
          <a:p>
            <a:r>
              <a:rPr lang="fr-FR" smtClean="0"/>
              <a:t>For the Lord God omnipotent shall reigneth forever and ever</a:t>
            </a:r>
          </a:p>
          <a:p>
            <a:r>
              <a:rPr lang="fr-FR" smtClean="0"/>
              <a:t>21-  IL RÉGNERA POUR TOUJOURS À JAMAIS </a:t>
            </a:r>
          </a:p>
          <a:p>
            <a:r>
              <a:rPr lang="fr-FR" smtClean="0"/>
              <a:t>He shall reign forever and ever</a:t>
            </a:r>
          </a:p>
          <a:p>
            <a:r>
              <a:rPr lang="fr-FR" smtClean="0"/>
              <a:t>22-  LE SEIGNEUR DIEU OMNIPOTENT RÉGNERA POUR TOUJOURS À JAMAIS </a:t>
            </a:r>
          </a:p>
          <a:p>
            <a:r>
              <a:rPr lang="fr-FR" smtClean="0"/>
              <a:t>For the Lord God omnipotent shall reigneth forever and ever</a:t>
            </a:r>
          </a:p>
          <a:p>
            <a:r>
              <a:rPr lang="fr-FR" smtClean="0"/>
              <a:t>23-  IL RÉGNERA POUR TOUJOURS À JAMAIS </a:t>
            </a:r>
          </a:p>
          <a:p>
            <a:r>
              <a:rPr lang="fr-FR" smtClean="0"/>
              <a:t>He shall reign forever and ever</a:t>
            </a:r>
          </a:p>
          <a:p>
            <a:endParaRPr lang="fr-FR" smtClean="0"/>
          </a:p>
          <a:p>
            <a:r>
              <a:rPr lang="fr-FR" smtClean="0"/>
              <a:t>24-  ALLÉLUIA… </a:t>
            </a:r>
          </a:p>
          <a:p>
            <a:r>
              <a:rPr lang="fr-FR" smtClean="0"/>
              <a:t>Hallelujah, Hallelujah, Hallelujah
25-  ROI DES ROIS SEIGNEURS DES SEIGNEURS </a:t>
            </a:r>
          </a:p>
          <a:p>
            <a:r>
              <a:rPr lang="fr-FR" smtClean="0"/>
              <a:t>King of kings Lord of lords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ALLÉLUIA, ALLÉLUIA ! ALLÉLUIA, ALLÉLUIA,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Hallelujah, Hallelujah, Hallelujah,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 2-  IL EST LE SAINT  QUI NOUS FUT PROMIS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is the promised Holy One
3-  ALLÉLU,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EMMANUEL, LE FILS DE DIEU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Emmanuel, God's only Son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ALLÉLU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L’INFINIMENT GRAND JE SUIS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everlasting Great I Am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ALLÉLU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NÉ EN SIMPLE BÉBÉ À BETHLÉEM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As a tiny little baby born in Bethlehem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ALLÉ ALLÉ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Halle-Halle-Hallelujah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10-   ALLÉLUIA…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Hallelujah, Hallelujah,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QU’ON DIT LES ANGES CETTE NUIT-LÀ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What did the angels say that 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ALLÉLU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Hallely,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EN REMPLISSANT  LES CIEUX DE LUMIÈRE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As they filled the sky with Heavenly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14-  ALLÉ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LES BERGERS  LES ONT ENTENDUS CHANTER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shepherds shook when they heard them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ALLÉLU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17-  N’AYEZ PAS PEUR  NOS NOUVELLES SONT BONNES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 need to fear good news we bring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18-  ALLÉ ALLÉ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Halle-Halle-Hallelujah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ALLÉLUIA…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Hallelujah, Hallelujah,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LE SEIGNEUR DIEU OMNIPOTENT RÉGNERA POUR TOUJOURS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 the Lord God omnipotent shall reigneth forever and 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IL RÉGNERA POUR TOUJOURS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shall reign forever and 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 SEIGNEUR DIEU OMNIPOTENT RÉGNERA POUR TOUJOURS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 the Lord God omnipotent shall reigneth forever and 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IL RÉGNERA POUR TOUJOURS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shall reign forever and 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ALLÉLUIA…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Hallelujah, Hallelujah, Hallelujah
25-  ROI DES ROIS SEIGNEURS DES SEIGNEURS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King of kings Lord of lords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89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ALLÉLUIA, ALLÉLUIA ! ALLÉLUIA, ALLÉLUIA, ALLÉLUIA</a:t>
            </a:r>
          </a:p>
          <a:p>
            <a:r>
              <a:rPr lang="fr-FR" smtClean="0"/>
              <a:t>Hallelujah, Hallelujah, Hallelujah, Hallelujah</a:t>
            </a:r>
          </a:p>
          <a:p>
            <a:endParaRPr lang="fr-FR" smtClean="0"/>
          </a:p>
          <a:p>
            <a:r>
              <a:rPr lang="fr-FR" smtClean="0"/>
              <a:t>  2-  IL EST LE SAINT  QUI NOUS FUT PROMIS </a:t>
            </a:r>
          </a:p>
          <a:p>
            <a:r>
              <a:rPr lang="fr-FR" smtClean="0"/>
              <a:t>He is the promised Holy One
3-  ALLÉLU, ALLÉLUIA </a:t>
            </a:r>
          </a:p>
          <a:p>
            <a:r>
              <a:rPr lang="fr-FR" smtClean="0"/>
              <a:t>Hallelu, Hallelujah</a:t>
            </a:r>
          </a:p>
          <a:p>
            <a:r>
              <a:rPr lang="fr-FR" smtClean="0"/>
              <a:t>4-  EMMANUEL, LE FILS DE DIEU </a:t>
            </a:r>
          </a:p>
          <a:p>
            <a:r>
              <a:rPr lang="fr-FR" smtClean="0"/>
              <a:t>Emmanuel, God's only Son</a:t>
            </a:r>
          </a:p>
          <a:p>
            <a:r>
              <a:rPr lang="fr-FR" smtClean="0"/>
              <a:t>5-  ALLÉLU ALLÉLUIA </a:t>
            </a:r>
          </a:p>
          <a:p>
            <a:r>
              <a:rPr lang="fr-FR" smtClean="0"/>
              <a:t>Halle, Hallelujah</a:t>
            </a:r>
          </a:p>
          <a:p>
            <a:endParaRPr lang="fr-FR" smtClean="0"/>
          </a:p>
          <a:p>
            <a:r>
              <a:rPr lang="fr-FR" smtClean="0"/>
              <a:t>6-  L’INFINIMENT GRAND JE SUIS </a:t>
            </a:r>
          </a:p>
          <a:p>
            <a:r>
              <a:rPr lang="fr-FR" smtClean="0"/>
              <a:t>The everlasting Great I Am</a:t>
            </a:r>
          </a:p>
          <a:p>
            <a:r>
              <a:rPr lang="fr-FR" smtClean="0"/>
              <a:t>7-  ALLÉLU ALLÉLUIA </a:t>
            </a:r>
          </a:p>
          <a:p>
            <a:r>
              <a:rPr lang="fr-FR" smtClean="0"/>
              <a:t>Hallelu, Hallelujah</a:t>
            </a:r>
          </a:p>
          <a:p>
            <a:r>
              <a:rPr lang="fr-FR" smtClean="0"/>
              <a:t>8-  NÉ EN SIMPLE BÉBÉ À BETHLÉEM </a:t>
            </a:r>
          </a:p>
          <a:p>
            <a:r>
              <a:rPr lang="fr-FR" smtClean="0"/>
              <a:t>As a tiny little baby born in Bethlehem</a:t>
            </a:r>
          </a:p>
          <a:p>
            <a:r>
              <a:rPr lang="fr-FR" smtClean="0"/>
              <a:t>9-  ALLÉ ALLÉ ALLÉLUIA</a:t>
            </a:r>
          </a:p>
          <a:p>
            <a:r>
              <a:rPr lang="fr-FR" smtClean="0"/>
              <a:t>Halle-Halle-Hallelujah</a:t>
            </a:r>
          </a:p>
          <a:p>
            <a:r>
              <a:rPr lang="fr-FR" smtClean="0"/>
              <a:t> 
10-   ALLÉLUIA… </a:t>
            </a:r>
          </a:p>
          <a:p>
            <a:r>
              <a:rPr lang="fr-FR" smtClean="0"/>
              <a:t>Hallelujah, Hallelujah, Hallelujah</a:t>
            </a:r>
          </a:p>
          <a:p>
            <a:endParaRPr lang="fr-FR" smtClean="0"/>
          </a:p>
          <a:p>
            <a:r>
              <a:rPr lang="fr-FR" smtClean="0"/>
              <a:t>11-  QU’ON DIT LES ANGES CETTE NUIT-LÀ </a:t>
            </a:r>
          </a:p>
          <a:p>
            <a:r>
              <a:rPr lang="fr-FR" smtClean="0"/>
              <a:t>What did the angels say that night</a:t>
            </a:r>
          </a:p>
          <a:p>
            <a:r>
              <a:rPr lang="fr-FR" smtClean="0"/>
              <a:t>12-  ALLÉLU ALLÉLUIA </a:t>
            </a:r>
          </a:p>
          <a:p>
            <a:r>
              <a:rPr lang="fr-FR" smtClean="0"/>
              <a:t>Hallely, Hallelujah</a:t>
            </a:r>
          </a:p>
          <a:p>
            <a:r>
              <a:rPr lang="fr-FR" smtClean="0"/>
              <a:t>13-  EN REMPLISSANT  LES CIEUX DE LUMIÈRE</a:t>
            </a:r>
          </a:p>
          <a:p>
            <a:r>
              <a:rPr lang="fr-FR" smtClean="0"/>
              <a:t>As they filled the sky with Heavenly light</a:t>
            </a:r>
          </a:p>
          <a:p>
            <a:r>
              <a:rPr lang="fr-FR" smtClean="0"/>
              <a:t> 14-  ALLÉ ALLÉLUIA </a:t>
            </a:r>
          </a:p>
          <a:p>
            <a:r>
              <a:rPr lang="fr-FR" smtClean="0"/>
              <a:t>Halle, Hallelujah</a:t>
            </a:r>
          </a:p>
          <a:p>
            <a:endParaRPr lang="fr-FR" smtClean="0"/>
          </a:p>
          <a:p>
            <a:r>
              <a:rPr lang="fr-FR" smtClean="0"/>
              <a:t>15-  LES BERGERS  LES ONT ENTENDUS CHANTER </a:t>
            </a:r>
          </a:p>
          <a:p>
            <a:r>
              <a:rPr lang="fr-FR" smtClean="0"/>
              <a:t>The shepherds shook when they heard them sing</a:t>
            </a:r>
          </a:p>
          <a:p>
            <a:r>
              <a:rPr lang="fr-FR" smtClean="0"/>
              <a:t>16-  ALLÉLU ALLÉLUIA</a:t>
            </a:r>
          </a:p>
          <a:p>
            <a:r>
              <a:rPr lang="fr-FR" smtClean="0"/>
              <a:t>Hallelu, Hallelujah</a:t>
            </a:r>
          </a:p>
          <a:p>
            <a:r>
              <a:rPr lang="fr-FR" smtClean="0"/>
              <a:t> 17-  N’AYEZ PAS PEUR  NOS NOUVELLES SONT BONNES</a:t>
            </a:r>
          </a:p>
          <a:p>
            <a:r>
              <a:rPr lang="fr-FR" smtClean="0"/>
              <a:t>No need to fear good news we bring</a:t>
            </a:r>
          </a:p>
          <a:p>
            <a:r>
              <a:rPr lang="fr-FR" smtClean="0"/>
              <a:t> 18-  ALLÉ ALLÉ ALLÉLUIA </a:t>
            </a:r>
          </a:p>
          <a:p>
            <a:r>
              <a:rPr lang="fr-FR" smtClean="0"/>
              <a:t>Halle-Halle-Hallelujah</a:t>
            </a:r>
          </a:p>
          <a:p>
            <a:endParaRPr lang="fr-FR" smtClean="0"/>
          </a:p>
          <a:p>
            <a:r>
              <a:rPr lang="fr-FR" smtClean="0"/>
              <a:t>19-  ALLÉLUIA… </a:t>
            </a:r>
          </a:p>
          <a:p>
            <a:r>
              <a:rPr lang="fr-FR" smtClean="0"/>
              <a:t>Hallelujah, Hallelujah, Hallelujah</a:t>
            </a:r>
          </a:p>
          <a:p>
            <a:endParaRPr lang="fr-FR" smtClean="0"/>
          </a:p>
          <a:p>
            <a:r>
              <a:rPr lang="fr-FR" smtClean="0"/>
              <a:t>20-  LE SEIGNEUR DIEU OMNIPOTENT RÉGNERA POUR TOUJOURS À JAMAIS </a:t>
            </a:r>
          </a:p>
          <a:p>
            <a:r>
              <a:rPr lang="fr-FR" smtClean="0"/>
              <a:t>For the Lord God omnipotent shall reigneth forever and ever</a:t>
            </a:r>
          </a:p>
          <a:p>
            <a:r>
              <a:rPr lang="fr-FR" smtClean="0"/>
              <a:t>21-  IL RÉGNERA POUR TOUJOURS À JAMAIS </a:t>
            </a:r>
          </a:p>
          <a:p>
            <a:r>
              <a:rPr lang="fr-FR" smtClean="0"/>
              <a:t>He shall reign forever and ever</a:t>
            </a:r>
          </a:p>
          <a:p>
            <a:r>
              <a:rPr lang="fr-FR" smtClean="0"/>
              <a:t>22-  LE SEIGNEUR DIEU OMNIPOTENT RÉGNERA POUR TOUJOURS À JAMAIS </a:t>
            </a:r>
          </a:p>
          <a:p>
            <a:r>
              <a:rPr lang="fr-FR" smtClean="0"/>
              <a:t>For the Lord God omnipotent shall reigneth forever and ever</a:t>
            </a:r>
          </a:p>
          <a:p>
            <a:r>
              <a:rPr lang="fr-FR" smtClean="0"/>
              <a:t>23-  IL RÉGNERA POUR TOUJOURS À JAMAIS </a:t>
            </a:r>
          </a:p>
          <a:p>
            <a:r>
              <a:rPr lang="fr-FR" smtClean="0"/>
              <a:t>He shall reign forever and ever</a:t>
            </a:r>
          </a:p>
          <a:p>
            <a:endParaRPr lang="fr-FR" smtClean="0"/>
          </a:p>
          <a:p>
            <a:r>
              <a:rPr lang="fr-FR" smtClean="0"/>
              <a:t>24-  ALLÉLUIA… </a:t>
            </a:r>
          </a:p>
          <a:p>
            <a:r>
              <a:rPr lang="fr-FR" smtClean="0"/>
              <a:t>Hallelujah, Hallelujah, Hallelujah
25-  ROI DES ROIS SEIGNEURS DES SEIGNEURS </a:t>
            </a:r>
          </a:p>
          <a:p>
            <a:r>
              <a:rPr lang="fr-FR" smtClean="0"/>
              <a:t>King of kings Lord of lords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ALLÉLUIA, ALLÉLUIA ! ALLÉLUIA, ALLÉLUIA,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Hallelujah, Hallelujah, Hallelujah,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 2-  IL EST LE SAINT  QUI NOUS FUT PROMIS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is the promised Holy One
3-  ALLÉLU,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EMMANUEL, LE FILS DE DIEU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Emmanuel, God's only Son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ALLÉLU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L’INFINIMENT GRAND JE SUIS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everlasting Great I Am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ALLÉLU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NÉ EN SIMPLE BÉBÉ À BETHLÉEM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As a tiny little baby born in Bethlehem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ALLÉ ALLÉ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Halle-Halle-Hallelujah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10-   ALLÉLUIA…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Hallelujah, Hallelujah,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QU’ON DIT LES ANGES CETTE NUIT-LÀ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What did the angels say that 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ALLÉLU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Hallely,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EN REMPLISSANT  LES CIEUX DE LUMIÈRE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As they filled the sky with Heavenly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14-  ALLÉ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LES BERGERS  LES ONT ENTENDUS CHANTER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shepherds shook when they heard them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ALLÉLU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17-  N’AYEZ PAS PEUR  NOS NOUVELLES SONT BONNES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 need to fear good news we bring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18-  ALLÉ ALLÉ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Halle-Halle-Hallelujah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ALLÉLUIA…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Hallelujah, Hallelujah,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LE SEIGNEUR DIEU OMNIPOTENT RÉGNERA POUR TOUJOURS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 the Lord God omnipotent shall reigneth forever and 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IL RÉGNERA POUR TOUJOURS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shall reign forever and 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 SEIGNEUR DIEU OMNIPOTENT RÉGNERA POUR TOUJOURS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 the Lord God omnipotent shall reigneth forever and 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IL RÉGNERA POUR TOUJOURS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shall reign forever and 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ALLÉLUIA…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Hallelujah, Hallelujah, Hallelujah
25-  ROI DES ROIS SEIGNEURS DES SEIGNEURS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King of kings Lord of lords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99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ALLÉLUIA, ALLÉLUIA ! ALLÉLUIA, ALLÉLUIA, ALLÉLUIA</a:t>
            </a:r>
          </a:p>
          <a:p>
            <a:r>
              <a:rPr lang="fr-FR" smtClean="0"/>
              <a:t>Hallelujah, Hallelujah, Hallelujah, Hallelujah</a:t>
            </a:r>
          </a:p>
          <a:p>
            <a:endParaRPr lang="fr-FR" smtClean="0"/>
          </a:p>
          <a:p>
            <a:r>
              <a:rPr lang="fr-FR" smtClean="0"/>
              <a:t>  2-  IL EST LE SAINT  QUI NOUS FUT PROMIS </a:t>
            </a:r>
          </a:p>
          <a:p>
            <a:r>
              <a:rPr lang="fr-FR" smtClean="0"/>
              <a:t>He is the promised Holy One
3-  ALLÉLU, ALLÉLUIA </a:t>
            </a:r>
          </a:p>
          <a:p>
            <a:r>
              <a:rPr lang="fr-FR" smtClean="0"/>
              <a:t>Hallelu, Hallelujah</a:t>
            </a:r>
          </a:p>
          <a:p>
            <a:r>
              <a:rPr lang="fr-FR" smtClean="0"/>
              <a:t>4-  EMMANUEL, LE FILS DE DIEU </a:t>
            </a:r>
          </a:p>
          <a:p>
            <a:r>
              <a:rPr lang="fr-FR" smtClean="0"/>
              <a:t>Emmanuel, God's only Son</a:t>
            </a:r>
          </a:p>
          <a:p>
            <a:r>
              <a:rPr lang="fr-FR" smtClean="0"/>
              <a:t>5-  ALLÉLU ALLÉLUIA </a:t>
            </a:r>
          </a:p>
          <a:p>
            <a:r>
              <a:rPr lang="fr-FR" smtClean="0"/>
              <a:t>Halle, Hallelujah</a:t>
            </a:r>
          </a:p>
          <a:p>
            <a:endParaRPr lang="fr-FR" smtClean="0"/>
          </a:p>
          <a:p>
            <a:r>
              <a:rPr lang="fr-FR" smtClean="0"/>
              <a:t>6-  L’INFINIMENT GRAND JE SUIS </a:t>
            </a:r>
          </a:p>
          <a:p>
            <a:r>
              <a:rPr lang="fr-FR" smtClean="0"/>
              <a:t>The everlasting Great I Am</a:t>
            </a:r>
          </a:p>
          <a:p>
            <a:r>
              <a:rPr lang="fr-FR" smtClean="0"/>
              <a:t>7-  ALLÉLU ALLÉLUIA </a:t>
            </a:r>
          </a:p>
          <a:p>
            <a:r>
              <a:rPr lang="fr-FR" smtClean="0"/>
              <a:t>Hallelu, Hallelujah</a:t>
            </a:r>
          </a:p>
          <a:p>
            <a:r>
              <a:rPr lang="fr-FR" smtClean="0"/>
              <a:t>8-  NÉ EN SIMPLE BÉBÉ À BETHLÉEM </a:t>
            </a:r>
          </a:p>
          <a:p>
            <a:r>
              <a:rPr lang="fr-FR" smtClean="0"/>
              <a:t>As a tiny little baby born in Bethlehem</a:t>
            </a:r>
          </a:p>
          <a:p>
            <a:r>
              <a:rPr lang="fr-FR" smtClean="0"/>
              <a:t>9-  ALLÉ ALLÉ ALLÉLUIA</a:t>
            </a:r>
          </a:p>
          <a:p>
            <a:r>
              <a:rPr lang="fr-FR" smtClean="0"/>
              <a:t>Halle-Halle-Hallelujah</a:t>
            </a:r>
          </a:p>
          <a:p>
            <a:r>
              <a:rPr lang="fr-FR" smtClean="0"/>
              <a:t> 
10-   ALLÉLUIA… </a:t>
            </a:r>
          </a:p>
          <a:p>
            <a:r>
              <a:rPr lang="fr-FR" smtClean="0"/>
              <a:t>Hallelujah, Hallelujah, Hallelujah</a:t>
            </a:r>
          </a:p>
          <a:p>
            <a:endParaRPr lang="fr-FR" smtClean="0"/>
          </a:p>
          <a:p>
            <a:r>
              <a:rPr lang="fr-FR" smtClean="0"/>
              <a:t>11-  QU’ON DIT LES ANGES CETTE NUIT-LÀ </a:t>
            </a:r>
          </a:p>
          <a:p>
            <a:r>
              <a:rPr lang="fr-FR" smtClean="0"/>
              <a:t>What did the angels say that night</a:t>
            </a:r>
          </a:p>
          <a:p>
            <a:r>
              <a:rPr lang="fr-FR" smtClean="0"/>
              <a:t>12-  ALLÉLU ALLÉLUIA </a:t>
            </a:r>
          </a:p>
          <a:p>
            <a:r>
              <a:rPr lang="fr-FR" smtClean="0"/>
              <a:t>Hallely, Hallelujah</a:t>
            </a:r>
          </a:p>
          <a:p>
            <a:r>
              <a:rPr lang="fr-FR" smtClean="0"/>
              <a:t>13-  EN REMPLISSANT  LES CIEUX DE LUMIÈRE</a:t>
            </a:r>
          </a:p>
          <a:p>
            <a:r>
              <a:rPr lang="fr-FR" smtClean="0"/>
              <a:t>As they filled the sky with Heavenly light</a:t>
            </a:r>
          </a:p>
          <a:p>
            <a:r>
              <a:rPr lang="fr-FR" smtClean="0"/>
              <a:t> 14-  ALLÉ ALLÉLUIA </a:t>
            </a:r>
          </a:p>
          <a:p>
            <a:r>
              <a:rPr lang="fr-FR" smtClean="0"/>
              <a:t>Halle, Hallelujah</a:t>
            </a:r>
          </a:p>
          <a:p>
            <a:endParaRPr lang="fr-FR" smtClean="0"/>
          </a:p>
          <a:p>
            <a:r>
              <a:rPr lang="fr-FR" smtClean="0"/>
              <a:t>15-  LES BERGERS  LES ONT ENTENDUS CHANTER </a:t>
            </a:r>
          </a:p>
          <a:p>
            <a:r>
              <a:rPr lang="fr-FR" smtClean="0"/>
              <a:t>The shepherds shook when they heard them sing</a:t>
            </a:r>
          </a:p>
          <a:p>
            <a:r>
              <a:rPr lang="fr-FR" smtClean="0"/>
              <a:t>16-  ALLÉLU ALLÉLUIA</a:t>
            </a:r>
          </a:p>
          <a:p>
            <a:r>
              <a:rPr lang="fr-FR" smtClean="0"/>
              <a:t>Hallelu, Hallelujah</a:t>
            </a:r>
          </a:p>
          <a:p>
            <a:r>
              <a:rPr lang="fr-FR" smtClean="0"/>
              <a:t> 17-  N’AYEZ PAS PEUR  NOS NOUVELLES SONT BONNES</a:t>
            </a:r>
          </a:p>
          <a:p>
            <a:r>
              <a:rPr lang="fr-FR" smtClean="0"/>
              <a:t>No need to fear good news we bring</a:t>
            </a:r>
          </a:p>
          <a:p>
            <a:r>
              <a:rPr lang="fr-FR" smtClean="0"/>
              <a:t> 18-  ALLÉ ALLÉ ALLÉLUIA </a:t>
            </a:r>
          </a:p>
          <a:p>
            <a:r>
              <a:rPr lang="fr-FR" smtClean="0"/>
              <a:t>Halle-Halle-Hallelujah</a:t>
            </a:r>
          </a:p>
          <a:p>
            <a:endParaRPr lang="fr-FR" smtClean="0"/>
          </a:p>
          <a:p>
            <a:r>
              <a:rPr lang="fr-FR" smtClean="0"/>
              <a:t>19-  ALLÉLUIA… </a:t>
            </a:r>
          </a:p>
          <a:p>
            <a:r>
              <a:rPr lang="fr-FR" smtClean="0"/>
              <a:t>Hallelujah, Hallelujah, Hallelujah</a:t>
            </a:r>
          </a:p>
          <a:p>
            <a:endParaRPr lang="fr-FR" smtClean="0"/>
          </a:p>
          <a:p>
            <a:r>
              <a:rPr lang="fr-FR" smtClean="0"/>
              <a:t>20-  LE SEIGNEUR DIEU OMNIPOTENT RÉGNERA POUR TOUJOURS À JAMAIS </a:t>
            </a:r>
          </a:p>
          <a:p>
            <a:r>
              <a:rPr lang="fr-FR" smtClean="0"/>
              <a:t>For the Lord God omnipotent shall reigneth forever and ever</a:t>
            </a:r>
          </a:p>
          <a:p>
            <a:r>
              <a:rPr lang="fr-FR" smtClean="0"/>
              <a:t>21-  IL RÉGNERA POUR TOUJOURS À JAMAIS </a:t>
            </a:r>
          </a:p>
          <a:p>
            <a:r>
              <a:rPr lang="fr-FR" smtClean="0"/>
              <a:t>He shall reign forever and ever</a:t>
            </a:r>
          </a:p>
          <a:p>
            <a:r>
              <a:rPr lang="fr-FR" smtClean="0"/>
              <a:t>22-  LE SEIGNEUR DIEU OMNIPOTENT RÉGNERA POUR TOUJOURS À JAMAIS </a:t>
            </a:r>
          </a:p>
          <a:p>
            <a:r>
              <a:rPr lang="fr-FR" smtClean="0"/>
              <a:t>For the Lord God omnipotent shall reigneth forever and ever</a:t>
            </a:r>
          </a:p>
          <a:p>
            <a:r>
              <a:rPr lang="fr-FR" smtClean="0"/>
              <a:t>23-  IL RÉGNERA POUR TOUJOURS À JAMAIS </a:t>
            </a:r>
          </a:p>
          <a:p>
            <a:r>
              <a:rPr lang="fr-FR" smtClean="0"/>
              <a:t>He shall reign forever and ever</a:t>
            </a:r>
          </a:p>
          <a:p>
            <a:endParaRPr lang="fr-FR" smtClean="0"/>
          </a:p>
          <a:p>
            <a:r>
              <a:rPr lang="fr-FR" smtClean="0"/>
              <a:t>24-  ALLÉLUIA… </a:t>
            </a:r>
          </a:p>
          <a:p>
            <a:r>
              <a:rPr lang="fr-FR" smtClean="0"/>
              <a:t>Hallelujah, Hallelujah, Hallelujah
25-  ROI DES ROIS SEIGNEURS DES SEIGNEURS </a:t>
            </a:r>
          </a:p>
          <a:p>
            <a:r>
              <a:rPr lang="fr-FR" smtClean="0"/>
              <a:t>King of kings Lord of lords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ALLÉLUIA, ALLÉLUIA ! ALLÉLUIA, ALLÉLUIA,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Hallelujah, Hallelujah, Hallelujah,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 2-  IL EST LE SAINT  QUI NOUS FUT PROMIS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is the promised Holy One
3-  ALLÉLU,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EMMANUEL, LE FILS DE DIEU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Emmanuel, God's only Son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ALLÉLU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L’INFINIMENT GRAND JE SUIS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everlasting Great I Am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ALLÉLU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NÉ EN SIMPLE BÉBÉ À BETHLÉEM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As a tiny little baby born in Bethlehem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ALLÉ ALLÉ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Halle-Halle-Hallelujah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10-   ALLÉLUIA…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Hallelujah, Hallelujah,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QU’ON DIT LES ANGES CETTE NUIT-LÀ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What did the angels say that 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ALLÉLU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Hallely,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EN REMPLISSANT  LES CIEUX DE LUMIÈRE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As they filled the sky with Heavenly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14-  ALLÉ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LES BERGERS  LES ONT ENTENDUS CHANTER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shepherds shook when they heard them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ALLÉLU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17-  N’AYEZ PAS PEUR  NOS NOUVELLES SONT BONNES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 need to fear good news we bring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18-  ALLÉ ALLÉ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Halle-Halle-Hallelujah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ALLÉLUIA…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Hallelujah, Hallelujah,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LE SEIGNEUR DIEU OMNIPOTENT RÉGNERA POUR TOUJOURS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 the Lord God omnipotent shall reigneth forever and 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IL RÉGNERA POUR TOUJOURS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shall reign forever and 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 SEIGNEUR DIEU OMNIPOTENT RÉGNERA POUR TOUJOURS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 the Lord God omnipotent shall reigneth forever and 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IL RÉGNERA POUR TOUJOURS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shall reign forever and 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ALLÉLUIA…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Hallelujah, Hallelujah, Hallelujah
25-  ROI DES ROIS SEIGNEURS DES SEIGNEURS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King of kings Lord of lords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09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ALLÉLUIA, ALLÉLUIA ! ALLÉLUIA, ALLÉLUIA, ALLÉLUIA</a:t>
            </a:r>
          </a:p>
          <a:p>
            <a:r>
              <a:rPr lang="fr-FR" smtClean="0"/>
              <a:t>Hallelujah, Hallelujah, Hallelujah, Hallelujah</a:t>
            </a:r>
          </a:p>
          <a:p>
            <a:endParaRPr lang="fr-FR" smtClean="0"/>
          </a:p>
          <a:p>
            <a:r>
              <a:rPr lang="fr-FR" smtClean="0"/>
              <a:t>  2-  IL EST LE SAINT  QUI NOUS FUT PROMIS </a:t>
            </a:r>
          </a:p>
          <a:p>
            <a:r>
              <a:rPr lang="fr-FR" smtClean="0"/>
              <a:t>He is the promised Holy One
3-  ALLÉLU, ALLÉLUIA </a:t>
            </a:r>
          </a:p>
          <a:p>
            <a:r>
              <a:rPr lang="fr-FR" smtClean="0"/>
              <a:t>Hallelu, Hallelujah</a:t>
            </a:r>
          </a:p>
          <a:p>
            <a:r>
              <a:rPr lang="fr-FR" smtClean="0"/>
              <a:t>4-  EMMANUEL, LE FILS DE DIEU </a:t>
            </a:r>
          </a:p>
          <a:p>
            <a:r>
              <a:rPr lang="fr-FR" smtClean="0"/>
              <a:t>Emmanuel, God's only Son</a:t>
            </a:r>
          </a:p>
          <a:p>
            <a:r>
              <a:rPr lang="fr-FR" smtClean="0"/>
              <a:t>5-  ALLÉLU ALLÉLUIA </a:t>
            </a:r>
          </a:p>
          <a:p>
            <a:r>
              <a:rPr lang="fr-FR" smtClean="0"/>
              <a:t>Halle, Hallelujah</a:t>
            </a:r>
          </a:p>
          <a:p>
            <a:endParaRPr lang="fr-FR" smtClean="0"/>
          </a:p>
          <a:p>
            <a:r>
              <a:rPr lang="fr-FR" smtClean="0"/>
              <a:t>6-  L’INFINIMENT GRAND JE SUIS </a:t>
            </a:r>
          </a:p>
          <a:p>
            <a:r>
              <a:rPr lang="fr-FR" smtClean="0"/>
              <a:t>The everlasting Great I Am</a:t>
            </a:r>
          </a:p>
          <a:p>
            <a:r>
              <a:rPr lang="fr-FR" smtClean="0"/>
              <a:t>7-  ALLÉLU ALLÉLUIA </a:t>
            </a:r>
          </a:p>
          <a:p>
            <a:r>
              <a:rPr lang="fr-FR" smtClean="0"/>
              <a:t>Hallelu, Hallelujah</a:t>
            </a:r>
          </a:p>
          <a:p>
            <a:r>
              <a:rPr lang="fr-FR" smtClean="0"/>
              <a:t>8-  NÉ EN SIMPLE BÉBÉ À BETHLÉEM </a:t>
            </a:r>
          </a:p>
          <a:p>
            <a:r>
              <a:rPr lang="fr-FR" smtClean="0"/>
              <a:t>As a tiny little baby born in Bethlehem</a:t>
            </a:r>
          </a:p>
          <a:p>
            <a:r>
              <a:rPr lang="fr-FR" smtClean="0"/>
              <a:t>9-  ALLÉ ALLÉ ALLÉLUIA</a:t>
            </a:r>
          </a:p>
          <a:p>
            <a:r>
              <a:rPr lang="fr-FR" smtClean="0"/>
              <a:t>Halle-Halle-Hallelujah</a:t>
            </a:r>
          </a:p>
          <a:p>
            <a:r>
              <a:rPr lang="fr-FR" smtClean="0"/>
              <a:t> 
10-   ALLÉLUIA… </a:t>
            </a:r>
          </a:p>
          <a:p>
            <a:r>
              <a:rPr lang="fr-FR" smtClean="0"/>
              <a:t>Hallelujah, Hallelujah, Hallelujah</a:t>
            </a:r>
          </a:p>
          <a:p>
            <a:endParaRPr lang="fr-FR" smtClean="0"/>
          </a:p>
          <a:p>
            <a:r>
              <a:rPr lang="fr-FR" smtClean="0"/>
              <a:t>11-  QU’ON DIT LES ANGES CETTE NUIT-LÀ </a:t>
            </a:r>
          </a:p>
          <a:p>
            <a:r>
              <a:rPr lang="fr-FR" smtClean="0"/>
              <a:t>What did the angels say that night</a:t>
            </a:r>
          </a:p>
          <a:p>
            <a:r>
              <a:rPr lang="fr-FR" smtClean="0"/>
              <a:t>12-  ALLÉLU ALLÉLUIA </a:t>
            </a:r>
          </a:p>
          <a:p>
            <a:r>
              <a:rPr lang="fr-FR" smtClean="0"/>
              <a:t>Hallely, Hallelujah</a:t>
            </a:r>
          </a:p>
          <a:p>
            <a:r>
              <a:rPr lang="fr-FR" smtClean="0"/>
              <a:t>13-  EN REMPLISSANT  LES CIEUX DE LUMIÈRE</a:t>
            </a:r>
          </a:p>
          <a:p>
            <a:r>
              <a:rPr lang="fr-FR" smtClean="0"/>
              <a:t>As they filled the sky with Heavenly light</a:t>
            </a:r>
          </a:p>
          <a:p>
            <a:r>
              <a:rPr lang="fr-FR" smtClean="0"/>
              <a:t> 14-  ALLÉ ALLÉLUIA </a:t>
            </a:r>
          </a:p>
          <a:p>
            <a:r>
              <a:rPr lang="fr-FR" smtClean="0"/>
              <a:t>Halle, Hallelujah</a:t>
            </a:r>
          </a:p>
          <a:p>
            <a:endParaRPr lang="fr-FR" smtClean="0"/>
          </a:p>
          <a:p>
            <a:r>
              <a:rPr lang="fr-FR" smtClean="0"/>
              <a:t>15-  LES BERGERS  LES ONT ENTENDUS CHANTER </a:t>
            </a:r>
          </a:p>
          <a:p>
            <a:r>
              <a:rPr lang="fr-FR" smtClean="0"/>
              <a:t>The shepherds shook when they heard them sing</a:t>
            </a:r>
          </a:p>
          <a:p>
            <a:r>
              <a:rPr lang="fr-FR" smtClean="0"/>
              <a:t>16-  ALLÉLU ALLÉLUIA</a:t>
            </a:r>
          </a:p>
          <a:p>
            <a:r>
              <a:rPr lang="fr-FR" smtClean="0"/>
              <a:t>Hallelu, Hallelujah</a:t>
            </a:r>
          </a:p>
          <a:p>
            <a:r>
              <a:rPr lang="fr-FR" smtClean="0"/>
              <a:t> 17-  N’AYEZ PAS PEUR  NOS NOUVELLES SONT BONNES</a:t>
            </a:r>
          </a:p>
          <a:p>
            <a:r>
              <a:rPr lang="fr-FR" smtClean="0"/>
              <a:t>No need to fear good news we bring</a:t>
            </a:r>
          </a:p>
          <a:p>
            <a:r>
              <a:rPr lang="fr-FR" smtClean="0"/>
              <a:t> 18-  ALLÉ ALLÉ ALLÉLUIA </a:t>
            </a:r>
          </a:p>
          <a:p>
            <a:r>
              <a:rPr lang="fr-FR" smtClean="0"/>
              <a:t>Halle-Halle-Hallelujah</a:t>
            </a:r>
          </a:p>
          <a:p>
            <a:endParaRPr lang="fr-FR" smtClean="0"/>
          </a:p>
          <a:p>
            <a:r>
              <a:rPr lang="fr-FR" smtClean="0"/>
              <a:t>19-  ALLÉLUIA… </a:t>
            </a:r>
          </a:p>
          <a:p>
            <a:r>
              <a:rPr lang="fr-FR" smtClean="0"/>
              <a:t>Hallelujah, Hallelujah, Hallelujah</a:t>
            </a:r>
          </a:p>
          <a:p>
            <a:endParaRPr lang="fr-FR" smtClean="0"/>
          </a:p>
          <a:p>
            <a:r>
              <a:rPr lang="fr-FR" smtClean="0"/>
              <a:t>20-  LE SEIGNEUR DIEU OMNIPOTENT RÉGNERA POUR TOUJOURS À JAMAIS </a:t>
            </a:r>
          </a:p>
          <a:p>
            <a:r>
              <a:rPr lang="fr-FR" smtClean="0"/>
              <a:t>For the Lord God omnipotent shall reigneth forever and ever</a:t>
            </a:r>
          </a:p>
          <a:p>
            <a:r>
              <a:rPr lang="fr-FR" smtClean="0"/>
              <a:t>21-  IL RÉGNERA POUR TOUJOURS À JAMAIS </a:t>
            </a:r>
          </a:p>
          <a:p>
            <a:r>
              <a:rPr lang="fr-FR" smtClean="0"/>
              <a:t>He shall reign forever and ever</a:t>
            </a:r>
          </a:p>
          <a:p>
            <a:r>
              <a:rPr lang="fr-FR" smtClean="0"/>
              <a:t>22-  LE SEIGNEUR DIEU OMNIPOTENT RÉGNERA POUR TOUJOURS À JAMAIS </a:t>
            </a:r>
          </a:p>
          <a:p>
            <a:r>
              <a:rPr lang="fr-FR" smtClean="0"/>
              <a:t>For the Lord God omnipotent shall reigneth forever and ever</a:t>
            </a:r>
          </a:p>
          <a:p>
            <a:r>
              <a:rPr lang="fr-FR" smtClean="0"/>
              <a:t>23-  IL RÉGNERA POUR TOUJOURS À JAMAIS </a:t>
            </a:r>
          </a:p>
          <a:p>
            <a:r>
              <a:rPr lang="fr-FR" smtClean="0"/>
              <a:t>He shall reign forever and ever</a:t>
            </a:r>
          </a:p>
          <a:p>
            <a:endParaRPr lang="fr-FR" smtClean="0"/>
          </a:p>
          <a:p>
            <a:r>
              <a:rPr lang="fr-FR" smtClean="0"/>
              <a:t>24-  ALLÉLUIA… </a:t>
            </a:r>
          </a:p>
          <a:p>
            <a:r>
              <a:rPr lang="fr-FR" smtClean="0"/>
              <a:t>Hallelujah, Hallelujah, Hallelujah
25-  ROI DES ROIS SEIGNEURS DES SEIGNEURS </a:t>
            </a:r>
          </a:p>
          <a:p>
            <a:r>
              <a:rPr lang="fr-FR" smtClean="0"/>
              <a:t>King of kings Lord of lords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ALLÉLUIA, ALLÉLUIA ! ALLÉLUIA, ALLÉLUIA,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Hallelujah, Hallelujah, Hallelujah,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 2-  IL EST LE SAINT  QUI NOUS FUT PROMIS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is the promised Holy One
3-  ALLÉLU,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EMMANUEL, LE FILS DE DIEU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Emmanuel, God's only Son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ALLÉLU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L’INFINIMENT GRAND JE SUIS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everlasting Great I Am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ALLÉLU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NÉ EN SIMPLE BÉBÉ À BETHLÉEM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As a tiny little baby born in Bethlehem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ALLÉ ALLÉ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Halle-Halle-Hallelujah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10-   ALLÉLUIA…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Hallelujah, Hallelujah,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QU’ON DIT LES ANGES CETTE NUIT-LÀ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What did the angels say that 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ALLÉLU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Hallely,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EN REMPLISSANT  LES CIEUX DE LUMIÈRE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As they filled the sky with Heavenly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14-  ALLÉ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LES BERGERS  LES ONT ENTENDUS CHANTER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shepherds shook when they heard them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ALLÉLU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17-  N’AYEZ PAS PEUR  NOS NOUVELLES SONT BONNES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 need to fear good news we bring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18-  ALLÉ ALLÉ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Halle-Halle-Hallelujah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ALLÉLUIA…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Hallelujah, Hallelujah,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LE SEIGNEUR DIEU OMNIPOTENT RÉGNERA POUR TOUJOURS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 the Lord God omnipotent shall reigneth forever and 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IL RÉGNERA POUR TOUJOURS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shall reign forever and 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 SEIGNEUR DIEU OMNIPOTENT RÉGNERA POUR TOUJOURS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 the Lord God omnipotent shall reigneth forever and 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IL RÉGNERA POUR TOUJOURS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shall reign forever and 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ALLÉLUIA…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Hallelujah, Hallelujah, Hallelujah
25-  ROI DES ROIS SEIGNEURS DES SEIGNEURS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King of kings Lord of lords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19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ALLÉLUIA, ALLÉLUIA ! ALLÉLUIA, ALLÉLUIA, ALLÉLUIA</a:t>
            </a:r>
          </a:p>
          <a:p>
            <a:r>
              <a:rPr lang="fr-FR" smtClean="0"/>
              <a:t>Hallelujah, Hallelujah, Hallelujah, Hallelujah</a:t>
            </a:r>
          </a:p>
          <a:p>
            <a:endParaRPr lang="fr-FR" smtClean="0"/>
          </a:p>
          <a:p>
            <a:r>
              <a:rPr lang="fr-FR" smtClean="0"/>
              <a:t>  2-  IL EST LE SAINT  QUI NOUS FUT PROMIS </a:t>
            </a:r>
          </a:p>
          <a:p>
            <a:r>
              <a:rPr lang="fr-FR" smtClean="0"/>
              <a:t>He is the promised Holy One
3-  ALLÉLU, ALLÉLUIA </a:t>
            </a:r>
          </a:p>
          <a:p>
            <a:r>
              <a:rPr lang="fr-FR" smtClean="0"/>
              <a:t>Hallelu, Hallelujah</a:t>
            </a:r>
          </a:p>
          <a:p>
            <a:r>
              <a:rPr lang="fr-FR" smtClean="0"/>
              <a:t>4-  EMMANUEL, LE FILS DE DIEU </a:t>
            </a:r>
          </a:p>
          <a:p>
            <a:r>
              <a:rPr lang="fr-FR" smtClean="0"/>
              <a:t>Emmanuel, God's only Son</a:t>
            </a:r>
          </a:p>
          <a:p>
            <a:r>
              <a:rPr lang="fr-FR" smtClean="0"/>
              <a:t>5-  ALLÉLU ALLÉLUIA </a:t>
            </a:r>
          </a:p>
          <a:p>
            <a:r>
              <a:rPr lang="fr-FR" smtClean="0"/>
              <a:t>Halle, Hallelujah</a:t>
            </a:r>
          </a:p>
          <a:p>
            <a:endParaRPr lang="fr-FR" smtClean="0"/>
          </a:p>
          <a:p>
            <a:r>
              <a:rPr lang="fr-FR" smtClean="0"/>
              <a:t>6-  L’INFINIMENT GRAND JE SUIS </a:t>
            </a:r>
          </a:p>
          <a:p>
            <a:r>
              <a:rPr lang="fr-FR" smtClean="0"/>
              <a:t>The everlasting Great I Am</a:t>
            </a:r>
          </a:p>
          <a:p>
            <a:r>
              <a:rPr lang="fr-FR" smtClean="0"/>
              <a:t>7-  ALLÉLU ALLÉLUIA </a:t>
            </a:r>
          </a:p>
          <a:p>
            <a:r>
              <a:rPr lang="fr-FR" smtClean="0"/>
              <a:t>Hallelu, Hallelujah</a:t>
            </a:r>
          </a:p>
          <a:p>
            <a:r>
              <a:rPr lang="fr-FR" smtClean="0"/>
              <a:t>8-  NÉ EN SIMPLE BÉBÉ À BETHLÉEM </a:t>
            </a:r>
          </a:p>
          <a:p>
            <a:r>
              <a:rPr lang="fr-FR" smtClean="0"/>
              <a:t>As a tiny little baby born in Bethlehem</a:t>
            </a:r>
          </a:p>
          <a:p>
            <a:r>
              <a:rPr lang="fr-FR" smtClean="0"/>
              <a:t>9-  ALLÉ ALLÉ ALLÉLUIA</a:t>
            </a:r>
          </a:p>
          <a:p>
            <a:r>
              <a:rPr lang="fr-FR" smtClean="0"/>
              <a:t>Halle-Halle-Hallelujah</a:t>
            </a:r>
          </a:p>
          <a:p>
            <a:r>
              <a:rPr lang="fr-FR" smtClean="0"/>
              <a:t> 
10-   ALLÉLUIA… </a:t>
            </a:r>
          </a:p>
          <a:p>
            <a:r>
              <a:rPr lang="fr-FR" smtClean="0"/>
              <a:t>Hallelujah, Hallelujah, Hallelujah</a:t>
            </a:r>
          </a:p>
          <a:p>
            <a:endParaRPr lang="fr-FR" smtClean="0"/>
          </a:p>
          <a:p>
            <a:r>
              <a:rPr lang="fr-FR" smtClean="0"/>
              <a:t>11-  QU’ON DIT LES ANGES CETTE NUIT-LÀ </a:t>
            </a:r>
          </a:p>
          <a:p>
            <a:r>
              <a:rPr lang="fr-FR" smtClean="0"/>
              <a:t>What did the angels say that night</a:t>
            </a:r>
          </a:p>
          <a:p>
            <a:r>
              <a:rPr lang="fr-FR" smtClean="0"/>
              <a:t>12-  ALLÉLU ALLÉLUIA </a:t>
            </a:r>
          </a:p>
          <a:p>
            <a:r>
              <a:rPr lang="fr-FR" smtClean="0"/>
              <a:t>Hallely, Hallelujah</a:t>
            </a:r>
          </a:p>
          <a:p>
            <a:r>
              <a:rPr lang="fr-FR" smtClean="0"/>
              <a:t>13-  EN REMPLISSANT  LES CIEUX DE LUMIÈRE</a:t>
            </a:r>
          </a:p>
          <a:p>
            <a:r>
              <a:rPr lang="fr-FR" smtClean="0"/>
              <a:t>As they filled the sky with Heavenly light</a:t>
            </a:r>
          </a:p>
          <a:p>
            <a:r>
              <a:rPr lang="fr-FR" smtClean="0"/>
              <a:t> 14-  ALLÉ ALLÉLUIA </a:t>
            </a:r>
          </a:p>
          <a:p>
            <a:r>
              <a:rPr lang="fr-FR" smtClean="0"/>
              <a:t>Halle, Hallelujah</a:t>
            </a:r>
          </a:p>
          <a:p>
            <a:endParaRPr lang="fr-FR" smtClean="0"/>
          </a:p>
          <a:p>
            <a:r>
              <a:rPr lang="fr-FR" smtClean="0"/>
              <a:t>15-  LES BERGERS  LES ONT ENTENDUS CHANTER </a:t>
            </a:r>
          </a:p>
          <a:p>
            <a:r>
              <a:rPr lang="fr-FR" smtClean="0"/>
              <a:t>The shepherds shook when they heard them sing</a:t>
            </a:r>
          </a:p>
          <a:p>
            <a:r>
              <a:rPr lang="fr-FR" smtClean="0"/>
              <a:t>16-  ALLÉLU ALLÉLUIA</a:t>
            </a:r>
          </a:p>
          <a:p>
            <a:r>
              <a:rPr lang="fr-FR" smtClean="0"/>
              <a:t>Hallelu, Hallelujah</a:t>
            </a:r>
          </a:p>
          <a:p>
            <a:r>
              <a:rPr lang="fr-FR" smtClean="0"/>
              <a:t> 17-  N’AYEZ PAS PEUR  NOS NOUVELLES SONT BONNES</a:t>
            </a:r>
          </a:p>
          <a:p>
            <a:r>
              <a:rPr lang="fr-FR" smtClean="0"/>
              <a:t>No need to fear good news we bring</a:t>
            </a:r>
          </a:p>
          <a:p>
            <a:r>
              <a:rPr lang="fr-FR" smtClean="0"/>
              <a:t> 18-  ALLÉ ALLÉ ALLÉLUIA </a:t>
            </a:r>
          </a:p>
          <a:p>
            <a:r>
              <a:rPr lang="fr-FR" smtClean="0"/>
              <a:t>Halle-Halle-Hallelujah</a:t>
            </a:r>
          </a:p>
          <a:p>
            <a:endParaRPr lang="fr-FR" smtClean="0"/>
          </a:p>
          <a:p>
            <a:r>
              <a:rPr lang="fr-FR" smtClean="0"/>
              <a:t>19-  ALLÉLUIA… </a:t>
            </a:r>
          </a:p>
          <a:p>
            <a:r>
              <a:rPr lang="fr-FR" smtClean="0"/>
              <a:t>Hallelujah, Hallelujah, Hallelujah</a:t>
            </a:r>
          </a:p>
          <a:p>
            <a:endParaRPr lang="fr-FR" smtClean="0"/>
          </a:p>
          <a:p>
            <a:r>
              <a:rPr lang="fr-FR" smtClean="0"/>
              <a:t>20-  LE SEIGNEUR DIEU OMNIPOTENT RÉGNERA POUR TOUJOURS À JAMAIS </a:t>
            </a:r>
          </a:p>
          <a:p>
            <a:r>
              <a:rPr lang="fr-FR" smtClean="0"/>
              <a:t>For the Lord God omnipotent shall reigneth forever and ever</a:t>
            </a:r>
          </a:p>
          <a:p>
            <a:r>
              <a:rPr lang="fr-FR" smtClean="0"/>
              <a:t>21-  IL RÉGNERA POUR TOUJOURS À JAMAIS </a:t>
            </a:r>
          </a:p>
          <a:p>
            <a:r>
              <a:rPr lang="fr-FR" smtClean="0"/>
              <a:t>He shall reign forever and ever</a:t>
            </a:r>
          </a:p>
          <a:p>
            <a:r>
              <a:rPr lang="fr-FR" smtClean="0"/>
              <a:t>22-  LE SEIGNEUR DIEU OMNIPOTENT RÉGNERA POUR TOUJOURS À JAMAIS </a:t>
            </a:r>
          </a:p>
          <a:p>
            <a:r>
              <a:rPr lang="fr-FR" smtClean="0"/>
              <a:t>For the Lord God omnipotent shall reigneth forever and ever</a:t>
            </a:r>
          </a:p>
          <a:p>
            <a:r>
              <a:rPr lang="fr-FR" smtClean="0"/>
              <a:t>23-  IL RÉGNERA POUR TOUJOURS À JAMAIS </a:t>
            </a:r>
          </a:p>
          <a:p>
            <a:r>
              <a:rPr lang="fr-FR" smtClean="0"/>
              <a:t>He shall reign forever and ever</a:t>
            </a:r>
          </a:p>
          <a:p>
            <a:endParaRPr lang="fr-FR" smtClean="0"/>
          </a:p>
          <a:p>
            <a:r>
              <a:rPr lang="fr-FR" smtClean="0"/>
              <a:t>24-  ALLÉLUIA… </a:t>
            </a:r>
          </a:p>
          <a:p>
            <a:r>
              <a:rPr lang="fr-FR" smtClean="0"/>
              <a:t>Hallelujah, Hallelujah, Hallelujah
25-  ROI DES ROIS SEIGNEURS DES SEIGNEURS </a:t>
            </a:r>
          </a:p>
          <a:p>
            <a:r>
              <a:rPr lang="fr-FR" smtClean="0"/>
              <a:t>King of kings Lord of lords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ALLÉLUIA, ALLÉLUIA ! ALLÉLUIA, ALLÉLUIA,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Hallelujah, Hallelujah, Hallelujah,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 2-  IL EST LE SAINT  QUI NOUS FUT PROMIS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is the promised Holy One
3-  ALLÉLU,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EMMANUEL, LE FILS DE DIEU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Emmanuel, God's only Son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ALLÉLU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L’INFINIMENT GRAND JE SUIS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everlasting Great I Am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ALLÉLU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NÉ EN SIMPLE BÉBÉ À BETHLÉEM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As a tiny little baby born in Bethlehem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ALLÉ ALLÉ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Halle-Halle-Hallelujah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10-   ALLÉLUIA…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Hallelujah, Hallelujah,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QU’ON DIT LES ANGES CETTE NUIT-LÀ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What did the angels say that 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ALLÉLU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Hallely,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EN REMPLISSANT  LES CIEUX DE LUMIÈRE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As they filled the sky with Heavenly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14-  ALLÉ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LES BERGERS  LES ONT ENTENDUS CHANTER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shepherds shook when they heard them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ALLÉLU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17-  N’AYEZ PAS PEUR  NOS NOUVELLES SONT BONNES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 need to fear good news we bring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18-  ALLÉ ALLÉ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Halle-Halle-Hallelujah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ALLÉLUIA…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Hallelujah, Hallelujah,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LE SEIGNEUR DIEU OMNIPOTENT RÉGNERA POUR TOUJOURS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 the Lord God omnipotent shall reigneth forever and 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IL RÉGNERA POUR TOUJOURS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shall reign forever and 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 SEIGNEUR DIEU OMNIPOTENT RÉGNERA POUR TOUJOURS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 the Lord God omnipotent shall reigneth forever and 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IL RÉGNERA POUR TOUJOURS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shall reign forever and 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ALLÉLUIA…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Hallelujah, Hallelujah, Hallelujah
25-  ROI DES ROIS SEIGNEURS DES SEIGNEURS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King of kings Lord of lords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30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ALLÉLUIA, ALLÉLUIA ! ALLÉLUIA, ALLÉLUIA, ALLÉLUIA</a:t>
            </a:r>
          </a:p>
          <a:p>
            <a:r>
              <a:rPr lang="fr-FR" smtClean="0"/>
              <a:t>Hallelujah, Hallelujah, Hallelujah, Hallelujah</a:t>
            </a:r>
          </a:p>
          <a:p>
            <a:endParaRPr lang="fr-FR" smtClean="0"/>
          </a:p>
          <a:p>
            <a:r>
              <a:rPr lang="fr-FR" smtClean="0"/>
              <a:t>  2-  IL EST LE SAINT  QUI NOUS FUT PROMIS </a:t>
            </a:r>
          </a:p>
          <a:p>
            <a:r>
              <a:rPr lang="fr-FR" smtClean="0"/>
              <a:t>He is the promised Holy One
3-  ALLÉLU, ALLÉLUIA </a:t>
            </a:r>
          </a:p>
          <a:p>
            <a:r>
              <a:rPr lang="fr-FR" smtClean="0"/>
              <a:t>Hallelu, Hallelujah</a:t>
            </a:r>
          </a:p>
          <a:p>
            <a:r>
              <a:rPr lang="fr-FR" smtClean="0"/>
              <a:t>4-  EMMANUEL, LE FILS DE DIEU </a:t>
            </a:r>
          </a:p>
          <a:p>
            <a:r>
              <a:rPr lang="fr-FR" smtClean="0"/>
              <a:t>Emmanuel, God's only Son</a:t>
            </a:r>
          </a:p>
          <a:p>
            <a:r>
              <a:rPr lang="fr-FR" smtClean="0"/>
              <a:t>5-  ALLÉLU ALLÉLUIA </a:t>
            </a:r>
          </a:p>
          <a:p>
            <a:r>
              <a:rPr lang="fr-FR" smtClean="0"/>
              <a:t>Halle, Hallelujah</a:t>
            </a:r>
          </a:p>
          <a:p>
            <a:endParaRPr lang="fr-FR" smtClean="0"/>
          </a:p>
          <a:p>
            <a:r>
              <a:rPr lang="fr-FR" smtClean="0"/>
              <a:t>6-  L’INFINIMENT GRAND JE SUIS </a:t>
            </a:r>
          </a:p>
          <a:p>
            <a:r>
              <a:rPr lang="fr-FR" smtClean="0"/>
              <a:t>The everlasting Great I Am</a:t>
            </a:r>
          </a:p>
          <a:p>
            <a:r>
              <a:rPr lang="fr-FR" smtClean="0"/>
              <a:t>7-  ALLÉLU ALLÉLUIA </a:t>
            </a:r>
          </a:p>
          <a:p>
            <a:r>
              <a:rPr lang="fr-FR" smtClean="0"/>
              <a:t>Hallelu, Hallelujah</a:t>
            </a:r>
          </a:p>
          <a:p>
            <a:r>
              <a:rPr lang="fr-FR" smtClean="0"/>
              <a:t>8-  NÉ EN SIMPLE BÉBÉ À BETHLÉEM </a:t>
            </a:r>
          </a:p>
          <a:p>
            <a:r>
              <a:rPr lang="fr-FR" smtClean="0"/>
              <a:t>As a tiny little baby born in Bethlehem</a:t>
            </a:r>
          </a:p>
          <a:p>
            <a:r>
              <a:rPr lang="fr-FR" smtClean="0"/>
              <a:t>9-  ALLÉ ALLÉ ALLÉLUIA</a:t>
            </a:r>
          </a:p>
          <a:p>
            <a:r>
              <a:rPr lang="fr-FR" smtClean="0"/>
              <a:t>Halle-Halle-Hallelujah</a:t>
            </a:r>
          </a:p>
          <a:p>
            <a:r>
              <a:rPr lang="fr-FR" smtClean="0"/>
              <a:t> 
10-   ALLÉLUIA… </a:t>
            </a:r>
          </a:p>
          <a:p>
            <a:r>
              <a:rPr lang="fr-FR" smtClean="0"/>
              <a:t>Hallelujah, Hallelujah, Hallelujah</a:t>
            </a:r>
          </a:p>
          <a:p>
            <a:endParaRPr lang="fr-FR" smtClean="0"/>
          </a:p>
          <a:p>
            <a:r>
              <a:rPr lang="fr-FR" smtClean="0"/>
              <a:t>11-  QU’ON DIT LES ANGES CETTE NUIT-LÀ </a:t>
            </a:r>
          </a:p>
          <a:p>
            <a:r>
              <a:rPr lang="fr-FR" smtClean="0"/>
              <a:t>What did the angels say that night</a:t>
            </a:r>
          </a:p>
          <a:p>
            <a:r>
              <a:rPr lang="fr-FR" smtClean="0"/>
              <a:t>12-  ALLÉLU ALLÉLUIA </a:t>
            </a:r>
          </a:p>
          <a:p>
            <a:r>
              <a:rPr lang="fr-FR" smtClean="0"/>
              <a:t>Hallely, Hallelujah</a:t>
            </a:r>
          </a:p>
          <a:p>
            <a:r>
              <a:rPr lang="fr-FR" smtClean="0"/>
              <a:t>13-  EN REMPLISSANT  LES CIEUX DE LUMIÈRE</a:t>
            </a:r>
          </a:p>
          <a:p>
            <a:r>
              <a:rPr lang="fr-FR" smtClean="0"/>
              <a:t>As they filled the sky with Heavenly light</a:t>
            </a:r>
          </a:p>
          <a:p>
            <a:r>
              <a:rPr lang="fr-FR" smtClean="0"/>
              <a:t> 14-  ALLÉ ALLÉLUIA </a:t>
            </a:r>
          </a:p>
          <a:p>
            <a:r>
              <a:rPr lang="fr-FR" smtClean="0"/>
              <a:t>Halle, Hallelujah</a:t>
            </a:r>
          </a:p>
          <a:p>
            <a:endParaRPr lang="fr-FR" smtClean="0"/>
          </a:p>
          <a:p>
            <a:r>
              <a:rPr lang="fr-FR" smtClean="0"/>
              <a:t>15-  LES BERGERS  LES ONT ENTENDUS CHANTER </a:t>
            </a:r>
          </a:p>
          <a:p>
            <a:r>
              <a:rPr lang="fr-FR" smtClean="0"/>
              <a:t>The shepherds shook when they heard them sing</a:t>
            </a:r>
          </a:p>
          <a:p>
            <a:r>
              <a:rPr lang="fr-FR" smtClean="0"/>
              <a:t>16-  ALLÉLU ALLÉLUIA</a:t>
            </a:r>
          </a:p>
          <a:p>
            <a:r>
              <a:rPr lang="fr-FR" smtClean="0"/>
              <a:t>Hallelu, Hallelujah</a:t>
            </a:r>
          </a:p>
          <a:p>
            <a:r>
              <a:rPr lang="fr-FR" smtClean="0"/>
              <a:t> 17-  N’AYEZ PAS PEUR  NOS NOUVELLES SONT BONNES</a:t>
            </a:r>
          </a:p>
          <a:p>
            <a:r>
              <a:rPr lang="fr-FR" smtClean="0"/>
              <a:t>No need to fear good news we bring</a:t>
            </a:r>
          </a:p>
          <a:p>
            <a:r>
              <a:rPr lang="fr-FR" smtClean="0"/>
              <a:t> 18-  ALLÉ ALLÉ ALLÉLUIA </a:t>
            </a:r>
          </a:p>
          <a:p>
            <a:r>
              <a:rPr lang="fr-FR" smtClean="0"/>
              <a:t>Halle-Halle-Hallelujah</a:t>
            </a:r>
          </a:p>
          <a:p>
            <a:endParaRPr lang="fr-FR" smtClean="0"/>
          </a:p>
          <a:p>
            <a:r>
              <a:rPr lang="fr-FR" smtClean="0"/>
              <a:t>19-  ALLÉLUIA… </a:t>
            </a:r>
          </a:p>
          <a:p>
            <a:r>
              <a:rPr lang="fr-FR" smtClean="0"/>
              <a:t>Hallelujah, Hallelujah, Hallelujah</a:t>
            </a:r>
          </a:p>
          <a:p>
            <a:endParaRPr lang="fr-FR" smtClean="0"/>
          </a:p>
          <a:p>
            <a:r>
              <a:rPr lang="fr-FR" smtClean="0"/>
              <a:t>20-  LE SEIGNEUR DIEU OMNIPOTENT RÉGNERA POUR TOUJOURS À JAMAIS </a:t>
            </a:r>
          </a:p>
          <a:p>
            <a:r>
              <a:rPr lang="fr-FR" smtClean="0"/>
              <a:t>For the Lord God omnipotent shall reigneth forever and ever</a:t>
            </a:r>
          </a:p>
          <a:p>
            <a:r>
              <a:rPr lang="fr-FR" smtClean="0"/>
              <a:t>21-  IL RÉGNERA POUR TOUJOURS À JAMAIS </a:t>
            </a:r>
          </a:p>
          <a:p>
            <a:r>
              <a:rPr lang="fr-FR" smtClean="0"/>
              <a:t>He shall reign forever and ever</a:t>
            </a:r>
          </a:p>
          <a:p>
            <a:r>
              <a:rPr lang="fr-FR" smtClean="0"/>
              <a:t>22-  LE SEIGNEUR DIEU OMNIPOTENT RÉGNERA POUR TOUJOURS À JAMAIS </a:t>
            </a:r>
          </a:p>
          <a:p>
            <a:r>
              <a:rPr lang="fr-FR" smtClean="0"/>
              <a:t>For the Lord God omnipotent shall reigneth forever and ever</a:t>
            </a:r>
          </a:p>
          <a:p>
            <a:r>
              <a:rPr lang="fr-FR" smtClean="0"/>
              <a:t>23-  IL RÉGNERA POUR TOUJOURS À JAMAIS </a:t>
            </a:r>
          </a:p>
          <a:p>
            <a:r>
              <a:rPr lang="fr-FR" smtClean="0"/>
              <a:t>He shall reign forever and ever</a:t>
            </a:r>
          </a:p>
          <a:p>
            <a:endParaRPr lang="fr-FR" smtClean="0"/>
          </a:p>
          <a:p>
            <a:r>
              <a:rPr lang="fr-FR" smtClean="0"/>
              <a:t>24-  ALLÉLUIA… </a:t>
            </a:r>
          </a:p>
          <a:p>
            <a:r>
              <a:rPr lang="fr-FR" smtClean="0"/>
              <a:t>Hallelujah, Hallelujah, Hallelujah
25-  ROI DES ROIS SEIGNEURS DES SEIGNEURS </a:t>
            </a:r>
          </a:p>
          <a:p>
            <a:r>
              <a:rPr lang="fr-FR" smtClean="0"/>
              <a:t>King of kings Lord of lords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ALLÉLUIA, ALLÉLUIA ! ALLÉLUIA, ALLÉLUIA,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Hallelujah, Hallelujah, Hallelujah,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 2-  IL EST LE SAINT  QUI NOUS FUT PROMIS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is the promised Holy One
3-  ALLÉLU,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EMMANUEL, LE FILS DE DIEU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Emmanuel, God's only Son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ALLÉLU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L’INFINIMENT GRAND JE SUIS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everlasting Great I Am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ALLÉLU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NÉ EN SIMPLE BÉBÉ À BETHLÉEM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As a tiny little baby born in Bethlehem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ALLÉ ALLÉ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Halle-Halle-Hallelujah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10-   ALLÉLUIA…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Hallelujah, Hallelujah,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QU’ON DIT LES ANGES CETTE NUIT-LÀ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What did the angels say that 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ALLÉLU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Hallely,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EN REMPLISSANT  LES CIEUX DE LUMIÈRE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As they filled the sky with Heavenly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14-  ALLÉ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LES BERGERS  LES ONT ENTENDUS CHANTER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shepherds shook when they heard them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ALLÉLU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17-  N’AYEZ PAS PEUR  NOS NOUVELLES SONT BONNES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 need to fear good news we bring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18-  ALLÉ ALLÉ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Halle-Halle-Hallelujah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ALLÉLUIA…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Hallelujah, Hallelujah,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LE SEIGNEUR DIEU OMNIPOTENT RÉGNERA POUR TOUJOURS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 the Lord God omnipotent shall reigneth forever and 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IL RÉGNERA POUR TOUJOURS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shall reign forever and 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 SEIGNEUR DIEU OMNIPOTENT RÉGNERA POUR TOUJOURS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 the Lord God omnipotent shall reigneth forever and 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IL RÉGNERA POUR TOUJOURS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shall reign forever and 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ALLÉLUIA…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Hallelujah, Hallelujah, Hallelujah
25-  ROI DES ROIS SEIGNEURS DES SEIGNEURS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King of kings Lord of lords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40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ALLÉLUIA, ALLÉLUIA ! ALLÉLUIA, ALLÉLUIA, ALLÉLUIA</a:t>
            </a:r>
          </a:p>
          <a:p>
            <a:r>
              <a:rPr lang="fr-FR" smtClean="0"/>
              <a:t>Hallelujah, Hallelujah, Hallelujah, Hallelujah</a:t>
            </a:r>
          </a:p>
          <a:p>
            <a:endParaRPr lang="fr-FR" smtClean="0"/>
          </a:p>
          <a:p>
            <a:r>
              <a:rPr lang="fr-FR" smtClean="0"/>
              <a:t>  2-  IL EST LE SAINT  QUI NOUS FUT PROMIS </a:t>
            </a:r>
          </a:p>
          <a:p>
            <a:r>
              <a:rPr lang="fr-FR" smtClean="0"/>
              <a:t>He is the promised Holy One
3-  ALLÉLU, ALLÉLUIA </a:t>
            </a:r>
          </a:p>
          <a:p>
            <a:r>
              <a:rPr lang="fr-FR" smtClean="0"/>
              <a:t>Hallelu, Hallelujah</a:t>
            </a:r>
          </a:p>
          <a:p>
            <a:r>
              <a:rPr lang="fr-FR" smtClean="0"/>
              <a:t>4-  EMMANUEL, LE FILS DE DIEU </a:t>
            </a:r>
          </a:p>
          <a:p>
            <a:r>
              <a:rPr lang="fr-FR" smtClean="0"/>
              <a:t>Emmanuel, God's only Son</a:t>
            </a:r>
          </a:p>
          <a:p>
            <a:r>
              <a:rPr lang="fr-FR" smtClean="0"/>
              <a:t>5-  ALLÉLU ALLÉLUIA </a:t>
            </a:r>
          </a:p>
          <a:p>
            <a:r>
              <a:rPr lang="fr-FR" smtClean="0"/>
              <a:t>Halle, Hallelujah</a:t>
            </a:r>
          </a:p>
          <a:p>
            <a:endParaRPr lang="fr-FR" smtClean="0"/>
          </a:p>
          <a:p>
            <a:r>
              <a:rPr lang="fr-FR" smtClean="0"/>
              <a:t>6-  L’INFINIMENT GRAND JE SUIS </a:t>
            </a:r>
          </a:p>
          <a:p>
            <a:r>
              <a:rPr lang="fr-FR" smtClean="0"/>
              <a:t>The everlasting Great I Am</a:t>
            </a:r>
          </a:p>
          <a:p>
            <a:r>
              <a:rPr lang="fr-FR" smtClean="0"/>
              <a:t>7-  ALLÉLU ALLÉLUIA </a:t>
            </a:r>
          </a:p>
          <a:p>
            <a:r>
              <a:rPr lang="fr-FR" smtClean="0"/>
              <a:t>Hallelu, Hallelujah</a:t>
            </a:r>
          </a:p>
          <a:p>
            <a:r>
              <a:rPr lang="fr-FR" smtClean="0"/>
              <a:t>8-  NÉ EN SIMPLE BÉBÉ À BETHLÉEM </a:t>
            </a:r>
          </a:p>
          <a:p>
            <a:r>
              <a:rPr lang="fr-FR" smtClean="0"/>
              <a:t>As a tiny little baby born in Bethlehem</a:t>
            </a:r>
          </a:p>
          <a:p>
            <a:r>
              <a:rPr lang="fr-FR" smtClean="0"/>
              <a:t>9-  ALLÉ ALLÉ ALLÉLUIA</a:t>
            </a:r>
          </a:p>
          <a:p>
            <a:r>
              <a:rPr lang="fr-FR" smtClean="0"/>
              <a:t>Halle-Halle-Hallelujah</a:t>
            </a:r>
          </a:p>
          <a:p>
            <a:r>
              <a:rPr lang="fr-FR" smtClean="0"/>
              <a:t> 
10-   ALLÉLUIA… </a:t>
            </a:r>
          </a:p>
          <a:p>
            <a:r>
              <a:rPr lang="fr-FR" smtClean="0"/>
              <a:t>Hallelujah, Hallelujah, Hallelujah</a:t>
            </a:r>
          </a:p>
          <a:p>
            <a:endParaRPr lang="fr-FR" smtClean="0"/>
          </a:p>
          <a:p>
            <a:r>
              <a:rPr lang="fr-FR" smtClean="0"/>
              <a:t>11-  QU’ON DIT LES ANGES CETTE NUIT-LÀ </a:t>
            </a:r>
          </a:p>
          <a:p>
            <a:r>
              <a:rPr lang="fr-FR" smtClean="0"/>
              <a:t>What did the angels say that night</a:t>
            </a:r>
          </a:p>
          <a:p>
            <a:r>
              <a:rPr lang="fr-FR" smtClean="0"/>
              <a:t>12-  ALLÉLU ALLÉLUIA </a:t>
            </a:r>
          </a:p>
          <a:p>
            <a:r>
              <a:rPr lang="fr-FR" smtClean="0"/>
              <a:t>Hallely, Hallelujah</a:t>
            </a:r>
          </a:p>
          <a:p>
            <a:r>
              <a:rPr lang="fr-FR" smtClean="0"/>
              <a:t>13-  EN REMPLISSANT  LES CIEUX DE LUMIÈRE</a:t>
            </a:r>
          </a:p>
          <a:p>
            <a:r>
              <a:rPr lang="fr-FR" smtClean="0"/>
              <a:t>As they filled the sky with Heavenly light</a:t>
            </a:r>
          </a:p>
          <a:p>
            <a:r>
              <a:rPr lang="fr-FR" smtClean="0"/>
              <a:t> 14-  ALLÉ ALLÉLUIA </a:t>
            </a:r>
          </a:p>
          <a:p>
            <a:r>
              <a:rPr lang="fr-FR" smtClean="0"/>
              <a:t>Halle, Hallelujah</a:t>
            </a:r>
          </a:p>
          <a:p>
            <a:endParaRPr lang="fr-FR" smtClean="0"/>
          </a:p>
          <a:p>
            <a:r>
              <a:rPr lang="fr-FR" smtClean="0"/>
              <a:t>15-  LES BERGERS  LES ONT ENTENDUS CHANTER </a:t>
            </a:r>
          </a:p>
          <a:p>
            <a:r>
              <a:rPr lang="fr-FR" smtClean="0"/>
              <a:t>The shepherds shook when they heard them sing</a:t>
            </a:r>
          </a:p>
          <a:p>
            <a:r>
              <a:rPr lang="fr-FR" smtClean="0"/>
              <a:t>16-  ALLÉLU ALLÉLUIA</a:t>
            </a:r>
          </a:p>
          <a:p>
            <a:r>
              <a:rPr lang="fr-FR" smtClean="0"/>
              <a:t>Hallelu, Hallelujah</a:t>
            </a:r>
          </a:p>
          <a:p>
            <a:r>
              <a:rPr lang="fr-FR" smtClean="0"/>
              <a:t> 17-  N’AYEZ PAS PEUR  NOS NOUVELLES SONT BONNES</a:t>
            </a:r>
          </a:p>
          <a:p>
            <a:r>
              <a:rPr lang="fr-FR" smtClean="0"/>
              <a:t>No need to fear good news we bring</a:t>
            </a:r>
          </a:p>
          <a:p>
            <a:r>
              <a:rPr lang="fr-FR" smtClean="0"/>
              <a:t> 18-  ALLÉ ALLÉ ALLÉLUIA </a:t>
            </a:r>
          </a:p>
          <a:p>
            <a:r>
              <a:rPr lang="fr-FR" smtClean="0"/>
              <a:t>Halle-Halle-Hallelujah</a:t>
            </a:r>
          </a:p>
          <a:p>
            <a:endParaRPr lang="fr-FR" smtClean="0"/>
          </a:p>
          <a:p>
            <a:r>
              <a:rPr lang="fr-FR" smtClean="0"/>
              <a:t>19-  ALLÉLUIA… </a:t>
            </a:r>
          </a:p>
          <a:p>
            <a:r>
              <a:rPr lang="fr-FR" smtClean="0"/>
              <a:t>Hallelujah, Hallelujah, Hallelujah</a:t>
            </a:r>
          </a:p>
          <a:p>
            <a:endParaRPr lang="fr-FR" smtClean="0"/>
          </a:p>
          <a:p>
            <a:r>
              <a:rPr lang="fr-FR" smtClean="0"/>
              <a:t>20-  LE SEIGNEUR DIEU OMNIPOTENT RÉGNERA POUR TOUJOURS À JAMAIS </a:t>
            </a:r>
          </a:p>
          <a:p>
            <a:r>
              <a:rPr lang="fr-FR" smtClean="0"/>
              <a:t>For the Lord God omnipotent shall reigneth forever and ever</a:t>
            </a:r>
          </a:p>
          <a:p>
            <a:r>
              <a:rPr lang="fr-FR" smtClean="0"/>
              <a:t>21-  IL RÉGNERA POUR TOUJOURS À JAMAIS </a:t>
            </a:r>
          </a:p>
          <a:p>
            <a:r>
              <a:rPr lang="fr-FR" smtClean="0"/>
              <a:t>He shall reign forever and ever</a:t>
            </a:r>
          </a:p>
          <a:p>
            <a:r>
              <a:rPr lang="fr-FR" smtClean="0"/>
              <a:t>22-  LE SEIGNEUR DIEU OMNIPOTENT RÉGNERA POUR TOUJOURS À JAMAIS </a:t>
            </a:r>
          </a:p>
          <a:p>
            <a:r>
              <a:rPr lang="fr-FR" smtClean="0"/>
              <a:t>For the Lord God omnipotent shall reigneth forever and ever</a:t>
            </a:r>
          </a:p>
          <a:p>
            <a:r>
              <a:rPr lang="fr-FR" smtClean="0"/>
              <a:t>23-  IL RÉGNERA POUR TOUJOURS À JAMAIS </a:t>
            </a:r>
          </a:p>
          <a:p>
            <a:r>
              <a:rPr lang="fr-FR" smtClean="0"/>
              <a:t>He shall reign forever and ever</a:t>
            </a:r>
          </a:p>
          <a:p>
            <a:endParaRPr lang="fr-FR" smtClean="0"/>
          </a:p>
          <a:p>
            <a:r>
              <a:rPr lang="fr-FR" smtClean="0"/>
              <a:t>24-  ALLÉLUIA… </a:t>
            </a:r>
          </a:p>
          <a:p>
            <a:r>
              <a:rPr lang="fr-FR" smtClean="0"/>
              <a:t>Hallelujah, Hallelujah, Hallelujah
25-  ROI DES ROIS SEIGNEURS DES SEIGNEURS </a:t>
            </a:r>
          </a:p>
          <a:p>
            <a:r>
              <a:rPr lang="fr-FR" smtClean="0"/>
              <a:t>King of kings Lord of lords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ALLÉLUIA, ALLÉLUIA ! ALLÉLUIA, ALLÉLUIA,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Hallelujah, Hallelujah, Hallelujah,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 2-  IL EST LE SAINT  QUI NOUS FUT PROMIS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is the promised Holy One
3-  ALLÉLU,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EMMANUEL, LE FILS DE DIEU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Emmanuel, God's only Son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ALLÉLU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L’INFINIMENT GRAND JE SUIS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everlasting Great I Am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ALLÉLU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NÉ EN SIMPLE BÉBÉ À BETHLÉEM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As a tiny little baby born in Bethlehem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ALLÉ ALLÉ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Halle-Halle-Hallelujah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10-   ALLÉLUIA…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Hallelujah, Hallelujah,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QU’ON DIT LES ANGES CETTE NUIT-LÀ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What did the angels say that 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ALLÉLU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Hallely,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EN REMPLISSANT  LES CIEUX DE LUMIÈRE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As they filled the sky with Heavenly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14-  ALLÉ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LES BERGERS  LES ONT ENTENDUS CHANTER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shepherds shook when they heard them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ALLÉLU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17-  N’AYEZ PAS PEUR  NOS NOUVELLES SONT BONNES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 need to fear good news we bring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18-  ALLÉ ALLÉ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Halle-Halle-Hallelujah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ALLÉLUIA…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Hallelujah, Hallelujah,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LE SEIGNEUR DIEU OMNIPOTENT RÉGNERA POUR TOUJOURS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 the Lord God omnipotent shall reigneth forever and 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IL RÉGNERA POUR TOUJOURS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shall reign forever and 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 SEIGNEUR DIEU OMNIPOTENT RÉGNERA POUR TOUJOURS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 the Lord God omnipotent shall reigneth forever and 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IL RÉGNERA POUR TOUJOURS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shall reign forever and 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ALLÉLUIA…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Hallelujah, Hallelujah, Hallelujah
25-  ROI DES ROIS SEIGNEURS DES SEIGNEURS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King of kings Lord of lords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ALLÉLUIA, ALLÉLUIA ! ALLÉLUIA, ALLÉLUIA, ALLÉLUIA</a:t>
            </a:r>
          </a:p>
          <a:p>
            <a:r>
              <a:rPr lang="fr-FR" smtClean="0"/>
              <a:t>Hallelujah, Hallelujah, Hallelujah, Hallelujah</a:t>
            </a:r>
          </a:p>
          <a:p>
            <a:endParaRPr lang="fr-FR" smtClean="0"/>
          </a:p>
          <a:p>
            <a:r>
              <a:rPr lang="fr-FR" smtClean="0"/>
              <a:t>  2-  IL EST LE SAINT  QUI NOUS FUT PROMIS </a:t>
            </a:r>
          </a:p>
          <a:p>
            <a:r>
              <a:rPr lang="fr-FR" smtClean="0"/>
              <a:t>He is the promised Holy One
3-  ALLÉLU, ALLÉLUIA </a:t>
            </a:r>
          </a:p>
          <a:p>
            <a:r>
              <a:rPr lang="fr-FR" smtClean="0"/>
              <a:t>Hallelu, Hallelujah</a:t>
            </a:r>
          </a:p>
          <a:p>
            <a:r>
              <a:rPr lang="fr-FR" smtClean="0"/>
              <a:t>4-  EMMANUEL, LE FILS DE DIEU </a:t>
            </a:r>
          </a:p>
          <a:p>
            <a:r>
              <a:rPr lang="fr-FR" smtClean="0"/>
              <a:t>Emmanuel, God's only Son</a:t>
            </a:r>
          </a:p>
          <a:p>
            <a:r>
              <a:rPr lang="fr-FR" smtClean="0"/>
              <a:t>5-  ALLÉLU ALLÉLUIA </a:t>
            </a:r>
          </a:p>
          <a:p>
            <a:r>
              <a:rPr lang="fr-FR" smtClean="0"/>
              <a:t>Halle, Hallelujah</a:t>
            </a:r>
          </a:p>
          <a:p>
            <a:endParaRPr lang="fr-FR" smtClean="0"/>
          </a:p>
          <a:p>
            <a:r>
              <a:rPr lang="fr-FR" smtClean="0"/>
              <a:t>6-  L’INFINIMENT GRAND JE SUIS </a:t>
            </a:r>
          </a:p>
          <a:p>
            <a:r>
              <a:rPr lang="fr-FR" smtClean="0"/>
              <a:t>The everlasting Great I Am</a:t>
            </a:r>
          </a:p>
          <a:p>
            <a:r>
              <a:rPr lang="fr-FR" smtClean="0"/>
              <a:t>7-  ALLÉLU ALLÉLUIA </a:t>
            </a:r>
          </a:p>
          <a:p>
            <a:r>
              <a:rPr lang="fr-FR" smtClean="0"/>
              <a:t>Hallelu, Hallelujah</a:t>
            </a:r>
          </a:p>
          <a:p>
            <a:r>
              <a:rPr lang="fr-FR" smtClean="0"/>
              <a:t>8-  NÉ EN SIMPLE BÉBÉ À BETHLÉEM </a:t>
            </a:r>
          </a:p>
          <a:p>
            <a:r>
              <a:rPr lang="fr-FR" smtClean="0"/>
              <a:t>As a tiny little baby born in Bethlehem</a:t>
            </a:r>
          </a:p>
          <a:p>
            <a:r>
              <a:rPr lang="fr-FR" smtClean="0"/>
              <a:t>9-  ALLÉ ALLÉ ALLÉLUIA</a:t>
            </a:r>
          </a:p>
          <a:p>
            <a:r>
              <a:rPr lang="fr-FR" smtClean="0"/>
              <a:t>Halle-Halle-Hallelujah</a:t>
            </a:r>
          </a:p>
          <a:p>
            <a:r>
              <a:rPr lang="fr-FR" smtClean="0"/>
              <a:t> 
10-   ALLÉLUIA… </a:t>
            </a:r>
          </a:p>
          <a:p>
            <a:r>
              <a:rPr lang="fr-FR" smtClean="0"/>
              <a:t>Hallelujah, Hallelujah, Hallelujah</a:t>
            </a:r>
          </a:p>
          <a:p>
            <a:endParaRPr lang="fr-FR" smtClean="0"/>
          </a:p>
          <a:p>
            <a:r>
              <a:rPr lang="fr-FR" smtClean="0"/>
              <a:t>11-  QU’ON DIT LES ANGES CETTE NUIT-LÀ </a:t>
            </a:r>
          </a:p>
          <a:p>
            <a:r>
              <a:rPr lang="fr-FR" smtClean="0"/>
              <a:t>What did the angels say that night</a:t>
            </a:r>
          </a:p>
          <a:p>
            <a:r>
              <a:rPr lang="fr-FR" smtClean="0"/>
              <a:t>12-  ALLÉLU ALLÉLUIA </a:t>
            </a:r>
          </a:p>
          <a:p>
            <a:r>
              <a:rPr lang="fr-FR" smtClean="0"/>
              <a:t>Hallely, Hallelujah</a:t>
            </a:r>
          </a:p>
          <a:p>
            <a:r>
              <a:rPr lang="fr-FR" smtClean="0"/>
              <a:t>13-  EN REMPLISSANT  LES CIEUX DE LUMIÈRE</a:t>
            </a:r>
          </a:p>
          <a:p>
            <a:r>
              <a:rPr lang="fr-FR" smtClean="0"/>
              <a:t>As they filled the sky with Heavenly light</a:t>
            </a:r>
          </a:p>
          <a:p>
            <a:r>
              <a:rPr lang="fr-FR" smtClean="0"/>
              <a:t> 14-  ALLÉ ALLÉLUIA </a:t>
            </a:r>
          </a:p>
          <a:p>
            <a:r>
              <a:rPr lang="fr-FR" smtClean="0"/>
              <a:t>Halle, Hallelujah</a:t>
            </a:r>
          </a:p>
          <a:p>
            <a:endParaRPr lang="fr-FR" smtClean="0"/>
          </a:p>
          <a:p>
            <a:r>
              <a:rPr lang="fr-FR" smtClean="0"/>
              <a:t>15-  LES BERGERS  LES ONT ENTENDUS CHANTER </a:t>
            </a:r>
          </a:p>
          <a:p>
            <a:r>
              <a:rPr lang="fr-FR" smtClean="0"/>
              <a:t>The shepherds shook when they heard them sing</a:t>
            </a:r>
          </a:p>
          <a:p>
            <a:r>
              <a:rPr lang="fr-FR" smtClean="0"/>
              <a:t>16-  ALLÉLU ALLÉLUIA</a:t>
            </a:r>
          </a:p>
          <a:p>
            <a:r>
              <a:rPr lang="fr-FR" smtClean="0"/>
              <a:t>Hallelu, Hallelujah</a:t>
            </a:r>
          </a:p>
          <a:p>
            <a:r>
              <a:rPr lang="fr-FR" smtClean="0"/>
              <a:t> 17-  N’AYEZ PAS PEUR  NOS NOUVELLES SONT BONNES</a:t>
            </a:r>
          </a:p>
          <a:p>
            <a:r>
              <a:rPr lang="fr-FR" smtClean="0"/>
              <a:t>No need to fear good news we bring</a:t>
            </a:r>
          </a:p>
          <a:p>
            <a:r>
              <a:rPr lang="fr-FR" smtClean="0"/>
              <a:t> 18-  ALLÉ ALLÉ ALLÉLUIA </a:t>
            </a:r>
          </a:p>
          <a:p>
            <a:r>
              <a:rPr lang="fr-FR" smtClean="0"/>
              <a:t>Halle-Halle-Hallelujah</a:t>
            </a:r>
          </a:p>
          <a:p>
            <a:endParaRPr lang="fr-FR" smtClean="0"/>
          </a:p>
          <a:p>
            <a:r>
              <a:rPr lang="fr-FR" smtClean="0"/>
              <a:t>19-  ALLÉLUIA… </a:t>
            </a:r>
          </a:p>
          <a:p>
            <a:r>
              <a:rPr lang="fr-FR" smtClean="0"/>
              <a:t>Hallelujah, Hallelujah, Hallelujah</a:t>
            </a:r>
          </a:p>
          <a:p>
            <a:endParaRPr lang="fr-FR" smtClean="0"/>
          </a:p>
          <a:p>
            <a:r>
              <a:rPr lang="fr-FR" smtClean="0"/>
              <a:t>20-  LE SEIGNEUR DIEU OMNIPOTENT RÉGNERA POUR TOUJOURS À JAMAIS </a:t>
            </a:r>
          </a:p>
          <a:p>
            <a:r>
              <a:rPr lang="fr-FR" smtClean="0"/>
              <a:t>For the Lord God omnipotent shall reigneth forever and ever</a:t>
            </a:r>
          </a:p>
          <a:p>
            <a:r>
              <a:rPr lang="fr-FR" smtClean="0"/>
              <a:t>21-  IL RÉGNERA POUR TOUJOURS À JAMAIS </a:t>
            </a:r>
          </a:p>
          <a:p>
            <a:r>
              <a:rPr lang="fr-FR" smtClean="0"/>
              <a:t>He shall reign forever and ever</a:t>
            </a:r>
          </a:p>
          <a:p>
            <a:r>
              <a:rPr lang="fr-FR" smtClean="0"/>
              <a:t>22-  LE SEIGNEUR DIEU OMNIPOTENT RÉGNERA POUR TOUJOURS À JAMAIS </a:t>
            </a:r>
          </a:p>
          <a:p>
            <a:r>
              <a:rPr lang="fr-FR" smtClean="0"/>
              <a:t>For the Lord God omnipotent shall reigneth forever and ever</a:t>
            </a:r>
          </a:p>
          <a:p>
            <a:r>
              <a:rPr lang="fr-FR" smtClean="0"/>
              <a:t>23-  IL RÉGNERA POUR TOUJOURS À JAMAIS </a:t>
            </a:r>
          </a:p>
          <a:p>
            <a:r>
              <a:rPr lang="fr-FR" smtClean="0"/>
              <a:t>He shall reign forever and ever</a:t>
            </a:r>
          </a:p>
          <a:p>
            <a:endParaRPr lang="fr-FR" smtClean="0"/>
          </a:p>
          <a:p>
            <a:r>
              <a:rPr lang="fr-FR" smtClean="0"/>
              <a:t>24-  ALLÉLUIA… </a:t>
            </a:r>
          </a:p>
          <a:p>
            <a:r>
              <a:rPr lang="fr-FR" smtClean="0"/>
              <a:t>Hallelujah, Hallelujah, Hallelujah
25-  ROI DES ROIS SEIGNEURS DES SEIGNEURS </a:t>
            </a:r>
          </a:p>
          <a:p>
            <a:r>
              <a:rPr lang="fr-FR" smtClean="0"/>
              <a:t>King of kings Lord of lords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ALLÉLUIA, ALLÉLUIA ! ALLÉLUIA, ALLÉLUIA,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Hallelujah, Hallelujah, Hallelujah,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 2-  IL EST LE SAINT  QUI NOUS FUT PROMIS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is the promised Holy One
3-  ALLÉLU,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EMMANUEL, LE FILS DE DIEU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Emmanuel, God's only Son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ALLÉLU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L’INFINIMENT GRAND JE SUIS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everlasting Great I Am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ALLÉLU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NÉ EN SIMPLE BÉBÉ À BETHLÉEM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As a tiny little baby born in Bethlehem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ALLÉ ALLÉ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Halle-Halle-Hallelujah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10-   ALLÉLUIA…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Hallelujah, Hallelujah,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QU’ON DIT LES ANGES CETTE NUIT-LÀ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What did the angels say that 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ALLÉLU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Hallely,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EN REMPLISSANT  LES CIEUX DE LUMIÈRE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As they filled the sky with Heavenly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14-  ALLÉ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LES BERGERS  LES ONT ENTENDUS CHANTER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shepherds shook when they heard them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ALLÉLU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17-  N’AYEZ PAS PEUR  NOS NOUVELLES SONT BONNES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 need to fear good news we bring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18-  ALLÉ ALLÉ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Halle-Halle-Hallelujah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ALLÉLUIA…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Hallelujah, Hallelujah,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LE SEIGNEUR DIEU OMNIPOTENT RÉGNERA POUR TOUJOURS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 the Lord God omnipotent shall reigneth forever and 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IL RÉGNERA POUR TOUJOURS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shall reign forever and 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 SEIGNEUR DIEU OMNIPOTENT RÉGNERA POUR TOUJOURS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 the Lord God omnipotent shall reigneth forever and 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IL RÉGNERA POUR TOUJOURS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shall reign forever and 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ALLÉLUIA…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Hallelujah, Hallelujah, Hallelujah
25-  ROI DES ROIS SEIGNEURS DES SEIGNEURS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King of kings Lord of lords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60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ALLÉLUIA, ALLÉLUIA ! ALLÉLUIA, ALLÉLUIA, ALLÉLUIA</a:t>
            </a:r>
          </a:p>
          <a:p>
            <a:r>
              <a:rPr lang="fr-FR" smtClean="0"/>
              <a:t>Hallelujah, Hallelujah, Hallelujah, Hallelujah</a:t>
            </a:r>
          </a:p>
          <a:p>
            <a:endParaRPr lang="fr-FR" smtClean="0"/>
          </a:p>
          <a:p>
            <a:r>
              <a:rPr lang="fr-FR" smtClean="0"/>
              <a:t>  2-  IL EST LE SAINT  QUI NOUS FUT PROMIS </a:t>
            </a:r>
          </a:p>
          <a:p>
            <a:r>
              <a:rPr lang="fr-FR" smtClean="0"/>
              <a:t>He is the promised Holy One
3-  ALLÉLU, ALLÉLUIA </a:t>
            </a:r>
          </a:p>
          <a:p>
            <a:r>
              <a:rPr lang="fr-FR" smtClean="0"/>
              <a:t>Hallelu, Hallelujah</a:t>
            </a:r>
          </a:p>
          <a:p>
            <a:r>
              <a:rPr lang="fr-FR" smtClean="0"/>
              <a:t>4-  EMMANUEL, LE FILS DE DIEU </a:t>
            </a:r>
          </a:p>
          <a:p>
            <a:r>
              <a:rPr lang="fr-FR" smtClean="0"/>
              <a:t>Emmanuel, God's only Son</a:t>
            </a:r>
          </a:p>
          <a:p>
            <a:r>
              <a:rPr lang="fr-FR" smtClean="0"/>
              <a:t>5-  ALLÉLU ALLÉLUIA </a:t>
            </a:r>
          </a:p>
          <a:p>
            <a:r>
              <a:rPr lang="fr-FR" smtClean="0"/>
              <a:t>Halle, Hallelujah</a:t>
            </a:r>
          </a:p>
          <a:p>
            <a:endParaRPr lang="fr-FR" smtClean="0"/>
          </a:p>
          <a:p>
            <a:r>
              <a:rPr lang="fr-FR" smtClean="0"/>
              <a:t>6-  L’INFINIMENT GRAND JE SUIS </a:t>
            </a:r>
          </a:p>
          <a:p>
            <a:r>
              <a:rPr lang="fr-FR" smtClean="0"/>
              <a:t>The everlasting Great I Am</a:t>
            </a:r>
          </a:p>
          <a:p>
            <a:r>
              <a:rPr lang="fr-FR" smtClean="0"/>
              <a:t>7-  ALLÉLU ALLÉLUIA </a:t>
            </a:r>
          </a:p>
          <a:p>
            <a:r>
              <a:rPr lang="fr-FR" smtClean="0"/>
              <a:t>Hallelu, Hallelujah</a:t>
            </a:r>
          </a:p>
          <a:p>
            <a:r>
              <a:rPr lang="fr-FR" smtClean="0"/>
              <a:t>8-  NÉ EN SIMPLE BÉBÉ À BETHLÉEM </a:t>
            </a:r>
          </a:p>
          <a:p>
            <a:r>
              <a:rPr lang="fr-FR" smtClean="0"/>
              <a:t>As a tiny little baby born in Bethlehem</a:t>
            </a:r>
          </a:p>
          <a:p>
            <a:r>
              <a:rPr lang="fr-FR" smtClean="0"/>
              <a:t>9-  ALLÉ ALLÉ ALLÉLUIA</a:t>
            </a:r>
          </a:p>
          <a:p>
            <a:r>
              <a:rPr lang="fr-FR" smtClean="0"/>
              <a:t>Halle-Halle-Hallelujah</a:t>
            </a:r>
          </a:p>
          <a:p>
            <a:r>
              <a:rPr lang="fr-FR" smtClean="0"/>
              <a:t> 
10-   ALLÉLUIA… </a:t>
            </a:r>
          </a:p>
          <a:p>
            <a:r>
              <a:rPr lang="fr-FR" smtClean="0"/>
              <a:t>Hallelujah, Hallelujah, Hallelujah</a:t>
            </a:r>
          </a:p>
          <a:p>
            <a:endParaRPr lang="fr-FR" smtClean="0"/>
          </a:p>
          <a:p>
            <a:r>
              <a:rPr lang="fr-FR" smtClean="0"/>
              <a:t>11-  QU’ON DIT LES ANGES CETTE NUIT-LÀ </a:t>
            </a:r>
          </a:p>
          <a:p>
            <a:r>
              <a:rPr lang="fr-FR" smtClean="0"/>
              <a:t>What did the angels say that night</a:t>
            </a:r>
          </a:p>
          <a:p>
            <a:r>
              <a:rPr lang="fr-FR" smtClean="0"/>
              <a:t>12-  ALLÉLU ALLÉLUIA </a:t>
            </a:r>
          </a:p>
          <a:p>
            <a:r>
              <a:rPr lang="fr-FR" smtClean="0"/>
              <a:t>Hallely, Hallelujah</a:t>
            </a:r>
          </a:p>
          <a:p>
            <a:r>
              <a:rPr lang="fr-FR" smtClean="0"/>
              <a:t>13-  EN REMPLISSANT  LES CIEUX DE LUMIÈRE</a:t>
            </a:r>
          </a:p>
          <a:p>
            <a:r>
              <a:rPr lang="fr-FR" smtClean="0"/>
              <a:t>As they filled the sky with Heavenly light</a:t>
            </a:r>
          </a:p>
          <a:p>
            <a:r>
              <a:rPr lang="fr-FR" smtClean="0"/>
              <a:t> 14-  ALLÉ ALLÉLUIA </a:t>
            </a:r>
          </a:p>
          <a:p>
            <a:r>
              <a:rPr lang="fr-FR" smtClean="0"/>
              <a:t>Halle, Hallelujah</a:t>
            </a:r>
          </a:p>
          <a:p>
            <a:endParaRPr lang="fr-FR" smtClean="0"/>
          </a:p>
          <a:p>
            <a:r>
              <a:rPr lang="fr-FR" smtClean="0"/>
              <a:t>15-  LES BERGERS  LES ONT ENTENDUS CHANTER </a:t>
            </a:r>
          </a:p>
          <a:p>
            <a:r>
              <a:rPr lang="fr-FR" smtClean="0"/>
              <a:t>The shepherds shook when they heard them sing</a:t>
            </a:r>
          </a:p>
          <a:p>
            <a:r>
              <a:rPr lang="fr-FR" smtClean="0"/>
              <a:t>16-  ALLÉLU ALLÉLUIA</a:t>
            </a:r>
          </a:p>
          <a:p>
            <a:r>
              <a:rPr lang="fr-FR" smtClean="0"/>
              <a:t>Hallelu, Hallelujah</a:t>
            </a:r>
          </a:p>
          <a:p>
            <a:r>
              <a:rPr lang="fr-FR" smtClean="0"/>
              <a:t> 17-  N’AYEZ PAS PEUR  NOS NOUVELLES SONT BONNES</a:t>
            </a:r>
          </a:p>
          <a:p>
            <a:r>
              <a:rPr lang="fr-FR" smtClean="0"/>
              <a:t>No need to fear good news we bring</a:t>
            </a:r>
          </a:p>
          <a:p>
            <a:r>
              <a:rPr lang="fr-FR" smtClean="0"/>
              <a:t> 18-  ALLÉ ALLÉ ALLÉLUIA </a:t>
            </a:r>
          </a:p>
          <a:p>
            <a:r>
              <a:rPr lang="fr-FR" smtClean="0"/>
              <a:t>Halle-Halle-Hallelujah</a:t>
            </a:r>
          </a:p>
          <a:p>
            <a:endParaRPr lang="fr-FR" smtClean="0"/>
          </a:p>
          <a:p>
            <a:r>
              <a:rPr lang="fr-FR" smtClean="0"/>
              <a:t>19-  ALLÉLUIA… </a:t>
            </a:r>
          </a:p>
          <a:p>
            <a:r>
              <a:rPr lang="fr-FR" smtClean="0"/>
              <a:t>Hallelujah, Hallelujah, Hallelujah</a:t>
            </a:r>
          </a:p>
          <a:p>
            <a:endParaRPr lang="fr-FR" smtClean="0"/>
          </a:p>
          <a:p>
            <a:r>
              <a:rPr lang="fr-FR" smtClean="0"/>
              <a:t>20-  LE SEIGNEUR DIEU OMNIPOTENT RÉGNERA POUR TOUJOURS À JAMAIS </a:t>
            </a:r>
          </a:p>
          <a:p>
            <a:r>
              <a:rPr lang="fr-FR" smtClean="0"/>
              <a:t>For the Lord God omnipotent shall reigneth forever and ever</a:t>
            </a:r>
          </a:p>
          <a:p>
            <a:r>
              <a:rPr lang="fr-FR" smtClean="0"/>
              <a:t>21-  IL RÉGNERA POUR TOUJOURS À JAMAIS </a:t>
            </a:r>
          </a:p>
          <a:p>
            <a:r>
              <a:rPr lang="fr-FR" smtClean="0"/>
              <a:t>He shall reign forever and ever</a:t>
            </a:r>
          </a:p>
          <a:p>
            <a:r>
              <a:rPr lang="fr-FR" smtClean="0"/>
              <a:t>22-  LE SEIGNEUR DIEU OMNIPOTENT RÉGNERA POUR TOUJOURS À JAMAIS </a:t>
            </a:r>
          </a:p>
          <a:p>
            <a:r>
              <a:rPr lang="fr-FR" smtClean="0"/>
              <a:t>For the Lord God omnipotent shall reigneth forever and ever</a:t>
            </a:r>
          </a:p>
          <a:p>
            <a:r>
              <a:rPr lang="fr-FR" smtClean="0"/>
              <a:t>23-  IL RÉGNERA POUR TOUJOURS À JAMAIS </a:t>
            </a:r>
          </a:p>
          <a:p>
            <a:r>
              <a:rPr lang="fr-FR" smtClean="0"/>
              <a:t>He shall reign forever and ever</a:t>
            </a:r>
          </a:p>
          <a:p>
            <a:endParaRPr lang="fr-FR" smtClean="0"/>
          </a:p>
          <a:p>
            <a:r>
              <a:rPr lang="fr-FR" smtClean="0"/>
              <a:t>24-  ALLÉLUIA… </a:t>
            </a:r>
          </a:p>
          <a:p>
            <a:r>
              <a:rPr lang="fr-FR" smtClean="0"/>
              <a:t>Hallelujah, Hallelujah, Hallelujah
25-  ROI DES ROIS SEIGNEURS DES SEIGNEURS </a:t>
            </a:r>
          </a:p>
          <a:p>
            <a:r>
              <a:rPr lang="fr-FR" smtClean="0"/>
              <a:t>King of kings Lord of lords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ALLÉLUIA, ALLÉLUIA ! ALLÉLUIA, ALLÉLUIA,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Hallelujah, Hallelujah, Hallelujah,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 2-  IL EST LE SAINT  QUI NOUS FUT PROMIS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is the promised Holy One
3-  ALLÉLU,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EMMANUEL, LE FILS DE DIEU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Emmanuel, God's only Son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ALLÉLU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L’INFINIMENT GRAND JE SUIS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everlasting Great I Am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ALLÉLU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NÉ EN SIMPLE BÉBÉ À BETHLÉEM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As a tiny little baby born in Bethlehem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ALLÉ ALLÉ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Halle-Halle-Hallelujah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10-   ALLÉLUIA…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Hallelujah, Hallelujah,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QU’ON DIT LES ANGES CETTE NUIT-LÀ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What did the angels say that 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ALLÉLU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Hallely,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EN REMPLISSANT  LES CIEUX DE LUMIÈRE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As they filled the sky with Heavenly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14-  ALLÉ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LES BERGERS  LES ONT ENTENDUS CHANTER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shepherds shook when they heard them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ALLÉLU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17-  N’AYEZ PAS PEUR  NOS NOUVELLES SONT BONNES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 need to fear good news we bring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18-  ALLÉ ALLÉ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Halle-Halle-Hallelujah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ALLÉLUIA…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Hallelujah, Hallelujah,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LE SEIGNEUR DIEU OMNIPOTENT RÉGNERA POUR TOUJOURS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 the Lord God omnipotent shall reigneth forever and 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IL RÉGNERA POUR TOUJOURS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shall reign forever and 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 SEIGNEUR DIEU OMNIPOTENT RÉGNERA POUR TOUJOURS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 the Lord God omnipotent shall reigneth forever and 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IL RÉGNERA POUR TOUJOURS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shall reign forever and 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ALLÉLUIA…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Hallelujah, Hallelujah, Hallelujah
25-  ROI DES ROIS SEIGNEURS DES SEIGNEURS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King of kings Lord of lords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71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ALLÉLUIA, ALLÉLUIA ! ALLÉLUIA, ALLÉLUIA, ALLÉLUIA</a:t>
            </a:r>
          </a:p>
          <a:p>
            <a:r>
              <a:rPr lang="fr-FR" smtClean="0"/>
              <a:t>Hallelujah, Hallelujah, Hallelujah, Hallelujah</a:t>
            </a:r>
          </a:p>
          <a:p>
            <a:endParaRPr lang="fr-FR" smtClean="0"/>
          </a:p>
          <a:p>
            <a:r>
              <a:rPr lang="fr-FR" smtClean="0"/>
              <a:t>  2-  IL EST LE SAINT  QUI NOUS FUT PROMIS </a:t>
            </a:r>
          </a:p>
          <a:p>
            <a:r>
              <a:rPr lang="fr-FR" smtClean="0"/>
              <a:t>He is the promised Holy One
3-  ALLÉLU, ALLÉLUIA </a:t>
            </a:r>
          </a:p>
          <a:p>
            <a:r>
              <a:rPr lang="fr-FR" smtClean="0"/>
              <a:t>Hallelu, Hallelujah</a:t>
            </a:r>
          </a:p>
          <a:p>
            <a:r>
              <a:rPr lang="fr-FR" smtClean="0"/>
              <a:t>4-  EMMANUEL, LE FILS DE DIEU </a:t>
            </a:r>
          </a:p>
          <a:p>
            <a:r>
              <a:rPr lang="fr-FR" smtClean="0"/>
              <a:t>Emmanuel, God's only Son</a:t>
            </a:r>
          </a:p>
          <a:p>
            <a:r>
              <a:rPr lang="fr-FR" smtClean="0"/>
              <a:t>5-  ALLÉLU ALLÉLUIA </a:t>
            </a:r>
          </a:p>
          <a:p>
            <a:r>
              <a:rPr lang="fr-FR" smtClean="0"/>
              <a:t>Halle, Hallelujah</a:t>
            </a:r>
          </a:p>
          <a:p>
            <a:endParaRPr lang="fr-FR" smtClean="0"/>
          </a:p>
          <a:p>
            <a:r>
              <a:rPr lang="fr-FR" smtClean="0"/>
              <a:t>6-  L’INFINIMENT GRAND JE SUIS </a:t>
            </a:r>
          </a:p>
          <a:p>
            <a:r>
              <a:rPr lang="fr-FR" smtClean="0"/>
              <a:t>The everlasting Great I Am</a:t>
            </a:r>
          </a:p>
          <a:p>
            <a:r>
              <a:rPr lang="fr-FR" smtClean="0"/>
              <a:t>7-  ALLÉLU ALLÉLUIA </a:t>
            </a:r>
          </a:p>
          <a:p>
            <a:r>
              <a:rPr lang="fr-FR" smtClean="0"/>
              <a:t>Hallelu, Hallelujah</a:t>
            </a:r>
          </a:p>
          <a:p>
            <a:r>
              <a:rPr lang="fr-FR" smtClean="0"/>
              <a:t>8-  NÉ EN SIMPLE BÉBÉ À BETHLÉEM </a:t>
            </a:r>
          </a:p>
          <a:p>
            <a:r>
              <a:rPr lang="fr-FR" smtClean="0"/>
              <a:t>As a tiny little baby born in Bethlehem</a:t>
            </a:r>
          </a:p>
          <a:p>
            <a:r>
              <a:rPr lang="fr-FR" smtClean="0"/>
              <a:t>9-  ALLÉ ALLÉ ALLÉLUIA</a:t>
            </a:r>
          </a:p>
          <a:p>
            <a:r>
              <a:rPr lang="fr-FR" smtClean="0"/>
              <a:t>Halle-Halle-Hallelujah</a:t>
            </a:r>
          </a:p>
          <a:p>
            <a:r>
              <a:rPr lang="fr-FR" smtClean="0"/>
              <a:t> 
10-   ALLÉLUIA… </a:t>
            </a:r>
          </a:p>
          <a:p>
            <a:r>
              <a:rPr lang="fr-FR" smtClean="0"/>
              <a:t>Hallelujah, Hallelujah, Hallelujah</a:t>
            </a:r>
          </a:p>
          <a:p>
            <a:endParaRPr lang="fr-FR" smtClean="0"/>
          </a:p>
          <a:p>
            <a:r>
              <a:rPr lang="fr-FR" smtClean="0"/>
              <a:t>11-  QU’ON DIT LES ANGES CETTE NUIT-LÀ </a:t>
            </a:r>
          </a:p>
          <a:p>
            <a:r>
              <a:rPr lang="fr-FR" smtClean="0"/>
              <a:t>What did the angels say that night</a:t>
            </a:r>
          </a:p>
          <a:p>
            <a:r>
              <a:rPr lang="fr-FR" smtClean="0"/>
              <a:t>12-  ALLÉLU ALLÉLUIA </a:t>
            </a:r>
          </a:p>
          <a:p>
            <a:r>
              <a:rPr lang="fr-FR" smtClean="0"/>
              <a:t>Hallely, Hallelujah</a:t>
            </a:r>
          </a:p>
          <a:p>
            <a:r>
              <a:rPr lang="fr-FR" smtClean="0"/>
              <a:t>13-  EN REMPLISSANT  LES CIEUX DE LUMIÈRE</a:t>
            </a:r>
          </a:p>
          <a:p>
            <a:r>
              <a:rPr lang="fr-FR" smtClean="0"/>
              <a:t>As they filled the sky with Heavenly light</a:t>
            </a:r>
          </a:p>
          <a:p>
            <a:r>
              <a:rPr lang="fr-FR" smtClean="0"/>
              <a:t> 14-  ALLÉ ALLÉLUIA </a:t>
            </a:r>
          </a:p>
          <a:p>
            <a:r>
              <a:rPr lang="fr-FR" smtClean="0"/>
              <a:t>Halle, Hallelujah</a:t>
            </a:r>
          </a:p>
          <a:p>
            <a:endParaRPr lang="fr-FR" smtClean="0"/>
          </a:p>
          <a:p>
            <a:r>
              <a:rPr lang="fr-FR" smtClean="0"/>
              <a:t>15-  LES BERGERS  LES ONT ENTENDUS CHANTER </a:t>
            </a:r>
          </a:p>
          <a:p>
            <a:r>
              <a:rPr lang="fr-FR" smtClean="0"/>
              <a:t>The shepherds shook when they heard them sing</a:t>
            </a:r>
          </a:p>
          <a:p>
            <a:r>
              <a:rPr lang="fr-FR" smtClean="0"/>
              <a:t>16-  ALLÉLU ALLÉLUIA</a:t>
            </a:r>
          </a:p>
          <a:p>
            <a:r>
              <a:rPr lang="fr-FR" smtClean="0"/>
              <a:t>Hallelu, Hallelujah</a:t>
            </a:r>
          </a:p>
          <a:p>
            <a:r>
              <a:rPr lang="fr-FR" smtClean="0"/>
              <a:t> 17-  N’AYEZ PAS PEUR  NOS NOUVELLES SONT BONNES</a:t>
            </a:r>
          </a:p>
          <a:p>
            <a:r>
              <a:rPr lang="fr-FR" smtClean="0"/>
              <a:t>No need to fear good news we bring</a:t>
            </a:r>
          </a:p>
          <a:p>
            <a:r>
              <a:rPr lang="fr-FR" smtClean="0"/>
              <a:t> 18-  ALLÉ ALLÉ ALLÉLUIA </a:t>
            </a:r>
          </a:p>
          <a:p>
            <a:r>
              <a:rPr lang="fr-FR" smtClean="0"/>
              <a:t>Halle-Halle-Hallelujah</a:t>
            </a:r>
          </a:p>
          <a:p>
            <a:endParaRPr lang="fr-FR" smtClean="0"/>
          </a:p>
          <a:p>
            <a:r>
              <a:rPr lang="fr-FR" smtClean="0"/>
              <a:t>19-  ALLÉLUIA… </a:t>
            </a:r>
          </a:p>
          <a:p>
            <a:r>
              <a:rPr lang="fr-FR" smtClean="0"/>
              <a:t>Hallelujah, Hallelujah, Hallelujah</a:t>
            </a:r>
          </a:p>
          <a:p>
            <a:endParaRPr lang="fr-FR" smtClean="0"/>
          </a:p>
          <a:p>
            <a:r>
              <a:rPr lang="fr-FR" smtClean="0"/>
              <a:t>20-  LE SEIGNEUR DIEU OMNIPOTENT RÉGNERA POUR TOUJOURS À JAMAIS </a:t>
            </a:r>
          </a:p>
          <a:p>
            <a:r>
              <a:rPr lang="fr-FR" smtClean="0"/>
              <a:t>For the Lord God omnipotent shall reigneth forever and ever</a:t>
            </a:r>
          </a:p>
          <a:p>
            <a:r>
              <a:rPr lang="fr-FR" smtClean="0"/>
              <a:t>21-  IL RÉGNERA POUR TOUJOURS À JAMAIS </a:t>
            </a:r>
          </a:p>
          <a:p>
            <a:r>
              <a:rPr lang="fr-FR" smtClean="0"/>
              <a:t>He shall reign forever and ever</a:t>
            </a:r>
          </a:p>
          <a:p>
            <a:r>
              <a:rPr lang="fr-FR" smtClean="0"/>
              <a:t>22-  LE SEIGNEUR DIEU OMNIPOTENT RÉGNERA POUR TOUJOURS À JAMAIS </a:t>
            </a:r>
          </a:p>
          <a:p>
            <a:r>
              <a:rPr lang="fr-FR" smtClean="0"/>
              <a:t>For the Lord God omnipotent shall reigneth forever and ever</a:t>
            </a:r>
          </a:p>
          <a:p>
            <a:r>
              <a:rPr lang="fr-FR" smtClean="0"/>
              <a:t>23-  IL RÉGNERA POUR TOUJOURS À JAMAIS </a:t>
            </a:r>
          </a:p>
          <a:p>
            <a:r>
              <a:rPr lang="fr-FR" smtClean="0"/>
              <a:t>He shall reign forever and ever</a:t>
            </a:r>
          </a:p>
          <a:p>
            <a:endParaRPr lang="fr-FR" smtClean="0"/>
          </a:p>
          <a:p>
            <a:r>
              <a:rPr lang="fr-FR" smtClean="0"/>
              <a:t>24-  ALLÉLUIA… </a:t>
            </a:r>
          </a:p>
          <a:p>
            <a:r>
              <a:rPr lang="fr-FR" smtClean="0"/>
              <a:t>Hallelujah, Hallelujah, Hallelujah
25-  ROI DES ROIS SEIGNEURS DES SEIGNEURS </a:t>
            </a:r>
          </a:p>
          <a:p>
            <a:r>
              <a:rPr lang="fr-FR" smtClean="0"/>
              <a:t>King of kings Lord of lords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ALLÉLUIA, ALLÉLUIA ! ALLÉLUIA, ALLÉLUIA,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Hallelujah, Hallelujah, Hallelujah,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 2-  IL EST LE SAINT  QUI NOUS FUT PROMIS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is the promised Holy One
3-  ALLÉLU,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EMMANUEL, LE FILS DE DIEU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Emmanuel, God's only Son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ALLÉLU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L’INFINIMENT GRAND JE SUIS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everlasting Great I Am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ALLÉLU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NÉ EN SIMPLE BÉBÉ À BETHLÉEM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As a tiny little baby born in Bethlehem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ALLÉ ALLÉ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Halle-Halle-Hallelujah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10-   ALLÉLUIA…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Hallelujah, Hallelujah,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QU’ON DIT LES ANGES CETTE NUIT-LÀ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What did the angels say that 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ALLÉLU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Hallely,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EN REMPLISSANT  LES CIEUX DE LUMIÈRE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As they filled the sky with Heavenly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14-  ALLÉ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LES BERGERS  LES ONT ENTENDUS CHANTER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shepherds shook when they heard them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ALLÉLU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17-  N’AYEZ PAS PEUR  NOS NOUVELLES SONT BONNES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 need to fear good news we bring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18-  ALLÉ ALLÉ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Halle-Halle-Hallelujah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ALLÉLUIA…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Hallelujah, Hallelujah,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LE SEIGNEUR DIEU OMNIPOTENT RÉGNERA POUR TOUJOURS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 the Lord God omnipotent shall reigneth forever and 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IL RÉGNERA POUR TOUJOURS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shall reign forever and 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 SEIGNEUR DIEU OMNIPOTENT RÉGNERA POUR TOUJOURS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 the Lord God omnipotent shall reigneth forever and 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IL RÉGNERA POUR TOUJOURS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shall reign forever and 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ALLÉLUIA…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Hallelujah, Hallelujah, Hallelujah
25-  ROI DES ROIS SEIGNEURS DES SEIGNEURS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King of kings Lord of lords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81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ALLÉLUIA, ALLÉLUIA ! ALLÉLUIA, ALLÉLUIA, ALLÉLUIA</a:t>
            </a:r>
          </a:p>
          <a:p>
            <a:r>
              <a:rPr lang="fr-FR" smtClean="0"/>
              <a:t>Hallelujah, Hallelujah, Hallelujah, Hallelujah</a:t>
            </a:r>
          </a:p>
          <a:p>
            <a:endParaRPr lang="fr-FR" smtClean="0"/>
          </a:p>
          <a:p>
            <a:r>
              <a:rPr lang="fr-FR" smtClean="0"/>
              <a:t>  2-  IL EST LE SAINT  QUI NOUS FUT PROMIS </a:t>
            </a:r>
          </a:p>
          <a:p>
            <a:r>
              <a:rPr lang="fr-FR" smtClean="0"/>
              <a:t>He is the promised Holy One
3-  ALLÉLU, ALLÉLUIA </a:t>
            </a:r>
          </a:p>
          <a:p>
            <a:r>
              <a:rPr lang="fr-FR" smtClean="0"/>
              <a:t>Hallelu, Hallelujah</a:t>
            </a:r>
          </a:p>
          <a:p>
            <a:r>
              <a:rPr lang="fr-FR" smtClean="0"/>
              <a:t>4-  EMMANUEL, LE FILS DE DIEU </a:t>
            </a:r>
          </a:p>
          <a:p>
            <a:r>
              <a:rPr lang="fr-FR" smtClean="0"/>
              <a:t>Emmanuel, God's only Son</a:t>
            </a:r>
          </a:p>
          <a:p>
            <a:r>
              <a:rPr lang="fr-FR" smtClean="0"/>
              <a:t>5-  ALLÉLU ALLÉLUIA </a:t>
            </a:r>
          </a:p>
          <a:p>
            <a:r>
              <a:rPr lang="fr-FR" smtClean="0"/>
              <a:t>Halle, Hallelujah</a:t>
            </a:r>
          </a:p>
          <a:p>
            <a:endParaRPr lang="fr-FR" smtClean="0"/>
          </a:p>
          <a:p>
            <a:r>
              <a:rPr lang="fr-FR" smtClean="0"/>
              <a:t>6-  L’INFINIMENT GRAND JE SUIS </a:t>
            </a:r>
          </a:p>
          <a:p>
            <a:r>
              <a:rPr lang="fr-FR" smtClean="0"/>
              <a:t>The everlasting Great I Am</a:t>
            </a:r>
          </a:p>
          <a:p>
            <a:r>
              <a:rPr lang="fr-FR" smtClean="0"/>
              <a:t>7-  ALLÉLU ALLÉLUIA </a:t>
            </a:r>
          </a:p>
          <a:p>
            <a:r>
              <a:rPr lang="fr-FR" smtClean="0"/>
              <a:t>Hallelu, Hallelujah</a:t>
            </a:r>
          </a:p>
          <a:p>
            <a:r>
              <a:rPr lang="fr-FR" smtClean="0"/>
              <a:t>8-  NÉ EN SIMPLE BÉBÉ À BETHLÉEM </a:t>
            </a:r>
          </a:p>
          <a:p>
            <a:r>
              <a:rPr lang="fr-FR" smtClean="0"/>
              <a:t>As a tiny little baby born in Bethlehem</a:t>
            </a:r>
          </a:p>
          <a:p>
            <a:r>
              <a:rPr lang="fr-FR" smtClean="0"/>
              <a:t>9-  ALLÉ ALLÉ ALLÉLUIA</a:t>
            </a:r>
          </a:p>
          <a:p>
            <a:r>
              <a:rPr lang="fr-FR" smtClean="0"/>
              <a:t>Halle-Halle-Hallelujah</a:t>
            </a:r>
          </a:p>
          <a:p>
            <a:r>
              <a:rPr lang="fr-FR" smtClean="0"/>
              <a:t> 
10-   ALLÉLUIA… </a:t>
            </a:r>
          </a:p>
          <a:p>
            <a:r>
              <a:rPr lang="fr-FR" smtClean="0"/>
              <a:t>Hallelujah, Hallelujah, Hallelujah</a:t>
            </a:r>
          </a:p>
          <a:p>
            <a:endParaRPr lang="fr-FR" smtClean="0"/>
          </a:p>
          <a:p>
            <a:r>
              <a:rPr lang="fr-FR" smtClean="0"/>
              <a:t>11-  QU’ON DIT LES ANGES CETTE NUIT-LÀ </a:t>
            </a:r>
          </a:p>
          <a:p>
            <a:r>
              <a:rPr lang="fr-FR" smtClean="0"/>
              <a:t>What did the angels say that night</a:t>
            </a:r>
          </a:p>
          <a:p>
            <a:r>
              <a:rPr lang="fr-FR" smtClean="0"/>
              <a:t>12-  ALLÉLU ALLÉLUIA </a:t>
            </a:r>
          </a:p>
          <a:p>
            <a:r>
              <a:rPr lang="fr-FR" smtClean="0"/>
              <a:t>Hallely, Hallelujah</a:t>
            </a:r>
          </a:p>
          <a:p>
            <a:r>
              <a:rPr lang="fr-FR" smtClean="0"/>
              <a:t>13-  EN REMPLISSANT  LES CIEUX DE LUMIÈRE</a:t>
            </a:r>
          </a:p>
          <a:p>
            <a:r>
              <a:rPr lang="fr-FR" smtClean="0"/>
              <a:t>As they filled the sky with Heavenly light</a:t>
            </a:r>
          </a:p>
          <a:p>
            <a:r>
              <a:rPr lang="fr-FR" smtClean="0"/>
              <a:t> 14-  ALLÉ ALLÉLUIA </a:t>
            </a:r>
          </a:p>
          <a:p>
            <a:r>
              <a:rPr lang="fr-FR" smtClean="0"/>
              <a:t>Halle, Hallelujah</a:t>
            </a:r>
          </a:p>
          <a:p>
            <a:endParaRPr lang="fr-FR" smtClean="0"/>
          </a:p>
          <a:p>
            <a:r>
              <a:rPr lang="fr-FR" smtClean="0"/>
              <a:t>15-  LES BERGERS  LES ONT ENTENDUS CHANTER </a:t>
            </a:r>
          </a:p>
          <a:p>
            <a:r>
              <a:rPr lang="fr-FR" smtClean="0"/>
              <a:t>The shepherds shook when they heard them sing</a:t>
            </a:r>
          </a:p>
          <a:p>
            <a:r>
              <a:rPr lang="fr-FR" smtClean="0"/>
              <a:t>16-  ALLÉLU ALLÉLUIA</a:t>
            </a:r>
          </a:p>
          <a:p>
            <a:r>
              <a:rPr lang="fr-FR" smtClean="0"/>
              <a:t>Hallelu, Hallelujah</a:t>
            </a:r>
          </a:p>
          <a:p>
            <a:r>
              <a:rPr lang="fr-FR" smtClean="0"/>
              <a:t> 17-  N’AYEZ PAS PEUR  NOS NOUVELLES SONT BONNES</a:t>
            </a:r>
          </a:p>
          <a:p>
            <a:r>
              <a:rPr lang="fr-FR" smtClean="0"/>
              <a:t>No need to fear good news we bring</a:t>
            </a:r>
          </a:p>
          <a:p>
            <a:r>
              <a:rPr lang="fr-FR" smtClean="0"/>
              <a:t> 18-  ALLÉ ALLÉ ALLÉLUIA </a:t>
            </a:r>
          </a:p>
          <a:p>
            <a:r>
              <a:rPr lang="fr-FR" smtClean="0"/>
              <a:t>Halle-Halle-Hallelujah</a:t>
            </a:r>
          </a:p>
          <a:p>
            <a:endParaRPr lang="fr-FR" smtClean="0"/>
          </a:p>
          <a:p>
            <a:r>
              <a:rPr lang="fr-FR" smtClean="0"/>
              <a:t>19-  ALLÉLUIA… </a:t>
            </a:r>
          </a:p>
          <a:p>
            <a:r>
              <a:rPr lang="fr-FR" smtClean="0"/>
              <a:t>Hallelujah, Hallelujah, Hallelujah</a:t>
            </a:r>
          </a:p>
          <a:p>
            <a:endParaRPr lang="fr-FR" smtClean="0"/>
          </a:p>
          <a:p>
            <a:r>
              <a:rPr lang="fr-FR" smtClean="0"/>
              <a:t>20-  LE SEIGNEUR DIEU OMNIPOTENT RÉGNERA POUR TOUJOURS À JAMAIS </a:t>
            </a:r>
          </a:p>
          <a:p>
            <a:r>
              <a:rPr lang="fr-FR" smtClean="0"/>
              <a:t>For the Lord God omnipotent shall reigneth forever and ever</a:t>
            </a:r>
          </a:p>
          <a:p>
            <a:r>
              <a:rPr lang="fr-FR" smtClean="0"/>
              <a:t>21-  IL RÉGNERA POUR TOUJOURS À JAMAIS </a:t>
            </a:r>
          </a:p>
          <a:p>
            <a:r>
              <a:rPr lang="fr-FR" smtClean="0"/>
              <a:t>He shall reign forever and ever</a:t>
            </a:r>
          </a:p>
          <a:p>
            <a:r>
              <a:rPr lang="fr-FR" smtClean="0"/>
              <a:t>22-  LE SEIGNEUR DIEU OMNIPOTENT RÉGNERA POUR TOUJOURS À JAMAIS </a:t>
            </a:r>
          </a:p>
          <a:p>
            <a:r>
              <a:rPr lang="fr-FR" smtClean="0"/>
              <a:t>For the Lord God omnipotent shall reigneth forever and ever</a:t>
            </a:r>
          </a:p>
          <a:p>
            <a:r>
              <a:rPr lang="fr-FR" smtClean="0"/>
              <a:t>23-  IL RÉGNERA POUR TOUJOURS À JAMAIS </a:t>
            </a:r>
          </a:p>
          <a:p>
            <a:r>
              <a:rPr lang="fr-FR" smtClean="0"/>
              <a:t>He shall reign forever and ever</a:t>
            </a:r>
          </a:p>
          <a:p>
            <a:endParaRPr lang="fr-FR" smtClean="0"/>
          </a:p>
          <a:p>
            <a:r>
              <a:rPr lang="fr-FR" smtClean="0"/>
              <a:t>24-  ALLÉLUIA… </a:t>
            </a:r>
          </a:p>
          <a:p>
            <a:r>
              <a:rPr lang="fr-FR" smtClean="0"/>
              <a:t>Hallelujah, Hallelujah, Hallelujah
25-  ROI DES ROIS SEIGNEURS DES SEIGNEURS </a:t>
            </a:r>
          </a:p>
          <a:p>
            <a:r>
              <a:rPr lang="fr-FR" smtClean="0"/>
              <a:t>King of kings Lord of lords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ALLÉLUIA, ALLÉLUIA ! ALLÉLUIA, ALLÉLUIA,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Hallelujah, Hallelujah, Hallelujah,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 2-  IL EST LE SAINT  QUI NOUS FUT PROMIS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is the promised Holy One
3-  ALLÉLU,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EMMANUEL, LE FILS DE DIEU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Emmanuel, God's only Son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ALLÉLU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L’INFINIMENT GRAND JE SUIS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everlasting Great I Am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ALLÉLU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NÉ EN SIMPLE BÉBÉ À BETHLÉEM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As a tiny little baby born in Bethlehem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ALLÉ ALLÉ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Halle-Halle-Hallelujah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10-   ALLÉLUIA…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Hallelujah, Hallelujah,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QU’ON DIT LES ANGES CETTE NUIT-LÀ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What did the angels say that 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ALLÉLU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Hallely,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EN REMPLISSANT  LES CIEUX DE LUMIÈRE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As they filled the sky with Heavenly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14-  ALLÉ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LES BERGERS  LES ONT ENTENDUS CHANTER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shepherds shook when they heard them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ALLÉLU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17-  N’AYEZ PAS PEUR  NOS NOUVELLES SONT BONNES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 need to fear good news we bring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18-  ALLÉ ALLÉ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Halle-Halle-Hallelujah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ALLÉLUIA…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Hallelujah, Hallelujah,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LE SEIGNEUR DIEU OMNIPOTENT RÉGNERA POUR TOUJOURS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 the Lord God omnipotent shall reigneth forever and 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IL RÉGNERA POUR TOUJOURS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shall reign forever and 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 SEIGNEUR DIEU OMNIPOTENT RÉGNERA POUR TOUJOURS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 the Lord God omnipotent shall reigneth forever and 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IL RÉGNERA POUR TOUJOURS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shall reign forever and 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ALLÉLUIA…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Hallelujah, Hallelujah, Hallelujah
25-  ROI DES ROIS SEIGNEURS DES SEIGNEURS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King of kings Lord of lords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91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ALLÉLUIA, ALLÉLUIA ! ALLÉLUIA, ALLÉLUIA, ALLÉLUIA</a:t>
            </a:r>
          </a:p>
          <a:p>
            <a:r>
              <a:rPr lang="fr-FR" smtClean="0"/>
              <a:t>Hallelujah, Hallelujah, Hallelujah, Hallelujah</a:t>
            </a:r>
          </a:p>
          <a:p>
            <a:endParaRPr lang="fr-FR" smtClean="0"/>
          </a:p>
          <a:p>
            <a:r>
              <a:rPr lang="fr-FR" smtClean="0"/>
              <a:t>  2-  IL EST LE SAINT  QUI NOUS FUT PROMIS </a:t>
            </a:r>
          </a:p>
          <a:p>
            <a:r>
              <a:rPr lang="fr-FR" smtClean="0"/>
              <a:t>He is the promised Holy One
3-  ALLÉLU, ALLÉLUIA </a:t>
            </a:r>
          </a:p>
          <a:p>
            <a:r>
              <a:rPr lang="fr-FR" smtClean="0"/>
              <a:t>Hallelu, Hallelujah</a:t>
            </a:r>
          </a:p>
          <a:p>
            <a:r>
              <a:rPr lang="fr-FR" smtClean="0"/>
              <a:t>4-  EMMANUEL, LE FILS DE DIEU </a:t>
            </a:r>
          </a:p>
          <a:p>
            <a:r>
              <a:rPr lang="fr-FR" smtClean="0"/>
              <a:t>Emmanuel, God's only Son</a:t>
            </a:r>
          </a:p>
          <a:p>
            <a:r>
              <a:rPr lang="fr-FR" smtClean="0"/>
              <a:t>5-  ALLÉLU ALLÉLUIA </a:t>
            </a:r>
          </a:p>
          <a:p>
            <a:r>
              <a:rPr lang="fr-FR" smtClean="0"/>
              <a:t>Halle, Hallelujah</a:t>
            </a:r>
          </a:p>
          <a:p>
            <a:endParaRPr lang="fr-FR" smtClean="0"/>
          </a:p>
          <a:p>
            <a:r>
              <a:rPr lang="fr-FR" smtClean="0"/>
              <a:t>6-  L’INFINIMENT GRAND JE SUIS </a:t>
            </a:r>
          </a:p>
          <a:p>
            <a:r>
              <a:rPr lang="fr-FR" smtClean="0"/>
              <a:t>The everlasting Great I Am</a:t>
            </a:r>
          </a:p>
          <a:p>
            <a:r>
              <a:rPr lang="fr-FR" smtClean="0"/>
              <a:t>7-  ALLÉLU ALLÉLUIA </a:t>
            </a:r>
          </a:p>
          <a:p>
            <a:r>
              <a:rPr lang="fr-FR" smtClean="0"/>
              <a:t>Hallelu, Hallelujah</a:t>
            </a:r>
          </a:p>
          <a:p>
            <a:r>
              <a:rPr lang="fr-FR" smtClean="0"/>
              <a:t>8-  NÉ EN SIMPLE BÉBÉ À BETHLÉEM </a:t>
            </a:r>
          </a:p>
          <a:p>
            <a:r>
              <a:rPr lang="fr-FR" smtClean="0"/>
              <a:t>As a tiny little baby born in Bethlehem</a:t>
            </a:r>
          </a:p>
          <a:p>
            <a:r>
              <a:rPr lang="fr-FR" smtClean="0"/>
              <a:t>9-  ALLÉ ALLÉ ALLÉLUIA</a:t>
            </a:r>
          </a:p>
          <a:p>
            <a:r>
              <a:rPr lang="fr-FR" smtClean="0"/>
              <a:t>Halle-Halle-Hallelujah</a:t>
            </a:r>
          </a:p>
          <a:p>
            <a:r>
              <a:rPr lang="fr-FR" smtClean="0"/>
              <a:t> 
10-   ALLÉLUIA… </a:t>
            </a:r>
          </a:p>
          <a:p>
            <a:r>
              <a:rPr lang="fr-FR" smtClean="0"/>
              <a:t>Hallelujah, Hallelujah, Hallelujah</a:t>
            </a:r>
          </a:p>
          <a:p>
            <a:endParaRPr lang="fr-FR" smtClean="0"/>
          </a:p>
          <a:p>
            <a:r>
              <a:rPr lang="fr-FR" smtClean="0"/>
              <a:t>11-  QU’ON DIT LES ANGES CETTE NUIT-LÀ </a:t>
            </a:r>
          </a:p>
          <a:p>
            <a:r>
              <a:rPr lang="fr-FR" smtClean="0"/>
              <a:t>What did the angels say that night</a:t>
            </a:r>
          </a:p>
          <a:p>
            <a:r>
              <a:rPr lang="fr-FR" smtClean="0"/>
              <a:t>12-  ALLÉLU ALLÉLUIA </a:t>
            </a:r>
          </a:p>
          <a:p>
            <a:r>
              <a:rPr lang="fr-FR" smtClean="0"/>
              <a:t>Hallely, Hallelujah</a:t>
            </a:r>
          </a:p>
          <a:p>
            <a:r>
              <a:rPr lang="fr-FR" smtClean="0"/>
              <a:t>13-  EN REMPLISSANT  LES CIEUX DE LUMIÈRE</a:t>
            </a:r>
          </a:p>
          <a:p>
            <a:r>
              <a:rPr lang="fr-FR" smtClean="0"/>
              <a:t>As they filled the sky with Heavenly light</a:t>
            </a:r>
          </a:p>
          <a:p>
            <a:r>
              <a:rPr lang="fr-FR" smtClean="0"/>
              <a:t> 14-  ALLÉ ALLÉLUIA </a:t>
            </a:r>
          </a:p>
          <a:p>
            <a:r>
              <a:rPr lang="fr-FR" smtClean="0"/>
              <a:t>Halle, Hallelujah</a:t>
            </a:r>
          </a:p>
          <a:p>
            <a:endParaRPr lang="fr-FR" smtClean="0"/>
          </a:p>
          <a:p>
            <a:r>
              <a:rPr lang="fr-FR" smtClean="0"/>
              <a:t>15-  LES BERGERS  LES ONT ENTENDUS CHANTER </a:t>
            </a:r>
          </a:p>
          <a:p>
            <a:r>
              <a:rPr lang="fr-FR" smtClean="0"/>
              <a:t>The shepherds shook when they heard them sing</a:t>
            </a:r>
          </a:p>
          <a:p>
            <a:r>
              <a:rPr lang="fr-FR" smtClean="0"/>
              <a:t>16-  ALLÉLU ALLÉLUIA</a:t>
            </a:r>
          </a:p>
          <a:p>
            <a:r>
              <a:rPr lang="fr-FR" smtClean="0"/>
              <a:t>Hallelu, Hallelujah</a:t>
            </a:r>
          </a:p>
          <a:p>
            <a:r>
              <a:rPr lang="fr-FR" smtClean="0"/>
              <a:t> 17-  N’AYEZ PAS PEUR  NOS NOUVELLES SONT BONNES</a:t>
            </a:r>
          </a:p>
          <a:p>
            <a:r>
              <a:rPr lang="fr-FR" smtClean="0"/>
              <a:t>No need to fear good news we bring</a:t>
            </a:r>
          </a:p>
          <a:p>
            <a:r>
              <a:rPr lang="fr-FR" smtClean="0"/>
              <a:t> 18-  ALLÉ ALLÉ ALLÉLUIA </a:t>
            </a:r>
          </a:p>
          <a:p>
            <a:r>
              <a:rPr lang="fr-FR" smtClean="0"/>
              <a:t>Halle-Halle-Hallelujah</a:t>
            </a:r>
          </a:p>
          <a:p>
            <a:endParaRPr lang="fr-FR" smtClean="0"/>
          </a:p>
          <a:p>
            <a:r>
              <a:rPr lang="fr-FR" smtClean="0"/>
              <a:t>19-  ALLÉLUIA… </a:t>
            </a:r>
          </a:p>
          <a:p>
            <a:r>
              <a:rPr lang="fr-FR" smtClean="0"/>
              <a:t>Hallelujah, Hallelujah, Hallelujah</a:t>
            </a:r>
          </a:p>
          <a:p>
            <a:endParaRPr lang="fr-FR" smtClean="0"/>
          </a:p>
          <a:p>
            <a:r>
              <a:rPr lang="fr-FR" smtClean="0"/>
              <a:t>20-  LE SEIGNEUR DIEU OMNIPOTENT RÉGNERA POUR TOUJOURS À JAMAIS </a:t>
            </a:r>
          </a:p>
          <a:p>
            <a:r>
              <a:rPr lang="fr-FR" smtClean="0"/>
              <a:t>For the Lord God omnipotent shall reigneth forever and ever</a:t>
            </a:r>
          </a:p>
          <a:p>
            <a:r>
              <a:rPr lang="fr-FR" smtClean="0"/>
              <a:t>21-  IL RÉGNERA POUR TOUJOURS À JAMAIS </a:t>
            </a:r>
          </a:p>
          <a:p>
            <a:r>
              <a:rPr lang="fr-FR" smtClean="0"/>
              <a:t>He shall reign forever and ever</a:t>
            </a:r>
          </a:p>
          <a:p>
            <a:r>
              <a:rPr lang="fr-FR" smtClean="0"/>
              <a:t>22-  LE SEIGNEUR DIEU OMNIPOTENT RÉGNERA POUR TOUJOURS À JAMAIS </a:t>
            </a:r>
          </a:p>
          <a:p>
            <a:r>
              <a:rPr lang="fr-FR" smtClean="0"/>
              <a:t>For the Lord God omnipotent shall reigneth forever and ever</a:t>
            </a:r>
          </a:p>
          <a:p>
            <a:r>
              <a:rPr lang="fr-FR" smtClean="0"/>
              <a:t>23-  IL RÉGNERA POUR TOUJOURS À JAMAIS </a:t>
            </a:r>
          </a:p>
          <a:p>
            <a:r>
              <a:rPr lang="fr-FR" smtClean="0"/>
              <a:t>He shall reign forever and ever</a:t>
            </a:r>
          </a:p>
          <a:p>
            <a:endParaRPr lang="fr-FR" smtClean="0"/>
          </a:p>
          <a:p>
            <a:r>
              <a:rPr lang="fr-FR" smtClean="0"/>
              <a:t>24-  ALLÉLUIA… </a:t>
            </a:r>
          </a:p>
          <a:p>
            <a:r>
              <a:rPr lang="fr-FR" smtClean="0"/>
              <a:t>Hallelujah, Hallelujah, Hallelujah
25-  ROI DES ROIS SEIGNEURS DES SEIGNEURS </a:t>
            </a:r>
          </a:p>
          <a:p>
            <a:r>
              <a:rPr lang="fr-FR" smtClean="0"/>
              <a:t>King of kings Lord of lords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ALLÉLUIA, ALLÉLUIA ! ALLÉLUIA, ALLÉLUIA,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Hallelujah, Hallelujah, Hallelujah,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 2-  IL EST LE SAINT  QUI NOUS FUT PROMIS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is the promised Holy One
3-  ALLÉLU,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EMMANUEL, LE FILS DE DIEU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Emmanuel, God's only Son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ALLÉLU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L’INFINIMENT GRAND JE SUIS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everlasting Great I Am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ALLÉLU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NÉ EN SIMPLE BÉBÉ À BETHLÉEM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As a tiny little baby born in Bethlehem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ALLÉ ALLÉ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Halle-Halle-Hallelujah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10-   ALLÉLUIA…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Hallelujah, Hallelujah,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QU’ON DIT LES ANGES CETTE NUIT-LÀ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What did the angels say that 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ALLÉLU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Hallely,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EN REMPLISSANT  LES CIEUX DE LUMIÈRE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As they filled the sky with Heavenly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14-  ALLÉ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LES BERGERS  LES ONT ENTENDUS CHANTER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shepherds shook when they heard them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ALLÉLU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17-  N’AYEZ PAS PEUR  NOS NOUVELLES SONT BONNES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 need to fear good news we bring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18-  ALLÉ ALLÉ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Halle-Halle-Hallelujah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ALLÉLUIA…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Hallelujah, Hallelujah,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LE SEIGNEUR DIEU OMNIPOTENT RÉGNERA POUR TOUJOURS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 the Lord God omnipotent shall reigneth forever and 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IL RÉGNERA POUR TOUJOURS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shall reign forever and 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 SEIGNEUR DIEU OMNIPOTENT RÉGNERA POUR TOUJOURS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 the Lord God omnipotent shall reigneth forever and 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IL RÉGNERA POUR TOUJOURS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shall reign forever and 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ALLÉLUIA…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Hallelujah, Hallelujah, Hallelujah
25-  ROI DES ROIS SEIGNEURS DES SEIGNEURS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King of kings Lord of lords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01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ALLÉLUIA, ALLÉLUIA ! ALLÉLUIA, ALLÉLUIA, ALLÉLUIA</a:t>
            </a:r>
          </a:p>
          <a:p>
            <a:r>
              <a:rPr lang="fr-FR" smtClean="0"/>
              <a:t>Hallelujah, Hallelujah, Hallelujah, Hallelujah</a:t>
            </a:r>
          </a:p>
          <a:p>
            <a:endParaRPr lang="fr-FR" smtClean="0"/>
          </a:p>
          <a:p>
            <a:r>
              <a:rPr lang="fr-FR" smtClean="0"/>
              <a:t>  2-  IL EST LE SAINT  QUI NOUS FUT PROMIS </a:t>
            </a:r>
          </a:p>
          <a:p>
            <a:r>
              <a:rPr lang="fr-FR" smtClean="0"/>
              <a:t>He is the promised Holy One
3-  ALLÉLU, ALLÉLUIA </a:t>
            </a:r>
          </a:p>
          <a:p>
            <a:r>
              <a:rPr lang="fr-FR" smtClean="0"/>
              <a:t>Hallelu, Hallelujah</a:t>
            </a:r>
          </a:p>
          <a:p>
            <a:r>
              <a:rPr lang="fr-FR" smtClean="0"/>
              <a:t>4-  EMMANUEL, LE FILS DE DIEU </a:t>
            </a:r>
          </a:p>
          <a:p>
            <a:r>
              <a:rPr lang="fr-FR" smtClean="0"/>
              <a:t>Emmanuel, God's only Son</a:t>
            </a:r>
          </a:p>
          <a:p>
            <a:r>
              <a:rPr lang="fr-FR" smtClean="0"/>
              <a:t>5-  ALLÉLU ALLÉLUIA </a:t>
            </a:r>
          </a:p>
          <a:p>
            <a:r>
              <a:rPr lang="fr-FR" smtClean="0"/>
              <a:t>Halle, Hallelujah</a:t>
            </a:r>
          </a:p>
          <a:p>
            <a:endParaRPr lang="fr-FR" smtClean="0"/>
          </a:p>
          <a:p>
            <a:r>
              <a:rPr lang="fr-FR" smtClean="0"/>
              <a:t>6-  L’INFINIMENT GRAND JE SUIS </a:t>
            </a:r>
          </a:p>
          <a:p>
            <a:r>
              <a:rPr lang="fr-FR" smtClean="0"/>
              <a:t>The everlasting Great I Am</a:t>
            </a:r>
          </a:p>
          <a:p>
            <a:r>
              <a:rPr lang="fr-FR" smtClean="0"/>
              <a:t>7-  ALLÉLU ALLÉLUIA </a:t>
            </a:r>
          </a:p>
          <a:p>
            <a:r>
              <a:rPr lang="fr-FR" smtClean="0"/>
              <a:t>Hallelu, Hallelujah</a:t>
            </a:r>
          </a:p>
          <a:p>
            <a:r>
              <a:rPr lang="fr-FR" smtClean="0"/>
              <a:t>8-  NÉ EN SIMPLE BÉBÉ À BETHLÉEM </a:t>
            </a:r>
          </a:p>
          <a:p>
            <a:r>
              <a:rPr lang="fr-FR" smtClean="0"/>
              <a:t>As a tiny little baby born in Bethlehem</a:t>
            </a:r>
          </a:p>
          <a:p>
            <a:r>
              <a:rPr lang="fr-FR" smtClean="0"/>
              <a:t>9-  ALLÉ ALLÉ ALLÉLUIA</a:t>
            </a:r>
          </a:p>
          <a:p>
            <a:r>
              <a:rPr lang="fr-FR" smtClean="0"/>
              <a:t>Halle-Halle-Hallelujah</a:t>
            </a:r>
          </a:p>
          <a:p>
            <a:r>
              <a:rPr lang="fr-FR" smtClean="0"/>
              <a:t> 
10-   ALLÉLUIA… </a:t>
            </a:r>
          </a:p>
          <a:p>
            <a:r>
              <a:rPr lang="fr-FR" smtClean="0"/>
              <a:t>Hallelujah, Hallelujah, Hallelujah</a:t>
            </a:r>
          </a:p>
          <a:p>
            <a:endParaRPr lang="fr-FR" smtClean="0"/>
          </a:p>
          <a:p>
            <a:r>
              <a:rPr lang="fr-FR" smtClean="0"/>
              <a:t>11-  QU’ON DIT LES ANGES CETTE NUIT-LÀ </a:t>
            </a:r>
          </a:p>
          <a:p>
            <a:r>
              <a:rPr lang="fr-FR" smtClean="0"/>
              <a:t>What did the angels say that night</a:t>
            </a:r>
          </a:p>
          <a:p>
            <a:r>
              <a:rPr lang="fr-FR" smtClean="0"/>
              <a:t>12-  ALLÉLU ALLÉLUIA </a:t>
            </a:r>
          </a:p>
          <a:p>
            <a:r>
              <a:rPr lang="fr-FR" smtClean="0"/>
              <a:t>Hallely, Hallelujah</a:t>
            </a:r>
          </a:p>
          <a:p>
            <a:r>
              <a:rPr lang="fr-FR" smtClean="0"/>
              <a:t>13-  EN REMPLISSANT  LES CIEUX DE LUMIÈRE</a:t>
            </a:r>
          </a:p>
          <a:p>
            <a:r>
              <a:rPr lang="fr-FR" smtClean="0"/>
              <a:t>As they filled the sky with Heavenly light</a:t>
            </a:r>
          </a:p>
          <a:p>
            <a:r>
              <a:rPr lang="fr-FR" smtClean="0"/>
              <a:t> 14-  ALLÉ ALLÉLUIA </a:t>
            </a:r>
          </a:p>
          <a:p>
            <a:r>
              <a:rPr lang="fr-FR" smtClean="0"/>
              <a:t>Halle, Hallelujah</a:t>
            </a:r>
          </a:p>
          <a:p>
            <a:endParaRPr lang="fr-FR" smtClean="0"/>
          </a:p>
          <a:p>
            <a:r>
              <a:rPr lang="fr-FR" smtClean="0"/>
              <a:t>15-  LES BERGERS  LES ONT ENTENDUS CHANTER </a:t>
            </a:r>
          </a:p>
          <a:p>
            <a:r>
              <a:rPr lang="fr-FR" smtClean="0"/>
              <a:t>The shepherds shook when they heard them sing</a:t>
            </a:r>
          </a:p>
          <a:p>
            <a:r>
              <a:rPr lang="fr-FR" smtClean="0"/>
              <a:t>16-  ALLÉLU ALLÉLUIA</a:t>
            </a:r>
          </a:p>
          <a:p>
            <a:r>
              <a:rPr lang="fr-FR" smtClean="0"/>
              <a:t>Hallelu, Hallelujah</a:t>
            </a:r>
          </a:p>
          <a:p>
            <a:r>
              <a:rPr lang="fr-FR" smtClean="0"/>
              <a:t> 17-  N’AYEZ PAS PEUR  NOS NOUVELLES SONT BONNES</a:t>
            </a:r>
          </a:p>
          <a:p>
            <a:r>
              <a:rPr lang="fr-FR" smtClean="0"/>
              <a:t>No need to fear good news we bring</a:t>
            </a:r>
          </a:p>
          <a:p>
            <a:r>
              <a:rPr lang="fr-FR" smtClean="0"/>
              <a:t> 18-  ALLÉ ALLÉ ALLÉLUIA </a:t>
            </a:r>
          </a:p>
          <a:p>
            <a:r>
              <a:rPr lang="fr-FR" smtClean="0"/>
              <a:t>Halle-Halle-Hallelujah</a:t>
            </a:r>
          </a:p>
          <a:p>
            <a:endParaRPr lang="fr-FR" smtClean="0"/>
          </a:p>
          <a:p>
            <a:r>
              <a:rPr lang="fr-FR" smtClean="0"/>
              <a:t>19-  ALLÉLUIA… </a:t>
            </a:r>
          </a:p>
          <a:p>
            <a:r>
              <a:rPr lang="fr-FR" smtClean="0"/>
              <a:t>Hallelujah, Hallelujah, Hallelujah</a:t>
            </a:r>
          </a:p>
          <a:p>
            <a:endParaRPr lang="fr-FR" smtClean="0"/>
          </a:p>
          <a:p>
            <a:r>
              <a:rPr lang="fr-FR" smtClean="0"/>
              <a:t>20-  LE SEIGNEUR DIEU OMNIPOTENT RÉGNERA POUR TOUJOURS À JAMAIS </a:t>
            </a:r>
          </a:p>
          <a:p>
            <a:r>
              <a:rPr lang="fr-FR" smtClean="0"/>
              <a:t>For the Lord God omnipotent shall reigneth forever and ever</a:t>
            </a:r>
          </a:p>
          <a:p>
            <a:r>
              <a:rPr lang="fr-FR" smtClean="0"/>
              <a:t>21-  IL RÉGNERA POUR TOUJOURS À JAMAIS </a:t>
            </a:r>
          </a:p>
          <a:p>
            <a:r>
              <a:rPr lang="fr-FR" smtClean="0"/>
              <a:t>He shall reign forever and ever</a:t>
            </a:r>
          </a:p>
          <a:p>
            <a:r>
              <a:rPr lang="fr-FR" smtClean="0"/>
              <a:t>22-  LE SEIGNEUR DIEU OMNIPOTENT RÉGNERA POUR TOUJOURS À JAMAIS </a:t>
            </a:r>
          </a:p>
          <a:p>
            <a:r>
              <a:rPr lang="fr-FR" smtClean="0"/>
              <a:t>For the Lord God omnipotent shall reigneth forever and ever</a:t>
            </a:r>
          </a:p>
          <a:p>
            <a:r>
              <a:rPr lang="fr-FR" smtClean="0"/>
              <a:t>23-  IL RÉGNERA POUR TOUJOURS À JAMAIS </a:t>
            </a:r>
          </a:p>
          <a:p>
            <a:r>
              <a:rPr lang="fr-FR" smtClean="0"/>
              <a:t>He shall reign forever and ever</a:t>
            </a:r>
          </a:p>
          <a:p>
            <a:endParaRPr lang="fr-FR" smtClean="0"/>
          </a:p>
          <a:p>
            <a:r>
              <a:rPr lang="fr-FR" smtClean="0"/>
              <a:t>24-  ALLÉLUIA… </a:t>
            </a:r>
          </a:p>
          <a:p>
            <a:r>
              <a:rPr lang="fr-FR" smtClean="0"/>
              <a:t>Hallelujah, Hallelujah, Hallelujah
25-  ROI DES ROIS SEIGNEURS DES SEIGNEURS </a:t>
            </a:r>
          </a:p>
          <a:p>
            <a:r>
              <a:rPr lang="fr-FR" smtClean="0"/>
              <a:t>King of kings Lord of lords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ALLÉLUIA, ALLÉLUIA ! ALLÉLUIA, ALLÉLUIA,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Hallelujah, Hallelujah, Hallelujah,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 2-  IL EST LE SAINT  QUI NOUS FUT PROMIS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is the promised Holy One
3-  ALLÉLU,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EMMANUEL, LE FILS DE DIEU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Emmanuel, God's only Son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ALLÉLU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L’INFINIMENT GRAND JE SUIS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everlasting Great I Am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ALLÉLU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NÉ EN SIMPLE BÉBÉ À BETHLÉEM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As a tiny little baby born in Bethlehem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ALLÉ ALLÉ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Halle-Halle-Hallelujah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10-   ALLÉLUIA…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Hallelujah, Hallelujah,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QU’ON DIT LES ANGES CETTE NUIT-LÀ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What did the angels say that 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ALLÉLU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Hallely,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EN REMPLISSANT  LES CIEUX DE LUMIÈRE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As they filled the sky with Heavenly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14-  ALLÉ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LES BERGERS  LES ONT ENTENDUS CHANTER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shepherds shook when they heard them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ALLÉLU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17-  N’AYEZ PAS PEUR  NOS NOUVELLES SONT BONNES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 need to fear good news we bring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18-  ALLÉ ALLÉ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Halle-Halle-Hallelujah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ALLÉLUIA…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Hallelujah, Hallelujah,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LE SEIGNEUR DIEU OMNIPOTENT RÉGNERA POUR TOUJOURS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 the Lord God omnipotent shall reigneth forever and 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IL RÉGNERA POUR TOUJOURS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shall reign forever and 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 SEIGNEUR DIEU OMNIPOTENT RÉGNERA POUR TOUJOURS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 the Lord God omnipotent shall reigneth forever and 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IL RÉGNERA POUR TOUJOURS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shall reign forever and 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ALLÉLUIA…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Hallelujah, Hallelujah, Hallelujah
25-  ROI DES ROIS SEIGNEURS DES SEIGNEURS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King of kings Lord of lords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12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ALLÉLUIA, ALLÉLUIA ! ALLÉLUIA, ALLÉLUIA, ALLÉLUIA</a:t>
            </a:r>
          </a:p>
          <a:p>
            <a:r>
              <a:rPr lang="fr-FR" smtClean="0"/>
              <a:t>Hallelujah, Hallelujah, Hallelujah, Hallelujah</a:t>
            </a:r>
          </a:p>
          <a:p>
            <a:endParaRPr lang="fr-FR" smtClean="0"/>
          </a:p>
          <a:p>
            <a:r>
              <a:rPr lang="fr-FR" smtClean="0"/>
              <a:t>  2-  IL EST LE SAINT  QUI NOUS FUT PROMIS </a:t>
            </a:r>
          </a:p>
          <a:p>
            <a:r>
              <a:rPr lang="fr-FR" smtClean="0"/>
              <a:t>He is the promised Holy One
3-  ALLÉLU, ALLÉLUIA </a:t>
            </a:r>
          </a:p>
          <a:p>
            <a:r>
              <a:rPr lang="fr-FR" smtClean="0"/>
              <a:t>Hallelu, Hallelujah</a:t>
            </a:r>
          </a:p>
          <a:p>
            <a:r>
              <a:rPr lang="fr-FR" smtClean="0"/>
              <a:t>4-  EMMANUEL, LE FILS DE DIEU </a:t>
            </a:r>
          </a:p>
          <a:p>
            <a:r>
              <a:rPr lang="fr-FR" smtClean="0"/>
              <a:t>Emmanuel, God's only Son</a:t>
            </a:r>
          </a:p>
          <a:p>
            <a:r>
              <a:rPr lang="fr-FR" smtClean="0"/>
              <a:t>5-  ALLÉLU ALLÉLUIA </a:t>
            </a:r>
          </a:p>
          <a:p>
            <a:r>
              <a:rPr lang="fr-FR" smtClean="0"/>
              <a:t>Halle, Hallelujah</a:t>
            </a:r>
          </a:p>
          <a:p>
            <a:endParaRPr lang="fr-FR" smtClean="0"/>
          </a:p>
          <a:p>
            <a:r>
              <a:rPr lang="fr-FR" smtClean="0"/>
              <a:t>6-  L’INFINIMENT GRAND JE SUIS </a:t>
            </a:r>
          </a:p>
          <a:p>
            <a:r>
              <a:rPr lang="fr-FR" smtClean="0"/>
              <a:t>The everlasting Great I Am</a:t>
            </a:r>
          </a:p>
          <a:p>
            <a:r>
              <a:rPr lang="fr-FR" smtClean="0"/>
              <a:t>7-  ALLÉLU ALLÉLUIA </a:t>
            </a:r>
          </a:p>
          <a:p>
            <a:r>
              <a:rPr lang="fr-FR" smtClean="0"/>
              <a:t>Hallelu, Hallelujah</a:t>
            </a:r>
          </a:p>
          <a:p>
            <a:r>
              <a:rPr lang="fr-FR" smtClean="0"/>
              <a:t>8-  NÉ EN SIMPLE BÉBÉ À BETHLÉEM </a:t>
            </a:r>
          </a:p>
          <a:p>
            <a:r>
              <a:rPr lang="fr-FR" smtClean="0"/>
              <a:t>As a tiny little baby born in Bethlehem</a:t>
            </a:r>
          </a:p>
          <a:p>
            <a:r>
              <a:rPr lang="fr-FR" smtClean="0"/>
              <a:t>9-  ALLÉ ALLÉ ALLÉLUIA</a:t>
            </a:r>
          </a:p>
          <a:p>
            <a:r>
              <a:rPr lang="fr-FR" smtClean="0"/>
              <a:t>Halle-Halle-Hallelujah</a:t>
            </a:r>
          </a:p>
          <a:p>
            <a:r>
              <a:rPr lang="fr-FR" smtClean="0"/>
              <a:t> 
10-   ALLÉLUIA… </a:t>
            </a:r>
          </a:p>
          <a:p>
            <a:r>
              <a:rPr lang="fr-FR" smtClean="0"/>
              <a:t>Hallelujah, Hallelujah, Hallelujah</a:t>
            </a:r>
          </a:p>
          <a:p>
            <a:endParaRPr lang="fr-FR" smtClean="0"/>
          </a:p>
          <a:p>
            <a:r>
              <a:rPr lang="fr-FR" smtClean="0"/>
              <a:t>11-  QU’ON DIT LES ANGES CETTE NUIT-LÀ </a:t>
            </a:r>
          </a:p>
          <a:p>
            <a:r>
              <a:rPr lang="fr-FR" smtClean="0"/>
              <a:t>What did the angels say that night</a:t>
            </a:r>
          </a:p>
          <a:p>
            <a:r>
              <a:rPr lang="fr-FR" smtClean="0"/>
              <a:t>12-  ALLÉLU ALLÉLUIA </a:t>
            </a:r>
          </a:p>
          <a:p>
            <a:r>
              <a:rPr lang="fr-FR" smtClean="0"/>
              <a:t>Hallely, Hallelujah</a:t>
            </a:r>
          </a:p>
          <a:p>
            <a:r>
              <a:rPr lang="fr-FR" smtClean="0"/>
              <a:t>13-  EN REMPLISSANT  LES CIEUX DE LUMIÈRE</a:t>
            </a:r>
          </a:p>
          <a:p>
            <a:r>
              <a:rPr lang="fr-FR" smtClean="0"/>
              <a:t>As they filled the sky with Heavenly light</a:t>
            </a:r>
          </a:p>
          <a:p>
            <a:r>
              <a:rPr lang="fr-FR" smtClean="0"/>
              <a:t> 14-  ALLÉ ALLÉLUIA </a:t>
            </a:r>
          </a:p>
          <a:p>
            <a:r>
              <a:rPr lang="fr-FR" smtClean="0"/>
              <a:t>Halle, Hallelujah</a:t>
            </a:r>
          </a:p>
          <a:p>
            <a:endParaRPr lang="fr-FR" smtClean="0"/>
          </a:p>
          <a:p>
            <a:r>
              <a:rPr lang="fr-FR" smtClean="0"/>
              <a:t>15-  LES BERGERS  LES ONT ENTENDUS CHANTER </a:t>
            </a:r>
          </a:p>
          <a:p>
            <a:r>
              <a:rPr lang="fr-FR" smtClean="0"/>
              <a:t>The shepherds shook when they heard them sing</a:t>
            </a:r>
          </a:p>
          <a:p>
            <a:r>
              <a:rPr lang="fr-FR" smtClean="0"/>
              <a:t>16-  ALLÉLU ALLÉLUIA</a:t>
            </a:r>
          </a:p>
          <a:p>
            <a:r>
              <a:rPr lang="fr-FR" smtClean="0"/>
              <a:t>Hallelu, Hallelujah</a:t>
            </a:r>
          </a:p>
          <a:p>
            <a:r>
              <a:rPr lang="fr-FR" smtClean="0"/>
              <a:t> 17-  N’AYEZ PAS PEUR  NOS NOUVELLES SONT BONNES</a:t>
            </a:r>
          </a:p>
          <a:p>
            <a:r>
              <a:rPr lang="fr-FR" smtClean="0"/>
              <a:t>No need to fear good news we bring</a:t>
            </a:r>
          </a:p>
          <a:p>
            <a:r>
              <a:rPr lang="fr-FR" smtClean="0"/>
              <a:t> 18-  ALLÉ ALLÉ ALLÉLUIA </a:t>
            </a:r>
          </a:p>
          <a:p>
            <a:r>
              <a:rPr lang="fr-FR" smtClean="0"/>
              <a:t>Halle-Halle-Hallelujah</a:t>
            </a:r>
          </a:p>
          <a:p>
            <a:endParaRPr lang="fr-FR" smtClean="0"/>
          </a:p>
          <a:p>
            <a:r>
              <a:rPr lang="fr-FR" smtClean="0"/>
              <a:t>19-  ALLÉLUIA… </a:t>
            </a:r>
          </a:p>
          <a:p>
            <a:r>
              <a:rPr lang="fr-FR" smtClean="0"/>
              <a:t>Hallelujah, Hallelujah, Hallelujah</a:t>
            </a:r>
          </a:p>
          <a:p>
            <a:endParaRPr lang="fr-FR" smtClean="0"/>
          </a:p>
          <a:p>
            <a:r>
              <a:rPr lang="fr-FR" smtClean="0"/>
              <a:t>20-  LE SEIGNEUR DIEU OMNIPOTENT RÉGNERA POUR TOUJOURS À JAMAIS </a:t>
            </a:r>
          </a:p>
          <a:p>
            <a:r>
              <a:rPr lang="fr-FR" smtClean="0"/>
              <a:t>For the Lord God omnipotent shall reigneth forever and ever</a:t>
            </a:r>
          </a:p>
          <a:p>
            <a:r>
              <a:rPr lang="fr-FR" smtClean="0"/>
              <a:t>21-  IL RÉGNERA POUR TOUJOURS À JAMAIS </a:t>
            </a:r>
          </a:p>
          <a:p>
            <a:r>
              <a:rPr lang="fr-FR" smtClean="0"/>
              <a:t>He shall reign forever and ever</a:t>
            </a:r>
          </a:p>
          <a:p>
            <a:r>
              <a:rPr lang="fr-FR" smtClean="0"/>
              <a:t>22-  LE SEIGNEUR DIEU OMNIPOTENT RÉGNERA POUR TOUJOURS À JAMAIS </a:t>
            </a:r>
          </a:p>
          <a:p>
            <a:r>
              <a:rPr lang="fr-FR" smtClean="0"/>
              <a:t>For the Lord God omnipotent shall reigneth forever and ever</a:t>
            </a:r>
          </a:p>
          <a:p>
            <a:r>
              <a:rPr lang="fr-FR" smtClean="0"/>
              <a:t>23-  IL RÉGNERA POUR TOUJOURS À JAMAIS </a:t>
            </a:r>
          </a:p>
          <a:p>
            <a:r>
              <a:rPr lang="fr-FR" smtClean="0"/>
              <a:t>He shall reign forever and ever</a:t>
            </a:r>
          </a:p>
          <a:p>
            <a:endParaRPr lang="fr-FR" smtClean="0"/>
          </a:p>
          <a:p>
            <a:r>
              <a:rPr lang="fr-FR" smtClean="0"/>
              <a:t>24-  ALLÉLUIA… </a:t>
            </a:r>
          </a:p>
          <a:p>
            <a:r>
              <a:rPr lang="fr-FR" smtClean="0"/>
              <a:t>Hallelujah, Hallelujah, Hallelujah
25-  ROI DES ROIS SEIGNEURS DES SEIGNEURS </a:t>
            </a:r>
          </a:p>
          <a:p>
            <a:r>
              <a:rPr lang="fr-FR" smtClean="0"/>
              <a:t>King of kings Lord of lords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ALLÉLUIA, ALLÉLUIA ! ALLÉLUIA, ALLÉLUIA,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Hallelujah, Hallelujah, Hallelujah,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 2-  IL EST LE SAINT  QUI NOUS FUT PROMIS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is the promised Holy One
3-  ALLÉLU,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EMMANUEL, LE FILS DE DIEU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Emmanuel, God's only Son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ALLÉLU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L’INFINIMENT GRAND JE SUIS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everlasting Great I Am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ALLÉLU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NÉ EN SIMPLE BÉBÉ À BETHLÉEM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As a tiny little baby born in Bethlehem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ALLÉ ALLÉ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Halle-Halle-Hallelujah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10-   ALLÉLUIA…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Hallelujah, Hallelujah,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QU’ON DIT LES ANGES CETTE NUIT-LÀ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What did the angels say that 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ALLÉLU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Hallely,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EN REMPLISSANT  LES CIEUX DE LUMIÈRE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As they filled the sky with Heavenly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14-  ALLÉ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LES BERGERS  LES ONT ENTENDUS CHANTER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shepherds shook when they heard them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ALLÉLU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17-  N’AYEZ PAS PEUR  NOS NOUVELLES SONT BONNES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 need to fear good news we bring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18-  ALLÉ ALLÉ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Halle-Halle-Hallelujah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ALLÉLUIA…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Hallelujah, Hallelujah,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LE SEIGNEUR DIEU OMNIPOTENT RÉGNERA POUR TOUJOURS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 the Lord God omnipotent shall reigneth forever and 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IL RÉGNERA POUR TOUJOURS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shall reign forever and 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 SEIGNEUR DIEU OMNIPOTENT RÉGNERA POUR TOUJOURS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 the Lord God omnipotent shall reigneth forever and 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IL RÉGNERA POUR TOUJOURS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shall reign forever and 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ALLÉLUIA…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Hallelujah, Hallelujah, Hallelujah
25-  ROI DES ROIS SEIGNEURS DES SEIGNEURS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King of kings Lord of lords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22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ALLÉLUIA, ALLÉLUIA ! ALLÉLUIA, ALLÉLUIA, ALLÉLUIA</a:t>
            </a:r>
          </a:p>
          <a:p>
            <a:r>
              <a:rPr lang="fr-FR" smtClean="0"/>
              <a:t>Hallelujah, Hallelujah, Hallelujah, Hallelujah</a:t>
            </a:r>
          </a:p>
          <a:p>
            <a:endParaRPr lang="fr-FR" smtClean="0"/>
          </a:p>
          <a:p>
            <a:r>
              <a:rPr lang="fr-FR" smtClean="0"/>
              <a:t>  2-  IL EST LE SAINT  QUI NOUS FUT PROMIS </a:t>
            </a:r>
          </a:p>
          <a:p>
            <a:r>
              <a:rPr lang="fr-FR" smtClean="0"/>
              <a:t>He is the promised Holy One
3-  ALLÉLU, ALLÉLUIA </a:t>
            </a:r>
          </a:p>
          <a:p>
            <a:r>
              <a:rPr lang="fr-FR" smtClean="0"/>
              <a:t>Hallelu, Hallelujah</a:t>
            </a:r>
          </a:p>
          <a:p>
            <a:r>
              <a:rPr lang="fr-FR" smtClean="0"/>
              <a:t>4-  EMMANUEL, LE FILS DE DIEU </a:t>
            </a:r>
          </a:p>
          <a:p>
            <a:r>
              <a:rPr lang="fr-FR" smtClean="0"/>
              <a:t>Emmanuel, God's only Son</a:t>
            </a:r>
          </a:p>
          <a:p>
            <a:r>
              <a:rPr lang="fr-FR" smtClean="0"/>
              <a:t>5-  ALLÉLU ALLÉLUIA </a:t>
            </a:r>
          </a:p>
          <a:p>
            <a:r>
              <a:rPr lang="fr-FR" smtClean="0"/>
              <a:t>Halle, Hallelujah</a:t>
            </a:r>
          </a:p>
          <a:p>
            <a:endParaRPr lang="fr-FR" smtClean="0"/>
          </a:p>
          <a:p>
            <a:r>
              <a:rPr lang="fr-FR" smtClean="0"/>
              <a:t>6-  L’INFINIMENT GRAND JE SUIS </a:t>
            </a:r>
          </a:p>
          <a:p>
            <a:r>
              <a:rPr lang="fr-FR" smtClean="0"/>
              <a:t>The everlasting Great I Am</a:t>
            </a:r>
          </a:p>
          <a:p>
            <a:r>
              <a:rPr lang="fr-FR" smtClean="0"/>
              <a:t>7-  ALLÉLU ALLÉLUIA </a:t>
            </a:r>
          </a:p>
          <a:p>
            <a:r>
              <a:rPr lang="fr-FR" smtClean="0"/>
              <a:t>Hallelu, Hallelujah</a:t>
            </a:r>
          </a:p>
          <a:p>
            <a:r>
              <a:rPr lang="fr-FR" smtClean="0"/>
              <a:t>8-  NÉ EN SIMPLE BÉBÉ À BETHLÉEM </a:t>
            </a:r>
          </a:p>
          <a:p>
            <a:r>
              <a:rPr lang="fr-FR" smtClean="0"/>
              <a:t>As a tiny little baby born in Bethlehem</a:t>
            </a:r>
          </a:p>
          <a:p>
            <a:r>
              <a:rPr lang="fr-FR" smtClean="0"/>
              <a:t>9-  ALLÉ ALLÉ ALLÉLUIA</a:t>
            </a:r>
          </a:p>
          <a:p>
            <a:r>
              <a:rPr lang="fr-FR" smtClean="0"/>
              <a:t>Halle-Halle-Hallelujah</a:t>
            </a:r>
          </a:p>
          <a:p>
            <a:r>
              <a:rPr lang="fr-FR" smtClean="0"/>
              <a:t> 
10-   ALLÉLUIA… </a:t>
            </a:r>
          </a:p>
          <a:p>
            <a:r>
              <a:rPr lang="fr-FR" smtClean="0"/>
              <a:t>Hallelujah, Hallelujah, Hallelujah</a:t>
            </a:r>
          </a:p>
          <a:p>
            <a:endParaRPr lang="fr-FR" smtClean="0"/>
          </a:p>
          <a:p>
            <a:r>
              <a:rPr lang="fr-FR" smtClean="0"/>
              <a:t>11-  QU’ON DIT LES ANGES CETTE NUIT-LÀ </a:t>
            </a:r>
          </a:p>
          <a:p>
            <a:r>
              <a:rPr lang="fr-FR" smtClean="0"/>
              <a:t>What did the angels say that night</a:t>
            </a:r>
          </a:p>
          <a:p>
            <a:r>
              <a:rPr lang="fr-FR" smtClean="0"/>
              <a:t>12-  ALLÉLU ALLÉLUIA </a:t>
            </a:r>
          </a:p>
          <a:p>
            <a:r>
              <a:rPr lang="fr-FR" smtClean="0"/>
              <a:t>Hallely, Hallelujah</a:t>
            </a:r>
          </a:p>
          <a:p>
            <a:r>
              <a:rPr lang="fr-FR" smtClean="0"/>
              <a:t>13-  EN REMPLISSANT  LES CIEUX DE LUMIÈRE</a:t>
            </a:r>
          </a:p>
          <a:p>
            <a:r>
              <a:rPr lang="fr-FR" smtClean="0"/>
              <a:t>As they filled the sky with Heavenly light</a:t>
            </a:r>
          </a:p>
          <a:p>
            <a:r>
              <a:rPr lang="fr-FR" smtClean="0"/>
              <a:t> 14-  ALLÉ ALLÉLUIA </a:t>
            </a:r>
          </a:p>
          <a:p>
            <a:r>
              <a:rPr lang="fr-FR" smtClean="0"/>
              <a:t>Halle, Hallelujah</a:t>
            </a:r>
          </a:p>
          <a:p>
            <a:endParaRPr lang="fr-FR" smtClean="0"/>
          </a:p>
          <a:p>
            <a:r>
              <a:rPr lang="fr-FR" smtClean="0"/>
              <a:t>15-  LES BERGERS  LES ONT ENTENDUS CHANTER </a:t>
            </a:r>
          </a:p>
          <a:p>
            <a:r>
              <a:rPr lang="fr-FR" smtClean="0"/>
              <a:t>The shepherds shook when they heard them sing</a:t>
            </a:r>
          </a:p>
          <a:p>
            <a:r>
              <a:rPr lang="fr-FR" smtClean="0"/>
              <a:t>16-  ALLÉLU ALLÉLUIA</a:t>
            </a:r>
          </a:p>
          <a:p>
            <a:r>
              <a:rPr lang="fr-FR" smtClean="0"/>
              <a:t>Hallelu, Hallelujah</a:t>
            </a:r>
          </a:p>
          <a:p>
            <a:r>
              <a:rPr lang="fr-FR" smtClean="0"/>
              <a:t> 17-  N’AYEZ PAS PEUR  NOS NOUVELLES SONT BONNES</a:t>
            </a:r>
          </a:p>
          <a:p>
            <a:r>
              <a:rPr lang="fr-FR" smtClean="0"/>
              <a:t>No need to fear good news we bring</a:t>
            </a:r>
          </a:p>
          <a:p>
            <a:r>
              <a:rPr lang="fr-FR" smtClean="0"/>
              <a:t> 18-  ALLÉ ALLÉ ALLÉLUIA </a:t>
            </a:r>
          </a:p>
          <a:p>
            <a:r>
              <a:rPr lang="fr-FR" smtClean="0"/>
              <a:t>Halle-Halle-Hallelujah</a:t>
            </a:r>
          </a:p>
          <a:p>
            <a:endParaRPr lang="fr-FR" smtClean="0"/>
          </a:p>
          <a:p>
            <a:r>
              <a:rPr lang="fr-FR" smtClean="0"/>
              <a:t>19-  ALLÉLUIA… </a:t>
            </a:r>
          </a:p>
          <a:p>
            <a:r>
              <a:rPr lang="fr-FR" smtClean="0"/>
              <a:t>Hallelujah, Hallelujah, Hallelujah</a:t>
            </a:r>
          </a:p>
          <a:p>
            <a:endParaRPr lang="fr-FR" smtClean="0"/>
          </a:p>
          <a:p>
            <a:r>
              <a:rPr lang="fr-FR" smtClean="0"/>
              <a:t>20-  LE SEIGNEUR DIEU OMNIPOTENT RÉGNERA POUR TOUJOURS À JAMAIS </a:t>
            </a:r>
          </a:p>
          <a:p>
            <a:r>
              <a:rPr lang="fr-FR" smtClean="0"/>
              <a:t>For the Lord God omnipotent shall reigneth forever and ever</a:t>
            </a:r>
          </a:p>
          <a:p>
            <a:r>
              <a:rPr lang="fr-FR" smtClean="0"/>
              <a:t>21-  IL RÉGNERA POUR TOUJOURS À JAMAIS </a:t>
            </a:r>
          </a:p>
          <a:p>
            <a:r>
              <a:rPr lang="fr-FR" smtClean="0"/>
              <a:t>He shall reign forever and ever</a:t>
            </a:r>
          </a:p>
          <a:p>
            <a:r>
              <a:rPr lang="fr-FR" smtClean="0"/>
              <a:t>22-  LE SEIGNEUR DIEU OMNIPOTENT RÉGNERA POUR TOUJOURS À JAMAIS </a:t>
            </a:r>
          </a:p>
          <a:p>
            <a:r>
              <a:rPr lang="fr-FR" smtClean="0"/>
              <a:t>For the Lord God omnipotent shall reigneth forever and ever</a:t>
            </a:r>
          </a:p>
          <a:p>
            <a:r>
              <a:rPr lang="fr-FR" smtClean="0"/>
              <a:t>23-  IL RÉGNERA POUR TOUJOURS À JAMAIS </a:t>
            </a:r>
          </a:p>
          <a:p>
            <a:r>
              <a:rPr lang="fr-FR" smtClean="0"/>
              <a:t>He shall reign forever and ever</a:t>
            </a:r>
          </a:p>
          <a:p>
            <a:endParaRPr lang="fr-FR" smtClean="0"/>
          </a:p>
          <a:p>
            <a:r>
              <a:rPr lang="fr-FR" smtClean="0"/>
              <a:t>24-  ALLÉLUIA… </a:t>
            </a:r>
          </a:p>
          <a:p>
            <a:r>
              <a:rPr lang="fr-FR" smtClean="0"/>
              <a:t>Hallelujah, Hallelujah, Hallelujah
25-  ROI DES ROIS SEIGNEURS DES SEIGNEURS </a:t>
            </a:r>
          </a:p>
          <a:p>
            <a:r>
              <a:rPr lang="fr-FR" smtClean="0"/>
              <a:t>King of kings Lord of lords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ALLÉLUIA, ALLÉLUIA ! ALLÉLUIA, ALLÉLUIA,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Hallelujah, Hallelujah, Hallelujah,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 2-  IL EST LE SAINT  QUI NOUS FUT PROMIS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is the promised Holy One
3-  ALLÉLU,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EMMANUEL, LE FILS DE DIEU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Emmanuel, God's only Son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ALLÉLU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L’INFINIMENT GRAND JE SUIS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everlasting Great I Am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ALLÉLU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NÉ EN SIMPLE BÉBÉ À BETHLÉEM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As a tiny little baby born in Bethlehem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ALLÉ ALLÉ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Halle-Halle-Hallelujah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10-   ALLÉLUIA…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Hallelujah, Hallelujah,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QU’ON DIT LES ANGES CETTE NUIT-LÀ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What did the angels say that night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ALLÉLU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Hallely,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EN REMPLISSANT  LES CIEUX DE LUMIÈRE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As they filled the sky with Heavenly light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14-  ALLÉ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LES BERGERS  LES ONT ENTENDUS CHANTER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shepherds shook when they heard them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ALLÉLU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17-  N’AYEZ PAS PEUR  NOS NOUVELLES SONT BONNES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 need to fear good news we bring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18-  ALLÉ ALLÉ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Halle-Halle-Hallelujah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ALLÉLUIA…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Hallelujah, Hallelujah,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LE SEIGNEUR DIEU OMNIPOTENT RÉGNERA POUR TOUJOURS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 the Lord God omnipotent shall reigneth forever and 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IL RÉGNERA POUR TOUJOURS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shall reign forever and 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 SEIGNEUR DIEU OMNIPOTENT RÉGNERA POUR TOUJOURS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 the Lord God omnipotent shall reigneth forever and 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IL RÉGNERA POUR TOUJOURS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shall reign forever and 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ALLÉLUIA…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Hallelujah, Hallelujah, Hallelujah
25-  ROI DES ROIS SEIGNEURS DES SEIGNEURS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King of kings Lord of lords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32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ALLÉLUIA, ALLÉLUIA ! ALLÉLUIA, ALLÉLUIA, ALLÉLUIA</a:t>
            </a:r>
          </a:p>
          <a:p>
            <a:r>
              <a:rPr lang="fr-FR" smtClean="0"/>
              <a:t>Hallelujah, Hallelujah, Hallelujah, Hallelujah</a:t>
            </a:r>
          </a:p>
          <a:p>
            <a:endParaRPr lang="fr-FR" smtClean="0"/>
          </a:p>
          <a:p>
            <a:r>
              <a:rPr lang="fr-FR" smtClean="0"/>
              <a:t>  2-  IL EST LE SAINT  QUI NOUS FUT PROMIS </a:t>
            </a:r>
          </a:p>
          <a:p>
            <a:r>
              <a:rPr lang="fr-FR" smtClean="0"/>
              <a:t>He is the promised Holy One
3-  ALLÉLU, ALLÉLUIA </a:t>
            </a:r>
          </a:p>
          <a:p>
            <a:r>
              <a:rPr lang="fr-FR" smtClean="0"/>
              <a:t>Hallelu, Hallelujah</a:t>
            </a:r>
          </a:p>
          <a:p>
            <a:r>
              <a:rPr lang="fr-FR" smtClean="0"/>
              <a:t>4-  EMMANUEL, LE FILS DE DIEU </a:t>
            </a:r>
          </a:p>
          <a:p>
            <a:r>
              <a:rPr lang="fr-FR" smtClean="0"/>
              <a:t>Emmanuel, God's only Son</a:t>
            </a:r>
          </a:p>
          <a:p>
            <a:r>
              <a:rPr lang="fr-FR" smtClean="0"/>
              <a:t>5-  ALLÉLU ALLÉLUIA </a:t>
            </a:r>
          </a:p>
          <a:p>
            <a:r>
              <a:rPr lang="fr-FR" smtClean="0"/>
              <a:t>Halle, Hallelujah</a:t>
            </a:r>
          </a:p>
          <a:p>
            <a:endParaRPr lang="fr-FR" smtClean="0"/>
          </a:p>
          <a:p>
            <a:r>
              <a:rPr lang="fr-FR" smtClean="0"/>
              <a:t>6-  L’INFINIMENT GRAND JE SUIS </a:t>
            </a:r>
          </a:p>
          <a:p>
            <a:r>
              <a:rPr lang="fr-FR" smtClean="0"/>
              <a:t>The everlasting Great I Am</a:t>
            </a:r>
          </a:p>
          <a:p>
            <a:r>
              <a:rPr lang="fr-FR" smtClean="0"/>
              <a:t>7-  ALLÉLU ALLÉLUIA </a:t>
            </a:r>
          </a:p>
          <a:p>
            <a:r>
              <a:rPr lang="fr-FR" smtClean="0"/>
              <a:t>Hallelu, Hallelujah</a:t>
            </a:r>
          </a:p>
          <a:p>
            <a:r>
              <a:rPr lang="fr-FR" smtClean="0"/>
              <a:t>8-  NÉ EN SIMPLE BÉBÉ À BETHLÉEM </a:t>
            </a:r>
          </a:p>
          <a:p>
            <a:r>
              <a:rPr lang="fr-FR" smtClean="0"/>
              <a:t>As a tiny little baby born in Bethlehem</a:t>
            </a:r>
          </a:p>
          <a:p>
            <a:r>
              <a:rPr lang="fr-FR" smtClean="0"/>
              <a:t>9-  ALLÉ ALLÉ ALLÉLUIA</a:t>
            </a:r>
          </a:p>
          <a:p>
            <a:r>
              <a:rPr lang="fr-FR" smtClean="0"/>
              <a:t>Halle-Halle-Hallelujah</a:t>
            </a:r>
          </a:p>
          <a:p>
            <a:r>
              <a:rPr lang="fr-FR" smtClean="0"/>
              <a:t> 
10-   ALLÉLUIA… </a:t>
            </a:r>
          </a:p>
          <a:p>
            <a:r>
              <a:rPr lang="fr-FR" smtClean="0"/>
              <a:t>Hallelujah, Hallelujah, Hallelujah</a:t>
            </a:r>
          </a:p>
          <a:p>
            <a:endParaRPr lang="fr-FR" smtClean="0"/>
          </a:p>
          <a:p>
            <a:r>
              <a:rPr lang="fr-FR" smtClean="0"/>
              <a:t>11-  QU’ON DIT LES ANGES CETTE NUIT-LÀ </a:t>
            </a:r>
          </a:p>
          <a:p>
            <a:r>
              <a:rPr lang="fr-FR" smtClean="0"/>
              <a:t>What did the angels say that night</a:t>
            </a:r>
          </a:p>
          <a:p>
            <a:r>
              <a:rPr lang="fr-FR" smtClean="0"/>
              <a:t>12-  ALLÉLU ALLÉLUIA </a:t>
            </a:r>
          </a:p>
          <a:p>
            <a:r>
              <a:rPr lang="fr-FR" smtClean="0"/>
              <a:t>Hallely, Hallelujah</a:t>
            </a:r>
          </a:p>
          <a:p>
            <a:r>
              <a:rPr lang="fr-FR" smtClean="0"/>
              <a:t>13-  EN REMPLISSANT  LES CIEUX DE LUMIÈRE</a:t>
            </a:r>
          </a:p>
          <a:p>
            <a:r>
              <a:rPr lang="fr-FR" smtClean="0"/>
              <a:t>As they filled the sky with Heavenly light</a:t>
            </a:r>
          </a:p>
          <a:p>
            <a:r>
              <a:rPr lang="fr-FR" smtClean="0"/>
              <a:t> 14-  ALLÉ ALLÉLUIA </a:t>
            </a:r>
          </a:p>
          <a:p>
            <a:r>
              <a:rPr lang="fr-FR" smtClean="0"/>
              <a:t>Halle, Hallelujah</a:t>
            </a:r>
          </a:p>
          <a:p>
            <a:endParaRPr lang="fr-FR" smtClean="0"/>
          </a:p>
          <a:p>
            <a:r>
              <a:rPr lang="fr-FR" smtClean="0"/>
              <a:t>15-  LES BERGERS  LES ONT ENTENDUS CHANTER </a:t>
            </a:r>
          </a:p>
          <a:p>
            <a:r>
              <a:rPr lang="fr-FR" smtClean="0"/>
              <a:t>The shepherds shook when they heard them sing</a:t>
            </a:r>
          </a:p>
          <a:p>
            <a:r>
              <a:rPr lang="fr-FR" smtClean="0"/>
              <a:t>16-  ALLÉLU ALLÉLUIA</a:t>
            </a:r>
          </a:p>
          <a:p>
            <a:r>
              <a:rPr lang="fr-FR" smtClean="0"/>
              <a:t>Hallelu, Hallelujah</a:t>
            </a:r>
          </a:p>
          <a:p>
            <a:r>
              <a:rPr lang="fr-FR" smtClean="0"/>
              <a:t> 17-  N’AYEZ PAS PEUR  NOS NOUVELLES SONT BONNES</a:t>
            </a:r>
          </a:p>
          <a:p>
            <a:r>
              <a:rPr lang="fr-FR" smtClean="0"/>
              <a:t>No need to fear good news we bring</a:t>
            </a:r>
          </a:p>
          <a:p>
            <a:r>
              <a:rPr lang="fr-FR" smtClean="0"/>
              <a:t> 18-  ALLÉ ALLÉ ALLÉLUIA </a:t>
            </a:r>
          </a:p>
          <a:p>
            <a:r>
              <a:rPr lang="fr-FR" smtClean="0"/>
              <a:t>Halle-Halle-Hallelujah</a:t>
            </a:r>
          </a:p>
          <a:p>
            <a:endParaRPr lang="fr-FR" smtClean="0"/>
          </a:p>
          <a:p>
            <a:r>
              <a:rPr lang="fr-FR" smtClean="0"/>
              <a:t>19-  ALLÉLUIA… </a:t>
            </a:r>
          </a:p>
          <a:p>
            <a:r>
              <a:rPr lang="fr-FR" smtClean="0"/>
              <a:t>Hallelujah, Hallelujah, Hallelujah</a:t>
            </a:r>
          </a:p>
          <a:p>
            <a:endParaRPr lang="fr-FR" smtClean="0"/>
          </a:p>
          <a:p>
            <a:r>
              <a:rPr lang="fr-FR" smtClean="0"/>
              <a:t>20-  LE SEIGNEUR DIEU OMNIPOTENT RÉGNERA POUR TOUJOURS À JAMAIS </a:t>
            </a:r>
          </a:p>
          <a:p>
            <a:r>
              <a:rPr lang="fr-FR" smtClean="0"/>
              <a:t>For the Lord God omnipotent shall reigneth forever and ever</a:t>
            </a:r>
          </a:p>
          <a:p>
            <a:r>
              <a:rPr lang="fr-FR" smtClean="0"/>
              <a:t>21-  IL RÉGNERA POUR TOUJOURS À JAMAIS </a:t>
            </a:r>
          </a:p>
          <a:p>
            <a:r>
              <a:rPr lang="fr-FR" smtClean="0"/>
              <a:t>He shall reign forever and ever</a:t>
            </a:r>
          </a:p>
          <a:p>
            <a:r>
              <a:rPr lang="fr-FR" smtClean="0"/>
              <a:t>22-  LE SEIGNEUR DIEU OMNIPOTENT RÉGNERA POUR TOUJOURS À JAMAIS </a:t>
            </a:r>
          </a:p>
          <a:p>
            <a:r>
              <a:rPr lang="fr-FR" smtClean="0"/>
              <a:t>For the Lord God omnipotent shall reigneth forever and ever</a:t>
            </a:r>
          </a:p>
          <a:p>
            <a:r>
              <a:rPr lang="fr-FR" smtClean="0"/>
              <a:t>23-  IL RÉGNERA POUR TOUJOURS À JAMAIS </a:t>
            </a:r>
          </a:p>
          <a:p>
            <a:r>
              <a:rPr lang="fr-FR" smtClean="0"/>
              <a:t>He shall reign forever and ever</a:t>
            </a:r>
          </a:p>
          <a:p>
            <a:endParaRPr lang="fr-FR" smtClean="0"/>
          </a:p>
          <a:p>
            <a:r>
              <a:rPr lang="fr-FR" smtClean="0"/>
              <a:t>24-  ALLÉLUIA… </a:t>
            </a:r>
          </a:p>
          <a:p>
            <a:r>
              <a:rPr lang="fr-FR" smtClean="0"/>
              <a:t>Hallelujah, Hallelujah, Hallelujah
25-  ROI DES ROIS SEIGNEURS DES SEIGNEURS </a:t>
            </a:r>
          </a:p>
          <a:p>
            <a:r>
              <a:rPr lang="fr-FR" smtClean="0"/>
              <a:t>King of kings Lord of lords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520707-FC1B-402E-8921-B96A8AC9964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627602-3B30-492D-BADA-E05537E7F3F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A29EBA-E669-4803-A1AF-1423FD87EB9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A2D20B-BD1C-45CD-9F53-70AB121854D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579C35-7543-4A99-BE2D-498FE405D1B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9261AA-9B72-4528-85BB-2F3EC6BEC7D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07116B-D738-4E62-B4CC-A148B045322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7A321E-D7BD-45F2-A51B-4D32B4E0B15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2EC236-ECC0-4EAD-8412-7A7D74A7272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8C32D2-863E-4FF9-A788-CEBC122F5CA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2C38D8-BE76-4153-B54C-C9FECA3E6BA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86F40E9E-962D-4BBB-AE1B-D22D7308CDD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ALLÉLUIA, ALLÉLUIA !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ALLÉLUIA, ALLÉLUIA, ALLÉLUIA 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EST LE SAINT 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QUI NOUS FUT PROMIS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ALLÉLU, ALLÉLUIA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EMMANUEL, LE FILS DE DIEU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ALLÉLU ALLÉLUIA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L’INFINIMENT GRAND JE SUIS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ALLÉLU ALLÉLUIA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NÉ EN SIMPLE BÉBÉ À BETHLÉEM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ALLÉ ALLÉ ALLÉLUIA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 ALLÉLUIA…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QU’ON DIT LES ANGES CETTE NUIT-LÀ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ALLÉLU ALLÉLUIA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EN REMPLISSANT 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LES CIEUX DE LUMIÈRE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ALLÉ ALLÉLUIA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LES BERGERS 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LES ONT ENTENDUS CHANTER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ALLÉLU ALLÉLUIA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N’AYEZ PAS PEUR 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NOS NOUVELLES SONT BONNES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ALLÉ ALLÉ ALLÉLUIA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ALLÉLUIA…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SEIGNEUR DIEU OMNIPOTENT RÉGNERA POUR TOUJOURS À JAMAIS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RÉGNERA POUR TOUJOURS À JAMAIS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SEIGNEUR DIEU OMNIPOTENT RÉGNERA POUR TOUJOURS À JAMAIS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RÉGNERA POUR TOUJOURS À JAMAIS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ALLÉLUIA…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ROI DES ROIS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SEIGNEURS DES SEIGNEURS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1503</TotalTime>
  <Words>311</Words>
  <Application>Microsoft Office PowerPoint</Application>
  <PresentationFormat>On-screen Show (4:3)</PresentationFormat>
  <Paragraphs>2781</Paragraphs>
  <Slides>25</Slides>
  <Notes>25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25</vt:i4>
      </vt:variant>
    </vt:vector>
  </HeadingPairs>
  <TitlesOfParts>
    <vt:vector size="29" baseType="lpstr">
      <vt:lpstr>Franklin Gothic Medium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  <vt:lpstr>Diapositive 19</vt:lpstr>
      <vt:lpstr>Diapositive 20</vt:lpstr>
      <vt:lpstr>Diapositive 21</vt:lpstr>
      <vt:lpstr>Diapositive 22</vt:lpstr>
      <vt:lpstr>Diapositive 23</vt:lpstr>
      <vt:lpstr>Diapositive 24</vt:lpstr>
      <vt:lpstr>Diapositive 25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Incrustations_NT</cp:lastModifiedBy>
  <cp:revision>152</cp:revision>
  <dcterms:created xsi:type="dcterms:W3CDTF">2002-08-17T10:50:50Z</dcterms:created>
  <dcterms:modified xsi:type="dcterms:W3CDTF">2017-06-11T10:42:12Z</dcterms:modified>
</cp:coreProperties>
</file>