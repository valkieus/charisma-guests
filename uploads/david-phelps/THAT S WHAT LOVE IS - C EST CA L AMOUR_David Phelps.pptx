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6" r:id="rId9"/>
    <p:sldId id="281" r:id="rId10"/>
    <p:sldId id="265" r:id="rId11"/>
    <p:sldId id="282" r:id="rId12"/>
    <p:sldId id="267" r:id="rId13"/>
    <p:sldId id="291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79" r:id="rId34"/>
    <p:sldId id="280" r:id="rId3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38824" autoAdjust="0"/>
  </p:normalViewPr>
  <p:slideViewPr>
    <p:cSldViewPr>
      <p:cViewPr varScale="1">
        <p:scale>
          <a:sx n="28" d="100"/>
          <a:sy n="28" d="100"/>
        </p:scale>
        <p:origin x="-1038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444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C0DA3250-A2CD-4840-8C23-0EA4814C0CF5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80CEA679-436E-4C2C-9206-B81679CAC85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C'EST LA SEULE CHOSE QUI MÉRITE LA MORT ET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PREMIER INSTANT ET LE DERNIER SOUFFLE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C'EST UN CŒUR BRISÉ QUI TIENT UN ENGAGEMENT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UNE ÂME PERDUE FINALEMENT SAUVÉE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TU PRIES POUR LA FOI QUAND IL DEVIENT DUR DE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CHOISIS DE RESTER QUAND IL EST FACILE DE PARTIR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L'ESPOIR N'EST PLUS TU ES LE SEUL À Y CROIRE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QUAND TU DONNES MÊME TOUT CE QUE TU N’AS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TE FAIT TROUVER LE MEILLEUR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PEUT TE FAIRE RIRE OU BIEN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PEUT T’AFFAIBLIR OU BIEN HAUT T’ÉLEVER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C'EST CE RÊVE QUE TU ABANDONNES POUR QUELQU'UN D'AUTRE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C'EST D'ÊTRE FORT QUAND TOI-MÊME TU ES FAIBLE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MEME SI ÇA TE DÉCHIRE TU Y CROIS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HAINE EST VAINCUE ET LE PARDON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TU TENDS LA JOUE QUAND LA COLÈRE MONTE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VENDS TOUT CE QUE TU AS ET LAISSANT TA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L'ESPOIR N'EST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TU ES LE SEUL QUI T'ACCROCHES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QUAND TU DONNES JUSQU'À TOUT PERDRE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PUISANT LE MEILLEUR AU FOND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IL PEUT TE FAIRE RIRE ET MÊME PLEURER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IL PEUT TE RENDRE FAIBLE ET TE RENDRE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31-  QUAND TU TROUVES LA SEULE RAISON D'EXISTER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C'EST ÇA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SE RÉPAND ET S'ACCROCHE AFIN QUE QUELQU'UN D'AUTRE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QUE L'AMOUR C'EST ENVERS ET CONTRE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C'EST LA SEULE CHOSE QUI MÉRITE LA MORT ET LA VIE</a:t>
            </a:r>
          </a:p>
          <a:p>
            <a:r>
              <a:rPr lang="fr-FR" smtClean="0"/>
              <a:t>2-  LE PREMIER INSTANT ET LE DERNIER SOUFFLE</a:t>
            </a:r>
          </a:p>
          <a:p>
            <a:r>
              <a:rPr lang="fr-FR" smtClean="0"/>
              <a:t>3-  C'EST UN CŒUR BRISÉ QUI TIENT UN ENGAGEMENT</a:t>
            </a:r>
          </a:p>
          <a:p>
            <a:r>
              <a:rPr lang="fr-FR" smtClean="0"/>
              <a:t>4-  ET UNE ÂME PERDUE FINALEMENT SAUVÉE </a:t>
            </a:r>
          </a:p>
          <a:p>
            <a:r>
              <a:rPr lang="fr-FR" smtClean="0"/>
              <a:t>5-  TU PRIES POUR LA FOI QUAND IL DEVIENT DUR DE CROIRE</a:t>
            </a:r>
          </a:p>
          <a:p>
            <a:r>
              <a:rPr lang="fr-FR" smtClean="0"/>
              <a:t>6-  TU CHOISIS DE RESTER QUAND IL EST FACILE DE PARTIR</a:t>
            </a:r>
          </a:p>
          <a:p>
            <a:r>
              <a:rPr lang="fr-FR" smtClean="0"/>
              <a:t>7-  QUAND L'ESPOIR N'EST PLUS TU ES LE SEUL À Y CROIRE ENCORE</a:t>
            </a:r>
          </a:p>
          <a:p>
            <a:endParaRPr lang="fr-FR" smtClean="0"/>
          </a:p>
          <a:p>
            <a:r>
              <a:rPr lang="fr-FR" smtClean="0"/>
              <a:t>	8-  C'EST ÇA L'AMOUR</a:t>
            </a:r>
          </a:p>
          <a:p>
            <a:r>
              <a:rPr lang="fr-FR" smtClean="0"/>
              <a:t>	9-  QUAND TU DONNES MÊME TOUT CE QUE TU N’AS PAS</a:t>
            </a:r>
          </a:p>
          <a:p>
            <a:r>
              <a:rPr lang="fr-FR" smtClean="0"/>
              <a:t>	10-  IL TE FAIT TROUVER LE MEILLEUR DE TOI</a:t>
            </a:r>
          </a:p>
          <a:p>
            <a:r>
              <a:rPr lang="fr-FR" smtClean="0"/>
              <a:t>	11-  C'EST ÇA L'AMOUR</a:t>
            </a:r>
          </a:p>
          <a:p>
            <a:r>
              <a:rPr lang="fr-FR" smtClean="0"/>
              <a:t>	12-  IL PEUT TE FAIRE RIRE OU BIEN PLEURER</a:t>
            </a:r>
          </a:p>
          <a:p>
            <a:r>
              <a:rPr lang="fr-FR" smtClean="0"/>
              <a:t>	13-  IL PEUT T’AFFAIBLIR OU BIEN HAUT T’ÉLEVER</a:t>
            </a:r>
          </a:p>
          <a:p>
            <a:r>
              <a:rPr lang="fr-FR" smtClean="0"/>
              <a:t>	14-  IL PEUT TE RENDRE FAIBLE ET TE RENDRE FORT</a:t>
            </a:r>
          </a:p>
          <a:p>
            <a:r>
              <a:rPr lang="fr-FR" smtClean="0"/>
              <a:t>	15-  QUAND TU TROUVES LA SEULE RAISON D'EXISTER</a:t>
            </a:r>
          </a:p>
          <a:p>
            <a:r>
              <a:rPr lang="fr-FR" smtClean="0"/>
              <a:t>	16-  C'EST ÇA L'AMOUR</a:t>
            </a:r>
          </a:p>
          <a:p>
            <a:endParaRPr lang="fr-FR" smtClean="0"/>
          </a:p>
          <a:p>
            <a:r>
              <a:rPr lang="fr-FR" smtClean="0"/>
              <a:t>17-  C'EST CE RÊVE QUE TU ABANDONNES POUR QUELQU'UN D'AUTRE</a:t>
            </a:r>
          </a:p>
          <a:p>
            <a:r>
              <a:rPr lang="fr-FR" smtClean="0"/>
              <a:t>18-  C'EST D'ÊTRE FORT QUAND TOI-MÊME TU ES FAIBLE</a:t>
            </a:r>
          </a:p>
          <a:p>
            <a:r>
              <a:rPr lang="fr-FR" smtClean="0"/>
              <a:t>19-  MEME SI ÇA TE DÉCHIRE TU Y CROIS ENCORE</a:t>
            </a:r>
          </a:p>
          <a:p>
            <a:r>
              <a:rPr lang="fr-FR" smtClean="0"/>
              <a:t>20-  LA HAINE EST VAINCUE ET LE PARDON VAINQUEUR</a:t>
            </a:r>
          </a:p>
          <a:p>
            <a:r>
              <a:rPr lang="fr-FR" smtClean="0"/>
              <a:t>21-  TU TENDS LA JOUE QUAND LA COLÈRE MONTE</a:t>
            </a:r>
          </a:p>
          <a:p>
            <a:r>
              <a:rPr lang="fr-FR" smtClean="0"/>
              <a:t>22-  VENDS TOUT CE QUE TU AS ET LAISSANT TA VIE </a:t>
            </a:r>
          </a:p>
          <a:p>
            <a:r>
              <a:rPr lang="fr-FR" smtClean="0"/>
              <a:t>23-  QUAND L'ESPOIR N'EST PLUS</a:t>
            </a:r>
          </a:p>
          <a:p>
            <a:r>
              <a:rPr lang="fr-FR" smtClean="0"/>
              <a:t>24-  TU ES LE SEUL QUI T'ACCROCHES ENCORE</a:t>
            </a:r>
          </a:p>
          <a:p>
            <a:endParaRPr lang="fr-FR" smtClean="0"/>
          </a:p>
          <a:p>
            <a:r>
              <a:rPr lang="fr-FR" smtClean="0"/>
              <a:t>	25-  C'EST ÇA L'AMOUR</a:t>
            </a:r>
          </a:p>
          <a:p>
            <a:r>
              <a:rPr lang="fr-FR" smtClean="0"/>
              <a:t>	26-  QUAND TU DONNES JUSQU'À TOUT PERDRE</a:t>
            </a:r>
          </a:p>
          <a:p>
            <a:r>
              <a:rPr lang="fr-FR" smtClean="0"/>
              <a:t>	27-  PUISANT LE MEILLEUR AU FOND DE TOI</a:t>
            </a:r>
          </a:p>
          <a:p>
            <a:r>
              <a:rPr lang="fr-FR" smtClean="0"/>
              <a:t>	28-  C'EST ÇA L'AMOUR</a:t>
            </a:r>
          </a:p>
          <a:p>
            <a:r>
              <a:rPr lang="fr-FR" smtClean="0"/>
              <a:t>	29-  IL PEUT TE FAIRE RIRE ET MÊME PLEURER</a:t>
            </a:r>
          </a:p>
          <a:p>
            <a:r>
              <a:rPr lang="fr-FR" smtClean="0"/>
              <a:t>	30-  IL PEUT TE RENDRE FAIBLE ET TE RENDRE FORT</a:t>
            </a:r>
          </a:p>
          <a:p>
            <a:r>
              <a:rPr lang="fr-FR" smtClean="0"/>
              <a:t>	31-  QUAND TU TROUVES LA SEULE RAISON D'EXISTER</a:t>
            </a:r>
          </a:p>
          <a:p>
            <a:r>
              <a:rPr lang="fr-FR" smtClean="0"/>
              <a:t>	32-  C'EST ÇA L'AMOUR</a:t>
            </a:r>
          </a:p>
          <a:p>
            <a:endParaRPr lang="fr-FR" smtClean="0"/>
          </a:p>
          <a:p>
            <a:r>
              <a:rPr lang="fr-FR" smtClean="0"/>
              <a:t>Pont: </a:t>
            </a:r>
          </a:p>
          <a:p>
            <a:r>
              <a:rPr lang="fr-FR" smtClean="0"/>
              <a:t>33-  IL SE RÉPAND ET S'ACCROCHE AFIN QUE QUELQU'UN D'AUTRE SACHE</a:t>
            </a:r>
          </a:p>
          <a:p>
            <a:r>
              <a:rPr lang="fr-FR" smtClean="0"/>
              <a:t>34-  QUE L'AMOUR C'EST ENVERS ET CONTRE TOUT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097ECE-9121-46A2-AB2B-ED85B1C987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98B2F0-CF8E-4063-AB74-8BE0A55772F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8D2461-6E66-4A51-8702-A3F7EC619E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5A4AE9-99C0-41E9-82D5-596EABD867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74F593-CA9A-4928-B6F6-44AAC24E48B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5A6F3D-9ED1-43D9-980D-E2F9AAADB8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7E26EF-76E5-4537-B210-9C48C36FCF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7EF7BA-CEBA-4CFB-8572-0435F86916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1C07A9-0F97-44B6-A78C-2552385606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451D0C-7B69-45BD-8180-6C06352184F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4D74BB-FBDC-4B96-9D72-FA7045BDAB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224C0CA2-6AAC-4B30-8524-B96EEDE4118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LA SEULE CHOSE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MÉRITE LA MORT ET LA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PREMIER INSTANT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LE DERNIER SOUFFLE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UN CŒUR BRISÉ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TIENT UN ENGAGEMENT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UNE ÂME PERDUE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FINALEMENT SAUVÉE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PRIES POUR LA FOI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IL DEVIENT DUR DE CROIRE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CHOISIS DE RESTER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IL EST FACILE DE PARTIR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L'ESPOIR N'EST PLUS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LE SEUL À Y CROIRE ENCORE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ÇA L'AMOUR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TU DONNES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MÊME TOUT CE QUE TU N’AS PAS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TE FAIT TROUVER LE MEILLEUR DE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ÇA L'AMOUR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PEUT TE FAIRE RIRE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 BIEN PLEURER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T’AFFAIBLIR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BIEN HAUT T’ÉLEVER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PEUT TE RENDRE FAIBLE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TE RENDRE FORT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TU TROUVES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SEULE RAISON D'EXISTER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ÇA L'AMOUR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CE RÊVE QUE TU ABANDONNES POUR QUELQU'UN D'AUTRE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D'ÊTRE FORT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TOI-MÊME TU ES FAIBLE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MEME SI ÇA TE DÉCHIRE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Y CROIS ENCORE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HAINE EST VAINCUE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LE PARDON VAINQUEUR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TENDS LA JOUE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LA COLÈRE MONTE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VENDS TOUT CE QUE TU 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LAISSANT TA VIE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L'ESPOIR N'EST PLUS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LE SEUL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T'ACCROCHES ENCORE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ÇA L'AMOUR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TU DONNES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JUSQU'À TOUT PERDRE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PUISANT LE MEILLEUR AU FOND DE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ÇA L'AMOUR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PEUT TE FAIRE RIRE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MÊME PLEURER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PEUT TE RENDRE FAIBLE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TE RENDRE FORT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TU TROUVES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SEULE RAISON D'EXISTER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ÇA L'AMOUR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SE RÉPAND ET S'ACCROCHE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AFIN QUE QUELQU'UN D'AUTRE SACHE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L'AMOUR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ENVERS ET CONTRE TOUT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</TotalTime>
  <Words>5145</Words>
  <Application>Microsoft PowerPoint</Application>
  <PresentationFormat>On-screen Show (4:3)</PresentationFormat>
  <Paragraphs>2710</Paragraphs>
  <Slides>34</Slides>
  <Notes>34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38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Yomo</cp:lastModifiedBy>
  <cp:revision>58</cp:revision>
  <dcterms:created xsi:type="dcterms:W3CDTF">2002-08-17T10:50:50Z</dcterms:created>
  <dcterms:modified xsi:type="dcterms:W3CDTF">2013-10-27T02:11:11Z</dcterms:modified>
</cp:coreProperties>
</file>