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68" r:id="rId19"/>
    <p:sldId id="269" r:id="rId20"/>
    <p:sldId id="279" r:id="rId21"/>
    <p:sldId id="280" r:id="rId22"/>
    <p:sldId id="281" r:id="rId23"/>
    <p:sldId id="282" r:id="rId24"/>
    <p:sldId id="283" r:id="rId25"/>
    <p:sldId id="284" r:id="rId2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43764" autoAdjust="0"/>
  </p:normalViewPr>
  <p:slideViewPr>
    <p:cSldViewPr>
      <p:cViewPr varScale="1">
        <p:scale>
          <a:sx n="44" d="100"/>
          <a:sy n="44" d="100"/>
        </p:scale>
        <p:origin x="-474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342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fld id="{EDA6FAA2-E580-4A89-AA3F-022EFEFE15BB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fld id="{239DA42C-BB9D-476B-9F8A-E59FBF6B6960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ÉCRIT LE CIEL ET LA TERRE PASSERONT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timeless theme, earth and heaven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CE N’EST PAS UN RÊVE, AUJOURD'HUI DIEU PEUT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not a dream, god will make all things new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POIDS DE LA PEINE S'EN EST ALLÉ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gone is the curse from which i stumbled and fell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MAL EST VAINCU POUR L'ÉTERNITÉ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evil is banished to eternal hell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night, no more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tears. never crying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will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TOUTES LES NATIONS SE PROSTERNENT AINSI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see all around now the nations bow down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N’Y A QU’UN SEUL BRUIT,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only sound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LES LOUANGES À JÉSUS LE CHRIST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 the praises to Christ, 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LENTEMENT, LES NOMS SONT LUS DANS LE LIVRE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slowly the names from the book are read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NE CRAINS RIEN CAR LE ROI LE ROI ME CONNAIS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know the king so there's no need to dread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night, no more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tears. never crying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will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J’APERÇOIS, CETTE DEMEURE PREPARÉE RIEN QUE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see over there, there's a mansion, oh that's prepared just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OÙ JE VIVRAI POUR L'ÉTERNITÉ AVEC LUI IL N'Y AURA PLUS DE NUIT...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will live with my savior eternally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night, no more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tears. never crying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will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TOUTE LA GLOIRE AU GRAND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we're gonna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IL EST ÉCRIT LE CIEL ET LA TERRE PASSERONT</a:t>
            </a:r>
          </a:p>
          <a:p>
            <a:r>
              <a:rPr lang="fr-FR" altLang="fr-FR" smtClean="0"/>
              <a:t>the timeless theme, earth and heaven will pass away</a:t>
            </a:r>
          </a:p>
          <a:p>
            <a:r>
              <a:rPr lang="fr-FR" altLang="fr-FR" smtClean="0"/>
              <a:t>2-  CE N’EST PAS UN RÊVE, AUJOURD'HUI DIEU PEUT TOUT CHANGER</a:t>
            </a:r>
          </a:p>
          <a:p>
            <a:r>
              <a:rPr lang="fr-FR" altLang="fr-FR" smtClean="0"/>
              <a:t>it's not a dream, god will make all things new that day</a:t>
            </a:r>
          </a:p>
          <a:p>
            <a:r>
              <a:rPr lang="fr-FR" altLang="fr-FR" smtClean="0"/>
              <a:t>3-  LE POIDS DE LA PEINE S'EN EST ALLÉ</a:t>
            </a:r>
          </a:p>
          <a:p>
            <a:r>
              <a:rPr lang="fr-FR" altLang="fr-FR" smtClean="0"/>
              <a:t>gone is the curse from which i stumbled and fell</a:t>
            </a:r>
          </a:p>
          <a:p>
            <a:r>
              <a:rPr lang="fr-FR" altLang="fr-FR" smtClean="0"/>
              <a:t>4-  LE MAL EST VAINCU POUR L'ÉTERNITÉ</a:t>
            </a:r>
          </a:p>
          <a:p>
            <a:r>
              <a:rPr lang="fr-FR" altLang="fr-FR" smtClean="0"/>
              <a:t>evil is banished to eternal hell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5-  PLUS DE NUIT, DE DOULEURS</a:t>
            </a:r>
          </a:p>
          <a:p>
            <a:r>
              <a:rPr lang="fr-FR" altLang="fr-FR" smtClean="0"/>
              <a:t>	no more night, no more pain</a:t>
            </a:r>
          </a:p>
          <a:p>
            <a:r>
              <a:rPr lang="fr-FR" altLang="fr-FR" smtClean="0"/>
              <a:t>	6-  PLUS DE LARMES IL N’Y AURA PLUS DE PLEURS</a:t>
            </a:r>
          </a:p>
          <a:p>
            <a:r>
              <a:rPr lang="fr-FR" altLang="fr-FR" smtClean="0"/>
              <a:t>	no more tears. never crying again</a:t>
            </a:r>
          </a:p>
          <a:p>
            <a:r>
              <a:rPr lang="fr-FR" altLang="fr-FR" smtClean="0"/>
              <a:t>	7-  LOUANGE SOIT AU GRAND « JE SUIS »</a:t>
            </a:r>
          </a:p>
          <a:p>
            <a:r>
              <a:rPr lang="fr-FR" altLang="fr-FR" smtClean="0"/>
              <a:t>	and praises to the great "i am"</a:t>
            </a:r>
          </a:p>
          <a:p>
            <a:r>
              <a:rPr lang="fr-FR" altLang="fr-FR" smtClean="0"/>
              <a:t>	8-  NOUS VIVRONS DANS LA GLOIRE DE L’AGNEAU DE DIEU</a:t>
            </a:r>
          </a:p>
          <a:p>
            <a:r>
              <a:rPr lang="fr-FR" altLang="fr-FR" smtClean="0"/>
              <a:t>	we will live in the light of the risen lamb</a:t>
            </a:r>
          </a:p>
          <a:p>
            <a:endParaRPr lang="fr-FR" altLang="fr-FR" smtClean="0"/>
          </a:p>
          <a:p>
            <a:r>
              <a:rPr lang="fr-FR" altLang="fr-FR" smtClean="0"/>
              <a:t>9-  TOUTES LES NATIONS SE PROSTERNENT AINSI DEVANT LUI</a:t>
            </a:r>
          </a:p>
          <a:p>
            <a:r>
              <a:rPr lang="fr-FR" altLang="fr-FR" smtClean="0"/>
              <a:t>see all around now the nations bow down to sing</a:t>
            </a:r>
          </a:p>
          <a:p>
            <a:r>
              <a:rPr lang="fr-FR" altLang="fr-FR" smtClean="0"/>
              <a:t>10-  IL N’Y A QU’UN SEUL BRUIT, </a:t>
            </a:r>
          </a:p>
          <a:p>
            <a:r>
              <a:rPr lang="fr-FR" altLang="fr-FR" smtClean="0"/>
              <a:t>the only sound </a:t>
            </a:r>
          </a:p>
          <a:p>
            <a:r>
              <a:rPr lang="fr-FR" altLang="fr-FR" smtClean="0"/>
              <a:t>11-  LES LOUANGES À JÉSUS LE CHRIST </a:t>
            </a:r>
          </a:p>
          <a:p>
            <a:r>
              <a:rPr lang="fr-FR" altLang="fr-FR" smtClean="0"/>
              <a:t>is the praises to Christ, our king</a:t>
            </a:r>
          </a:p>
          <a:p>
            <a:r>
              <a:rPr lang="fr-FR" altLang="fr-FR" smtClean="0"/>
              <a:t>12-  LENTEMENT, LES NOMS SONT LUS DANS LE LIVRE</a:t>
            </a:r>
          </a:p>
          <a:p>
            <a:r>
              <a:rPr lang="fr-FR" altLang="fr-FR" smtClean="0"/>
              <a:t>slowly the names from the book are read</a:t>
            </a:r>
          </a:p>
          <a:p>
            <a:r>
              <a:rPr lang="fr-FR" altLang="fr-FR" smtClean="0"/>
              <a:t>13-  JE NE CRAINS RIEN CAR LE ROI LE ROI ME CONNAIS</a:t>
            </a:r>
          </a:p>
          <a:p>
            <a:r>
              <a:rPr lang="fr-FR" altLang="fr-FR" smtClean="0"/>
              <a:t>i know the king so there's no need to dread</a:t>
            </a:r>
          </a:p>
          <a:p>
            <a:endParaRPr lang="fr-FR" altLang="fr-FR" smtClean="0"/>
          </a:p>
          <a:p>
            <a:r>
              <a:rPr lang="fr-FR" altLang="fr-FR" smtClean="0"/>
              <a:t>	14-  PLUS DE NUIT, DE DOULEURS</a:t>
            </a:r>
          </a:p>
          <a:p>
            <a:r>
              <a:rPr lang="fr-FR" altLang="fr-FR" smtClean="0"/>
              <a:t>	no more night, no more pain</a:t>
            </a:r>
          </a:p>
          <a:p>
            <a:r>
              <a:rPr lang="fr-FR" altLang="fr-FR" smtClean="0"/>
              <a:t>	15-  PLUS DE LARMES IL N’Y AURA PLUS DE PLEURS</a:t>
            </a:r>
          </a:p>
          <a:p>
            <a:r>
              <a:rPr lang="fr-FR" altLang="fr-FR" smtClean="0"/>
              <a:t>	no more tears. never crying again</a:t>
            </a:r>
          </a:p>
          <a:p>
            <a:r>
              <a:rPr lang="fr-FR" altLang="fr-FR" smtClean="0"/>
              <a:t>	16-  LOUANGE SOIT AU GRAND « JE SUIS »</a:t>
            </a:r>
          </a:p>
          <a:p>
            <a:r>
              <a:rPr lang="fr-FR" altLang="fr-FR" smtClean="0"/>
              <a:t>	and praises to the great "i am"</a:t>
            </a:r>
          </a:p>
          <a:p>
            <a:r>
              <a:rPr lang="fr-FR" altLang="fr-FR" smtClean="0"/>
              <a:t>	17-  NOUS VIVRONS DANS LA GLOIRE DE L’AGNEAU DE DIEU</a:t>
            </a:r>
          </a:p>
          <a:p>
            <a:r>
              <a:rPr lang="fr-FR" altLang="fr-FR" smtClean="0"/>
              <a:t>	we will live in the light of the risen lamb</a:t>
            </a:r>
          </a:p>
          <a:p>
            <a:endParaRPr lang="fr-FR" altLang="fr-FR" smtClean="0"/>
          </a:p>
          <a:p>
            <a:r>
              <a:rPr lang="fr-FR" altLang="fr-FR" smtClean="0"/>
              <a:t>18-  J’APERÇOIS, CETTE DEMEURE PREPARÉE RIEN QUE POUR MOI</a:t>
            </a:r>
          </a:p>
          <a:p>
            <a:r>
              <a:rPr lang="fr-FR" altLang="fr-FR" smtClean="0"/>
              <a:t>see over there, there's a mansion, oh that's prepared just for me</a:t>
            </a:r>
          </a:p>
          <a:p>
            <a:r>
              <a:rPr lang="fr-FR" altLang="fr-FR" smtClean="0"/>
              <a:t>19-  OÙ JE VIVRAI POUR L'ÉTERNITÉ AVEC LUI IL N'Y AURA PLUS DE NUIT...</a:t>
            </a:r>
          </a:p>
          <a:p>
            <a:r>
              <a:rPr lang="fr-FR" altLang="fr-FR" smtClean="0"/>
              <a:t>where i will live with my savior eternally</a:t>
            </a:r>
          </a:p>
          <a:p>
            <a:endParaRPr lang="fr-FR" altLang="fr-FR" smtClean="0"/>
          </a:p>
          <a:p>
            <a:r>
              <a:rPr lang="fr-FR" altLang="fr-FR" smtClean="0"/>
              <a:t>	20-  PLUS DE NUIT, DE DOULEURS</a:t>
            </a:r>
          </a:p>
          <a:p>
            <a:r>
              <a:rPr lang="fr-FR" altLang="fr-FR" smtClean="0"/>
              <a:t>	no more night, no more pain</a:t>
            </a:r>
          </a:p>
          <a:p>
            <a:r>
              <a:rPr lang="fr-FR" altLang="fr-FR" smtClean="0"/>
              <a:t>	21-  PLUS DE LARMES IL N’Y AURA PLUS DE PLEURS</a:t>
            </a:r>
          </a:p>
          <a:p>
            <a:r>
              <a:rPr lang="fr-FR" altLang="fr-FR" smtClean="0"/>
              <a:t>	no more tears. never crying again</a:t>
            </a:r>
          </a:p>
          <a:p>
            <a:r>
              <a:rPr lang="fr-FR" altLang="fr-FR" smtClean="0"/>
              <a:t>	22-  LOUANGE SOIT AU GRAND « JE SUIS »</a:t>
            </a:r>
          </a:p>
          <a:p>
            <a:r>
              <a:rPr lang="fr-FR" altLang="fr-FR" smtClean="0"/>
              <a:t>	and praises to the great "i am"</a:t>
            </a:r>
          </a:p>
          <a:p>
            <a:r>
              <a:rPr lang="fr-FR" altLang="fr-FR" smtClean="0"/>
              <a:t>	23-  NOUS VIVRONS DANS LA GLOIRE DE L’AGNEAU DE DIEU</a:t>
            </a:r>
          </a:p>
          <a:p>
            <a:r>
              <a:rPr lang="fr-FR" altLang="fr-FR" smtClean="0"/>
              <a:t>	we will live in the light of the risen lamb</a:t>
            </a:r>
          </a:p>
          <a:p>
            <a:endParaRPr lang="fr-FR" altLang="fr-FR" smtClean="0"/>
          </a:p>
          <a:p>
            <a:r>
              <a:rPr lang="fr-FR" altLang="fr-FR" smtClean="0"/>
              <a:t>24- TOUTE LA GLOIRE AU GRAND JE SUIS</a:t>
            </a:r>
          </a:p>
          <a:p>
            <a:r>
              <a:rPr lang="fr-FR" altLang="fr-FR" smtClean="0"/>
              <a:t>all praises to the great "i am"</a:t>
            </a:r>
          </a:p>
          <a:p>
            <a:r>
              <a:rPr lang="fr-FR" altLang="fr-FR" smtClean="0"/>
              <a:t>25- NOUS VIVRONS DANS LA GLOIRE DE L’AGNEAU DE DIEU</a:t>
            </a:r>
          </a:p>
          <a:p>
            <a:r>
              <a:rPr lang="fr-FR" altLang="fr-FR" smtClean="0"/>
              <a:t>we're gonna live in the light of the risen lamb</a:t>
            </a:r>
          </a:p>
          <a:p>
            <a:r>
              <a:rPr lang="fr-FR" altLang="fr-FR" smtClean="0"/>
              <a:t> </a:t>
            </a:r>
          </a:p>
          <a:p>
            <a:endParaRPr lang="fr-FR" altLang="fr-FR" smtClean="0"/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ÉCRIT LE CIEL ET LA TERRE PASSERONT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timeless theme, earth and heaven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CE N’EST PAS UN RÊVE, AUJOURD'HUI DIEU PEUT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not a dream, god will make all things new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POIDS DE LA PEINE S'EN EST ALLÉ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gone is the curse from which i stumbled and fell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MAL EST VAINCU POUR L'ÉTERNITÉ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evil is banished to eternal hell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night, no more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tears. never crying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will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TOUTES LES NATIONS SE PROSTERNENT AINSI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see all around now the nations bow down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N’Y A QU’UN SEUL BRUIT,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only sound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LES LOUANGES À JÉSUS LE CHRIST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 the praises to Christ, 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LENTEMENT, LES NOMS SONT LUS DANS LE LIVRE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slowly the names from the book are read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NE CRAINS RIEN CAR LE ROI LE ROI ME CONNAIS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know the king so there's no need to dread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night, no more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tears. never crying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will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J’APERÇOIS, CETTE DEMEURE PREPARÉE RIEN QUE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see over there, there's a mansion, oh that's prepared just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OÙ JE VIVRAI POUR L'ÉTERNITÉ AVEC LUI IL N'Y AURA PLUS DE NUIT...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will live with my savior eternally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night, no more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tears. never crying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will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TOUTE LA GLOIRE AU GRAND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we're gonna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IL EST ÉCRIT LE CIEL ET LA TERRE PASSERONT</a:t>
            </a:r>
          </a:p>
          <a:p>
            <a:r>
              <a:rPr lang="fr-FR" altLang="fr-FR" smtClean="0"/>
              <a:t>the timeless theme, earth and heaven will pass away</a:t>
            </a:r>
          </a:p>
          <a:p>
            <a:r>
              <a:rPr lang="fr-FR" altLang="fr-FR" smtClean="0"/>
              <a:t>2-  CE N’EST PAS UN RÊVE, AUJOURD'HUI DIEU PEUT TOUT CHANGER</a:t>
            </a:r>
          </a:p>
          <a:p>
            <a:r>
              <a:rPr lang="fr-FR" altLang="fr-FR" smtClean="0"/>
              <a:t>it's not a dream, god will make all things new that day</a:t>
            </a:r>
          </a:p>
          <a:p>
            <a:r>
              <a:rPr lang="fr-FR" altLang="fr-FR" smtClean="0"/>
              <a:t>3-  LE POIDS DE LA PEINE S'EN EST ALLÉ</a:t>
            </a:r>
          </a:p>
          <a:p>
            <a:r>
              <a:rPr lang="fr-FR" altLang="fr-FR" smtClean="0"/>
              <a:t>gone is the curse from which i stumbled and fell</a:t>
            </a:r>
          </a:p>
          <a:p>
            <a:r>
              <a:rPr lang="fr-FR" altLang="fr-FR" smtClean="0"/>
              <a:t>4-  LE MAL EST VAINCU POUR L'ÉTERNITÉ</a:t>
            </a:r>
          </a:p>
          <a:p>
            <a:r>
              <a:rPr lang="fr-FR" altLang="fr-FR" smtClean="0"/>
              <a:t>evil is banished to eternal hell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5-  PLUS DE NUIT, DE DOULEURS</a:t>
            </a:r>
          </a:p>
          <a:p>
            <a:r>
              <a:rPr lang="fr-FR" altLang="fr-FR" smtClean="0"/>
              <a:t>	no more night, no more pain</a:t>
            </a:r>
          </a:p>
          <a:p>
            <a:r>
              <a:rPr lang="fr-FR" altLang="fr-FR" smtClean="0"/>
              <a:t>	6-  PLUS DE LARMES IL N’Y AURA PLUS DE PLEURS</a:t>
            </a:r>
          </a:p>
          <a:p>
            <a:r>
              <a:rPr lang="fr-FR" altLang="fr-FR" smtClean="0"/>
              <a:t>	no more tears. never crying again</a:t>
            </a:r>
          </a:p>
          <a:p>
            <a:r>
              <a:rPr lang="fr-FR" altLang="fr-FR" smtClean="0"/>
              <a:t>	7-  LOUANGE SOIT AU GRAND « JE SUIS »</a:t>
            </a:r>
          </a:p>
          <a:p>
            <a:r>
              <a:rPr lang="fr-FR" altLang="fr-FR" smtClean="0"/>
              <a:t>	and praises to the great "i am"</a:t>
            </a:r>
          </a:p>
          <a:p>
            <a:r>
              <a:rPr lang="fr-FR" altLang="fr-FR" smtClean="0"/>
              <a:t>	8-  NOUS VIVRONS DANS LA GLOIRE DE L’AGNEAU DE DIEU</a:t>
            </a:r>
          </a:p>
          <a:p>
            <a:r>
              <a:rPr lang="fr-FR" altLang="fr-FR" smtClean="0"/>
              <a:t>	we will live in the light of the risen lamb</a:t>
            </a:r>
          </a:p>
          <a:p>
            <a:endParaRPr lang="fr-FR" altLang="fr-FR" smtClean="0"/>
          </a:p>
          <a:p>
            <a:r>
              <a:rPr lang="fr-FR" altLang="fr-FR" smtClean="0"/>
              <a:t>9-  TOUTES LES NATIONS SE PROSTERNENT AINSI DEVANT LUI</a:t>
            </a:r>
          </a:p>
          <a:p>
            <a:r>
              <a:rPr lang="fr-FR" altLang="fr-FR" smtClean="0"/>
              <a:t>see all around now the nations bow down to sing</a:t>
            </a:r>
          </a:p>
          <a:p>
            <a:r>
              <a:rPr lang="fr-FR" altLang="fr-FR" smtClean="0"/>
              <a:t>10-  IL N’Y A QU’UN SEUL BRUIT, </a:t>
            </a:r>
          </a:p>
          <a:p>
            <a:r>
              <a:rPr lang="fr-FR" altLang="fr-FR" smtClean="0"/>
              <a:t>the only sound </a:t>
            </a:r>
          </a:p>
          <a:p>
            <a:r>
              <a:rPr lang="fr-FR" altLang="fr-FR" smtClean="0"/>
              <a:t>11-  LES LOUANGES À JÉSUS LE CHRIST </a:t>
            </a:r>
          </a:p>
          <a:p>
            <a:r>
              <a:rPr lang="fr-FR" altLang="fr-FR" smtClean="0"/>
              <a:t>is the praises to Christ, our king</a:t>
            </a:r>
          </a:p>
          <a:p>
            <a:r>
              <a:rPr lang="fr-FR" altLang="fr-FR" smtClean="0"/>
              <a:t>12-  LENTEMENT, LES NOMS SONT LUS DANS LE LIVRE</a:t>
            </a:r>
          </a:p>
          <a:p>
            <a:r>
              <a:rPr lang="fr-FR" altLang="fr-FR" smtClean="0"/>
              <a:t>slowly the names from the book are read</a:t>
            </a:r>
          </a:p>
          <a:p>
            <a:r>
              <a:rPr lang="fr-FR" altLang="fr-FR" smtClean="0"/>
              <a:t>13-  JE NE CRAINS RIEN CAR LE ROI LE ROI ME CONNAIS</a:t>
            </a:r>
          </a:p>
          <a:p>
            <a:r>
              <a:rPr lang="fr-FR" altLang="fr-FR" smtClean="0"/>
              <a:t>i know the king so there's no need to dread</a:t>
            </a:r>
          </a:p>
          <a:p>
            <a:endParaRPr lang="fr-FR" altLang="fr-FR" smtClean="0"/>
          </a:p>
          <a:p>
            <a:r>
              <a:rPr lang="fr-FR" altLang="fr-FR" smtClean="0"/>
              <a:t>	14-  PLUS DE NUIT, DE DOULEURS</a:t>
            </a:r>
          </a:p>
          <a:p>
            <a:r>
              <a:rPr lang="fr-FR" altLang="fr-FR" smtClean="0"/>
              <a:t>	no more night, no more pain</a:t>
            </a:r>
          </a:p>
          <a:p>
            <a:r>
              <a:rPr lang="fr-FR" altLang="fr-FR" smtClean="0"/>
              <a:t>	15-  PLUS DE LARMES IL N’Y AURA PLUS DE PLEURS</a:t>
            </a:r>
          </a:p>
          <a:p>
            <a:r>
              <a:rPr lang="fr-FR" altLang="fr-FR" smtClean="0"/>
              <a:t>	no more tears. never crying again</a:t>
            </a:r>
          </a:p>
          <a:p>
            <a:r>
              <a:rPr lang="fr-FR" altLang="fr-FR" smtClean="0"/>
              <a:t>	16-  LOUANGE SOIT AU GRAND « JE SUIS »</a:t>
            </a:r>
          </a:p>
          <a:p>
            <a:r>
              <a:rPr lang="fr-FR" altLang="fr-FR" smtClean="0"/>
              <a:t>	and praises to the great "i am"</a:t>
            </a:r>
          </a:p>
          <a:p>
            <a:r>
              <a:rPr lang="fr-FR" altLang="fr-FR" smtClean="0"/>
              <a:t>	17-  NOUS VIVRONS DANS LA GLOIRE DE L’AGNEAU DE DIEU</a:t>
            </a:r>
          </a:p>
          <a:p>
            <a:r>
              <a:rPr lang="fr-FR" altLang="fr-FR" smtClean="0"/>
              <a:t>	we will live in the light of the risen lamb</a:t>
            </a:r>
          </a:p>
          <a:p>
            <a:endParaRPr lang="fr-FR" altLang="fr-FR" smtClean="0"/>
          </a:p>
          <a:p>
            <a:r>
              <a:rPr lang="fr-FR" altLang="fr-FR" smtClean="0"/>
              <a:t>18-  J’APERÇOIS, CETTE DEMEURE PREPARÉE RIEN QUE POUR MOI</a:t>
            </a:r>
          </a:p>
          <a:p>
            <a:r>
              <a:rPr lang="fr-FR" altLang="fr-FR" smtClean="0"/>
              <a:t>see over there, there's a mansion, oh that's prepared just for me</a:t>
            </a:r>
          </a:p>
          <a:p>
            <a:r>
              <a:rPr lang="fr-FR" altLang="fr-FR" smtClean="0"/>
              <a:t>19-  OÙ JE VIVRAI POUR L'ÉTERNITÉ AVEC LUI IL N'Y AURA PLUS DE NUIT...</a:t>
            </a:r>
          </a:p>
          <a:p>
            <a:r>
              <a:rPr lang="fr-FR" altLang="fr-FR" smtClean="0"/>
              <a:t>where i will live with my savior eternally</a:t>
            </a:r>
          </a:p>
          <a:p>
            <a:endParaRPr lang="fr-FR" altLang="fr-FR" smtClean="0"/>
          </a:p>
          <a:p>
            <a:r>
              <a:rPr lang="fr-FR" altLang="fr-FR" smtClean="0"/>
              <a:t>	20-  PLUS DE NUIT, DE DOULEURS</a:t>
            </a:r>
          </a:p>
          <a:p>
            <a:r>
              <a:rPr lang="fr-FR" altLang="fr-FR" smtClean="0"/>
              <a:t>	no more night, no more pain</a:t>
            </a:r>
          </a:p>
          <a:p>
            <a:r>
              <a:rPr lang="fr-FR" altLang="fr-FR" smtClean="0"/>
              <a:t>	21-  PLUS DE LARMES IL N’Y AURA PLUS DE PLEURS</a:t>
            </a:r>
          </a:p>
          <a:p>
            <a:r>
              <a:rPr lang="fr-FR" altLang="fr-FR" smtClean="0"/>
              <a:t>	no more tears. never crying again</a:t>
            </a:r>
          </a:p>
          <a:p>
            <a:r>
              <a:rPr lang="fr-FR" altLang="fr-FR" smtClean="0"/>
              <a:t>	22-  LOUANGE SOIT AU GRAND « JE SUIS »</a:t>
            </a:r>
          </a:p>
          <a:p>
            <a:r>
              <a:rPr lang="fr-FR" altLang="fr-FR" smtClean="0"/>
              <a:t>	and praises to the great "i am"</a:t>
            </a:r>
          </a:p>
          <a:p>
            <a:r>
              <a:rPr lang="fr-FR" altLang="fr-FR" smtClean="0"/>
              <a:t>	23-  NOUS VIVRONS DANS LA GLOIRE DE L’AGNEAU DE DIEU</a:t>
            </a:r>
          </a:p>
          <a:p>
            <a:r>
              <a:rPr lang="fr-FR" altLang="fr-FR" smtClean="0"/>
              <a:t>	we will live in the light of the risen lamb</a:t>
            </a:r>
          </a:p>
          <a:p>
            <a:endParaRPr lang="fr-FR" altLang="fr-FR" smtClean="0"/>
          </a:p>
          <a:p>
            <a:r>
              <a:rPr lang="fr-FR" altLang="fr-FR" smtClean="0"/>
              <a:t>24- TOUTE LA GLOIRE AU GRAND JE SUIS</a:t>
            </a:r>
          </a:p>
          <a:p>
            <a:r>
              <a:rPr lang="fr-FR" altLang="fr-FR" smtClean="0"/>
              <a:t>all praises to the great "i am"</a:t>
            </a:r>
          </a:p>
          <a:p>
            <a:r>
              <a:rPr lang="fr-FR" altLang="fr-FR" smtClean="0"/>
              <a:t>25- NOUS VIVRONS DANS LA GLOIRE DE L’AGNEAU DE DIEU</a:t>
            </a:r>
          </a:p>
          <a:p>
            <a:r>
              <a:rPr lang="fr-FR" altLang="fr-FR" smtClean="0"/>
              <a:t>we're gonna live in the light of the risen lamb</a:t>
            </a:r>
          </a:p>
          <a:p>
            <a:r>
              <a:rPr lang="fr-FR" altLang="fr-FR" smtClean="0"/>
              <a:t> </a:t>
            </a:r>
          </a:p>
          <a:p>
            <a:endParaRPr lang="fr-FR" altLang="fr-FR" smtClean="0"/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IL EST ÉCRIT LE CIEL ET LA TERRE PASSERONT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the </a:t>
            </a:r>
            <a:r>
              <a:rPr lang="fr-FR" dirty="0" err="1" smtClean="0"/>
              <a:t>timeless</a:t>
            </a:r>
            <a:r>
              <a:rPr lang="fr-FR" dirty="0" smtClean="0"/>
              <a:t> </a:t>
            </a:r>
            <a:r>
              <a:rPr lang="fr-FR" dirty="0" err="1" smtClean="0"/>
              <a:t>theme</a:t>
            </a:r>
            <a:r>
              <a:rPr lang="fr-FR" dirty="0" smtClean="0"/>
              <a:t>, </a:t>
            </a:r>
            <a:r>
              <a:rPr lang="fr-FR" dirty="0" err="1" smtClean="0"/>
              <a:t>earth</a:t>
            </a:r>
            <a:r>
              <a:rPr lang="fr-FR" dirty="0" smtClean="0"/>
              <a:t> and </a:t>
            </a:r>
            <a:r>
              <a:rPr lang="fr-FR" dirty="0" err="1" smtClean="0"/>
              <a:t>heaven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pass</a:t>
            </a:r>
            <a:r>
              <a:rPr lang="fr-FR" dirty="0" smtClean="0"/>
              <a:t> </a:t>
            </a:r>
            <a:r>
              <a:rPr lang="fr-FR" dirty="0" err="1" smtClean="0"/>
              <a:t>away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CE N’EST PAS UN RÊVE, AUJOURD'HUI DIEU PEUT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it's</a:t>
            </a:r>
            <a:r>
              <a:rPr lang="fr-FR" dirty="0" smtClean="0"/>
              <a:t> not a </a:t>
            </a:r>
            <a:r>
              <a:rPr lang="fr-FR" dirty="0" err="1" smtClean="0"/>
              <a:t>dream</a:t>
            </a:r>
            <a:r>
              <a:rPr lang="fr-FR" dirty="0" smtClean="0"/>
              <a:t>, </a:t>
            </a:r>
            <a:r>
              <a:rPr lang="fr-FR" dirty="0" err="1" smtClean="0"/>
              <a:t>god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make</a:t>
            </a:r>
            <a:r>
              <a:rPr lang="fr-FR" dirty="0" smtClean="0"/>
              <a:t> all </a:t>
            </a:r>
            <a:r>
              <a:rPr lang="fr-FR" dirty="0" err="1" smtClean="0"/>
              <a:t>things</a:t>
            </a:r>
            <a:r>
              <a:rPr lang="fr-FR" dirty="0" smtClean="0"/>
              <a:t> new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day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LE POIDS DE LA PEINE S'EN EST ALLÉ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gone </a:t>
            </a:r>
            <a:r>
              <a:rPr lang="fr-FR" dirty="0" err="1" smtClean="0"/>
              <a:t>is</a:t>
            </a:r>
            <a:r>
              <a:rPr lang="fr-FR" dirty="0" smtClean="0"/>
              <a:t> the </a:t>
            </a:r>
            <a:r>
              <a:rPr lang="fr-FR" dirty="0" err="1" smtClean="0"/>
              <a:t>curse</a:t>
            </a:r>
            <a:r>
              <a:rPr lang="fr-FR" dirty="0" smtClean="0"/>
              <a:t> </a:t>
            </a:r>
            <a:r>
              <a:rPr lang="fr-FR" dirty="0" err="1" smtClean="0"/>
              <a:t>from</a:t>
            </a:r>
            <a:r>
              <a:rPr lang="fr-FR" dirty="0" smtClean="0"/>
              <a:t> </a:t>
            </a:r>
            <a:r>
              <a:rPr lang="fr-FR" dirty="0" err="1" smtClean="0"/>
              <a:t>which</a:t>
            </a:r>
            <a:r>
              <a:rPr lang="fr-FR" dirty="0" smtClean="0"/>
              <a:t> i </a:t>
            </a:r>
            <a:r>
              <a:rPr lang="fr-FR" dirty="0" err="1" smtClean="0"/>
              <a:t>stumbled</a:t>
            </a:r>
            <a:r>
              <a:rPr lang="fr-FR" dirty="0" smtClean="0"/>
              <a:t> and </a:t>
            </a:r>
            <a:r>
              <a:rPr lang="fr-FR" dirty="0" err="1" smtClean="0"/>
              <a:t>fell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LE MAL EST VAINCU POUR L'ÉTERNITÉ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evil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banished</a:t>
            </a:r>
            <a:r>
              <a:rPr lang="fr-FR" dirty="0" smtClean="0"/>
              <a:t> to </a:t>
            </a:r>
            <a:r>
              <a:rPr lang="fr-FR" smtClean="0"/>
              <a:t>eternal</a:t>
            </a:r>
            <a:r>
              <a:rPr lang="fr-FR" dirty="0" smtClean="0"/>
              <a:t> </a:t>
            </a:r>
            <a:r>
              <a:rPr lang="fr-FR" dirty="0" err="1" smtClean="0"/>
              <a:t>hell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5-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no more night, no more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6-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no more </a:t>
            </a:r>
            <a:r>
              <a:rPr lang="fr-FR" dirty="0" err="1" smtClean="0"/>
              <a:t>tears</a:t>
            </a:r>
            <a:r>
              <a:rPr lang="fr-FR" dirty="0" smtClean="0"/>
              <a:t>. </a:t>
            </a:r>
            <a:r>
              <a:rPr lang="fr-FR" dirty="0" err="1" smtClean="0"/>
              <a:t>never</a:t>
            </a:r>
            <a:r>
              <a:rPr lang="fr-FR" dirty="0" smtClean="0"/>
              <a:t> </a:t>
            </a:r>
            <a:r>
              <a:rPr lang="fr-FR" dirty="0" err="1" smtClean="0"/>
              <a:t>crying</a:t>
            </a:r>
            <a:r>
              <a:rPr lang="fr-FR" dirty="0" smtClean="0"/>
              <a:t> </a:t>
            </a:r>
            <a:r>
              <a:rPr lang="fr-FR" dirty="0" err="1" smtClean="0"/>
              <a:t>again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7-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and </a:t>
            </a:r>
            <a:r>
              <a:rPr lang="fr-FR" dirty="0" err="1" smtClean="0"/>
              <a:t>praises</a:t>
            </a:r>
            <a:r>
              <a:rPr lang="fr-FR" dirty="0" smtClean="0"/>
              <a:t> to the </a:t>
            </a:r>
            <a:r>
              <a:rPr lang="fr-FR" dirty="0" err="1" smtClean="0"/>
              <a:t>great</a:t>
            </a:r>
            <a:r>
              <a:rPr lang="fr-FR" dirty="0" smtClean="0"/>
              <a:t> "i </a:t>
            </a:r>
            <a:r>
              <a:rPr lang="fr-FR" dirty="0" err="1" smtClean="0"/>
              <a:t>am</a:t>
            </a:r>
            <a:r>
              <a:rPr lang="fr-FR" dirty="0" smtClean="0"/>
              <a:t>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8-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live in the light of the </a:t>
            </a:r>
            <a:r>
              <a:rPr lang="fr-FR" dirty="0" err="1" smtClean="0"/>
              <a:t>risen</a:t>
            </a:r>
            <a:r>
              <a:rPr lang="fr-FR" dirty="0" smtClean="0"/>
              <a:t> </a:t>
            </a:r>
            <a:r>
              <a:rPr lang="fr-FR" dirty="0" err="1" smtClean="0"/>
              <a:t>lamb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TOUTES LES NATIONS SE PROSTERNENT AINSI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see</a:t>
            </a:r>
            <a:r>
              <a:rPr lang="fr-FR" dirty="0" smtClean="0"/>
              <a:t> all </a:t>
            </a:r>
            <a:r>
              <a:rPr lang="fr-FR" dirty="0" err="1" smtClean="0"/>
              <a:t>around</a:t>
            </a:r>
            <a:r>
              <a:rPr lang="fr-FR" dirty="0" smtClean="0"/>
              <a:t> </a:t>
            </a:r>
            <a:r>
              <a:rPr lang="fr-FR" dirty="0" err="1" smtClean="0"/>
              <a:t>now</a:t>
            </a:r>
            <a:r>
              <a:rPr lang="fr-FR" dirty="0" smtClean="0"/>
              <a:t> the nations </a:t>
            </a:r>
            <a:r>
              <a:rPr lang="fr-FR" dirty="0" err="1" smtClean="0"/>
              <a:t>bow</a:t>
            </a:r>
            <a:r>
              <a:rPr lang="fr-FR" dirty="0" smtClean="0"/>
              <a:t> down to </a:t>
            </a:r>
            <a:r>
              <a:rPr lang="fr-FR" dirty="0" err="1" smtClean="0"/>
              <a:t>sing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IL N’Y A QU’UN SEUL BRUIT,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the </a:t>
            </a:r>
            <a:r>
              <a:rPr lang="fr-FR" dirty="0" err="1" smtClean="0"/>
              <a:t>only</a:t>
            </a:r>
            <a:r>
              <a:rPr lang="fr-FR" dirty="0" smtClean="0"/>
              <a:t> </a:t>
            </a:r>
            <a:r>
              <a:rPr lang="fr-FR" dirty="0" err="1" smtClean="0"/>
              <a:t>sound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LES LOUANGES À JÉSUS LE CHRIST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is</a:t>
            </a:r>
            <a:r>
              <a:rPr lang="fr-FR" dirty="0" smtClean="0"/>
              <a:t> the </a:t>
            </a:r>
            <a:r>
              <a:rPr lang="fr-FR" dirty="0" err="1" smtClean="0"/>
              <a:t>praises</a:t>
            </a:r>
            <a:r>
              <a:rPr lang="fr-FR" dirty="0" smtClean="0"/>
              <a:t> to Christ, </a:t>
            </a:r>
            <a:r>
              <a:rPr lang="fr-FR" dirty="0" err="1" smtClean="0"/>
              <a:t>our</a:t>
            </a:r>
            <a:r>
              <a:rPr lang="fr-FR" dirty="0" smtClean="0"/>
              <a:t> </a:t>
            </a:r>
            <a:r>
              <a:rPr lang="fr-FR" dirty="0" err="1" smtClean="0"/>
              <a:t>king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LENTEMENT, LES NOMS SONT LUS DANS LE LIVRE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slowly</a:t>
            </a:r>
            <a:r>
              <a:rPr lang="fr-FR" dirty="0" smtClean="0"/>
              <a:t> the </a:t>
            </a:r>
            <a:r>
              <a:rPr lang="fr-FR" dirty="0" err="1" smtClean="0"/>
              <a:t>names</a:t>
            </a:r>
            <a:r>
              <a:rPr lang="fr-FR" dirty="0" smtClean="0"/>
              <a:t> </a:t>
            </a:r>
            <a:r>
              <a:rPr lang="fr-FR" dirty="0" err="1" smtClean="0"/>
              <a:t>from</a:t>
            </a:r>
            <a:r>
              <a:rPr lang="fr-FR" dirty="0" smtClean="0"/>
              <a:t> the book are </a:t>
            </a:r>
            <a:r>
              <a:rPr lang="fr-FR" dirty="0" err="1" smtClean="0"/>
              <a:t>read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JE NE CRAINS RIEN CAR LE ROI LE ROI ME CONNAIS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 know the </a:t>
            </a:r>
            <a:r>
              <a:rPr lang="fr-FR" dirty="0" err="1" smtClean="0"/>
              <a:t>king</a:t>
            </a:r>
            <a:r>
              <a:rPr lang="fr-FR" dirty="0" smtClean="0"/>
              <a:t> </a:t>
            </a:r>
            <a:r>
              <a:rPr lang="fr-FR" dirty="0" err="1" smtClean="0"/>
              <a:t>so</a:t>
            </a:r>
            <a:r>
              <a:rPr lang="fr-FR" dirty="0" smtClean="0"/>
              <a:t> </a:t>
            </a:r>
            <a:r>
              <a:rPr lang="fr-FR" dirty="0" err="1" smtClean="0"/>
              <a:t>there's</a:t>
            </a:r>
            <a:r>
              <a:rPr lang="fr-FR" dirty="0" smtClean="0"/>
              <a:t> no </a:t>
            </a:r>
            <a:r>
              <a:rPr lang="fr-FR" dirty="0" err="1" smtClean="0"/>
              <a:t>need</a:t>
            </a:r>
            <a:r>
              <a:rPr lang="fr-FR" dirty="0" smtClean="0"/>
              <a:t> to </a:t>
            </a:r>
            <a:r>
              <a:rPr lang="fr-FR" dirty="0" err="1" smtClean="0"/>
              <a:t>dread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14-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no more night, no more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15-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no more </a:t>
            </a:r>
            <a:r>
              <a:rPr lang="fr-FR" dirty="0" err="1" smtClean="0"/>
              <a:t>tears</a:t>
            </a:r>
            <a:r>
              <a:rPr lang="fr-FR" dirty="0" smtClean="0"/>
              <a:t>. </a:t>
            </a:r>
            <a:r>
              <a:rPr lang="fr-FR" dirty="0" err="1" smtClean="0"/>
              <a:t>never</a:t>
            </a:r>
            <a:r>
              <a:rPr lang="fr-FR" dirty="0" smtClean="0"/>
              <a:t> </a:t>
            </a:r>
            <a:r>
              <a:rPr lang="fr-FR" dirty="0" err="1" smtClean="0"/>
              <a:t>crying</a:t>
            </a:r>
            <a:r>
              <a:rPr lang="fr-FR" dirty="0" smtClean="0"/>
              <a:t> </a:t>
            </a:r>
            <a:r>
              <a:rPr lang="fr-FR" dirty="0" err="1" smtClean="0"/>
              <a:t>again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16-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and </a:t>
            </a:r>
            <a:r>
              <a:rPr lang="fr-FR" dirty="0" err="1" smtClean="0"/>
              <a:t>praises</a:t>
            </a:r>
            <a:r>
              <a:rPr lang="fr-FR" dirty="0" smtClean="0"/>
              <a:t> to the </a:t>
            </a:r>
            <a:r>
              <a:rPr lang="fr-FR" dirty="0" err="1" smtClean="0"/>
              <a:t>great</a:t>
            </a:r>
            <a:r>
              <a:rPr lang="fr-FR" dirty="0" smtClean="0"/>
              <a:t> "i </a:t>
            </a:r>
            <a:r>
              <a:rPr lang="fr-FR" dirty="0" err="1" smtClean="0"/>
              <a:t>am</a:t>
            </a:r>
            <a:r>
              <a:rPr lang="fr-FR" dirty="0" smtClean="0"/>
              <a:t>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17-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live in the light of the </a:t>
            </a:r>
            <a:r>
              <a:rPr lang="fr-FR" dirty="0" err="1" smtClean="0"/>
              <a:t>risen</a:t>
            </a:r>
            <a:r>
              <a:rPr lang="fr-FR" dirty="0" smtClean="0"/>
              <a:t> </a:t>
            </a:r>
            <a:r>
              <a:rPr lang="fr-FR" dirty="0" err="1" smtClean="0"/>
              <a:t>lamb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18-  J’APERÇOIS, CETTE DEMEURE PREPARÉE RIEN QUE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see</a:t>
            </a:r>
            <a:r>
              <a:rPr lang="fr-FR" dirty="0" smtClean="0"/>
              <a:t> over </a:t>
            </a:r>
            <a:r>
              <a:rPr lang="fr-FR" dirty="0" err="1" smtClean="0"/>
              <a:t>there</a:t>
            </a:r>
            <a:r>
              <a:rPr lang="fr-FR" dirty="0" smtClean="0"/>
              <a:t>, </a:t>
            </a:r>
            <a:r>
              <a:rPr lang="fr-FR" dirty="0" err="1" smtClean="0"/>
              <a:t>there's</a:t>
            </a:r>
            <a:r>
              <a:rPr lang="fr-FR" dirty="0" smtClean="0"/>
              <a:t> a mansion, oh </a:t>
            </a:r>
            <a:r>
              <a:rPr lang="fr-FR" dirty="0" err="1" smtClean="0"/>
              <a:t>that's</a:t>
            </a:r>
            <a:r>
              <a:rPr lang="fr-FR" dirty="0" smtClean="0"/>
              <a:t> </a:t>
            </a:r>
            <a:r>
              <a:rPr lang="fr-FR" dirty="0" err="1" smtClean="0"/>
              <a:t>prepared</a:t>
            </a:r>
            <a:r>
              <a:rPr lang="fr-FR" dirty="0" smtClean="0"/>
              <a:t> </a:t>
            </a:r>
            <a:r>
              <a:rPr lang="fr-FR" dirty="0" err="1" smtClean="0"/>
              <a:t>just</a:t>
            </a:r>
            <a:r>
              <a:rPr lang="fr-FR" dirty="0" smtClean="0"/>
              <a:t>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19-  OÙ JE VIVRAI POUR L'ÉTERNITÉ AVEC LUI IL N'Y AURA PLUS DE NUIT...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where</a:t>
            </a:r>
            <a:r>
              <a:rPr lang="fr-FR" dirty="0" smtClean="0"/>
              <a:t> i </a:t>
            </a:r>
            <a:r>
              <a:rPr lang="fr-FR" dirty="0" err="1" smtClean="0"/>
              <a:t>will</a:t>
            </a:r>
            <a:r>
              <a:rPr lang="fr-FR" dirty="0" smtClean="0"/>
              <a:t> live </a:t>
            </a:r>
            <a:r>
              <a:rPr lang="fr-FR" dirty="0" err="1" smtClean="0"/>
              <a:t>with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savior</a:t>
            </a:r>
            <a:r>
              <a:rPr lang="fr-FR" dirty="0" smtClean="0"/>
              <a:t> </a:t>
            </a:r>
            <a:r>
              <a:rPr lang="fr-FR" dirty="0" err="1" smtClean="0"/>
              <a:t>eternally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20-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no more night, no more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21-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no more </a:t>
            </a:r>
            <a:r>
              <a:rPr lang="fr-FR" dirty="0" err="1" smtClean="0"/>
              <a:t>tears</a:t>
            </a:r>
            <a:r>
              <a:rPr lang="fr-FR" dirty="0" smtClean="0"/>
              <a:t>. </a:t>
            </a:r>
            <a:r>
              <a:rPr lang="fr-FR" dirty="0" err="1" smtClean="0"/>
              <a:t>never</a:t>
            </a:r>
            <a:r>
              <a:rPr lang="fr-FR" dirty="0" smtClean="0"/>
              <a:t> </a:t>
            </a:r>
            <a:r>
              <a:rPr lang="fr-FR" dirty="0" err="1" smtClean="0"/>
              <a:t>crying</a:t>
            </a:r>
            <a:r>
              <a:rPr lang="fr-FR" dirty="0" smtClean="0"/>
              <a:t> </a:t>
            </a:r>
            <a:r>
              <a:rPr lang="fr-FR" dirty="0" err="1" smtClean="0"/>
              <a:t>again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22-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and </a:t>
            </a:r>
            <a:r>
              <a:rPr lang="fr-FR" dirty="0" err="1" smtClean="0"/>
              <a:t>praises</a:t>
            </a:r>
            <a:r>
              <a:rPr lang="fr-FR" dirty="0" smtClean="0"/>
              <a:t> to the </a:t>
            </a:r>
            <a:r>
              <a:rPr lang="fr-FR" dirty="0" err="1" smtClean="0"/>
              <a:t>great</a:t>
            </a:r>
            <a:r>
              <a:rPr lang="fr-FR" dirty="0" smtClean="0"/>
              <a:t> "i </a:t>
            </a:r>
            <a:r>
              <a:rPr lang="fr-FR" dirty="0" err="1" smtClean="0"/>
              <a:t>am</a:t>
            </a:r>
            <a:r>
              <a:rPr lang="fr-FR" dirty="0" smtClean="0"/>
              <a:t>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23-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live in the light of the </a:t>
            </a:r>
            <a:r>
              <a:rPr lang="fr-FR" dirty="0" err="1" smtClean="0"/>
              <a:t>risen</a:t>
            </a:r>
            <a:r>
              <a:rPr lang="fr-FR" dirty="0" smtClean="0"/>
              <a:t> </a:t>
            </a:r>
            <a:r>
              <a:rPr lang="fr-FR" dirty="0" err="1" smtClean="0"/>
              <a:t>lamb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24- TOUTE LA GLOIRE AU GRAND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all </a:t>
            </a:r>
            <a:r>
              <a:rPr lang="fr-FR" dirty="0" err="1" smtClean="0"/>
              <a:t>praises</a:t>
            </a:r>
            <a:r>
              <a:rPr lang="fr-FR" dirty="0" smtClean="0"/>
              <a:t> to the </a:t>
            </a:r>
            <a:r>
              <a:rPr lang="fr-FR" dirty="0" err="1" smtClean="0"/>
              <a:t>great</a:t>
            </a:r>
            <a:r>
              <a:rPr lang="fr-FR" dirty="0" smtClean="0"/>
              <a:t> "i </a:t>
            </a:r>
            <a:r>
              <a:rPr lang="fr-FR" dirty="0" err="1" smtClean="0"/>
              <a:t>am</a:t>
            </a:r>
            <a:r>
              <a:rPr lang="fr-FR" dirty="0" smtClean="0"/>
              <a:t>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25-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we're</a:t>
            </a:r>
            <a:r>
              <a:rPr lang="fr-FR" dirty="0" smtClean="0"/>
              <a:t> </a:t>
            </a:r>
            <a:r>
              <a:rPr lang="fr-FR" dirty="0" err="1" smtClean="0"/>
              <a:t>gonna</a:t>
            </a:r>
            <a:r>
              <a:rPr lang="fr-FR" dirty="0" smtClean="0"/>
              <a:t> live in the light of the </a:t>
            </a:r>
            <a:r>
              <a:rPr lang="fr-FR" dirty="0" err="1" smtClean="0"/>
              <a:t>risen</a:t>
            </a:r>
            <a:r>
              <a:rPr lang="fr-FR" dirty="0" smtClean="0"/>
              <a:t> </a:t>
            </a:r>
            <a:r>
              <a:rPr lang="fr-FR" dirty="0" err="1" smtClean="0"/>
              <a:t>lamb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IL EST ÉCRIT LE CIEL ET LA TERRE PASSERONT</a:t>
            </a:r>
          </a:p>
          <a:p>
            <a:r>
              <a:rPr lang="fr-FR" altLang="fr-FR" smtClean="0"/>
              <a:t>the timeless theme, earth and heaven will pass away</a:t>
            </a:r>
          </a:p>
          <a:p>
            <a:r>
              <a:rPr lang="fr-FR" altLang="fr-FR" smtClean="0"/>
              <a:t>2-  CE N’EST PAS UN RÊVE, AUJOURD'HUI DIEU PEUT TOUT CHANGER</a:t>
            </a:r>
          </a:p>
          <a:p>
            <a:r>
              <a:rPr lang="fr-FR" altLang="fr-FR" smtClean="0"/>
              <a:t>it's not a dream, god will make all things new that day</a:t>
            </a:r>
          </a:p>
          <a:p>
            <a:r>
              <a:rPr lang="fr-FR" altLang="fr-FR" smtClean="0"/>
              <a:t>3-  LE POIDS DE LA PEINE S'EN EST ALLÉ</a:t>
            </a:r>
          </a:p>
          <a:p>
            <a:r>
              <a:rPr lang="fr-FR" altLang="fr-FR" smtClean="0"/>
              <a:t>gone is the curse from which i stumbled and fell</a:t>
            </a:r>
          </a:p>
          <a:p>
            <a:r>
              <a:rPr lang="fr-FR" altLang="fr-FR" smtClean="0"/>
              <a:t>4-  LE MAL EST VAINCU POUR L'ÉTERNITÉ</a:t>
            </a:r>
          </a:p>
          <a:p>
            <a:r>
              <a:rPr lang="fr-FR" altLang="fr-FR" smtClean="0"/>
              <a:t>evil is banished to eternal hell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5-  PLUS DE NUIT, DE DOULEURS</a:t>
            </a:r>
          </a:p>
          <a:p>
            <a:r>
              <a:rPr lang="fr-FR" altLang="fr-FR" smtClean="0"/>
              <a:t>	no more night, no more pain</a:t>
            </a:r>
          </a:p>
          <a:p>
            <a:r>
              <a:rPr lang="fr-FR" altLang="fr-FR" smtClean="0"/>
              <a:t>	6-  PLUS DE LARMES IL N’Y AURA PLUS DE PLEURS</a:t>
            </a:r>
          </a:p>
          <a:p>
            <a:r>
              <a:rPr lang="fr-FR" altLang="fr-FR" smtClean="0"/>
              <a:t>	no more tears. never crying again</a:t>
            </a:r>
          </a:p>
          <a:p>
            <a:r>
              <a:rPr lang="fr-FR" altLang="fr-FR" smtClean="0"/>
              <a:t>	7-  LOUANGE SOIT AU GRAND « JE SUIS »</a:t>
            </a:r>
          </a:p>
          <a:p>
            <a:r>
              <a:rPr lang="fr-FR" altLang="fr-FR" smtClean="0"/>
              <a:t>	and praises to the great "i am"</a:t>
            </a:r>
          </a:p>
          <a:p>
            <a:r>
              <a:rPr lang="fr-FR" altLang="fr-FR" smtClean="0"/>
              <a:t>	8-  NOUS VIVRONS DANS LA GLOIRE DE L’AGNEAU DE DIEU</a:t>
            </a:r>
          </a:p>
          <a:p>
            <a:r>
              <a:rPr lang="fr-FR" altLang="fr-FR" smtClean="0"/>
              <a:t>	we will live in the light of the risen lamb</a:t>
            </a:r>
          </a:p>
          <a:p>
            <a:endParaRPr lang="fr-FR" altLang="fr-FR" smtClean="0"/>
          </a:p>
          <a:p>
            <a:r>
              <a:rPr lang="fr-FR" altLang="fr-FR" smtClean="0"/>
              <a:t>9-  TOUTES LES NATIONS SE PROSTERNENT AINSI DEVANT LUI</a:t>
            </a:r>
          </a:p>
          <a:p>
            <a:r>
              <a:rPr lang="fr-FR" altLang="fr-FR" smtClean="0"/>
              <a:t>see all around now the nations bow down to sing</a:t>
            </a:r>
          </a:p>
          <a:p>
            <a:r>
              <a:rPr lang="fr-FR" altLang="fr-FR" smtClean="0"/>
              <a:t>10-  IL N’Y A QU’UN SEUL BRUIT, </a:t>
            </a:r>
          </a:p>
          <a:p>
            <a:r>
              <a:rPr lang="fr-FR" altLang="fr-FR" smtClean="0"/>
              <a:t>the only sound </a:t>
            </a:r>
          </a:p>
          <a:p>
            <a:r>
              <a:rPr lang="fr-FR" altLang="fr-FR" smtClean="0"/>
              <a:t>11-  LES LOUANGES À JÉSUS LE CHRIST </a:t>
            </a:r>
          </a:p>
          <a:p>
            <a:r>
              <a:rPr lang="fr-FR" altLang="fr-FR" smtClean="0"/>
              <a:t>is the praises to Christ, our king</a:t>
            </a:r>
          </a:p>
          <a:p>
            <a:r>
              <a:rPr lang="fr-FR" altLang="fr-FR" smtClean="0"/>
              <a:t>12-  LENTEMENT, LES NOMS SONT LUS DANS LE LIVRE</a:t>
            </a:r>
          </a:p>
          <a:p>
            <a:r>
              <a:rPr lang="fr-FR" altLang="fr-FR" smtClean="0"/>
              <a:t>slowly the names from the book are read</a:t>
            </a:r>
          </a:p>
          <a:p>
            <a:r>
              <a:rPr lang="fr-FR" altLang="fr-FR" smtClean="0"/>
              <a:t>13-  JE NE CRAINS RIEN CAR LE ROI LE ROI ME CONNAIS</a:t>
            </a:r>
          </a:p>
          <a:p>
            <a:r>
              <a:rPr lang="fr-FR" altLang="fr-FR" smtClean="0"/>
              <a:t>i know the king so there's no need to dread</a:t>
            </a:r>
          </a:p>
          <a:p>
            <a:endParaRPr lang="fr-FR" altLang="fr-FR" smtClean="0"/>
          </a:p>
          <a:p>
            <a:r>
              <a:rPr lang="fr-FR" altLang="fr-FR" smtClean="0"/>
              <a:t>	14-  PLUS DE NUIT, DE DOULEURS</a:t>
            </a:r>
          </a:p>
          <a:p>
            <a:r>
              <a:rPr lang="fr-FR" altLang="fr-FR" smtClean="0"/>
              <a:t>	no more night, no more pain</a:t>
            </a:r>
          </a:p>
          <a:p>
            <a:r>
              <a:rPr lang="fr-FR" altLang="fr-FR" smtClean="0"/>
              <a:t>	15-  PLUS DE LARMES IL N’Y AURA PLUS DE PLEURS</a:t>
            </a:r>
          </a:p>
          <a:p>
            <a:r>
              <a:rPr lang="fr-FR" altLang="fr-FR" smtClean="0"/>
              <a:t>	no more tears. never crying again</a:t>
            </a:r>
          </a:p>
          <a:p>
            <a:r>
              <a:rPr lang="fr-FR" altLang="fr-FR" smtClean="0"/>
              <a:t>	16-  LOUANGE SOIT AU GRAND « JE SUIS »</a:t>
            </a:r>
          </a:p>
          <a:p>
            <a:r>
              <a:rPr lang="fr-FR" altLang="fr-FR" smtClean="0"/>
              <a:t>	and praises to the great "i am"</a:t>
            </a:r>
          </a:p>
          <a:p>
            <a:r>
              <a:rPr lang="fr-FR" altLang="fr-FR" smtClean="0"/>
              <a:t>	17-  NOUS VIVRONS DANS LA GLOIRE DE L’AGNEAU DE DIEU</a:t>
            </a:r>
          </a:p>
          <a:p>
            <a:r>
              <a:rPr lang="fr-FR" altLang="fr-FR" smtClean="0"/>
              <a:t>	we will live in the light of the risen lamb</a:t>
            </a:r>
          </a:p>
          <a:p>
            <a:endParaRPr lang="fr-FR" altLang="fr-FR" smtClean="0"/>
          </a:p>
          <a:p>
            <a:r>
              <a:rPr lang="fr-FR" altLang="fr-FR" smtClean="0"/>
              <a:t>18-  J’APERÇOIS, CETTE DEMEURE PREPARÉE RIEN QUE POUR MOI</a:t>
            </a:r>
          </a:p>
          <a:p>
            <a:r>
              <a:rPr lang="fr-FR" altLang="fr-FR" smtClean="0"/>
              <a:t>see over there, there's a mansion, oh that's prepared just for me</a:t>
            </a:r>
          </a:p>
          <a:p>
            <a:r>
              <a:rPr lang="fr-FR" altLang="fr-FR" smtClean="0"/>
              <a:t>19-  OÙ JE VIVRAI POUR L'ÉTERNITÉ AVEC LUI IL N'Y AURA PLUS DE NUIT...</a:t>
            </a:r>
          </a:p>
          <a:p>
            <a:r>
              <a:rPr lang="fr-FR" altLang="fr-FR" smtClean="0"/>
              <a:t>where i will live with my savior eternally</a:t>
            </a:r>
          </a:p>
          <a:p>
            <a:endParaRPr lang="fr-FR" altLang="fr-FR" smtClean="0"/>
          </a:p>
          <a:p>
            <a:r>
              <a:rPr lang="fr-FR" altLang="fr-FR" smtClean="0"/>
              <a:t>	20-  PLUS DE NUIT, DE DOULEURS</a:t>
            </a:r>
          </a:p>
          <a:p>
            <a:r>
              <a:rPr lang="fr-FR" altLang="fr-FR" smtClean="0"/>
              <a:t>	no more night, no more pain</a:t>
            </a:r>
          </a:p>
          <a:p>
            <a:r>
              <a:rPr lang="fr-FR" altLang="fr-FR" smtClean="0"/>
              <a:t>	21-  PLUS DE LARMES IL N’Y AURA PLUS DE PLEURS</a:t>
            </a:r>
          </a:p>
          <a:p>
            <a:r>
              <a:rPr lang="fr-FR" altLang="fr-FR" smtClean="0"/>
              <a:t>	no more tears. never crying again</a:t>
            </a:r>
          </a:p>
          <a:p>
            <a:r>
              <a:rPr lang="fr-FR" altLang="fr-FR" smtClean="0"/>
              <a:t>	22-  LOUANGE SOIT AU GRAND « JE SUIS »</a:t>
            </a:r>
          </a:p>
          <a:p>
            <a:r>
              <a:rPr lang="fr-FR" altLang="fr-FR" smtClean="0"/>
              <a:t>	and praises to the great "i am"</a:t>
            </a:r>
          </a:p>
          <a:p>
            <a:r>
              <a:rPr lang="fr-FR" altLang="fr-FR" smtClean="0"/>
              <a:t>	23-  NOUS VIVRONS DANS LA GLOIRE DE L’AGNEAU DE DIEU</a:t>
            </a:r>
          </a:p>
          <a:p>
            <a:r>
              <a:rPr lang="fr-FR" altLang="fr-FR" smtClean="0"/>
              <a:t>	we will live in the light of the risen lamb</a:t>
            </a:r>
          </a:p>
          <a:p>
            <a:endParaRPr lang="fr-FR" altLang="fr-FR" smtClean="0"/>
          </a:p>
          <a:p>
            <a:r>
              <a:rPr lang="fr-FR" altLang="fr-FR" smtClean="0"/>
              <a:t>24- TOUTE LA GLOIRE AU GRAND JE SUIS</a:t>
            </a:r>
          </a:p>
          <a:p>
            <a:r>
              <a:rPr lang="fr-FR" altLang="fr-FR" smtClean="0"/>
              <a:t>all praises to the great "i am"</a:t>
            </a:r>
          </a:p>
          <a:p>
            <a:r>
              <a:rPr lang="fr-FR" altLang="fr-FR" smtClean="0"/>
              <a:t>25- NOUS VIVRONS DANS LA GLOIRE DE L’AGNEAU DE DIEU</a:t>
            </a:r>
          </a:p>
          <a:p>
            <a:r>
              <a:rPr lang="fr-FR" altLang="fr-FR" smtClean="0"/>
              <a:t>we're gonna live in the light of the risen lamb</a:t>
            </a:r>
          </a:p>
          <a:p>
            <a:r>
              <a:rPr lang="fr-FR" altLang="fr-FR" smtClean="0"/>
              <a:t> </a:t>
            </a:r>
          </a:p>
          <a:p>
            <a:endParaRPr lang="fr-FR" altLang="fr-FR" smtClean="0"/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ÉCRIT LE CIEL ET LA TERRE PASSERONT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timeless theme, earth and heaven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CE N’EST PAS UN RÊVE, AUJOURD'HUI DIEU PEUT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not a dream, god will make all things new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POIDS DE LA PEINE S'EN EST ALLÉ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gone is the curse from which i stumbled and fell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MAL EST VAINCU POUR L'ÉTERNITÉ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evil is banished to eternal hell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night, no more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tears. never crying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will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TOUTES LES NATIONS SE PROSTERNENT AINSI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see all around now the nations bow down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N’Y A QU’UN SEUL BRUIT,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only sound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LES LOUANGES À JÉSUS LE CHRIST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 the praises to Christ, 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LENTEMENT, LES NOMS SONT LUS DANS LE LIVRE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slowly the names from the book are read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NE CRAINS RIEN CAR LE ROI LE ROI ME CONNAIS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know the king so there's no need to dread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night, no more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tears. never crying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will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J’APERÇOIS, CETTE DEMEURE PREPARÉE RIEN QUE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see over there, there's a mansion, oh that's prepared just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OÙ JE VIVRAI POUR L'ÉTERNITÉ AVEC LUI IL N'Y AURA PLUS DE NUIT...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will live with my savior eternally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night, no more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tears. never crying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will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TOUTE LA GLOIRE AU GRAND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we're gonna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IL EST ÉCRIT LE CIEL ET LA TERRE PASSERONT</a:t>
            </a:r>
          </a:p>
          <a:p>
            <a:r>
              <a:rPr lang="fr-FR" altLang="fr-FR" smtClean="0"/>
              <a:t>the timeless theme, earth and heaven will pass away</a:t>
            </a:r>
          </a:p>
          <a:p>
            <a:r>
              <a:rPr lang="fr-FR" altLang="fr-FR" smtClean="0"/>
              <a:t>2-  CE N’EST PAS UN RÊVE, AUJOURD'HUI DIEU PEUT TOUT CHANGER</a:t>
            </a:r>
          </a:p>
          <a:p>
            <a:r>
              <a:rPr lang="fr-FR" altLang="fr-FR" smtClean="0"/>
              <a:t>it's not a dream, god will make all things new that day</a:t>
            </a:r>
          </a:p>
          <a:p>
            <a:r>
              <a:rPr lang="fr-FR" altLang="fr-FR" smtClean="0"/>
              <a:t>3-  LE POIDS DE LA PEINE S'EN EST ALLÉ</a:t>
            </a:r>
          </a:p>
          <a:p>
            <a:r>
              <a:rPr lang="fr-FR" altLang="fr-FR" smtClean="0"/>
              <a:t>gone is the curse from which i stumbled and fell</a:t>
            </a:r>
          </a:p>
          <a:p>
            <a:r>
              <a:rPr lang="fr-FR" altLang="fr-FR" smtClean="0"/>
              <a:t>4-  LE MAL EST VAINCU POUR L'ÉTERNITÉ</a:t>
            </a:r>
          </a:p>
          <a:p>
            <a:r>
              <a:rPr lang="fr-FR" altLang="fr-FR" smtClean="0"/>
              <a:t>evil is banished to eternal hell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5-  PLUS DE NUIT, DE DOULEURS</a:t>
            </a:r>
          </a:p>
          <a:p>
            <a:r>
              <a:rPr lang="fr-FR" altLang="fr-FR" smtClean="0"/>
              <a:t>	no more night, no more pain</a:t>
            </a:r>
          </a:p>
          <a:p>
            <a:r>
              <a:rPr lang="fr-FR" altLang="fr-FR" smtClean="0"/>
              <a:t>	6-  PLUS DE LARMES IL N’Y AURA PLUS DE PLEURS</a:t>
            </a:r>
          </a:p>
          <a:p>
            <a:r>
              <a:rPr lang="fr-FR" altLang="fr-FR" smtClean="0"/>
              <a:t>	no more tears. never crying again</a:t>
            </a:r>
          </a:p>
          <a:p>
            <a:r>
              <a:rPr lang="fr-FR" altLang="fr-FR" smtClean="0"/>
              <a:t>	7-  LOUANGE SOIT AU GRAND « JE SUIS »</a:t>
            </a:r>
          </a:p>
          <a:p>
            <a:r>
              <a:rPr lang="fr-FR" altLang="fr-FR" smtClean="0"/>
              <a:t>	and praises to the great "i am"</a:t>
            </a:r>
          </a:p>
          <a:p>
            <a:r>
              <a:rPr lang="fr-FR" altLang="fr-FR" smtClean="0"/>
              <a:t>	8-  NOUS VIVRONS DANS LA GLOIRE DE L’AGNEAU DE DIEU</a:t>
            </a:r>
          </a:p>
          <a:p>
            <a:r>
              <a:rPr lang="fr-FR" altLang="fr-FR" smtClean="0"/>
              <a:t>	we will live in the light of the risen lamb</a:t>
            </a:r>
          </a:p>
          <a:p>
            <a:endParaRPr lang="fr-FR" altLang="fr-FR" smtClean="0"/>
          </a:p>
          <a:p>
            <a:r>
              <a:rPr lang="fr-FR" altLang="fr-FR" smtClean="0"/>
              <a:t>9-  TOUTES LES NATIONS SE PROSTERNENT AINSI DEVANT LUI</a:t>
            </a:r>
          </a:p>
          <a:p>
            <a:r>
              <a:rPr lang="fr-FR" altLang="fr-FR" smtClean="0"/>
              <a:t>see all around now the nations bow down to sing</a:t>
            </a:r>
          </a:p>
          <a:p>
            <a:r>
              <a:rPr lang="fr-FR" altLang="fr-FR" smtClean="0"/>
              <a:t>10-  IL N’Y A QU’UN SEUL BRUIT, </a:t>
            </a:r>
          </a:p>
          <a:p>
            <a:r>
              <a:rPr lang="fr-FR" altLang="fr-FR" smtClean="0"/>
              <a:t>the only sound </a:t>
            </a:r>
          </a:p>
          <a:p>
            <a:r>
              <a:rPr lang="fr-FR" altLang="fr-FR" smtClean="0"/>
              <a:t>11-  LES LOUANGES À JÉSUS LE CHRIST </a:t>
            </a:r>
          </a:p>
          <a:p>
            <a:r>
              <a:rPr lang="fr-FR" altLang="fr-FR" smtClean="0"/>
              <a:t>is the praises to Christ, our king</a:t>
            </a:r>
          </a:p>
          <a:p>
            <a:r>
              <a:rPr lang="fr-FR" altLang="fr-FR" smtClean="0"/>
              <a:t>12-  LENTEMENT, LES NOMS SONT LUS DANS LE LIVRE</a:t>
            </a:r>
          </a:p>
          <a:p>
            <a:r>
              <a:rPr lang="fr-FR" altLang="fr-FR" smtClean="0"/>
              <a:t>slowly the names from the book are read</a:t>
            </a:r>
          </a:p>
          <a:p>
            <a:r>
              <a:rPr lang="fr-FR" altLang="fr-FR" smtClean="0"/>
              <a:t>13-  JE NE CRAINS RIEN CAR LE ROI LE ROI ME CONNAIS</a:t>
            </a:r>
          </a:p>
          <a:p>
            <a:r>
              <a:rPr lang="fr-FR" altLang="fr-FR" smtClean="0"/>
              <a:t>i know the king so there's no need to dread</a:t>
            </a:r>
          </a:p>
          <a:p>
            <a:endParaRPr lang="fr-FR" altLang="fr-FR" smtClean="0"/>
          </a:p>
          <a:p>
            <a:r>
              <a:rPr lang="fr-FR" altLang="fr-FR" smtClean="0"/>
              <a:t>	14-  PLUS DE NUIT, DE DOULEURS</a:t>
            </a:r>
          </a:p>
          <a:p>
            <a:r>
              <a:rPr lang="fr-FR" altLang="fr-FR" smtClean="0"/>
              <a:t>	no more night, no more pain</a:t>
            </a:r>
          </a:p>
          <a:p>
            <a:r>
              <a:rPr lang="fr-FR" altLang="fr-FR" smtClean="0"/>
              <a:t>	15-  PLUS DE LARMES IL N’Y AURA PLUS DE PLEURS</a:t>
            </a:r>
          </a:p>
          <a:p>
            <a:r>
              <a:rPr lang="fr-FR" altLang="fr-FR" smtClean="0"/>
              <a:t>	no more tears. never crying again</a:t>
            </a:r>
          </a:p>
          <a:p>
            <a:r>
              <a:rPr lang="fr-FR" altLang="fr-FR" smtClean="0"/>
              <a:t>	16-  LOUANGE SOIT AU GRAND « JE SUIS »</a:t>
            </a:r>
          </a:p>
          <a:p>
            <a:r>
              <a:rPr lang="fr-FR" altLang="fr-FR" smtClean="0"/>
              <a:t>	and praises to the great "i am"</a:t>
            </a:r>
          </a:p>
          <a:p>
            <a:r>
              <a:rPr lang="fr-FR" altLang="fr-FR" smtClean="0"/>
              <a:t>	17-  NOUS VIVRONS DANS LA GLOIRE DE L’AGNEAU DE DIEU</a:t>
            </a:r>
          </a:p>
          <a:p>
            <a:r>
              <a:rPr lang="fr-FR" altLang="fr-FR" smtClean="0"/>
              <a:t>	we will live in the light of the risen lamb</a:t>
            </a:r>
          </a:p>
          <a:p>
            <a:endParaRPr lang="fr-FR" altLang="fr-FR" smtClean="0"/>
          </a:p>
          <a:p>
            <a:r>
              <a:rPr lang="fr-FR" altLang="fr-FR" smtClean="0"/>
              <a:t>18-  J’APERÇOIS, CETTE DEMEURE PREPARÉE RIEN QUE POUR MOI</a:t>
            </a:r>
          </a:p>
          <a:p>
            <a:r>
              <a:rPr lang="fr-FR" altLang="fr-FR" smtClean="0"/>
              <a:t>see over there, there's a mansion, oh that's prepared just for me</a:t>
            </a:r>
          </a:p>
          <a:p>
            <a:r>
              <a:rPr lang="fr-FR" altLang="fr-FR" smtClean="0"/>
              <a:t>19-  OÙ JE VIVRAI POUR L'ÉTERNITÉ AVEC LUI IL N'Y AURA PLUS DE NUIT...</a:t>
            </a:r>
          </a:p>
          <a:p>
            <a:r>
              <a:rPr lang="fr-FR" altLang="fr-FR" smtClean="0"/>
              <a:t>where i will live with my savior eternally</a:t>
            </a:r>
          </a:p>
          <a:p>
            <a:endParaRPr lang="fr-FR" altLang="fr-FR" smtClean="0"/>
          </a:p>
          <a:p>
            <a:r>
              <a:rPr lang="fr-FR" altLang="fr-FR" smtClean="0"/>
              <a:t>	20-  PLUS DE NUIT, DE DOULEURS</a:t>
            </a:r>
          </a:p>
          <a:p>
            <a:r>
              <a:rPr lang="fr-FR" altLang="fr-FR" smtClean="0"/>
              <a:t>	no more night, no more pain</a:t>
            </a:r>
          </a:p>
          <a:p>
            <a:r>
              <a:rPr lang="fr-FR" altLang="fr-FR" smtClean="0"/>
              <a:t>	21-  PLUS DE LARMES IL N’Y AURA PLUS DE PLEURS</a:t>
            </a:r>
          </a:p>
          <a:p>
            <a:r>
              <a:rPr lang="fr-FR" altLang="fr-FR" smtClean="0"/>
              <a:t>	no more tears. never crying again</a:t>
            </a:r>
          </a:p>
          <a:p>
            <a:r>
              <a:rPr lang="fr-FR" altLang="fr-FR" smtClean="0"/>
              <a:t>	22-  LOUANGE SOIT AU GRAND « JE SUIS »</a:t>
            </a:r>
          </a:p>
          <a:p>
            <a:r>
              <a:rPr lang="fr-FR" altLang="fr-FR" smtClean="0"/>
              <a:t>	and praises to the great "i am"</a:t>
            </a:r>
          </a:p>
          <a:p>
            <a:r>
              <a:rPr lang="fr-FR" altLang="fr-FR" smtClean="0"/>
              <a:t>	23-  NOUS VIVRONS DANS LA GLOIRE DE L’AGNEAU DE DIEU</a:t>
            </a:r>
          </a:p>
          <a:p>
            <a:r>
              <a:rPr lang="fr-FR" altLang="fr-FR" smtClean="0"/>
              <a:t>	we will live in the light of the risen lamb</a:t>
            </a:r>
          </a:p>
          <a:p>
            <a:endParaRPr lang="fr-FR" altLang="fr-FR" smtClean="0"/>
          </a:p>
          <a:p>
            <a:r>
              <a:rPr lang="fr-FR" altLang="fr-FR" smtClean="0"/>
              <a:t>24- TOUTE LA GLOIRE AU GRAND JE SUIS</a:t>
            </a:r>
          </a:p>
          <a:p>
            <a:r>
              <a:rPr lang="fr-FR" altLang="fr-FR" smtClean="0"/>
              <a:t>all praises to the great "i am"</a:t>
            </a:r>
          </a:p>
          <a:p>
            <a:r>
              <a:rPr lang="fr-FR" altLang="fr-FR" smtClean="0"/>
              <a:t>25- NOUS VIVRONS DANS LA GLOIRE DE L’AGNEAU DE DIEU</a:t>
            </a:r>
          </a:p>
          <a:p>
            <a:r>
              <a:rPr lang="fr-FR" altLang="fr-FR" smtClean="0"/>
              <a:t>we're gonna live in the light of the risen lamb</a:t>
            </a:r>
          </a:p>
          <a:p>
            <a:r>
              <a:rPr lang="fr-FR" altLang="fr-FR" smtClean="0"/>
              <a:t> </a:t>
            </a:r>
          </a:p>
          <a:p>
            <a:endParaRPr lang="fr-FR" altLang="fr-FR" smtClean="0"/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ÉCRIT LE CIEL ET LA TERRE PASSERONT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timeless theme, earth and heaven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CE N’EST PAS UN RÊVE, AUJOURD'HUI DIEU PEUT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not a dream, god will make all things new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POIDS DE LA PEINE S'EN EST ALLÉ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gone is the curse from which i stumbled and fell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MAL EST VAINCU POUR L'ÉTERNITÉ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evil is banished to eternal hell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night, no more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tears. never crying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will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TOUTES LES NATIONS SE PROSTERNENT AINSI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see all around now the nations bow down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N’Y A QU’UN SEUL BRUIT,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only sound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LES LOUANGES À JÉSUS LE CHRIST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 the praises to Christ, 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LENTEMENT, LES NOMS SONT LUS DANS LE LIVRE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slowly the names from the book are read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NE CRAINS RIEN CAR LE ROI LE ROI ME CONNAIS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know the king so there's no need to dread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night, no more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tears. never crying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will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J’APERÇOIS, CETTE DEMEURE PREPARÉE RIEN QUE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see over there, there's a mansion, oh that's prepared just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OÙ JE VIVRAI POUR L'ÉTERNITÉ AVEC LUI IL N'Y AURA PLUS DE NUIT...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will live with my savior eternally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night, no more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tears. never crying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will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TOUTE LA GLOIRE AU GRAND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we're gonna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IL EST ÉCRIT LE CIEL ET LA TERRE PASSERONT</a:t>
            </a:r>
          </a:p>
          <a:p>
            <a:r>
              <a:rPr lang="fr-FR" altLang="fr-FR" smtClean="0"/>
              <a:t>the timeless theme, earth and heaven will pass away</a:t>
            </a:r>
          </a:p>
          <a:p>
            <a:r>
              <a:rPr lang="fr-FR" altLang="fr-FR" smtClean="0"/>
              <a:t>2-  CE N’EST PAS UN RÊVE, AUJOURD'HUI DIEU PEUT TOUT CHANGER</a:t>
            </a:r>
          </a:p>
          <a:p>
            <a:r>
              <a:rPr lang="fr-FR" altLang="fr-FR" smtClean="0"/>
              <a:t>it's not a dream, god will make all things new that day</a:t>
            </a:r>
          </a:p>
          <a:p>
            <a:r>
              <a:rPr lang="fr-FR" altLang="fr-FR" smtClean="0"/>
              <a:t>3-  LE POIDS DE LA PEINE S'EN EST ALLÉ</a:t>
            </a:r>
          </a:p>
          <a:p>
            <a:r>
              <a:rPr lang="fr-FR" altLang="fr-FR" smtClean="0"/>
              <a:t>gone is the curse from which i stumbled and fell</a:t>
            </a:r>
          </a:p>
          <a:p>
            <a:r>
              <a:rPr lang="fr-FR" altLang="fr-FR" smtClean="0"/>
              <a:t>4-  LE MAL EST VAINCU POUR L'ÉTERNITÉ</a:t>
            </a:r>
          </a:p>
          <a:p>
            <a:r>
              <a:rPr lang="fr-FR" altLang="fr-FR" smtClean="0"/>
              <a:t>evil is banished to eternal hell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5-  PLUS DE NUIT, DE DOULEURS</a:t>
            </a:r>
          </a:p>
          <a:p>
            <a:r>
              <a:rPr lang="fr-FR" altLang="fr-FR" smtClean="0"/>
              <a:t>	no more night, no more pain</a:t>
            </a:r>
          </a:p>
          <a:p>
            <a:r>
              <a:rPr lang="fr-FR" altLang="fr-FR" smtClean="0"/>
              <a:t>	6-  PLUS DE LARMES IL N’Y AURA PLUS DE PLEURS</a:t>
            </a:r>
          </a:p>
          <a:p>
            <a:r>
              <a:rPr lang="fr-FR" altLang="fr-FR" smtClean="0"/>
              <a:t>	no more tears. never crying again</a:t>
            </a:r>
          </a:p>
          <a:p>
            <a:r>
              <a:rPr lang="fr-FR" altLang="fr-FR" smtClean="0"/>
              <a:t>	7-  LOUANGE SOIT AU GRAND « JE SUIS »</a:t>
            </a:r>
          </a:p>
          <a:p>
            <a:r>
              <a:rPr lang="fr-FR" altLang="fr-FR" smtClean="0"/>
              <a:t>	and praises to the great "i am"</a:t>
            </a:r>
          </a:p>
          <a:p>
            <a:r>
              <a:rPr lang="fr-FR" altLang="fr-FR" smtClean="0"/>
              <a:t>	8-  NOUS VIVRONS DANS LA GLOIRE DE L’AGNEAU DE DIEU</a:t>
            </a:r>
          </a:p>
          <a:p>
            <a:r>
              <a:rPr lang="fr-FR" altLang="fr-FR" smtClean="0"/>
              <a:t>	we will live in the light of the risen lamb</a:t>
            </a:r>
          </a:p>
          <a:p>
            <a:endParaRPr lang="fr-FR" altLang="fr-FR" smtClean="0"/>
          </a:p>
          <a:p>
            <a:r>
              <a:rPr lang="fr-FR" altLang="fr-FR" smtClean="0"/>
              <a:t>9-  TOUTES LES NATIONS SE PROSTERNENT AINSI DEVANT LUI</a:t>
            </a:r>
          </a:p>
          <a:p>
            <a:r>
              <a:rPr lang="fr-FR" altLang="fr-FR" smtClean="0"/>
              <a:t>see all around now the nations bow down to sing</a:t>
            </a:r>
          </a:p>
          <a:p>
            <a:r>
              <a:rPr lang="fr-FR" altLang="fr-FR" smtClean="0"/>
              <a:t>10-  IL N’Y A QU’UN SEUL BRUIT, </a:t>
            </a:r>
          </a:p>
          <a:p>
            <a:r>
              <a:rPr lang="fr-FR" altLang="fr-FR" smtClean="0"/>
              <a:t>the only sound </a:t>
            </a:r>
          </a:p>
          <a:p>
            <a:r>
              <a:rPr lang="fr-FR" altLang="fr-FR" smtClean="0"/>
              <a:t>11-  LES LOUANGES À JÉSUS LE CHRIST </a:t>
            </a:r>
          </a:p>
          <a:p>
            <a:r>
              <a:rPr lang="fr-FR" altLang="fr-FR" smtClean="0"/>
              <a:t>is the praises to Christ, our king</a:t>
            </a:r>
          </a:p>
          <a:p>
            <a:r>
              <a:rPr lang="fr-FR" altLang="fr-FR" smtClean="0"/>
              <a:t>12-  LENTEMENT, LES NOMS SONT LUS DANS LE LIVRE</a:t>
            </a:r>
          </a:p>
          <a:p>
            <a:r>
              <a:rPr lang="fr-FR" altLang="fr-FR" smtClean="0"/>
              <a:t>slowly the names from the book are read</a:t>
            </a:r>
          </a:p>
          <a:p>
            <a:r>
              <a:rPr lang="fr-FR" altLang="fr-FR" smtClean="0"/>
              <a:t>13-  JE NE CRAINS RIEN CAR LE ROI LE ROI ME CONNAIS</a:t>
            </a:r>
          </a:p>
          <a:p>
            <a:r>
              <a:rPr lang="fr-FR" altLang="fr-FR" smtClean="0"/>
              <a:t>i know the king so there's no need to dread</a:t>
            </a:r>
          </a:p>
          <a:p>
            <a:endParaRPr lang="fr-FR" altLang="fr-FR" smtClean="0"/>
          </a:p>
          <a:p>
            <a:r>
              <a:rPr lang="fr-FR" altLang="fr-FR" smtClean="0"/>
              <a:t>	14-  PLUS DE NUIT, DE DOULEURS</a:t>
            </a:r>
          </a:p>
          <a:p>
            <a:r>
              <a:rPr lang="fr-FR" altLang="fr-FR" smtClean="0"/>
              <a:t>	no more night, no more pain</a:t>
            </a:r>
          </a:p>
          <a:p>
            <a:r>
              <a:rPr lang="fr-FR" altLang="fr-FR" smtClean="0"/>
              <a:t>	15-  PLUS DE LARMES IL N’Y AURA PLUS DE PLEURS</a:t>
            </a:r>
          </a:p>
          <a:p>
            <a:r>
              <a:rPr lang="fr-FR" altLang="fr-FR" smtClean="0"/>
              <a:t>	no more tears. never crying again</a:t>
            </a:r>
          </a:p>
          <a:p>
            <a:r>
              <a:rPr lang="fr-FR" altLang="fr-FR" smtClean="0"/>
              <a:t>	16-  LOUANGE SOIT AU GRAND « JE SUIS »</a:t>
            </a:r>
          </a:p>
          <a:p>
            <a:r>
              <a:rPr lang="fr-FR" altLang="fr-FR" smtClean="0"/>
              <a:t>	and praises to the great "i am"</a:t>
            </a:r>
          </a:p>
          <a:p>
            <a:r>
              <a:rPr lang="fr-FR" altLang="fr-FR" smtClean="0"/>
              <a:t>	17-  NOUS VIVRONS DANS LA GLOIRE DE L’AGNEAU DE DIEU</a:t>
            </a:r>
          </a:p>
          <a:p>
            <a:r>
              <a:rPr lang="fr-FR" altLang="fr-FR" smtClean="0"/>
              <a:t>	we will live in the light of the risen lamb</a:t>
            </a:r>
          </a:p>
          <a:p>
            <a:endParaRPr lang="fr-FR" altLang="fr-FR" smtClean="0"/>
          </a:p>
          <a:p>
            <a:r>
              <a:rPr lang="fr-FR" altLang="fr-FR" smtClean="0"/>
              <a:t>18-  J’APERÇOIS, CETTE DEMEURE PREPARÉE RIEN QUE POUR MOI</a:t>
            </a:r>
          </a:p>
          <a:p>
            <a:r>
              <a:rPr lang="fr-FR" altLang="fr-FR" smtClean="0"/>
              <a:t>see over there, there's a mansion, oh that's prepared just for me</a:t>
            </a:r>
          </a:p>
          <a:p>
            <a:r>
              <a:rPr lang="fr-FR" altLang="fr-FR" smtClean="0"/>
              <a:t>19-  OÙ JE VIVRAI POUR L'ÉTERNITÉ AVEC LUI IL N'Y AURA PLUS DE NUIT...</a:t>
            </a:r>
          </a:p>
          <a:p>
            <a:r>
              <a:rPr lang="fr-FR" altLang="fr-FR" smtClean="0"/>
              <a:t>where i will live with my savior eternally</a:t>
            </a:r>
          </a:p>
          <a:p>
            <a:endParaRPr lang="fr-FR" altLang="fr-FR" smtClean="0"/>
          </a:p>
          <a:p>
            <a:r>
              <a:rPr lang="fr-FR" altLang="fr-FR" smtClean="0"/>
              <a:t>	20-  PLUS DE NUIT, DE DOULEURS</a:t>
            </a:r>
          </a:p>
          <a:p>
            <a:r>
              <a:rPr lang="fr-FR" altLang="fr-FR" smtClean="0"/>
              <a:t>	no more night, no more pain</a:t>
            </a:r>
          </a:p>
          <a:p>
            <a:r>
              <a:rPr lang="fr-FR" altLang="fr-FR" smtClean="0"/>
              <a:t>	21-  PLUS DE LARMES IL N’Y AURA PLUS DE PLEURS</a:t>
            </a:r>
          </a:p>
          <a:p>
            <a:r>
              <a:rPr lang="fr-FR" altLang="fr-FR" smtClean="0"/>
              <a:t>	no more tears. never crying again</a:t>
            </a:r>
          </a:p>
          <a:p>
            <a:r>
              <a:rPr lang="fr-FR" altLang="fr-FR" smtClean="0"/>
              <a:t>	22-  LOUANGE SOIT AU GRAND « JE SUIS »</a:t>
            </a:r>
          </a:p>
          <a:p>
            <a:r>
              <a:rPr lang="fr-FR" altLang="fr-FR" smtClean="0"/>
              <a:t>	and praises to the great "i am"</a:t>
            </a:r>
          </a:p>
          <a:p>
            <a:r>
              <a:rPr lang="fr-FR" altLang="fr-FR" smtClean="0"/>
              <a:t>	23-  NOUS VIVRONS DANS LA GLOIRE DE L’AGNEAU DE DIEU</a:t>
            </a:r>
          </a:p>
          <a:p>
            <a:r>
              <a:rPr lang="fr-FR" altLang="fr-FR" smtClean="0"/>
              <a:t>	we will live in the light of the risen lamb</a:t>
            </a:r>
          </a:p>
          <a:p>
            <a:endParaRPr lang="fr-FR" altLang="fr-FR" smtClean="0"/>
          </a:p>
          <a:p>
            <a:r>
              <a:rPr lang="fr-FR" altLang="fr-FR" smtClean="0"/>
              <a:t>24- TOUTE LA GLOIRE AU GRAND JE SUIS</a:t>
            </a:r>
          </a:p>
          <a:p>
            <a:r>
              <a:rPr lang="fr-FR" altLang="fr-FR" smtClean="0"/>
              <a:t>all praises to the great "i am"</a:t>
            </a:r>
          </a:p>
          <a:p>
            <a:r>
              <a:rPr lang="fr-FR" altLang="fr-FR" smtClean="0"/>
              <a:t>25- NOUS VIVRONS DANS LA GLOIRE DE L’AGNEAU DE DIEU</a:t>
            </a:r>
          </a:p>
          <a:p>
            <a:r>
              <a:rPr lang="fr-FR" altLang="fr-FR" smtClean="0"/>
              <a:t>we're gonna live in the light of the risen lamb</a:t>
            </a:r>
          </a:p>
          <a:p>
            <a:r>
              <a:rPr lang="fr-FR" altLang="fr-FR" smtClean="0"/>
              <a:t> </a:t>
            </a:r>
          </a:p>
          <a:p>
            <a:endParaRPr lang="fr-FR" altLang="fr-FR" smtClean="0"/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ÉCRIT LE CIEL ET LA TERRE PASSERONT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timeless theme, earth and heaven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CE N’EST PAS UN RÊVE, AUJOURD'HUI DIEU PEUT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not a dream, god will make all things new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POIDS DE LA PEINE S'EN EST ALLÉ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gone is the curse from which i stumbled and fell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MAL EST VAINCU POUR L'ÉTERNITÉ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evil is banished to eternal hell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night, no more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tears. never crying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will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TOUTES LES NATIONS SE PROSTERNENT AINSI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see all around now the nations bow down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N’Y A QU’UN SEUL BRUIT,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only sound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LES LOUANGES À JÉSUS LE CHRIST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 the praises to Christ, 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LENTEMENT, LES NOMS SONT LUS DANS LE LIVRE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slowly the names from the book are read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NE CRAINS RIEN CAR LE ROI LE ROI ME CONNAIS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know the king so there's no need to dread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night, no more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tears. never crying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will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J’APERÇOIS, CETTE DEMEURE PREPARÉE RIEN QUE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see over there, there's a mansion, oh that's prepared just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OÙ JE VIVRAI POUR L'ÉTERNITÉ AVEC LUI IL N'Y AURA PLUS DE NUIT...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will live with my savior eternally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night, no more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tears. never crying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will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TOUTE LA GLOIRE AU GRAND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we're gonna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IL EST ÉCRIT LE CIEL ET LA TERRE PASSERONT</a:t>
            </a:r>
          </a:p>
          <a:p>
            <a:r>
              <a:rPr lang="fr-FR" altLang="fr-FR" smtClean="0"/>
              <a:t>the timeless theme, earth and heaven will pass away</a:t>
            </a:r>
          </a:p>
          <a:p>
            <a:r>
              <a:rPr lang="fr-FR" altLang="fr-FR" smtClean="0"/>
              <a:t>2-  CE N’EST PAS UN RÊVE, AUJOURD'HUI DIEU PEUT TOUT CHANGER</a:t>
            </a:r>
          </a:p>
          <a:p>
            <a:r>
              <a:rPr lang="fr-FR" altLang="fr-FR" smtClean="0"/>
              <a:t>it's not a dream, god will make all things new that day</a:t>
            </a:r>
          </a:p>
          <a:p>
            <a:r>
              <a:rPr lang="fr-FR" altLang="fr-FR" smtClean="0"/>
              <a:t>3-  LE POIDS DE LA PEINE S'EN EST ALLÉ</a:t>
            </a:r>
          </a:p>
          <a:p>
            <a:r>
              <a:rPr lang="fr-FR" altLang="fr-FR" smtClean="0"/>
              <a:t>gone is the curse from which i stumbled and fell</a:t>
            </a:r>
          </a:p>
          <a:p>
            <a:r>
              <a:rPr lang="fr-FR" altLang="fr-FR" smtClean="0"/>
              <a:t>4-  LE MAL EST VAINCU POUR L'ÉTERNITÉ</a:t>
            </a:r>
          </a:p>
          <a:p>
            <a:r>
              <a:rPr lang="fr-FR" altLang="fr-FR" smtClean="0"/>
              <a:t>evil is banished to eternal hell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5-  PLUS DE NUIT, DE DOULEURS</a:t>
            </a:r>
          </a:p>
          <a:p>
            <a:r>
              <a:rPr lang="fr-FR" altLang="fr-FR" smtClean="0"/>
              <a:t>	no more night, no more pain</a:t>
            </a:r>
          </a:p>
          <a:p>
            <a:r>
              <a:rPr lang="fr-FR" altLang="fr-FR" smtClean="0"/>
              <a:t>	6-  PLUS DE LARMES IL N’Y AURA PLUS DE PLEURS</a:t>
            </a:r>
          </a:p>
          <a:p>
            <a:r>
              <a:rPr lang="fr-FR" altLang="fr-FR" smtClean="0"/>
              <a:t>	no more tears. never crying again</a:t>
            </a:r>
          </a:p>
          <a:p>
            <a:r>
              <a:rPr lang="fr-FR" altLang="fr-FR" smtClean="0"/>
              <a:t>	7-  LOUANGE SOIT AU GRAND « JE SUIS »</a:t>
            </a:r>
          </a:p>
          <a:p>
            <a:r>
              <a:rPr lang="fr-FR" altLang="fr-FR" smtClean="0"/>
              <a:t>	and praises to the great "i am"</a:t>
            </a:r>
          </a:p>
          <a:p>
            <a:r>
              <a:rPr lang="fr-FR" altLang="fr-FR" smtClean="0"/>
              <a:t>	8-  NOUS VIVRONS DANS LA GLOIRE DE L’AGNEAU DE DIEU</a:t>
            </a:r>
          </a:p>
          <a:p>
            <a:r>
              <a:rPr lang="fr-FR" altLang="fr-FR" smtClean="0"/>
              <a:t>	we will live in the light of the risen lamb</a:t>
            </a:r>
          </a:p>
          <a:p>
            <a:endParaRPr lang="fr-FR" altLang="fr-FR" smtClean="0"/>
          </a:p>
          <a:p>
            <a:r>
              <a:rPr lang="fr-FR" altLang="fr-FR" smtClean="0"/>
              <a:t>9-  TOUTES LES NATIONS SE PROSTERNENT AINSI DEVANT LUI</a:t>
            </a:r>
          </a:p>
          <a:p>
            <a:r>
              <a:rPr lang="fr-FR" altLang="fr-FR" smtClean="0"/>
              <a:t>see all around now the nations bow down to sing</a:t>
            </a:r>
          </a:p>
          <a:p>
            <a:r>
              <a:rPr lang="fr-FR" altLang="fr-FR" smtClean="0"/>
              <a:t>10-  IL N’Y A QU’UN SEUL BRUIT, </a:t>
            </a:r>
          </a:p>
          <a:p>
            <a:r>
              <a:rPr lang="fr-FR" altLang="fr-FR" smtClean="0"/>
              <a:t>the only sound </a:t>
            </a:r>
          </a:p>
          <a:p>
            <a:r>
              <a:rPr lang="fr-FR" altLang="fr-FR" smtClean="0"/>
              <a:t>11-  LES LOUANGES À JÉSUS LE CHRIST </a:t>
            </a:r>
          </a:p>
          <a:p>
            <a:r>
              <a:rPr lang="fr-FR" altLang="fr-FR" smtClean="0"/>
              <a:t>is the praises to Christ, our king</a:t>
            </a:r>
          </a:p>
          <a:p>
            <a:r>
              <a:rPr lang="fr-FR" altLang="fr-FR" smtClean="0"/>
              <a:t>12-  LENTEMENT, LES NOMS SONT LUS DANS LE LIVRE</a:t>
            </a:r>
          </a:p>
          <a:p>
            <a:r>
              <a:rPr lang="fr-FR" altLang="fr-FR" smtClean="0"/>
              <a:t>slowly the names from the book are read</a:t>
            </a:r>
          </a:p>
          <a:p>
            <a:r>
              <a:rPr lang="fr-FR" altLang="fr-FR" smtClean="0"/>
              <a:t>13-  JE NE CRAINS RIEN CAR LE ROI LE ROI ME CONNAIS</a:t>
            </a:r>
          </a:p>
          <a:p>
            <a:r>
              <a:rPr lang="fr-FR" altLang="fr-FR" smtClean="0"/>
              <a:t>i know the king so there's no need to dread</a:t>
            </a:r>
          </a:p>
          <a:p>
            <a:endParaRPr lang="fr-FR" altLang="fr-FR" smtClean="0"/>
          </a:p>
          <a:p>
            <a:r>
              <a:rPr lang="fr-FR" altLang="fr-FR" smtClean="0"/>
              <a:t>	14-  PLUS DE NUIT, DE DOULEURS</a:t>
            </a:r>
          </a:p>
          <a:p>
            <a:r>
              <a:rPr lang="fr-FR" altLang="fr-FR" smtClean="0"/>
              <a:t>	no more night, no more pain</a:t>
            </a:r>
          </a:p>
          <a:p>
            <a:r>
              <a:rPr lang="fr-FR" altLang="fr-FR" smtClean="0"/>
              <a:t>	15-  PLUS DE LARMES IL N’Y AURA PLUS DE PLEURS</a:t>
            </a:r>
          </a:p>
          <a:p>
            <a:r>
              <a:rPr lang="fr-FR" altLang="fr-FR" smtClean="0"/>
              <a:t>	no more tears. never crying again</a:t>
            </a:r>
          </a:p>
          <a:p>
            <a:r>
              <a:rPr lang="fr-FR" altLang="fr-FR" smtClean="0"/>
              <a:t>	16-  LOUANGE SOIT AU GRAND « JE SUIS »</a:t>
            </a:r>
          </a:p>
          <a:p>
            <a:r>
              <a:rPr lang="fr-FR" altLang="fr-FR" smtClean="0"/>
              <a:t>	and praises to the great "i am"</a:t>
            </a:r>
          </a:p>
          <a:p>
            <a:r>
              <a:rPr lang="fr-FR" altLang="fr-FR" smtClean="0"/>
              <a:t>	17-  NOUS VIVRONS DANS LA GLOIRE DE L’AGNEAU DE DIEU</a:t>
            </a:r>
          </a:p>
          <a:p>
            <a:r>
              <a:rPr lang="fr-FR" altLang="fr-FR" smtClean="0"/>
              <a:t>	we will live in the light of the risen lamb</a:t>
            </a:r>
          </a:p>
          <a:p>
            <a:endParaRPr lang="fr-FR" altLang="fr-FR" smtClean="0"/>
          </a:p>
          <a:p>
            <a:r>
              <a:rPr lang="fr-FR" altLang="fr-FR" smtClean="0"/>
              <a:t>18-  J’APERÇOIS, CETTE DEMEURE PREPARÉE RIEN QUE POUR MOI</a:t>
            </a:r>
          </a:p>
          <a:p>
            <a:r>
              <a:rPr lang="fr-FR" altLang="fr-FR" smtClean="0"/>
              <a:t>see over there, there's a mansion, oh that's prepared just for me</a:t>
            </a:r>
          </a:p>
          <a:p>
            <a:r>
              <a:rPr lang="fr-FR" altLang="fr-FR" smtClean="0"/>
              <a:t>19-  OÙ JE VIVRAI POUR L'ÉTERNITÉ AVEC LUI IL N'Y AURA PLUS DE NUIT...</a:t>
            </a:r>
          </a:p>
          <a:p>
            <a:r>
              <a:rPr lang="fr-FR" altLang="fr-FR" smtClean="0"/>
              <a:t>where i will live with my savior eternally</a:t>
            </a:r>
          </a:p>
          <a:p>
            <a:endParaRPr lang="fr-FR" altLang="fr-FR" smtClean="0"/>
          </a:p>
          <a:p>
            <a:r>
              <a:rPr lang="fr-FR" altLang="fr-FR" smtClean="0"/>
              <a:t>	20-  PLUS DE NUIT, DE DOULEURS</a:t>
            </a:r>
          </a:p>
          <a:p>
            <a:r>
              <a:rPr lang="fr-FR" altLang="fr-FR" smtClean="0"/>
              <a:t>	no more night, no more pain</a:t>
            </a:r>
          </a:p>
          <a:p>
            <a:r>
              <a:rPr lang="fr-FR" altLang="fr-FR" smtClean="0"/>
              <a:t>	21-  PLUS DE LARMES IL N’Y AURA PLUS DE PLEURS</a:t>
            </a:r>
          </a:p>
          <a:p>
            <a:r>
              <a:rPr lang="fr-FR" altLang="fr-FR" smtClean="0"/>
              <a:t>	no more tears. never crying again</a:t>
            </a:r>
          </a:p>
          <a:p>
            <a:r>
              <a:rPr lang="fr-FR" altLang="fr-FR" smtClean="0"/>
              <a:t>	22-  LOUANGE SOIT AU GRAND « JE SUIS »</a:t>
            </a:r>
          </a:p>
          <a:p>
            <a:r>
              <a:rPr lang="fr-FR" altLang="fr-FR" smtClean="0"/>
              <a:t>	and praises to the great "i am"</a:t>
            </a:r>
          </a:p>
          <a:p>
            <a:r>
              <a:rPr lang="fr-FR" altLang="fr-FR" smtClean="0"/>
              <a:t>	23-  NOUS VIVRONS DANS LA GLOIRE DE L’AGNEAU DE DIEU</a:t>
            </a:r>
          </a:p>
          <a:p>
            <a:r>
              <a:rPr lang="fr-FR" altLang="fr-FR" smtClean="0"/>
              <a:t>	we will live in the light of the risen lamb</a:t>
            </a:r>
          </a:p>
          <a:p>
            <a:endParaRPr lang="fr-FR" altLang="fr-FR" smtClean="0"/>
          </a:p>
          <a:p>
            <a:r>
              <a:rPr lang="fr-FR" altLang="fr-FR" smtClean="0"/>
              <a:t>24- TOUTE LA GLOIRE AU GRAND JE SUIS</a:t>
            </a:r>
          </a:p>
          <a:p>
            <a:r>
              <a:rPr lang="fr-FR" altLang="fr-FR" smtClean="0"/>
              <a:t>all praises to the great "i am"</a:t>
            </a:r>
          </a:p>
          <a:p>
            <a:r>
              <a:rPr lang="fr-FR" altLang="fr-FR" smtClean="0"/>
              <a:t>25- NOUS VIVRONS DANS LA GLOIRE DE L’AGNEAU DE DIEU</a:t>
            </a:r>
          </a:p>
          <a:p>
            <a:r>
              <a:rPr lang="fr-FR" altLang="fr-FR" smtClean="0"/>
              <a:t>we're gonna live in the light of the risen lamb</a:t>
            </a:r>
          </a:p>
          <a:p>
            <a:r>
              <a:rPr lang="fr-FR" altLang="fr-FR" smtClean="0"/>
              <a:t> </a:t>
            </a:r>
          </a:p>
          <a:p>
            <a:endParaRPr lang="fr-FR" altLang="fr-FR" smtClean="0"/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ÉCRIT LE CIEL ET LA TERRE PASSERONT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timeless theme, earth and heaven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CE N’EST PAS UN RÊVE, AUJOURD'HUI DIEU PEUT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not a dream, god will make all things new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POIDS DE LA PEINE S'EN EST ALLÉ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gone is the curse from which i stumbled and fell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MAL EST VAINCU POUR L'ÉTERNITÉ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evil is banished to eternal hell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night, no more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tears. never crying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will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TOUTES LES NATIONS SE PROSTERNENT AINSI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see all around now the nations bow down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N’Y A QU’UN SEUL BRUIT,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only sound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LES LOUANGES À JÉSUS LE CHRIST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 the praises to Christ, 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LENTEMENT, LES NOMS SONT LUS DANS LE LIVRE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slowly the names from the book are read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NE CRAINS RIEN CAR LE ROI LE ROI ME CONNAIS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know the king so there's no need to dread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night, no more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tears. never crying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will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J’APERÇOIS, CETTE DEMEURE PREPARÉE RIEN QUE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see over there, there's a mansion, oh that's prepared just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OÙ JE VIVRAI POUR L'ÉTERNITÉ AVEC LUI IL N'Y AURA PLUS DE NUIT...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will live with my savior eternally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night, no more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tears. never crying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will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TOUTE LA GLOIRE AU GRAND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we're gonna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IL EST ÉCRIT LE CIEL ET LA TERRE PASSERONT</a:t>
            </a:r>
          </a:p>
          <a:p>
            <a:r>
              <a:rPr lang="fr-FR" altLang="fr-FR" smtClean="0"/>
              <a:t>the timeless theme, earth and heaven will pass away</a:t>
            </a:r>
          </a:p>
          <a:p>
            <a:r>
              <a:rPr lang="fr-FR" altLang="fr-FR" smtClean="0"/>
              <a:t>2-  CE N’EST PAS UN RÊVE, AUJOURD'HUI DIEU PEUT TOUT CHANGER</a:t>
            </a:r>
          </a:p>
          <a:p>
            <a:r>
              <a:rPr lang="fr-FR" altLang="fr-FR" smtClean="0"/>
              <a:t>it's not a dream, god will make all things new that day</a:t>
            </a:r>
          </a:p>
          <a:p>
            <a:r>
              <a:rPr lang="fr-FR" altLang="fr-FR" smtClean="0"/>
              <a:t>3-  LE POIDS DE LA PEINE S'EN EST ALLÉ</a:t>
            </a:r>
          </a:p>
          <a:p>
            <a:r>
              <a:rPr lang="fr-FR" altLang="fr-FR" smtClean="0"/>
              <a:t>gone is the curse from which i stumbled and fell</a:t>
            </a:r>
          </a:p>
          <a:p>
            <a:r>
              <a:rPr lang="fr-FR" altLang="fr-FR" smtClean="0"/>
              <a:t>4-  LE MAL EST VAINCU POUR L'ÉTERNITÉ</a:t>
            </a:r>
          </a:p>
          <a:p>
            <a:r>
              <a:rPr lang="fr-FR" altLang="fr-FR" smtClean="0"/>
              <a:t>evil is banished to eternal hell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5-  PLUS DE NUIT, DE DOULEURS</a:t>
            </a:r>
          </a:p>
          <a:p>
            <a:r>
              <a:rPr lang="fr-FR" altLang="fr-FR" smtClean="0"/>
              <a:t>	no more night, no more pain</a:t>
            </a:r>
          </a:p>
          <a:p>
            <a:r>
              <a:rPr lang="fr-FR" altLang="fr-FR" smtClean="0"/>
              <a:t>	6-  PLUS DE LARMES IL N’Y AURA PLUS DE PLEURS</a:t>
            </a:r>
          </a:p>
          <a:p>
            <a:r>
              <a:rPr lang="fr-FR" altLang="fr-FR" smtClean="0"/>
              <a:t>	no more tears. never crying again</a:t>
            </a:r>
          </a:p>
          <a:p>
            <a:r>
              <a:rPr lang="fr-FR" altLang="fr-FR" smtClean="0"/>
              <a:t>	7-  LOUANGE SOIT AU GRAND « JE SUIS »</a:t>
            </a:r>
          </a:p>
          <a:p>
            <a:r>
              <a:rPr lang="fr-FR" altLang="fr-FR" smtClean="0"/>
              <a:t>	and praises to the great "i am"</a:t>
            </a:r>
          </a:p>
          <a:p>
            <a:r>
              <a:rPr lang="fr-FR" altLang="fr-FR" smtClean="0"/>
              <a:t>	8-  NOUS VIVRONS DANS LA GLOIRE DE L’AGNEAU DE DIEU</a:t>
            </a:r>
          </a:p>
          <a:p>
            <a:r>
              <a:rPr lang="fr-FR" altLang="fr-FR" smtClean="0"/>
              <a:t>	we will live in the light of the risen lamb</a:t>
            </a:r>
          </a:p>
          <a:p>
            <a:endParaRPr lang="fr-FR" altLang="fr-FR" smtClean="0"/>
          </a:p>
          <a:p>
            <a:r>
              <a:rPr lang="fr-FR" altLang="fr-FR" smtClean="0"/>
              <a:t>9-  TOUTES LES NATIONS SE PROSTERNENT AINSI DEVANT LUI</a:t>
            </a:r>
          </a:p>
          <a:p>
            <a:r>
              <a:rPr lang="fr-FR" altLang="fr-FR" smtClean="0"/>
              <a:t>see all around now the nations bow down to sing</a:t>
            </a:r>
          </a:p>
          <a:p>
            <a:r>
              <a:rPr lang="fr-FR" altLang="fr-FR" smtClean="0"/>
              <a:t>10-  IL N’Y A QU’UN SEUL BRUIT, </a:t>
            </a:r>
          </a:p>
          <a:p>
            <a:r>
              <a:rPr lang="fr-FR" altLang="fr-FR" smtClean="0"/>
              <a:t>the only sound </a:t>
            </a:r>
          </a:p>
          <a:p>
            <a:r>
              <a:rPr lang="fr-FR" altLang="fr-FR" smtClean="0"/>
              <a:t>11-  LES LOUANGES À JÉSUS LE CHRIST </a:t>
            </a:r>
          </a:p>
          <a:p>
            <a:r>
              <a:rPr lang="fr-FR" altLang="fr-FR" smtClean="0"/>
              <a:t>is the praises to Christ, our king</a:t>
            </a:r>
          </a:p>
          <a:p>
            <a:r>
              <a:rPr lang="fr-FR" altLang="fr-FR" smtClean="0"/>
              <a:t>12-  LENTEMENT, LES NOMS SONT LUS DANS LE LIVRE</a:t>
            </a:r>
          </a:p>
          <a:p>
            <a:r>
              <a:rPr lang="fr-FR" altLang="fr-FR" smtClean="0"/>
              <a:t>slowly the names from the book are read</a:t>
            </a:r>
          </a:p>
          <a:p>
            <a:r>
              <a:rPr lang="fr-FR" altLang="fr-FR" smtClean="0"/>
              <a:t>13-  JE NE CRAINS RIEN CAR LE ROI LE ROI ME CONNAIS</a:t>
            </a:r>
          </a:p>
          <a:p>
            <a:r>
              <a:rPr lang="fr-FR" altLang="fr-FR" smtClean="0"/>
              <a:t>i know the king so there's no need to dread</a:t>
            </a:r>
          </a:p>
          <a:p>
            <a:endParaRPr lang="fr-FR" altLang="fr-FR" smtClean="0"/>
          </a:p>
          <a:p>
            <a:r>
              <a:rPr lang="fr-FR" altLang="fr-FR" smtClean="0"/>
              <a:t>	14-  PLUS DE NUIT, DE DOULEURS</a:t>
            </a:r>
          </a:p>
          <a:p>
            <a:r>
              <a:rPr lang="fr-FR" altLang="fr-FR" smtClean="0"/>
              <a:t>	no more night, no more pain</a:t>
            </a:r>
          </a:p>
          <a:p>
            <a:r>
              <a:rPr lang="fr-FR" altLang="fr-FR" smtClean="0"/>
              <a:t>	15-  PLUS DE LARMES IL N’Y AURA PLUS DE PLEURS</a:t>
            </a:r>
          </a:p>
          <a:p>
            <a:r>
              <a:rPr lang="fr-FR" altLang="fr-FR" smtClean="0"/>
              <a:t>	no more tears. never crying again</a:t>
            </a:r>
          </a:p>
          <a:p>
            <a:r>
              <a:rPr lang="fr-FR" altLang="fr-FR" smtClean="0"/>
              <a:t>	16-  LOUANGE SOIT AU GRAND « JE SUIS »</a:t>
            </a:r>
          </a:p>
          <a:p>
            <a:r>
              <a:rPr lang="fr-FR" altLang="fr-FR" smtClean="0"/>
              <a:t>	and praises to the great "i am"</a:t>
            </a:r>
          </a:p>
          <a:p>
            <a:r>
              <a:rPr lang="fr-FR" altLang="fr-FR" smtClean="0"/>
              <a:t>	17-  NOUS VIVRONS DANS LA GLOIRE DE L’AGNEAU DE DIEU</a:t>
            </a:r>
          </a:p>
          <a:p>
            <a:r>
              <a:rPr lang="fr-FR" altLang="fr-FR" smtClean="0"/>
              <a:t>	we will live in the light of the risen lamb</a:t>
            </a:r>
          </a:p>
          <a:p>
            <a:endParaRPr lang="fr-FR" altLang="fr-FR" smtClean="0"/>
          </a:p>
          <a:p>
            <a:r>
              <a:rPr lang="fr-FR" altLang="fr-FR" smtClean="0"/>
              <a:t>18-  J’APERÇOIS, CETTE DEMEURE PREPARÉE RIEN QUE POUR MOI</a:t>
            </a:r>
          </a:p>
          <a:p>
            <a:r>
              <a:rPr lang="fr-FR" altLang="fr-FR" smtClean="0"/>
              <a:t>see over there, there's a mansion, oh that's prepared just for me</a:t>
            </a:r>
          </a:p>
          <a:p>
            <a:r>
              <a:rPr lang="fr-FR" altLang="fr-FR" smtClean="0"/>
              <a:t>19-  OÙ JE VIVRAI POUR L'ÉTERNITÉ AVEC LUI IL N'Y AURA PLUS DE NUIT...</a:t>
            </a:r>
          </a:p>
          <a:p>
            <a:r>
              <a:rPr lang="fr-FR" altLang="fr-FR" smtClean="0"/>
              <a:t>where i will live with my savior eternally</a:t>
            </a:r>
          </a:p>
          <a:p>
            <a:endParaRPr lang="fr-FR" altLang="fr-FR" smtClean="0"/>
          </a:p>
          <a:p>
            <a:r>
              <a:rPr lang="fr-FR" altLang="fr-FR" smtClean="0"/>
              <a:t>	20-  PLUS DE NUIT, DE DOULEURS</a:t>
            </a:r>
          </a:p>
          <a:p>
            <a:r>
              <a:rPr lang="fr-FR" altLang="fr-FR" smtClean="0"/>
              <a:t>	no more night, no more pain</a:t>
            </a:r>
          </a:p>
          <a:p>
            <a:r>
              <a:rPr lang="fr-FR" altLang="fr-FR" smtClean="0"/>
              <a:t>	21-  PLUS DE LARMES IL N’Y AURA PLUS DE PLEURS</a:t>
            </a:r>
          </a:p>
          <a:p>
            <a:r>
              <a:rPr lang="fr-FR" altLang="fr-FR" smtClean="0"/>
              <a:t>	no more tears. never crying again</a:t>
            </a:r>
          </a:p>
          <a:p>
            <a:r>
              <a:rPr lang="fr-FR" altLang="fr-FR" smtClean="0"/>
              <a:t>	22-  LOUANGE SOIT AU GRAND « JE SUIS »</a:t>
            </a:r>
          </a:p>
          <a:p>
            <a:r>
              <a:rPr lang="fr-FR" altLang="fr-FR" smtClean="0"/>
              <a:t>	and praises to the great "i am"</a:t>
            </a:r>
          </a:p>
          <a:p>
            <a:r>
              <a:rPr lang="fr-FR" altLang="fr-FR" smtClean="0"/>
              <a:t>	23-  NOUS VIVRONS DANS LA GLOIRE DE L’AGNEAU DE DIEU</a:t>
            </a:r>
          </a:p>
          <a:p>
            <a:r>
              <a:rPr lang="fr-FR" altLang="fr-FR" smtClean="0"/>
              <a:t>	we will live in the light of the risen lamb</a:t>
            </a:r>
          </a:p>
          <a:p>
            <a:endParaRPr lang="fr-FR" altLang="fr-FR" smtClean="0"/>
          </a:p>
          <a:p>
            <a:r>
              <a:rPr lang="fr-FR" altLang="fr-FR" smtClean="0"/>
              <a:t>24- TOUTE LA GLOIRE AU GRAND JE SUIS</a:t>
            </a:r>
          </a:p>
          <a:p>
            <a:r>
              <a:rPr lang="fr-FR" altLang="fr-FR" smtClean="0"/>
              <a:t>all praises to the great "i am"</a:t>
            </a:r>
          </a:p>
          <a:p>
            <a:r>
              <a:rPr lang="fr-FR" altLang="fr-FR" smtClean="0"/>
              <a:t>25- NOUS VIVRONS DANS LA GLOIRE DE L’AGNEAU DE DIEU</a:t>
            </a:r>
          </a:p>
          <a:p>
            <a:r>
              <a:rPr lang="fr-FR" altLang="fr-FR" smtClean="0"/>
              <a:t>we're gonna live in the light of the risen lamb</a:t>
            </a:r>
          </a:p>
          <a:p>
            <a:r>
              <a:rPr lang="fr-FR" altLang="fr-FR" smtClean="0"/>
              <a:t> </a:t>
            </a:r>
          </a:p>
          <a:p>
            <a:endParaRPr lang="fr-FR" altLang="fr-FR" smtClean="0"/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ÉCRIT LE CIEL ET LA TERRE PASSERONT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timeless theme, earth and heaven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CE N’EST PAS UN RÊVE, AUJOURD'HUI DIEU PEUT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not a dream, god will make all things new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POIDS DE LA PEINE S'EN EST ALLÉ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gone is the curse from which i stumbled and fell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MAL EST VAINCU POUR L'ÉTERNITÉ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evil is banished to eternal hell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night, no more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tears. never crying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will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TOUTES LES NATIONS SE PROSTERNENT AINSI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see all around now the nations bow down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N’Y A QU’UN SEUL BRUIT,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only sound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LES LOUANGES À JÉSUS LE CHRIST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 the praises to Christ, 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LENTEMENT, LES NOMS SONT LUS DANS LE LIVRE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slowly the names from the book are read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NE CRAINS RIEN CAR LE ROI LE ROI ME CONNAIS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know the king so there's no need to dread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night, no more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tears. never crying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will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J’APERÇOIS, CETTE DEMEURE PREPARÉE RIEN QUE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see over there, there's a mansion, oh that's prepared just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OÙ JE VIVRAI POUR L'ÉTERNITÉ AVEC LUI IL N'Y AURA PLUS DE NUIT...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will live with my savior eternally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night, no more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tears. never crying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will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TOUTE LA GLOIRE AU GRAND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we're gonna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IL EST ÉCRIT LE CIEL ET LA TERRE PASSERONT</a:t>
            </a:r>
          </a:p>
          <a:p>
            <a:r>
              <a:rPr lang="fr-FR" altLang="fr-FR" smtClean="0"/>
              <a:t>the timeless theme, earth and heaven will pass away</a:t>
            </a:r>
          </a:p>
          <a:p>
            <a:r>
              <a:rPr lang="fr-FR" altLang="fr-FR" smtClean="0"/>
              <a:t>2-  CE N’EST PAS UN RÊVE, AUJOURD'HUI DIEU PEUT TOUT CHANGER</a:t>
            </a:r>
          </a:p>
          <a:p>
            <a:r>
              <a:rPr lang="fr-FR" altLang="fr-FR" smtClean="0"/>
              <a:t>it's not a dream, god will make all things new that day</a:t>
            </a:r>
          </a:p>
          <a:p>
            <a:r>
              <a:rPr lang="fr-FR" altLang="fr-FR" smtClean="0"/>
              <a:t>3-  LE POIDS DE LA PEINE S'EN EST ALLÉ</a:t>
            </a:r>
          </a:p>
          <a:p>
            <a:r>
              <a:rPr lang="fr-FR" altLang="fr-FR" smtClean="0"/>
              <a:t>gone is the curse from which i stumbled and fell</a:t>
            </a:r>
          </a:p>
          <a:p>
            <a:r>
              <a:rPr lang="fr-FR" altLang="fr-FR" smtClean="0"/>
              <a:t>4-  LE MAL EST VAINCU POUR L'ÉTERNITÉ</a:t>
            </a:r>
          </a:p>
          <a:p>
            <a:r>
              <a:rPr lang="fr-FR" altLang="fr-FR" smtClean="0"/>
              <a:t>evil is banished to eternal hell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5-  PLUS DE NUIT, DE DOULEURS</a:t>
            </a:r>
          </a:p>
          <a:p>
            <a:r>
              <a:rPr lang="fr-FR" altLang="fr-FR" smtClean="0"/>
              <a:t>	no more night, no more pain</a:t>
            </a:r>
          </a:p>
          <a:p>
            <a:r>
              <a:rPr lang="fr-FR" altLang="fr-FR" smtClean="0"/>
              <a:t>	6-  PLUS DE LARMES IL N’Y AURA PLUS DE PLEURS</a:t>
            </a:r>
          </a:p>
          <a:p>
            <a:r>
              <a:rPr lang="fr-FR" altLang="fr-FR" smtClean="0"/>
              <a:t>	no more tears. never crying again</a:t>
            </a:r>
          </a:p>
          <a:p>
            <a:r>
              <a:rPr lang="fr-FR" altLang="fr-FR" smtClean="0"/>
              <a:t>	7-  LOUANGE SOIT AU GRAND « JE SUIS »</a:t>
            </a:r>
          </a:p>
          <a:p>
            <a:r>
              <a:rPr lang="fr-FR" altLang="fr-FR" smtClean="0"/>
              <a:t>	and praises to the great "i am"</a:t>
            </a:r>
          </a:p>
          <a:p>
            <a:r>
              <a:rPr lang="fr-FR" altLang="fr-FR" smtClean="0"/>
              <a:t>	8-  NOUS VIVRONS DANS LA GLOIRE DE L’AGNEAU DE DIEU</a:t>
            </a:r>
          </a:p>
          <a:p>
            <a:r>
              <a:rPr lang="fr-FR" altLang="fr-FR" smtClean="0"/>
              <a:t>	we will live in the light of the risen lamb</a:t>
            </a:r>
          </a:p>
          <a:p>
            <a:endParaRPr lang="fr-FR" altLang="fr-FR" smtClean="0"/>
          </a:p>
          <a:p>
            <a:r>
              <a:rPr lang="fr-FR" altLang="fr-FR" smtClean="0"/>
              <a:t>9-  TOUTES LES NATIONS SE PROSTERNENT AINSI DEVANT LUI</a:t>
            </a:r>
          </a:p>
          <a:p>
            <a:r>
              <a:rPr lang="fr-FR" altLang="fr-FR" smtClean="0"/>
              <a:t>see all around now the nations bow down to sing</a:t>
            </a:r>
          </a:p>
          <a:p>
            <a:r>
              <a:rPr lang="fr-FR" altLang="fr-FR" smtClean="0"/>
              <a:t>10-  IL N’Y A QU’UN SEUL BRUIT, </a:t>
            </a:r>
          </a:p>
          <a:p>
            <a:r>
              <a:rPr lang="fr-FR" altLang="fr-FR" smtClean="0"/>
              <a:t>the only sound </a:t>
            </a:r>
          </a:p>
          <a:p>
            <a:r>
              <a:rPr lang="fr-FR" altLang="fr-FR" smtClean="0"/>
              <a:t>11-  LES LOUANGES À JÉSUS LE CHRIST </a:t>
            </a:r>
          </a:p>
          <a:p>
            <a:r>
              <a:rPr lang="fr-FR" altLang="fr-FR" smtClean="0"/>
              <a:t>is the praises to Christ, our king</a:t>
            </a:r>
          </a:p>
          <a:p>
            <a:r>
              <a:rPr lang="fr-FR" altLang="fr-FR" smtClean="0"/>
              <a:t>12-  LENTEMENT, LES NOMS SONT LUS DANS LE LIVRE</a:t>
            </a:r>
          </a:p>
          <a:p>
            <a:r>
              <a:rPr lang="fr-FR" altLang="fr-FR" smtClean="0"/>
              <a:t>slowly the names from the book are read</a:t>
            </a:r>
          </a:p>
          <a:p>
            <a:r>
              <a:rPr lang="fr-FR" altLang="fr-FR" smtClean="0"/>
              <a:t>13-  JE NE CRAINS RIEN CAR LE ROI LE ROI ME CONNAIS</a:t>
            </a:r>
          </a:p>
          <a:p>
            <a:r>
              <a:rPr lang="fr-FR" altLang="fr-FR" smtClean="0"/>
              <a:t>i know the king so there's no need to dread</a:t>
            </a:r>
          </a:p>
          <a:p>
            <a:endParaRPr lang="fr-FR" altLang="fr-FR" smtClean="0"/>
          </a:p>
          <a:p>
            <a:r>
              <a:rPr lang="fr-FR" altLang="fr-FR" smtClean="0"/>
              <a:t>	14-  PLUS DE NUIT, DE DOULEURS</a:t>
            </a:r>
          </a:p>
          <a:p>
            <a:r>
              <a:rPr lang="fr-FR" altLang="fr-FR" smtClean="0"/>
              <a:t>	no more night, no more pain</a:t>
            </a:r>
          </a:p>
          <a:p>
            <a:r>
              <a:rPr lang="fr-FR" altLang="fr-FR" smtClean="0"/>
              <a:t>	15-  PLUS DE LARMES IL N’Y AURA PLUS DE PLEURS</a:t>
            </a:r>
          </a:p>
          <a:p>
            <a:r>
              <a:rPr lang="fr-FR" altLang="fr-FR" smtClean="0"/>
              <a:t>	no more tears. never crying again</a:t>
            </a:r>
          </a:p>
          <a:p>
            <a:r>
              <a:rPr lang="fr-FR" altLang="fr-FR" smtClean="0"/>
              <a:t>	16-  LOUANGE SOIT AU GRAND « JE SUIS »</a:t>
            </a:r>
          </a:p>
          <a:p>
            <a:r>
              <a:rPr lang="fr-FR" altLang="fr-FR" smtClean="0"/>
              <a:t>	and praises to the great "i am"</a:t>
            </a:r>
          </a:p>
          <a:p>
            <a:r>
              <a:rPr lang="fr-FR" altLang="fr-FR" smtClean="0"/>
              <a:t>	17-  NOUS VIVRONS DANS LA GLOIRE DE L’AGNEAU DE DIEU</a:t>
            </a:r>
          </a:p>
          <a:p>
            <a:r>
              <a:rPr lang="fr-FR" altLang="fr-FR" smtClean="0"/>
              <a:t>	we will live in the light of the risen lamb</a:t>
            </a:r>
          </a:p>
          <a:p>
            <a:endParaRPr lang="fr-FR" altLang="fr-FR" smtClean="0"/>
          </a:p>
          <a:p>
            <a:r>
              <a:rPr lang="fr-FR" altLang="fr-FR" smtClean="0"/>
              <a:t>18-  J’APERÇOIS, CETTE DEMEURE PREPARÉE RIEN QUE POUR MOI</a:t>
            </a:r>
          </a:p>
          <a:p>
            <a:r>
              <a:rPr lang="fr-FR" altLang="fr-FR" smtClean="0"/>
              <a:t>see over there, there's a mansion, oh that's prepared just for me</a:t>
            </a:r>
          </a:p>
          <a:p>
            <a:r>
              <a:rPr lang="fr-FR" altLang="fr-FR" smtClean="0"/>
              <a:t>19-  OÙ JE VIVRAI POUR L'ÉTERNITÉ AVEC LUI IL N'Y AURA PLUS DE NUIT...</a:t>
            </a:r>
          </a:p>
          <a:p>
            <a:r>
              <a:rPr lang="fr-FR" altLang="fr-FR" smtClean="0"/>
              <a:t>where i will live with my savior eternally</a:t>
            </a:r>
          </a:p>
          <a:p>
            <a:endParaRPr lang="fr-FR" altLang="fr-FR" smtClean="0"/>
          </a:p>
          <a:p>
            <a:r>
              <a:rPr lang="fr-FR" altLang="fr-FR" smtClean="0"/>
              <a:t>	20-  PLUS DE NUIT, DE DOULEURS</a:t>
            </a:r>
          </a:p>
          <a:p>
            <a:r>
              <a:rPr lang="fr-FR" altLang="fr-FR" smtClean="0"/>
              <a:t>	no more night, no more pain</a:t>
            </a:r>
          </a:p>
          <a:p>
            <a:r>
              <a:rPr lang="fr-FR" altLang="fr-FR" smtClean="0"/>
              <a:t>	21-  PLUS DE LARMES IL N’Y AURA PLUS DE PLEURS</a:t>
            </a:r>
          </a:p>
          <a:p>
            <a:r>
              <a:rPr lang="fr-FR" altLang="fr-FR" smtClean="0"/>
              <a:t>	no more tears. never crying again</a:t>
            </a:r>
          </a:p>
          <a:p>
            <a:r>
              <a:rPr lang="fr-FR" altLang="fr-FR" smtClean="0"/>
              <a:t>	22-  LOUANGE SOIT AU GRAND « JE SUIS »</a:t>
            </a:r>
          </a:p>
          <a:p>
            <a:r>
              <a:rPr lang="fr-FR" altLang="fr-FR" smtClean="0"/>
              <a:t>	and praises to the great "i am"</a:t>
            </a:r>
          </a:p>
          <a:p>
            <a:r>
              <a:rPr lang="fr-FR" altLang="fr-FR" smtClean="0"/>
              <a:t>	23-  NOUS VIVRONS DANS LA GLOIRE DE L’AGNEAU DE DIEU</a:t>
            </a:r>
          </a:p>
          <a:p>
            <a:r>
              <a:rPr lang="fr-FR" altLang="fr-FR" smtClean="0"/>
              <a:t>	we will live in the light of the risen lamb</a:t>
            </a:r>
          </a:p>
          <a:p>
            <a:endParaRPr lang="fr-FR" altLang="fr-FR" smtClean="0"/>
          </a:p>
          <a:p>
            <a:r>
              <a:rPr lang="fr-FR" altLang="fr-FR" smtClean="0"/>
              <a:t>24- TOUTE LA GLOIRE AU GRAND JE SUIS</a:t>
            </a:r>
          </a:p>
          <a:p>
            <a:r>
              <a:rPr lang="fr-FR" altLang="fr-FR" smtClean="0"/>
              <a:t>all praises to the great "i am"</a:t>
            </a:r>
          </a:p>
          <a:p>
            <a:r>
              <a:rPr lang="fr-FR" altLang="fr-FR" smtClean="0"/>
              <a:t>25- NOUS VIVRONS DANS LA GLOIRE DE L’AGNEAU DE DIEU</a:t>
            </a:r>
          </a:p>
          <a:p>
            <a:r>
              <a:rPr lang="fr-FR" altLang="fr-FR" smtClean="0"/>
              <a:t>we're gonna live in the light of the risen lamb</a:t>
            </a:r>
          </a:p>
          <a:p>
            <a:r>
              <a:rPr lang="fr-FR" altLang="fr-FR" smtClean="0"/>
              <a:t> </a:t>
            </a:r>
          </a:p>
          <a:p>
            <a:endParaRPr lang="fr-FR" altLang="fr-FR" smtClean="0"/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ÉCRIT LE CIEL ET LA TERRE PASSERONT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timeless theme, earth and heaven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CE N’EST PAS UN RÊVE, AUJOURD'HUI DIEU PEUT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not a dream, god will make all things new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POIDS DE LA PEINE S'EN EST ALLÉ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gone is the curse from which i stumbled and fell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MAL EST VAINCU POUR L'ÉTERNITÉ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evil is banished to eternal hell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night, no more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tears. never crying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will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TOUTES LES NATIONS SE PROSTERNENT AINSI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see all around now the nations bow down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N’Y A QU’UN SEUL BRUIT,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only sound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LES LOUANGES À JÉSUS LE CHRIST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 the praises to Christ, 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LENTEMENT, LES NOMS SONT LUS DANS LE LIVRE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slowly the names from the book are read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NE CRAINS RIEN CAR LE ROI LE ROI ME CONNAIS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know the king so there's no need to dread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night, no more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tears. never crying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will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J’APERÇOIS, CETTE DEMEURE PREPARÉE RIEN QUE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see over there, there's a mansion, oh that's prepared just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OÙ JE VIVRAI POUR L'ÉTERNITÉ AVEC LUI IL N'Y AURA PLUS DE NUIT...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will live with my savior eternally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night, no more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tears. never crying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will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TOUTE LA GLOIRE AU GRAND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we're gonna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IL EST ÉCRIT LE CIEL ET LA TERRE PASSERONT</a:t>
            </a:r>
          </a:p>
          <a:p>
            <a:r>
              <a:rPr lang="fr-FR" altLang="fr-FR" smtClean="0"/>
              <a:t>the timeless theme, earth and heaven will pass away</a:t>
            </a:r>
          </a:p>
          <a:p>
            <a:r>
              <a:rPr lang="fr-FR" altLang="fr-FR" smtClean="0"/>
              <a:t>2-  CE N’EST PAS UN RÊVE, AUJOURD'HUI DIEU PEUT TOUT CHANGER</a:t>
            </a:r>
          </a:p>
          <a:p>
            <a:r>
              <a:rPr lang="fr-FR" altLang="fr-FR" smtClean="0"/>
              <a:t>it's not a dream, god will make all things new that day</a:t>
            </a:r>
          </a:p>
          <a:p>
            <a:r>
              <a:rPr lang="fr-FR" altLang="fr-FR" smtClean="0"/>
              <a:t>3-  LE POIDS DE LA PEINE S'EN EST ALLÉ</a:t>
            </a:r>
          </a:p>
          <a:p>
            <a:r>
              <a:rPr lang="fr-FR" altLang="fr-FR" smtClean="0"/>
              <a:t>gone is the curse from which i stumbled and fell</a:t>
            </a:r>
          </a:p>
          <a:p>
            <a:r>
              <a:rPr lang="fr-FR" altLang="fr-FR" smtClean="0"/>
              <a:t>4-  LE MAL EST VAINCU POUR L'ÉTERNITÉ</a:t>
            </a:r>
          </a:p>
          <a:p>
            <a:r>
              <a:rPr lang="fr-FR" altLang="fr-FR" smtClean="0"/>
              <a:t>evil is banished to eternal hell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5-  PLUS DE NUIT, DE DOULEURS</a:t>
            </a:r>
          </a:p>
          <a:p>
            <a:r>
              <a:rPr lang="fr-FR" altLang="fr-FR" smtClean="0"/>
              <a:t>	no more night, no more pain</a:t>
            </a:r>
          </a:p>
          <a:p>
            <a:r>
              <a:rPr lang="fr-FR" altLang="fr-FR" smtClean="0"/>
              <a:t>	6-  PLUS DE LARMES IL N’Y AURA PLUS DE PLEURS</a:t>
            </a:r>
          </a:p>
          <a:p>
            <a:r>
              <a:rPr lang="fr-FR" altLang="fr-FR" smtClean="0"/>
              <a:t>	no more tears. never crying again</a:t>
            </a:r>
          </a:p>
          <a:p>
            <a:r>
              <a:rPr lang="fr-FR" altLang="fr-FR" smtClean="0"/>
              <a:t>	7-  LOUANGE SOIT AU GRAND « JE SUIS »</a:t>
            </a:r>
          </a:p>
          <a:p>
            <a:r>
              <a:rPr lang="fr-FR" altLang="fr-FR" smtClean="0"/>
              <a:t>	and praises to the great "i am"</a:t>
            </a:r>
          </a:p>
          <a:p>
            <a:r>
              <a:rPr lang="fr-FR" altLang="fr-FR" smtClean="0"/>
              <a:t>	8-  NOUS VIVRONS DANS LA GLOIRE DE L’AGNEAU DE DIEU</a:t>
            </a:r>
          </a:p>
          <a:p>
            <a:r>
              <a:rPr lang="fr-FR" altLang="fr-FR" smtClean="0"/>
              <a:t>	we will live in the light of the risen lamb</a:t>
            </a:r>
          </a:p>
          <a:p>
            <a:endParaRPr lang="fr-FR" altLang="fr-FR" smtClean="0"/>
          </a:p>
          <a:p>
            <a:r>
              <a:rPr lang="fr-FR" altLang="fr-FR" smtClean="0"/>
              <a:t>9-  TOUTES LES NATIONS SE PROSTERNENT AINSI DEVANT LUI</a:t>
            </a:r>
          </a:p>
          <a:p>
            <a:r>
              <a:rPr lang="fr-FR" altLang="fr-FR" smtClean="0"/>
              <a:t>see all around now the nations bow down to sing</a:t>
            </a:r>
          </a:p>
          <a:p>
            <a:r>
              <a:rPr lang="fr-FR" altLang="fr-FR" smtClean="0"/>
              <a:t>10-  IL N’Y A QU’UN SEUL BRUIT, </a:t>
            </a:r>
          </a:p>
          <a:p>
            <a:r>
              <a:rPr lang="fr-FR" altLang="fr-FR" smtClean="0"/>
              <a:t>the only sound </a:t>
            </a:r>
          </a:p>
          <a:p>
            <a:r>
              <a:rPr lang="fr-FR" altLang="fr-FR" smtClean="0"/>
              <a:t>11-  LES LOUANGES À JÉSUS LE CHRIST </a:t>
            </a:r>
          </a:p>
          <a:p>
            <a:r>
              <a:rPr lang="fr-FR" altLang="fr-FR" smtClean="0"/>
              <a:t>is the praises to Christ, our king</a:t>
            </a:r>
          </a:p>
          <a:p>
            <a:r>
              <a:rPr lang="fr-FR" altLang="fr-FR" smtClean="0"/>
              <a:t>12-  LENTEMENT, LES NOMS SONT LUS DANS LE LIVRE</a:t>
            </a:r>
          </a:p>
          <a:p>
            <a:r>
              <a:rPr lang="fr-FR" altLang="fr-FR" smtClean="0"/>
              <a:t>slowly the names from the book are read</a:t>
            </a:r>
          </a:p>
          <a:p>
            <a:r>
              <a:rPr lang="fr-FR" altLang="fr-FR" smtClean="0"/>
              <a:t>13-  JE NE CRAINS RIEN CAR LE ROI LE ROI ME CONNAIS</a:t>
            </a:r>
          </a:p>
          <a:p>
            <a:r>
              <a:rPr lang="fr-FR" altLang="fr-FR" smtClean="0"/>
              <a:t>i know the king so there's no need to dread</a:t>
            </a:r>
          </a:p>
          <a:p>
            <a:endParaRPr lang="fr-FR" altLang="fr-FR" smtClean="0"/>
          </a:p>
          <a:p>
            <a:r>
              <a:rPr lang="fr-FR" altLang="fr-FR" smtClean="0"/>
              <a:t>	14-  PLUS DE NUIT, DE DOULEURS</a:t>
            </a:r>
          </a:p>
          <a:p>
            <a:r>
              <a:rPr lang="fr-FR" altLang="fr-FR" smtClean="0"/>
              <a:t>	no more night, no more pain</a:t>
            </a:r>
          </a:p>
          <a:p>
            <a:r>
              <a:rPr lang="fr-FR" altLang="fr-FR" smtClean="0"/>
              <a:t>	15-  PLUS DE LARMES IL N’Y AURA PLUS DE PLEURS</a:t>
            </a:r>
          </a:p>
          <a:p>
            <a:r>
              <a:rPr lang="fr-FR" altLang="fr-FR" smtClean="0"/>
              <a:t>	no more tears. never crying again</a:t>
            </a:r>
          </a:p>
          <a:p>
            <a:r>
              <a:rPr lang="fr-FR" altLang="fr-FR" smtClean="0"/>
              <a:t>	16-  LOUANGE SOIT AU GRAND « JE SUIS »</a:t>
            </a:r>
          </a:p>
          <a:p>
            <a:r>
              <a:rPr lang="fr-FR" altLang="fr-FR" smtClean="0"/>
              <a:t>	and praises to the great "i am"</a:t>
            </a:r>
          </a:p>
          <a:p>
            <a:r>
              <a:rPr lang="fr-FR" altLang="fr-FR" smtClean="0"/>
              <a:t>	17-  NOUS VIVRONS DANS LA GLOIRE DE L’AGNEAU DE DIEU</a:t>
            </a:r>
          </a:p>
          <a:p>
            <a:r>
              <a:rPr lang="fr-FR" altLang="fr-FR" smtClean="0"/>
              <a:t>	we will live in the light of the risen lamb</a:t>
            </a:r>
          </a:p>
          <a:p>
            <a:endParaRPr lang="fr-FR" altLang="fr-FR" smtClean="0"/>
          </a:p>
          <a:p>
            <a:r>
              <a:rPr lang="fr-FR" altLang="fr-FR" smtClean="0"/>
              <a:t>18-  J’APERÇOIS, CETTE DEMEURE PREPARÉE RIEN QUE POUR MOI</a:t>
            </a:r>
          </a:p>
          <a:p>
            <a:r>
              <a:rPr lang="fr-FR" altLang="fr-FR" smtClean="0"/>
              <a:t>see over there, there's a mansion, oh that's prepared just for me</a:t>
            </a:r>
          </a:p>
          <a:p>
            <a:r>
              <a:rPr lang="fr-FR" altLang="fr-FR" smtClean="0"/>
              <a:t>19-  OÙ JE VIVRAI POUR L'ÉTERNITÉ AVEC LUI IL N'Y AURA PLUS DE NUIT...</a:t>
            </a:r>
          </a:p>
          <a:p>
            <a:r>
              <a:rPr lang="fr-FR" altLang="fr-FR" smtClean="0"/>
              <a:t>where i will live with my savior eternally</a:t>
            </a:r>
          </a:p>
          <a:p>
            <a:endParaRPr lang="fr-FR" altLang="fr-FR" smtClean="0"/>
          </a:p>
          <a:p>
            <a:r>
              <a:rPr lang="fr-FR" altLang="fr-FR" smtClean="0"/>
              <a:t>	20-  PLUS DE NUIT, DE DOULEURS</a:t>
            </a:r>
          </a:p>
          <a:p>
            <a:r>
              <a:rPr lang="fr-FR" altLang="fr-FR" smtClean="0"/>
              <a:t>	no more night, no more pain</a:t>
            </a:r>
          </a:p>
          <a:p>
            <a:r>
              <a:rPr lang="fr-FR" altLang="fr-FR" smtClean="0"/>
              <a:t>	21-  PLUS DE LARMES IL N’Y AURA PLUS DE PLEURS</a:t>
            </a:r>
          </a:p>
          <a:p>
            <a:r>
              <a:rPr lang="fr-FR" altLang="fr-FR" smtClean="0"/>
              <a:t>	no more tears. never crying again</a:t>
            </a:r>
          </a:p>
          <a:p>
            <a:r>
              <a:rPr lang="fr-FR" altLang="fr-FR" smtClean="0"/>
              <a:t>	22-  LOUANGE SOIT AU GRAND « JE SUIS »</a:t>
            </a:r>
          </a:p>
          <a:p>
            <a:r>
              <a:rPr lang="fr-FR" altLang="fr-FR" smtClean="0"/>
              <a:t>	and praises to the great "i am"</a:t>
            </a:r>
          </a:p>
          <a:p>
            <a:r>
              <a:rPr lang="fr-FR" altLang="fr-FR" smtClean="0"/>
              <a:t>	23-  NOUS VIVRONS DANS LA GLOIRE DE L’AGNEAU DE DIEU</a:t>
            </a:r>
          </a:p>
          <a:p>
            <a:r>
              <a:rPr lang="fr-FR" altLang="fr-FR" smtClean="0"/>
              <a:t>	we will live in the light of the risen lamb</a:t>
            </a:r>
          </a:p>
          <a:p>
            <a:endParaRPr lang="fr-FR" altLang="fr-FR" smtClean="0"/>
          </a:p>
          <a:p>
            <a:r>
              <a:rPr lang="fr-FR" altLang="fr-FR" smtClean="0"/>
              <a:t>24- TOUTE LA GLOIRE AU GRAND JE SUIS</a:t>
            </a:r>
          </a:p>
          <a:p>
            <a:r>
              <a:rPr lang="fr-FR" altLang="fr-FR" smtClean="0"/>
              <a:t>all praises to the great "i am"</a:t>
            </a:r>
          </a:p>
          <a:p>
            <a:r>
              <a:rPr lang="fr-FR" altLang="fr-FR" smtClean="0"/>
              <a:t>25- NOUS VIVRONS DANS LA GLOIRE DE L’AGNEAU DE DIEU</a:t>
            </a:r>
          </a:p>
          <a:p>
            <a:r>
              <a:rPr lang="fr-FR" altLang="fr-FR" smtClean="0"/>
              <a:t>we're gonna live in the light of the risen lamb</a:t>
            </a:r>
          </a:p>
          <a:p>
            <a:r>
              <a:rPr lang="fr-FR" altLang="fr-FR" smtClean="0"/>
              <a:t> </a:t>
            </a:r>
          </a:p>
          <a:p>
            <a:endParaRPr lang="fr-FR" altLang="fr-FR" smtClean="0"/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ÉCRIT LE CIEL ET LA TERRE PASSERONT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timeless theme, earth and heaven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CE N’EST PAS UN RÊVE, AUJOURD'HUI DIEU PEUT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not a dream, god will make all things new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POIDS DE LA PEINE S'EN EST ALLÉ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gone is the curse from which i stumbled and fell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MAL EST VAINCU POUR L'ÉTERNITÉ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evil is banished to eternal hell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night, no more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tears. never crying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will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TOUTES LES NATIONS SE PROSTERNENT AINSI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see all around now the nations bow down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N’Y A QU’UN SEUL BRUIT,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only sound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LES LOUANGES À JÉSUS LE CHRIST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 the praises to Christ, 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LENTEMENT, LES NOMS SONT LUS DANS LE LIVRE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slowly the names from the book are read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NE CRAINS RIEN CAR LE ROI LE ROI ME CONNAIS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know the king so there's no need to dread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night, no more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tears. never crying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will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J’APERÇOIS, CETTE DEMEURE PREPARÉE RIEN QUE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see over there, there's a mansion, oh that's prepared just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OÙ JE VIVRAI POUR L'ÉTERNITÉ AVEC LUI IL N'Y AURA PLUS DE NUIT...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will live with my savior eternally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night, no more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tears. never crying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will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TOUTE LA GLOIRE AU GRAND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we're gonna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IL EST ÉCRIT LE CIEL ET LA TERRE PASSERONT</a:t>
            </a:r>
          </a:p>
          <a:p>
            <a:r>
              <a:rPr lang="fr-FR" altLang="fr-FR" smtClean="0"/>
              <a:t>the timeless theme, earth and heaven will pass away</a:t>
            </a:r>
          </a:p>
          <a:p>
            <a:r>
              <a:rPr lang="fr-FR" altLang="fr-FR" smtClean="0"/>
              <a:t>2-  CE N’EST PAS UN RÊVE, AUJOURD'HUI DIEU PEUT TOUT CHANGER</a:t>
            </a:r>
          </a:p>
          <a:p>
            <a:r>
              <a:rPr lang="fr-FR" altLang="fr-FR" smtClean="0"/>
              <a:t>it's not a dream, god will make all things new that day</a:t>
            </a:r>
          </a:p>
          <a:p>
            <a:r>
              <a:rPr lang="fr-FR" altLang="fr-FR" smtClean="0"/>
              <a:t>3-  LE POIDS DE LA PEINE S'EN EST ALLÉ</a:t>
            </a:r>
          </a:p>
          <a:p>
            <a:r>
              <a:rPr lang="fr-FR" altLang="fr-FR" smtClean="0"/>
              <a:t>gone is the curse from which i stumbled and fell</a:t>
            </a:r>
          </a:p>
          <a:p>
            <a:r>
              <a:rPr lang="fr-FR" altLang="fr-FR" smtClean="0"/>
              <a:t>4-  LE MAL EST VAINCU POUR L'ÉTERNITÉ</a:t>
            </a:r>
          </a:p>
          <a:p>
            <a:r>
              <a:rPr lang="fr-FR" altLang="fr-FR" smtClean="0"/>
              <a:t>evil is banished to eternal hell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5-  PLUS DE NUIT, DE DOULEURS</a:t>
            </a:r>
          </a:p>
          <a:p>
            <a:r>
              <a:rPr lang="fr-FR" altLang="fr-FR" smtClean="0"/>
              <a:t>	no more night, no more pain</a:t>
            </a:r>
          </a:p>
          <a:p>
            <a:r>
              <a:rPr lang="fr-FR" altLang="fr-FR" smtClean="0"/>
              <a:t>	6-  PLUS DE LARMES IL N’Y AURA PLUS DE PLEURS</a:t>
            </a:r>
          </a:p>
          <a:p>
            <a:r>
              <a:rPr lang="fr-FR" altLang="fr-FR" smtClean="0"/>
              <a:t>	no more tears. never crying again</a:t>
            </a:r>
          </a:p>
          <a:p>
            <a:r>
              <a:rPr lang="fr-FR" altLang="fr-FR" smtClean="0"/>
              <a:t>	7-  LOUANGE SOIT AU GRAND « JE SUIS »</a:t>
            </a:r>
          </a:p>
          <a:p>
            <a:r>
              <a:rPr lang="fr-FR" altLang="fr-FR" smtClean="0"/>
              <a:t>	and praises to the great "i am"</a:t>
            </a:r>
          </a:p>
          <a:p>
            <a:r>
              <a:rPr lang="fr-FR" altLang="fr-FR" smtClean="0"/>
              <a:t>	8-  NOUS VIVRONS DANS LA GLOIRE DE L’AGNEAU DE DIEU</a:t>
            </a:r>
          </a:p>
          <a:p>
            <a:r>
              <a:rPr lang="fr-FR" altLang="fr-FR" smtClean="0"/>
              <a:t>	we will live in the light of the risen lamb</a:t>
            </a:r>
          </a:p>
          <a:p>
            <a:endParaRPr lang="fr-FR" altLang="fr-FR" smtClean="0"/>
          </a:p>
          <a:p>
            <a:r>
              <a:rPr lang="fr-FR" altLang="fr-FR" smtClean="0"/>
              <a:t>9-  TOUTES LES NATIONS SE PROSTERNENT AINSI DEVANT LUI</a:t>
            </a:r>
          </a:p>
          <a:p>
            <a:r>
              <a:rPr lang="fr-FR" altLang="fr-FR" smtClean="0"/>
              <a:t>see all around now the nations bow down to sing</a:t>
            </a:r>
          </a:p>
          <a:p>
            <a:r>
              <a:rPr lang="fr-FR" altLang="fr-FR" smtClean="0"/>
              <a:t>10-  IL N’Y A QU’UN SEUL BRUIT, </a:t>
            </a:r>
          </a:p>
          <a:p>
            <a:r>
              <a:rPr lang="fr-FR" altLang="fr-FR" smtClean="0"/>
              <a:t>the only sound </a:t>
            </a:r>
          </a:p>
          <a:p>
            <a:r>
              <a:rPr lang="fr-FR" altLang="fr-FR" smtClean="0"/>
              <a:t>11-  LES LOUANGES À JÉSUS LE CHRIST </a:t>
            </a:r>
          </a:p>
          <a:p>
            <a:r>
              <a:rPr lang="fr-FR" altLang="fr-FR" smtClean="0"/>
              <a:t>is the praises to Christ, our king</a:t>
            </a:r>
          </a:p>
          <a:p>
            <a:r>
              <a:rPr lang="fr-FR" altLang="fr-FR" smtClean="0"/>
              <a:t>12-  LENTEMENT, LES NOMS SONT LUS DANS LE LIVRE</a:t>
            </a:r>
          </a:p>
          <a:p>
            <a:r>
              <a:rPr lang="fr-FR" altLang="fr-FR" smtClean="0"/>
              <a:t>slowly the names from the book are read</a:t>
            </a:r>
          </a:p>
          <a:p>
            <a:r>
              <a:rPr lang="fr-FR" altLang="fr-FR" smtClean="0"/>
              <a:t>13-  JE NE CRAINS RIEN CAR LE ROI LE ROI ME CONNAIS</a:t>
            </a:r>
          </a:p>
          <a:p>
            <a:r>
              <a:rPr lang="fr-FR" altLang="fr-FR" smtClean="0"/>
              <a:t>i know the king so there's no need to dread</a:t>
            </a:r>
          </a:p>
          <a:p>
            <a:endParaRPr lang="fr-FR" altLang="fr-FR" smtClean="0"/>
          </a:p>
          <a:p>
            <a:r>
              <a:rPr lang="fr-FR" altLang="fr-FR" smtClean="0"/>
              <a:t>	14-  PLUS DE NUIT, DE DOULEURS</a:t>
            </a:r>
          </a:p>
          <a:p>
            <a:r>
              <a:rPr lang="fr-FR" altLang="fr-FR" smtClean="0"/>
              <a:t>	no more night, no more pain</a:t>
            </a:r>
          </a:p>
          <a:p>
            <a:r>
              <a:rPr lang="fr-FR" altLang="fr-FR" smtClean="0"/>
              <a:t>	15-  PLUS DE LARMES IL N’Y AURA PLUS DE PLEURS</a:t>
            </a:r>
          </a:p>
          <a:p>
            <a:r>
              <a:rPr lang="fr-FR" altLang="fr-FR" smtClean="0"/>
              <a:t>	no more tears. never crying again</a:t>
            </a:r>
          </a:p>
          <a:p>
            <a:r>
              <a:rPr lang="fr-FR" altLang="fr-FR" smtClean="0"/>
              <a:t>	16-  LOUANGE SOIT AU GRAND « JE SUIS »</a:t>
            </a:r>
          </a:p>
          <a:p>
            <a:r>
              <a:rPr lang="fr-FR" altLang="fr-FR" smtClean="0"/>
              <a:t>	and praises to the great "i am"</a:t>
            </a:r>
          </a:p>
          <a:p>
            <a:r>
              <a:rPr lang="fr-FR" altLang="fr-FR" smtClean="0"/>
              <a:t>	17-  NOUS VIVRONS DANS LA GLOIRE DE L’AGNEAU DE DIEU</a:t>
            </a:r>
          </a:p>
          <a:p>
            <a:r>
              <a:rPr lang="fr-FR" altLang="fr-FR" smtClean="0"/>
              <a:t>	we will live in the light of the risen lamb</a:t>
            </a:r>
          </a:p>
          <a:p>
            <a:endParaRPr lang="fr-FR" altLang="fr-FR" smtClean="0"/>
          </a:p>
          <a:p>
            <a:r>
              <a:rPr lang="fr-FR" altLang="fr-FR" smtClean="0"/>
              <a:t>18-  J’APERÇOIS, CETTE DEMEURE PREPARÉE RIEN QUE POUR MOI</a:t>
            </a:r>
          </a:p>
          <a:p>
            <a:r>
              <a:rPr lang="fr-FR" altLang="fr-FR" smtClean="0"/>
              <a:t>see over there, there's a mansion, oh that's prepared just for me</a:t>
            </a:r>
          </a:p>
          <a:p>
            <a:r>
              <a:rPr lang="fr-FR" altLang="fr-FR" smtClean="0"/>
              <a:t>19-  OÙ JE VIVRAI POUR L'ÉTERNITÉ AVEC LUI IL N'Y AURA PLUS DE NUIT...</a:t>
            </a:r>
          </a:p>
          <a:p>
            <a:r>
              <a:rPr lang="fr-FR" altLang="fr-FR" smtClean="0"/>
              <a:t>where i will live with my savior eternally</a:t>
            </a:r>
          </a:p>
          <a:p>
            <a:endParaRPr lang="fr-FR" altLang="fr-FR" smtClean="0"/>
          </a:p>
          <a:p>
            <a:r>
              <a:rPr lang="fr-FR" altLang="fr-FR" smtClean="0"/>
              <a:t>	20-  PLUS DE NUIT, DE DOULEURS</a:t>
            </a:r>
          </a:p>
          <a:p>
            <a:r>
              <a:rPr lang="fr-FR" altLang="fr-FR" smtClean="0"/>
              <a:t>	no more night, no more pain</a:t>
            </a:r>
          </a:p>
          <a:p>
            <a:r>
              <a:rPr lang="fr-FR" altLang="fr-FR" smtClean="0"/>
              <a:t>	21-  PLUS DE LARMES IL N’Y AURA PLUS DE PLEURS</a:t>
            </a:r>
          </a:p>
          <a:p>
            <a:r>
              <a:rPr lang="fr-FR" altLang="fr-FR" smtClean="0"/>
              <a:t>	no more tears. never crying again</a:t>
            </a:r>
          </a:p>
          <a:p>
            <a:r>
              <a:rPr lang="fr-FR" altLang="fr-FR" smtClean="0"/>
              <a:t>	22-  LOUANGE SOIT AU GRAND « JE SUIS »</a:t>
            </a:r>
          </a:p>
          <a:p>
            <a:r>
              <a:rPr lang="fr-FR" altLang="fr-FR" smtClean="0"/>
              <a:t>	and praises to the great "i am"</a:t>
            </a:r>
          </a:p>
          <a:p>
            <a:r>
              <a:rPr lang="fr-FR" altLang="fr-FR" smtClean="0"/>
              <a:t>	23-  NOUS VIVRONS DANS LA GLOIRE DE L’AGNEAU DE DIEU</a:t>
            </a:r>
          </a:p>
          <a:p>
            <a:r>
              <a:rPr lang="fr-FR" altLang="fr-FR" smtClean="0"/>
              <a:t>	we will live in the light of the risen lamb</a:t>
            </a:r>
          </a:p>
          <a:p>
            <a:endParaRPr lang="fr-FR" altLang="fr-FR" smtClean="0"/>
          </a:p>
          <a:p>
            <a:r>
              <a:rPr lang="fr-FR" altLang="fr-FR" smtClean="0"/>
              <a:t>24- TOUTE LA GLOIRE AU GRAND JE SUIS</a:t>
            </a:r>
          </a:p>
          <a:p>
            <a:r>
              <a:rPr lang="fr-FR" altLang="fr-FR" smtClean="0"/>
              <a:t>all praises to the great "i am"</a:t>
            </a:r>
          </a:p>
          <a:p>
            <a:r>
              <a:rPr lang="fr-FR" altLang="fr-FR" smtClean="0"/>
              <a:t>25- NOUS VIVRONS DANS LA GLOIRE DE L’AGNEAU DE DIEU</a:t>
            </a:r>
          </a:p>
          <a:p>
            <a:r>
              <a:rPr lang="fr-FR" altLang="fr-FR" smtClean="0"/>
              <a:t>we're gonna live in the light of the risen lamb</a:t>
            </a:r>
          </a:p>
          <a:p>
            <a:r>
              <a:rPr lang="fr-FR" altLang="fr-FR" smtClean="0"/>
              <a:t> </a:t>
            </a:r>
          </a:p>
          <a:p>
            <a:endParaRPr lang="fr-FR" altLang="fr-FR" smtClean="0"/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ÉCRIT LE CIEL ET LA TERRE PASSERONT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timeless theme, earth and heaven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CE N’EST PAS UN RÊVE, AUJOURD'HUI DIEU PEUT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not a dream, god will make all things new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POIDS DE LA PEINE S'EN EST ALLÉ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gone is the curse from which i stumbled and fell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MAL EST VAINCU POUR L'ÉTERNITÉ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evil is banished to eternal hell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night, no more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tears. never crying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will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TOUTES LES NATIONS SE PROSTERNENT AINSI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see all around now the nations bow down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N’Y A QU’UN SEUL BRUIT,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only sound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LES LOUANGES À JÉSUS LE CHRIST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 the praises to Christ, 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LENTEMENT, LES NOMS SONT LUS DANS LE LIVRE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slowly the names from the book are read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NE CRAINS RIEN CAR LE ROI LE ROI ME CONNAIS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know the king so there's no need to dread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night, no more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tears. never crying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will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J’APERÇOIS, CETTE DEMEURE PREPARÉE RIEN QUE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see over there, there's a mansion, oh that's prepared just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OÙ JE VIVRAI POUR L'ÉTERNITÉ AVEC LUI IL N'Y AURA PLUS DE NUIT...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will live with my savior eternally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night, no more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tears. never crying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will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TOUTE LA GLOIRE AU GRAND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we're gonna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IL EST ÉCRIT LE CIEL ET LA TERRE PASSERONT</a:t>
            </a:r>
          </a:p>
          <a:p>
            <a:r>
              <a:rPr lang="fr-FR" altLang="fr-FR" smtClean="0"/>
              <a:t>the timeless theme, earth and heaven will pass away</a:t>
            </a:r>
          </a:p>
          <a:p>
            <a:r>
              <a:rPr lang="fr-FR" altLang="fr-FR" smtClean="0"/>
              <a:t>2-  CE N’EST PAS UN RÊVE, AUJOURD'HUI DIEU PEUT TOUT CHANGER</a:t>
            </a:r>
          </a:p>
          <a:p>
            <a:r>
              <a:rPr lang="fr-FR" altLang="fr-FR" smtClean="0"/>
              <a:t>it's not a dream, god will make all things new that day</a:t>
            </a:r>
          </a:p>
          <a:p>
            <a:r>
              <a:rPr lang="fr-FR" altLang="fr-FR" smtClean="0"/>
              <a:t>3-  LE POIDS DE LA PEINE S'EN EST ALLÉ</a:t>
            </a:r>
          </a:p>
          <a:p>
            <a:r>
              <a:rPr lang="fr-FR" altLang="fr-FR" smtClean="0"/>
              <a:t>gone is the curse from which i stumbled and fell</a:t>
            </a:r>
          </a:p>
          <a:p>
            <a:r>
              <a:rPr lang="fr-FR" altLang="fr-FR" smtClean="0"/>
              <a:t>4-  LE MAL EST VAINCU POUR L'ÉTERNITÉ</a:t>
            </a:r>
          </a:p>
          <a:p>
            <a:r>
              <a:rPr lang="fr-FR" altLang="fr-FR" smtClean="0"/>
              <a:t>evil is banished to eternal hell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5-  PLUS DE NUIT, DE DOULEURS</a:t>
            </a:r>
          </a:p>
          <a:p>
            <a:r>
              <a:rPr lang="fr-FR" altLang="fr-FR" smtClean="0"/>
              <a:t>	no more night, no more pain</a:t>
            </a:r>
          </a:p>
          <a:p>
            <a:r>
              <a:rPr lang="fr-FR" altLang="fr-FR" smtClean="0"/>
              <a:t>	6-  PLUS DE LARMES IL N’Y AURA PLUS DE PLEURS</a:t>
            </a:r>
          </a:p>
          <a:p>
            <a:r>
              <a:rPr lang="fr-FR" altLang="fr-FR" smtClean="0"/>
              <a:t>	no more tears. never crying again</a:t>
            </a:r>
          </a:p>
          <a:p>
            <a:r>
              <a:rPr lang="fr-FR" altLang="fr-FR" smtClean="0"/>
              <a:t>	7-  LOUANGE SOIT AU GRAND « JE SUIS »</a:t>
            </a:r>
          </a:p>
          <a:p>
            <a:r>
              <a:rPr lang="fr-FR" altLang="fr-FR" smtClean="0"/>
              <a:t>	and praises to the great "i am"</a:t>
            </a:r>
          </a:p>
          <a:p>
            <a:r>
              <a:rPr lang="fr-FR" altLang="fr-FR" smtClean="0"/>
              <a:t>	8-  NOUS VIVRONS DANS LA GLOIRE DE L’AGNEAU DE DIEU</a:t>
            </a:r>
          </a:p>
          <a:p>
            <a:r>
              <a:rPr lang="fr-FR" altLang="fr-FR" smtClean="0"/>
              <a:t>	we will live in the light of the risen lamb</a:t>
            </a:r>
          </a:p>
          <a:p>
            <a:endParaRPr lang="fr-FR" altLang="fr-FR" smtClean="0"/>
          </a:p>
          <a:p>
            <a:r>
              <a:rPr lang="fr-FR" altLang="fr-FR" smtClean="0"/>
              <a:t>9-  TOUTES LES NATIONS SE PROSTERNENT AINSI DEVANT LUI</a:t>
            </a:r>
          </a:p>
          <a:p>
            <a:r>
              <a:rPr lang="fr-FR" altLang="fr-FR" smtClean="0"/>
              <a:t>see all around now the nations bow down to sing</a:t>
            </a:r>
          </a:p>
          <a:p>
            <a:r>
              <a:rPr lang="fr-FR" altLang="fr-FR" smtClean="0"/>
              <a:t>10-  IL N’Y A QU’UN SEUL BRUIT, </a:t>
            </a:r>
          </a:p>
          <a:p>
            <a:r>
              <a:rPr lang="fr-FR" altLang="fr-FR" smtClean="0"/>
              <a:t>the only sound </a:t>
            </a:r>
          </a:p>
          <a:p>
            <a:r>
              <a:rPr lang="fr-FR" altLang="fr-FR" smtClean="0"/>
              <a:t>11-  LES LOUANGES À JÉSUS LE CHRIST </a:t>
            </a:r>
          </a:p>
          <a:p>
            <a:r>
              <a:rPr lang="fr-FR" altLang="fr-FR" smtClean="0"/>
              <a:t>is the praises to Christ, our king</a:t>
            </a:r>
          </a:p>
          <a:p>
            <a:r>
              <a:rPr lang="fr-FR" altLang="fr-FR" smtClean="0"/>
              <a:t>12-  LENTEMENT, LES NOMS SONT LUS DANS LE LIVRE</a:t>
            </a:r>
          </a:p>
          <a:p>
            <a:r>
              <a:rPr lang="fr-FR" altLang="fr-FR" smtClean="0"/>
              <a:t>slowly the names from the book are read</a:t>
            </a:r>
          </a:p>
          <a:p>
            <a:r>
              <a:rPr lang="fr-FR" altLang="fr-FR" smtClean="0"/>
              <a:t>13-  JE NE CRAINS RIEN CAR LE ROI LE ROI ME CONNAIS</a:t>
            </a:r>
          </a:p>
          <a:p>
            <a:r>
              <a:rPr lang="fr-FR" altLang="fr-FR" smtClean="0"/>
              <a:t>i know the king so there's no need to dread</a:t>
            </a:r>
          </a:p>
          <a:p>
            <a:endParaRPr lang="fr-FR" altLang="fr-FR" smtClean="0"/>
          </a:p>
          <a:p>
            <a:r>
              <a:rPr lang="fr-FR" altLang="fr-FR" smtClean="0"/>
              <a:t>	14-  PLUS DE NUIT, DE DOULEURS</a:t>
            </a:r>
          </a:p>
          <a:p>
            <a:r>
              <a:rPr lang="fr-FR" altLang="fr-FR" smtClean="0"/>
              <a:t>	no more night, no more pain</a:t>
            </a:r>
          </a:p>
          <a:p>
            <a:r>
              <a:rPr lang="fr-FR" altLang="fr-FR" smtClean="0"/>
              <a:t>	15-  PLUS DE LARMES IL N’Y AURA PLUS DE PLEURS</a:t>
            </a:r>
          </a:p>
          <a:p>
            <a:r>
              <a:rPr lang="fr-FR" altLang="fr-FR" smtClean="0"/>
              <a:t>	no more tears. never crying again</a:t>
            </a:r>
          </a:p>
          <a:p>
            <a:r>
              <a:rPr lang="fr-FR" altLang="fr-FR" smtClean="0"/>
              <a:t>	16-  LOUANGE SOIT AU GRAND « JE SUIS »</a:t>
            </a:r>
          </a:p>
          <a:p>
            <a:r>
              <a:rPr lang="fr-FR" altLang="fr-FR" smtClean="0"/>
              <a:t>	and praises to the great "i am"</a:t>
            </a:r>
          </a:p>
          <a:p>
            <a:r>
              <a:rPr lang="fr-FR" altLang="fr-FR" smtClean="0"/>
              <a:t>	17-  NOUS VIVRONS DANS LA GLOIRE DE L’AGNEAU DE DIEU</a:t>
            </a:r>
          </a:p>
          <a:p>
            <a:r>
              <a:rPr lang="fr-FR" altLang="fr-FR" smtClean="0"/>
              <a:t>	we will live in the light of the risen lamb</a:t>
            </a:r>
          </a:p>
          <a:p>
            <a:endParaRPr lang="fr-FR" altLang="fr-FR" smtClean="0"/>
          </a:p>
          <a:p>
            <a:r>
              <a:rPr lang="fr-FR" altLang="fr-FR" smtClean="0"/>
              <a:t>18-  J’APERÇOIS, CETTE DEMEURE PREPARÉE RIEN QUE POUR MOI</a:t>
            </a:r>
          </a:p>
          <a:p>
            <a:r>
              <a:rPr lang="fr-FR" altLang="fr-FR" smtClean="0"/>
              <a:t>see over there, there's a mansion, oh that's prepared just for me</a:t>
            </a:r>
          </a:p>
          <a:p>
            <a:r>
              <a:rPr lang="fr-FR" altLang="fr-FR" smtClean="0"/>
              <a:t>19-  OÙ JE VIVRAI POUR L'ÉTERNITÉ AVEC LUI IL N'Y AURA PLUS DE NUIT...</a:t>
            </a:r>
          </a:p>
          <a:p>
            <a:r>
              <a:rPr lang="fr-FR" altLang="fr-FR" smtClean="0"/>
              <a:t>where i will live with my savior eternally</a:t>
            </a:r>
          </a:p>
          <a:p>
            <a:endParaRPr lang="fr-FR" altLang="fr-FR" smtClean="0"/>
          </a:p>
          <a:p>
            <a:r>
              <a:rPr lang="fr-FR" altLang="fr-FR" smtClean="0"/>
              <a:t>	20-  PLUS DE NUIT, DE DOULEURS</a:t>
            </a:r>
          </a:p>
          <a:p>
            <a:r>
              <a:rPr lang="fr-FR" altLang="fr-FR" smtClean="0"/>
              <a:t>	no more night, no more pain</a:t>
            </a:r>
          </a:p>
          <a:p>
            <a:r>
              <a:rPr lang="fr-FR" altLang="fr-FR" smtClean="0"/>
              <a:t>	21-  PLUS DE LARMES IL N’Y AURA PLUS DE PLEURS</a:t>
            </a:r>
          </a:p>
          <a:p>
            <a:r>
              <a:rPr lang="fr-FR" altLang="fr-FR" smtClean="0"/>
              <a:t>	no more tears. never crying again</a:t>
            </a:r>
          </a:p>
          <a:p>
            <a:r>
              <a:rPr lang="fr-FR" altLang="fr-FR" smtClean="0"/>
              <a:t>	22-  LOUANGE SOIT AU GRAND « JE SUIS »</a:t>
            </a:r>
          </a:p>
          <a:p>
            <a:r>
              <a:rPr lang="fr-FR" altLang="fr-FR" smtClean="0"/>
              <a:t>	and praises to the great "i am"</a:t>
            </a:r>
          </a:p>
          <a:p>
            <a:r>
              <a:rPr lang="fr-FR" altLang="fr-FR" smtClean="0"/>
              <a:t>	23-  NOUS VIVRONS DANS LA GLOIRE DE L’AGNEAU DE DIEU</a:t>
            </a:r>
          </a:p>
          <a:p>
            <a:r>
              <a:rPr lang="fr-FR" altLang="fr-FR" smtClean="0"/>
              <a:t>	we will live in the light of the risen lamb</a:t>
            </a:r>
          </a:p>
          <a:p>
            <a:endParaRPr lang="fr-FR" altLang="fr-FR" smtClean="0"/>
          </a:p>
          <a:p>
            <a:r>
              <a:rPr lang="fr-FR" altLang="fr-FR" smtClean="0"/>
              <a:t>24- TOUTE LA GLOIRE AU GRAND JE SUIS</a:t>
            </a:r>
          </a:p>
          <a:p>
            <a:r>
              <a:rPr lang="fr-FR" altLang="fr-FR" smtClean="0"/>
              <a:t>all praises to the great "i am"</a:t>
            </a:r>
          </a:p>
          <a:p>
            <a:r>
              <a:rPr lang="fr-FR" altLang="fr-FR" smtClean="0"/>
              <a:t>25- NOUS VIVRONS DANS LA GLOIRE DE L’AGNEAU DE DIEU</a:t>
            </a:r>
          </a:p>
          <a:p>
            <a:r>
              <a:rPr lang="fr-FR" altLang="fr-FR" smtClean="0"/>
              <a:t>we're gonna live in the light of the risen lamb</a:t>
            </a:r>
          </a:p>
          <a:p>
            <a:r>
              <a:rPr lang="fr-FR" altLang="fr-FR" smtClean="0"/>
              <a:t> </a:t>
            </a:r>
          </a:p>
          <a:p>
            <a:endParaRPr lang="fr-FR" altLang="fr-FR" smtClean="0"/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ÉCRIT LE CIEL ET LA TERRE PASSERONT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timeless theme, earth and heaven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CE N’EST PAS UN RÊVE, AUJOURD'HUI DIEU PEUT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not a dream, god will make all things new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POIDS DE LA PEINE S'EN EST ALLÉ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gone is the curse from which i stumbled and fell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MAL EST VAINCU POUR L'ÉTERNITÉ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evil is banished to eternal hell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night, no more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tears. never crying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will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TOUTES LES NATIONS SE PROSTERNENT AINSI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see all around now the nations bow down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N’Y A QU’UN SEUL BRUIT,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only sound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LES LOUANGES À JÉSUS LE CHRIST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 the praises to Christ, 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LENTEMENT, LES NOMS SONT LUS DANS LE LIVRE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slowly the names from the book are read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NE CRAINS RIEN CAR LE ROI LE ROI ME CONNAIS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know the king so there's no need to dread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night, no more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tears. never crying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will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J’APERÇOIS, CETTE DEMEURE PREPARÉE RIEN QUE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see over there, there's a mansion, oh that's prepared just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OÙ JE VIVRAI POUR L'ÉTERNITÉ AVEC LUI IL N'Y AURA PLUS DE NUIT...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will live with my savior eternally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night, no more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tears. never crying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will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TOUTE LA GLOIRE AU GRAND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we're gonna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IL EST ÉCRIT LE CIEL ET LA TERRE PASSERONT</a:t>
            </a:r>
          </a:p>
          <a:p>
            <a:r>
              <a:rPr lang="fr-FR" altLang="fr-FR" smtClean="0"/>
              <a:t>the timeless theme, earth and heaven will pass away</a:t>
            </a:r>
          </a:p>
          <a:p>
            <a:r>
              <a:rPr lang="fr-FR" altLang="fr-FR" smtClean="0"/>
              <a:t>2-  CE N’EST PAS UN RÊVE, AUJOURD'HUI DIEU PEUT TOUT CHANGER</a:t>
            </a:r>
          </a:p>
          <a:p>
            <a:r>
              <a:rPr lang="fr-FR" altLang="fr-FR" smtClean="0"/>
              <a:t>it's not a dream, god will make all things new that day</a:t>
            </a:r>
          </a:p>
          <a:p>
            <a:r>
              <a:rPr lang="fr-FR" altLang="fr-FR" smtClean="0"/>
              <a:t>3-  LE POIDS DE LA PEINE S'EN EST ALLÉ</a:t>
            </a:r>
          </a:p>
          <a:p>
            <a:r>
              <a:rPr lang="fr-FR" altLang="fr-FR" smtClean="0"/>
              <a:t>gone is the curse from which i stumbled and fell</a:t>
            </a:r>
          </a:p>
          <a:p>
            <a:r>
              <a:rPr lang="fr-FR" altLang="fr-FR" smtClean="0"/>
              <a:t>4-  LE MAL EST VAINCU POUR L'ÉTERNITÉ</a:t>
            </a:r>
          </a:p>
          <a:p>
            <a:r>
              <a:rPr lang="fr-FR" altLang="fr-FR" smtClean="0"/>
              <a:t>evil is banished to eternal hell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5-  PLUS DE NUIT, DE DOULEURS</a:t>
            </a:r>
          </a:p>
          <a:p>
            <a:r>
              <a:rPr lang="fr-FR" altLang="fr-FR" smtClean="0"/>
              <a:t>	no more night, no more pain</a:t>
            </a:r>
          </a:p>
          <a:p>
            <a:r>
              <a:rPr lang="fr-FR" altLang="fr-FR" smtClean="0"/>
              <a:t>	6-  PLUS DE LARMES IL N’Y AURA PLUS DE PLEURS</a:t>
            </a:r>
          </a:p>
          <a:p>
            <a:r>
              <a:rPr lang="fr-FR" altLang="fr-FR" smtClean="0"/>
              <a:t>	no more tears. never crying again</a:t>
            </a:r>
          </a:p>
          <a:p>
            <a:r>
              <a:rPr lang="fr-FR" altLang="fr-FR" smtClean="0"/>
              <a:t>	7-  LOUANGE SOIT AU GRAND « JE SUIS »</a:t>
            </a:r>
          </a:p>
          <a:p>
            <a:r>
              <a:rPr lang="fr-FR" altLang="fr-FR" smtClean="0"/>
              <a:t>	and praises to the great "i am"</a:t>
            </a:r>
          </a:p>
          <a:p>
            <a:r>
              <a:rPr lang="fr-FR" altLang="fr-FR" smtClean="0"/>
              <a:t>	8-  NOUS VIVRONS DANS LA GLOIRE DE L’AGNEAU DE DIEU</a:t>
            </a:r>
          </a:p>
          <a:p>
            <a:r>
              <a:rPr lang="fr-FR" altLang="fr-FR" smtClean="0"/>
              <a:t>	we will live in the light of the risen lamb</a:t>
            </a:r>
          </a:p>
          <a:p>
            <a:endParaRPr lang="fr-FR" altLang="fr-FR" smtClean="0"/>
          </a:p>
          <a:p>
            <a:r>
              <a:rPr lang="fr-FR" altLang="fr-FR" smtClean="0"/>
              <a:t>9-  TOUTES LES NATIONS SE PROSTERNENT AINSI DEVANT LUI</a:t>
            </a:r>
          </a:p>
          <a:p>
            <a:r>
              <a:rPr lang="fr-FR" altLang="fr-FR" smtClean="0"/>
              <a:t>see all around now the nations bow down to sing</a:t>
            </a:r>
          </a:p>
          <a:p>
            <a:r>
              <a:rPr lang="fr-FR" altLang="fr-FR" smtClean="0"/>
              <a:t>10-  IL N’Y A QU’UN SEUL BRUIT, </a:t>
            </a:r>
          </a:p>
          <a:p>
            <a:r>
              <a:rPr lang="fr-FR" altLang="fr-FR" smtClean="0"/>
              <a:t>the only sound </a:t>
            </a:r>
          </a:p>
          <a:p>
            <a:r>
              <a:rPr lang="fr-FR" altLang="fr-FR" smtClean="0"/>
              <a:t>11-  LES LOUANGES À JÉSUS LE CHRIST </a:t>
            </a:r>
          </a:p>
          <a:p>
            <a:r>
              <a:rPr lang="fr-FR" altLang="fr-FR" smtClean="0"/>
              <a:t>is the praises to Christ, our king</a:t>
            </a:r>
          </a:p>
          <a:p>
            <a:r>
              <a:rPr lang="fr-FR" altLang="fr-FR" smtClean="0"/>
              <a:t>12-  LENTEMENT, LES NOMS SONT LUS DANS LE LIVRE</a:t>
            </a:r>
          </a:p>
          <a:p>
            <a:r>
              <a:rPr lang="fr-FR" altLang="fr-FR" smtClean="0"/>
              <a:t>slowly the names from the book are read</a:t>
            </a:r>
          </a:p>
          <a:p>
            <a:r>
              <a:rPr lang="fr-FR" altLang="fr-FR" smtClean="0"/>
              <a:t>13-  JE NE CRAINS RIEN CAR LE ROI LE ROI ME CONNAIS</a:t>
            </a:r>
          </a:p>
          <a:p>
            <a:r>
              <a:rPr lang="fr-FR" altLang="fr-FR" smtClean="0"/>
              <a:t>i know the king so there's no need to dread</a:t>
            </a:r>
          </a:p>
          <a:p>
            <a:endParaRPr lang="fr-FR" altLang="fr-FR" smtClean="0"/>
          </a:p>
          <a:p>
            <a:r>
              <a:rPr lang="fr-FR" altLang="fr-FR" smtClean="0"/>
              <a:t>	14-  PLUS DE NUIT, DE DOULEURS</a:t>
            </a:r>
          </a:p>
          <a:p>
            <a:r>
              <a:rPr lang="fr-FR" altLang="fr-FR" smtClean="0"/>
              <a:t>	no more night, no more pain</a:t>
            </a:r>
          </a:p>
          <a:p>
            <a:r>
              <a:rPr lang="fr-FR" altLang="fr-FR" smtClean="0"/>
              <a:t>	15-  PLUS DE LARMES IL N’Y AURA PLUS DE PLEURS</a:t>
            </a:r>
          </a:p>
          <a:p>
            <a:r>
              <a:rPr lang="fr-FR" altLang="fr-FR" smtClean="0"/>
              <a:t>	no more tears. never crying again</a:t>
            </a:r>
          </a:p>
          <a:p>
            <a:r>
              <a:rPr lang="fr-FR" altLang="fr-FR" smtClean="0"/>
              <a:t>	16-  LOUANGE SOIT AU GRAND « JE SUIS »</a:t>
            </a:r>
          </a:p>
          <a:p>
            <a:r>
              <a:rPr lang="fr-FR" altLang="fr-FR" smtClean="0"/>
              <a:t>	and praises to the great "i am"</a:t>
            </a:r>
          </a:p>
          <a:p>
            <a:r>
              <a:rPr lang="fr-FR" altLang="fr-FR" smtClean="0"/>
              <a:t>	17-  NOUS VIVRONS DANS LA GLOIRE DE L’AGNEAU DE DIEU</a:t>
            </a:r>
          </a:p>
          <a:p>
            <a:r>
              <a:rPr lang="fr-FR" altLang="fr-FR" smtClean="0"/>
              <a:t>	we will live in the light of the risen lamb</a:t>
            </a:r>
          </a:p>
          <a:p>
            <a:endParaRPr lang="fr-FR" altLang="fr-FR" smtClean="0"/>
          </a:p>
          <a:p>
            <a:r>
              <a:rPr lang="fr-FR" altLang="fr-FR" smtClean="0"/>
              <a:t>18-  J’APERÇOIS, CETTE DEMEURE PREPARÉE RIEN QUE POUR MOI</a:t>
            </a:r>
          </a:p>
          <a:p>
            <a:r>
              <a:rPr lang="fr-FR" altLang="fr-FR" smtClean="0"/>
              <a:t>see over there, there's a mansion, oh that's prepared just for me</a:t>
            </a:r>
          </a:p>
          <a:p>
            <a:r>
              <a:rPr lang="fr-FR" altLang="fr-FR" smtClean="0"/>
              <a:t>19-  OÙ JE VIVRAI POUR L'ÉTERNITÉ AVEC LUI IL N'Y AURA PLUS DE NUIT...</a:t>
            </a:r>
          </a:p>
          <a:p>
            <a:r>
              <a:rPr lang="fr-FR" altLang="fr-FR" smtClean="0"/>
              <a:t>where i will live with my savior eternally</a:t>
            </a:r>
          </a:p>
          <a:p>
            <a:endParaRPr lang="fr-FR" altLang="fr-FR" smtClean="0"/>
          </a:p>
          <a:p>
            <a:r>
              <a:rPr lang="fr-FR" altLang="fr-FR" smtClean="0"/>
              <a:t>	20-  PLUS DE NUIT, DE DOULEURS</a:t>
            </a:r>
          </a:p>
          <a:p>
            <a:r>
              <a:rPr lang="fr-FR" altLang="fr-FR" smtClean="0"/>
              <a:t>	no more night, no more pain</a:t>
            </a:r>
          </a:p>
          <a:p>
            <a:r>
              <a:rPr lang="fr-FR" altLang="fr-FR" smtClean="0"/>
              <a:t>	21-  PLUS DE LARMES IL N’Y AURA PLUS DE PLEURS</a:t>
            </a:r>
          </a:p>
          <a:p>
            <a:r>
              <a:rPr lang="fr-FR" altLang="fr-FR" smtClean="0"/>
              <a:t>	no more tears. never crying again</a:t>
            </a:r>
          </a:p>
          <a:p>
            <a:r>
              <a:rPr lang="fr-FR" altLang="fr-FR" smtClean="0"/>
              <a:t>	22-  LOUANGE SOIT AU GRAND « JE SUIS »</a:t>
            </a:r>
          </a:p>
          <a:p>
            <a:r>
              <a:rPr lang="fr-FR" altLang="fr-FR" smtClean="0"/>
              <a:t>	and praises to the great "i am"</a:t>
            </a:r>
          </a:p>
          <a:p>
            <a:r>
              <a:rPr lang="fr-FR" altLang="fr-FR" smtClean="0"/>
              <a:t>	23-  NOUS VIVRONS DANS LA GLOIRE DE L’AGNEAU DE DIEU</a:t>
            </a:r>
          </a:p>
          <a:p>
            <a:r>
              <a:rPr lang="fr-FR" altLang="fr-FR" smtClean="0"/>
              <a:t>	we will live in the light of the risen lamb</a:t>
            </a:r>
          </a:p>
          <a:p>
            <a:endParaRPr lang="fr-FR" altLang="fr-FR" smtClean="0"/>
          </a:p>
          <a:p>
            <a:r>
              <a:rPr lang="fr-FR" altLang="fr-FR" smtClean="0"/>
              <a:t>24- TOUTE LA GLOIRE AU GRAND JE SUIS</a:t>
            </a:r>
          </a:p>
          <a:p>
            <a:r>
              <a:rPr lang="fr-FR" altLang="fr-FR" smtClean="0"/>
              <a:t>all praises to the great "i am"</a:t>
            </a:r>
          </a:p>
          <a:p>
            <a:r>
              <a:rPr lang="fr-FR" altLang="fr-FR" smtClean="0"/>
              <a:t>25- NOUS VIVRONS DANS LA GLOIRE DE L’AGNEAU DE DIEU</a:t>
            </a:r>
          </a:p>
          <a:p>
            <a:r>
              <a:rPr lang="fr-FR" altLang="fr-FR" smtClean="0"/>
              <a:t>we're gonna live in the light of the risen lamb</a:t>
            </a:r>
          </a:p>
          <a:p>
            <a:r>
              <a:rPr lang="fr-FR" altLang="fr-FR" smtClean="0"/>
              <a:t> </a:t>
            </a:r>
          </a:p>
          <a:p>
            <a:endParaRPr lang="fr-FR" altLang="fr-FR" smtClean="0"/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ÉCRIT LE CIEL ET LA TERRE PASSERONT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timeless theme, earth and heaven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CE N’EST PAS UN RÊVE, AUJOURD'HUI DIEU PEUT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not a dream, god will make all things new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POIDS DE LA PEINE S'EN EST ALLÉ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gone is the curse from which i stumbled and fell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MAL EST VAINCU POUR L'ÉTERNITÉ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evil is banished to eternal hell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night, no more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tears. never crying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will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TOUTES LES NATIONS SE PROSTERNENT AINSI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see all around now the nations bow down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N’Y A QU’UN SEUL BRUIT,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only sound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LES LOUANGES À JÉSUS LE CHRIST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 the praises to Christ, 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LENTEMENT, LES NOMS SONT LUS DANS LE LIVRE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slowly the names from the book are read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NE CRAINS RIEN CAR LE ROI LE ROI ME CONNAIS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know the king so there's no need to dread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night, no more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tears. never crying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will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J’APERÇOIS, CETTE DEMEURE PREPARÉE RIEN QUE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see over there, there's a mansion, oh that's prepared just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OÙ JE VIVRAI POUR L'ÉTERNITÉ AVEC LUI IL N'Y AURA PLUS DE NUIT...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will live with my savior eternally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night, no more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tears. never crying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will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TOUTE LA GLOIRE AU GRAND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we're gonna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IL EST ÉCRIT LE CIEL ET LA TERRE PASSERONT</a:t>
            </a:r>
          </a:p>
          <a:p>
            <a:r>
              <a:rPr lang="fr-FR" altLang="fr-FR" smtClean="0"/>
              <a:t>the timeless theme, earth and heaven will pass away</a:t>
            </a:r>
          </a:p>
          <a:p>
            <a:r>
              <a:rPr lang="fr-FR" altLang="fr-FR" smtClean="0"/>
              <a:t>2-  CE N’EST PAS UN RÊVE, AUJOURD'HUI DIEU PEUT TOUT CHANGER</a:t>
            </a:r>
          </a:p>
          <a:p>
            <a:r>
              <a:rPr lang="fr-FR" altLang="fr-FR" smtClean="0"/>
              <a:t>it's not a dream, god will make all things new that day</a:t>
            </a:r>
          </a:p>
          <a:p>
            <a:r>
              <a:rPr lang="fr-FR" altLang="fr-FR" smtClean="0"/>
              <a:t>3-  LE POIDS DE LA PEINE S'EN EST ALLÉ</a:t>
            </a:r>
          </a:p>
          <a:p>
            <a:r>
              <a:rPr lang="fr-FR" altLang="fr-FR" smtClean="0"/>
              <a:t>gone is the curse from which i stumbled and fell</a:t>
            </a:r>
          </a:p>
          <a:p>
            <a:r>
              <a:rPr lang="fr-FR" altLang="fr-FR" smtClean="0"/>
              <a:t>4-  LE MAL EST VAINCU POUR L'ÉTERNITÉ</a:t>
            </a:r>
          </a:p>
          <a:p>
            <a:r>
              <a:rPr lang="fr-FR" altLang="fr-FR" smtClean="0"/>
              <a:t>evil is banished to eternal hell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5-  PLUS DE NUIT, DE DOULEURS</a:t>
            </a:r>
          </a:p>
          <a:p>
            <a:r>
              <a:rPr lang="fr-FR" altLang="fr-FR" smtClean="0"/>
              <a:t>	no more night, no more pain</a:t>
            </a:r>
          </a:p>
          <a:p>
            <a:r>
              <a:rPr lang="fr-FR" altLang="fr-FR" smtClean="0"/>
              <a:t>	6-  PLUS DE LARMES IL N’Y AURA PLUS DE PLEURS</a:t>
            </a:r>
          </a:p>
          <a:p>
            <a:r>
              <a:rPr lang="fr-FR" altLang="fr-FR" smtClean="0"/>
              <a:t>	no more tears. never crying again</a:t>
            </a:r>
          </a:p>
          <a:p>
            <a:r>
              <a:rPr lang="fr-FR" altLang="fr-FR" smtClean="0"/>
              <a:t>	7-  LOUANGE SOIT AU GRAND « JE SUIS »</a:t>
            </a:r>
          </a:p>
          <a:p>
            <a:r>
              <a:rPr lang="fr-FR" altLang="fr-FR" smtClean="0"/>
              <a:t>	and praises to the great "i am"</a:t>
            </a:r>
          </a:p>
          <a:p>
            <a:r>
              <a:rPr lang="fr-FR" altLang="fr-FR" smtClean="0"/>
              <a:t>	8-  NOUS VIVRONS DANS LA GLOIRE DE L’AGNEAU DE DIEU</a:t>
            </a:r>
          </a:p>
          <a:p>
            <a:r>
              <a:rPr lang="fr-FR" altLang="fr-FR" smtClean="0"/>
              <a:t>	we will live in the light of the risen lamb</a:t>
            </a:r>
          </a:p>
          <a:p>
            <a:endParaRPr lang="fr-FR" altLang="fr-FR" smtClean="0"/>
          </a:p>
          <a:p>
            <a:r>
              <a:rPr lang="fr-FR" altLang="fr-FR" smtClean="0"/>
              <a:t>9-  TOUTES LES NATIONS SE PROSTERNENT AINSI DEVANT LUI</a:t>
            </a:r>
          </a:p>
          <a:p>
            <a:r>
              <a:rPr lang="fr-FR" altLang="fr-FR" smtClean="0"/>
              <a:t>see all around now the nations bow down to sing</a:t>
            </a:r>
          </a:p>
          <a:p>
            <a:r>
              <a:rPr lang="fr-FR" altLang="fr-FR" smtClean="0"/>
              <a:t>10-  IL N’Y A QU’UN SEUL BRUIT, </a:t>
            </a:r>
          </a:p>
          <a:p>
            <a:r>
              <a:rPr lang="fr-FR" altLang="fr-FR" smtClean="0"/>
              <a:t>the only sound </a:t>
            </a:r>
          </a:p>
          <a:p>
            <a:r>
              <a:rPr lang="fr-FR" altLang="fr-FR" smtClean="0"/>
              <a:t>11-  LES LOUANGES À JÉSUS LE CHRIST </a:t>
            </a:r>
          </a:p>
          <a:p>
            <a:r>
              <a:rPr lang="fr-FR" altLang="fr-FR" smtClean="0"/>
              <a:t>is the praises to Christ, our king</a:t>
            </a:r>
          </a:p>
          <a:p>
            <a:r>
              <a:rPr lang="fr-FR" altLang="fr-FR" smtClean="0"/>
              <a:t>12-  LENTEMENT, LES NOMS SONT LUS DANS LE LIVRE</a:t>
            </a:r>
          </a:p>
          <a:p>
            <a:r>
              <a:rPr lang="fr-FR" altLang="fr-FR" smtClean="0"/>
              <a:t>slowly the names from the book are read</a:t>
            </a:r>
          </a:p>
          <a:p>
            <a:r>
              <a:rPr lang="fr-FR" altLang="fr-FR" smtClean="0"/>
              <a:t>13-  JE NE CRAINS RIEN CAR LE ROI LE ROI ME CONNAIS</a:t>
            </a:r>
          </a:p>
          <a:p>
            <a:r>
              <a:rPr lang="fr-FR" altLang="fr-FR" smtClean="0"/>
              <a:t>i know the king so there's no need to dread</a:t>
            </a:r>
          </a:p>
          <a:p>
            <a:endParaRPr lang="fr-FR" altLang="fr-FR" smtClean="0"/>
          </a:p>
          <a:p>
            <a:r>
              <a:rPr lang="fr-FR" altLang="fr-FR" smtClean="0"/>
              <a:t>	14-  PLUS DE NUIT, DE DOULEURS</a:t>
            </a:r>
          </a:p>
          <a:p>
            <a:r>
              <a:rPr lang="fr-FR" altLang="fr-FR" smtClean="0"/>
              <a:t>	no more night, no more pain</a:t>
            </a:r>
          </a:p>
          <a:p>
            <a:r>
              <a:rPr lang="fr-FR" altLang="fr-FR" smtClean="0"/>
              <a:t>	15-  PLUS DE LARMES IL N’Y AURA PLUS DE PLEURS</a:t>
            </a:r>
          </a:p>
          <a:p>
            <a:r>
              <a:rPr lang="fr-FR" altLang="fr-FR" smtClean="0"/>
              <a:t>	no more tears. never crying again</a:t>
            </a:r>
          </a:p>
          <a:p>
            <a:r>
              <a:rPr lang="fr-FR" altLang="fr-FR" smtClean="0"/>
              <a:t>	16-  LOUANGE SOIT AU GRAND « JE SUIS »</a:t>
            </a:r>
          </a:p>
          <a:p>
            <a:r>
              <a:rPr lang="fr-FR" altLang="fr-FR" smtClean="0"/>
              <a:t>	and praises to the great "i am"</a:t>
            </a:r>
          </a:p>
          <a:p>
            <a:r>
              <a:rPr lang="fr-FR" altLang="fr-FR" smtClean="0"/>
              <a:t>	17-  NOUS VIVRONS DANS LA GLOIRE DE L’AGNEAU DE DIEU</a:t>
            </a:r>
          </a:p>
          <a:p>
            <a:r>
              <a:rPr lang="fr-FR" altLang="fr-FR" smtClean="0"/>
              <a:t>	we will live in the light of the risen lamb</a:t>
            </a:r>
          </a:p>
          <a:p>
            <a:endParaRPr lang="fr-FR" altLang="fr-FR" smtClean="0"/>
          </a:p>
          <a:p>
            <a:r>
              <a:rPr lang="fr-FR" altLang="fr-FR" smtClean="0"/>
              <a:t>18-  J’APERÇOIS, CETTE DEMEURE PREPARÉE RIEN QUE POUR MOI</a:t>
            </a:r>
          </a:p>
          <a:p>
            <a:r>
              <a:rPr lang="fr-FR" altLang="fr-FR" smtClean="0"/>
              <a:t>see over there, there's a mansion, oh that's prepared just for me</a:t>
            </a:r>
          </a:p>
          <a:p>
            <a:r>
              <a:rPr lang="fr-FR" altLang="fr-FR" smtClean="0"/>
              <a:t>19-  OÙ JE VIVRAI POUR L'ÉTERNITÉ AVEC LUI IL N'Y AURA PLUS DE NUIT...</a:t>
            </a:r>
          </a:p>
          <a:p>
            <a:r>
              <a:rPr lang="fr-FR" altLang="fr-FR" smtClean="0"/>
              <a:t>where i will live with my savior eternally</a:t>
            </a:r>
          </a:p>
          <a:p>
            <a:endParaRPr lang="fr-FR" altLang="fr-FR" smtClean="0"/>
          </a:p>
          <a:p>
            <a:r>
              <a:rPr lang="fr-FR" altLang="fr-FR" smtClean="0"/>
              <a:t>	20-  PLUS DE NUIT, DE DOULEURS</a:t>
            </a:r>
          </a:p>
          <a:p>
            <a:r>
              <a:rPr lang="fr-FR" altLang="fr-FR" smtClean="0"/>
              <a:t>	no more night, no more pain</a:t>
            </a:r>
          </a:p>
          <a:p>
            <a:r>
              <a:rPr lang="fr-FR" altLang="fr-FR" smtClean="0"/>
              <a:t>	21-  PLUS DE LARMES IL N’Y AURA PLUS DE PLEURS</a:t>
            </a:r>
          </a:p>
          <a:p>
            <a:r>
              <a:rPr lang="fr-FR" altLang="fr-FR" smtClean="0"/>
              <a:t>	no more tears. never crying again</a:t>
            </a:r>
          </a:p>
          <a:p>
            <a:r>
              <a:rPr lang="fr-FR" altLang="fr-FR" smtClean="0"/>
              <a:t>	22-  LOUANGE SOIT AU GRAND « JE SUIS »</a:t>
            </a:r>
          </a:p>
          <a:p>
            <a:r>
              <a:rPr lang="fr-FR" altLang="fr-FR" smtClean="0"/>
              <a:t>	and praises to the great "i am"</a:t>
            </a:r>
          </a:p>
          <a:p>
            <a:r>
              <a:rPr lang="fr-FR" altLang="fr-FR" smtClean="0"/>
              <a:t>	23-  NOUS VIVRONS DANS LA GLOIRE DE L’AGNEAU DE DIEU</a:t>
            </a:r>
          </a:p>
          <a:p>
            <a:r>
              <a:rPr lang="fr-FR" altLang="fr-FR" smtClean="0"/>
              <a:t>	we will live in the light of the risen lamb</a:t>
            </a:r>
          </a:p>
          <a:p>
            <a:endParaRPr lang="fr-FR" altLang="fr-FR" smtClean="0"/>
          </a:p>
          <a:p>
            <a:r>
              <a:rPr lang="fr-FR" altLang="fr-FR" smtClean="0"/>
              <a:t>24- TOUTE LA GLOIRE AU GRAND JE SUIS</a:t>
            </a:r>
          </a:p>
          <a:p>
            <a:r>
              <a:rPr lang="fr-FR" altLang="fr-FR" smtClean="0"/>
              <a:t>all praises to the great "i am"</a:t>
            </a:r>
          </a:p>
          <a:p>
            <a:r>
              <a:rPr lang="fr-FR" altLang="fr-FR" smtClean="0"/>
              <a:t>25- NOUS VIVRONS DANS LA GLOIRE DE L’AGNEAU DE DIEU</a:t>
            </a:r>
          </a:p>
          <a:p>
            <a:r>
              <a:rPr lang="fr-FR" altLang="fr-FR" smtClean="0"/>
              <a:t>we're gonna live in the light of the risen lamb</a:t>
            </a:r>
          </a:p>
          <a:p>
            <a:r>
              <a:rPr lang="fr-FR" altLang="fr-FR" smtClean="0"/>
              <a:t> </a:t>
            </a:r>
          </a:p>
          <a:p>
            <a:endParaRPr lang="fr-FR" altLang="fr-FR" smtClean="0"/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ÉCRIT LE CIEL ET LA TERRE PASSERONT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timeless theme, earth and heaven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CE N’EST PAS UN RÊVE, AUJOURD'HUI DIEU PEUT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not a dream, god will make all things new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POIDS DE LA PEINE S'EN EST ALLÉ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gone is the curse from which i stumbled and fell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MAL EST VAINCU POUR L'ÉTERNITÉ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evil is banished to eternal hell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night, no more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tears. never crying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will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TOUTES LES NATIONS SE PROSTERNENT AINSI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see all around now the nations bow down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N’Y A QU’UN SEUL BRUIT,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only sound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LES LOUANGES À JÉSUS LE CHRIST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 the praises to Christ, 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LENTEMENT, LES NOMS SONT LUS DANS LE LIVRE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slowly the names from the book are read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NE CRAINS RIEN CAR LE ROI LE ROI ME CONNAIS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know the king so there's no need to dread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night, no more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tears. never crying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will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J’APERÇOIS, CETTE DEMEURE PREPARÉE RIEN QUE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see over there, there's a mansion, oh that's prepared just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OÙ JE VIVRAI POUR L'ÉTERNITÉ AVEC LUI IL N'Y AURA PLUS DE NUIT...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will live with my savior eternally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night, no more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tears. never crying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will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TOUTE LA GLOIRE AU GRAND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we're gonna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IL EST ÉCRIT LE CIEL ET LA TERRE PASSERONT</a:t>
            </a:r>
          </a:p>
          <a:p>
            <a:r>
              <a:rPr lang="fr-FR" altLang="fr-FR" smtClean="0"/>
              <a:t>the timeless theme, earth and heaven will pass away</a:t>
            </a:r>
          </a:p>
          <a:p>
            <a:r>
              <a:rPr lang="fr-FR" altLang="fr-FR" smtClean="0"/>
              <a:t>2-  CE N’EST PAS UN RÊVE, AUJOURD'HUI DIEU PEUT TOUT CHANGER</a:t>
            </a:r>
          </a:p>
          <a:p>
            <a:r>
              <a:rPr lang="fr-FR" altLang="fr-FR" smtClean="0"/>
              <a:t>it's not a dream, god will make all things new that day</a:t>
            </a:r>
          </a:p>
          <a:p>
            <a:r>
              <a:rPr lang="fr-FR" altLang="fr-FR" smtClean="0"/>
              <a:t>3-  LE POIDS DE LA PEINE S'EN EST ALLÉ</a:t>
            </a:r>
          </a:p>
          <a:p>
            <a:r>
              <a:rPr lang="fr-FR" altLang="fr-FR" smtClean="0"/>
              <a:t>gone is the curse from which i stumbled and fell</a:t>
            </a:r>
          </a:p>
          <a:p>
            <a:r>
              <a:rPr lang="fr-FR" altLang="fr-FR" smtClean="0"/>
              <a:t>4-  LE MAL EST VAINCU POUR L'ÉTERNITÉ</a:t>
            </a:r>
          </a:p>
          <a:p>
            <a:r>
              <a:rPr lang="fr-FR" altLang="fr-FR" smtClean="0"/>
              <a:t>evil is banished to eternal hell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5-  PLUS DE NUIT, DE DOULEURS</a:t>
            </a:r>
          </a:p>
          <a:p>
            <a:r>
              <a:rPr lang="fr-FR" altLang="fr-FR" smtClean="0"/>
              <a:t>	no more night, no more pain</a:t>
            </a:r>
          </a:p>
          <a:p>
            <a:r>
              <a:rPr lang="fr-FR" altLang="fr-FR" smtClean="0"/>
              <a:t>	6-  PLUS DE LARMES IL N’Y AURA PLUS DE PLEURS</a:t>
            </a:r>
          </a:p>
          <a:p>
            <a:r>
              <a:rPr lang="fr-FR" altLang="fr-FR" smtClean="0"/>
              <a:t>	no more tears. never crying again</a:t>
            </a:r>
          </a:p>
          <a:p>
            <a:r>
              <a:rPr lang="fr-FR" altLang="fr-FR" smtClean="0"/>
              <a:t>	7-  LOUANGE SOIT AU GRAND « JE SUIS »</a:t>
            </a:r>
          </a:p>
          <a:p>
            <a:r>
              <a:rPr lang="fr-FR" altLang="fr-FR" smtClean="0"/>
              <a:t>	and praises to the great "i am"</a:t>
            </a:r>
          </a:p>
          <a:p>
            <a:r>
              <a:rPr lang="fr-FR" altLang="fr-FR" smtClean="0"/>
              <a:t>	8-  NOUS VIVRONS DANS LA GLOIRE DE L’AGNEAU DE DIEU</a:t>
            </a:r>
          </a:p>
          <a:p>
            <a:r>
              <a:rPr lang="fr-FR" altLang="fr-FR" smtClean="0"/>
              <a:t>	we will live in the light of the risen lamb</a:t>
            </a:r>
          </a:p>
          <a:p>
            <a:endParaRPr lang="fr-FR" altLang="fr-FR" smtClean="0"/>
          </a:p>
          <a:p>
            <a:r>
              <a:rPr lang="fr-FR" altLang="fr-FR" smtClean="0"/>
              <a:t>9-  TOUTES LES NATIONS SE PROSTERNENT AINSI DEVANT LUI</a:t>
            </a:r>
          </a:p>
          <a:p>
            <a:r>
              <a:rPr lang="fr-FR" altLang="fr-FR" smtClean="0"/>
              <a:t>see all around now the nations bow down to sing</a:t>
            </a:r>
          </a:p>
          <a:p>
            <a:r>
              <a:rPr lang="fr-FR" altLang="fr-FR" smtClean="0"/>
              <a:t>10-  IL N’Y A QU’UN SEUL BRUIT, </a:t>
            </a:r>
          </a:p>
          <a:p>
            <a:r>
              <a:rPr lang="fr-FR" altLang="fr-FR" smtClean="0"/>
              <a:t>the only sound </a:t>
            </a:r>
          </a:p>
          <a:p>
            <a:r>
              <a:rPr lang="fr-FR" altLang="fr-FR" smtClean="0"/>
              <a:t>11-  LES LOUANGES À JÉSUS LE CHRIST </a:t>
            </a:r>
          </a:p>
          <a:p>
            <a:r>
              <a:rPr lang="fr-FR" altLang="fr-FR" smtClean="0"/>
              <a:t>is the praises to Christ, our king</a:t>
            </a:r>
          </a:p>
          <a:p>
            <a:r>
              <a:rPr lang="fr-FR" altLang="fr-FR" smtClean="0"/>
              <a:t>12-  LENTEMENT, LES NOMS SONT LUS DANS LE LIVRE</a:t>
            </a:r>
          </a:p>
          <a:p>
            <a:r>
              <a:rPr lang="fr-FR" altLang="fr-FR" smtClean="0"/>
              <a:t>slowly the names from the book are read</a:t>
            </a:r>
          </a:p>
          <a:p>
            <a:r>
              <a:rPr lang="fr-FR" altLang="fr-FR" smtClean="0"/>
              <a:t>13-  JE NE CRAINS RIEN CAR LE ROI LE ROI ME CONNAIS</a:t>
            </a:r>
          </a:p>
          <a:p>
            <a:r>
              <a:rPr lang="fr-FR" altLang="fr-FR" smtClean="0"/>
              <a:t>i know the king so there's no need to dread</a:t>
            </a:r>
          </a:p>
          <a:p>
            <a:endParaRPr lang="fr-FR" altLang="fr-FR" smtClean="0"/>
          </a:p>
          <a:p>
            <a:r>
              <a:rPr lang="fr-FR" altLang="fr-FR" smtClean="0"/>
              <a:t>	14-  PLUS DE NUIT, DE DOULEURS</a:t>
            </a:r>
          </a:p>
          <a:p>
            <a:r>
              <a:rPr lang="fr-FR" altLang="fr-FR" smtClean="0"/>
              <a:t>	no more night, no more pain</a:t>
            </a:r>
          </a:p>
          <a:p>
            <a:r>
              <a:rPr lang="fr-FR" altLang="fr-FR" smtClean="0"/>
              <a:t>	15-  PLUS DE LARMES IL N’Y AURA PLUS DE PLEURS</a:t>
            </a:r>
          </a:p>
          <a:p>
            <a:r>
              <a:rPr lang="fr-FR" altLang="fr-FR" smtClean="0"/>
              <a:t>	no more tears. never crying again</a:t>
            </a:r>
          </a:p>
          <a:p>
            <a:r>
              <a:rPr lang="fr-FR" altLang="fr-FR" smtClean="0"/>
              <a:t>	16-  LOUANGE SOIT AU GRAND « JE SUIS »</a:t>
            </a:r>
          </a:p>
          <a:p>
            <a:r>
              <a:rPr lang="fr-FR" altLang="fr-FR" smtClean="0"/>
              <a:t>	and praises to the great "i am"</a:t>
            </a:r>
          </a:p>
          <a:p>
            <a:r>
              <a:rPr lang="fr-FR" altLang="fr-FR" smtClean="0"/>
              <a:t>	17-  NOUS VIVRONS DANS LA GLOIRE DE L’AGNEAU DE DIEU</a:t>
            </a:r>
          </a:p>
          <a:p>
            <a:r>
              <a:rPr lang="fr-FR" altLang="fr-FR" smtClean="0"/>
              <a:t>	we will live in the light of the risen lamb</a:t>
            </a:r>
          </a:p>
          <a:p>
            <a:endParaRPr lang="fr-FR" altLang="fr-FR" smtClean="0"/>
          </a:p>
          <a:p>
            <a:r>
              <a:rPr lang="fr-FR" altLang="fr-FR" smtClean="0"/>
              <a:t>18-  J’APERÇOIS, CETTE DEMEURE PREPARÉE RIEN QUE POUR MOI</a:t>
            </a:r>
          </a:p>
          <a:p>
            <a:r>
              <a:rPr lang="fr-FR" altLang="fr-FR" smtClean="0"/>
              <a:t>see over there, there's a mansion, oh that's prepared just for me</a:t>
            </a:r>
          </a:p>
          <a:p>
            <a:r>
              <a:rPr lang="fr-FR" altLang="fr-FR" smtClean="0"/>
              <a:t>19-  OÙ JE VIVRAI POUR L'ÉTERNITÉ AVEC LUI IL N'Y AURA PLUS DE NUIT...</a:t>
            </a:r>
          </a:p>
          <a:p>
            <a:r>
              <a:rPr lang="fr-FR" altLang="fr-FR" smtClean="0"/>
              <a:t>where i will live with my savior eternally</a:t>
            </a:r>
          </a:p>
          <a:p>
            <a:endParaRPr lang="fr-FR" altLang="fr-FR" smtClean="0"/>
          </a:p>
          <a:p>
            <a:r>
              <a:rPr lang="fr-FR" altLang="fr-FR" smtClean="0"/>
              <a:t>	20-  PLUS DE NUIT, DE DOULEURS</a:t>
            </a:r>
          </a:p>
          <a:p>
            <a:r>
              <a:rPr lang="fr-FR" altLang="fr-FR" smtClean="0"/>
              <a:t>	no more night, no more pain</a:t>
            </a:r>
          </a:p>
          <a:p>
            <a:r>
              <a:rPr lang="fr-FR" altLang="fr-FR" smtClean="0"/>
              <a:t>	21-  PLUS DE LARMES IL N’Y AURA PLUS DE PLEURS</a:t>
            </a:r>
          </a:p>
          <a:p>
            <a:r>
              <a:rPr lang="fr-FR" altLang="fr-FR" smtClean="0"/>
              <a:t>	no more tears. never crying again</a:t>
            </a:r>
          </a:p>
          <a:p>
            <a:r>
              <a:rPr lang="fr-FR" altLang="fr-FR" smtClean="0"/>
              <a:t>	22-  LOUANGE SOIT AU GRAND « JE SUIS »</a:t>
            </a:r>
          </a:p>
          <a:p>
            <a:r>
              <a:rPr lang="fr-FR" altLang="fr-FR" smtClean="0"/>
              <a:t>	and praises to the great "i am"</a:t>
            </a:r>
          </a:p>
          <a:p>
            <a:r>
              <a:rPr lang="fr-FR" altLang="fr-FR" smtClean="0"/>
              <a:t>	23-  NOUS VIVRONS DANS LA GLOIRE DE L’AGNEAU DE DIEU</a:t>
            </a:r>
          </a:p>
          <a:p>
            <a:r>
              <a:rPr lang="fr-FR" altLang="fr-FR" smtClean="0"/>
              <a:t>	we will live in the light of the risen lamb</a:t>
            </a:r>
          </a:p>
          <a:p>
            <a:endParaRPr lang="fr-FR" altLang="fr-FR" smtClean="0"/>
          </a:p>
          <a:p>
            <a:r>
              <a:rPr lang="fr-FR" altLang="fr-FR" smtClean="0"/>
              <a:t>24- TOUTE LA GLOIRE AU GRAND JE SUIS</a:t>
            </a:r>
          </a:p>
          <a:p>
            <a:r>
              <a:rPr lang="fr-FR" altLang="fr-FR" smtClean="0"/>
              <a:t>all praises to the great "i am"</a:t>
            </a:r>
          </a:p>
          <a:p>
            <a:r>
              <a:rPr lang="fr-FR" altLang="fr-FR" smtClean="0"/>
              <a:t>25- NOUS VIVRONS DANS LA GLOIRE DE L’AGNEAU DE DIEU</a:t>
            </a:r>
          </a:p>
          <a:p>
            <a:r>
              <a:rPr lang="fr-FR" altLang="fr-FR" smtClean="0"/>
              <a:t>we're gonna live in the light of the risen lamb</a:t>
            </a:r>
          </a:p>
          <a:p>
            <a:r>
              <a:rPr lang="fr-FR" altLang="fr-FR" smtClean="0"/>
              <a:t> </a:t>
            </a:r>
          </a:p>
          <a:p>
            <a:endParaRPr lang="fr-FR" altLang="fr-FR" smtClean="0"/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ÉCRIT LE CIEL ET LA TERRE PASSERONT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timeless theme, earth and heaven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CE N’EST PAS UN RÊVE, AUJOURD'HUI DIEU PEUT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not a dream, god will make all things new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POIDS DE LA PEINE S'EN EST ALLÉ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gone is the curse from which i stumbled and fell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MAL EST VAINCU POUR L'ÉTERNITÉ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evil is banished to eternal hell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night, no more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tears. never crying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will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TOUTES LES NATIONS SE PROSTERNENT AINSI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see all around now the nations bow down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N’Y A QU’UN SEUL BRUIT,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only sound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LES LOUANGES À JÉSUS LE CHRIST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 the praises to Christ, 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LENTEMENT, LES NOMS SONT LUS DANS LE LIVRE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slowly the names from the book are read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NE CRAINS RIEN CAR LE ROI LE ROI ME CONNAIS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know the king so there's no need to dread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night, no more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tears. never crying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will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J’APERÇOIS, CETTE DEMEURE PREPARÉE RIEN QUE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see over there, there's a mansion, oh that's prepared just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OÙ JE VIVRAI POUR L'ÉTERNITÉ AVEC LUI IL N'Y AURA PLUS DE NUIT...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will live with my savior eternally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night, no more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tears. never crying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will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TOUTE LA GLOIRE AU GRAND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we're gonna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IL EST ÉCRIT LE CIEL ET LA TERRE PASSERONT</a:t>
            </a:r>
          </a:p>
          <a:p>
            <a:r>
              <a:rPr lang="fr-FR" altLang="fr-FR" smtClean="0"/>
              <a:t>the timeless theme, earth and heaven will pass away</a:t>
            </a:r>
          </a:p>
          <a:p>
            <a:r>
              <a:rPr lang="fr-FR" altLang="fr-FR" smtClean="0"/>
              <a:t>2-  CE N’EST PAS UN RÊVE, AUJOURD'HUI DIEU PEUT TOUT CHANGER</a:t>
            </a:r>
          </a:p>
          <a:p>
            <a:r>
              <a:rPr lang="fr-FR" altLang="fr-FR" smtClean="0"/>
              <a:t>it's not a dream, god will make all things new that day</a:t>
            </a:r>
          </a:p>
          <a:p>
            <a:r>
              <a:rPr lang="fr-FR" altLang="fr-FR" smtClean="0"/>
              <a:t>3-  LE POIDS DE LA PEINE S'EN EST ALLÉ</a:t>
            </a:r>
          </a:p>
          <a:p>
            <a:r>
              <a:rPr lang="fr-FR" altLang="fr-FR" smtClean="0"/>
              <a:t>gone is the curse from which i stumbled and fell</a:t>
            </a:r>
          </a:p>
          <a:p>
            <a:r>
              <a:rPr lang="fr-FR" altLang="fr-FR" smtClean="0"/>
              <a:t>4-  LE MAL EST VAINCU POUR L'ÉTERNITÉ</a:t>
            </a:r>
          </a:p>
          <a:p>
            <a:r>
              <a:rPr lang="fr-FR" altLang="fr-FR" smtClean="0"/>
              <a:t>evil is banished to eternal hell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5-  PLUS DE NUIT, DE DOULEURS</a:t>
            </a:r>
          </a:p>
          <a:p>
            <a:r>
              <a:rPr lang="fr-FR" altLang="fr-FR" smtClean="0"/>
              <a:t>	no more night, no more pain</a:t>
            </a:r>
          </a:p>
          <a:p>
            <a:r>
              <a:rPr lang="fr-FR" altLang="fr-FR" smtClean="0"/>
              <a:t>	6-  PLUS DE LARMES IL N’Y AURA PLUS DE PLEURS</a:t>
            </a:r>
          </a:p>
          <a:p>
            <a:r>
              <a:rPr lang="fr-FR" altLang="fr-FR" smtClean="0"/>
              <a:t>	no more tears. never crying again</a:t>
            </a:r>
          </a:p>
          <a:p>
            <a:r>
              <a:rPr lang="fr-FR" altLang="fr-FR" smtClean="0"/>
              <a:t>	7-  LOUANGE SOIT AU GRAND « JE SUIS »</a:t>
            </a:r>
          </a:p>
          <a:p>
            <a:r>
              <a:rPr lang="fr-FR" altLang="fr-FR" smtClean="0"/>
              <a:t>	and praises to the great "i am"</a:t>
            </a:r>
          </a:p>
          <a:p>
            <a:r>
              <a:rPr lang="fr-FR" altLang="fr-FR" smtClean="0"/>
              <a:t>	8-  NOUS VIVRONS DANS LA GLOIRE DE L’AGNEAU DE DIEU</a:t>
            </a:r>
          </a:p>
          <a:p>
            <a:r>
              <a:rPr lang="fr-FR" altLang="fr-FR" smtClean="0"/>
              <a:t>	we will live in the light of the risen lamb</a:t>
            </a:r>
          </a:p>
          <a:p>
            <a:endParaRPr lang="fr-FR" altLang="fr-FR" smtClean="0"/>
          </a:p>
          <a:p>
            <a:r>
              <a:rPr lang="fr-FR" altLang="fr-FR" smtClean="0"/>
              <a:t>9-  TOUTES LES NATIONS SE PROSTERNENT AINSI DEVANT LUI</a:t>
            </a:r>
          </a:p>
          <a:p>
            <a:r>
              <a:rPr lang="fr-FR" altLang="fr-FR" smtClean="0"/>
              <a:t>see all around now the nations bow down to sing</a:t>
            </a:r>
          </a:p>
          <a:p>
            <a:r>
              <a:rPr lang="fr-FR" altLang="fr-FR" smtClean="0"/>
              <a:t>10-  IL N’Y A QU’UN SEUL BRUIT, </a:t>
            </a:r>
          </a:p>
          <a:p>
            <a:r>
              <a:rPr lang="fr-FR" altLang="fr-FR" smtClean="0"/>
              <a:t>the only sound </a:t>
            </a:r>
          </a:p>
          <a:p>
            <a:r>
              <a:rPr lang="fr-FR" altLang="fr-FR" smtClean="0"/>
              <a:t>11-  LES LOUANGES À JÉSUS LE CHRIST </a:t>
            </a:r>
          </a:p>
          <a:p>
            <a:r>
              <a:rPr lang="fr-FR" altLang="fr-FR" smtClean="0"/>
              <a:t>is the praises to Christ, our king</a:t>
            </a:r>
          </a:p>
          <a:p>
            <a:r>
              <a:rPr lang="fr-FR" altLang="fr-FR" smtClean="0"/>
              <a:t>12-  LENTEMENT, LES NOMS SONT LUS DANS LE LIVRE</a:t>
            </a:r>
          </a:p>
          <a:p>
            <a:r>
              <a:rPr lang="fr-FR" altLang="fr-FR" smtClean="0"/>
              <a:t>slowly the names from the book are read</a:t>
            </a:r>
          </a:p>
          <a:p>
            <a:r>
              <a:rPr lang="fr-FR" altLang="fr-FR" smtClean="0"/>
              <a:t>13-  JE NE CRAINS RIEN CAR LE ROI LE ROI ME CONNAIS</a:t>
            </a:r>
          </a:p>
          <a:p>
            <a:r>
              <a:rPr lang="fr-FR" altLang="fr-FR" smtClean="0"/>
              <a:t>i know the king so there's no need to dread</a:t>
            </a:r>
          </a:p>
          <a:p>
            <a:endParaRPr lang="fr-FR" altLang="fr-FR" smtClean="0"/>
          </a:p>
          <a:p>
            <a:r>
              <a:rPr lang="fr-FR" altLang="fr-FR" smtClean="0"/>
              <a:t>	14-  PLUS DE NUIT, DE DOULEURS</a:t>
            </a:r>
          </a:p>
          <a:p>
            <a:r>
              <a:rPr lang="fr-FR" altLang="fr-FR" smtClean="0"/>
              <a:t>	no more night, no more pain</a:t>
            </a:r>
          </a:p>
          <a:p>
            <a:r>
              <a:rPr lang="fr-FR" altLang="fr-FR" smtClean="0"/>
              <a:t>	15-  PLUS DE LARMES IL N’Y AURA PLUS DE PLEURS</a:t>
            </a:r>
          </a:p>
          <a:p>
            <a:r>
              <a:rPr lang="fr-FR" altLang="fr-FR" smtClean="0"/>
              <a:t>	no more tears. never crying again</a:t>
            </a:r>
          </a:p>
          <a:p>
            <a:r>
              <a:rPr lang="fr-FR" altLang="fr-FR" smtClean="0"/>
              <a:t>	16-  LOUANGE SOIT AU GRAND « JE SUIS »</a:t>
            </a:r>
          </a:p>
          <a:p>
            <a:r>
              <a:rPr lang="fr-FR" altLang="fr-FR" smtClean="0"/>
              <a:t>	and praises to the great "i am"</a:t>
            </a:r>
          </a:p>
          <a:p>
            <a:r>
              <a:rPr lang="fr-FR" altLang="fr-FR" smtClean="0"/>
              <a:t>	17-  NOUS VIVRONS DANS LA GLOIRE DE L’AGNEAU DE DIEU</a:t>
            </a:r>
          </a:p>
          <a:p>
            <a:r>
              <a:rPr lang="fr-FR" altLang="fr-FR" smtClean="0"/>
              <a:t>	we will live in the light of the risen lamb</a:t>
            </a:r>
          </a:p>
          <a:p>
            <a:endParaRPr lang="fr-FR" altLang="fr-FR" smtClean="0"/>
          </a:p>
          <a:p>
            <a:r>
              <a:rPr lang="fr-FR" altLang="fr-FR" smtClean="0"/>
              <a:t>18-  J’APERÇOIS, CETTE DEMEURE PREPARÉE RIEN QUE POUR MOI</a:t>
            </a:r>
          </a:p>
          <a:p>
            <a:r>
              <a:rPr lang="fr-FR" altLang="fr-FR" smtClean="0"/>
              <a:t>see over there, there's a mansion, oh that's prepared just for me</a:t>
            </a:r>
          </a:p>
          <a:p>
            <a:r>
              <a:rPr lang="fr-FR" altLang="fr-FR" smtClean="0"/>
              <a:t>19-  OÙ JE VIVRAI POUR L'ÉTERNITÉ AVEC LUI IL N'Y AURA PLUS DE NUIT...</a:t>
            </a:r>
          </a:p>
          <a:p>
            <a:r>
              <a:rPr lang="fr-FR" altLang="fr-FR" smtClean="0"/>
              <a:t>where i will live with my savior eternally</a:t>
            </a:r>
          </a:p>
          <a:p>
            <a:endParaRPr lang="fr-FR" altLang="fr-FR" smtClean="0"/>
          </a:p>
          <a:p>
            <a:r>
              <a:rPr lang="fr-FR" altLang="fr-FR" smtClean="0"/>
              <a:t>	20-  PLUS DE NUIT, DE DOULEURS</a:t>
            </a:r>
          </a:p>
          <a:p>
            <a:r>
              <a:rPr lang="fr-FR" altLang="fr-FR" smtClean="0"/>
              <a:t>	no more night, no more pain</a:t>
            </a:r>
          </a:p>
          <a:p>
            <a:r>
              <a:rPr lang="fr-FR" altLang="fr-FR" smtClean="0"/>
              <a:t>	21-  PLUS DE LARMES IL N’Y AURA PLUS DE PLEURS</a:t>
            </a:r>
          </a:p>
          <a:p>
            <a:r>
              <a:rPr lang="fr-FR" altLang="fr-FR" smtClean="0"/>
              <a:t>	no more tears. never crying again</a:t>
            </a:r>
          </a:p>
          <a:p>
            <a:r>
              <a:rPr lang="fr-FR" altLang="fr-FR" smtClean="0"/>
              <a:t>	22-  LOUANGE SOIT AU GRAND « JE SUIS »</a:t>
            </a:r>
          </a:p>
          <a:p>
            <a:r>
              <a:rPr lang="fr-FR" altLang="fr-FR" smtClean="0"/>
              <a:t>	and praises to the great "i am"</a:t>
            </a:r>
          </a:p>
          <a:p>
            <a:r>
              <a:rPr lang="fr-FR" altLang="fr-FR" smtClean="0"/>
              <a:t>	23-  NOUS VIVRONS DANS LA GLOIRE DE L’AGNEAU DE DIEU</a:t>
            </a:r>
          </a:p>
          <a:p>
            <a:r>
              <a:rPr lang="fr-FR" altLang="fr-FR" smtClean="0"/>
              <a:t>	we will live in the light of the risen lamb</a:t>
            </a:r>
          </a:p>
          <a:p>
            <a:endParaRPr lang="fr-FR" altLang="fr-FR" smtClean="0"/>
          </a:p>
          <a:p>
            <a:r>
              <a:rPr lang="fr-FR" altLang="fr-FR" smtClean="0"/>
              <a:t>24- TOUTE LA GLOIRE AU GRAND JE SUIS</a:t>
            </a:r>
          </a:p>
          <a:p>
            <a:r>
              <a:rPr lang="fr-FR" altLang="fr-FR" smtClean="0"/>
              <a:t>all praises to the great "i am"</a:t>
            </a:r>
          </a:p>
          <a:p>
            <a:r>
              <a:rPr lang="fr-FR" altLang="fr-FR" smtClean="0"/>
              <a:t>25- NOUS VIVRONS DANS LA GLOIRE DE L’AGNEAU DE DIEU</a:t>
            </a:r>
          </a:p>
          <a:p>
            <a:r>
              <a:rPr lang="fr-FR" altLang="fr-FR" smtClean="0"/>
              <a:t>we're gonna live in the light of the risen lamb</a:t>
            </a:r>
          </a:p>
          <a:p>
            <a:r>
              <a:rPr lang="fr-FR" altLang="fr-FR" smtClean="0"/>
              <a:t> </a:t>
            </a:r>
          </a:p>
          <a:p>
            <a:endParaRPr lang="fr-FR" altLang="fr-FR" smtClean="0"/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ÉCRIT LE CIEL ET LA TERRE PASSERONT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timeless theme, earth and heaven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CE N’EST PAS UN RÊVE, AUJOURD'HUI DIEU PEUT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not a dream, god will make all things new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POIDS DE LA PEINE S'EN EST ALLÉ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gone is the curse from which i stumbled and fell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MAL EST VAINCU POUR L'ÉTERNITÉ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evil is banished to eternal hell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night, no more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tears. never crying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will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TOUTES LES NATIONS SE PROSTERNENT AINSI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see all around now the nations bow down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N’Y A QU’UN SEUL BRUIT,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only sound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LES LOUANGES À JÉSUS LE CHRIST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 the praises to Christ, 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LENTEMENT, LES NOMS SONT LUS DANS LE LIVRE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slowly the names from the book are read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NE CRAINS RIEN CAR LE ROI LE ROI ME CONNAIS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know the king so there's no need to dread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night, no more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tears. never crying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will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J’APERÇOIS, CETTE DEMEURE PREPARÉE RIEN QUE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see over there, there's a mansion, oh that's prepared just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OÙ JE VIVRAI POUR L'ÉTERNITÉ AVEC LUI IL N'Y AURA PLUS DE NUIT...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will live with my savior eternally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night, no more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tears. never crying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will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TOUTE LA GLOIRE AU GRAND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we're gonna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IL EST ÉCRIT LE CIEL ET LA TERRE PASSERONT</a:t>
            </a:r>
          </a:p>
          <a:p>
            <a:r>
              <a:rPr lang="fr-FR" altLang="fr-FR" smtClean="0"/>
              <a:t>the timeless theme, earth and heaven will pass away</a:t>
            </a:r>
          </a:p>
          <a:p>
            <a:r>
              <a:rPr lang="fr-FR" altLang="fr-FR" smtClean="0"/>
              <a:t>2-  CE N’EST PAS UN RÊVE, AUJOURD'HUI DIEU PEUT TOUT CHANGER</a:t>
            </a:r>
          </a:p>
          <a:p>
            <a:r>
              <a:rPr lang="fr-FR" altLang="fr-FR" smtClean="0"/>
              <a:t>it's not a dream, god will make all things new that day</a:t>
            </a:r>
          </a:p>
          <a:p>
            <a:r>
              <a:rPr lang="fr-FR" altLang="fr-FR" smtClean="0"/>
              <a:t>3-  LE POIDS DE LA PEINE S'EN EST ALLÉ</a:t>
            </a:r>
          </a:p>
          <a:p>
            <a:r>
              <a:rPr lang="fr-FR" altLang="fr-FR" smtClean="0"/>
              <a:t>gone is the curse from which i stumbled and fell</a:t>
            </a:r>
          </a:p>
          <a:p>
            <a:r>
              <a:rPr lang="fr-FR" altLang="fr-FR" smtClean="0"/>
              <a:t>4-  LE MAL EST VAINCU POUR L'ÉTERNITÉ</a:t>
            </a:r>
          </a:p>
          <a:p>
            <a:r>
              <a:rPr lang="fr-FR" altLang="fr-FR" smtClean="0"/>
              <a:t>evil is banished to eternal hell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5-  PLUS DE NUIT, DE DOULEURS</a:t>
            </a:r>
          </a:p>
          <a:p>
            <a:r>
              <a:rPr lang="fr-FR" altLang="fr-FR" smtClean="0"/>
              <a:t>	no more night, no more pain</a:t>
            </a:r>
          </a:p>
          <a:p>
            <a:r>
              <a:rPr lang="fr-FR" altLang="fr-FR" smtClean="0"/>
              <a:t>	6-  PLUS DE LARMES IL N’Y AURA PLUS DE PLEURS</a:t>
            </a:r>
          </a:p>
          <a:p>
            <a:r>
              <a:rPr lang="fr-FR" altLang="fr-FR" smtClean="0"/>
              <a:t>	no more tears. never crying again</a:t>
            </a:r>
          </a:p>
          <a:p>
            <a:r>
              <a:rPr lang="fr-FR" altLang="fr-FR" smtClean="0"/>
              <a:t>	7-  LOUANGE SOIT AU GRAND « JE SUIS »</a:t>
            </a:r>
          </a:p>
          <a:p>
            <a:r>
              <a:rPr lang="fr-FR" altLang="fr-FR" smtClean="0"/>
              <a:t>	and praises to the great "i am"</a:t>
            </a:r>
          </a:p>
          <a:p>
            <a:r>
              <a:rPr lang="fr-FR" altLang="fr-FR" smtClean="0"/>
              <a:t>	8-  NOUS VIVRONS DANS LA GLOIRE DE L’AGNEAU DE DIEU</a:t>
            </a:r>
          </a:p>
          <a:p>
            <a:r>
              <a:rPr lang="fr-FR" altLang="fr-FR" smtClean="0"/>
              <a:t>	we will live in the light of the risen lamb</a:t>
            </a:r>
          </a:p>
          <a:p>
            <a:endParaRPr lang="fr-FR" altLang="fr-FR" smtClean="0"/>
          </a:p>
          <a:p>
            <a:r>
              <a:rPr lang="fr-FR" altLang="fr-FR" smtClean="0"/>
              <a:t>9-  TOUTES LES NATIONS SE PROSTERNENT AINSI DEVANT LUI</a:t>
            </a:r>
          </a:p>
          <a:p>
            <a:r>
              <a:rPr lang="fr-FR" altLang="fr-FR" smtClean="0"/>
              <a:t>see all around now the nations bow down to sing</a:t>
            </a:r>
          </a:p>
          <a:p>
            <a:r>
              <a:rPr lang="fr-FR" altLang="fr-FR" smtClean="0"/>
              <a:t>10-  IL N’Y A QU’UN SEUL BRUIT, </a:t>
            </a:r>
          </a:p>
          <a:p>
            <a:r>
              <a:rPr lang="fr-FR" altLang="fr-FR" smtClean="0"/>
              <a:t>the only sound </a:t>
            </a:r>
          </a:p>
          <a:p>
            <a:r>
              <a:rPr lang="fr-FR" altLang="fr-FR" smtClean="0"/>
              <a:t>11-  LES LOUANGES À JÉSUS LE CHRIST </a:t>
            </a:r>
          </a:p>
          <a:p>
            <a:r>
              <a:rPr lang="fr-FR" altLang="fr-FR" smtClean="0"/>
              <a:t>is the praises to Christ, our king</a:t>
            </a:r>
          </a:p>
          <a:p>
            <a:r>
              <a:rPr lang="fr-FR" altLang="fr-FR" smtClean="0"/>
              <a:t>12-  LENTEMENT, LES NOMS SONT LUS DANS LE LIVRE</a:t>
            </a:r>
          </a:p>
          <a:p>
            <a:r>
              <a:rPr lang="fr-FR" altLang="fr-FR" smtClean="0"/>
              <a:t>slowly the names from the book are read</a:t>
            </a:r>
          </a:p>
          <a:p>
            <a:r>
              <a:rPr lang="fr-FR" altLang="fr-FR" smtClean="0"/>
              <a:t>13-  JE NE CRAINS RIEN CAR LE ROI LE ROI ME CONNAIS</a:t>
            </a:r>
          </a:p>
          <a:p>
            <a:r>
              <a:rPr lang="fr-FR" altLang="fr-FR" smtClean="0"/>
              <a:t>i know the king so there's no need to dread</a:t>
            </a:r>
          </a:p>
          <a:p>
            <a:endParaRPr lang="fr-FR" altLang="fr-FR" smtClean="0"/>
          </a:p>
          <a:p>
            <a:r>
              <a:rPr lang="fr-FR" altLang="fr-FR" smtClean="0"/>
              <a:t>	14-  PLUS DE NUIT, DE DOULEURS</a:t>
            </a:r>
          </a:p>
          <a:p>
            <a:r>
              <a:rPr lang="fr-FR" altLang="fr-FR" smtClean="0"/>
              <a:t>	no more night, no more pain</a:t>
            </a:r>
          </a:p>
          <a:p>
            <a:r>
              <a:rPr lang="fr-FR" altLang="fr-FR" smtClean="0"/>
              <a:t>	15-  PLUS DE LARMES IL N’Y AURA PLUS DE PLEURS</a:t>
            </a:r>
          </a:p>
          <a:p>
            <a:r>
              <a:rPr lang="fr-FR" altLang="fr-FR" smtClean="0"/>
              <a:t>	no more tears. never crying again</a:t>
            </a:r>
          </a:p>
          <a:p>
            <a:r>
              <a:rPr lang="fr-FR" altLang="fr-FR" smtClean="0"/>
              <a:t>	16-  LOUANGE SOIT AU GRAND « JE SUIS »</a:t>
            </a:r>
          </a:p>
          <a:p>
            <a:r>
              <a:rPr lang="fr-FR" altLang="fr-FR" smtClean="0"/>
              <a:t>	and praises to the great "i am"</a:t>
            </a:r>
          </a:p>
          <a:p>
            <a:r>
              <a:rPr lang="fr-FR" altLang="fr-FR" smtClean="0"/>
              <a:t>	17-  NOUS VIVRONS DANS LA GLOIRE DE L’AGNEAU DE DIEU</a:t>
            </a:r>
          </a:p>
          <a:p>
            <a:r>
              <a:rPr lang="fr-FR" altLang="fr-FR" smtClean="0"/>
              <a:t>	we will live in the light of the risen lamb</a:t>
            </a:r>
          </a:p>
          <a:p>
            <a:endParaRPr lang="fr-FR" altLang="fr-FR" smtClean="0"/>
          </a:p>
          <a:p>
            <a:r>
              <a:rPr lang="fr-FR" altLang="fr-FR" smtClean="0"/>
              <a:t>18-  J’APERÇOIS, CETTE DEMEURE PREPARÉE RIEN QUE POUR MOI</a:t>
            </a:r>
          </a:p>
          <a:p>
            <a:r>
              <a:rPr lang="fr-FR" altLang="fr-FR" smtClean="0"/>
              <a:t>see over there, there's a mansion, oh that's prepared just for me</a:t>
            </a:r>
          </a:p>
          <a:p>
            <a:r>
              <a:rPr lang="fr-FR" altLang="fr-FR" smtClean="0"/>
              <a:t>19-  OÙ JE VIVRAI POUR L'ÉTERNITÉ AVEC LUI IL N'Y AURA PLUS DE NUIT...</a:t>
            </a:r>
          </a:p>
          <a:p>
            <a:r>
              <a:rPr lang="fr-FR" altLang="fr-FR" smtClean="0"/>
              <a:t>where i will live with my savior eternally</a:t>
            </a:r>
          </a:p>
          <a:p>
            <a:endParaRPr lang="fr-FR" altLang="fr-FR" smtClean="0"/>
          </a:p>
          <a:p>
            <a:r>
              <a:rPr lang="fr-FR" altLang="fr-FR" smtClean="0"/>
              <a:t>	20-  PLUS DE NUIT, DE DOULEURS</a:t>
            </a:r>
          </a:p>
          <a:p>
            <a:r>
              <a:rPr lang="fr-FR" altLang="fr-FR" smtClean="0"/>
              <a:t>	no more night, no more pain</a:t>
            </a:r>
          </a:p>
          <a:p>
            <a:r>
              <a:rPr lang="fr-FR" altLang="fr-FR" smtClean="0"/>
              <a:t>	21-  PLUS DE LARMES IL N’Y AURA PLUS DE PLEURS</a:t>
            </a:r>
          </a:p>
          <a:p>
            <a:r>
              <a:rPr lang="fr-FR" altLang="fr-FR" smtClean="0"/>
              <a:t>	no more tears. never crying again</a:t>
            </a:r>
          </a:p>
          <a:p>
            <a:r>
              <a:rPr lang="fr-FR" altLang="fr-FR" smtClean="0"/>
              <a:t>	22-  LOUANGE SOIT AU GRAND « JE SUIS »</a:t>
            </a:r>
          </a:p>
          <a:p>
            <a:r>
              <a:rPr lang="fr-FR" altLang="fr-FR" smtClean="0"/>
              <a:t>	and praises to the great "i am"</a:t>
            </a:r>
          </a:p>
          <a:p>
            <a:r>
              <a:rPr lang="fr-FR" altLang="fr-FR" smtClean="0"/>
              <a:t>	23-  NOUS VIVRONS DANS LA GLOIRE DE L’AGNEAU DE DIEU</a:t>
            </a:r>
          </a:p>
          <a:p>
            <a:r>
              <a:rPr lang="fr-FR" altLang="fr-FR" smtClean="0"/>
              <a:t>	we will live in the light of the risen lamb</a:t>
            </a:r>
          </a:p>
          <a:p>
            <a:endParaRPr lang="fr-FR" altLang="fr-FR" smtClean="0"/>
          </a:p>
          <a:p>
            <a:r>
              <a:rPr lang="fr-FR" altLang="fr-FR" smtClean="0"/>
              <a:t>24- TOUTE LA GLOIRE AU GRAND JE SUIS</a:t>
            </a:r>
          </a:p>
          <a:p>
            <a:r>
              <a:rPr lang="fr-FR" altLang="fr-FR" smtClean="0"/>
              <a:t>all praises to the great "i am"</a:t>
            </a:r>
          </a:p>
          <a:p>
            <a:r>
              <a:rPr lang="fr-FR" altLang="fr-FR" smtClean="0"/>
              <a:t>25- NOUS VIVRONS DANS LA GLOIRE DE L’AGNEAU DE DIEU</a:t>
            </a:r>
          </a:p>
          <a:p>
            <a:r>
              <a:rPr lang="fr-FR" altLang="fr-FR" smtClean="0"/>
              <a:t>we're gonna live in the light of the risen lamb</a:t>
            </a:r>
          </a:p>
          <a:p>
            <a:r>
              <a:rPr lang="fr-FR" altLang="fr-FR" smtClean="0"/>
              <a:t> </a:t>
            </a:r>
          </a:p>
          <a:p>
            <a:endParaRPr lang="fr-FR" altLang="fr-FR" smtClean="0"/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ÉCRIT LE CIEL ET LA TERRE PASSERONT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timeless theme, earth and heaven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CE N’EST PAS UN RÊVE, AUJOURD'HUI DIEU PEUT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not a dream, god will make all things new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POIDS DE LA PEINE S'EN EST ALLÉ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gone is the curse from which i stumbled and fell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MAL EST VAINCU POUR L'ÉTERNITÉ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evil is banished to eternal hell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night, no more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tears. never crying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will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TOUTES LES NATIONS SE PROSTERNENT AINSI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see all around now the nations bow down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N’Y A QU’UN SEUL BRUIT,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only sound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LES LOUANGES À JÉSUS LE CHRIST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 the praises to Christ, 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LENTEMENT, LES NOMS SONT LUS DANS LE LIVRE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slowly the names from the book are read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NE CRAINS RIEN CAR LE ROI LE ROI ME CONNAIS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know the king so there's no need to dread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night, no more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tears. never crying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will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J’APERÇOIS, CETTE DEMEURE PREPARÉE RIEN QUE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see over there, there's a mansion, oh that's prepared just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OÙ JE VIVRAI POUR L'ÉTERNITÉ AVEC LUI IL N'Y AURA PLUS DE NUIT...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will live with my savior eternally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night, no more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tears. never crying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will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TOUTE LA GLOIRE AU GRAND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we're gonna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IL EST ÉCRIT LE CIEL ET LA TERRE PASSERONT</a:t>
            </a:r>
          </a:p>
          <a:p>
            <a:r>
              <a:rPr lang="fr-FR" altLang="fr-FR" smtClean="0"/>
              <a:t>the timeless theme, earth and heaven will pass away</a:t>
            </a:r>
          </a:p>
          <a:p>
            <a:r>
              <a:rPr lang="fr-FR" altLang="fr-FR" smtClean="0"/>
              <a:t>2-  CE N’EST PAS UN RÊVE, AUJOURD'HUI DIEU PEUT TOUT CHANGER</a:t>
            </a:r>
          </a:p>
          <a:p>
            <a:r>
              <a:rPr lang="fr-FR" altLang="fr-FR" smtClean="0"/>
              <a:t>it's not a dream, god will make all things new that day</a:t>
            </a:r>
          </a:p>
          <a:p>
            <a:r>
              <a:rPr lang="fr-FR" altLang="fr-FR" smtClean="0"/>
              <a:t>3-  LE POIDS DE LA PEINE S'EN EST ALLÉ</a:t>
            </a:r>
          </a:p>
          <a:p>
            <a:r>
              <a:rPr lang="fr-FR" altLang="fr-FR" smtClean="0"/>
              <a:t>gone is the curse from which i stumbled and fell</a:t>
            </a:r>
          </a:p>
          <a:p>
            <a:r>
              <a:rPr lang="fr-FR" altLang="fr-FR" smtClean="0"/>
              <a:t>4-  LE MAL EST VAINCU POUR L'ÉTERNITÉ</a:t>
            </a:r>
          </a:p>
          <a:p>
            <a:r>
              <a:rPr lang="fr-FR" altLang="fr-FR" smtClean="0"/>
              <a:t>evil is banished to eternal hell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5-  PLUS DE NUIT, DE DOULEURS</a:t>
            </a:r>
          </a:p>
          <a:p>
            <a:r>
              <a:rPr lang="fr-FR" altLang="fr-FR" smtClean="0"/>
              <a:t>	no more night, no more pain</a:t>
            </a:r>
          </a:p>
          <a:p>
            <a:r>
              <a:rPr lang="fr-FR" altLang="fr-FR" smtClean="0"/>
              <a:t>	6-  PLUS DE LARMES IL N’Y AURA PLUS DE PLEURS</a:t>
            </a:r>
          </a:p>
          <a:p>
            <a:r>
              <a:rPr lang="fr-FR" altLang="fr-FR" smtClean="0"/>
              <a:t>	no more tears. never crying again</a:t>
            </a:r>
          </a:p>
          <a:p>
            <a:r>
              <a:rPr lang="fr-FR" altLang="fr-FR" smtClean="0"/>
              <a:t>	7-  LOUANGE SOIT AU GRAND « JE SUIS »</a:t>
            </a:r>
          </a:p>
          <a:p>
            <a:r>
              <a:rPr lang="fr-FR" altLang="fr-FR" smtClean="0"/>
              <a:t>	and praises to the great "i am"</a:t>
            </a:r>
          </a:p>
          <a:p>
            <a:r>
              <a:rPr lang="fr-FR" altLang="fr-FR" smtClean="0"/>
              <a:t>	8-  NOUS VIVRONS DANS LA GLOIRE DE L’AGNEAU DE DIEU</a:t>
            </a:r>
          </a:p>
          <a:p>
            <a:r>
              <a:rPr lang="fr-FR" altLang="fr-FR" smtClean="0"/>
              <a:t>	we will live in the light of the risen lamb</a:t>
            </a:r>
          </a:p>
          <a:p>
            <a:endParaRPr lang="fr-FR" altLang="fr-FR" smtClean="0"/>
          </a:p>
          <a:p>
            <a:r>
              <a:rPr lang="fr-FR" altLang="fr-FR" smtClean="0"/>
              <a:t>9-  TOUTES LES NATIONS SE PROSTERNENT AINSI DEVANT LUI</a:t>
            </a:r>
          </a:p>
          <a:p>
            <a:r>
              <a:rPr lang="fr-FR" altLang="fr-FR" smtClean="0"/>
              <a:t>see all around now the nations bow down to sing</a:t>
            </a:r>
          </a:p>
          <a:p>
            <a:r>
              <a:rPr lang="fr-FR" altLang="fr-FR" smtClean="0"/>
              <a:t>10-  IL N’Y A QU’UN SEUL BRUIT, </a:t>
            </a:r>
          </a:p>
          <a:p>
            <a:r>
              <a:rPr lang="fr-FR" altLang="fr-FR" smtClean="0"/>
              <a:t>the only sound </a:t>
            </a:r>
          </a:p>
          <a:p>
            <a:r>
              <a:rPr lang="fr-FR" altLang="fr-FR" smtClean="0"/>
              <a:t>11-  LES LOUANGES À JÉSUS LE CHRIST </a:t>
            </a:r>
          </a:p>
          <a:p>
            <a:r>
              <a:rPr lang="fr-FR" altLang="fr-FR" smtClean="0"/>
              <a:t>is the praises to Christ, our king</a:t>
            </a:r>
          </a:p>
          <a:p>
            <a:r>
              <a:rPr lang="fr-FR" altLang="fr-FR" smtClean="0"/>
              <a:t>12-  LENTEMENT, LES NOMS SONT LUS DANS LE LIVRE</a:t>
            </a:r>
          </a:p>
          <a:p>
            <a:r>
              <a:rPr lang="fr-FR" altLang="fr-FR" smtClean="0"/>
              <a:t>slowly the names from the book are read</a:t>
            </a:r>
          </a:p>
          <a:p>
            <a:r>
              <a:rPr lang="fr-FR" altLang="fr-FR" smtClean="0"/>
              <a:t>13-  JE NE CRAINS RIEN CAR LE ROI LE ROI ME CONNAIS</a:t>
            </a:r>
          </a:p>
          <a:p>
            <a:r>
              <a:rPr lang="fr-FR" altLang="fr-FR" smtClean="0"/>
              <a:t>i know the king so there's no need to dread</a:t>
            </a:r>
          </a:p>
          <a:p>
            <a:endParaRPr lang="fr-FR" altLang="fr-FR" smtClean="0"/>
          </a:p>
          <a:p>
            <a:r>
              <a:rPr lang="fr-FR" altLang="fr-FR" smtClean="0"/>
              <a:t>	14-  PLUS DE NUIT, DE DOULEURS</a:t>
            </a:r>
          </a:p>
          <a:p>
            <a:r>
              <a:rPr lang="fr-FR" altLang="fr-FR" smtClean="0"/>
              <a:t>	no more night, no more pain</a:t>
            </a:r>
          </a:p>
          <a:p>
            <a:r>
              <a:rPr lang="fr-FR" altLang="fr-FR" smtClean="0"/>
              <a:t>	15-  PLUS DE LARMES IL N’Y AURA PLUS DE PLEURS</a:t>
            </a:r>
          </a:p>
          <a:p>
            <a:r>
              <a:rPr lang="fr-FR" altLang="fr-FR" smtClean="0"/>
              <a:t>	no more tears. never crying again</a:t>
            </a:r>
          </a:p>
          <a:p>
            <a:r>
              <a:rPr lang="fr-FR" altLang="fr-FR" smtClean="0"/>
              <a:t>	16-  LOUANGE SOIT AU GRAND « JE SUIS »</a:t>
            </a:r>
          </a:p>
          <a:p>
            <a:r>
              <a:rPr lang="fr-FR" altLang="fr-FR" smtClean="0"/>
              <a:t>	and praises to the great "i am"</a:t>
            </a:r>
          </a:p>
          <a:p>
            <a:r>
              <a:rPr lang="fr-FR" altLang="fr-FR" smtClean="0"/>
              <a:t>	17-  NOUS VIVRONS DANS LA GLOIRE DE L’AGNEAU DE DIEU</a:t>
            </a:r>
          </a:p>
          <a:p>
            <a:r>
              <a:rPr lang="fr-FR" altLang="fr-FR" smtClean="0"/>
              <a:t>	we will live in the light of the risen lamb</a:t>
            </a:r>
          </a:p>
          <a:p>
            <a:endParaRPr lang="fr-FR" altLang="fr-FR" smtClean="0"/>
          </a:p>
          <a:p>
            <a:r>
              <a:rPr lang="fr-FR" altLang="fr-FR" smtClean="0"/>
              <a:t>18-  J’APERÇOIS, CETTE DEMEURE PREPARÉE RIEN QUE POUR MOI</a:t>
            </a:r>
          </a:p>
          <a:p>
            <a:r>
              <a:rPr lang="fr-FR" altLang="fr-FR" smtClean="0"/>
              <a:t>see over there, there's a mansion, oh that's prepared just for me</a:t>
            </a:r>
          </a:p>
          <a:p>
            <a:r>
              <a:rPr lang="fr-FR" altLang="fr-FR" smtClean="0"/>
              <a:t>19-  OÙ JE VIVRAI POUR L'ÉTERNITÉ AVEC LUI IL N'Y AURA PLUS DE NUIT...</a:t>
            </a:r>
          </a:p>
          <a:p>
            <a:r>
              <a:rPr lang="fr-FR" altLang="fr-FR" smtClean="0"/>
              <a:t>where i will live with my savior eternally</a:t>
            </a:r>
          </a:p>
          <a:p>
            <a:endParaRPr lang="fr-FR" altLang="fr-FR" smtClean="0"/>
          </a:p>
          <a:p>
            <a:r>
              <a:rPr lang="fr-FR" altLang="fr-FR" smtClean="0"/>
              <a:t>	20-  PLUS DE NUIT, DE DOULEURS</a:t>
            </a:r>
          </a:p>
          <a:p>
            <a:r>
              <a:rPr lang="fr-FR" altLang="fr-FR" smtClean="0"/>
              <a:t>	no more night, no more pain</a:t>
            </a:r>
          </a:p>
          <a:p>
            <a:r>
              <a:rPr lang="fr-FR" altLang="fr-FR" smtClean="0"/>
              <a:t>	21-  PLUS DE LARMES IL N’Y AURA PLUS DE PLEURS</a:t>
            </a:r>
          </a:p>
          <a:p>
            <a:r>
              <a:rPr lang="fr-FR" altLang="fr-FR" smtClean="0"/>
              <a:t>	no more tears. never crying again</a:t>
            </a:r>
          </a:p>
          <a:p>
            <a:r>
              <a:rPr lang="fr-FR" altLang="fr-FR" smtClean="0"/>
              <a:t>	22-  LOUANGE SOIT AU GRAND « JE SUIS »</a:t>
            </a:r>
          </a:p>
          <a:p>
            <a:r>
              <a:rPr lang="fr-FR" altLang="fr-FR" smtClean="0"/>
              <a:t>	and praises to the great "i am"</a:t>
            </a:r>
          </a:p>
          <a:p>
            <a:r>
              <a:rPr lang="fr-FR" altLang="fr-FR" smtClean="0"/>
              <a:t>	23-  NOUS VIVRONS DANS LA GLOIRE DE L’AGNEAU DE DIEU</a:t>
            </a:r>
          </a:p>
          <a:p>
            <a:r>
              <a:rPr lang="fr-FR" altLang="fr-FR" smtClean="0"/>
              <a:t>	we will live in the light of the risen lamb</a:t>
            </a:r>
          </a:p>
          <a:p>
            <a:endParaRPr lang="fr-FR" altLang="fr-FR" smtClean="0"/>
          </a:p>
          <a:p>
            <a:r>
              <a:rPr lang="fr-FR" altLang="fr-FR" smtClean="0"/>
              <a:t>24- TOUTE LA GLOIRE AU GRAND JE SUIS</a:t>
            </a:r>
          </a:p>
          <a:p>
            <a:r>
              <a:rPr lang="fr-FR" altLang="fr-FR" smtClean="0"/>
              <a:t>all praises to the great "i am"</a:t>
            </a:r>
          </a:p>
          <a:p>
            <a:r>
              <a:rPr lang="fr-FR" altLang="fr-FR" smtClean="0"/>
              <a:t>25- NOUS VIVRONS DANS LA GLOIRE DE L’AGNEAU DE DIEU</a:t>
            </a:r>
          </a:p>
          <a:p>
            <a:r>
              <a:rPr lang="fr-FR" altLang="fr-FR" smtClean="0"/>
              <a:t>we're gonna live in the light of the risen lamb</a:t>
            </a:r>
          </a:p>
          <a:p>
            <a:r>
              <a:rPr lang="fr-FR" altLang="fr-FR" smtClean="0"/>
              <a:t> </a:t>
            </a:r>
          </a:p>
          <a:p>
            <a:endParaRPr lang="fr-FR" altLang="fr-FR" smtClean="0"/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ÉCRIT LE CIEL ET LA TERRE PASSERONT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timeless theme, earth and heaven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CE N’EST PAS UN RÊVE, AUJOURD'HUI DIEU PEUT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not a dream, god will make all things new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POIDS DE LA PEINE S'EN EST ALLÉ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gone is the curse from which i stumbled and fell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MAL EST VAINCU POUR L'ÉTERNITÉ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evil is banished to eternal hell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night, no more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tears. never crying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will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TOUTES LES NATIONS SE PROSTERNENT AINSI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see all around now the nations bow down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N’Y A QU’UN SEUL BRUIT,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only sound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LES LOUANGES À JÉSUS LE CHRIST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 the praises to Christ, 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LENTEMENT, LES NOMS SONT LUS DANS LE LIVRE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slowly the names from the book are read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NE CRAINS RIEN CAR LE ROI LE ROI ME CONNAIS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know the king so there's no need to dread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night, no more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tears. never crying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will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J’APERÇOIS, CETTE DEMEURE PREPARÉE RIEN QUE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see over there, there's a mansion, oh that's prepared just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OÙ JE VIVRAI POUR L'ÉTERNITÉ AVEC LUI IL N'Y AURA PLUS DE NUIT...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will live with my savior eternally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night, no more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tears. never crying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will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TOUTE LA GLOIRE AU GRAND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we're gonna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IL EST ÉCRIT LE CIEL ET LA TERRE PASSERONT</a:t>
            </a:r>
          </a:p>
          <a:p>
            <a:r>
              <a:rPr lang="fr-FR" altLang="fr-FR" smtClean="0"/>
              <a:t>the timeless theme, earth and heaven will pass away</a:t>
            </a:r>
          </a:p>
          <a:p>
            <a:r>
              <a:rPr lang="fr-FR" altLang="fr-FR" smtClean="0"/>
              <a:t>2-  CE N’EST PAS UN RÊVE, AUJOURD'HUI DIEU PEUT TOUT CHANGER</a:t>
            </a:r>
          </a:p>
          <a:p>
            <a:r>
              <a:rPr lang="fr-FR" altLang="fr-FR" smtClean="0"/>
              <a:t>it's not a dream, god will make all things new that day</a:t>
            </a:r>
          </a:p>
          <a:p>
            <a:r>
              <a:rPr lang="fr-FR" altLang="fr-FR" smtClean="0"/>
              <a:t>3-  LE POIDS DE LA PEINE S'EN EST ALLÉ</a:t>
            </a:r>
          </a:p>
          <a:p>
            <a:r>
              <a:rPr lang="fr-FR" altLang="fr-FR" smtClean="0"/>
              <a:t>gone is the curse from which i stumbled and fell</a:t>
            </a:r>
          </a:p>
          <a:p>
            <a:r>
              <a:rPr lang="fr-FR" altLang="fr-FR" smtClean="0"/>
              <a:t>4-  LE MAL EST VAINCU POUR L'ÉTERNITÉ</a:t>
            </a:r>
          </a:p>
          <a:p>
            <a:r>
              <a:rPr lang="fr-FR" altLang="fr-FR" smtClean="0"/>
              <a:t>evil is banished to eternal hell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5-  PLUS DE NUIT, DE DOULEURS</a:t>
            </a:r>
          </a:p>
          <a:p>
            <a:r>
              <a:rPr lang="fr-FR" altLang="fr-FR" smtClean="0"/>
              <a:t>	no more night, no more pain</a:t>
            </a:r>
          </a:p>
          <a:p>
            <a:r>
              <a:rPr lang="fr-FR" altLang="fr-FR" smtClean="0"/>
              <a:t>	6-  PLUS DE LARMES IL N’Y AURA PLUS DE PLEURS</a:t>
            </a:r>
          </a:p>
          <a:p>
            <a:r>
              <a:rPr lang="fr-FR" altLang="fr-FR" smtClean="0"/>
              <a:t>	no more tears. never crying again</a:t>
            </a:r>
          </a:p>
          <a:p>
            <a:r>
              <a:rPr lang="fr-FR" altLang="fr-FR" smtClean="0"/>
              <a:t>	7-  LOUANGE SOIT AU GRAND « JE SUIS »</a:t>
            </a:r>
          </a:p>
          <a:p>
            <a:r>
              <a:rPr lang="fr-FR" altLang="fr-FR" smtClean="0"/>
              <a:t>	and praises to the great "i am"</a:t>
            </a:r>
          </a:p>
          <a:p>
            <a:r>
              <a:rPr lang="fr-FR" altLang="fr-FR" smtClean="0"/>
              <a:t>	8-  NOUS VIVRONS DANS LA GLOIRE DE L’AGNEAU DE DIEU</a:t>
            </a:r>
          </a:p>
          <a:p>
            <a:r>
              <a:rPr lang="fr-FR" altLang="fr-FR" smtClean="0"/>
              <a:t>	we will live in the light of the risen lamb</a:t>
            </a:r>
          </a:p>
          <a:p>
            <a:endParaRPr lang="fr-FR" altLang="fr-FR" smtClean="0"/>
          </a:p>
          <a:p>
            <a:r>
              <a:rPr lang="fr-FR" altLang="fr-FR" smtClean="0"/>
              <a:t>9-  TOUTES LES NATIONS SE PROSTERNENT AINSI DEVANT LUI</a:t>
            </a:r>
          </a:p>
          <a:p>
            <a:r>
              <a:rPr lang="fr-FR" altLang="fr-FR" smtClean="0"/>
              <a:t>see all around now the nations bow down to sing</a:t>
            </a:r>
          </a:p>
          <a:p>
            <a:r>
              <a:rPr lang="fr-FR" altLang="fr-FR" smtClean="0"/>
              <a:t>10-  IL N’Y A QU’UN SEUL BRUIT, </a:t>
            </a:r>
          </a:p>
          <a:p>
            <a:r>
              <a:rPr lang="fr-FR" altLang="fr-FR" smtClean="0"/>
              <a:t>the only sound </a:t>
            </a:r>
          </a:p>
          <a:p>
            <a:r>
              <a:rPr lang="fr-FR" altLang="fr-FR" smtClean="0"/>
              <a:t>11-  LES LOUANGES À JÉSUS LE CHRIST </a:t>
            </a:r>
          </a:p>
          <a:p>
            <a:r>
              <a:rPr lang="fr-FR" altLang="fr-FR" smtClean="0"/>
              <a:t>is the praises to Christ, our king</a:t>
            </a:r>
          </a:p>
          <a:p>
            <a:r>
              <a:rPr lang="fr-FR" altLang="fr-FR" smtClean="0"/>
              <a:t>12-  LENTEMENT, LES NOMS SONT LUS DANS LE LIVRE</a:t>
            </a:r>
          </a:p>
          <a:p>
            <a:r>
              <a:rPr lang="fr-FR" altLang="fr-FR" smtClean="0"/>
              <a:t>slowly the names from the book are read</a:t>
            </a:r>
          </a:p>
          <a:p>
            <a:r>
              <a:rPr lang="fr-FR" altLang="fr-FR" smtClean="0"/>
              <a:t>13-  JE NE CRAINS RIEN CAR LE ROI LE ROI ME CONNAIS</a:t>
            </a:r>
          </a:p>
          <a:p>
            <a:r>
              <a:rPr lang="fr-FR" altLang="fr-FR" smtClean="0"/>
              <a:t>i know the king so there's no need to dread</a:t>
            </a:r>
          </a:p>
          <a:p>
            <a:endParaRPr lang="fr-FR" altLang="fr-FR" smtClean="0"/>
          </a:p>
          <a:p>
            <a:r>
              <a:rPr lang="fr-FR" altLang="fr-FR" smtClean="0"/>
              <a:t>	14-  PLUS DE NUIT, DE DOULEURS</a:t>
            </a:r>
          </a:p>
          <a:p>
            <a:r>
              <a:rPr lang="fr-FR" altLang="fr-FR" smtClean="0"/>
              <a:t>	no more night, no more pain</a:t>
            </a:r>
          </a:p>
          <a:p>
            <a:r>
              <a:rPr lang="fr-FR" altLang="fr-FR" smtClean="0"/>
              <a:t>	15-  PLUS DE LARMES IL N’Y AURA PLUS DE PLEURS</a:t>
            </a:r>
          </a:p>
          <a:p>
            <a:r>
              <a:rPr lang="fr-FR" altLang="fr-FR" smtClean="0"/>
              <a:t>	no more tears. never crying again</a:t>
            </a:r>
          </a:p>
          <a:p>
            <a:r>
              <a:rPr lang="fr-FR" altLang="fr-FR" smtClean="0"/>
              <a:t>	16-  LOUANGE SOIT AU GRAND « JE SUIS »</a:t>
            </a:r>
          </a:p>
          <a:p>
            <a:r>
              <a:rPr lang="fr-FR" altLang="fr-FR" smtClean="0"/>
              <a:t>	and praises to the great "i am"</a:t>
            </a:r>
          </a:p>
          <a:p>
            <a:r>
              <a:rPr lang="fr-FR" altLang="fr-FR" smtClean="0"/>
              <a:t>	17-  NOUS VIVRONS DANS LA GLOIRE DE L’AGNEAU DE DIEU</a:t>
            </a:r>
          </a:p>
          <a:p>
            <a:r>
              <a:rPr lang="fr-FR" altLang="fr-FR" smtClean="0"/>
              <a:t>	we will live in the light of the risen lamb</a:t>
            </a:r>
          </a:p>
          <a:p>
            <a:endParaRPr lang="fr-FR" altLang="fr-FR" smtClean="0"/>
          </a:p>
          <a:p>
            <a:r>
              <a:rPr lang="fr-FR" altLang="fr-FR" smtClean="0"/>
              <a:t>18-  J’APERÇOIS, CETTE DEMEURE PREPARÉE RIEN QUE POUR MOI</a:t>
            </a:r>
          </a:p>
          <a:p>
            <a:r>
              <a:rPr lang="fr-FR" altLang="fr-FR" smtClean="0"/>
              <a:t>see over there, there's a mansion, oh that's prepared just for me</a:t>
            </a:r>
          </a:p>
          <a:p>
            <a:r>
              <a:rPr lang="fr-FR" altLang="fr-FR" smtClean="0"/>
              <a:t>19-  OÙ JE VIVRAI POUR L'ÉTERNITÉ AVEC LUI IL N'Y AURA PLUS DE NUIT...</a:t>
            </a:r>
          </a:p>
          <a:p>
            <a:r>
              <a:rPr lang="fr-FR" altLang="fr-FR" smtClean="0"/>
              <a:t>where i will live with my savior eternally</a:t>
            </a:r>
          </a:p>
          <a:p>
            <a:endParaRPr lang="fr-FR" altLang="fr-FR" smtClean="0"/>
          </a:p>
          <a:p>
            <a:r>
              <a:rPr lang="fr-FR" altLang="fr-FR" smtClean="0"/>
              <a:t>	20-  PLUS DE NUIT, DE DOULEURS</a:t>
            </a:r>
          </a:p>
          <a:p>
            <a:r>
              <a:rPr lang="fr-FR" altLang="fr-FR" smtClean="0"/>
              <a:t>	no more night, no more pain</a:t>
            </a:r>
          </a:p>
          <a:p>
            <a:r>
              <a:rPr lang="fr-FR" altLang="fr-FR" smtClean="0"/>
              <a:t>	21-  PLUS DE LARMES IL N’Y AURA PLUS DE PLEURS</a:t>
            </a:r>
          </a:p>
          <a:p>
            <a:r>
              <a:rPr lang="fr-FR" altLang="fr-FR" smtClean="0"/>
              <a:t>	no more tears. never crying again</a:t>
            </a:r>
          </a:p>
          <a:p>
            <a:r>
              <a:rPr lang="fr-FR" altLang="fr-FR" smtClean="0"/>
              <a:t>	22-  LOUANGE SOIT AU GRAND « JE SUIS »</a:t>
            </a:r>
          </a:p>
          <a:p>
            <a:r>
              <a:rPr lang="fr-FR" altLang="fr-FR" smtClean="0"/>
              <a:t>	and praises to the great "i am"</a:t>
            </a:r>
          </a:p>
          <a:p>
            <a:r>
              <a:rPr lang="fr-FR" altLang="fr-FR" smtClean="0"/>
              <a:t>	23-  NOUS VIVRONS DANS LA GLOIRE DE L’AGNEAU DE DIEU</a:t>
            </a:r>
          </a:p>
          <a:p>
            <a:r>
              <a:rPr lang="fr-FR" altLang="fr-FR" smtClean="0"/>
              <a:t>	we will live in the light of the risen lamb</a:t>
            </a:r>
          </a:p>
          <a:p>
            <a:endParaRPr lang="fr-FR" altLang="fr-FR" smtClean="0"/>
          </a:p>
          <a:p>
            <a:r>
              <a:rPr lang="fr-FR" altLang="fr-FR" smtClean="0"/>
              <a:t>24- TOUTE LA GLOIRE AU GRAND JE SUIS</a:t>
            </a:r>
          </a:p>
          <a:p>
            <a:r>
              <a:rPr lang="fr-FR" altLang="fr-FR" smtClean="0"/>
              <a:t>all praises to the great "i am"</a:t>
            </a:r>
          </a:p>
          <a:p>
            <a:r>
              <a:rPr lang="fr-FR" altLang="fr-FR" smtClean="0"/>
              <a:t>25- NOUS VIVRONS DANS LA GLOIRE DE L’AGNEAU DE DIEU</a:t>
            </a:r>
          </a:p>
          <a:p>
            <a:r>
              <a:rPr lang="fr-FR" altLang="fr-FR" smtClean="0"/>
              <a:t>we're gonna live in the light of the risen lamb</a:t>
            </a:r>
          </a:p>
          <a:p>
            <a:r>
              <a:rPr lang="fr-FR" altLang="fr-FR" smtClean="0"/>
              <a:t> </a:t>
            </a:r>
          </a:p>
          <a:p>
            <a:endParaRPr lang="fr-FR" altLang="fr-FR" smtClean="0"/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ÉCRIT LE CIEL ET LA TERRE PASSERONT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timeless theme, earth and heaven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CE N’EST PAS UN RÊVE, AUJOURD'HUI DIEU PEUT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not a dream, god will make all things new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POIDS DE LA PEINE S'EN EST ALLÉ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gone is the curse from which i stumbled and fell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MAL EST VAINCU POUR L'ÉTERNITÉ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evil is banished to eternal hell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night, no more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tears. never crying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will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TOUTES LES NATIONS SE PROSTERNENT AINSI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see all around now the nations bow down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N’Y A QU’UN SEUL BRUIT,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only sound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LES LOUANGES À JÉSUS LE CHRIST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 the praises to Christ, 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LENTEMENT, LES NOMS SONT LUS DANS LE LIVRE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slowly the names from the book are read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NE CRAINS RIEN CAR LE ROI LE ROI ME CONNAIS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know the king so there's no need to dread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night, no more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tears. never crying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will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J’APERÇOIS, CETTE DEMEURE PREPARÉE RIEN QUE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see over there, there's a mansion, oh that's prepared just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OÙ JE VIVRAI POUR L'ÉTERNITÉ AVEC LUI IL N'Y AURA PLUS DE NUIT...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will live with my savior eternally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night, no more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tears. never crying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will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TOUTE LA GLOIRE AU GRAND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we're gonna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IL EST ÉCRIT LE CIEL ET LA TERRE PASSERONT</a:t>
            </a:r>
          </a:p>
          <a:p>
            <a:r>
              <a:rPr lang="fr-FR" altLang="fr-FR" smtClean="0"/>
              <a:t>the timeless theme, earth and heaven will pass away</a:t>
            </a:r>
          </a:p>
          <a:p>
            <a:r>
              <a:rPr lang="fr-FR" altLang="fr-FR" smtClean="0"/>
              <a:t>2-  CE N’EST PAS UN RÊVE, AUJOURD'HUI DIEU PEUT TOUT CHANGER</a:t>
            </a:r>
          </a:p>
          <a:p>
            <a:r>
              <a:rPr lang="fr-FR" altLang="fr-FR" smtClean="0"/>
              <a:t>it's not a dream, god will make all things new that day</a:t>
            </a:r>
          </a:p>
          <a:p>
            <a:r>
              <a:rPr lang="fr-FR" altLang="fr-FR" smtClean="0"/>
              <a:t>3-  LE POIDS DE LA PEINE S'EN EST ALLÉ</a:t>
            </a:r>
          </a:p>
          <a:p>
            <a:r>
              <a:rPr lang="fr-FR" altLang="fr-FR" smtClean="0"/>
              <a:t>gone is the curse from which i stumbled and fell</a:t>
            </a:r>
          </a:p>
          <a:p>
            <a:r>
              <a:rPr lang="fr-FR" altLang="fr-FR" smtClean="0"/>
              <a:t>4-  LE MAL EST VAINCU POUR L'ÉTERNITÉ</a:t>
            </a:r>
          </a:p>
          <a:p>
            <a:r>
              <a:rPr lang="fr-FR" altLang="fr-FR" smtClean="0"/>
              <a:t>evil is banished to eternal hell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5-  PLUS DE NUIT, DE DOULEURS</a:t>
            </a:r>
          </a:p>
          <a:p>
            <a:r>
              <a:rPr lang="fr-FR" altLang="fr-FR" smtClean="0"/>
              <a:t>	no more night, no more pain</a:t>
            </a:r>
          </a:p>
          <a:p>
            <a:r>
              <a:rPr lang="fr-FR" altLang="fr-FR" smtClean="0"/>
              <a:t>	6-  PLUS DE LARMES IL N’Y AURA PLUS DE PLEURS</a:t>
            </a:r>
          </a:p>
          <a:p>
            <a:r>
              <a:rPr lang="fr-FR" altLang="fr-FR" smtClean="0"/>
              <a:t>	no more tears. never crying again</a:t>
            </a:r>
          </a:p>
          <a:p>
            <a:r>
              <a:rPr lang="fr-FR" altLang="fr-FR" smtClean="0"/>
              <a:t>	7-  LOUANGE SOIT AU GRAND « JE SUIS »</a:t>
            </a:r>
          </a:p>
          <a:p>
            <a:r>
              <a:rPr lang="fr-FR" altLang="fr-FR" smtClean="0"/>
              <a:t>	and praises to the great "i am"</a:t>
            </a:r>
          </a:p>
          <a:p>
            <a:r>
              <a:rPr lang="fr-FR" altLang="fr-FR" smtClean="0"/>
              <a:t>	8-  NOUS VIVRONS DANS LA GLOIRE DE L’AGNEAU DE DIEU</a:t>
            </a:r>
          </a:p>
          <a:p>
            <a:r>
              <a:rPr lang="fr-FR" altLang="fr-FR" smtClean="0"/>
              <a:t>	we will live in the light of the risen lamb</a:t>
            </a:r>
          </a:p>
          <a:p>
            <a:endParaRPr lang="fr-FR" altLang="fr-FR" smtClean="0"/>
          </a:p>
          <a:p>
            <a:r>
              <a:rPr lang="fr-FR" altLang="fr-FR" smtClean="0"/>
              <a:t>9-  TOUTES LES NATIONS SE PROSTERNENT AINSI DEVANT LUI</a:t>
            </a:r>
          </a:p>
          <a:p>
            <a:r>
              <a:rPr lang="fr-FR" altLang="fr-FR" smtClean="0"/>
              <a:t>see all around now the nations bow down to sing</a:t>
            </a:r>
          </a:p>
          <a:p>
            <a:r>
              <a:rPr lang="fr-FR" altLang="fr-FR" smtClean="0"/>
              <a:t>10-  IL N’Y A QU’UN SEUL BRUIT, </a:t>
            </a:r>
          </a:p>
          <a:p>
            <a:r>
              <a:rPr lang="fr-FR" altLang="fr-FR" smtClean="0"/>
              <a:t>the only sound </a:t>
            </a:r>
          </a:p>
          <a:p>
            <a:r>
              <a:rPr lang="fr-FR" altLang="fr-FR" smtClean="0"/>
              <a:t>11-  LES LOUANGES À JÉSUS LE CHRIST </a:t>
            </a:r>
          </a:p>
          <a:p>
            <a:r>
              <a:rPr lang="fr-FR" altLang="fr-FR" smtClean="0"/>
              <a:t>is the praises to Christ, our king</a:t>
            </a:r>
          </a:p>
          <a:p>
            <a:r>
              <a:rPr lang="fr-FR" altLang="fr-FR" smtClean="0"/>
              <a:t>12-  LENTEMENT, LES NOMS SONT LUS DANS LE LIVRE</a:t>
            </a:r>
          </a:p>
          <a:p>
            <a:r>
              <a:rPr lang="fr-FR" altLang="fr-FR" smtClean="0"/>
              <a:t>slowly the names from the book are read</a:t>
            </a:r>
          </a:p>
          <a:p>
            <a:r>
              <a:rPr lang="fr-FR" altLang="fr-FR" smtClean="0"/>
              <a:t>13-  JE NE CRAINS RIEN CAR LE ROI LE ROI ME CONNAIS</a:t>
            </a:r>
          </a:p>
          <a:p>
            <a:r>
              <a:rPr lang="fr-FR" altLang="fr-FR" smtClean="0"/>
              <a:t>i know the king so there's no need to dread</a:t>
            </a:r>
          </a:p>
          <a:p>
            <a:endParaRPr lang="fr-FR" altLang="fr-FR" smtClean="0"/>
          </a:p>
          <a:p>
            <a:r>
              <a:rPr lang="fr-FR" altLang="fr-FR" smtClean="0"/>
              <a:t>	14-  PLUS DE NUIT, DE DOULEURS</a:t>
            </a:r>
          </a:p>
          <a:p>
            <a:r>
              <a:rPr lang="fr-FR" altLang="fr-FR" smtClean="0"/>
              <a:t>	no more night, no more pain</a:t>
            </a:r>
          </a:p>
          <a:p>
            <a:r>
              <a:rPr lang="fr-FR" altLang="fr-FR" smtClean="0"/>
              <a:t>	15-  PLUS DE LARMES IL N’Y AURA PLUS DE PLEURS</a:t>
            </a:r>
          </a:p>
          <a:p>
            <a:r>
              <a:rPr lang="fr-FR" altLang="fr-FR" smtClean="0"/>
              <a:t>	no more tears. never crying again</a:t>
            </a:r>
          </a:p>
          <a:p>
            <a:r>
              <a:rPr lang="fr-FR" altLang="fr-FR" smtClean="0"/>
              <a:t>	16-  LOUANGE SOIT AU GRAND « JE SUIS »</a:t>
            </a:r>
          </a:p>
          <a:p>
            <a:r>
              <a:rPr lang="fr-FR" altLang="fr-FR" smtClean="0"/>
              <a:t>	and praises to the great "i am"</a:t>
            </a:r>
          </a:p>
          <a:p>
            <a:r>
              <a:rPr lang="fr-FR" altLang="fr-FR" smtClean="0"/>
              <a:t>	17-  NOUS VIVRONS DANS LA GLOIRE DE L’AGNEAU DE DIEU</a:t>
            </a:r>
          </a:p>
          <a:p>
            <a:r>
              <a:rPr lang="fr-FR" altLang="fr-FR" smtClean="0"/>
              <a:t>	we will live in the light of the risen lamb</a:t>
            </a:r>
          </a:p>
          <a:p>
            <a:endParaRPr lang="fr-FR" altLang="fr-FR" smtClean="0"/>
          </a:p>
          <a:p>
            <a:r>
              <a:rPr lang="fr-FR" altLang="fr-FR" smtClean="0"/>
              <a:t>18-  J’APERÇOIS, CETTE DEMEURE PREPARÉE RIEN QUE POUR MOI</a:t>
            </a:r>
          </a:p>
          <a:p>
            <a:r>
              <a:rPr lang="fr-FR" altLang="fr-FR" smtClean="0"/>
              <a:t>see over there, there's a mansion, oh that's prepared just for me</a:t>
            </a:r>
          </a:p>
          <a:p>
            <a:r>
              <a:rPr lang="fr-FR" altLang="fr-FR" smtClean="0"/>
              <a:t>19-  OÙ JE VIVRAI POUR L'ÉTERNITÉ AVEC LUI IL N'Y AURA PLUS DE NUIT...</a:t>
            </a:r>
          </a:p>
          <a:p>
            <a:r>
              <a:rPr lang="fr-FR" altLang="fr-FR" smtClean="0"/>
              <a:t>where i will live with my savior eternally</a:t>
            </a:r>
          </a:p>
          <a:p>
            <a:endParaRPr lang="fr-FR" altLang="fr-FR" smtClean="0"/>
          </a:p>
          <a:p>
            <a:r>
              <a:rPr lang="fr-FR" altLang="fr-FR" smtClean="0"/>
              <a:t>	20-  PLUS DE NUIT, DE DOULEURS</a:t>
            </a:r>
          </a:p>
          <a:p>
            <a:r>
              <a:rPr lang="fr-FR" altLang="fr-FR" smtClean="0"/>
              <a:t>	no more night, no more pain</a:t>
            </a:r>
          </a:p>
          <a:p>
            <a:r>
              <a:rPr lang="fr-FR" altLang="fr-FR" smtClean="0"/>
              <a:t>	21-  PLUS DE LARMES IL N’Y AURA PLUS DE PLEURS</a:t>
            </a:r>
          </a:p>
          <a:p>
            <a:r>
              <a:rPr lang="fr-FR" altLang="fr-FR" smtClean="0"/>
              <a:t>	no more tears. never crying again</a:t>
            </a:r>
          </a:p>
          <a:p>
            <a:r>
              <a:rPr lang="fr-FR" altLang="fr-FR" smtClean="0"/>
              <a:t>	22-  LOUANGE SOIT AU GRAND « JE SUIS »</a:t>
            </a:r>
          </a:p>
          <a:p>
            <a:r>
              <a:rPr lang="fr-FR" altLang="fr-FR" smtClean="0"/>
              <a:t>	and praises to the great "i am"</a:t>
            </a:r>
          </a:p>
          <a:p>
            <a:r>
              <a:rPr lang="fr-FR" altLang="fr-FR" smtClean="0"/>
              <a:t>	23-  NOUS VIVRONS DANS LA GLOIRE DE L’AGNEAU DE DIEU</a:t>
            </a:r>
          </a:p>
          <a:p>
            <a:r>
              <a:rPr lang="fr-FR" altLang="fr-FR" smtClean="0"/>
              <a:t>	we will live in the light of the risen lamb</a:t>
            </a:r>
          </a:p>
          <a:p>
            <a:endParaRPr lang="fr-FR" altLang="fr-FR" smtClean="0"/>
          </a:p>
          <a:p>
            <a:r>
              <a:rPr lang="fr-FR" altLang="fr-FR" smtClean="0"/>
              <a:t>24- TOUTE LA GLOIRE AU GRAND JE SUIS</a:t>
            </a:r>
          </a:p>
          <a:p>
            <a:r>
              <a:rPr lang="fr-FR" altLang="fr-FR" smtClean="0"/>
              <a:t>all praises to the great "i am"</a:t>
            </a:r>
          </a:p>
          <a:p>
            <a:r>
              <a:rPr lang="fr-FR" altLang="fr-FR" smtClean="0"/>
              <a:t>25- NOUS VIVRONS DANS LA GLOIRE DE L’AGNEAU DE DIEU</a:t>
            </a:r>
          </a:p>
          <a:p>
            <a:r>
              <a:rPr lang="fr-FR" altLang="fr-FR" smtClean="0"/>
              <a:t>we're gonna live in the light of the risen lamb</a:t>
            </a:r>
          </a:p>
          <a:p>
            <a:r>
              <a:rPr lang="fr-FR" altLang="fr-FR" smtClean="0"/>
              <a:t> </a:t>
            </a:r>
          </a:p>
          <a:p>
            <a:endParaRPr lang="fr-FR" altLang="fr-FR" smtClean="0"/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ÉCRIT LE CIEL ET LA TERRE PASSERONT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timeless theme, earth and heaven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CE N’EST PAS UN RÊVE, AUJOURD'HUI DIEU PEUT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not a dream, god will make all things new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POIDS DE LA PEINE S'EN EST ALLÉ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gone is the curse from which i stumbled and fell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MAL EST VAINCU POUR L'ÉTERNITÉ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evil is banished to eternal hell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night, no more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tears. never crying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will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TOUTES LES NATIONS SE PROSTERNENT AINSI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see all around now the nations bow down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N’Y A QU’UN SEUL BRUIT,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only sound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LES LOUANGES À JÉSUS LE CHRIST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 the praises to Christ, 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LENTEMENT, LES NOMS SONT LUS DANS LE LIVRE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slowly the names from the book are read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NE CRAINS RIEN CAR LE ROI LE ROI ME CONNAIS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know the king so there's no need to dread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night, no more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tears. never crying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will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J’APERÇOIS, CETTE DEMEURE PREPARÉE RIEN QUE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see over there, there's a mansion, oh that's prepared just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OÙ JE VIVRAI POUR L'ÉTERNITÉ AVEC LUI IL N'Y AURA PLUS DE NUIT...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will live with my savior eternally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night, no more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tears. never crying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will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TOUTE LA GLOIRE AU GRAND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we're gonna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IL EST ÉCRIT LE CIEL ET LA TERRE PASSERONT</a:t>
            </a:r>
          </a:p>
          <a:p>
            <a:r>
              <a:rPr lang="fr-FR" altLang="fr-FR" smtClean="0"/>
              <a:t>the timeless theme, earth and heaven will pass away</a:t>
            </a:r>
          </a:p>
          <a:p>
            <a:r>
              <a:rPr lang="fr-FR" altLang="fr-FR" smtClean="0"/>
              <a:t>2-  CE N’EST PAS UN RÊVE, AUJOURD'HUI DIEU PEUT TOUT CHANGER</a:t>
            </a:r>
          </a:p>
          <a:p>
            <a:r>
              <a:rPr lang="fr-FR" altLang="fr-FR" smtClean="0"/>
              <a:t>it's not a dream, god will make all things new that day</a:t>
            </a:r>
          </a:p>
          <a:p>
            <a:r>
              <a:rPr lang="fr-FR" altLang="fr-FR" smtClean="0"/>
              <a:t>3-  LE POIDS DE LA PEINE S'EN EST ALLÉ</a:t>
            </a:r>
          </a:p>
          <a:p>
            <a:r>
              <a:rPr lang="fr-FR" altLang="fr-FR" smtClean="0"/>
              <a:t>gone is the curse from which i stumbled and fell</a:t>
            </a:r>
          </a:p>
          <a:p>
            <a:r>
              <a:rPr lang="fr-FR" altLang="fr-FR" smtClean="0"/>
              <a:t>4-  LE MAL EST VAINCU POUR L'ÉTERNITÉ</a:t>
            </a:r>
          </a:p>
          <a:p>
            <a:r>
              <a:rPr lang="fr-FR" altLang="fr-FR" smtClean="0"/>
              <a:t>evil is banished to eternal hell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5-  PLUS DE NUIT, DE DOULEURS</a:t>
            </a:r>
          </a:p>
          <a:p>
            <a:r>
              <a:rPr lang="fr-FR" altLang="fr-FR" smtClean="0"/>
              <a:t>	no more night, no more pain</a:t>
            </a:r>
          </a:p>
          <a:p>
            <a:r>
              <a:rPr lang="fr-FR" altLang="fr-FR" smtClean="0"/>
              <a:t>	6-  PLUS DE LARMES IL N’Y AURA PLUS DE PLEURS</a:t>
            </a:r>
          </a:p>
          <a:p>
            <a:r>
              <a:rPr lang="fr-FR" altLang="fr-FR" smtClean="0"/>
              <a:t>	no more tears. never crying again</a:t>
            </a:r>
          </a:p>
          <a:p>
            <a:r>
              <a:rPr lang="fr-FR" altLang="fr-FR" smtClean="0"/>
              <a:t>	7-  LOUANGE SOIT AU GRAND « JE SUIS »</a:t>
            </a:r>
          </a:p>
          <a:p>
            <a:r>
              <a:rPr lang="fr-FR" altLang="fr-FR" smtClean="0"/>
              <a:t>	and praises to the great "i am"</a:t>
            </a:r>
          </a:p>
          <a:p>
            <a:r>
              <a:rPr lang="fr-FR" altLang="fr-FR" smtClean="0"/>
              <a:t>	8-  NOUS VIVRONS DANS LA GLOIRE DE L’AGNEAU DE DIEU</a:t>
            </a:r>
          </a:p>
          <a:p>
            <a:r>
              <a:rPr lang="fr-FR" altLang="fr-FR" smtClean="0"/>
              <a:t>	we will live in the light of the risen lamb</a:t>
            </a:r>
          </a:p>
          <a:p>
            <a:endParaRPr lang="fr-FR" altLang="fr-FR" smtClean="0"/>
          </a:p>
          <a:p>
            <a:r>
              <a:rPr lang="fr-FR" altLang="fr-FR" smtClean="0"/>
              <a:t>9-  TOUTES LES NATIONS SE PROSTERNENT AINSI DEVANT LUI</a:t>
            </a:r>
          </a:p>
          <a:p>
            <a:r>
              <a:rPr lang="fr-FR" altLang="fr-FR" smtClean="0"/>
              <a:t>see all around now the nations bow down to sing</a:t>
            </a:r>
          </a:p>
          <a:p>
            <a:r>
              <a:rPr lang="fr-FR" altLang="fr-FR" smtClean="0"/>
              <a:t>10-  IL N’Y A QU’UN SEUL BRUIT, </a:t>
            </a:r>
          </a:p>
          <a:p>
            <a:r>
              <a:rPr lang="fr-FR" altLang="fr-FR" smtClean="0"/>
              <a:t>the only sound </a:t>
            </a:r>
          </a:p>
          <a:p>
            <a:r>
              <a:rPr lang="fr-FR" altLang="fr-FR" smtClean="0"/>
              <a:t>11-  LES LOUANGES À JÉSUS LE CHRIST </a:t>
            </a:r>
          </a:p>
          <a:p>
            <a:r>
              <a:rPr lang="fr-FR" altLang="fr-FR" smtClean="0"/>
              <a:t>is the praises to Christ, our king</a:t>
            </a:r>
          </a:p>
          <a:p>
            <a:r>
              <a:rPr lang="fr-FR" altLang="fr-FR" smtClean="0"/>
              <a:t>12-  LENTEMENT, LES NOMS SONT LUS DANS LE LIVRE</a:t>
            </a:r>
          </a:p>
          <a:p>
            <a:r>
              <a:rPr lang="fr-FR" altLang="fr-FR" smtClean="0"/>
              <a:t>slowly the names from the book are read</a:t>
            </a:r>
          </a:p>
          <a:p>
            <a:r>
              <a:rPr lang="fr-FR" altLang="fr-FR" smtClean="0"/>
              <a:t>13-  JE NE CRAINS RIEN CAR LE ROI LE ROI ME CONNAIS</a:t>
            </a:r>
          </a:p>
          <a:p>
            <a:r>
              <a:rPr lang="fr-FR" altLang="fr-FR" smtClean="0"/>
              <a:t>i know the king so there's no need to dread</a:t>
            </a:r>
          </a:p>
          <a:p>
            <a:endParaRPr lang="fr-FR" altLang="fr-FR" smtClean="0"/>
          </a:p>
          <a:p>
            <a:r>
              <a:rPr lang="fr-FR" altLang="fr-FR" smtClean="0"/>
              <a:t>	14-  PLUS DE NUIT, DE DOULEURS</a:t>
            </a:r>
          </a:p>
          <a:p>
            <a:r>
              <a:rPr lang="fr-FR" altLang="fr-FR" smtClean="0"/>
              <a:t>	no more night, no more pain</a:t>
            </a:r>
          </a:p>
          <a:p>
            <a:r>
              <a:rPr lang="fr-FR" altLang="fr-FR" smtClean="0"/>
              <a:t>	15-  PLUS DE LARMES IL N’Y AURA PLUS DE PLEURS</a:t>
            </a:r>
          </a:p>
          <a:p>
            <a:r>
              <a:rPr lang="fr-FR" altLang="fr-FR" smtClean="0"/>
              <a:t>	no more tears. never crying again</a:t>
            </a:r>
          </a:p>
          <a:p>
            <a:r>
              <a:rPr lang="fr-FR" altLang="fr-FR" smtClean="0"/>
              <a:t>	16-  LOUANGE SOIT AU GRAND « JE SUIS »</a:t>
            </a:r>
          </a:p>
          <a:p>
            <a:r>
              <a:rPr lang="fr-FR" altLang="fr-FR" smtClean="0"/>
              <a:t>	and praises to the great "i am"</a:t>
            </a:r>
          </a:p>
          <a:p>
            <a:r>
              <a:rPr lang="fr-FR" altLang="fr-FR" smtClean="0"/>
              <a:t>	17-  NOUS VIVRONS DANS LA GLOIRE DE L’AGNEAU DE DIEU</a:t>
            </a:r>
          </a:p>
          <a:p>
            <a:r>
              <a:rPr lang="fr-FR" altLang="fr-FR" smtClean="0"/>
              <a:t>	we will live in the light of the risen lamb</a:t>
            </a:r>
          </a:p>
          <a:p>
            <a:endParaRPr lang="fr-FR" altLang="fr-FR" smtClean="0"/>
          </a:p>
          <a:p>
            <a:r>
              <a:rPr lang="fr-FR" altLang="fr-FR" smtClean="0"/>
              <a:t>18-  J’APERÇOIS, CETTE DEMEURE PREPARÉE RIEN QUE POUR MOI</a:t>
            </a:r>
          </a:p>
          <a:p>
            <a:r>
              <a:rPr lang="fr-FR" altLang="fr-FR" smtClean="0"/>
              <a:t>see over there, there's a mansion, oh that's prepared just for me</a:t>
            </a:r>
          </a:p>
          <a:p>
            <a:r>
              <a:rPr lang="fr-FR" altLang="fr-FR" smtClean="0"/>
              <a:t>19-  OÙ JE VIVRAI POUR L'ÉTERNITÉ AVEC LUI IL N'Y AURA PLUS DE NUIT...</a:t>
            </a:r>
          </a:p>
          <a:p>
            <a:r>
              <a:rPr lang="fr-FR" altLang="fr-FR" smtClean="0"/>
              <a:t>where i will live with my savior eternally</a:t>
            </a:r>
          </a:p>
          <a:p>
            <a:endParaRPr lang="fr-FR" altLang="fr-FR" smtClean="0"/>
          </a:p>
          <a:p>
            <a:r>
              <a:rPr lang="fr-FR" altLang="fr-FR" smtClean="0"/>
              <a:t>	20-  PLUS DE NUIT, DE DOULEURS</a:t>
            </a:r>
          </a:p>
          <a:p>
            <a:r>
              <a:rPr lang="fr-FR" altLang="fr-FR" smtClean="0"/>
              <a:t>	no more night, no more pain</a:t>
            </a:r>
          </a:p>
          <a:p>
            <a:r>
              <a:rPr lang="fr-FR" altLang="fr-FR" smtClean="0"/>
              <a:t>	21-  PLUS DE LARMES IL N’Y AURA PLUS DE PLEURS</a:t>
            </a:r>
          </a:p>
          <a:p>
            <a:r>
              <a:rPr lang="fr-FR" altLang="fr-FR" smtClean="0"/>
              <a:t>	no more tears. never crying again</a:t>
            </a:r>
          </a:p>
          <a:p>
            <a:r>
              <a:rPr lang="fr-FR" altLang="fr-FR" smtClean="0"/>
              <a:t>	22-  LOUANGE SOIT AU GRAND « JE SUIS »</a:t>
            </a:r>
          </a:p>
          <a:p>
            <a:r>
              <a:rPr lang="fr-FR" altLang="fr-FR" smtClean="0"/>
              <a:t>	and praises to the great "i am"</a:t>
            </a:r>
          </a:p>
          <a:p>
            <a:r>
              <a:rPr lang="fr-FR" altLang="fr-FR" smtClean="0"/>
              <a:t>	23-  NOUS VIVRONS DANS LA GLOIRE DE L’AGNEAU DE DIEU</a:t>
            </a:r>
          </a:p>
          <a:p>
            <a:r>
              <a:rPr lang="fr-FR" altLang="fr-FR" smtClean="0"/>
              <a:t>	we will live in the light of the risen lamb</a:t>
            </a:r>
          </a:p>
          <a:p>
            <a:endParaRPr lang="fr-FR" altLang="fr-FR" smtClean="0"/>
          </a:p>
          <a:p>
            <a:r>
              <a:rPr lang="fr-FR" altLang="fr-FR" smtClean="0"/>
              <a:t>24- TOUTE LA GLOIRE AU GRAND JE SUIS</a:t>
            </a:r>
          </a:p>
          <a:p>
            <a:r>
              <a:rPr lang="fr-FR" altLang="fr-FR" smtClean="0"/>
              <a:t>all praises to the great "i am"</a:t>
            </a:r>
          </a:p>
          <a:p>
            <a:r>
              <a:rPr lang="fr-FR" altLang="fr-FR" smtClean="0"/>
              <a:t>25- NOUS VIVRONS DANS LA GLOIRE DE L’AGNEAU DE DIEU</a:t>
            </a:r>
          </a:p>
          <a:p>
            <a:r>
              <a:rPr lang="fr-FR" altLang="fr-FR" smtClean="0"/>
              <a:t>we're gonna live in the light of the risen lamb</a:t>
            </a:r>
          </a:p>
          <a:p>
            <a:r>
              <a:rPr lang="fr-FR" altLang="fr-FR" smtClean="0"/>
              <a:t> </a:t>
            </a:r>
          </a:p>
          <a:p>
            <a:endParaRPr lang="fr-FR" altLang="fr-FR" smtClean="0"/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ÉCRIT LE CIEL ET LA TERRE PASSERONT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timeless theme, earth and heaven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CE N’EST PAS UN RÊVE, AUJOURD'HUI DIEU PEUT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not a dream, god will make all things new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POIDS DE LA PEINE S'EN EST ALLÉ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gone is the curse from which i stumbled and fell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MAL EST VAINCU POUR L'ÉTERNITÉ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evil is banished to eternal hell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night, no more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tears. never crying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will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TOUTES LES NATIONS SE PROSTERNENT AINSI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see all around now the nations bow down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N’Y A QU’UN SEUL BRUIT,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only sound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LES LOUANGES À JÉSUS LE CHRIST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 the praises to Christ, 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LENTEMENT, LES NOMS SONT LUS DANS LE LIVRE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slowly the names from the book are read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NE CRAINS RIEN CAR LE ROI LE ROI ME CONNAIS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know the king so there's no need to dread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night, no more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tears. never crying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will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J’APERÇOIS, CETTE DEMEURE PREPARÉE RIEN QUE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see over there, there's a mansion, oh that's prepared just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OÙ JE VIVRAI POUR L'ÉTERNITÉ AVEC LUI IL N'Y AURA PLUS DE NUIT...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will live with my savior eternally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night, no more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tears. never crying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will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TOUTE LA GLOIRE AU GRAND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we're gonna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IL EST ÉCRIT LE CIEL ET LA TERRE PASSERONT</a:t>
            </a:r>
          </a:p>
          <a:p>
            <a:r>
              <a:rPr lang="fr-FR" altLang="fr-FR" smtClean="0"/>
              <a:t>the timeless theme, earth and heaven will pass away</a:t>
            </a:r>
          </a:p>
          <a:p>
            <a:r>
              <a:rPr lang="fr-FR" altLang="fr-FR" smtClean="0"/>
              <a:t>2-  CE N’EST PAS UN RÊVE, AUJOURD'HUI DIEU PEUT TOUT CHANGER</a:t>
            </a:r>
          </a:p>
          <a:p>
            <a:r>
              <a:rPr lang="fr-FR" altLang="fr-FR" smtClean="0"/>
              <a:t>it's not a dream, god will make all things new that day</a:t>
            </a:r>
          </a:p>
          <a:p>
            <a:r>
              <a:rPr lang="fr-FR" altLang="fr-FR" smtClean="0"/>
              <a:t>3-  LE POIDS DE LA PEINE S'EN EST ALLÉ</a:t>
            </a:r>
          </a:p>
          <a:p>
            <a:r>
              <a:rPr lang="fr-FR" altLang="fr-FR" smtClean="0"/>
              <a:t>gone is the curse from which i stumbled and fell</a:t>
            </a:r>
          </a:p>
          <a:p>
            <a:r>
              <a:rPr lang="fr-FR" altLang="fr-FR" smtClean="0"/>
              <a:t>4-  LE MAL EST VAINCU POUR L'ÉTERNITÉ</a:t>
            </a:r>
          </a:p>
          <a:p>
            <a:r>
              <a:rPr lang="fr-FR" altLang="fr-FR" smtClean="0"/>
              <a:t>evil is banished to eternal hell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5-  PLUS DE NUIT, DE DOULEURS</a:t>
            </a:r>
          </a:p>
          <a:p>
            <a:r>
              <a:rPr lang="fr-FR" altLang="fr-FR" smtClean="0"/>
              <a:t>	no more night, no more pain</a:t>
            </a:r>
          </a:p>
          <a:p>
            <a:r>
              <a:rPr lang="fr-FR" altLang="fr-FR" smtClean="0"/>
              <a:t>	6-  PLUS DE LARMES IL N’Y AURA PLUS DE PLEURS</a:t>
            </a:r>
          </a:p>
          <a:p>
            <a:r>
              <a:rPr lang="fr-FR" altLang="fr-FR" smtClean="0"/>
              <a:t>	no more tears. never crying again</a:t>
            </a:r>
          </a:p>
          <a:p>
            <a:r>
              <a:rPr lang="fr-FR" altLang="fr-FR" smtClean="0"/>
              <a:t>	7-  LOUANGE SOIT AU GRAND « JE SUIS »</a:t>
            </a:r>
          </a:p>
          <a:p>
            <a:r>
              <a:rPr lang="fr-FR" altLang="fr-FR" smtClean="0"/>
              <a:t>	and praises to the great "i am"</a:t>
            </a:r>
          </a:p>
          <a:p>
            <a:r>
              <a:rPr lang="fr-FR" altLang="fr-FR" smtClean="0"/>
              <a:t>	8-  NOUS VIVRONS DANS LA GLOIRE DE L’AGNEAU DE DIEU</a:t>
            </a:r>
          </a:p>
          <a:p>
            <a:r>
              <a:rPr lang="fr-FR" altLang="fr-FR" smtClean="0"/>
              <a:t>	we will live in the light of the risen lamb</a:t>
            </a:r>
          </a:p>
          <a:p>
            <a:endParaRPr lang="fr-FR" altLang="fr-FR" smtClean="0"/>
          </a:p>
          <a:p>
            <a:r>
              <a:rPr lang="fr-FR" altLang="fr-FR" smtClean="0"/>
              <a:t>9-  TOUTES LES NATIONS SE PROSTERNENT AINSI DEVANT LUI</a:t>
            </a:r>
          </a:p>
          <a:p>
            <a:r>
              <a:rPr lang="fr-FR" altLang="fr-FR" smtClean="0"/>
              <a:t>see all around now the nations bow down to sing</a:t>
            </a:r>
          </a:p>
          <a:p>
            <a:r>
              <a:rPr lang="fr-FR" altLang="fr-FR" smtClean="0"/>
              <a:t>10-  IL N’Y A QU’UN SEUL BRUIT, </a:t>
            </a:r>
          </a:p>
          <a:p>
            <a:r>
              <a:rPr lang="fr-FR" altLang="fr-FR" smtClean="0"/>
              <a:t>the only sound </a:t>
            </a:r>
          </a:p>
          <a:p>
            <a:r>
              <a:rPr lang="fr-FR" altLang="fr-FR" smtClean="0"/>
              <a:t>11-  LES LOUANGES À JÉSUS LE CHRIST </a:t>
            </a:r>
          </a:p>
          <a:p>
            <a:r>
              <a:rPr lang="fr-FR" altLang="fr-FR" smtClean="0"/>
              <a:t>is the praises to Christ, our king</a:t>
            </a:r>
          </a:p>
          <a:p>
            <a:r>
              <a:rPr lang="fr-FR" altLang="fr-FR" smtClean="0"/>
              <a:t>12-  LENTEMENT, LES NOMS SONT LUS DANS LE LIVRE</a:t>
            </a:r>
          </a:p>
          <a:p>
            <a:r>
              <a:rPr lang="fr-FR" altLang="fr-FR" smtClean="0"/>
              <a:t>slowly the names from the book are read</a:t>
            </a:r>
          </a:p>
          <a:p>
            <a:r>
              <a:rPr lang="fr-FR" altLang="fr-FR" smtClean="0"/>
              <a:t>13-  JE NE CRAINS RIEN CAR LE ROI LE ROI ME CONNAIS</a:t>
            </a:r>
          </a:p>
          <a:p>
            <a:r>
              <a:rPr lang="fr-FR" altLang="fr-FR" smtClean="0"/>
              <a:t>i know the king so there's no need to dread</a:t>
            </a:r>
          </a:p>
          <a:p>
            <a:endParaRPr lang="fr-FR" altLang="fr-FR" smtClean="0"/>
          </a:p>
          <a:p>
            <a:r>
              <a:rPr lang="fr-FR" altLang="fr-FR" smtClean="0"/>
              <a:t>	14-  PLUS DE NUIT, DE DOULEURS</a:t>
            </a:r>
          </a:p>
          <a:p>
            <a:r>
              <a:rPr lang="fr-FR" altLang="fr-FR" smtClean="0"/>
              <a:t>	no more night, no more pain</a:t>
            </a:r>
          </a:p>
          <a:p>
            <a:r>
              <a:rPr lang="fr-FR" altLang="fr-FR" smtClean="0"/>
              <a:t>	15-  PLUS DE LARMES IL N’Y AURA PLUS DE PLEURS</a:t>
            </a:r>
          </a:p>
          <a:p>
            <a:r>
              <a:rPr lang="fr-FR" altLang="fr-FR" smtClean="0"/>
              <a:t>	no more tears. never crying again</a:t>
            </a:r>
          </a:p>
          <a:p>
            <a:r>
              <a:rPr lang="fr-FR" altLang="fr-FR" smtClean="0"/>
              <a:t>	16-  LOUANGE SOIT AU GRAND « JE SUIS »</a:t>
            </a:r>
          </a:p>
          <a:p>
            <a:r>
              <a:rPr lang="fr-FR" altLang="fr-FR" smtClean="0"/>
              <a:t>	and praises to the great "i am"</a:t>
            </a:r>
          </a:p>
          <a:p>
            <a:r>
              <a:rPr lang="fr-FR" altLang="fr-FR" smtClean="0"/>
              <a:t>	17-  NOUS VIVRONS DANS LA GLOIRE DE L’AGNEAU DE DIEU</a:t>
            </a:r>
          </a:p>
          <a:p>
            <a:r>
              <a:rPr lang="fr-FR" altLang="fr-FR" smtClean="0"/>
              <a:t>	we will live in the light of the risen lamb</a:t>
            </a:r>
          </a:p>
          <a:p>
            <a:endParaRPr lang="fr-FR" altLang="fr-FR" smtClean="0"/>
          </a:p>
          <a:p>
            <a:r>
              <a:rPr lang="fr-FR" altLang="fr-FR" smtClean="0"/>
              <a:t>18-  J’APERÇOIS, CETTE DEMEURE PREPARÉE RIEN QUE POUR MOI</a:t>
            </a:r>
          </a:p>
          <a:p>
            <a:r>
              <a:rPr lang="fr-FR" altLang="fr-FR" smtClean="0"/>
              <a:t>see over there, there's a mansion, oh that's prepared just for me</a:t>
            </a:r>
          </a:p>
          <a:p>
            <a:r>
              <a:rPr lang="fr-FR" altLang="fr-FR" smtClean="0"/>
              <a:t>19-  OÙ JE VIVRAI POUR L'ÉTERNITÉ AVEC LUI IL N'Y AURA PLUS DE NUIT...</a:t>
            </a:r>
          </a:p>
          <a:p>
            <a:r>
              <a:rPr lang="fr-FR" altLang="fr-FR" smtClean="0"/>
              <a:t>where i will live with my savior eternally</a:t>
            </a:r>
          </a:p>
          <a:p>
            <a:endParaRPr lang="fr-FR" altLang="fr-FR" smtClean="0"/>
          </a:p>
          <a:p>
            <a:r>
              <a:rPr lang="fr-FR" altLang="fr-FR" smtClean="0"/>
              <a:t>	20-  PLUS DE NUIT, DE DOULEURS</a:t>
            </a:r>
          </a:p>
          <a:p>
            <a:r>
              <a:rPr lang="fr-FR" altLang="fr-FR" smtClean="0"/>
              <a:t>	no more night, no more pain</a:t>
            </a:r>
          </a:p>
          <a:p>
            <a:r>
              <a:rPr lang="fr-FR" altLang="fr-FR" smtClean="0"/>
              <a:t>	21-  PLUS DE LARMES IL N’Y AURA PLUS DE PLEURS</a:t>
            </a:r>
          </a:p>
          <a:p>
            <a:r>
              <a:rPr lang="fr-FR" altLang="fr-FR" smtClean="0"/>
              <a:t>	no more tears. never crying again</a:t>
            </a:r>
          </a:p>
          <a:p>
            <a:r>
              <a:rPr lang="fr-FR" altLang="fr-FR" smtClean="0"/>
              <a:t>	22-  LOUANGE SOIT AU GRAND « JE SUIS »</a:t>
            </a:r>
          </a:p>
          <a:p>
            <a:r>
              <a:rPr lang="fr-FR" altLang="fr-FR" smtClean="0"/>
              <a:t>	and praises to the great "i am"</a:t>
            </a:r>
          </a:p>
          <a:p>
            <a:r>
              <a:rPr lang="fr-FR" altLang="fr-FR" smtClean="0"/>
              <a:t>	23-  NOUS VIVRONS DANS LA GLOIRE DE L’AGNEAU DE DIEU</a:t>
            </a:r>
          </a:p>
          <a:p>
            <a:r>
              <a:rPr lang="fr-FR" altLang="fr-FR" smtClean="0"/>
              <a:t>	we will live in the light of the risen lamb</a:t>
            </a:r>
          </a:p>
          <a:p>
            <a:endParaRPr lang="fr-FR" altLang="fr-FR" smtClean="0"/>
          </a:p>
          <a:p>
            <a:r>
              <a:rPr lang="fr-FR" altLang="fr-FR" smtClean="0"/>
              <a:t>24- TOUTE LA GLOIRE AU GRAND JE SUIS</a:t>
            </a:r>
          </a:p>
          <a:p>
            <a:r>
              <a:rPr lang="fr-FR" altLang="fr-FR" smtClean="0"/>
              <a:t>all praises to the great "i am"</a:t>
            </a:r>
          </a:p>
          <a:p>
            <a:r>
              <a:rPr lang="fr-FR" altLang="fr-FR" smtClean="0"/>
              <a:t>25- NOUS VIVRONS DANS LA GLOIRE DE L’AGNEAU DE DIEU</a:t>
            </a:r>
          </a:p>
          <a:p>
            <a:r>
              <a:rPr lang="fr-FR" altLang="fr-FR" smtClean="0"/>
              <a:t>we're gonna live in the light of the risen lamb</a:t>
            </a:r>
          </a:p>
          <a:p>
            <a:r>
              <a:rPr lang="fr-FR" altLang="fr-FR" smtClean="0"/>
              <a:t> </a:t>
            </a:r>
          </a:p>
          <a:p>
            <a:endParaRPr lang="fr-FR" altLang="fr-FR" smtClean="0"/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ÉCRIT LE CIEL ET LA TERRE PASSERONT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timeless theme, earth and heaven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CE N’EST PAS UN RÊVE, AUJOURD'HUI DIEU PEUT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not a dream, god will make all things new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POIDS DE LA PEINE S'EN EST ALLÉ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gone is the curse from which i stumbled and fell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MAL EST VAINCU POUR L'ÉTERNITÉ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evil is banished to eternal hell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night, no more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tears. never crying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will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TOUTES LES NATIONS SE PROSTERNENT AINSI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see all around now the nations bow down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N’Y A QU’UN SEUL BRUIT,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only sound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LES LOUANGES À JÉSUS LE CHRIST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 the praises to Christ, 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LENTEMENT, LES NOMS SONT LUS DANS LE LIVRE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slowly the names from the book are read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NE CRAINS RIEN CAR LE ROI LE ROI ME CONNAIS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know the king so there's no need to dread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night, no more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tears. never crying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will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J’APERÇOIS, CETTE DEMEURE PREPARÉE RIEN QUE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see over there, there's a mansion, oh that's prepared just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OÙ JE VIVRAI POUR L'ÉTERNITÉ AVEC LUI IL N'Y AURA PLUS DE NUIT...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will live with my savior eternally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night, no more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tears. never crying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will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TOUTE LA GLOIRE AU GRAND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we're gonna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IL EST ÉCRIT LE CIEL ET LA TERRE PASSERONT</a:t>
            </a:r>
          </a:p>
          <a:p>
            <a:r>
              <a:rPr lang="fr-FR" altLang="fr-FR" smtClean="0"/>
              <a:t>the timeless theme, earth and heaven will pass away</a:t>
            </a:r>
          </a:p>
          <a:p>
            <a:r>
              <a:rPr lang="fr-FR" altLang="fr-FR" smtClean="0"/>
              <a:t>2-  CE N’EST PAS UN RÊVE, AUJOURD'HUI DIEU PEUT TOUT CHANGER</a:t>
            </a:r>
          </a:p>
          <a:p>
            <a:r>
              <a:rPr lang="fr-FR" altLang="fr-FR" smtClean="0"/>
              <a:t>it's not a dream, god will make all things new that day</a:t>
            </a:r>
          </a:p>
          <a:p>
            <a:r>
              <a:rPr lang="fr-FR" altLang="fr-FR" smtClean="0"/>
              <a:t>3-  LE POIDS DE LA PEINE S'EN EST ALLÉ</a:t>
            </a:r>
          </a:p>
          <a:p>
            <a:r>
              <a:rPr lang="fr-FR" altLang="fr-FR" smtClean="0"/>
              <a:t>gone is the curse from which i stumbled and fell</a:t>
            </a:r>
          </a:p>
          <a:p>
            <a:r>
              <a:rPr lang="fr-FR" altLang="fr-FR" smtClean="0"/>
              <a:t>4-  LE MAL EST VAINCU POUR L'ÉTERNITÉ</a:t>
            </a:r>
          </a:p>
          <a:p>
            <a:r>
              <a:rPr lang="fr-FR" altLang="fr-FR" smtClean="0"/>
              <a:t>evil is banished to eternal hell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5-  PLUS DE NUIT, DE DOULEURS</a:t>
            </a:r>
          </a:p>
          <a:p>
            <a:r>
              <a:rPr lang="fr-FR" altLang="fr-FR" smtClean="0"/>
              <a:t>	no more night, no more pain</a:t>
            </a:r>
          </a:p>
          <a:p>
            <a:r>
              <a:rPr lang="fr-FR" altLang="fr-FR" smtClean="0"/>
              <a:t>	6-  PLUS DE LARMES IL N’Y AURA PLUS DE PLEURS</a:t>
            </a:r>
          </a:p>
          <a:p>
            <a:r>
              <a:rPr lang="fr-FR" altLang="fr-FR" smtClean="0"/>
              <a:t>	no more tears. never crying again</a:t>
            </a:r>
          </a:p>
          <a:p>
            <a:r>
              <a:rPr lang="fr-FR" altLang="fr-FR" smtClean="0"/>
              <a:t>	7-  LOUANGE SOIT AU GRAND « JE SUIS »</a:t>
            </a:r>
          </a:p>
          <a:p>
            <a:r>
              <a:rPr lang="fr-FR" altLang="fr-FR" smtClean="0"/>
              <a:t>	and praises to the great "i am"</a:t>
            </a:r>
          </a:p>
          <a:p>
            <a:r>
              <a:rPr lang="fr-FR" altLang="fr-FR" smtClean="0"/>
              <a:t>	8-  NOUS VIVRONS DANS LA GLOIRE DE L’AGNEAU DE DIEU</a:t>
            </a:r>
          </a:p>
          <a:p>
            <a:r>
              <a:rPr lang="fr-FR" altLang="fr-FR" smtClean="0"/>
              <a:t>	we will live in the light of the risen lamb</a:t>
            </a:r>
          </a:p>
          <a:p>
            <a:endParaRPr lang="fr-FR" altLang="fr-FR" smtClean="0"/>
          </a:p>
          <a:p>
            <a:r>
              <a:rPr lang="fr-FR" altLang="fr-FR" smtClean="0"/>
              <a:t>9-  TOUTES LES NATIONS SE PROSTERNENT AINSI DEVANT LUI</a:t>
            </a:r>
          </a:p>
          <a:p>
            <a:r>
              <a:rPr lang="fr-FR" altLang="fr-FR" smtClean="0"/>
              <a:t>see all around now the nations bow down to sing</a:t>
            </a:r>
          </a:p>
          <a:p>
            <a:r>
              <a:rPr lang="fr-FR" altLang="fr-FR" smtClean="0"/>
              <a:t>10-  IL N’Y A QU’UN SEUL BRUIT, </a:t>
            </a:r>
          </a:p>
          <a:p>
            <a:r>
              <a:rPr lang="fr-FR" altLang="fr-FR" smtClean="0"/>
              <a:t>the only sound </a:t>
            </a:r>
          </a:p>
          <a:p>
            <a:r>
              <a:rPr lang="fr-FR" altLang="fr-FR" smtClean="0"/>
              <a:t>11-  LES LOUANGES À JÉSUS LE CHRIST </a:t>
            </a:r>
          </a:p>
          <a:p>
            <a:r>
              <a:rPr lang="fr-FR" altLang="fr-FR" smtClean="0"/>
              <a:t>is the praises to Christ, our king</a:t>
            </a:r>
          </a:p>
          <a:p>
            <a:r>
              <a:rPr lang="fr-FR" altLang="fr-FR" smtClean="0"/>
              <a:t>12-  LENTEMENT, LES NOMS SONT LUS DANS LE LIVRE</a:t>
            </a:r>
          </a:p>
          <a:p>
            <a:r>
              <a:rPr lang="fr-FR" altLang="fr-FR" smtClean="0"/>
              <a:t>slowly the names from the book are read</a:t>
            </a:r>
          </a:p>
          <a:p>
            <a:r>
              <a:rPr lang="fr-FR" altLang="fr-FR" smtClean="0"/>
              <a:t>13-  JE NE CRAINS RIEN CAR LE ROI LE ROI ME CONNAIS</a:t>
            </a:r>
          </a:p>
          <a:p>
            <a:r>
              <a:rPr lang="fr-FR" altLang="fr-FR" smtClean="0"/>
              <a:t>i know the king so there's no need to dread</a:t>
            </a:r>
          </a:p>
          <a:p>
            <a:endParaRPr lang="fr-FR" altLang="fr-FR" smtClean="0"/>
          </a:p>
          <a:p>
            <a:r>
              <a:rPr lang="fr-FR" altLang="fr-FR" smtClean="0"/>
              <a:t>	14-  PLUS DE NUIT, DE DOULEURS</a:t>
            </a:r>
          </a:p>
          <a:p>
            <a:r>
              <a:rPr lang="fr-FR" altLang="fr-FR" smtClean="0"/>
              <a:t>	no more night, no more pain</a:t>
            </a:r>
          </a:p>
          <a:p>
            <a:r>
              <a:rPr lang="fr-FR" altLang="fr-FR" smtClean="0"/>
              <a:t>	15-  PLUS DE LARMES IL N’Y AURA PLUS DE PLEURS</a:t>
            </a:r>
          </a:p>
          <a:p>
            <a:r>
              <a:rPr lang="fr-FR" altLang="fr-FR" smtClean="0"/>
              <a:t>	no more tears. never crying again</a:t>
            </a:r>
          </a:p>
          <a:p>
            <a:r>
              <a:rPr lang="fr-FR" altLang="fr-FR" smtClean="0"/>
              <a:t>	16-  LOUANGE SOIT AU GRAND « JE SUIS »</a:t>
            </a:r>
          </a:p>
          <a:p>
            <a:r>
              <a:rPr lang="fr-FR" altLang="fr-FR" smtClean="0"/>
              <a:t>	and praises to the great "i am"</a:t>
            </a:r>
          </a:p>
          <a:p>
            <a:r>
              <a:rPr lang="fr-FR" altLang="fr-FR" smtClean="0"/>
              <a:t>	17-  NOUS VIVRONS DANS LA GLOIRE DE L’AGNEAU DE DIEU</a:t>
            </a:r>
          </a:p>
          <a:p>
            <a:r>
              <a:rPr lang="fr-FR" altLang="fr-FR" smtClean="0"/>
              <a:t>	we will live in the light of the risen lamb</a:t>
            </a:r>
          </a:p>
          <a:p>
            <a:endParaRPr lang="fr-FR" altLang="fr-FR" smtClean="0"/>
          </a:p>
          <a:p>
            <a:r>
              <a:rPr lang="fr-FR" altLang="fr-FR" smtClean="0"/>
              <a:t>18-  J’APERÇOIS, CETTE DEMEURE PREPARÉE RIEN QUE POUR MOI</a:t>
            </a:r>
          </a:p>
          <a:p>
            <a:r>
              <a:rPr lang="fr-FR" altLang="fr-FR" smtClean="0"/>
              <a:t>see over there, there's a mansion, oh that's prepared just for me</a:t>
            </a:r>
          </a:p>
          <a:p>
            <a:r>
              <a:rPr lang="fr-FR" altLang="fr-FR" smtClean="0"/>
              <a:t>19-  OÙ JE VIVRAI POUR L'ÉTERNITÉ AVEC LUI IL N'Y AURA PLUS DE NUIT...</a:t>
            </a:r>
          </a:p>
          <a:p>
            <a:r>
              <a:rPr lang="fr-FR" altLang="fr-FR" smtClean="0"/>
              <a:t>where i will live with my savior eternally</a:t>
            </a:r>
          </a:p>
          <a:p>
            <a:endParaRPr lang="fr-FR" altLang="fr-FR" smtClean="0"/>
          </a:p>
          <a:p>
            <a:r>
              <a:rPr lang="fr-FR" altLang="fr-FR" smtClean="0"/>
              <a:t>	20-  PLUS DE NUIT, DE DOULEURS</a:t>
            </a:r>
          </a:p>
          <a:p>
            <a:r>
              <a:rPr lang="fr-FR" altLang="fr-FR" smtClean="0"/>
              <a:t>	no more night, no more pain</a:t>
            </a:r>
          </a:p>
          <a:p>
            <a:r>
              <a:rPr lang="fr-FR" altLang="fr-FR" smtClean="0"/>
              <a:t>	21-  PLUS DE LARMES IL N’Y AURA PLUS DE PLEURS</a:t>
            </a:r>
          </a:p>
          <a:p>
            <a:r>
              <a:rPr lang="fr-FR" altLang="fr-FR" smtClean="0"/>
              <a:t>	no more tears. never crying again</a:t>
            </a:r>
          </a:p>
          <a:p>
            <a:r>
              <a:rPr lang="fr-FR" altLang="fr-FR" smtClean="0"/>
              <a:t>	22-  LOUANGE SOIT AU GRAND « JE SUIS »</a:t>
            </a:r>
          </a:p>
          <a:p>
            <a:r>
              <a:rPr lang="fr-FR" altLang="fr-FR" smtClean="0"/>
              <a:t>	and praises to the great "i am"</a:t>
            </a:r>
          </a:p>
          <a:p>
            <a:r>
              <a:rPr lang="fr-FR" altLang="fr-FR" smtClean="0"/>
              <a:t>	23-  NOUS VIVRONS DANS LA GLOIRE DE L’AGNEAU DE DIEU</a:t>
            </a:r>
          </a:p>
          <a:p>
            <a:r>
              <a:rPr lang="fr-FR" altLang="fr-FR" smtClean="0"/>
              <a:t>	we will live in the light of the risen lamb</a:t>
            </a:r>
          </a:p>
          <a:p>
            <a:endParaRPr lang="fr-FR" altLang="fr-FR" smtClean="0"/>
          </a:p>
          <a:p>
            <a:r>
              <a:rPr lang="fr-FR" altLang="fr-FR" smtClean="0"/>
              <a:t>24- TOUTE LA GLOIRE AU GRAND JE SUIS</a:t>
            </a:r>
          </a:p>
          <a:p>
            <a:r>
              <a:rPr lang="fr-FR" altLang="fr-FR" smtClean="0"/>
              <a:t>all praises to the great "i am"</a:t>
            </a:r>
          </a:p>
          <a:p>
            <a:r>
              <a:rPr lang="fr-FR" altLang="fr-FR" smtClean="0"/>
              <a:t>25- NOUS VIVRONS DANS LA GLOIRE DE L’AGNEAU DE DIEU</a:t>
            </a:r>
          </a:p>
          <a:p>
            <a:r>
              <a:rPr lang="fr-FR" altLang="fr-FR" smtClean="0"/>
              <a:t>we're gonna live in the light of the risen lamb</a:t>
            </a:r>
          </a:p>
          <a:p>
            <a:r>
              <a:rPr lang="fr-FR" altLang="fr-FR" smtClean="0"/>
              <a:t> </a:t>
            </a:r>
          </a:p>
          <a:p>
            <a:endParaRPr lang="fr-FR" altLang="fr-FR" smtClean="0"/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ÉCRIT LE CIEL ET LA TERRE PASSERONT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timeless theme, earth and heaven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CE N’EST PAS UN RÊVE, AUJOURD'HUI DIEU PEUT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not a dream, god will make all things new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POIDS DE LA PEINE S'EN EST ALLÉ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gone is the curse from which i stumbled and fell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MAL EST VAINCU POUR L'ÉTERNITÉ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evil is banished to eternal hell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night, no more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tears. never crying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will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TOUTES LES NATIONS SE PROSTERNENT AINSI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see all around now the nations bow down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N’Y A QU’UN SEUL BRUIT,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only sound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LES LOUANGES À JÉSUS LE CHRIST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 the praises to Christ, 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LENTEMENT, LES NOMS SONT LUS DANS LE LIVRE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slowly the names from the book are read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NE CRAINS RIEN CAR LE ROI LE ROI ME CONNAIS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know the king so there's no need to dread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night, no more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tears. never crying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will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J’APERÇOIS, CETTE DEMEURE PREPARÉE RIEN QUE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see over there, there's a mansion, oh that's prepared just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OÙ JE VIVRAI POUR L'ÉTERNITÉ AVEC LUI IL N'Y AURA PLUS DE NUIT...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will live with my savior eternally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night, no more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tears. never crying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will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TOUTE LA GLOIRE AU GRAND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we're gonna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IL EST ÉCRIT LE CIEL ET LA TERRE PASSERONT</a:t>
            </a:r>
          </a:p>
          <a:p>
            <a:r>
              <a:rPr lang="fr-FR" altLang="fr-FR" smtClean="0"/>
              <a:t>the timeless theme, earth and heaven will pass away</a:t>
            </a:r>
          </a:p>
          <a:p>
            <a:r>
              <a:rPr lang="fr-FR" altLang="fr-FR" smtClean="0"/>
              <a:t>2-  CE N’EST PAS UN RÊVE, AUJOURD'HUI DIEU PEUT TOUT CHANGER</a:t>
            </a:r>
          </a:p>
          <a:p>
            <a:r>
              <a:rPr lang="fr-FR" altLang="fr-FR" smtClean="0"/>
              <a:t>it's not a dream, god will make all things new that day</a:t>
            </a:r>
          </a:p>
          <a:p>
            <a:r>
              <a:rPr lang="fr-FR" altLang="fr-FR" smtClean="0"/>
              <a:t>3-  LE POIDS DE LA PEINE S'EN EST ALLÉ</a:t>
            </a:r>
          </a:p>
          <a:p>
            <a:r>
              <a:rPr lang="fr-FR" altLang="fr-FR" smtClean="0"/>
              <a:t>gone is the curse from which i stumbled and fell</a:t>
            </a:r>
          </a:p>
          <a:p>
            <a:r>
              <a:rPr lang="fr-FR" altLang="fr-FR" smtClean="0"/>
              <a:t>4-  LE MAL EST VAINCU POUR L'ÉTERNITÉ</a:t>
            </a:r>
          </a:p>
          <a:p>
            <a:r>
              <a:rPr lang="fr-FR" altLang="fr-FR" smtClean="0"/>
              <a:t>evil is banished to eternal hell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5-  PLUS DE NUIT, DE DOULEURS</a:t>
            </a:r>
          </a:p>
          <a:p>
            <a:r>
              <a:rPr lang="fr-FR" altLang="fr-FR" smtClean="0"/>
              <a:t>	no more night, no more pain</a:t>
            </a:r>
          </a:p>
          <a:p>
            <a:r>
              <a:rPr lang="fr-FR" altLang="fr-FR" smtClean="0"/>
              <a:t>	6-  PLUS DE LARMES IL N’Y AURA PLUS DE PLEURS</a:t>
            </a:r>
          </a:p>
          <a:p>
            <a:r>
              <a:rPr lang="fr-FR" altLang="fr-FR" smtClean="0"/>
              <a:t>	no more tears. never crying again</a:t>
            </a:r>
          </a:p>
          <a:p>
            <a:r>
              <a:rPr lang="fr-FR" altLang="fr-FR" smtClean="0"/>
              <a:t>	7-  LOUANGE SOIT AU GRAND « JE SUIS »</a:t>
            </a:r>
          </a:p>
          <a:p>
            <a:r>
              <a:rPr lang="fr-FR" altLang="fr-FR" smtClean="0"/>
              <a:t>	and praises to the great "i am"</a:t>
            </a:r>
          </a:p>
          <a:p>
            <a:r>
              <a:rPr lang="fr-FR" altLang="fr-FR" smtClean="0"/>
              <a:t>	8-  NOUS VIVRONS DANS LA GLOIRE DE L’AGNEAU DE DIEU</a:t>
            </a:r>
          </a:p>
          <a:p>
            <a:r>
              <a:rPr lang="fr-FR" altLang="fr-FR" smtClean="0"/>
              <a:t>	we will live in the light of the risen lamb</a:t>
            </a:r>
          </a:p>
          <a:p>
            <a:endParaRPr lang="fr-FR" altLang="fr-FR" smtClean="0"/>
          </a:p>
          <a:p>
            <a:r>
              <a:rPr lang="fr-FR" altLang="fr-FR" smtClean="0"/>
              <a:t>9-  TOUTES LES NATIONS SE PROSTERNENT AINSI DEVANT LUI</a:t>
            </a:r>
          </a:p>
          <a:p>
            <a:r>
              <a:rPr lang="fr-FR" altLang="fr-FR" smtClean="0"/>
              <a:t>see all around now the nations bow down to sing</a:t>
            </a:r>
          </a:p>
          <a:p>
            <a:r>
              <a:rPr lang="fr-FR" altLang="fr-FR" smtClean="0"/>
              <a:t>10-  IL N’Y A QU’UN SEUL BRUIT, </a:t>
            </a:r>
          </a:p>
          <a:p>
            <a:r>
              <a:rPr lang="fr-FR" altLang="fr-FR" smtClean="0"/>
              <a:t>the only sound </a:t>
            </a:r>
          </a:p>
          <a:p>
            <a:r>
              <a:rPr lang="fr-FR" altLang="fr-FR" smtClean="0"/>
              <a:t>11-  LES LOUANGES À JÉSUS LE CHRIST </a:t>
            </a:r>
          </a:p>
          <a:p>
            <a:r>
              <a:rPr lang="fr-FR" altLang="fr-FR" smtClean="0"/>
              <a:t>is the praises to Christ, our king</a:t>
            </a:r>
          </a:p>
          <a:p>
            <a:r>
              <a:rPr lang="fr-FR" altLang="fr-FR" smtClean="0"/>
              <a:t>12-  LENTEMENT, LES NOMS SONT LUS DANS LE LIVRE</a:t>
            </a:r>
          </a:p>
          <a:p>
            <a:r>
              <a:rPr lang="fr-FR" altLang="fr-FR" smtClean="0"/>
              <a:t>slowly the names from the book are read</a:t>
            </a:r>
          </a:p>
          <a:p>
            <a:r>
              <a:rPr lang="fr-FR" altLang="fr-FR" smtClean="0"/>
              <a:t>13-  JE NE CRAINS RIEN CAR LE ROI LE ROI ME CONNAIS</a:t>
            </a:r>
          </a:p>
          <a:p>
            <a:r>
              <a:rPr lang="fr-FR" altLang="fr-FR" smtClean="0"/>
              <a:t>i know the king so there's no need to dread</a:t>
            </a:r>
          </a:p>
          <a:p>
            <a:endParaRPr lang="fr-FR" altLang="fr-FR" smtClean="0"/>
          </a:p>
          <a:p>
            <a:r>
              <a:rPr lang="fr-FR" altLang="fr-FR" smtClean="0"/>
              <a:t>	14-  PLUS DE NUIT, DE DOULEURS</a:t>
            </a:r>
          </a:p>
          <a:p>
            <a:r>
              <a:rPr lang="fr-FR" altLang="fr-FR" smtClean="0"/>
              <a:t>	no more night, no more pain</a:t>
            </a:r>
          </a:p>
          <a:p>
            <a:r>
              <a:rPr lang="fr-FR" altLang="fr-FR" smtClean="0"/>
              <a:t>	15-  PLUS DE LARMES IL N’Y AURA PLUS DE PLEURS</a:t>
            </a:r>
          </a:p>
          <a:p>
            <a:r>
              <a:rPr lang="fr-FR" altLang="fr-FR" smtClean="0"/>
              <a:t>	no more tears. never crying again</a:t>
            </a:r>
          </a:p>
          <a:p>
            <a:r>
              <a:rPr lang="fr-FR" altLang="fr-FR" smtClean="0"/>
              <a:t>	16-  LOUANGE SOIT AU GRAND « JE SUIS »</a:t>
            </a:r>
          </a:p>
          <a:p>
            <a:r>
              <a:rPr lang="fr-FR" altLang="fr-FR" smtClean="0"/>
              <a:t>	and praises to the great "i am"</a:t>
            </a:r>
          </a:p>
          <a:p>
            <a:r>
              <a:rPr lang="fr-FR" altLang="fr-FR" smtClean="0"/>
              <a:t>	17-  NOUS VIVRONS DANS LA GLOIRE DE L’AGNEAU DE DIEU</a:t>
            </a:r>
          </a:p>
          <a:p>
            <a:r>
              <a:rPr lang="fr-FR" altLang="fr-FR" smtClean="0"/>
              <a:t>	we will live in the light of the risen lamb</a:t>
            </a:r>
          </a:p>
          <a:p>
            <a:endParaRPr lang="fr-FR" altLang="fr-FR" smtClean="0"/>
          </a:p>
          <a:p>
            <a:r>
              <a:rPr lang="fr-FR" altLang="fr-FR" smtClean="0"/>
              <a:t>18-  J’APERÇOIS, CETTE DEMEURE PREPARÉE RIEN QUE POUR MOI</a:t>
            </a:r>
          </a:p>
          <a:p>
            <a:r>
              <a:rPr lang="fr-FR" altLang="fr-FR" smtClean="0"/>
              <a:t>see over there, there's a mansion, oh that's prepared just for me</a:t>
            </a:r>
          </a:p>
          <a:p>
            <a:r>
              <a:rPr lang="fr-FR" altLang="fr-FR" smtClean="0"/>
              <a:t>19-  OÙ JE VIVRAI POUR L'ÉTERNITÉ AVEC LUI IL N'Y AURA PLUS DE NUIT...</a:t>
            </a:r>
          </a:p>
          <a:p>
            <a:r>
              <a:rPr lang="fr-FR" altLang="fr-FR" smtClean="0"/>
              <a:t>where i will live with my savior eternally</a:t>
            </a:r>
          </a:p>
          <a:p>
            <a:endParaRPr lang="fr-FR" altLang="fr-FR" smtClean="0"/>
          </a:p>
          <a:p>
            <a:r>
              <a:rPr lang="fr-FR" altLang="fr-FR" smtClean="0"/>
              <a:t>	20-  PLUS DE NUIT, DE DOULEURS</a:t>
            </a:r>
          </a:p>
          <a:p>
            <a:r>
              <a:rPr lang="fr-FR" altLang="fr-FR" smtClean="0"/>
              <a:t>	no more night, no more pain</a:t>
            </a:r>
          </a:p>
          <a:p>
            <a:r>
              <a:rPr lang="fr-FR" altLang="fr-FR" smtClean="0"/>
              <a:t>	21-  PLUS DE LARMES IL N’Y AURA PLUS DE PLEURS</a:t>
            </a:r>
          </a:p>
          <a:p>
            <a:r>
              <a:rPr lang="fr-FR" altLang="fr-FR" smtClean="0"/>
              <a:t>	no more tears. never crying again</a:t>
            </a:r>
          </a:p>
          <a:p>
            <a:r>
              <a:rPr lang="fr-FR" altLang="fr-FR" smtClean="0"/>
              <a:t>	22-  LOUANGE SOIT AU GRAND « JE SUIS »</a:t>
            </a:r>
          </a:p>
          <a:p>
            <a:r>
              <a:rPr lang="fr-FR" altLang="fr-FR" smtClean="0"/>
              <a:t>	and praises to the great "i am"</a:t>
            </a:r>
          </a:p>
          <a:p>
            <a:r>
              <a:rPr lang="fr-FR" altLang="fr-FR" smtClean="0"/>
              <a:t>	23-  NOUS VIVRONS DANS LA GLOIRE DE L’AGNEAU DE DIEU</a:t>
            </a:r>
          </a:p>
          <a:p>
            <a:r>
              <a:rPr lang="fr-FR" altLang="fr-FR" smtClean="0"/>
              <a:t>	we will live in the light of the risen lamb</a:t>
            </a:r>
          </a:p>
          <a:p>
            <a:endParaRPr lang="fr-FR" altLang="fr-FR" smtClean="0"/>
          </a:p>
          <a:p>
            <a:r>
              <a:rPr lang="fr-FR" altLang="fr-FR" smtClean="0"/>
              <a:t>24- TOUTE LA GLOIRE AU GRAND JE SUIS</a:t>
            </a:r>
          </a:p>
          <a:p>
            <a:r>
              <a:rPr lang="fr-FR" altLang="fr-FR" smtClean="0"/>
              <a:t>all praises to the great "i am"</a:t>
            </a:r>
          </a:p>
          <a:p>
            <a:r>
              <a:rPr lang="fr-FR" altLang="fr-FR" smtClean="0"/>
              <a:t>25- NOUS VIVRONS DANS LA GLOIRE DE L’AGNEAU DE DIEU</a:t>
            </a:r>
          </a:p>
          <a:p>
            <a:r>
              <a:rPr lang="fr-FR" altLang="fr-FR" smtClean="0"/>
              <a:t>we're gonna live in the light of the risen lamb</a:t>
            </a:r>
          </a:p>
          <a:p>
            <a:r>
              <a:rPr lang="fr-FR" altLang="fr-FR" smtClean="0"/>
              <a:t> </a:t>
            </a:r>
          </a:p>
          <a:p>
            <a:endParaRPr lang="fr-FR" altLang="fr-FR" smtClean="0"/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ÉCRIT LE CIEL ET LA TERRE PASSERONT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timeless theme, earth and heaven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CE N’EST PAS UN RÊVE, AUJOURD'HUI DIEU PEUT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not a dream, god will make all things new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POIDS DE LA PEINE S'EN EST ALLÉ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gone is the curse from which i stumbled and fell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MAL EST VAINCU POUR L'ÉTERNITÉ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evil is banished to eternal hell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night, no more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tears. never crying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will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TOUTES LES NATIONS SE PROSTERNENT AINSI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see all around now the nations bow down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N’Y A QU’UN SEUL BRUIT,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only sound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LES LOUANGES À JÉSUS LE CHRIST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 the praises to Christ, 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LENTEMENT, LES NOMS SONT LUS DANS LE LIVRE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slowly the names from the book are read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NE CRAINS RIEN CAR LE ROI LE ROI ME CONNAIS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know the king so there's no need to dread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night, no more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tears. never crying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will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J’APERÇOIS, CETTE DEMEURE PREPARÉE RIEN QUE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see over there, there's a mansion, oh that's prepared just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OÙ JE VIVRAI POUR L'ÉTERNITÉ AVEC LUI IL N'Y AURA PLUS DE NUIT...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will live with my savior eternally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night, no more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tears. never crying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will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TOUTE LA GLOIRE AU GRAND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we're gonna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IL EST ÉCRIT LE CIEL ET LA TERRE PASSERONT</a:t>
            </a:r>
          </a:p>
          <a:p>
            <a:r>
              <a:rPr lang="fr-FR" altLang="fr-FR" smtClean="0"/>
              <a:t>the timeless theme, earth and heaven will pass away</a:t>
            </a:r>
          </a:p>
          <a:p>
            <a:r>
              <a:rPr lang="fr-FR" altLang="fr-FR" smtClean="0"/>
              <a:t>2-  CE N’EST PAS UN RÊVE, AUJOURD'HUI DIEU PEUT TOUT CHANGER</a:t>
            </a:r>
          </a:p>
          <a:p>
            <a:r>
              <a:rPr lang="fr-FR" altLang="fr-FR" smtClean="0"/>
              <a:t>it's not a dream, god will make all things new that day</a:t>
            </a:r>
          </a:p>
          <a:p>
            <a:r>
              <a:rPr lang="fr-FR" altLang="fr-FR" smtClean="0"/>
              <a:t>3-  LE POIDS DE LA PEINE S'EN EST ALLÉ</a:t>
            </a:r>
          </a:p>
          <a:p>
            <a:r>
              <a:rPr lang="fr-FR" altLang="fr-FR" smtClean="0"/>
              <a:t>gone is the curse from which i stumbled and fell</a:t>
            </a:r>
          </a:p>
          <a:p>
            <a:r>
              <a:rPr lang="fr-FR" altLang="fr-FR" smtClean="0"/>
              <a:t>4-  LE MAL EST VAINCU POUR L'ÉTERNITÉ</a:t>
            </a:r>
          </a:p>
          <a:p>
            <a:r>
              <a:rPr lang="fr-FR" altLang="fr-FR" smtClean="0"/>
              <a:t>evil is banished to eternal hell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5-  PLUS DE NUIT, DE DOULEURS</a:t>
            </a:r>
          </a:p>
          <a:p>
            <a:r>
              <a:rPr lang="fr-FR" altLang="fr-FR" smtClean="0"/>
              <a:t>	no more night, no more pain</a:t>
            </a:r>
          </a:p>
          <a:p>
            <a:r>
              <a:rPr lang="fr-FR" altLang="fr-FR" smtClean="0"/>
              <a:t>	6-  PLUS DE LARMES IL N’Y AURA PLUS DE PLEURS</a:t>
            </a:r>
          </a:p>
          <a:p>
            <a:r>
              <a:rPr lang="fr-FR" altLang="fr-FR" smtClean="0"/>
              <a:t>	no more tears. never crying again</a:t>
            </a:r>
          </a:p>
          <a:p>
            <a:r>
              <a:rPr lang="fr-FR" altLang="fr-FR" smtClean="0"/>
              <a:t>	7-  LOUANGE SOIT AU GRAND « JE SUIS »</a:t>
            </a:r>
          </a:p>
          <a:p>
            <a:r>
              <a:rPr lang="fr-FR" altLang="fr-FR" smtClean="0"/>
              <a:t>	and praises to the great "i am"</a:t>
            </a:r>
          </a:p>
          <a:p>
            <a:r>
              <a:rPr lang="fr-FR" altLang="fr-FR" smtClean="0"/>
              <a:t>	8-  NOUS VIVRONS DANS LA GLOIRE DE L’AGNEAU DE DIEU</a:t>
            </a:r>
          </a:p>
          <a:p>
            <a:r>
              <a:rPr lang="fr-FR" altLang="fr-FR" smtClean="0"/>
              <a:t>	we will live in the light of the risen lamb</a:t>
            </a:r>
          </a:p>
          <a:p>
            <a:endParaRPr lang="fr-FR" altLang="fr-FR" smtClean="0"/>
          </a:p>
          <a:p>
            <a:r>
              <a:rPr lang="fr-FR" altLang="fr-FR" smtClean="0"/>
              <a:t>9-  TOUTES LES NATIONS SE PROSTERNENT AINSI DEVANT LUI</a:t>
            </a:r>
          </a:p>
          <a:p>
            <a:r>
              <a:rPr lang="fr-FR" altLang="fr-FR" smtClean="0"/>
              <a:t>see all around now the nations bow down to sing</a:t>
            </a:r>
          </a:p>
          <a:p>
            <a:r>
              <a:rPr lang="fr-FR" altLang="fr-FR" smtClean="0"/>
              <a:t>10-  IL N’Y A QU’UN SEUL BRUIT, </a:t>
            </a:r>
          </a:p>
          <a:p>
            <a:r>
              <a:rPr lang="fr-FR" altLang="fr-FR" smtClean="0"/>
              <a:t>the only sound </a:t>
            </a:r>
          </a:p>
          <a:p>
            <a:r>
              <a:rPr lang="fr-FR" altLang="fr-FR" smtClean="0"/>
              <a:t>11-  LES LOUANGES À JÉSUS LE CHRIST </a:t>
            </a:r>
          </a:p>
          <a:p>
            <a:r>
              <a:rPr lang="fr-FR" altLang="fr-FR" smtClean="0"/>
              <a:t>is the praises to Christ, our king</a:t>
            </a:r>
          </a:p>
          <a:p>
            <a:r>
              <a:rPr lang="fr-FR" altLang="fr-FR" smtClean="0"/>
              <a:t>12-  LENTEMENT, LES NOMS SONT LUS DANS LE LIVRE</a:t>
            </a:r>
          </a:p>
          <a:p>
            <a:r>
              <a:rPr lang="fr-FR" altLang="fr-FR" smtClean="0"/>
              <a:t>slowly the names from the book are read</a:t>
            </a:r>
          </a:p>
          <a:p>
            <a:r>
              <a:rPr lang="fr-FR" altLang="fr-FR" smtClean="0"/>
              <a:t>13-  JE NE CRAINS RIEN CAR LE ROI LE ROI ME CONNAIS</a:t>
            </a:r>
          </a:p>
          <a:p>
            <a:r>
              <a:rPr lang="fr-FR" altLang="fr-FR" smtClean="0"/>
              <a:t>i know the king so there's no need to dread</a:t>
            </a:r>
          </a:p>
          <a:p>
            <a:endParaRPr lang="fr-FR" altLang="fr-FR" smtClean="0"/>
          </a:p>
          <a:p>
            <a:r>
              <a:rPr lang="fr-FR" altLang="fr-FR" smtClean="0"/>
              <a:t>	14-  PLUS DE NUIT, DE DOULEURS</a:t>
            </a:r>
          </a:p>
          <a:p>
            <a:r>
              <a:rPr lang="fr-FR" altLang="fr-FR" smtClean="0"/>
              <a:t>	no more night, no more pain</a:t>
            </a:r>
          </a:p>
          <a:p>
            <a:r>
              <a:rPr lang="fr-FR" altLang="fr-FR" smtClean="0"/>
              <a:t>	15-  PLUS DE LARMES IL N’Y AURA PLUS DE PLEURS</a:t>
            </a:r>
          </a:p>
          <a:p>
            <a:r>
              <a:rPr lang="fr-FR" altLang="fr-FR" smtClean="0"/>
              <a:t>	no more tears. never crying again</a:t>
            </a:r>
          </a:p>
          <a:p>
            <a:r>
              <a:rPr lang="fr-FR" altLang="fr-FR" smtClean="0"/>
              <a:t>	16-  LOUANGE SOIT AU GRAND « JE SUIS »</a:t>
            </a:r>
          </a:p>
          <a:p>
            <a:r>
              <a:rPr lang="fr-FR" altLang="fr-FR" smtClean="0"/>
              <a:t>	and praises to the great "i am"</a:t>
            </a:r>
          </a:p>
          <a:p>
            <a:r>
              <a:rPr lang="fr-FR" altLang="fr-FR" smtClean="0"/>
              <a:t>	17-  NOUS VIVRONS DANS LA GLOIRE DE L’AGNEAU DE DIEU</a:t>
            </a:r>
          </a:p>
          <a:p>
            <a:r>
              <a:rPr lang="fr-FR" altLang="fr-FR" smtClean="0"/>
              <a:t>	we will live in the light of the risen lamb</a:t>
            </a:r>
          </a:p>
          <a:p>
            <a:endParaRPr lang="fr-FR" altLang="fr-FR" smtClean="0"/>
          </a:p>
          <a:p>
            <a:r>
              <a:rPr lang="fr-FR" altLang="fr-FR" smtClean="0"/>
              <a:t>18-  J’APERÇOIS, CETTE DEMEURE PREPARÉE RIEN QUE POUR MOI</a:t>
            </a:r>
          </a:p>
          <a:p>
            <a:r>
              <a:rPr lang="fr-FR" altLang="fr-FR" smtClean="0"/>
              <a:t>see over there, there's a mansion, oh that's prepared just for me</a:t>
            </a:r>
          </a:p>
          <a:p>
            <a:r>
              <a:rPr lang="fr-FR" altLang="fr-FR" smtClean="0"/>
              <a:t>19-  OÙ JE VIVRAI POUR L'ÉTERNITÉ AVEC LUI IL N'Y AURA PLUS DE NUIT...</a:t>
            </a:r>
          </a:p>
          <a:p>
            <a:r>
              <a:rPr lang="fr-FR" altLang="fr-FR" smtClean="0"/>
              <a:t>where i will live with my savior eternally</a:t>
            </a:r>
          </a:p>
          <a:p>
            <a:endParaRPr lang="fr-FR" altLang="fr-FR" smtClean="0"/>
          </a:p>
          <a:p>
            <a:r>
              <a:rPr lang="fr-FR" altLang="fr-FR" smtClean="0"/>
              <a:t>	20-  PLUS DE NUIT, DE DOULEURS</a:t>
            </a:r>
          </a:p>
          <a:p>
            <a:r>
              <a:rPr lang="fr-FR" altLang="fr-FR" smtClean="0"/>
              <a:t>	no more night, no more pain</a:t>
            </a:r>
          </a:p>
          <a:p>
            <a:r>
              <a:rPr lang="fr-FR" altLang="fr-FR" smtClean="0"/>
              <a:t>	21-  PLUS DE LARMES IL N’Y AURA PLUS DE PLEURS</a:t>
            </a:r>
          </a:p>
          <a:p>
            <a:r>
              <a:rPr lang="fr-FR" altLang="fr-FR" smtClean="0"/>
              <a:t>	no more tears. never crying again</a:t>
            </a:r>
          </a:p>
          <a:p>
            <a:r>
              <a:rPr lang="fr-FR" altLang="fr-FR" smtClean="0"/>
              <a:t>	22-  LOUANGE SOIT AU GRAND « JE SUIS »</a:t>
            </a:r>
          </a:p>
          <a:p>
            <a:r>
              <a:rPr lang="fr-FR" altLang="fr-FR" smtClean="0"/>
              <a:t>	and praises to the great "i am"</a:t>
            </a:r>
          </a:p>
          <a:p>
            <a:r>
              <a:rPr lang="fr-FR" altLang="fr-FR" smtClean="0"/>
              <a:t>	23-  NOUS VIVRONS DANS LA GLOIRE DE L’AGNEAU DE DIEU</a:t>
            </a:r>
          </a:p>
          <a:p>
            <a:r>
              <a:rPr lang="fr-FR" altLang="fr-FR" smtClean="0"/>
              <a:t>	we will live in the light of the risen lamb</a:t>
            </a:r>
          </a:p>
          <a:p>
            <a:endParaRPr lang="fr-FR" altLang="fr-FR" smtClean="0"/>
          </a:p>
          <a:p>
            <a:r>
              <a:rPr lang="fr-FR" altLang="fr-FR" smtClean="0"/>
              <a:t>24- TOUTE LA GLOIRE AU GRAND JE SUIS</a:t>
            </a:r>
          </a:p>
          <a:p>
            <a:r>
              <a:rPr lang="fr-FR" altLang="fr-FR" smtClean="0"/>
              <a:t>all praises to the great "i am"</a:t>
            </a:r>
          </a:p>
          <a:p>
            <a:r>
              <a:rPr lang="fr-FR" altLang="fr-FR" smtClean="0"/>
              <a:t>25- NOUS VIVRONS DANS LA GLOIRE DE L’AGNEAU DE DIEU</a:t>
            </a:r>
          </a:p>
          <a:p>
            <a:r>
              <a:rPr lang="fr-FR" altLang="fr-FR" smtClean="0"/>
              <a:t>we're gonna live in the light of the risen lamb</a:t>
            </a:r>
          </a:p>
          <a:p>
            <a:r>
              <a:rPr lang="fr-FR" altLang="fr-FR" smtClean="0"/>
              <a:t> </a:t>
            </a:r>
          </a:p>
          <a:p>
            <a:endParaRPr lang="fr-FR" altLang="fr-FR" smtClean="0"/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IL EST ÉCRIT LE CIEL ET LA TERRE PASSERONT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timeless theme, earth and heaven will pass away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CE N’EST PAS UN RÊVE, AUJOURD'HUI DIEU PEUT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it's not a dream, god will make all things new that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POIDS DE LA PEINE S'EN EST ALLÉ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gone is the curse from which i stumbled and fell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MAL EST VAINCU POUR L'ÉTERNITÉ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evil is banished to eternal hell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night, no more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tears. never crying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will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TOUTES LES NATIONS SE PROSTERNENT AINSI DEVANT LUI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see all around now the nations bow down to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IL N’Y A QU’UN SEUL BRUIT,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only sound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LES LOUANGES À JÉSUS LE CHRIST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is the praises to Christ, our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LENTEMENT, LES NOMS SONT LUS DANS LE LIVRE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slowly the names from the book are read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NE CRAINS RIEN CAR LE ROI LE ROI ME CONNAIS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know the king so there's no need to dread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14-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night, no more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tears. never crying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will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J’APERÇOIS, CETTE DEMEURE PREPARÉE RIEN QUE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see over there, there's a mansion, oh that's prepared just for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OÙ JE VIVRAI POUR L'ÉTERNITÉ AVEC LUI IL N'Y AURA PLUS DE NUIT...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where i will live with my savior eternally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PLUS DE NUIT, DE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night, no more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21-  PLUS DE LARMES IL N’Y AURA PLUS DE PLEURS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no more tears. never crying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22-  LOUANGE SOIT AU GRAND « JE SUIS »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23- 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will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TOUTE LA GLOIRE AU GRAND JE SUIS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praises to the great "i am"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NOUS VIVRONS DANS LA GLOIRE DE L’AGNEAU DE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we're gonna live in the light of the risen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IL EST ÉCRIT LE CIEL ET LA TERRE PASSERONT</a:t>
            </a:r>
          </a:p>
          <a:p>
            <a:r>
              <a:rPr lang="fr-FR" altLang="fr-FR" smtClean="0"/>
              <a:t>the timeless theme, earth and heaven will pass away</a:t>
            </a:r>
          </a:p>
          <a:p>
            <a:r>
              <a:rPr lang="fr-FR" altLang="fr-FR" smtClean="0"/>
              <a:t>2-  CE N’EST PAS UN RÊVE, AUJOURD'HUI DIEU PEUT TOUT CHANGER</a:t>
            </a:r>
          </a:p>
          <a:p>
            <a:r>
              <a:rPr lang="fr-FR" altLang="fr-FR" smtClean="0"/>
              <a:t>it's not a dream, god will make all things new that day</a:t>
            </a:r>
          </a:p>
          <a:p>
            <a:r>
              <a:rPr lang="fr-FR" altLang="fr-FR" smtClean="0"/>
              <a:t>3-  LE POIDS DE LA PEINE S'EN EST ALLÉ</a:t>
            </a:r>
          </a:p>
          <a:p>
            <a:r>
              <a:rPr lang="fr-FR" altLang="fr-FR" smtClean="0"/>
              <a:t>gone is the curse from which i stumbled and fell</a:t>
            </a:r>
          </a:p>
          <a:p>
            <a:r>
              <a:rPr lang="fr-FR" altLang="fr-FR" smtClean="0"/>
              <a:t>4-  LE MAL EST VAINCU POUR L'ÉTERNITÉ</a:t>
            </a:r>
          </a:p>
          <a:p>
            <a:r>
              <a:rPr lang="fr-FR" altLang="fr-FR" smtClean="0"/>
              <a:t>evil is banished to eternal hell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5-  PLUS DE NUIT, DE DOULEURS</a:t>
            </a:r>
          </a:p>
          <a:p>
            <a:r>
              <a:rPr lang="fr-FR" altLang="fr-FR" smtClean="0"/>
              <a:t>	no more night, no more pain</a:t>
            </a:r>
          </a:p>
          <a:p>
            <a:r>
              <a:rPr lang="fr-FR" altLang="fr-FR" smtClean="0"/>
              <a:t>	6-  PLUS DE LARMES IL N’Y AURA PLUS DE PLEURS</a:t>
            </a:r>
          </a:p>
          <a:p>
            <a:r>
              <a:rPr lang="fr-FR" altLang="fr-FR" smtClean="0"/>
              <a:t>	no more tears. never crying again</a:t>
            </a:r>
          </a:p>
          <a:p>
            <a:r>
              <a:rPr lang="fr-FR" altLang="fr-FR" smtClean="0"/>
              <a:t>	7-  LOUANGE SOIT AU GRAND « JE SUIS »</a:t>
            </a:r>
          </a:p>
          <a:p>
            <a:r>
              <a:rPr lang="fr-FR" altLang="fr-FR" smtClean="0"/>
              <a:t>	and praises to the great "i am"</a:t>
            </a:r>
          </a:p>
          <a:p>
            <a:r>
              <a:rPr lang="fr-FR" altLang="fr-FR" smtClean="0"/>
              <a:t>	8-  NOUS VIVRONS DANS LA GLOIRE DE L’AGNEAU DE DIEU</a:t>
            </a:r>
          </a:p>
          <a:p>
            <a:r>
              <a:rPr lang="fr-FR" altLang="fr-FR" smtClean="0"/>
              <a:t>	we will live in the light of the risen lamb</a:t>
            </a:r>
          </a:p>
          <a:p>
            <a:endParaRPr lang="fr-FR" altLang="fr-FR" smtClean="0"/>
          </a:p>
          <a:p>
            <a:r>
              <a:rPr lang="fr-FR" altLang="fr-FR" smtClean="0"/>
              <a:t>9-  TOUTES LES NATIONS SE PROSTERNENT AINSI DEVANT LUI</a:t>
            </a:r>
          </a:p>
          <a:p>
            <a:r>
              <a:rPr lang="fr-FR" altLang="fr-FR" smtClean="0"/>
              <a:t>see all around now the nations bow down to sing</a:t>
            </a:r>
          </a:p>
          <a:p>
            <a:r>
              <a:rPr lang="fr-FR" altLang="fr-FR" smtClean="0"/>
              <a:t>10-  IL N’Y A QU’UN SEUL BRUIT, </a:t>
            </a:r>
          </a:p>
          <a:p>
            <a:r>
              <a:rPr lang="fr-FR" altLang="fr-FR" smtClean="0"/>
              <a:t>the only sound </a:t>
            </a:r>
          </a:p>
          <a:p>
            <a:r>
              <a:rPr lang="fr-FR" altLang="fr-FR" smtClean="0"/>
              <a:t>11-  LES LOUANGES À JÉSUS LE CHRIST </a:t>
            </a:r>
          </a:p>
          <a:p>
            <a:r>
              <a:rPr lang="fr-FR" altLang="fr-FR" smtClean="0"/>
              <a:t>is the praises to Christ, our king</a:t>
            </a:r>
          </a:p>
          <a:p>
            <a:r>
              <a:rPr lang="fr-FR" altLang="fr-FR" smtClean="0"/>
              <a:t>12-  LENTEMENT, LES NOMS SONT LUS DANS LE LIVRE</a:t>
            </a:r>
          </a:p>
          <a:p>
            <a:r>
              <a:rPr lang="fr-FR" altLang="fr-FR" smtClean="0"/>
              <a:t>slowly the names from the book are read</a:t>
            </a:r>
          </a:p>
          <a:p>
            <a:r>
              <a:rPr lang="fr-FR" altLang="fr-FR" smtClean="0"/>
              <a:t>13-  JE NE CRAINS RIEN CAR LE ROI LE ROI ME CONNAIS</a:t>
            </a:r>
          </a:p>
          <a:p>
            <a:r>
              <a:rPr lang="fr-FR" altLang="fr-FR" smtClean="0"/>
              <a:t>i know the king so there's no need to dread</a:t>
            </a:r>
          </a:p>
          <a:p>
            <a:endParaRPr lang="fr-FR" altLang="fr-FR" smtClean="0"/>
          </a:p>
          <a:p>
            <a:r>
              <a:rPr lang="fr-FR" altLang="fr-FR" smtClean="0"/>
              <a:t>	14-  PLUS DE NUIT, DE DOULEURS</a:t>
            </a:r>
          </a:p>
          <a:p>
            <a:r>
              <a:rPr lang="fr-FR" altLang="fr-FR" smtClean="0"/>
              <a:t>	no more night, no more pain</a:t>
            </a:r>
          </a:p>
          <a:p>
            <a:r>
              <a:rPr lang="fr-FR" altLang="fr-FR" smtClean="0"/>
              <a:t>	15-  PLUS DE LARMES IL N’Y AURA PLUS DE PLEURS</a:t>
            </a:r>
          </a:p>
          <a:p>
            <a:r>
              <a:rPr lang="fr-FR" altLang="fr-FR" smtClean="0"/>
              <a:t>	no more tears. never crying again</a:t>
            </a:r>
          </a:p>
          <a:p>
            <a:r>
              <a:rPr lang="fr-FR" altLang="fr-FR" smtClean="0"/>
              <a:t>	16-  LOUANGE SOIT AU GRAND « JE SUIS »</a:t>
            </a:r>
          </a:p>
          <a:p>
            <a:r>
              <a:rPr lang="fr-FR" altLang="fr-FR" smtClean="0"/>
              <a:t>	and praises to the great "i am"</a:t>
            </a:r>
          </a:p>
          <a:p>
            <a:r>
              <a:rPr lang="fr-FR" altLang="fr-FR" smtClean="0"/>
              <a:t>	17-  NOUS VIVRONS DANS LA GLOIRE DE L’AGNEAU DE DIEU</a:t>
            </a:r>
          </a:p>
          <a:p>
            <a:r>
              <a:rPr lang="fr-FR" altLang="fr-FR" smtClean="0"/>
              <a:t>	we will live in the light of the risen lamb</a:t>
            </a:r>
          </a:p>
          <a:p>
            <a:endParaRPr lang="fr-FR" altLang="fr-FR" smtClean="0"/>
          </a:p>
          <a:p>
            <a:r>
              <a:rPr lang="fr-FR" altLang="fr-FR" smtClean="0"/>
              <a:t>18-  J’APERÇOIS, CETTE DEMEURE PREPARÉE RIEN QUE POUR MOI</a:t>
            </a:r>
          </a:p>
          <a:p>
            <a:r>
              <a:rPr lang="fr-FR" altLang="fr-FR" smtClean="0"/>
              <a:t>see over there, there's a mansion, oh that's prepared just for me</a:t>
            </a:r>
          </a:p>
          <a:p>
            <a:r>
              <a:rPr lang="fr-FR" altLang="fr-FR" smtClean="0"/>
              <a:t>19-  OÙ JE VIVRAI POUR L'ÉTERNITÉ AVEC LUI IL N'Y AURA PLUS DE NUIT...</a:t>
            </a:r>
          </a:p>
          <a:p>
            <a:r>
              <a:rPr lang="fr-FR" altLang="fr-FR" smtClean="0"/>
              <a:t>where i will live with my savior eternally</a:t>
            </a:r>
          </a:p>
          <a:p>
            <a:endParaRPr lang="fr-FR" altLang="fr-FR" smtClean="0"/>
          </a:p>
          <a:p>
            <a:r>
              <a:rPr lang="fr-FR" altLang="fr-FR" smtClean="0"/>
              <a:t>	20-  PLUS DE NUIT, DE DOULEURS</a:t>
            </a:r>
          </a:p>
          <a:p>
            <a:r>
              <a:rPr lang="fr-FR" altLang="fr-FR" smtClean="0"/>
              <a:t>	no more night, no more pain</a:t>
            </a:r>
          </a:p>
          <a:p>
            <a:r>
              <a:rPr lang="fr-FR" altLang="fr-FR" smtClean="0"/>
              <a:t>	21-  PLUS DE LARMES IL N’Y AURA PLUS DE PLEURS</a:t>
            </a:r>
          </a:p>
          <a:p>
            <a:r>
              <a:rPr lang="fr-FR" altLang="fr-FR" smtClean="0"/>
              <a:t>	no more tears. never crying again</a:t>
            </a:r>
          </a:p>
          <a:p>
            <a:r>
              <a:rPr lang="fr-FR" altLang="fr-FR" smtClean="0"/>
              <a:t>	22-  LOUANGE SOIT AU GRAND « JE SUIS »</a:t>
            </a:r>
          </a:p>
          <a:p>
            <a:r>
              <a:rPr lang="fr-FR" altLang="fr-FR" smtClean="0"/>
              <a:t>	and praises to the great "i am"</a:t>
            </a:r>
          </a:p>
          <a:p>
            <a:r>
              <a:rPr lang="fr-FR" altLang="fr-FR" smtClean="0"/>
              <a:t>	23-  NOUS VIVRONS DANS LA GLOIRE DE L’AGNEAU DE DIEU</a:t>
            </a:r>
          </a:p>
          <a:p>
            <a:r>
              <a:rPr lang="fr-FR" altLang="fr-FR" smtClean="0"/>
              <a:t>	we will live in the light of the risen lamb</a:t>
            </a:r>
          </a:p>
          <a:p>
            <a:endParaRPr lang="fr-FR" altLang="fr-FR" smtClean="0"/>
          </a:p>
          <a:p>
            <a:r>
              <a:rPr lang="fr-FR" altLang="fr-FR" smtClean="0"/>
              <a:t>24- TOUTE LA GLOIRE AU GRAND JE SUIS</a:t>
            </a:r>
          </a:p>
          <a:p>
            <a:r>
              <a:rPr lang="fr-FR" altLang="fr-FR" smtClean="0"/>
              <a:t>all praises to the great "i am"</a:t>
            </a:r>
          </a:p>
          <a:p>
            <a:r>
              <a:rPr lang="fr-FR" altLang="fr-FR" smtClean="0"/>
              <a:t>25- NOUS VIVRONS DANS LA GLOIRE DE L’AGNEAU DE DIEU</a:t>
            </a:r>
          </a:p>
          <a:p>
            <a:r>
              <a:rPr lang="fr-FR" altLang="fr-FR" smtClean="0"/>
              <a:t>we're gonna live in the light of the risen lamb</a:t>
            </a:r>
          </a:p>
          <a:p>
            <a:r>
              <a:rPr lang="fr-FR" altLang="fr-FR" smtClean="0"/>
              <a:t> </a:t>
            </a:r>
          </a:p>
          <a:p>
            <a:endParaRPr lang="fr-FR" altLang="fr-FR" smtClean="0"/>
          </a:p>
          <a:p>
            <a:endParaRPr lang="fr-FR" alt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154413-4B3D-4C5A-9DF7-8D934117EA9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574A26-BB0C-4774-9C1A-2909C161E06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6E5C09-67B2-4667-9858-7D95643FF36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DA3A30-B7FE-4EA7-B551-8ECF1A6865C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80870B-A4B9-4CBF-8B1B-FBA1B05A2DB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60DA9E-3036-433F-A371-9594FBDB02D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E0ECE7-EC43-4649-90F1-16D5E1A6607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7A91D6-72E2-45F3-AC4B-FF12B31E081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16F3FE-5971-4672-97FE-DD34E1E7DF0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45736C-653A-42D0-BF19-5D41C46CB58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4901AF-A3B0-42D7-BD41-0B84B851FAC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fld id="{F624E69F-7933-4A9F-B287-9691A7A5D26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EST ÉCRIT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CIEL ET LA TERRE PASSERONT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 N’EST PAS UN RÊVE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AUJOURD'HUI DIEU PEUT TOUT CHANGER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POIDS DE LA PEINE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S'EN EST ALLÉ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MAL EST VAINCU POUR L'ÉTERNITÉ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PLUS DE NUIT, DE DOULEURS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PLUS DE LARMES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N’Y AURA PLUS DE PLEURS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LOUANGE SOIT AU GRAND « JE SUIS »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VIVRONS DANS LA GLOIRE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L’AGNEAU DE DIEU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TOUTES LES NATIONS SE PROSTERNENT AINSI DEVANT LUI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N’Y A QU’UN SEUL BRUIT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LOUANGES À JÉSUS LE CHRIST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LENTEMENT, LES NOMS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LE LIVRE SONT LUS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NE CRAINS RIEN CAR LE ROI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ROI ME CONNAIS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PLUS DE NUIT, DE DOULEURS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PLUS DE LARMES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N’Y AURA PLUS DE PLEURS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LOUANGE SOIT AU GRAND « JE SUIS »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VIVRONS DANS LA GLOIRE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L’AGNEAU DE DIEU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J’APERÇOIS, CETTE DEMEURE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PREPARÉE POUR MOI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OÙ JE VIVRAI POUR L'ÉTERNITÉ AVEC LUI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N'Y AURA PLUS DE NUIT...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PLUS DE NUIT, DE DOULEURS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PLUS DE LARMES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N’Y AURA PLUS DE PLEURS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LOUANGE SOIT AU GRAND « JE SUIS »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VIVRONS DANS LA GLOIRE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L’AGNEAU DE DIEU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TOUTE LA GLOIRE AU GRAND JE SUIS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VIVRONS DANS LA GLOIRE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L’AGNEAU DE DIEU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705</TotalTime>
  <Words>4047</Words>
  <Application>Microsoft Office PowerPoint</Application>
  <PresentationFormat>On-screen Show (4:3)</PresentationFormat>
  <Paragraphs>2939</Paragraphs>
  <Slides>25</Slides>
  <Notes>25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29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Incrustations_NT</cp:lastModifiedBy>
  <cp:revision>67</cp:revision>
  <dcterms:created xsi:type="dcterms:W3CDTF">2002-08-17T10:50:50Z</dcterms:created>
  <dcterms:modified xsi:type="dcterms:W3CDTF">2017-06-11T10:44:56Z</dcterms:modified>
</cp:coreProperties>
</file>