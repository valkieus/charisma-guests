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9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93" autoAdjust="0"/>
    <p:restoredTop sz="58862" autoAdjust="0"/>
  </p:normalViewPr>
  <p:slideViewPr>
    <p:cSldViewPr>
      <p:cViewPr varScale="1">
        <p:scale>
          <a:sx n="47" d="100"/>
          <a:sy n="47" d="100"/>
        </p:scale>
        <p:origin x="-498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798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D4FDFCE7-8B77-407A-9B63-A03C6E5FE764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B24D0C63-F82D-45B1-A394-DB204CB8A906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A LAISSÉ LA SPLENDEUR DU CIEL CONNAISSANT SON DESTIN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TOUT SEUL SUR LE MONT DE GOLGOTHA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LÀ IL A DONNÉ SA VIE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SI CE N’EST PAS L’AMOUR L’OCÉAN EST ASSÉCHÉ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IL N’Y A PLUS D’ÉTOILE DANS LE CIEL ET LES OISEAUX NE SAVENT PAS VOLER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SI CE N’EST PAS DE L’AMOUR ALORS LE CIEL EST UN MYTHE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QUI POURRAIT CROIRE À ÇA SI CE N’EST PAS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MÊME DANS LA MORT IL S’EST RAPPELÉ DU VOLEUR CRUCIFIÉ PRÈS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IL A PARLÉ AVEC AMOUR ET COMPASSION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IL L’A PRIS AVEC LUI AU PARADIS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SI CE N’EST PAS L’AMOUR L’OCÉAN EST ASSÉCHÉ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N’Y A PLUS D’ÉTOILE DANS LE CIEL ET LES OISEAUX NE SAVENT PAS VOLER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SI CE N’EST PAS DE L’AMOUR ALORS LE CIEL EST UN MYTHE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POURRAIT CROIRE À ÇA SI CE N’EST PAS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CE N’EST PAS DE L’AMOUR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LAISSÉ LA SPLENDEUR DU CIEL CONNAISSANT SON DESTIN </a:t>
            </a:r>
          </a:p>
          <a:p>
            <a:r>
              <a:rPr lang="fr-FR" smtClean="0"/>
              <a:t>2-  ET TOUT SEUL SUR LE MONT DE GOLGOTHA</a:t>
            </a:r>
          </a:p>
          <a:p>
            <a:r>
              <a:rPr lang="fr-FR" smtClean="0"/>
              <a:t>3-  LÀ IL A DONNÉ SA VIE POUR MOI</a:t>
            </a:r>
          </a:p>
          <a:p>
            <a:endParaRPr lang="fr-FR" smtClean="0"/>
          </a:p>
          <a:p>
            <a:r>
              <a:rPr lang="fr-FR" smtClean="0"/>
              <a:t>	4-  SI CE N’EST PAS L’AMOUR L’OCÉAN EST ASSÉCHÉ</a:t>
            </a:r>
          </a:p>
          <a:p>
            <a:r>
              <a:rPr lang="fr-FR" smtClean="0"/>
              <a:t>	5-  IL N’Y A PLUS D’ÉTOILE DANS LE CIEL ET LES OISEAUX NE SAVENT PAS VOLER</a:t>
            </a:r>
          </a:p>
          <a:p>
            <a:r>
              <a:rPr lang="fr-FR" smtClean="0"/>
              <a:t>	6-  SI CE N’EST PAS DE L’AMOUR ALORS LE CIEL EST UN MYTHE</a:t>
            </a:r>
          </a:p>
          <a:p>
            <a:r>
              <a:rPr lang="fr-FR" smtClean="0"/>
              <a:t>	7-  QUI POURRAIT CROIRE À ÇA SI CE N’EST PAS DE L’AMOUR</a:t>
            </a:r>
          </a:p>
          <a:p>
            <a:endParaRPr lang="fr-FR" smtClean="0"/>
          </a:p>
          <a:p>
            <a:r>
              <a:rPr lang="fr-FR" smtClean="0"/>
              <a:t>8-  MÊME DANS LA MORT IL S’EST RAPPELÉ DU VOLEUR CRUCIFIÉ PRÈS DE LUI</a:t>
            </a:r>
          </a:p>
          <a:p>
            <a:r>
              <a:rPr lang="fr-FR" smtClean="0"/>
              <a:t>9-  IL A PARLÉ AVEC AMOUR ET COMPASSION</a:t>
            </a:r>
          </a:p>
          <a:p>
            <a:r>
              <a:rPr lang="fr-FR" smtClean="0"/>
              <a:t>10-  ET IL L’A PRIS AVEC LUI AU PARADIS </a:t>
            </a:r>
          </a:p>
          <a:p>
            <a:endParaRPr lang="fr-FR" smtClean="0"/>
          </a:p>
          <a:p>
            <a:r>
              <a:rPr lang="fr-FR" smtClean="0"/>
              <a:t>11-  SI CE N’EST PAS L’AMOUR L’OCÉAN EST ASSÉCHÉ</a:t>
            </a:r>
          </a:p>
          <a:p>
            <a:r>
              <a:rPr lang="fr-FR" smtClean="0"/>
              <a:t>12-  IL N’Y A PLUS D’ÉTOILE DANS LE CIEL ET LES OISEAUX NE SAVENT PAS VOLER</a:t>
            </a:r>
          </a:p>
          <a:p>
            <a:r>
              <a:rPr lang="fr-FR" smtClean="0"/>
              <a:t>13-  SI CE N’EST PAS DE L’AMOUR ALORS LE CIEL EST UN MYTHE</a:t>
            </a:r>
          </a:p>
          <a:p>
            <a:r>
              <a:rPr lang="fr-FR" smtClean="0"/>
              <a:t>14-  QUI POURRAIT CROIRE À ÇA SI CE N’EST PAS DE L’AMOUR</a:t>
            </a:r>
          </a:p>
          <a:p>
            <a:endParaRPr lang="fr-FR" smtClean="0"/>
          </a:p>
          <a:p>
            <a:r>
              <a:rPr lang="fr-FR" smtClean="0"/>
              <a:t>15-  SI CE N’EST PAS DE L’AMOUR  X2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A LAISSÉ LA SPLENDEUR DU CIEL CONNAISSANT SON DESTIN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TOUT SEUL SUR LE MONT DE GOLGOTHA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LÀ IL A DONNÉ SA VIE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SI CE N’EST PAS L’AMOUR L’OCÉAN EST ASSÉCHÉ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IL N’Y A PLUS D’ÉTOILE DANS LE CIEL ET LES OISEAUX NE SAVENT PAS VOLER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SI CE N’EST PAS DE L’AMOUR ALORS LE CIEL EST UN MYTHE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QUI POURRAIT CROIRE À ÇA SI CE N’EST PAS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MÊME DANS LA MORT IL S’EST RAPPELÉ DU VOLEUR CRUCIFIÉ PRÈS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IL A PARLÉ AVEC AMOUR ET COMPASSION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IL L’A PRIS AVEC LUI AU PARADIS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SI CE N’EST PAS L’AMOUR L’OCÉAN EST ASSÉCHÉ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N’Y A PLUS D’ÉTOILE DANS LE CIEL ET LES OISEAUX NE SAVENT PAS VOLER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SI CE N’EST PAS DE L’AMOUR ALORS LE CIEL EST UN MYTHE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POURRAIT CROIRE À ÇA SI CE N’EST PAS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CE N’EST PAS DE L’AMOUR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LAISSÉ LA SPLENDEUR DU CIEL CONNAISSANT SON DESTIN </a:t>
            </a:r>
          </a:p>
          <a:p>
            <a:r>
              <a:rPr lang="fr-FR" smtClean="0"/>
              <a:t>2-  ET TOUT SEUL SUR LE MONT DE GOLGOTHA</a:t>
            </a:r>
          </a:p>
          <a:p>
            <a:r>
              <a:rPr lang="fr-FR" smtClean="0"/>
              <a:t>3-  LÀ IL A DONNÉ SA VIE POUR MOI</a:t>
            </a:r>
          </a:p>
          <a:p>
            <a:endParaRPr lang="fr-FR" smtClean="0"/>
          </a:p>
          <a:p>
            <a:r>
              <a:rPr lang="fr-FR" smtClean="0"/>
              <a:t>	4-  SI CE N’EST PAS L’AMOUR L’OCÉAN EST ASSÉCHÉ</a:t>
            </a:r>
          </a:p>
          <a:p>
            <a:r>
              <a:rPr lang="fr-FR" smtClean="0"/>
              <a:t>	5-  IL N’Y A PLUS D’ÉTOILE DANS LE CIEL ET LES OISEAUX NE SAVENT PAS VOLER</a:t>
            </a:r>
          </a:p>
          <a:p>
            <a:r>
              <a:rPr lang="fr-FR" smtClean="0"/>
              <a:t>	6-  SI CE N’EST PAS DE L’AMOUR ALORS LE CIEL EST UN MYTHE</a:t>
            </a:r>
          </a:p>
          <a:p>
            <a:r>
              <a:rPr lang="fr-FR" smtClean="0"/>
              <a:t>	7-  QUI POURRAIT CROIRE À ÇA SI CE N’EST PAS DE L’AMOUR</a:t>
            </a:r>
          </a:p>
          <a:p>
            <a:endParaRPr lang="fr-FR" smtClean="0"/>
          </a:p>
          <a:p>
            <a:r>
              <a:rPr lang="fr-FR" smtClean="0"/>
              <a:t>8-  MÊME DANS LA MORT IL S’EST RAPPELÉ DU VOLEUR CRUCIFIÉ PRÈS DE LUI</a:t>
            </a:r>
          </a:p>
          <a:p>
            <a:r>
              <a:rPr lang="fr-FR" smtClean="0"/>
              <a:t>9-  IL A PARLÉ AVEC AMOUR ET COMPASSION</a:t>
            </a:r>
          </a:p>
          <a:p>
            <a:r>
              <a:rPr lang="fr-FR" smtClean="0"/>
              <a:t>10-  ET IL L’A PRIS AVEC LUI AU PARADIS </a:t>
            </a:r>
          </a:p>
          <a:p>
            <a:endParaRPr lang="fr-FR" smtClean="0"/>
          </a:p>
          <a:p>
            <a:r>
              <a:rPr lang="fr-FR" smtClean="0"/>
              <a:t>11-  SI CE N’EST PAS L’AMOUR L’OCÉAN EST ASSÉCHÉ</a:t>
            </a:r>
          </a:p>
          <a:p>
            <a:r>
              <a:rPr lang="fr-FR" smtClean="0"/>
              <a:t>12-  IL N’Y A PLUS D’ÉTOILE DANS LE CIEL ET LES OISEAUX NE SAVENT PAS VOLER</a:t>
            </a:r>
          </a:p>
          <a:p>
            <a:r>
              <a:rPr lang="fr-FR" smtClean="0"/>
              <a:t>13-  SI CE N’EST PAS DE L’AMOUR ALORS LE CIEL EST UN MYTHE</a:t>
            </a:r>
          </a:p>
          <a:p>
            <a:r>
              <a:rPr lang="fr-FR" smtClean="0"/>
              <a:t>14-  QUI POURRAIT CROIRE À ÇA SI CE N’EST PAS DE L’AMOUR</a:t>
            </a:r>
          </a:p>
          <a:p>
            <a:endParaRPr lang="fr-FR" smtClean="0"/>
          </a:p>
          <a:p>
            <a:r>
              <a:rPr lang="fr-FR" smtClean="0"/>
              <a:t>15-  SI CE N’EST PAS DE L’AMOUR  X2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A LAISSÉ LA SPLENDEUR DU CIEL CONNAISSANT SON DESTIN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TOUT SEUL SUR LE MONT DE GOLGOTHA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LÀ IL A DONNÉ SA VIE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SI CE N’EST PAS L’AMOUR L’OCÉAN EST ASSÉCHÉ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IL N’Y A PLUS D’ÉTOILE DANS LE CIEL ET LES OISEAUX NE SAVENT PAS VOLER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SI CE N’EST PAS DE L’AMOUR ALORS LE CIEL EST UN MYTHE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QUI POURRAIT CROIRE À ÇA SI CE N’EST PAS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MÊME DANS LA MORT IL S’EST RAPPELÉ DU VOLEUR CRUCIFIÉ PRÈS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IL A PARLÉ AVEC AMOUR ET COMPASSION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IL L’A PRIS AVEC LUI AU PARADIS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SI CE N’EST PAS L’AMOUR L’OCÉAN EST ASSÉCHÉ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N’Y A PLUS D’ÉTOILE DANS LE CIEL ET LES OISEAUX NE SAVENT PAS VOLER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SI CE N’EST PAS DE L’AMOUR ALORS LE CIEL EST UN MYTHE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POURRAIT CROIRE À ÇA SI CE N’EST PAS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CE N’EST PAS DE L’AMOUR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LAISSÉ LA SPLENDEUR DU CIEL CONNAISSANT SON DESTIN </a:t>
            </a:r>
          </a:p>
          <a:p>
            <a:r>
              <a:rPr lang="fr-FR" smtClean="0"/>
              <a:t>2-  ET TOUT SEUL SUR LE MONT DE GOLGOTHA</a:t>
            </a:r>
          </a:p>
          <a:p>
            <a:r>
              <a:rPr lang="fr-FR" smtClean="0"/>
              <a:t>3-  LÀ IL A DONNÉ SA VIE POUR MOI</a:t>
            </a:r>
          </a:p>
          <a:p>
            <a:endParaRPr lang="fr-FR" smtClean="0"/>
          </a:p>
          <a:p>
            <a:r>
              <a:rPr lang="fr-FR" smtClean="0"/>
              <a:t>	4-  SI CE N’EST PAS L’AMOUR L’OCÉAN EST ASSÉCHÉ</a:t>
            </a:r>
          </a:p>
          <a:p>
            <a:r>
              <a:rPr lang="fr-FR" smtClean="0"/>
              <a:t>	5-  IL N’Y A PLUS D’ÉTOILE DANS LE CIEL ET LES OISEAUX NE SAVENT PAS VOLER</a:t>
            </a:r>
          </a:p>
          <a:p>
            <a:r>
              <a:rPr lang="fr-FR" smtClean="0"/>
              <a:t>	6-  SI CE N’EST PAS DE L’AMOUR ALORS LE CIEL EST UN MYTHE</a:t>
            </a:r>
          </a:p>
          <a:p>
            <a:r>
              <a:rPr lang="fr-FR" smtClean="0"/>
              <a:t>	7-  QUI POURRAIT CROIRE À ÇA SI CE N’EST PAS DE L’AMOUR</a:t>
            </a:r>
          </a:p>
          <a:p>
            <a:endParaRPr lang="fr-FR" smtClean="0"/>
          </a:p>
          <a:p>
            <a:r>
              <a:rPr lang="fr-FR" smtClean="0"/>
              <a:t>8-  MÊME DANS LA MORT IL S’EST RAPPELÉ DU VOLEUR CRUCIFIÉ PRÈS DE LUI</a:t>
            </a:r>
          </a:p>
          <a:p>
            <a:r>
              <a:rPr lang="fr-FR" smtClean="0"/>
              <a:t>9-  IL A PARLÉ AVEC AMOUR ET COMPASSION</a:t>
            </a:r>
          </a:p>
          <a:p>
            <a:r>
              <a:rPr lang="fr-FR" smtClean="0"/>
              <a:t>10-  ET IL L’A PRIS AVEC LUI AU PARADIS </a:t>
            </a:r>
          </a:p>
          <a:p>
            <a:endParaRPr lang="fr-FR" smtClean="0"/>
          </a:p>
          <a:p>
            <a:r>
              <a:rPr lang="fr-FR" smtClean="0"/>
              <a:t>11-  SI CE N’EST PAS L’AMOUR L’OCÉAN EST ASSÉCHÉ</a:t>
            </a:r>
          </a:p>
          <a:p>
            <a:r>
              <a:rPr lang="fr-FR" smtClean="0"/>
              <a:t>12-  IL N’Y A PLUS D’ÉTOILE DANS LE CIEL ET LES OISEAUX NE SAVENT PAS VOLER</a:t>
            </a:r>
          </a:p>
          <a:p>
            <a:r>
              <a:rPr lang="fr-FR" smtClean="0"/>
              <a:t>13-  SI CE N’EST PAS DE L’AMOUR ALORS LE CIEL EST UN MYTHE</a:t>
            </a:r>
          </a:p>
          <a:p>
            <a:r>
              <a:rPr lang="fr-FR" smtClean="0"/>
              <a:t>14-  QUI POURRAIT CROIRE À ÇA SI CE N’EST PAS DE L’AMOUR</a:t>
            </a:r>
          </a:p>
          <a:p>
            <a:endParaRPr lang="fr-FR" smtClean="0"/>
          </a:p>
          <a:p>
            <a:r>
              <a:rPr lang="fr-FR" smtClean="0"/>
              <a:t>15-  SI CE N’EST PAS DE L’AMOUR  X2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A LAISSÉ LA SPLENDEUR DU CIEL CONNAISSANT SON DESTIN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TOUT SEUL SUR LE MONT DE GOLGOTHA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LÀ IL A DONNÉ SA VIE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SI CE N’EST PAS L’AMOUR L’OCÉAN EST ASSÉCHÉ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IL N’Y A PLUS D’ÉTOILE DANS LE CIEL ET LES OISEAUX NE SAVENT PAS VOLER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SI CE N’EST PAS DE L’AMOUR ALORS LE CIEL EST UN MYTHE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QUI POURRAIT CROIRE À ÇA SI CE N’EST PAS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MÊME DANS LA MORT IL S’EST RAPPELÉ DU VOLEUR CRUCIFIÉ PRÈS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IL A PARLÉ AVEC AMOUR ET COMPASSION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IL L’A PRIS AVEC LUI AU PARADIS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SI CE N’EST PAS L’AMOUR L’OCÉAN EST ASSÉCHÉ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N’Y A PLUS D’ÉTOILE DANS LE CIEL ET LES OISEAUX NE SAVENT PAS VOLER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SI CE N’EST PAS DE L’AMOUR ALORS LE CIEL EST UN MYTHE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POURRAIT CROIRE À ÇA SI CE N’EST PAS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CE N’EST PAS DE L’AMOUR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LAISSÉ LA SPLENDEUR DU CIEL CONNAISSANT SON DESTIN </a:t>
            </a:r>
          </a:p>
          <a:p>
            <a:r>
              <a:rPr lang="fr-FR" smtClean="0"/>
              <a:t>2-  ET TOUT SEUL SUR LE MONT DE GOLGOTHA</a:t>
            </a:r>
          </a:p>
          <a:p>
            <a:r>
              <a:rPr lang="fr-FR" smtClean="0"/>
              <a:t>3-  LÀ IL A DONNÉ SA VIE POUR MOI</a:t>
            </a:r>
          </a:p>
          <a:p>
            <a:endParaRPr lang="fr-FR" smtClean="0"/>
          </a:p>
          <a:p>
            <a:r>
              <a:rPr lang="fr-FR" smtClean="0"/>
              <a:t>	4-  SI CE N’EST PAS L’AMOUR L’OCÉAN EST ASSÉCHÉ</a:t>
            </a:r>
          </a:p>
          <a:p>
            <a:r>
              <a:rPr lang="fr-FR" smtClean="0"/>
              <a:t>	5-  IL N’Y A PLUS D’ÉTOILE DANS LE CIEL ET LES OISEAUX NE SAVENT PAS VOLER</a:t>
            </a:r>
          </a:p>
          <a:p>
            <a:r>
              <a:rPr lang="fr-FR" smtClean="0"/>
              <a:t>	6-  SI CE N’EST PAS DE L’AMOUR ALORS LE CIEL EST UN MYTHE</a:t>
            </a:r>
          </a:p>
          <a:p>
            <a:r>
              <a:rPr lang="fr-FR" smtClean="0"/>
              <a:t>	7-  QUI POURRAIT CROIRE À ÇA SI CE N’EST PAS DE L’AMOUR</a:t>
            </a:r>
          </a:p>
          <a:p>
            <a:endParaRPr lang="fr-FR" smtClean="0"/>
          </a:p>
          <a:p>
            <a:r>
              <a:rPr lang="fr-FR" smtClean="0"/>
              <a:t>8-  MÊME DANS LA MORT IL S’EST RAPPELÉ DU VOLEUR CRUCIFIÉ PRÈS DE LUI</a:t>
            </a:r>
          </a:p>
          <a:p>
            <a:r>
              <a:rPr lang="fr-FR" smtClean="0"/>
              <a:t>9-  IL A PARLÉ AVEC AMOUR ET COMPASSION</a:t>
            </a:r>
          </a:p>
          <a:p>
            <a:r>
              <a:rPr lang="fr-FR" smtClean="0"/>
              <a:t>10-  ET IL L’A PRIS AVEC LUI AU PARADIS </a:t>
            </a:r>
          </a:p>
          <a:p>
            <a:endParaRPr lang="fr-FR" smtClean="0"/>
          </a:p>
          <a:p>
            <a:r>
              <a:rPr lang="fr-FR" smtClean="0"/>
              <a:t>11-  SI CE N’EST PAS L’AMOUR L’OCÉAN EST ASSÉCHÉ</a:t>
            </a:r>
          </a:p>
          <a:p>
            <a:r>
              <a:rPr lang="fr-FR" smtClean="0"/>
              <a:t>12-  IL N’Y A PLUS D’ÉTOILE DANS LE CIEL ET LES OISEAUX NE SAVENT PAS VOLER</a:t>
            </a:r>
          </a:p>
          <a:p>
            <a:r>
              <a:rPr lang="fr-FR" smtClean="0"/>
              <a:t>13-  SI CE N’EST PAS DE L’AMOUR ALORS LE CIEL EST UN MYTHE</a:t>
            </a:r>
          </a:p>
          <a:p>
            <a:r>
              <a:rPr lang="fr-FR" smtClean="0"/>
              <a:t>14-  QUI POURRAIT CROIRE À ÇA SI CE N’EST PAS DE L’AMOUR</a:t>
            </a:r>
          </a:p>
          <a:p>
            <a:endParaRPr lang="fr-FR" smtClean="0"/>
          </a:p>
          <a:p>
            <a:r>
              <a:rPr lang="fr-FR" smtClean="0"/>
              <a:t>15-  SI CE N’EST PAS DE L’AMOUR  X2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A LAISSÉ LA SPLENDEUR DU CIEL CONNAISSANT SON DESTIN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TOUT SEUL SUR LE MONT DE GOLGOTHA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LÀ IL A DONNÉ SA VIE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SI CE N’EST PAS L’AMOUR L’OCÉAN EST ASSÉCHÉ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IL N’Y A PLUS D’ÉTOILE DANS LE CIEL ET LES OISEAUX NE SAVENT PAS VOLER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SI CE N’EST PAS DE L’AMOUR ALORS LE CIEL EST UN MYTHE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QUI POURRAIT CROIRE À ÇA SI CE N’EST PAS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MÊME DANS LA MORT IL S’EST RAPPELÉ DU VOLEUR CRUCIFIÉ PRÈS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IL A PARLÉ AVEC AMOUR ET COMPASSION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IL L’A PRIS AVEC LUI AU PARADIS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SI CE N’EST PAS L’AMOUR L’OCÉAN EST ASSÉCHÉ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N’Y A PLUS D’ÉTOILE DANS LE CIEL ET LES OISEAUX NE SAVENT PAS VOLER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SI CE N’EST PAS DE L’AMOUR ALORS LE CIEL EST UN MYTHE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POURRAIT CROIRE À ÇA SI CE N’EST PAS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CE N’EST PAS DE L’AMOUR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LAISSÉ LA SPLENDEUR DU CIEL CONNAISSANT SON DESTIN </a:t>
            </a:r>
          </a:p>
          <a:p>
            <a:r>
              <a:rPr lang="fr-FR" smtClean="0"/>
              <a:t>2-  ET TOUT SEUL SUR LE MONT DE GOLGOTHA</a:t>
            </a:r>
          </a:p>
          <a:p>
            <a:r>
              <a:rPr lang="fr-FR" smtClean="0"/>
              <a:t>3-  LÀ IL A DONNÉ SA VIE POUR MOI</a:t>
            </a:r>
          </a:p>
          <a:p>
            <a:endParaRPr lang="fr-FR" smtClean="0"/>
          </a:p>
          <a:p>
            <a:r>
              <a:rPr lang="fr-FR" smtClean="0"/>
              <a:t>	4-  SI CE N’EST PAS L’AMOUR L’OCÉAN EST ASSÉCHÉ</a:t>
            </a:r>
          </a:p>
          <a:p>
            <a:r>
              <a:rPr lang="fr-FR" smtClean="0"/>
              <a:t>	5-  IL N’Y A PLUS D’ÉTOILE DANS LE CIEL ET LES OISEAUX NE SAVENT PAS VOLER</a:t>
            </a:r>
          </a:p>
          <a:p>
            <a:r>
              <a:rPr lang="fr-FR" smtClean="0"/>
              <a:t>	6-  SI CE N’EST PAS DE L’AMOUR ALORS LE CIEL EST UN MYTHE</a:t>
            </a:r>
          </a:p>
          <a:p>
            <a:r>
              <a:rPr lang="fr-FR" smtClean="0"/>
              <a:t>	7-  QUI POURRAIT CROIRE À ÇA SI CE N’EST PAS DE L’AMOUR</a:t>
            </a:r>
          </a:p>
          <a:p>
            <a:endParaRPr lang="fr-FR" smtClean="0"/>
          </a:p>
          <a:p>
            <a:r>
              <a:rPr lang="fr-FR" smtClean="0"/>
              <a:t>8-  MÊME DANS LA MORT IL S’EST RAPPELÉ DU VOLEUR CRUCIFIÉ PRÈS DE LUI</a:t>
            </a:r>
          </a:p>
          <a:p>
            <a:r>
              <a:rPr lang="fr-FR" smtClean="0"/>
              <a:t>9-  IL A PARLÉ AVEC AMOUR ET COMPASSION</a:t>
            </a:r>
          </a:p>
          <a:p>
            <a:r>
              <a:rPr lang="fr-FR" smtClean="0"/>
              <a:t>10-  ET IL L’A PRIS AVEC LUI AU PARADIS </a:t>
            </a:r>
          </a:p>
          <a:p>
            <a:endParaRPr lang="fr-FR" smtClean="0"/>
          </a:p>
          <a:p>
            <a:r>
              <a:rPr lang="fr-FR" smtClean="0"/>
              <a:t>11-  SI CE N’EST PAS L’AMOUR L’OCÉAN EST ASSÉCHÉ</a:t>
            </a:r>
          </a:p>
          <a:p>
            <a:r>
              <a:rPr lang="fr-FR" smtClean="0"/>
              <a:t>12-  IL N’Y A PLUS D’ÉTOILE DANS LE CIEL ET LES OISEAUX NE SAVENT PAS VOLER</a:t>
            </a:r>
          </a:p>
          <a:p>
            <a:r>
              <a:rPr lang="fr-FR" smtClean="0"/>
              <a:t>13-  SI CE N’EST PAS DE L’AMOUR ALORS LE CIEL EST UN MYTHE</a:t>
            </a:r>
          </a:p>
          <a:p>
            <a:r>
              <a:rPr lang="fr-FR" smtClean="0"/>
              <a:t>14-  QUI POURRAIT CROIRE À ÇA SI CE N’EST PAS DE L’AMOUR</a:t>
            </a:r>
          </a:p>
          <a:p>
            <a:endParaRPr lang="fr-FR" smtClean="0"/>
          </a:p>
          <a:p>
            <a:r>
              <a:rPr lang="fr-FR" smtClean="0"/>
              <a:t>15-  SI CE N’EST PAS DE L’AMOUR  X2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A LAISSÉ LA SPLENDEUR DU CIEL CONNAISSANT SON DESTIN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TOUT SEUL SUR LE MONT DE GOLGOTHA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LÀ IL A DONNÉ SA VIE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SI CE N’EST PAS L’AMOUR L’OCÉAN EST ASSÉCHÉ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IL N’Y A PLUS D’ÉTOILE DANS LE CIEL ET LES OISEAUX NE SAVENT PAS VOLER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SI CE N’EST PAS DE L’AMOUR ALORS LE CIEL EST UN MYTHE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QUI POURRAIT CROIRE À ÇA SI CE N’EST PAS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MÊME DANS LA MORT IL S’EST RAPPELÉ DU VOLEUR CRUCIFIÉ PRÈS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IL A PARLÉ AVEC AMOUR ET COMPASSION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IL L’A PRIS AVEC LUI AU PARADIS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SI CE N’EST PAS L’AMOUR L’OCÉAN EST ASSÉCHÉ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N’Y A PLUS D’ÉTOILE DANS LE CIEL ET LES OISEAUX NE SAVENT PAS VOLER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SI CE N’EST PAS DE L’AMOUR ALORS LE CIEL EST UN MYTHE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POURRAIT CROIRE À ÇA SI CE N’EST PAS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CE N’EST PAS DE L’AMOUR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LAISSÉ LA SPLENDEUR DU CIEL CONNAISSANT SON DESTIN </a:t>
            </a:r>
          </a:p>
          <a:p>
            <a:r>
              <a:rPr lang="fr-FR" smtClean="0"/>
              <a:t>2-  ET TOUT SEUL SUR LE MONT DE GOLGOTHA</a:t>
            </a:r>
          </a:p>
          <a:p>
            <a:r>
              <a:rPr lang="fr-FR" smtClean="0"/>
              <a:t>3-  LÀ IL A DONNÉ SA VIE POUR MOI</a:t>
            </a:r>
          </a:p>
          <a:p>
            <a:endParaRPr lang="fr-FR" smtClean="0"/>
          </a:p>
          <a:p>
            <a:r>
              <a:rPr lang="fr-FR" smtClean="0"/>
              <a:t>	4-  SI CE N’EST PAS L’AMOUR L’OCÉAN EST ASSÉCHÉ</a:t>
            </a:r>
          </a:p>
          <a:p>
            <a:r>
              <a:rPr lang="fr-FR" smtClean="0"/>
              <a:t>	5-  IL N’Y A PLUS D’ÉTOILE DANS LE CIEL ET LES OISEAUX NE SAVENT PAS VOLER</a:t>
            </a:r>
          </a:p>
          <a:p>
            <a:r>
              <a:rPr lang="fr-FR" smtClean="0"/>
              <a:t>	6-  SI CE N’EST PAS DE L’AMOUR ALORS LE CIEL EST UN MYTHE</a:t>
            </a:r>
          </a:p>
          <a:p>
            <a:r>
              <a:rPr lang="fr-FR" smtClean="0"/>
              <a:t>	7-  QUI POURRAIT CROIRE À ÇA SI CE N’EST PAS DE L’AMOUR</a:t>
            </a:r>
          </a:p>
          <a:p>
            <a:endParaRPr lang="fr-FR" smtClean="0"/>
          </a:p>
          <a:p>
            <a:r>
              <a:rPr lang="fr-FR" smtClean="0"/>
              <a:t>8-  MÊME DANS LA MORT IL S’EST RAPPELÉ DU VOLEUR CRUCIFIÉ PRÈS DE LUI</a:t>
            </a:r>
          </a:p>
          <a:p>
            <a:r>
              <a:rPr lang="fr-FR" smtClean="0"/>
              <a:t>9-  IL A PARLÉ AVEC AMOUR ET COMPASSION</a:t>
            </a:r>
          </a:p>
          <a:p>
            <a:r>
              <a:rPr lang="fr-FR" smtClean="0"/>
              <a:t>10-  ET IL L’A PRIS AVEC LUI AU PARADIS </a:t>
            </a:r>
          </a:p>
          <a:p>
            <a:endParaRPr lang="fr-FR" smtClean="0"/>
          </a:p>
          <a:p>
            <a:r>
              <a:rPr lang="fr-FR" smtClean="0"/>
              <a:t>11-  SI CE N’EST PAS L’AMOUR L’OCÉAN EST ASSÉCHÉ</a:t>
            </a:r>
          </a:p>
          <a:p>
            <a:r>
              <a:rPr lang="fr-FR" smtClean="0"/>
              <a:t>12-  IL N’Y A PLUS D’ÉTOILE DANS LE CIEL ET LES OISEAUX NE SAVENT PAS VOLER</a:t>
            </a:r>
          </a:p>
          <a:p>
            <a:r>
              <a:rPr lang="fr-FR" smtClean="0"/>
              <a:t>13-  SI CE N’EST PAS DE L’AMOUR ALORS LE CIEL EST UN MYTHE</a:t>
            </a:r>
          </a:p>
          <a:p>
            <a:r>
              <a:rPr lang="fr-FR" smtClean="0"/>
              <a:t>14-  QUI POURRAIT CROIRE À ÇA SI CE N’EST PAS DE L’AMOUR</a:t>
            </a:r>
          </a:p>
          <a:p>
            <a:endParaRPr lang="fr-FR" smtClean="0"/>
          </a:p>
          <a:p>
            <a:r>
              <a:rPr lang="fr-FR" smtClean="0"/>
              <a:t>15-  SI CE N’EST PAS DE L’AMOUR  X2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A LAISSÉ LA SPLENDEUR DU CIEL CONNAISSANT SON DESTIN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TOUT SEUL SUR LE MONT DE GOLGOTHA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LÀ IL A DONNÉ SA VIE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SI CE N’EST PAS L’AMOUR L’OCÉAN EST ASSÉCHÉ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IL N’Y A PLUS D’ÉTOILE DANS LE CIEL ET LES OISEAUX NE SAVENT PAS VOLER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SI CE N’EST PAS DE L’AMOUR ALORS LE CIEL EST UN MYTHE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QUI POURRAIT CROIRE À ÇA SI CE N’EST PAS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MÊME DANS LA MORT IL S’EST RAPPELÉ DU VOLEUR CRUCIFIÉ PRÈS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IL A PARLÉ AVEC AMOUR ET COMPASSION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IL L’A PRIS AVEC LUI AU PARADIS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SI CE N’EST PAS L’AMOUR L’OCÉAN EST ASSÉCHÉ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N’Y A PLUS D’ÉTOILE DANS LE CIEL ET LES OISEAUX NE SAVENT PAS VOLER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SI CE N’EST PAS DE L’AMOUR ALORS LE CIEL EST UN MYTHE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POURRAIT CROIRE À ÇA SI CE N’EST PAS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CE N’EST PAS DE L’AMOUR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LAISSÉ LA SPLENDEUR DU CIEL CONNAISSANT SON DESTIN </a:t>
            </a:r>
          </a:p>
          <a:p>
            <a:r>
              <a:rPr lang="fr-FR" smtClean="0"/>
              <a:t>2-  ET TOUT SEUL SUR LE MONT DE GOLGOTHA</a:t>
            </a:r>
          </a:p>
          <a:p>
            <a:r>
              <a:rPr lang="fr-FR" smtClean="0"/>
              <a:t>3-  LÀ IL A DONNÉ SA VIE POUR MOI</a:t>
            </a:r>
          </a:p>
          <a:p>
            <a:endParaRPr lang="fr-FR" smtClean="0"/>
          </a:p>
          <a:p>
            <a:r>
              <a:rPr lang="fr-FR" smtClean="0"/>
              <a:t>	4-  SI CE N’EST PAS L’AMOUR L’OCÉAN EST ASSÉCHÉ</a:t>
            </a:r>
          </a:p>
          <a:p>
            <a:r>
              <a:rPr lang="fr-FR" smtClean="0"/>
              <a:t>	5-  IL N’Y A PLUS D’ÉTOILE DANS LE CIEL ET LES OISEAUX NE SAVENT PAS VOLER</a:t>
            </a:r>
          </a:p>
          <a:p>
            <a:r>
              <a:rPr lang="fr-FR" smtClean="0"/>
              <a:t>	6-  SI CE N’EST PAS DE L’AMOUR ALORS LE CIEL EST UN MYTHE</a:t>
            </a:r>
          </a:p>
          <a:p>
            <a:r>
              <a:rPr lang="fr-FR" smtClean="0"/>
              <a:t>	7-  QUI POURRAIT CROIRE À ÇA SI CE N’EST PAS DE L’AMOUR</a:t>
            </a:r>
          </a:p>
          <a:p>
            <a:endParaRPr lang="fr-FR" smtClean="0"/>
          </a:p>
          <a:p>
            <a:r>
              <a:rPr lang="fr-FR" smtClean="0"/>
              <a:t>8-  MÊME DANS LA MORT IL S’EST RAPPELÉ DU VOLEUR CRUCIFIÉ PRÈS DE LUI</a:t>
            </a:r>
          </a:p>
          <a:p>
            <a:r>
              <a:rPr lang="fr-FR" smtClean="0"/>
              <a:t>9-  IL A PARLÉ AVEC AMOUR ET COMPASSION</a:t>
            </a:r>
          </a:p>
          <a:p>
            <a:r>
              <a:rPr lang="fr-FR" smtClean="0"/>
              <a:t>10-  ET IL L’A PRIS AVEC LUI AU PARADIS </a:t>
            </a:r>
          </a:p>
          <a:p>
            <a:endParaRPr lang="fr-FR" smtClean="0"/>
          </a:p>
          <a:p>
            <a:r>
              <a:rPr lang="fr-FR" smtClean="0"/>
              <a:t>11-  SI CE N’EST PAS L’AMOUR L’OCÉAN EST ASSÉCHÉ</a:t>
            </a:r>
          </a:p>
          <a:p>
            <a:r>
              <a:rPr lang="fr-FR" smtClean="0"/>
              <a:t>12-  IL N’Y A PLUS D’ÉTOILE DANS LE CIEL ET LES OISEAUX NE SAVENT PAS VOLER</a:t>
            </a:r>
          </a:p>
          <a:p>
            <a:r>
              <a:rPr lang="fr-FR" smtClean="0"/>
              <a:t>13-  SI CE N’EST PAS DE L’AMOUR ALORS LE CIEL EST UN MYTHE</a:t>
            </a:r>
          </a:p>
          <a:p>
            <a:r>
              <a:rPr lang="fr-FR" smtClean="0"/>
              <a:t>14-  QUI POURRAIT CROIRE À ÇA SI CE N’EST PAS DE L’AMOUR</a:t>
            </a:r>
          </a:p>
          <a:p>
            <a:endParaRPr lang="fr-FR" smtClean="0"/>
          </a:p>
          <a:p>
            <a:r>
              <a:rPr lang="fr-FR" smtClean="0"/>
              <a:t>15-  SI CE N’EST PAS DE L’AMOUR  X2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A LAISSÉ LA SPLENDEUR DU CIEL CONNAISSANT SON DESTIN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TOUT SEUL SUR LE MONT DE GOLGOTHA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LÀ IL A DONNÉ SA VIE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SI CE N’EST PAS L’AMOUR L’OCÉAN EST ASSÉCHÉ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IL N’Y A PLUS D’ÉTOILE DANS LE CIEL ET LES OISEAUX NE SAVENT PAS VOLER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SI CE N’EST PAS DE L’AMOUR ALORS LE CIEL EST UN MYTHE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QUI POURRAIT CROIRE À ÇA SI CE N’EST PAS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MÊME DANS LA MORT IL S’EST RAPPELÉ DU VOLEUR CRUCIFIÉ PRÈS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IL A PARLÉ AVEC AMOUR ET COMPASSION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IL L’A PRIS AVEC LUI AU PARADIS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SI CE N’EST PAS L’AMOUR L’OCÉAN EST ASSÉCHÉ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N’Y A PLUS D’ÉTOILE DANS LE CIEL ET LES OISEAUX NE SAVENT PAS VOLER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SI CE N’EST PAS DE L’AMOUR ALORS LE CIEL EST UN MYTHE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POURRAIT CROIRE À ÇA SI CE N’EST PAS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CE N’EST PAS DE L’AMOUR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LAISSÉ LA SPLENDEUR DU CIEL CONNAISSANT SON DESTIN </a:t>
            </a:r>
          </a:p>
          <a:p>
            <a:r>
              <a:rPr lang="fr-FR" smtClean="0"/>
              <a:t>2-  ET TOUT SEUL SUR LE MONT DE GOLGOTHA</a:t>
            </a:r>
          </a:p>
          <a:p>
            <a:r>
              <a:rPr lang="fr-FR" smtClean="0"/>
              <a:t>3-  LÀ IL A DONNÉ SA VIE POUR MOI</a:t>
            </a:r>
          </a:p>
          <a:p>
            <a:endParaRPr lang="fr-FR" smtClean="0"/>
          </a:p>
          <a:p>
            <a:r>
              <a:rPr lang="fr-FR" smtClean="0"/>
              <a:t>	4-  SI CE N’EST PAS L’AMOUR L’OCÉAN EST ASSÉCHÉ</a:t>
            </a:r>
          </a:p>
          <a:p>
            <a:r>
              <a:rPr lang="fr-FR" smtClean="0"/>
              <a:t>	5-  IL N’Y A PLUS D’ÉTOILE DANS LE CIEL ET LES OISEAUX NE SAVENT PAS VOLER</a:t>
            </a:r>
          </a:p>
          <a:p>
            <a:r>
              <a:rPr lang="fr-FR" smtClean="0"/>
              <a:t>	6-  SI CE N’EST PAS DE L’AMOUR ALORS LE CIEL EST UN MYTHE</a:t>
            </a:r>
          </a:p>
          <a:p>
            <a:r>
              <a:rPr lang="fr-FR" smtClean="0"/>
              <a:t>	7-  QUI POURRAIT CROIRE À ÇA SI CE N’EST PAS DE L’AMOUR</a:t>
            </a:r>
          </a:p>
          <a:p>
            <a:endParaRPr lang="fr-FR" smtClean="0"/>
          </a:p>
          <a:p>
            <a:r>
              <a:rPr lang="fr-FR" smtClean="0"/>
              <a:t>8-  MÊME DANS LA MORT IL S’EST RAPPELÉ DU VOLEUR CRUCIFIÉ PRÈS DE LUI</a:t>
            </a:r>
          </a:p>
          <a:p>
            <a:r>
              <a:rPr lang="fr-FR" smtClean="0"/>
              <a:t>9-  IL A PARLÉ AVEC AMOUR ET COMPASSION</a:t>
            </a:r>
          </a:p>
          <a:p>
            <a:r>
              <a:rPr lang="fr-FR" smtClean="0"/>
              <a:t>10-  ET IL L’A PRIS AVEC LUI AU PARADIS </a:t>
            </a:r>
          </a:p>
          <a:p>
            <a:endParaRPr lang="fr-FR" smtClean="0"/>
          </a:p>
          <a:p>
            <a:r>
              <a:rPr lang="fr-FR" smtClean="0"/>
              <a:t>11-  SI CE N’EST PAS L’AMOUR L’OCÉAN EST ASSÉCHÉ</a:t>
            </a:r>
          </a:p>
          <a:p>
            <a:r>
              <a:rPr lang="fr-FR" smtClean="0"/>
              <a:t>12-  IL N’Y A PLUS D’ÉTOILE DANS LE CIEL ET LES OISEAUX NE SAVENT PAS VOLER</a:t>
            </a:r>
          </a:p>
          <a:p>
            <a:r>
              <a:rPr lang="fr-FR" smtClean="0"/>
              <a:t>13-  SI CE N’EST PAS DE L’AMOUR ALORS LE CIEL EST UN MYTHE</a:t>
            </a:r>
          </a:p>
          <a:p>
            <a:r>
              <a:rPr lang="fr-FR" smtClean="0"/>
              <a:t>14-  QUI POURRAIT CROIRE À ÇA SI CE N’EST PAS DE L’AMOUR</a:t>
            </a:r>
          </a:p>
          <a:p>
            <a:endParaRPr lang="fr-FR" smtClean="0"/>
          </a:p>
          <a:p>
            <a:r>
              <a:rPr lang="fr-FR" smtClean="0"/>
              <a:t>15-  SI CE N’EST PAS DE L’AMOUR  X2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A LAISSÉ LA SPLENDEUR DU CIEL CONNAISSANT SON DESTIN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TOUT SEUL SUR LE MONT DE GOLGOTHA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LÀ IL A DONNÉ SA VIE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SI CE N’EST PAS L’AMOUR L’OCÉAN EST ASSÉCHÉ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IL N’Y A PLUS D’ÉTOILE DANS LE CIEL ET LES OISEAUX NE SAVENT PAS VOLER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SI CE N’EST PAS DE L’AMOUR ALORS LE CIEL EST UN MYTHE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QUI POURRAIT CROIRE À ÇA SI CE N’EST PAS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MÊME DANS LA MORT IL S’EST RAPPELÉ DU VOLEUR CRUCIFIÉ PRÈS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IL A PARLÉ AVEC AMOUR ET COMPASSION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IL L’A PRIS AVEC LUI AU PARADIS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SI CE N’EST PAS L’AMOUR L’OCÉAN EST ASSÉCHÉ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N’Y A PLUS D’ÉTOILE DANS LE CIEL ET LES OISEAUX NE SAVENT PAS VOLER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SI CE N’EST PAS DE L’AMOUR ALORS LE CIEL EST UN MYTHE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POURRAIT CROIRE À ÇA SI CE N’EST PAS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CE N’EST PAS DE L’AMOUR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LAISSÉ LA SPLENDEUR DU CIEL CONNAISSANT SON DESTIN </a:t>
            </a:r>
          </a:p>
          <a:p>
            <a:r>
              <a:rPr lang="fr-FR" smtClean="0"/>
              <a:t>2-  ET TOUT SEUL SUR LE MONT DE GOLGOTHA</a:t>
            </a:r>
          </a:p>
          <a:p>
            <a:r>
              <a:rPr lang="fr-FR" smtClean="0"/>
              <a:t>3-  LÀ IL A DONNÉ SA VIE POUR MOI</a:t>
            </a:r>
          </a:p>
          <a:p>
            <a:endParaRPr lang="fr-FR" smtClean="0"/>
          </a:p>
          <a:p>
            <a:r>
              <a:rPr lang="fr-FR" smtClean="0"/>
              <a:t>	4-  SI CE N’EST PAS L’AMOUR L’OCÉAN EST ASSÉCHÉ</a:t>
            </a:r>
          </a:p>
          <a:p>
            <a:r>
              <a:rPr lang="fr-FR" smtClean="0"/>
              <a:t>	5-  IL N’Y A PLUS D’ÉTOILE DANS LE CIEL ET LES OISEAUX NE SAVENT PAS VOLER</a:t>
            </a:r>
          </a:p>
          <a:p>
            <a:r>
              <a:rPr lang="fr-FR" smtClean="0"/>
              <a:t>	6-  SI CE N’EST PAS DE L’AMOUR ALORS LE CIEL EST UN MYTHE</a:t>
            </a:r>
          </a:p>
          <a:p>
            <a:r>
              <a:rPr lang="fr-FR" smtClean="0"/>
              <a:t>	7-  QUI POURRAIT CROIRE À ÇA SI CE N’EST PAS DE L’AMOUR</a:t>
            </a:r>
          </a:p>
          <a:p>
            <a:endParaRPr lang="fr-FR" smtClean="0"/>
          </a:p>
          <a:p>
            <a:r>
              <a:rPr lang="fr-FR" smtClean="0"/>
              <a:t>8-  MÊME DANS LA MORT IL S’EST RAPPELÉ DU VOLEUR CRUCIFIÉ PRÈS DE LUI</a:t>
            </a:r>
          </a:p>
          <a:p>
            <a:r>
              <a:rPr lang="fr-FR" smtClean="0"/>
              <a:t>9-  IL A PARLÉ AVEC AMOUR ET COMPASSION</a:t>
            </a:r>
          </a:p>
          <a:p>
            <a:r>
              <a:rPr lang="fr-FR" smtClean="0"/>
              <a:t>10-  ET IL L’A PRIS AVEC LUI AU PARADIS </a:t>
            </a:r>
          </a:p>
          <a:p>
            <a:endParaRPr lang="fr-FR" smtClean="0"/>
          </a:p>
          <a:p>
            <a:r>
              <a:rPr lang="fr-FR" smtClean="0"/>
              <a:t>11-  SI CE N’EST PAS L’AMOUR L’OCÉAN EST ASSÉCHÉ</a:t>
            </a:r>
          </a:p>
          <a:p>
            <a:r>
              <a:rPr lang="fr-FR" smtClean="0"/>
              <a:t>12-  IL N’Y A PLUS D’ÉTOILE DANS LE CIEL ET LES OISEAUX NE SAVENT PAS VOLER</a:t>
            </a:r>
          </a:p>
          <a:p>
            <a:r>
              <a:rPr lang="fr-FR" smtClean="0"/>
              <a:t>13-  SI CE N’EST PAS DE L’AMOUR ALORS LE CIEL EST UN MYTHE</a:t>
            </a:r>
          </a:p>
          <a:p>
            <a:r>
              <a:rPr lang="fr-FR" smtClean="0"/>
              <a:t>14-  QUI POURRAIT CROIRE À ÇA SI CE N’EST PAS DE L’AMOUR</a:t>
            </a:r>
          </a:p>
          <a:p>
            <a:endParaRPr lang="fr-FR" smtClean="0"/>
          </a:p>
          <a:p>
            <a:r>
              <a:rPr lang="fr-FR" smtClean="0"/>
              <a:t>15-  SI CE N’EST PAS DE L’AMOUR  X2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A LAISSÉ LA SPLENDEUR DU CIEL CONNAISSANT SON DESTIN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TOUT SEUL SUR LE MONT DE GOLGOTHA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LÀ IL A DONNÉ SA VIE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SI CE N’EST PAS L’AMOUR L’OCÉAN EST ASSÉCHÉ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IL N’Y A PLUS D’ÉTOILE DANS LE CIEL ET LES OISEAUX NE SAVENT PAS VOLER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SI CE N’EST PAS DE L’AMOUR ALORS LE CIEL EST UN MYTHE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QUI POURRAIT CROIRE À ÇA SI CE N’EST PAS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MÊME DANS LA MORT IL S’EST RAPPELÉ DU VOLEUR CRUCIFIÉ PRÈS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IL A PARLÉ AVEC AMOUR ET COMPASSION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IL L’A PRIS AVEC LUI AU PARADIS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SI CE N’EST PAS L’AMOUR L’OCÉAN EST ASSÉCHÉ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N’Y A PLUS D’ÉTOILE DANS LE CIEL ET LES OISEAUX NE SAVENT PAS VOLER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SI CE N’EST PAS DE L’AMOUR ALORS LE CIEL EST UN MYTHE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POURRAIT CROIRE À ÇA SI CE N’EST PAS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CE N’EST PAS DE L’AMOUR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LAISSÉ LA SPLENDEUR DU CIEL CONNAISSANT SON DESTIN </a:t>
            </a:r>
          </a:p>
          <a:p>
            <a:r>
              <a:rPr lang="fr-FR" smtClean="0"/>
              <a:t>2-  ET TOUT SEUL SUR LE MONT DE GOLGOTHA</a:t>
            </a:r>
          </a:p>
          <a:p>
            <a:r>
              <a:rPr lang="fr-FR" smtClean="0"/>
              <a:t>3-  LÀ IL A DONNÉ SA VIE POUR MOI</a:t>
            </a:r>
          </a:p>
          <a:p>
            <a:endParaRPr lang="fr-FR" smtClean="0"/>
          </a:p>
          <a:p>
            <a:r>
              <a:rPr lang="fr-FR" smtClean="0"/>
              <a:t>	4-  SI CE N’EST PAS L’AMOUR L’OCÉAN EST ASSÉCHÉ</a:t>
            </a:r>
          </a:p>
          <a:p>
            <a:r>
              <a:rPr lang="fr-FR" smtClean="0"/>
              <a:t>	5-  IL N’Y A PLUS D’ÉTOILE DANS LE CIEL ET LES OISEAUX NE SAVENT PAS VOLER</a:t>
            </a:r>
          </a:p>
          <a:p>
            <a:r>
              <a:rPr lang="fr-FR" smtClean="0"/>
              <a:t>	6-  SI CE N’EST PAS DE L’AMOUR ALORS LE CIEL EST UN MYTHE</a:t>
            </a:r>
          </a:p>
          <a:p>
            <a:r>
              <a:rPr lang="fr-FR" smtClean="0"/>
              <a:t>	7-  QUI POURRAIT CROIRE À ÇA SI CE N’EST PAS DE L’AMOUR</a:t>
            </a:r>
          </a:p>
          <a:p>
            <a:endParaRPr lang="fr-FR" smtClean="0"/>
          </a:p>
          <a:p>
            <a:r>
              <a:rPr lang="fr-FR" smtClean="0"/>
              <a:t>8-  MÊME DANS LA MORT IL S’EST RAPPELÉ DU VOLEUR CRUCIFIÉ PRÈS DE LUI</a:t>
            </a:r>
          </a:p>
          <a:p>
            <a:r>
              <a:rPr lang="fr-FR" smtClean="0"/>
              <a:t>9-  IL A PARLÉ AVEC AMOUR ET COMPASSION</a:t>
            </a:r>
          </a:p>
          <a:p>
            <a:r>
              <a:rPr lang="fr-FR" smtClean="0"/>
              <a:t>10-  ET IL L’A PRIS AVEC LUI AU PARADIS </a:t>
            </a:r>
          </a:p>
          <a:p>
            <a:endParaRPr lang="fr-FR" smtClean="0"/>
          </a:p>
          <a:p>
            <a:r>
              <a:rPr lang="fr-FR" smtClean="0"/>
              <a:t>11-  SI CE N’EST PAS L’AMOUR L’OCÉAN EST ASSÉCHÉ</a:t>
            </a:r>
          </a:p>
          <a:p>
            <a:r>
              <a:rPr lang="fr-FR" smtClean="0"/>
              <a:t>12-  IL N’Y A PLUS D’ÉTOILE DANS LE CIEL ET LES OISEAUX NE SAVENT PAS VOLER</a:t>
            </a:r>
          </a:p>
          <a:p>
            <a:r>
              <a:rPr lang="fr-FR" smtClean="0"/>
              <a:t>13-  SI CE N’EST PAS DE L’AMOUR ALORS LE CIEL EST UN MYTHE</a:t>
            </a:r>
          </a:p>
          <a:p>
            <a:r>
              <a:rPr lang="fr-FR" smtClean="0"/>
              <a:t>14-  QUI POURRAIT CROIRE À ÇA SI CE N’EST PAS DE L’AMOUR</a:t>
            </a:r>
          </a:p>
          <a:p>
            <a:endParaRPr lang="fr-FR" smtClean="0"/>
          </a:p>
          <a:p>
            <a:r>
              <a:rPr lang="fr-FR" smtClean="0"/>
              <a:t>15-  SI CE N’EST PAS DE L’AMOUR  X2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A LAISSÉ LA SPLENDEUR DU CIEL CONNAISSANT SON DESTIN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TOUT SEUL SUR LE MONT DE GOLGOTHA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LÀ IL A DONNÉ SA VIE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SI CE N’EST PAS L’AMOUR L’OCÉAN EST ASSÉCHÉ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IL N’Y A PLUS D’ÉTOILE DANS LE CIEL ET LES OISEAUX NE SAVENT PAS VOLER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SI CE N’EST PAS DE L’AMOUR ALORS LE CIEL EST UN MYTHE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QUI POURRAIT CROIRE À ÇA SI CE N’EST PAS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MÊME DANS LA MORT IL S’EST RAPPELÉ DU VOLEUR CRUCIFIÉ PRÈS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IL A PARLÉ AVEC AMOUR ET COMPASSION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IL L’A PRIS AVEC LUI AU PARADIS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SI CE N’EST PAS L’AMOUR L’OCÉAN EST ASSÉCHÉ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N’Y A PLUS D’ÉTOILE DANS LE CIEL ET LES OISEAUX NE SAVENT PAS VOLER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SI CE N’EST PAS DE L’AMOUR ALORS LE CIEL EST UN MYTHE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POURRAIT CROIRE À ÇA SI CE N’EST PAS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CE N’EST PAS DE L’AMOUR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LAISSÉ LA SPLENDEUR DU CIEL CONNAISSANT SON DESTIN </a:t>
            </a:r>
          </a:p>
          <a:p>
            <a:r>
              <a:rPr lang="fr-FR" smtClean="0"/>
              <a:t>2-  ET TOUT SEUL SUR LE MONT DE GOLGOTHA</a:t>
            </a:r>
          </a:p>
          <a:p>
            <a:r>
              <a:rPr lang="fr-FR" smtClean="0"/>
              <a:t>3-  LÀ IL A DONNÉ SA VIE POUR MOI</a:t>
            </a:r>
          </a:p>
          <a:p>
            <a:endParaRPr lang="fr-FR" smtClean="0"/>
          </a:p>
          <a:p>
            <a:r>
              <a:rPr lang="fr-FR" smtClean="0"/>
              <a:t>	4-  SI CE N’EST PAS L’AMOUR L’OCÉAN EST ASSÉCHÉ</a:t>
            </a:r>
          </a:p>
          <a:p>
            <a:r>
              <a:rPr lang="fr-FR" smtClean="0"/>
              <a:t>	5-  IL N’Y A PLUS D’ÉTOILE DANS LE CIEL ET LES OISEAUX NE SAVENT PAS VOLER</a:t>
            </a:r>
          </a:p>
          <a:p>
            <a:r>
              <a:rPr lang="fr-FR" smtClean="0"/>
              <a:t>	6-  SI CE N’EST PAS DE L’AMOUR ALORS LE CIEL EST UN MYTHE</a:t>
            </a:r>
          </a:p>
          <a:p>
            <a:r>
              <a:rPr lang="fr-FR" smtClean="0"/>
              <a:t>	7-  QUI POURRAIT CROIRE À ÇA SI CE N’EST PAS DE L’AMOUR</a:t>
            </a:r>
          </a:p>
          <a:p>
            <a:endParaRPr lang="fr-FR" smtClean="0"/>
          </a:p>
          <a:p>
            <a:r>
              <a:rPr lang="fr-FR" smtClean="0"/>
              <a:t>8-  MÊME DANS LA MORT IL S’EST RAPPELÉ DU VOLEUR CRUCIFIÉ PRÈS DE LUI</a:t>
            </a:r>
          </a:p>
          <a:p>
            <a:r>
              <a:rPr lang="fr-FR" smtClean="0"/>
              <a:t>9-  IL A PARLÉ AVEC AMOUR ET COMPASSION</a:t>
            </a:r>
          </a:p>
          <a:p>
            <a:r>
              <a:rPr lang="fr-FR" smtClean="0"/>
              <a:t>10-  ET IL L’A PRIS AVEC LUI AU PARADIS </a:t>
            </a:r>
          </a:p>
          <a:p>
            <a:endParaRPr lang="fr-FR" smtClean="0"/>
          </a:p>
          <a:p>
            <a:r>
              <a:rPr lang="fr-FR" smtClean="0"/>
              <a:t>11-  SI CE N’EST PAS L’AMOUR L’OCÉAN EST ASSÉCHÉ</a:t>
            </a:r>
          </a:p>
          <a:p>
            <a:r>
              <a:rPr lang="fr-FR" smtClean="0"/>
              <a:t>12-  IL N’Y A PLUS D’ÉTOILE DANS LE CIEL ET LES OISEAUX NE SAVENT PAS VOLER</a:t>
            </a:r>
          </a:p>
          <a:p>
            <a:r>
              <a:rPr lang="fr-FR" smtClean="0"/>
              <a:t>13-  SI CE N’EST PAS DE L’AMOUR ALORS LE CIEL EST UN MYTHE</a:t>
            </a:r>
          </a:p>
          <a:p>
            <a:r>
              <a:rPr lang="fr-FR" smtClean="0"/>
              <a:t>14-  QUI POURRAIT CROIRE À ÇA SI CE N’EST PAS DE L’AMOUR</a:t>
            </a:r>
          </a:p>
          <a:p>
            <a:endParaRPr lang="fr-FR" smtClean="0"/>
          </a:p>
          <a:p>
            <a:r>
              <a:rPr lang="fr-FR" smtClean="0"/>
              <a:t>15-  SI CE N’EST PAS DE L’AMOUR  X2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A LAISSÉ LA SPLENDEUR DU CIEL CONNAISSANT SON DESTIN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TOUT SEUL SUR LE MONT DE GOLGOTHA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LÀ IL A DONNÉ SA VIE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SI CE N’EST PAS L’AMOUR L’OCÉAN EST ASSÉCHÉ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IL N’Y A PLUS D’ÉTOILE DANS LE CIEL ET LES OISEAUX NE SAVENT PAS VOLER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SI CE N’EST PAS DE L’AMOUR ALORS LE CIEL EST UN MYTHE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QUI POURRAIT CROIRE À ÇA SI CE N’EST PAS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MÊME DANS LA MORT IL S’EST RAPPELÉ DU VOLEUR CRUCIFIÉ PRÈS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IL A PARLÉ AVEC AMOUR ET COMPASSION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IL L’A PRIS AVEC LUI AU PARADIS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SI CE N’EST PAS L’AMOUR L’OCÉAN EST ASSÉCHÉ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N’Y A PLUS D’ÉTOILE DANS LE CIEL ET LES OISEAUX NE SAVENT PAS VOLER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SI CE N’EST PAS DE L’AMOUR ALORS LE CIEL EST UN MYTHE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POURRAIT CROIRE À ÇA SI CE N’EST PAS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CE N’EST PAS DE L’AMOUR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LAISSÉ LA SPLENDEUR DU CIEL CONNAISSANT SON DESTIN </a:t>
            </a:r>
          </a:p>
          <a:p>
            <a:r>
              <a:rPr lang="fr-FR" smtClean="0"/>
              <a:t>2-  ET TOUT SEUL SUR LE MONT DE GOLGOTHA</a:t>
            </a:r>
          </a:p>
          <a:p>
            <a:r>
              <a:rPr lang="fr-FR" smtClean="0"/>
              <a:t>3-  LÀ IL A DONNÉ SA VIE POUR MOI</a:t>
            </a:r>
          </a:p>
          <a:p>
            <a:endParaRPr lang="fr-FR" smtClean="0"/>
          </a:p>
          <a:p>
            <a:r>
              <a:rPr lang="fr-FR" smtClean="0"/>
              <a:t>	4-  SI CE N’EST PAS L’AMOUR L’OCÉAN EST ASSÉCHÉ</a:t>
            </a:r>
          </a:p>
          <a:p>
            <a:r>
              <a:rPr lang="fr-FR" smtClean="0"/>
              <a:t>	5-  IL N’Y A PLUS D’ÉTOILE DANS LE CIEL ET LES OISEAUX NE SAVENT PAS VOLER</a:t>
            </a:r>
          </a:p>
          <a:p>
            <a:r>
              <a:rPr lang="fr-FR" smtClean="0"/>
              <a:t>	6-  SI CE N’EST PAS DE L’AMOUR ALORS LE CIEL EST UN MYTHE</a:t>
            </a:r>
          </a:p>
          <a:p>
            <a:r>
              <a:rPr lang="fr-FR" smtClean="0"/>
              <a:t>	7-  QUI POURRAIT CROIRE À ÇA SI CE N’EST PAS DE L’AMOUR</a:t>
            </a:r>
          </a:p>
          <a:p>
            <a:endParaRPr lang="fr-FR" smtClean="0"/>
          </a:p>
          <a:p>
            <a:r>
              <a:rPr lang="fr-FR" smtClean="0"/>
              <a:t>8-  MÊME DANS LA MORT IL S’EST RAPPELÉ DU VOLEUR CRUCIFIÉ PRÈS DE LUI</a:t>
            </a:r>
          </a:p>
          <a:p>
            <a:r>
              <a:rPr lang="fr-FR" smtClean="0"/>
              <a:t>9-  IL A PARLÉ AVEC AMOUR ET COMPASSION</a:t>
            </a:r>
          </a:p>
          <a:p>
            <a:r>
              <a:rPr lang="fr-FR" smtClean="0"/>
              <a:t>10-  ET IL L’A PRIS AVEC LUI AU PARADIS </a:t>
            </a:r>
          </a:p>
          <a:p>
            <a:endParaRPr lang="fr-FR" smtClean="0"/>
          </a:p>
          <a:p>
            <a:r>
              <a:rPr lang="fr-FR" smtClean="0"/>
              <a:t>11-  SI CE N’EST PAS L’AMOUR L’OCÉAN EST ASSÉCHÉ</a:t>
            </a:r>
          </a:p>
          <a:p>
            <a:r>
              <a:rPr lang="fr-FR" smtClean="0"/>
              <a:t>12-  IL N’Y A PLUS D’ÉTOILE DANS LE CIEL ET LES OISEAUX NE SAVENT PAS VOLER</a:t>
            </a:r>
          </a:p>
          <a:p>
            <a:r>
              <a:rPr lang="fr-FR" smtClean="0"/>
              <a:t>13-  SI CE N’EST PAS DE L’AMOUR ALORS LE CIEL EST UN MYTHE</a:t>
            </a:r>
          </a:p>
          <a:p>
            <a:r>
              <a:rPr lang="fr-FR" smtClean="0"/>
              <a:t>14-  QUI POURRAIT CROIRE À ÇA SI CE N’EST PAS DE L’AMOUR</a:t>
            </a:r>
          </a:p>
          <a:p>
            <a:endParaRPr lang="fr-FR" smtClean="0"/>
          </a:p>
          <a:p>
            <a:r>
              <a:rPr lang="fr-FR" smtClean="0"/>
              <a:t>15-  SI CE N’EST PAS DE L’AMOUR  X2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A LAISSÉ LA SPLENDEUR DU CIEL CONNAISSANT SON DESTIN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TOUT SEUL SUR LE MONT DE GOLGOTHA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LÀ IL A DONNÉ SA VIE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SI CE N’EST PAS L’AMOUR L’OCÉAN EST ASSÉCHÉ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IL N’Y A PLUS D’ÉTOILE DANS LE CIEL ET LES OISEAUX NE SAVENT PAS VOLER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SI CE N’EST PAS DE L’AMOUR ALORS LE CIEL EST UN MYTHE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QUI POURRAIT CROIRE À ÇA SI CE N’EST PAS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MÊME DANS LA MORT IL S’EST RAPPELÉ DU VOLEUR CRUCIFIÉ PRÈS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IL A PARLÉ AVEC AMOUR ET COMPASSION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IL L’A PRIS AVEC LUI AU PARADIS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SI CE N’EST PAS L’AMOUR L’OCÉAN EST ASSÉCHÉ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N’Y A PLUS D’ÉTOILE DANS LE CIEL ET LES OISEAUX NE SAVENT PAS VOLER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SI CE N’EST PAS DE L’AMOUR ALORS LE CIEL EST UN MYTHE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POURRAIT CROIRE À ÇA SI CE N’EST PAS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CE N’EST PAS DE L’AMOUR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LAISSÉ LA SPLENDEUR DU CIEL CONNAISSANT SON DESTIN </a:t>
            </a:r>
          </a:p>
          <a:p>
            <a:r>
              <a:rPr lang="fr-FR" smtClean="0"/>
              <a:t>2-  ET TOUT SEUL SUR LE MONT DE GOLGOTHA</a:t>
            </a:r>
          </a:p>
          <a:p>
            <a:r>
              <a:rPr lang="fr-FR" smtClean="0"/>
              <a:t>3-  LÀ IL A DONNÉ SA VIE POUR MOI</a:t>
            </a:r>
          </a:p>
          <a:p>
            <a:endParaRPr lang="fr-FR" smtClean="0"/>
          </a:p>
          <a:p>
            <a:r>
              <a:rPr lang="fr-FR" smtClean="0"/>
              <a:t>	4-  SI CE N’EST PAS L’AMOUR L’OCÉAN EST ASSÉCHÉ</a:t>
            </a:r>
          </a:p>
          <a:p>
            <a:r>
              <a:rPr lang="fr-FR" smtClean="0"/>
              <a:t>	5-  IL N’Y A PLUS D’ÉTOILE DANS LE CIEL ET LES OISEAUX NE SAVENT PAS VOLER</a:t>
            </a:r>
          </a:p>
          <a:p>
            <a:r>
              <a:rPr lang="fr-FR" smtClean="0"/>
              <a:t>	6-  SI CE N’EST PAS DE L’AMOUR ALORS LE CIEL EST UN MYTHE</a:t>
            </a:r>
          </a:p>
          <a:p>
            <a:r>
              <a:rPr lang="fr-FR" smtClean="0"/>
              <a:t>	7-  QUI POURRAIT CROIRE À ÇA SI CE N’EST PAS DE L’AMOUR</a:t>
            </a:r>
          </a:p>
          <a:p>
            <a:endParaRPr lang="fr-FR" smtClean="0"/>
          </a:p>
          <a:p>
            <a:r>
              <a:rPr lang="fr-FR" smtClean="0"/>
              <a:t>8-  MÊME DANS LA MORT IL S’EST RAPPELÉ DU VOLEUR CRUCIFIÉ PRÈS DE LUI</a:t>
            </a:r>
          </a:p>
          <a:p>
            <a:r>
              <a:rPr lang="fr-FR" smtClean="0"/>
              <a:t>9-  IL A PARLÉ AVEC AMOUR ET COMPASSION</a:t>
            </a:r>
          </a:p>
          <a:p>
            <a:r>
              <a:rPr lang="fr-FR" smtClean="0"/>
              <a:t>10-  ET IL L’A PRIS AVEC LUI AU PARADIS </a:t>
            </a:r>
          </a:p>
          <a:p>
            <a:endParaRPr lang="fr-FR" smtClean="0"/>
          </a:p>
          <a:p>
            <a:r>
              <a:rPr lang="fr-FR" smtClean="0"/>
              <a:t>11-  SI CE N’EST PAS L’AMOUR L’OCÉAN EST ASSÉCHÉ</a:t>
            </a:r>
          </a:p>
          <a:p>
            <a:r>
              <a:rPr lang="fr-FR" smtClean="0"/>
              <a:t>12-  IL N’Y A PLUS D’ÉTOILE DANS LE CIEL ET LES OISEAUX NE SAVENT PAS VOLER</a:t>
            </a:r>
          </a:p>
          <a:p>
            <a:r>
              <a:rPr lang="fr-FR" smtClean="0"/>
              <a:t>13-  SI CE N’EST PAS DE L’AMOUR ALORS LE CIEL EST UN MYTHE</a:t>
            </a:r>
          </a:p>
          <a:p>
            <a:r>
              <a:rPr lang="fr-FR" smtClean="0"/>
              <a:t>14-  QUI POURRAIT CROIRE À ÇA SI CE N’EST PAS DE L’AMOUR</a:t>
            </a:r>
          </a:p>
          <a:p>
            <a:endParaRPr lang="fr-FR" smtClean="0"/>
          </a:p>
          <a:p>
            <a:r>
              <a:rPr lang="fr-FR" smtClean="0"/>
              <a:t>15-  SI CE N’EST PAS DE L’AMOUR  X2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A LAISSÉ LA SPLENDEUR DU CIEL CONNAISSANT SON DESTIN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TOUT SEUL SUR LE MONT DE GOLGOTHA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LÀ IL A DONNÉ SA VIE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SI CE N’EST PAS L’AMOUR L’OCÉAN EST ASSÉCHÉ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IL N’Y A PLUS D’ÉTOILE DANS LE CIEL ET LES OISEAUX NE SAVENT PAS VOLER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SI CE N’EST PAS DE L’AMOUR ALORS LE CIEL EST UN MYTHE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QUI POURRAIT CROIRE À ÇA SI CE N’EST PAS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MÊME DANS LA MORT IL S’EST RAPPELÉ DU VOLEUR CRUCIFIÉ PRÈS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IL A PARLÉ AVEC AMOUR ET COMPASSION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IL L’A PRIS AVEC LUI AU PARADIS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SI CE N’EST PAS L’AMOUR L’OCÉAN EST ASSÉCHÉ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N’Y A PLUS D’ÉTOILE DANS LE CIEL ET LES OISEAUX NE SAVENT PAS VOLER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SI CE N’EST PAS DE L’AMOUR ALORS LE CIEL EST UN MYTHE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POURRAIT CROIRE À ÇA SI CE N’EST PAS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CE N’EST PAS DE L’AMOUR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LAISSÉ LA SPLENDEUR DU CIEL CONNAISSANT SON DESTIN </a:t>
            </a:r>
          </a:p>
          <a:p>
            <a:r>
              <a:rPr lang="fr-FR" smtClean="0"/>
              <a:t>2-  ET TOUT SEUL SUR LE MONT DE GOLGOTHA</a:t>
            </a:r>
          </a:p>
          <a:p>
            <a:r>
              <a:rPr lang="fr-FR" smtClean="0"/>
              <a:t>3-  LÀ IL A DONNÉ SA VIE POUR MOI</a:t>
            </a:r>
          </a:p>
          <a:p>
            <a:endParaRPr lang="fr-FR" smtClean="0"/>
          </a:p>
          <a:p>
            <a:r>
              <a:rPr lang="fr-FR" smtClean="0"/>
              <a:t>	4-  SI CE N’EST PAS L’AMOUR L’OCÉAN EST ASSÉCHÉ</a:t>
            </a:r>
          </a:p>
          <a:p>
            <a:r>
              <a:rPr lang="fr-FR" smtClean="0"/>
              <a:t>	5-  IL N’Y A PLUS D’ÉTOILE DANS LE CIEL ET LES OISEAUX NE SAVENT PAS VOLER</a:t>
            </a:r>
          </a:p>
          <a:p>
            <a:r>
              <a:rPr lang="fr-FR" smtClean="0"/>
              <a:t>	6-  SI CE N’EST PAS DE L’AMOUR ALORS LE CIEL EST UN MYTHE</a:t>
            </a:r>
          </a:p>
          <a:p>
            <a:r>
              <a:rPr lang="fr-FR" smtClean="0"/>
              <a:t>	7-  QUI POURRAIT CROIRE À ÇA SI CE N’EST PAS DE L’AMOUR</a:t>
            </a:r>
          </a:p>
          <a:p>
            <a:endParaRPr lang="fr-FR" smtClean="0"/>
          </a:p>
          <a:p>
            <a:r>
              <a:rPr lang="fr-FR" smtClean="0"/>
              <a:t>8-  MÊME DANS LA MORT IL S’EST RAPPELÉ DU VOLEUR CRUCIFIÉ PRÈS DE LUI</a:t>
            </a:r>
          </a:p>
          <a:p>
            <a:r>
              <a:rPr lang="fr-FR" smtClean="0"/>
              <a:t>9-  IL A PARLÉ AVEC AMOUR ET COMPASSION</a:t>
            </a:r>
          </a:p>
          <a:p>
            <a:r>
              <a:rPr lang="fr-FR" smtClean="0"/>
              <a:t>10-  ET IL L’A PRIS AVEC LUI AU PARADIS </a:t>
            </a:r>
          </a:p>
          <a:p>
            <a:endParaRPr lang="fr-FR" smtClean="0"/>
          </a:p>
          <a:p>
            <a:r>
              <a:rPr lang="fr-FR" smtClean="0"/>
              <a:t>11-  SI CE N’EST PAS L’AMOUR L’OCÉAN EST ASSÉCHÉ</a:t>
            </a:r>
          </a:p>
          <a:p>
            <a:r>
              <a:rPr lang="fr-FR" smtClean="0"/>
              <a:t>12-  IL N’Y A PLUS D’ÉTOILE DANS LE CIEL ET LES OISEAUX NE SAVENT PAS VOLER</a:t>
            </a:r>
          </a:p>
          <a:p>
            <a:r>
              <a:rPr lang="fr-FR" smtClean="0"/>
              <a:t>13-  SI CE N’EST PAS DE L’AMOUR ALORS LE CIEL EST UN MYTHE</a:t>
            </a:r>
          </a:p>
          <a:p>
            <a:r>
              <a:rPr lang="fr-FR" smtClean="0"/>
              <a:t>14-  QUI POURRAIT CROIRE À ÇA SI CE N’EST PAS DE L’AMOUR</a:t>
            </a:r>
          </a:p>
          <a:p>
            <a:endParaRPr lang="fr-FR" smtClean="0"/>
          </a:p>
          <a:p>
            <a:r>
              <a:rPr lang="fr-FR" smtClean="0"/>
              <a:t>15-  SI CE N’EST PAS DE L’AMOUR  X2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A LAISSÉ LA SPLENDEUR DU CIEL CONNAISSANT SON DESTIN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TOUT SEUL SUR LE MONT DE GOLGOTHA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LÀ IL A DONNÉ SA VIE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SI CE N’EST PAS L’AMOUR L’OCÉAN EST ASSÉCHÉ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IL N’Y A PLUS D’ÉTOILE DANS LE CIEL ET LES OISEAUX NE SAVENT PAS VOLER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SI CE N’EST PAS DE L’AMOUR ALORS LE CIEL EST UN MYTHE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QUI POURRAIT CROIRE À ÇA SI CE N’EST PAS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MÊME DANS LA MORT IL S’EST RAPPELÉ DU VOLEUR CRUCIFIÉ PRÈS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IL A PARLÉ AVEC AMOUR ET COMPASSION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IL L’A PRIS AVEC LUI AU PARADIS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SI CE N’EST PAS L’AMOUR L’OCÉAN EST ASSÉCHÉ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N’Y A PLUS D’ÉTOILE DANS LE CIEL ET LES OISEAUX NE SAVENT PAS VOLER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SI CE N’EST PAS DE L’AMOUR ALORS LE CIEL EST UN MYTHE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POURRAIT CROIRE À ÇA SI CE N’EST PAS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CE N’EST PAS DE L’AMOUR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LAISSÉ LA SPLENDEUR DU CIEL CONNAISSANT SON DESTIN </a:t>
            </a:r>
          </a:p>
          <a:p>
            <a:r>
              <a:rPr lang="fr-FR" smtClean="0"/>
              <a:t>2-  ET TOUT SEUL SUR LE MONT DE GOLGOTHA</a:t>
            </a:r>
          </a:p>
          <a:p>
            <a:r>
              <a:rPr lang="fr-FR" smtClean="0"/>
              <a:t>3-  LÀ IL A DONNÉ SA VIE POUR MOI</a:t>
            </a:r>
          </a:p>
          <a:p>
            <a:endParaRPr lang="fr-FR" smtClean="0"/>
          </a:p>
          <a:p>
            <a:r>
              <a:rPr lang="fr-FR" smtClean="0"/>
              <a:t>	4-  SI CE N’EST PAS L’AMOUR L’OCÉAN EST ASSÉCHÉ</a:t>
            </a:r>
          </a:p>
          <a:p>
            <a:r>
              <a:rPr lang="fr-FR" smtClean="0"/>
              <a:t>	5-  IL N’Y A PLUS D’ÉTOILE DANS LE CIEL ET LES OISEAUX NE SAVENT PAS VOLER</a:t>
            </a:r>
          </a:p>
          <a:p>
            <a:r>
              <a:rPr lang="fr-FR" smtClean="0"/>
              <a:t>	6-  SI CE N’EST PAS DE L’AMOUR ALORS LE CIEL EST UN MYTHE</a:t>
            </a:r>
          </a:p>
          <a:p>
            <a:r>
              <a:rPr lang="fr-FR" smtClean="0"/>
              <a:t>	7-  QUI POURRAIT CROIRE À ÇA SI CE N’EST PAS DE L’AMOUR</a:t>
            </a:r>
          </a:p>
          <a:p>
            <a:endParaRPr lang="fr-FR" smtClean="0"/>
          </a:p>
          <a:p>
            <a:r>
              <a:rPr lang="fr-FR" smtClean="0"/>
              <a:t>8-  MÊME DANS LA MORT IL S’EST RAPPELÉ DU VOLEUR CRUCIFIÉ PRÈS DE LUI</a:t>
            </a:r>
          </a:p>
          <a:p>
            <a:r>
              <a:rPr lang="fr-FR" smtClean="0"/>
              <a:t>9-  IL A PARLÉ AVEC AMOUR ET COMPASSION</a:t>
            </a:r>
          </a:p>
          <a:p>
            <a:r>
              <a:rPr lang="fr-FR" smtClean="0"/>
              <a:t>10-  ET IL L’A PRIS AVEC LUI AU PARADIS </a:t>
            </a:r>
          </a:p>
          <a:p>
            <a:endParaRPr lang="fr-FR" smtClean="0"/>
          </a:p>
          <a:p>
            <a:r>
              <a:rPr lang="fr-FR" smtClean="0"/>
              <a:t>11-  SI CE N’EST PAS L’AMOUR L’OCÉAN EST ASSÉCHÉ</a:t>
            </a:r>
          </a:p>
          <a:p>
            <a:r>
              <a:rPr lang="fr-FR" smtClean="0"/>
              <a:t>12-  IL N’Y A PLUS D’ÉTOILE DANS LE CIEL ET LES OISEAUX NE SAVENT PAS VOLER</a:t>
            </a:r>
          </a:p>
          <a:p>
            <a:r>
              <a:rPr lang="fr-FR" smtClean="0"/>
              <a:t>13-  SI CE N’EST PAS DE L’AMOUR ALORS LE CIEL EST UN MYTHE</a:t>
            </a:r>
          </a:p>
          <a:p>
            <a:r>
              <a:rPr lang="fr-FR" smtClean="0"/>
              <a:t>14-  QUI POURRAIT CROIRE À ÇA SI CE N’EST PAS DE L’AMOUR</a:t>
            </a:r>
          </a:p>
          <a:p>
            <a:endParaRPr lang="fr-FR" smtClean="0"/>
          </a:p>
          <a:p>
            <a:r>
              <a:rPr lang="fr-FR" smtClean="0"/>
              <a:t>15-  SI CE N’EST PAS DE L’AMOUR  X2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5046F8-CCEF-4AAF-82FA-7D8615C7F69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330ED6-EB93-4147-AB3B-B908482523F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734CA3-DF8C-4CF4-B758-B30DBAFD50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3A2CD9-39D0-46D5-8F07-FBA68E60423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C47D42-9CF2-4ACA-B851-12C802A108D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336F99-EBA0-4CA4-80F1-932BDAC2BB7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A9A1D4-C2E4-4F43-91C3-8DA1725E72E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D25916-4A84-4848-9FAB-2F4045171C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81E730-4A85-4A40-A4A6-5A4A398C48A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536BB1-A4B1-4354-9864-F503434E7CB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597D9D-94AC-4E89-B549-AEC3F999B53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5619A036-F147-44F7-8FE9-5B9758B4D38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A LAISSÉ LA SPLENDEUR DU CIEL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CONNAISSANT SON DESTIN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TOUT SEUL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LE MONT DE GOLGOTHA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LÀ, IL A DONNÉ SA VIE POUR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CE N’EST PAS L’AMOUR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L’OCÉAN EST ASSÉCHÉ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N’Y A PLUS D’ÉTOILE DANS LE CIEL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LES OISEAUX NE SAVENT PAS VOLER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CE N’EST PAS DE L’AMOUR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ALORS LE CIEL EST UN MYTHE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POURRAIT CROIRE À ÇA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CE N’EST PAS DE L’AMOUR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MÊME DANS LA MORT, IL S’EST RAPPELÉ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DU VOLEUR CRUCIFIÉ PRÈS DE LUI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A PARLÉ AVEC AMOUR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COMPASSION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IL L’A PRIS AVEC LUI AU PARADIS 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CE N’EST PAS L’AMOUR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L’OCÉAN EST ASSÉCHÉ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N’Y A PLUS D’ÉTOILE DANS LE CIEL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LES OISEAUX NE SAVENT PAS VOLER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CE N’EST PAS DE L’AMOUR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ALORS LE CIEL EST UN MYTHE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POURRAIT CROIRE À ÇA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CE N’EST PAS DE L’AMOUR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CE N’EST PAS DE L’AMOUR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677</TotalTime>
  <Words>1025</Words>
  <Application>Microsoft PowerPoint</Application>
  <PresentationFormat>On-screen Show (4:3)</PresentationFormat>
  <Paragraphs>598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Yomo</cp:lastModifiedBy>
  <cp:revision>61</cp:revision>
  <dcterms:created xsi:type="dcterms:W3CDTF">2002-08-17T10:50:50Z</dcterms:created>
  <dcterms:modified xsi:type="dcterms:W3CDTF">2013-10-27T02:28:23Z</dcterms:modified>
</cp:coreProperties>
</file>