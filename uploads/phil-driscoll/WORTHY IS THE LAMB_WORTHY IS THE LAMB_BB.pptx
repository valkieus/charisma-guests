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0" r:id="rId2"/>
    <p:sldId id="271" r:id="rId3"/>
    <p:sldId id="272" r:id="rId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63925" autoAdjust="0"/>
  </p:normalViewPr>
  <p:slideViewPr>
    <p:cSldViewPr>
      <p:cViewPr varScale="1">
        <p:scale>
          <a:sx n="54" d="100"/>
          <a:sy n="54" d="100"/>
        </p:scale>
        <p:origin x="-15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2FBAF52-E779-43EE-ADB4-BEBCA8DECA5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78061AD-0702-47F5-92CA-6C94427BFFBB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fr-FR" smtClean="0"/>
              <a:t>1- </a:t>
            </a:r>
            <a:r>
              <a:rPr lang="fr-FR" altLang="fr-FR" smtClean="0">
                <a:solidFill>
                  <a:schemeClr val="bg1"/>
                </a:solidFill>
              </a:rPr>
              <a:t>DIGNE EST LE SEIGNEUR LUI QUI ÉTAIT MORT</a:t>
            </a:r>
          </a:p>
          <a:p>
            <a:r>
              <a:rPr lang="fr-FR" altLang="fr-FR" smtClean="0">
                <a:solidFill>
                  <a:schemeClr val="bg1"/>
                </a:solidFill>
              </a:rPr>
              <a:t>  </a:t>
            </a:r>
            <a:r>
              <a:rPr lang="en-US" altLang="fr-FR" smtClean="0"/>
              <a:t>Holy is the Lord</a:t>
            </a:r>
          </a:p>
          <a:p>
            <a:endParaRPr lang="fr-FR" altLang="fr-FR" smtClean="0"/>
          </a:p>
          <a:p>
            <a:r>
              <a:rPr lang="en-US" altLang="fr-FR" smtClean="0"/>
              <a:t>2- </a:t>
            </a:r>
            <a:r>
              <a:rPr lang="fr-FR" altLang="fr-FR" smtClean="0">
                <a:solidFill>
                  <a:schemeClr val="bg1"/>
                </a:solidFill>
              </a:rPr>
              <a:t>DIGNE, DIGNE,  DIGNE			</a:t>
            </a:r>
          </a:p>
          <a:p>
            <a:r>
              <a:rPr lang="en-US" altLang="fr-FR" smtClean="0"/>
              <a:t>Worthy, Worthy, Worthy</a:t>
            </a:r>
          </a:p>
          <a:p>
            <a:endParaRPr lang="fr-FR" altLang="fr-FR" smtClean="0"/>
          </a:p>
          <a:p>
            <a:r>
              <a:rPr lang="fr-FR" altLang="fr-FR" smtClean="0">
                <a:solidFill>
                  <a:schemeClr val="bg1"/>
                </a:solidFill>
              </a:rPr>
              <a:t>3- DIGNE EST LE SEIGNEUR  IL EST VAINQUEUR </a:t>
            </a:r>
            <a:endParaRPr lang="fr-FR" altLang="fr-FR" smtClean="0"/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IMPRO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fr-FR" smtClean="0"/>
              <a:t>1- </a:t>
            </a:r>
            <a:r>
              <a:rPr lang="fr-FR" altLang="fr-FR" smtClean="0">
                <a:solidFill>
                  <a:schemeClr val="bg1"/>
                </a:solidFill>
              </a:rPr>
              <a:t>DIGNE EST LE SEIGNEUR LUI QUI ÉTAIT MORT</a:t>
            </a:r>
          </a:p>
          <a:p>
            <a:r>
              <a:rPr lang="fr-FR" altLang="fr-FR" smtClean="0">
                <a:solidFill>
                  <a:schemeClr val="bg1"/>
                </a:solidFill>
              </a:rPr>
              <a:t>  </a:t>
            </a:r>
            <a:r>
              <a:rPr lang="en-US" altLang="fr-FR" smtClean="0"/>
              <a:t>Holy is the Lord</a:t>
            </a:r>
          </a:p>
          <a:p>
            <a:endParaRPr lang="fr-FR" altLang="fr-FR" smtClean="0"/>
          </a:p>
          <a:p>
            <a:r>
              <a:rPr lang="en-US" altLang="fr-FR" smtClean="0"/>
              <a:t>2- </a:t>
            </a:r>
            <a:r>
              <a:rPr lang="fr-FR" altLang="fr-FR" smtClean="0">
                <a:solidFill>
                  <a:schemeClr val="bg1"/>
                </a:solidFill>
              </a:rPr>
              <a:t>DIGNE, DIGNE,  DIGNE			</a:t>
            </a:r>
          </a:p>
          <a:p>
            <a:r>
              <a:rPr lang="en-US" altLang="fr-FR" smtClean="0"/>
              <a:t>Worthy, Worthy, Worthy</a:t>
            </a:r>
          </a:p>
          <a:p>
            <a:endParaRPr lang="fr-FR" altLang="fr-FR" smtClean="0"/>
          </a:p>
          <a:p>
            <a:r>
              <a:rPr lang="fr-FR" altLang="fr-FR" smtClean="0">
                <a:solidFill>
                  <a:schemeClr val="bg1"/>
                </a:solidFill>
              </a:rPr>
              <a:t>3- DIGNE EST LE SEIGNEUR  IL EST VAINQUEUR </a:t>
            </a:r>
            <a:endParaRPr lang="fr-FR" altLang="fr-FR" smtClean="0"/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IMPRO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fr-FR" smtClean="0"/>
              <a:t>1- </a:t>
            </a:r>
            <a:r>
              <a:rPr lang="fr-FR" altLang="fr-FR" smtClean="0">
                <a:solidFill>
                  <a:schemeClr val="bg1"/>
                </a:solidFill>
              </a:rPr>
              <a:t>DIGNE EST LE SEIGNEUR LUI QUI ÉTAIT MORT</a:t>
            </a:r>
          </a:p>
          <a:p>
            <a:r>
              <a:rPr lang="fr-FR" altLang="fr-FR" smtClean="0">
                <a:solidFill>
                  <a:schemeClr val="bg1"/>
                </a:solidFill>
              </a:rPr>
              <a:t>  </a:t>
            </a:r>
            <a:r>
              <a:rPr lang="en-US" altLang="fr-FR" smtClean="0"/>
              <a:t>Holy is the Lord</a:t>
            </a:r>
          </a:p>
          <a:p>
            <a:endParaRPr lang="fr-FR" altLang="fr-FR" smtClean="0"/>
          </a:p>
          <a:p>
            <a:r>
              <a:rPr lang="en-US" altLang="fr-FR" smtClean="0"/>
              <a:t>2- </a:t>
            </a:r>
            <a:r>
              <a:rPr lang="fr-FR" altLang="fr-FR" smtClean="0">
                <a:solidFill>
                  <a:schemeClr val="bg1"/>
                </a:solidFill>
              </a:rPr>
              <a:t>DIGNE, DIGNE,  DIGNE			</a:t>
            </a:r>
          </a:p>
          <a:p>
            <a:r>
              <a:rPr lang="en-US" altLang="fr-FR" smtClean="0"/>
              <a:t>Worthy, Worthy, Worthy</a:t>
            </a:r>
          </a:p>
          <a:p>
            <a:endParaRPr lang="fr-FR" altLang="fr-FR" smtClean="0"/>
          </a:p>
          <a:p>
            <a:r>
              <a:rPr lang="fr-FR" altLang="fr-FR" smtClean="0">
                <a:solidFill>
                  <a:schemeClr val="bg1"/>
                </a:solidFill>
              </a:rPr>
              <a:t>3- DIGNE EST LE SEIGNEUR  IL EST VAINQUEUR </a:t>
            </a:r>
            <a:endParaRPr lang="fr-FR" altLang="fr-FR" smtClean="0"/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IMPRO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AC15D-7E6B-4B07-A07E-1F1AA7BA9BA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30AD33-0D06-4497-B4E2-5447003B6F9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2EFF45-A26A-42CA-905A-64C3B5C7D94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39E797-A5C5-44A1-A841-8CFAB550FBD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47D96A-27F0-412E-88D4-0664EE6A8E7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4EDBA-E3F4-4104-B088-CB11BAD9007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39BDDE-3F5C-4744-BC7C-E33D8B5C0BD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327AC6-FD97-41BF-8445-6400D38499E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CAA93A-B142-4326-AD04-523E2178309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759883-CF3D-4A4D-8C33-1C8777BB94D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992AA-316D-48A1-BF29-3277F89D65E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C3FBBD71-5B94-4BFA-8206-AA616880655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DIGNE EST LE SEIGNEUR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LUI QUI ÉTAIT MORT 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DIGNE, DIGNE,  DIGNE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solidFill>
                  <a:schemeClr val="bg1"/>
                </a:solidFill>
              </a:rPr>
              <a:t>DIGNE EST LE SEIGNEUR </a:t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>IL EST VAINQUEUR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1496</TotalTime>
  <Words>79</Words>
  <Application>Microsoft Office PowerPoint</Application>
  <PresentationFormat>On-screen Show (4:3)</PresentationFormat>
  <Paragraphs>27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Franklin Gothic Medium</vt:lpstr>
      <vt:lpstr>Arial</vt:lpstr>
      <vt:lpstr>Calibri</vt:lpstr>
      <vt:lpstr>Default Design</vt:lpstr>
      <vt:lpstr>DIGNE EST LE SEIGNEUR LUI QUI ÉTAIT MORT </vt:lpstr>
      <vt:lpstr>DIGNE, DIGNE,  DIGNE</vt:lpstr>
      <vt:lpstr>DIGNE EST LE SEIGNEUR  IL EST VAINQUEUR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134</cp:revision>
  <dcterms:created xsi:type="dcterms:W3CDTF">2002-08-17T10:50:50Z</dcterms:created>
  <dcterms:modified xsi:type="dcterms:W3CDTF">2015-07-11T20:10:03Z</dcterms:modified>
</cp:coreProperties>
</file>