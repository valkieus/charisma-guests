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303" r:id="rId14"/>
    <p:sldId id="282" r:id="rId15"/>
    <p:sldId id="304" r:id="rId16"/>
    <p:sldId id="283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48208" autoAdjust="0"/>
  </p:normalViewPr>
  <p:slideViewPr>
    <p:cSldViewPr>
      <p:cViewPr varScale="1">
        <p:scale>
          <a:sx n="29" d="100"/>
          <a:sy n="29" d="100"/>
        </p:scale>
        <p:origin x="-174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195644-0F59-4A07-80C2-0FB90CDA64A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7CF4EED-6AE0-44A6-9FFC-74200043EF3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 JE ME TIENS ET JE PENSE À TOI JAMAIS TU N’M’AS ÉLOIGNÉ DE TOI </a:t>
            </a:r>
            <a:br>
              <a:rPr lang="en-US" dirty="0" smtClean="0"/>
            </a:br>
            <a:r>
              <a:rPr lang="en-US" dirty="0" smtClean="0"/>
              <a:t>     I Stand in awe to think about How You never cast me out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2-  ET QUAND JE T’AI ABANDONNÉ TON AMOUR N’A PAS CHANGÉ</a:t>
            </a:r>
            <a:br>
              <a:rPr lang="en-US" dirty="0" smtClean="0"/>
            </a:br>
            <a:r>
              <a:rPr lang="en-US" dirty="0" smtClean="0"/>
              <a:t>     Even when I let You down Your love stayed just the same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3-  DES LARMES COULENT QUAND JE ME SOUVIENS </a:t>
            </a:r>
            <a:br>
              <a:rPr lang="en-US" dirty="0" smtClean="0"/>
            </a:br>
            <a:r>
              <a:rPr lang="en-US" dirty="0" smtClean="0"/>
              <a:t>     I sit in tears to talk about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4-  DE CE CŒUR APEURÉ, PLEIN DE DOUTES </a:t>
            </a:r>
            <a:br>
              <a:rPr lang="en-US" dirty="0" smtClean="0"/>
            </a:br>
            <a:r>
              <a:rPr lang="en-US" dirty="0" smtClean="0"/>
              <a:t>     The heart of fears and full of doubt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5-  JE N’AI PAS TOUJOURS ACCOMPLI CE QUE J’AI DIT</a:t>
            </a:r>
            <a:br>
              <a:rPr lang="en-US" dirty="0" smtClean="0"/>
            </a:br>
            <a:r>
              <a:rPr lang="en-US" dirty="0" smtClean="0"/>
              <a:t>     I never really kept my word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6-  TOUT CE QUE JE T’AI PROMIS</a:t>
            </a:r>
            <a:br>
              <a:rPr lang="en-US" dirty="0" smtClean="0"/>
            </a:br>
            <a:r>
              <a:rPr lang="en-US" dirty="0" smtClean="0"/>
              <a:t>     The things I promised you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7-  MAIS TU ES FIDÈLE INÉBRANLABLE </a:t>
            </a:r>
            <a:br>
              <a:rPr lang="en-US" dirty="0" smtClean="0"/>
            </a:br>
            <a:r>
              <a:rPr lang="en-US" dirty="0" smtClean="0"/>
              <a:t>   	     But You are faithful Never shaken</a:t>
            </a:r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8-  TU NE CHANGES PAS TU RESTES LE MÊME</a:t>
            </a:r>
          </a:p>
          <a:p>
            <a:pPr>
              <a:defRPr/>
            </a:pPr>
            <a:r>
              <a:rPr lang="en-US" dirty="0" smtClean="0"/>
              <a:t>   	     There's no shadow of turning in You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9-  JE ME TIENS ET JE PENSE À TOI A CE MONDE CRÉÉ AU SON DE TA VOIX </a:t>
            </a:r>
            <a:br>
              <a:rPr lang="en-US" dirty="0" smtClean="0"/>
            </a:br>
            <a:r>
              <a:rPr lang="en-US" dirty="0" smtClean="0"/>
              <a:t>     I Stand in awe to think about The world You made with just one shout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10-  ET CETTE MÊME PAROLE RÉSONNE AUJOURD’HUI </a:t>
            </a:r>
            <a:br>
              <a:rPr lang="en-US" dirty="0" smtClean="0"/>
            </a:br>
            <a:r>
              <a:rPr lang="en-US" dirty="0" smtClean="0"/>
              <a:t>      And that same Word is ringing out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11-  RÉSONNE DANS LA GALAXIE </a:t>
            </a:r>
            <a:br>
              <a:rPr lang="en-US" dirty="0" smtClean="0"/>
            </a:br>
            <a:r>
              <a:rPr lang="en-US" dirty="0" smtClean="0"/>
              <a:t>       </a:t>
            </a:r>
            <a:r>
              <a:rPr lang="en-US" dirty="0" err="1" smtClean="0"/>
              <a:t>Throught</a:t>
            </a:r>
            <a:r>
              <a:rPr lang="en-US" dirty="0" smtClean="0"/>
              <a:t> the galaxy</a:t>
            </a:r>
          </a:p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12-  PLEIN DE JOIE JE VEUX PROCLAMER LA GLOIRE DE PORTER TON NOM </a:t>
            </a:r>
            <a:br>
              <a:rPr lang="en-US" dirty="0" smtClean="0"/>
            </a:br>
            <a:r>
              <a:rPr lang="en-US" dirty="0" smtClean="0"/>
              <a:t>       I stand in Joy to proclaim How You let us wear Your name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13-  MÊME LORSQUE JE SUIS BRISÉ TU ES FORT POUR ME RELEVER </a:t>
            </a:r>
            <a:br>
              <a:rPr lang="en-US" dirty="0" smtClean="0"/>
            </a:br>
            <a:r>
              <a:rPr lang="en-US" dirty="0" smtClean="0"/>
              <a:t>       Even when we are so weak You somehow make us strong</a:t>
            </a:r>
            <a:br>
              <a:rPr lang="en-US" dirty="0" smtClean="0"/>
            </a:br>
            <a:r>
              <a:rPr lang="en-US" dirty="0" smtClean="0"/>
              <a:t> 
	14-  MAIS TU ES FIDÈLE INÉBRANLABLE </a:t>
            </a:r>
            <a:br>
              <a:rPr lang="en-US" dirty="0" smtClean="0"/>
            </a:br>
            <a:r>
              <a:rPr lang="en-US" dirty="0" smtClean="0"/>
              <a:t>                          But You are faithful Never shaken</a:t>
            </a:r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15-  TU NE CHANGES PAS TU RESTES LE MÊME </a:t>
            </a:r>
          </a:p>
          <a:p>
            <a:pPr>
              <a:defRPr/>
            </a:pPr>
            <a:r>
              <a:rPr lang="en-US" dirty="0" smtClean="0"/>
              <a:t>	       There's no shadow of turning in You</a:t>
            </a:r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16-  TU ES FIDÈLE TU NE CHANGES PAS </a:t>
            </a:r>
          </a:p>
          <a:p>
            <a:pPr>
              <a:defRPr/>
            </a:pPr>
            <a:r>
              <a:rPr lang="en-US" dirty="0" smtClean="0"/>
              <a:t>	       You are steady Never changing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17-  SEIGNEUR, AIDE-MOI À ÊTRE COMME TOI </a:t>
            </a:r>
          </a:p>
          <a:p>
            <a:pPr>
              <a:defRPr/>
            </a:pPr>
            <a:r>
              <a:rPr lang="en-US" dirty="0" smtClean="0"/>
              <a:t>	       Jesus help us To be like You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18-  I STAND IN AWE TO THINK ABOUT HOW YOU NEVER CAST ME OUT</a:t>
            </a:r>
            <a:br>
              <a:rPr lang="en-US" dirty="0" smtClean="0"/>
            </a:br>
            <a:r>
              <a:rPr lang="en-US" dirty="0" smtClean="0"/>
              <a:t>19-  EVEN WHEN I LET YOU DOWN YOUR LOVE STAYED JUST THE SAME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20-  I SIT IN TEARS TO TALK ABOUT</a:t>
            </a:r>
            <a:br>
              <a:rPr lang="en-US" dirty="0" smtClean="0"/>
            </a:br>
            <a:r>
              <a:rPr lang="en-US" dirty="0" smtClean="0"/>
              <a:t>21-  THE HEART OF FEARS AND FULL OF DOUBT</a:t>
            </a:r>
            <a:br>
              <a:rPr lang="en-US" dirty="0" smtClean="0"/>
            </a:br>
            <a:r>
              <a:rPr lang="en-US" dirty="0" smtClean="0"/>
              <a:t>22-  I NEVER REALLY KEPT MY WORDTHE THINGS I PROMISED YOU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23-  BUT YOU ARE FAITHFUL NEVER SHAKEN</a:t>
            </a:r>
            <a:br>
              <a:rPr lang="en-US" dirty="0" smtClean="0"/>
            </a:br>
            <a:r>
              <a:rPr lang="en-US" dirty="0" smtClean="0"/>
              <a:t> 	24-  THERE'S NO SHADOW OF TURNING IN YOU 
</a:t>
            </a:r>
          </a:p>
          <a:p>
            <a:pPr>
              <a:defRPr/>
            </a:pPr>
            <a:r>
              <a:rPr lang="en-US" dirty="0" smtClean="0"/>
              <a:t>25-  I STAND IN AWE TO THINK ABOUT THE WORLD YOU MADE </a:t>
            </a:r>
            <a:br>
              <a:rPr lang="en-US" dirty="0" smtClean="0"/>
            </a:br>
            <a:r>
              <a:rPr lang="en-US" dirty="0" smtClean="0"/>
              <a:t>26-  WITH JUST ONE SHOUT AND THAT SAME WORD IS RINGING OUT</a:t>
            </a:r>
            <a:br>
              <a:rPr lang="en-US" dirty="0" smtClean="0"/>
            </a:br>
            <a:r>
              <a:rPr lang="en-US" dirty="0" smtClean="0"/>
              <a:t>27-  THROUGHT THE GALAXY</a:t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 28-  I STAND IN JOY TO PROCLAIM HOW YOU LET US WEAR YOUR NAME</a:t>
            </a:r>
            <a:br>
              <a:rPr lang="en-US" dirty="0" smtClean="0"/>
            </a:br>
            <a:r>
              <a:rPr lang="en-US" dirty="0" smtClean="0"/>
              <a:t> 29-  EVEN WHEN WE ARE SO WEAK YOU SOMEHOW MAKE US STRONG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
	30-  BUT YOU ARE FAITHFUL NEVER SHAKEN</a:t>
            </a:r>
            <a:br>
              <a:rPr lang="en-US" dirty="0" smtClean="0"/>
            </a:br>
            <a:r>
              <a:rPr lang="en-US" dirty="0" smtClean="0"/>
              <a:t> 	31-  THERE'S NO SHADOW OF TURNING IN YOU 
	</a:t>
            </a:r>
          </a:p>
          <a:p>
            <a:pPr>
              <a:defRPr/>
            </a:pPr>
            <a:r>
              <a:rPr lang="en-US" dirty="0" smtClean="0"/>
              <a:t>	32-  YOU ARE STEADYNEVER CHANGING</a:t>
            </a:r>
            <a:br>
              <a:rPr lang="en-US" dirty="0" smtClean="0"/>
            </a:br>
            <a:r>
              <a:rPr lang="en-US" dirty="0" smtClean="0"/>
              <a:t> 	33-  JESUS HELP USTO BE LIKE YOU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2-  ET QUAND JE T’AI ABANDONNÉ TON AMOUR N’A PAS CHANGÉ</a:t>
            </a:r>
            <a:br>
              <a:rPr lang="en-US" dirty="0" smtClean="0"/>
            </a:br>
            <a:r>
              <a:rPr lang="en-US" dirty="0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3-  DES LARMES COULENT QUAND JE ME SOUVIENS </a:t>
            </a:r>
            <a:br>
              <a:rPr lang="en-US" dirty="0" smtClean="0"/>
            </a:br>
            <a:r>
              <a:rPr lang="en-US" dirty="0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DE CE CŒUR APEURÉ, PLEIN DE DOUTES </a:t>
            </a:r>
            <a:br>
              <a:rPr lang="en-US" dirty="0" smtClean="0"/>
            </a:br>
            <a:r>
              <a:rPr lang="en-US" dirty="0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JE N’AI PAS TOUJOURS ACCOMPLI CE QUE J’AI DIT</a:t>
            </a:r>
            <a:br>
              <a:rPr lang="en-US" dirty="0" smtClean="0"/>
            </a:br>
            <a:r>
              <a:rPr lang="en-US" dirty="0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TOUT CE QUE JE T’AI PROMIS</a:t>
            </a:r>
            <a:br>
              <a:rPr lang="en-US" dirty="0" smtClean="0"/>
            </a:br>
            <a:r>
              <a:rPr lang="en-US" dirty="0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7-  MAIS TU ES FIDÈLE INÉBRANLABLE </a:t>
            </a:r>
            <a:br>
              <a:rPr lang="en-US" dirty="0" smtClean="0"/>
            </a:br>
            <a:r>
              <a:rPr lang="en-US" dirty="0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9-  JE ME TIENS ET JE PENSE À TOI A CE MONDE CRÉÉ AU SON DE TA VOIX </a:t>
            </a:r>
            <a:br>
              <a:rPr lang="en-US" dirty="0" smtClean="0"/>
            </a:br>
            <a:r>
              <a:rPr lang="en-US" dirty="0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10-  ET CETTE MÊME PAROLE RÉSONNE AUJOURD’HUI </a:t>
            </a:r>
            <a:br>
              <a:rPr lang="en-US" dirty="0" smtClean="0"/>
            </a:br>
            <a:r>
              <a:rPr lang="en-US" dirty="0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RÉSONNE DANS LA GALAXIE </a:t>
            </a:r>
            <a:br>
              <a:rPr lang="en-US" dirty="0" smtClean="0"/>
            </a:br>
            <a:r>
              <a:rPr lang="en-US" dirty="0" smtClean="0"/>
              <a:t>       </a:t>
            </a:r>
            <a:r>
              <a:rPr lang="en-US" dirty="0" err="1" smtClean="0"/>
              <a:t>Throught</a:t>
            </a:r>
            <a:r>
              <a:rPr lang="en-US" dirty="0" smtClean="0"/>
              <a:t>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12-  PLEIN DE JOIE JE VEUX PROCLAMER LA GLOIRE DE PORTER TON NOM </a:t>
            </a:r>
            <a:br>
              <a:rPr lang="en-US" dirty="0" smtClean="0"/>
            </a:br>
            <a:r>
              <a:rPr lang="en-US" dirty="0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MÊME LORSQUE JE SUIS BRISÉ TU ES FORT POUR ME RELEVER </a:t>
            </a:r>
            <a:br>
              <a:rPr lang="en-US" dirty="0" smtClean="0"/>
            </a:br>
            <a:r>
              <a:rPr lang="en-US" dirty="0" smtClean="0"/>
              <a:t>       Even when we are so weak You somehow make us strong</a:t>
            </a:r>
            <a:br>
              <a:rPr lang="en-US" dirty="0" smtClean="0"/>
            </a:br>
            <a:r>
              <a:rPr lang="en-US" dirty="0" smtClean="0"/>
              <a:t> 
	14-  MAIS TU ES FIDÈLE INÉBRANLABLE </a:t>
            </a:r>
            <a:br>
              <a:rPr lang="en-US" dirty="0" smtClean="0"/>
            </a:br>
            <a:r>
              <a:rPr lang="en-US" dirty="0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18-  I STAND IN AWE TO THINK ABOUT HOW YOU NEVER CAST ME OUT</a:t>
            </a:r>
            <a:br>
              <a:rPr lang="en-US" dirty="0" smtClean="0"/>
            </a:br>
            <a:r>
              <a:rPr lang="en-US" dirty="0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20-  I SIT IN TEARS TO TALK ABOUT</a:t>
            </a:r>
            <a:br>
              <a:rPr lang="en-US" dirty="0" smtClean="0"/>
            </a:br>
            <a:r>
              <a:rPr lang="en-US" dirty="0" smtClean="0"/>
              <a:t>21-  THE HEART OF FEARS AND FULL OF DOUBT</a:t>
            </a:r>
            <a:br>
              <a:rPr lang="en-US" dirty="0" smtClean="0"/>
            </a:br>
            <a:r>
              <a:rPr lang="en-US" dirty="0" smtClean="0"/>
              <a:t>22-  I NEVER REALLY KEPT MY WORDTHE THINGS I PROMISED YOU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23-  BUT YOU ARE FAITHFUL NEVER SHAKEN</a:t>
            </a:r>
            <a:br>
              <a:rPr lang="en-US" dirty="0" smtClean="0"/>
            </a:br>
            <a:r>
              <a:rPr lang="en-US" dirty="0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25-  I STAND IN AWE TO THINK ABOUT THE WORLD YOU MADE </a:t>
            </a:r>
            <a:br>
              <a:rPr lang="en-US" dirty="0" smtClean="0"/>
            </a:br>
            <a:r>
              <a:rPr lang="en-US" dirty="0" smtClean="0"/>
              <a:t>26-  WITH JUST ONE SHOUT AND THAT SAME WORD IS RINGING OUT</a:t>
            </a:r>
            <a:br>
              <a:rPr lang="en-US" dirty="0" smtClean="0"/>
            </a:br>
            <a:r>
              <a:rPr lang="en-US" dirty="0" smtClean="0"/>
              <a:t>27-  THROUGHT THE GALAXY</a:t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 28-  I STAND IN JOY TO PROCLAIM HOW YOU LET US WEAR YOUR NAME</a:t>
            </a:r>
            <a:br>
              <a:rPr lang="en-US" dirty="0" smtClean="0"/>
            </a:br>
            <a:r>
              <a:rPr lang="en-US" dirty="0" smtClean="0"/>
              <a:t> 29-  EVEN WHEN WE ARE SO WEAK YOU SOMEHOW MAKE US STRONG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
	30-  BUT YOU ARE FAITHFUL NEVER SHAKEN</a:t>
            </a:r>
            <a:br>
              <a:rPr lang="en-US" dirty="0" smtClean="0"/>
            </a:br>
            <a:r>
              <a:rPr lang="en-US" dirty="0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32-  YOU ARE STEADYNEVER CHANGING</a:t>
            </a:r>
            <a:br>
              <a:rPr lang="en-US" dirty="0" smtClean="0"/>
            </a:br>
            <a:r>
              <a:rPr lang="en-US" dirty="0" smtClean="0"/>
              <a:t> 	33-  JESUS HELP USTO BE LIKE YOU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JE ME TIENS ET JE PENSE À TOI JAMAIS TU N’M’AS ÉLOIGNÉ DE TOI </a:t>
            </a:r>
            <a:br>
              <a:rPr lang="en-US" dirty="0" smtClean="0"/>
            </a:br>
            <a:r>
              <a:rPr lang="en-US" dirty="0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2-  ET QUAND JE T’AI ABANDONNÉ TON AMOUR N’A PAS CHANGÉ</a:t>
            </a:r>
            <a:br>
              <a:rPr lang="en-US" dirty="0" smtClean="0"/>
            </a:br>
            <a:r>
              <a:rPr lang="en-US" dirty="0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DE CE CŒUR APEURÉ, PLEIN DE DOUTES </a:t>
            </a:r>
            <a:br>
              <a:rPr lang="en-US" dirty="0" smtClean="0"/>
            </a:br>
            <a:r>
              <a:rPr lang="en-US" dirty="0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JE N’AI PAS TOUJOURS ACCOMPLI CE QUE J’AI DIT</a:t>
            </a:r>
            <a:br>
              <a:rPr lang="en-US" dirty="0" smtClean="0"/>
            </a:br>
            <a:r>
              <a:rPr lang="en-US" dirty="0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TOUT CE QUE JE T’AI PROMIS</a:t>
            </a:r>
            <a:br>
              <a:rPr lang="en-US" dirty="0" smtClean="0"/>
            </a:br>
            <a:r>
              <a:rPr lang="en-US" dirty="0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7-  MAIS TU ES FIDÈLE INÉBRANLABLE </a:t>
            </a:r>
            <a:br>
              <a:rPr lang="en-US" dirty="0" smtClean="0"/>
            </a:br>
            <a:r>
              <a:rPr lang="en-US" dirty="0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9-  JE ME TIENS ET JE PENSE À TOI A CE MONDE CRÉÉ AU SON DE TA VOIX </a:t>
            </a:r>
            <a:br>
              <a:rPr lang="en-US" dirty="0" smtClean="0"/>
            </a:br>
            <a:r>
              <a:rPr lang="en-US" dirty="0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10-  ET CETTE MÊME PAROLE RÉSONNE AUJOURD’HUI </a:t>
            </a:r>
            <a:br>
              <a:rPr lang="en-US" dirty="0" smtClean="0"/>
            </a:br>
            <a:r>
              <a:rPr lang="en-US" dirty="0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RÉSONNE DANS LA GALAXIE </a:t>
            </a:r>
            <a:br>
              <a:rPr lang="en-US" dirty="0" smtClean="0"/>
            </a:br>
            <a:r>
              <a:rPr lang="en-US" dirty="0" smtClean="0"/>
              <a:t>       </a:t>
            </a:r>
            <a:r>
              <a:rPr lang="en-US" dirty="0" err="1" smtClean="0"/>
              <a:t>Throught</a:t>
            </a:r>
            <a:r>
              <a:rPr lang="en-US" dirty="0" smtClean="0"/>
              <a:t>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12-  PLEIN DE JOIE JE VEUX PROCLAMER LA GLOIRE DE PORTER TON NOM </a:t>
            </a:r>
            <a:br>
              <a:rPr lang="en-US" dirty="0" smtClean="0"/>
            </a:br>
            <a:r>
              <a:rPr lang="en-US" dirty="0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MÊME LORSQUE JE SUIS BRISÉ TU ES FORT POUR ME RELEVER </a:t>
            </a:r>
            <a:br>
              <a:rPr lang="en-US" dirty="0" smtClean="0"/>
            </a:br>
            <a:r>
              <a:rPr lang="en-US" dirty="0" smtClean="0"/>
              <a:t>       Even when we are so weak You somehow make us strong</a:t>
            </a:r>
            <a:br>
              <a:rPr lang="en-US" dirty="0" smtClean="0"/>
            </a:br>
            <a:r>
              <a:rPr lang="en-US" dirty="0" smtClean="0"/>
              <a:t> 
	14-  MAIS TU ES FIDÈLE INÉBRANLABLE </a:t>
            </a:r>
            <a:br>
              <a:rPr lang="en-US" dirty="0" smtClean="0"/>
            </a:br>
            <a:r>
              <a:rPr lang="en-US" dirty="0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18-  I STAND IN AWE TO THINK ABOUT HOW YOU NEVER CAST ME OUT</a:t>
            </a:r>
            <a:br>
              <a:rPr lang="en-US" dirty="0" smtClean="0"/>
            </a:br>
            <a:r>
              <a:rPr lang="en-US" dirty="0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20-  I SIT IN TEARS TO TALK ABOUT</a:t>
            </a:r>
            <a:br>
              <a:rPr lang="en-US" dirty="0" smtClean="0"/>
            </a:br>
            <a:r>
              <a:rPr lang="en-US" dirty="0" smtClean="0"/>
              <a:t>21-  THE HEART OF FEARS AND FULL OF DOUBT</a:t>
            </a:r>
            <a:br>
              <a:rPr lang="en-US" dirty="0" smtClean="0"/>
            </a:br>
            <a:r>
              <a:rPr lang="en-US" dirty="0" smtClean="0"/>
              <a:t>22-  I NEVER REALLY KEPT MY WORDTHE THINGS I PROMISED YOU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23-  BUT YOU ARE FAITHFUL NEVER SHAKEN</a:t>
            </a:r>
            <a:br>
              <a:rPr lang="en-US" dirty="0" smtClean="0"/>
            </a:br>
            <a:r>
              <a:rPr lang="en-US" dirty="0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25-  I STAND IN AWE TO THINK ABOUT THE WORLD YOU MADE </a:t>
            </a:r>
            <a:br>
              <a:rPr lang="en-US" dirty="0" smtClean="0"/>
            </a:br>
            <a:r>
              <a:rPr lang="en-US" dirty="0" smtClean="0"/>
              <a:t>26-  WITH JUST ONE SHOUT AND THAT SAME WORD IS RINGING OUT</a:t>
            </a:r>
            <a:br>
              <a:rPr lang="en-US" dirty="0" smtClean="0"/>
            </a:br>
            <a:r>
              <a:rPr lang="en-US" dirty="0" smtClean="0"/>
              <a:t>27-  THROUGHT THE GALAXY</a:t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 28-  I STAND IN JOY TO PROCLAIM HOW YOU LET US WEAR YOUR NAME</a:t>
            </a:r>
            <a:br>
              <a:rPr lang="en-US" dirty="0" smtClean="0"/>
            </a:br>
            <a:r>
              <a:rPr lang="en-US" dirty="0" smtClean="0"/>
              <a:t> 29-  EVEN WHEN WE ARE SO WEAK YOU SOMEHOW MAKE US STRONG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
	30-  BUT YOU ARE FAITHFUL NEVER SHAKEN</a:t>
            </a:r>
            <a:br>
              <a:rPr lang="en-US" dirty="0" smtClean="0"/>
            </a:br>
            <a:r>
              <a:rPr lang="en-US" dirty="0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32-  YOU ARE STEADYNEVER CHANGING</a:t>
            </a:r>
            <a:br>
              <a:rPr lang="en-US" dirty="0" smtClean="0"/>
            </a:br>
            <a:r>
              <a:rPr lang="en-US" dirty="0" smtClean="0"/>
              <a:t> 	33-  JESUS HELP USTO BE LIKE YOU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TU NE CHANGES PAS TU RESTES LE MÊME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	     There's no shadow of turning in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15-  TU NE CHANGES PAS TU RESTES LE MÊME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There's no shadow of turning in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16-  TU ES FIDÈLE TU NE CHANGES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You are steady Never changing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SEIGNEUR, AIDE-MOI À ÊTRE COMME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Jesus help us To be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ME TIENS ET JE PENSE À TOI JAMAIS TU N’M’AS ÉLOIGNÉ DE TOI </a:t>
            </a:r>
            <a:br>
              <a:rPr lang="en-US" smtClean="0"/>
            </a:br>
            <a:r>
              <a:rPr lang="en-US" smtClean="0"/>
              <a:t>     I Stand in awe to think about How You never cast me 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2-  ET QUAND JE T’AI ABANDONNÉ TON AMOUR N’A PAS CHANGÉ</a:t>
            </a:r>
            <a:br>
              <a:rPr lang="en-US" smtClean="0"/>
            </a:br>
            <a:r>
              <a:rPr lang="en-US" smtClean="0"/>
              <a:t>     Even when I let You down Your love stayed just the same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3-  DES LARMES COULENT QUAND JE ME SOUVIENS </a:t>
            </a:r>
            <a:br>
              <a:rPr lang="en-US" smtClean="0"/>
            </a:br>
            <a:r>
              <a:rPr lang="en-US" smtClean="0"/>
              <a:t>     I sit in tears to talk about</a:t>
            </a:r>
          </a:p>
          <a:p>
            <a:endParaRPr lang="en-US" smtClean="0"/>
          </a:p>
          <a:p>
            <a:r>
              <a:rPr lang="en-US" smtClean="0"/>
              <a:t>4-  DE CE CŒUR APEURÉ, PLEIN DE DOUTES </a:t>
            </a:r>
            <a:br>
              <a:rPr lang="en-US" smtClean="0"/>
            </a:br>
            <a:r>
              <a:rPr lang="en-US" smtClean="0"/>
              <a:t>     The heart of fears and full of doubt</a:t>
            </a:r>
          </a:p>
          <a:p>
            <a:endParaRPr lang="en-US" smtClean="0"/>
          </a:p>
          <a:p>
            <a:r>
              <a:rPr lang="en-US" smtClean="0"/>
              <a:t>5-  JE N’AI PAS TOUJOURS ACCOMPLI CE QUE J’AI DIT</a:t>
            </a:r>
            <a:br>
              <a:rPr lang="en-US" smtClean="0"/>
            </a:br>
            <a:r>
              <a:rPr lang="en-US" smtClean="0"/>
              <a:t>     I never really kept my word</a:t>
            </a:r>
          </a:p>
          <a:p>
            <a:endParaRPr lang="en-US" smtClean="0"/>
          </a:p>
          <a:p>
            <a:r>
              <a:rPr lang="en-US" smtClean="0"/>
              <a:t>6-  TOUT CE QUE JE T’AI PROMIS</a:t>
            </a:r>
            <a:br>
              <a:rPr lang="en-US" smtClean="0"/>
            </a:br>
            <a:r>
              <a:rPr lang="en-US" smtClean="0"/>
              <a:t>     The things I promised you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7-  MAIS TU ES FIDÈLE INÉBRANLABLE </a:t>
            </a:r>
            <a:br>
              <a:rPr lang="en-US" smtClean="0"/>
            </a:br>
            <a:r>
              <a:rPr lang="en-US" smtClean="0"/>
              <a:t>   	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8-  TU NE CHANGES PAS TU RESTES LE MÊME</a:t>
            </a:r>
          </a:p>
          <a:p>
            <a:r>
              <a:rPr lang="en-US" smtClean="0"/>
              <a:t>   	     There's no shadow of turning in You </a:t>
            </a:r>
          </a:p>
          <a:p>
            <a:endParaRPr lang="en-US" smtClean="0"/>
          </a:p>
          <a:p>
            <a:r>
              <a:rPr lang="en-US" smtClean="0"/>
              <a:t>9-  JE ME TIENS ET JE PENSE À TOI A CE MONDE CRÉÉ AU SON DE TA VOIX </a:t>
            </a:r>
            <a:br>
              <a:rPr lang="en-US" smtClean="0"/>
            </a:br>
            <a:r>
              <a:rPr lang="en-US" smtClean="0"/>
              <a:t>     I Stand in awe to think about The world You made with just one shout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10-  ET CETTE MÊME PAROLE RÉSONNE AUJOURD’HUI </a:t>
            </a:r>
            <a:br>
              <a:rPr lang="en-US" smtClean="0"/>
            </a:br>
            <a:r>
              <a:rPr lang="en-US" smtClean="0"/>
              <a:t>      And that same Word is ringing out</a:t>
            </a:r>
          </a:p>
          <a:p>
            <a:endParaRPr lang="en-US" smtClean="0"/>
          </a:p>
          <a:p>
            <a:r>
              <a:rPr lang="en-US" smtClean="0"/>
              <a:t>11-  RÉSONNE DANS LA GALAXIE </a:t>
            </a:r>
            <a:br>
              <a:rPr lang="en-US" smtClean="0"/>
            </a:br>
            <a:r>
              <a:rPr lang="en-US" smtClean="0"/>
              <a:t>       Throught the galaxy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12-  PLEIN DE JOIE JE VEUX PROCLAMER LA GLOIRE DE PORTER TON NOM </a:t>
            </a:r>
            <a:br>
              <a:rPr lang="en-US" smtClean="0"/>
            </a:br>
            <a:r>
              <a:rPr lang="en-US" smtClean="0"/>
              <a:t>       I stand in Joy to proclaim How You let us wear Your name</a:t>
            </a:r>
          </a:p>
          <a:p>
            <a:endParaRPr lang="en-US" smtClean="0"/>
          </a:p>
          <a:p>
            <a:r>
              <a:rPr lang="en-US" smtClean="0"/>
              <a:t>13-  MÊME LORSQUE JE SUIS BRISÉ TU ES FORT POUR ME RELEVER </a:t>
            </a:r>
            <a:br>
              <a:rPr lang="en-US" smtClean="0"/>
            </a:br>
            <a:r>
              <a:rPr lang="en-US" smtClean="0"/>
              <a:t>       Even when we are so weak You somehow make us strong</a:t>
            </a:r>
            <a:br>
              <a:rPr lang="en-US" smtClean="0"/>
            </a:br>
            <a:r>
              <a:rPr lang="en-US" smtClean="0"/>
              <a:t> 
	14-  MAIS TU ES FIDÈLE INÉBRANLABLE </a:t>
            </a:r>
            <a:br>
              <a:rPr lang="en-US" smtClean="0"/>
            </a:br>
            <a:r>
              <a:rPr lang="en-US" smtClean="0"/>
              <a:t>                          But You are faithful Never shaken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15-  TU NE CHANGES PAS TU RESTES LE MÊME </a:t>
            </a:r>
          </a:p>
          <a:p>
            <a:r>
              <a:rPr lang="en-US" smtClean="0"/>
              <a:t>	       There's no shadow of turning in You</a:t>
            </a:r>
          </a:p>
          <a:p>
            <a:r>
              <a:rPr lang="en-US" smtClean="0"/>
              <a:t>	</a:t>
            </a:r>
          </a:p>
          <a:p>
            <a:r>
              <a:rPr lang="en-US" smtClean="0"/>
              <a:t>	16-  TU ES FIDÈLE TU NE CHANGES PAS </a:t>
            </a:r>
          </a:p>
          <a:p>
            <a:r>
              <a:rPr lang="en-US" smtClean="0"/>
              <a:t>	       You are steady Never changing</a:t>
            </a:r>
          </a:p>
          <a:p>
            <a:endParaRPr lang="en-US" smtClean="0"/>
          </a:p>
          <a:p>
            <a:r>
              <a:rPr lang="en-US" smtClean="0"/>
              <a:t>	17-  SEIGNEUR, AIDE-MOI À ÊTRE COMME TOI </a:t>
            </a:r>
          </a:p>
          <a:p>
            <a:r>
              <a:rPr lang="en-US" smtClean="0"/>
              <a:t>	       Jesus help us To be like You</a:t>
            </a:r>
          </a:p>
          <a:p>
            <a:endParaRPr lang="en-US" smtClean="0"/>
          </a:p>
          <a:p>
            <a:r>
              <a:rPr lang="en-US" smtClean="0"/>
              <a:t>18-  I STAND IN AWE TO THINK ABOUT HOW YOU NEVER CAST ME OUT</a:t>
            </a:r>
            <a:br>
              <a:rPr lang="en-US" smtClean="0"/>
            </a:br>
            <a:r>
              <a:rPr lang="en-US" smtClean="0"/>
              <a:t>19-  EVEN WHEN I LET YOU DOWN YOUR LOVE STAYED JUST THE SAME </a:t>
            </a:r>
          </a:p>
          <a:p>
            <a:endParaRPr lang="en-US" smtClean="0"/>
          </a:p>
          <a:p>
            <a:r>
              <a:rPr lang="en-US" smtClean="0"/>
              <a:t>20-  I SIT IN TEARS TO TALK ABOUT</a:t>
            </a:r>
            <a:br>
              <a:rPr lang="en-US" smtClean="0"/>
            </a:br>
            <a:r>
              <a:rPr lang="en-US" smtClean="0"/>
              <a:t>21-  THE HEART OF FEARS AND FULL OF DOUBT</a:t>
            </a:r>
            <a:br>
              <a:rPr lang="en-US" smtClean="0"/>
            </a:br>
            <a:r>
              <a:rPr lang="en-US" smtClean="0"/>
              <a:t>22-  I NEVER REALLY KEPT MY WORDTHE THINGS I PROMISED YOU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	23-  BUT YOU ARE FAITHFUL NEVER SHAKEN</a:t>
            </a:r>
            <a:br>
              <a:rPr lang="en-US" smtClean="0"/>
            </a:br>
            <a:r>
              <a:rPr lang="en-US" smtClean="0"/>
              <a:t> 	24-  THERE'S NO SHADOW OF TURNING IN YOU 
</a:t>
            </a:r>
          </a:p>
          <a:p>
            <a:r>
              <a:rPr lang="en-US" smtClean="0"/>
              <a:t>25-  I STAND IN AWE TO THINK ABOUT THE WORLD YOU MADE </a:t>
            </a:r>
            <a:br>
              <a:rPr lang="en-US" smtClean="0"/>
            </a:br>
            <a:r>
              <a:rPr lang="en-US" smtClean="0"/>
              <a:t>26-  WITH JUST ONE SHOUT AND THAT SAME WORD IS RINGING OUT</a:t>
            </a:r>
            <a:br>
              <a:rPr lang="en-US" smtClean="0"/>
            </a:br>
            <a:r>
              <a:rPr lang="en-US" smtClean="0"/>
              <a:t>27-  THROUGHT THE GALAXY</a:t>
            </a:r>
            <a:br>
              <a:rPr lang="en-US" smtClean="0"/>
            </a:br>
            <a:r>
              <a:rPr lang="en-US" smtClean="0"/>
              <a:t> </a:t>
            </a:r>
            <a:br>
              <a:rPr lang="en-US" smtClean="0"/>
            </a:br>
            <a:r>
              <a:rPr lang="en-US" smtClean="0"/>
              <a:t> 28-  I STAND IN JOY TO PROCLAIM HOW YOU LET US WEAR YOUR NAME</a:t>
            </a:r>
            <a:br>
              <a:rPr lang="en-US" smtClean="0"/>
            </a:br>
            <a:r>
              <a:rPr lang="en-US" smtClean="0"/>
              <a:t> 29-  EVEN WHEN WE ARE SO WEAK YOU SOMEHOW MAKE US STRONG</a:t>
            </a:r>
            <a:br>
              <a:rPr lang="en-US" smtClean="0"/>
            </a:b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 
	30-  BUT YOU ARE FAITHFUL NEVER SHAKEN</a:t>
            </a:r>
            <a:br>
              <a:rPr lang="en-US" smtClean="0"/>
            </a:br>
            <a:r>
              <a:rPr lang="en-US" smtClean="0"/>
              <a:t> 	31-  THERE'S NO SHADOW OF TURNING IN YOU 
	</a:t>
            </a:r>
          </a:p>
          <a:p>
            <a:r>
              <a:rPr lang="en-US" smtClean="0"/>
              <a:t>	32-  YOU ARE STEADYNEVER CHANGING</a:t>
            </a:r>
            <a:br>
              <a:rPr lang="en-US" smtClean="0"/>
            </a:br>
            <a:r>
              <a:rPr lang="en-US" smtClean="0"/>
              <a:t> 	33-  JESUS HELP USTO BE LIKE YOU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24CD1-6659-43D8-ACAC-04B79422C4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E00E0A-F61B-46DD-B93D-07B0D1A1E0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48D88-36CE-4425-8DF2-1E935B4F15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E0B00-B908-406B-9652-82F8EC8D72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4C9EE-8437-4D91-8D59-99C00DF643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E03FD-B213-4BC7-A375-C8DC619D4C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09DDB-A1EC-4628-928E-B066080522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1A79D-EB38-4DF5-AA2B-8E7AAF0F24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8AC00-AE97-4839-8E44-3DB3417DAA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3DA065-688A-4F45-BDAF-ACD3DA7DD9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7925B-2345-4055-B6E1-49C32510B0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AE36B4D-BDE7-450A-A1E5-B88A4766A3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TIENS AVEC CETTE PENSÉE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TU NE M’AS REJETÉ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JE T’AI ABANDONNÉ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N’A PAS CHANGÉ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PEUX EN PARLER SANS PLEURER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CE CŒUR PLEIN DE DOUTE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APEURÉ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PAS TOUJOURS ACCOMPLI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J’AI DIT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JE T’AI PROMIS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TU ES FIDÈLE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INÉBRANLABLE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PAS L’OMBRE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 CHANGEMENT EN TOI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TIENS ET JE PENSE À TOI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CE MONDE CRÉÉ PAR TA VOIX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CETTE MÊME PAROLE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RÉSONNE AUJOURD’HUI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RÉSONNE DANS LA GALAXIE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PLEIN DE JOIE JE PEUX PROCLAMER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 QUE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NOUS LAISSES PORTER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QUAND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AFFAIBLIS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TOUJOURS TU NOUS FORTIFIES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CONSTANT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NE CHANGES PAS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AIDE-MOI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ÊTRE COMME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STAND IN AWE TO THINK ABOUT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HOW YOU NEVER CAST ME 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EVEN WHEN I LET YOU DOWN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LOVE STAYED JUST THE SAME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SIT IN TEARS TO TALK ABOUT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HEART OF FEARS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FULL OF DOUBT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NEVER REALLY KEPT MY WORD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THINGS I PROMISED YOU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YOU ARE FAITHFUL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NEVER SHAKEN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THERE'S NO SHADOW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OF TURNING IN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STAND IN AWE TO THINK ABOUT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WORLD YOU MADE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JUST ONE SHOUT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THAT SAME WORD IS RINGING OUT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THROUGHT THE GALAXY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STAND IN JOY TO PROCLAIM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HOW YOU LET US WEAR YOUR NAME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EVEN WHEN WE ARE SO WEAK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SOMEHOW MAKE US STRONG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YOU ARE FAITHFUL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NEVER SHAKEN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THERE'S NO SHADOW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TURNING IN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STEADY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NEVER CHANGING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HELP 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BE LIKE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1147</Words>
  <Application>Microsoft Office PowerPoint</Application>
  <PresentationFormat>On-screen Show (4:3)</PresentationFormat>
  <Paragraphs>2409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Franklin Gothic Medium</vt:lpstr>
      <vt:lpstr>Arial</vt:lpstr>
      <vt:lpstr>Calibri</vt:lpstr>
      <vt:lpstr>Default Design</vt:lpstr>
      <vt:lpstr>JE ME TIENS AVEC CETTE PENSÉE JAMAIS TU NE M’AS REJETÉ </vt:lpstr>
      <vt:lpstr>ET QUAND JE T’AI ABANDONNÉ TON AMOUR N’A PAS CHANGÉ    </vt:lpstr>
      <vt:lpstr>JE NE PEUX EN PARLER SANS PLEURER </vt:lpstr>
      <vt:lpstr>DE CE CŒUR PLEIN DE DOUTE  ET APEURÉ   </vt:lpstr>
      <vt:lpstr>JE N’AI PAS TOUJOURS ACCOMPLI  CE QUE J’AI DIT </vt:lpstr>
      <vt:lpstr>TOUT CE QUE JE T’AI PROMIS  </vt:lpstr>
      <vt:lpstr>MAIS TU ES FIDÈLE  INÉBRANLABLE  </vt:lpstr>
      <vt:lpstr>IL N’Y A PAS L’OMBRE  D’UN CHANGEMENT EN TOI </vt:lpstr>
      <vt:lpstr>JE ME TIENS ET JE PENSE À TOI  A CE MONDE CRÉÉ PAR TA VOIX    </vt:lpstr>
      <vt:lpstr>ET CETTE MÊME PAROLE  RÉSONNE AUJOURD’HUI  </vt:lpstr>
      <vt:lpstr>RÉSONNE DANS LA GALAXIE    </vt:lpstr>
      <vt:lpstr>PLEIN DE JOIE JE PEUX PROCLAMER   </vt:lpstr>
      <vt:lpstr>TON NOM QUE  TU NOUS LAISSES PORTER</vt:lpstr>
      <vt:lpstr>MÊME QUAND  NOUS SOMMES AFFAIBLIS  </vt:lpstr>
      <vt:lpstr>TOUJOURS TU NOUS FORTIFIES</vt:lpstr>
      <vt:lpstr>TU ES CONSTANT TU NE CHANGES PAS </vt:lpstr>
      <vt:lpstr>SEIGNEUR, AIDE-MOI  À ÊTRE COMME TOI</vt:lpstr>
      <vt:lpstr>I STAND IN AWE TO THINK ABOUT HOW YOU NEVER CAST ME OUT </vt:lpstr>
      <vt:lpstr>EVEN WHEN I LET YOU DOWN YOUR LOVE STAYED JUST THE SAME </vt:lpstr>
      <vt:lpstr>I SIT IN TEARS TO TALK ABOUT </vt:lpstr>
      <vt:lpstr>THE HEART OF FEARS  AND FULL OF DOUBT </vt:lpstr>
      <vt:lpstr>I NEVER REALLY KEPT MY WORD THE THINGS I PROMISED YOU  </vt:lpstr>
      <vt:lpstr>BUT YOU ARE FAITHFUL NEVER SHAKEN </vt:lpstr>
      <vt:lpstr>THERE'S NO SHADOW  OF TURNING IN YOU</vt:lpstr>
      <vt:lpstr>I STAND IN AWE TO THINK ABOUT THE WORLD YOU MADE   </vt:lpstr>
      <vt:lpstr>WITH JUST ONE SHOUT AND THAT SAME WORD IS RINGING OUT </vt:lpstr>
      <vt:lpstr>THROUGHT THE GALAXY   </vt:lpstr>
      <vt:lpstr>I STAND IN JOY TO PROCLAIM HOW YOU LET US WEAR YOUR NAME </vt:lpstr>
      <vt:lpstr>EVEN WHEN WE ARE SO WEAK YOU SOMEHOW MAKE US STRONG  </vt:lpstr>
      <vt:lpstr>BUT YOU ARE FAITHFUL NEVER SHAKEN </vt:lpstr>
      <vt:lpstr>THERE'S NO SHADOW  OF TURNING IN YOU</vt:lpstr>
      <vt:lpstr>YOU ARE STEADY NEVER CHANGING </vt:lpstr>
      <vt:lpstr>JESUS HELP US TO BE LIKE YOU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2015-07-12T08:02:05Z</dcterms:modified>
</cp:coreProperties>
</file>