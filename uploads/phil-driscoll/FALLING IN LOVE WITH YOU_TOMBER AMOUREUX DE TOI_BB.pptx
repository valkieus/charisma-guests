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9" r:id="rId6"/>
    <p:sldId id="278" r:id="rId7"/>
    <p:sldId id="277" r:id="rId8"/>
    <p:sldId id="276" r:id="rId9"/>
    <p:sldId id="275" r:id="rId10"/>
    <p:sldId id="284" r:id="rId11"/>
    <p:sldId id="283" r:id="rId12"/>
    <p:sldId id="282" r:id="rId13"/>
    <p:sldId id="281" r:id="rId14"/>
    <p:sldId id="274" r:id="rId15"/>
    <p:sldId id="280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6595" autoAdjust="0"/>
  </p:normalViewPr>
  <p:slideViewPr>
    <p:cSldViewPr>
      <p:cViewPr varScale="1">
        <p:scale>
          <a:sx n="28" d="100"/>
          <a:sy n="28" d="100"/>
        </p:scale>
        <p:origin x="-177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57D272-E643-4028-B46F-E871ADC1FB3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8AF904B-3F5A-4E9B-9E3B-10494DCFFF2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 remember You’ve said it, You will never leave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In times of trouble, You’ll be my friend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Sometimes the doubt and fears ,Try to steal my faith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Well I just run to You,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                        And I just set aside the cares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 again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                                   Falling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know You’ve said, I’m the apple of Your eyes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And for loving me, You gave me Your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Sometimes my heart just wants  To break from loving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Then I just let it break, Then I run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I just throw away the troubles of this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Fallin’ in love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 </a:t>
            </a:r>
            <a:r>
              <a:rPr lang="fr-FR" altLang="fr-FR" dirty="0" err="1" smtClean="0"/>
              <a:t>remember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, You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never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leave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In times of trouble, </a:t>
            </a:r>
            <a:r>
              <a:rPr lang="fr-FR" altLang="fr-FR" dirty="0" err="1" smtClean="0"/>
              <a:t>You’ll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friend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doubt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fears</a:t>
            </a:r>
            <a:r>
              <a:rPr lang="fr-FR" altLang="fr-FR" dirty="0" smtClean="0"/>
              <a:t> ,</a:t>
            </a:r>
            <a:r>
              <a:rPr lang="fr-FR" altLang="fr-FR" dirty="0" err="1" smtClean="0"/>
              <a:t>Try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steal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faith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Well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You,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                        And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set </a:t>
            </a:r>
            <a:r>
              <a:rPr lang="fr-FR" altLang="fr-FR" dirty="0" err="1" smtClean="0"/>
              <a:t>aside</a:t>
            </a:r>
            <a:r>
              <a:rPr lang="fr-FR" altLang="fr-FR" dirty="0" smtClean="0"/>
              <a:t> the cares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know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I’m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apple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eyes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And for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me, You gave me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wants</a:t>
            </a:r>
            <a:r>
              <a:rPr lang="fr-FR" altLang="fr-FR" dirty="0" smtClean="0"/>
              <a:t>  To break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let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break,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’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NE ME LAISSERAS PAS,   TU ME L'AS PROMIS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 </a:t>
            </a:r>
            <a:r>
              <a:rPr lang="fr-FR" altLang="fr-FR" dirty="0" err="1" smtClean="0"/>
              <a:t>remember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, You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never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leave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2-  ET AU MILIEU DES TROUBLES, TU ES MON AMI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In times of trouble, </a:t>
            </a:r>
            <a:r>
              <a:rPr lang="fr-FR" altLang="fr-FR" dirty="0" err="1" smtClean="0"/>
              <a:t>You’ll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friend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QUAND LES DOUTES ET LA PEUR, VEULENT VOLER MA FOI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doubt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fears</a:t>
            </a:r>
            <a:r>
              <a:rPr lang="fr-FR" altLang="fr-FR" dirty="0" smtClean="0"/>
              <a:t> ,</a:t>
            </a:r>
            <a:r>
              <a:rPr lang="fr-FR" altLang="fr-FR" dirty="0" err="1" smtClean="0"/>
              <a:t>Try</a:t>
            </a:r>
            <a:r>
              <a:rPr lang="fr-FR" altLang="fr-FR" dirty="0" smtClean="0"/>
              <a:t> to </a:t>
            </a:r>
            <a:r>
              <a:rPr lang="fr-FR" altLang="fr-FR" dirty="0" err="1" smtClean="0"/>
              <a:t>steal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faith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JE COURS VERS TOI, JE COURS JUSQU'À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Well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You,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5-  ET J'ABANDONNE LES SOUCIS DE CE MONDE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                        And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set </a:t>
            </a:r>
            <a:r>
              <a:rPr lang="fr-FR" altLang="fr-FR" dirty="0" err="1" smtClean="0"/>
              <a:t>aside</a:t>
            </a:r>
            <a:r>
              <a:rPr lang="fr-FR" altLang="fr-FR" dirty="0" smtClean="0"/>
              <a:t> the cares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6- POUR TOMBER AMOUREUX DE TOI   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again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7- OUI, JE LAISSE LES ENNUIS DE CE MONDE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8- POUR ÊTRE TOUT À TOI		                   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                                   </a:t>
            </a:r>
            <a:r>
              <a:rPr lang="fr-FR" altLang="fr-FR" dirty="0" err="1" smtClean="0"/>
              <a:t>Falling</a:t>
            </a:r>
            <a:r>
              <a:rPr lang="fr-FR" altLang="fr-FR" dirty="0" smtClean="0"/>
              <a:t>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TU ME L’AS DIT, TU TIENS TELLEMENT À MOI 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know </a:t>
            </a:r>
            <a:r>
              <a:rPr lang="fr-FR" altLang="fr-FR" dirty="0" err="1" smtClean="0"/>
              <a:t>You’ve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said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I’m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apple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eyes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QUE TU AS DONNÉ TA VIE POUR MOI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And for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me, You gave me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QUAND MON CŒUR AMOUREUX SE BRISE D'AMOUR POUR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Sometimes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wants</a:t>
            </a:r>
            <a:r>
              <a:rPr lang="fr-FR" altLang="fr-FR" dirty="0" smtClean="0"/>
              <a:t>  To break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loving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JE NE LE RETIENS PAS ET JE COURS JUSQU'À TOI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let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break,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run</a:t>
            </a:r>
            <a:r>
              <a:rPr lang="fr-FR" altLang="fr-FR" dirty="0" smtClean="0"/>
              <a:t>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13-AMOUREUX DE TOI  OUI, JE SUIS TOUT À TOI  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14- AMOUREUX DE TOI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' in love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15- OUI, JE LAISSE TOUS LES ENNUIS  DE CE MONDE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I </a:t>
            </a:r>
            <a:r>
              <a:rPr lang="fr-FR" altLang="fr-FR" dirty="0" err="1" smtClean="0"/>
              <a:t>just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away</a:t>
            </a:r>
            <a:r>
              <a:rPr lang="fr-FR" altLang="fr-FR" dirty="0" smtClean="0"/>
              <a:t> the troubles of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world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amoureux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Fallin</a:t>
            </a:r>
            <a:r>
              <a:rPr lang="fr-FR" altLang="fr-FR" dirty="0" smtClean="0"/>
              <a:t>’ in love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TU NE ME LAISSERAS PAS,   TU ME L'AS PROMIS </a:t>
            </a:r>
          </a:p>
          <a:p>
            <a:r>
              <a:rPr lang="fr-FR" altLang="fr-FR" smtClean="0"/>
              <a:t>     I remember You’ve said it, You will never leave me</a:t>
            </a:r>
          </a:p>
          <a:p>
            <a:endParaRPr lang="fr-FR" altLang="fr-FR" smtClean="0"/>
          </a:p>
          <a:p>
            <a:r>
              <a:rPr lang="fr-FR" altLang="fr-FR" smtClean="0"/>
              <a:t> 2-  ET AU MILIEU DES TROUBLES, TU ES MON AMI</a:t>
            </a:r>
          </a:p>
          <a:p>
            <a:r>
              <a:rPr lang="fr-FR" altLang="fr-FR" smtClean="0"/>
              <a:t>     In times of trouble, You’ll be my friend</a:t>
            </a:r>
          </a:p>
          <a:p>
            <a:endParaRPr lang="fr-FR" altLang="fr-FR" smtClean="0"/>
          </a:p>
          <a:p>
            <a:r>
              <a:rPr lang="fr-FR" altLang="fr-FR" smtClean="0"/>
              <a:t>3-  QUAND LES DOUTES ET LA PEUR, VEULENT VOLER MA FOI</a:t>
            </a:r>
          </a:p>
          <a:p>
            <a:r>
              <a:rPr lang="fr-FR" altLang="fr-FR" smtClean="0"/>
              <a:t>     Sometimes the doubt and fears ,Try to steal my faith</a:t>
            </a:r>
          </a:p>
          <a:p>
            <a:endParaRPr lang="fr-FR" altLang="fr-FR" smtClean="0"/>
          </a:p>
          <a:p>
            <a:r>
              <a:rPr lang="fr-FR" altLang="fr-FR" smtClean="0"/>
              <a:t>4- JE COURS VERS TOI, JE COURS JUSQU'À TOI </a:t>
            </a:r>
          </a:p>
          <a:p>
            <a:r>
              <a:rPr lang="fr-FR" altLang="fr-FR" smtClean="0"/>
              <a:t>     Well I just run to You, I run to You</a:t>
            </a:r>
          </a:p>
          <a:p>
            <a:endParaRPr lang="fr-FR" altLang="fr-FR" smtClean="0"/>
          </a:p>
          <a:p>
            <a:r>
              <a:rPr lang="fr-FR" altLang="fr-FR" smtClean="0"/>
              <a:t>		5-  ET J'ABANDONNE LES SOUCIS DE CE MONDE   </a:t>
            </a:r>
          </a:p>
          <a:p>
            <a:r>
              <a:rPr lang="fr-FR" altLang="fr-FR" smtClean="0"/>
              <a:t>	                        And I just set aside the cares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6- POUR TOMBER AMOUREUX DE TOI   		                       </a:t>
            </a:r>
          </a:p>
          <a:p>
            <a:r>
              <a:rPr lang="fr-FR" altLang="fr-FR" smtClean="0"/>
              <a:t>                                           Falling in love with You again</a:t>
            </a:r>
          </a:p>
          <a:p>
            <a:endParaRPr lang="fr-FR" altLang="fr-FR" smtClean="0"/>
          </a:p>
          <a:p>
            <a:r>
              <a:rPr lang="fr-FR" altLang="fr-FR" smtClean="0"/>
              <a:t>		7- OUI, JE LAISSE LES ENNUIS DE CE MONDE        </a:t>
            </a:r>
          </a:p>
          <a:p>
            <a:r>
              <a:rPr lang="fr-FR" altLang="fr-FR" smtClean="0"/>
              <a:t>                                     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		8- POUR ÊTRE TOUT À TOI		                       </a:t>
            </a:r>
          </a:p>
          <a:p>
            <a:r>
              <a:rPr lang="fr-FR" altLang="fr-FR" smtClean="0"/>
              <a:t>                                           Falling in love with You</a:t>
            </a:r>
          </a:p>
          <a:p>
            <a:endParaRPr lang="fr-FR" altLang="fr-FR" smtClean="0"/>
          </a:p>
          <a:p>
            <a:r>
              <a:rPr lang="fr-FR" altLang="fr-FR" smtClean="0"/>
              <a:t>9-  TU ME L’AS DIT, TU TIENS TELLEMENT À MOI 	</a:t>
            </a:r>
          </a:p>
          <a:p>
            <a:r>
              <a:rPr lang="fr-FR" altLang="fr-FR" smtClean="0"/>
              <a:t>      I know You’ve said, I’m the apple of Your eyes</a:t>
            </a:r>
          </a:p>
          <a:p>
            <a:endParaRPr lang="fr-FR" altLang="fr-FR" smtClean="0"/>
          </a:p>
          <a:p>
            <a:r>
              <a:rPr lang="fr-FR" altLang="fr-FR" smtClean="0"/>
              <a:t>10-  QUE TU AS DONNÉ TA VIE POUR MOI	</a:t>
            </a:r>
          </a:p>
          <a:p>
            <a:r>
              <a:rPr lang="fr-FR" altLang="fr-FR" smtClean="0"/>
              <a:t>       And for loving me, You gave me Your life</a:t>
            </a:r>
          </a:p>
          <a:p>
            <a:endParaRPr lang="fr-FR" altLang="fr-FR" smtClean="0"/>
          </a:p>
          <a:p>
            <a:r>
              <a:rPr lang="fr-FR" altLang="fr-FR" smtClean="0"/>
              <a:t>11-  QUAND MON CŒUR AMOUREUX SE BRISE D'AMOUR POUR TOI</a:t>
            </a:r>
          </a:p>
          <a:p>
            <a:r>
              <a:rPr lang="fr-FR" altLang="fr-FR" smtClean="0"/>
              <a:t>        Sometimes my heart just wants  To break from loving You</a:t>
            </a:r>
          </a:p>
          <a:p>
            <a:endParaRPr lang="fr-FR" altLang="fr-FR" smtClean="0"/>
          </a:p>
          <a:p>
            <a:r>
              <a:rPr lang="fr-FR" altLang="fr-FR" smtClean="0"/>
              <a:t>12-  JE NE LE RETIENS PAS ET JE COURS JUSQU'À TOI	</a:t>
            </a:r>
          </a:p>
          <a:p>
            <a:r>
              <a:rPr lang="fr-FR" altLang="fr-FR" smtClean="0"/>
              <a:t>        Then I just let it break, Then I run to You</a:t>
            </a:r>
          </a:p>
          <a:p>
            <a:endParaRPr lang="fr-FR" altLang="fr-FR" smtClean="0"/>
          </a:p>
          <a:p>
            <a:r>
              <a:rPr lang="fr-FR" altLang="fr-FR" smtClean="0"/>
              <a:t>13-AMOUREUX DE TOI  OUI, JE SUIS TOUT À TOI  		</a:t>
            </a:r>
          </a:p>
          <a:p>
            <a:r>
              <a:rPr lang="fr-FR" altLang="fr-FR" smtClean="0"/>
              <a:t>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14- AMOUREUX DE TOI				</a:t>
            </a:r>
          </a:p>
          <a:p>
            <a:r>
              <a:rPr lang="fr-FR" altLang="fr-FR" smtClean="0"/>
              <a:t>      Fallin' in love</a:t>
            </a:r>
          </a:p>
          <a:p>
            <a:endParaRPr lang="fr-FR" altLang="fr-FR" smtClean="0"/>
          </a:p>
          <a:p>
            <a:r>
              <a:rPr lang="fr-FR" altLang="fr-FR" smtClean="0"/>
              <a:t>15- OUI, JE LAISSE TOUS LES ENNUIS  DE CE MONDE		</a:t>
            </a:r>
          </a:p>
          <a:p>
            <a:r>
              <a:rPr lang="fr-FR" altLang="fr-FR" smtClean="0"/>
              <a:t>      I just throw away the troubles of this world</a:t>
            </a:r>
          </a:p>
          <a:p>
            <a:endParaRPr lang="fr-FR" altLang="fr-FR" smtClean="0"/>
          </a:p>
          <a:p>
            <a:r>
              <a:rPr lang="fr-FR" altLang="fr-FR" smtClean="0"/>
              <a:t>16- amoureux de Toi</a:t>
            </a:r>
          </a:p>
          <a:p>
            <a:r>
              <a:rPr lang="fr-FR" altLang="fr-FR" smtClean="0"/>
              <a:t>				</a:t>
            </a:r>
          </a:p>
          <a:p>
            <a:r>
              <a:rPr lang="fr-FR" altLang="fr-FR" smtClean="0"/>
              <a:t>      Fallin’ in love with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4BEC-ED57-4FBF-BA4F-B4DCDA44CF4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8C6F2-A4F9-485F-9FC1-3069D0E55A6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CFC93-8044-49AC-BFCE-451EBC628CB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85A65-D7AA-48D0-923C-D6871ED0E91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E07AC-E85F-4074-A874-CD6BBC5BFE7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D0416-E5B8-4679-8EF8-232AF4ED4D7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FDE1D-32ED-498D-9734-5A4E45636D1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EC25E-7EA1-4443-861B-AD9144B9D57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7C619-0A92-4052-909E-C0DD1BE06C9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A3F83-40EC-467E-9692-3B744A1F8FC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1B537-2BA5-40E6-BED9-215128A4F4F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24497CD-2DFD-4495-A8E5-B9CDD41677F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NE ME LAISSERAS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TU ME L'AS PROMIS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AU MILIEU DES TROUBLES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ES MON AMI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QUAND LES DOUTES ET LA PEUR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VEULENT VOLER MA FOI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COURS VERS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COURS JUSQU'À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J'ABANDONNE LES SOUCIS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 CE MONDE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POUR TOMBER AMOUREUX DE 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LAISSE LES ENNUIS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 CE MONDE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POUR ÊTRE 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ME L’AS DIT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TIENS TELLEMENT À MOI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QUE TU AS DONNÉ TA VIE POUR MOI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QUAND MON CŒUR AMOUREUX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SE BRISE D'AMOUR POUR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NE LE RETIENS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JE COURS JUSQU'À 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SUIS TOUT À TOI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OUI, JE LAISSE TOUS LES ENNUIS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DE CE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2989</Words>
  <Application>Microsoft Office PowerPoint</Application>
  <PresentationFormat>On-screen Show (4:3)</PresentationFormat>
  <Paragraphs>1552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TU NE ME LAISSERAS PAS  TU ME L'AS PROMIS</vt:lpstr>
      <vt:lpstr>ET AU MILIEU DES TROUBLES TU ES MON AMI</vt:lpstr>
      <vt:lpstr>QUAND LES DOUTES ET LA PEUR VEULENT VOLER MA FOI </vt:lpstr>
      <vt:lpstr>JE COURS VERS TOI JE COURS JUSQU'À TOI </vt:lpstr>
      <vt:lpstr>ET J'ABANDONNE LES SOUCIS  DE CE MONDE </vt:lpstr>
      <vt:lpstr>POUR TOMBER AMOUREUX DE TOI </vt:lpstr>
      <vt:lpstr>OUI, JE LAISSE LES ENNUIS  DE CE MONDE </vt:lpstr>
      <vt:lpstr>POUR ÊTRE AMOUREUX DE TOI</vt:lpstr>
      <vt:lpstr>TU ME L’AS DIT  TU TIENS TELLEMENT À MOI </vt:lpstr>
      <vt:lpstr>QUE TU AS DONNÉ TA VIE POUR MOI </vt:lpstr>
      <vt:lpstr>QUAND MON CŒUR AMOUREUX  SE BRISE D'AMOUR POUR TOI </vt:lpstr>
      <vt:lpstr>JE NE LE RETIENS PAS ET JE COURS JUSQU'À TOI </vt:lpstr>
      <vt:lpstr>AMOUREUX DE TOI  OUI, JE SUIS TOUT À TOI  </vt:lpstr>
      <vt:lpstr>AMOUREUX DE TOI</vt:lpstr>
      <vt:lpstr>OUI, JE LAISSE TOUS LES ENNUIS  DE CE MONDE</vt:lpstr>
      <vt:lpstr>AMOUREUX DE TOI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145</cp:revision>
  <dcterms:created xsi:type="dcterms:W3CDTF">2002-08-17T10:50:50Z</dcterms:created>
  <dcterms:modified xsi:type="dcterms:W3CDTF">2015-07-12T08:09:32Z</dcterms:modified>
</cp:coreProperties>
</file>