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85" r:id="rId3"/>
    <p:sldId id="284" r:id="rId4"/>
    <p:sldId id="283" r:id="rId5"/>
    <p:sldId id="282" r:id="rId6"/>
    <p:sldId id="281" r:id="rId7"/>
    <p:sldId id="280" r:id="rId8"/>
    <p:sldId id="279" r:id="rId9"/>
    <p:sldId id="278" r:id="rId10"/>
    <p:sldId id="277" r:id="rId11"/>
    <p:sldId id="276" r:id="rId12"/>
    <p:sldId id="275" r:id="rId13"/>
    <p:sldId id="286" r:id="rId14"/>
    <p:sldId id="274" r:id="rId15"/>
    <p:sldId id="273" r:id="rId16"/>
    <p:sldId id="272" r:id="rId17"/>
    <p:sldId id="271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32690" autoAdjust="0"/>
  </p:normalViewPr>
  <p:slideViewPr>
    <p:cSldViewPr>
      <p:cViewPr>
        <p:scale>
          <a:sx n="33" d="100"/>
          <a:sy n="33" d="100"/>
        </p:scale>
        <p:origin x="-726" y="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CF1D2BA8-AF79-4EFC-9E3C-2F3A86E17CF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191605F9-7E0C-46BF-ABF7-61942F83132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seasons</a:t>
            </a:r>
            <a:r>
              <a:rPr lang="fr-FR" dirty="0" smtClean="0"/>
              <a:t> come and </a:t>
            </a:r>
            <a:r>
              <a:rPr lang="fr-FR" dirty="0" err="1" smtClean="0"/>
              <a:t>seasons</a:t>
            </a:r>
            <a:r>
              <a:rPr lang="fr-FR" dirty="0" smtClean="0"/>
              <a:t> go a </a:t>
            </a:r>
            <a:r>
              <a:rPr lang="fr-FR" dirty="0" err="1" smtClean="0"/>
              <a:t>holiday</a:t>
            </a:r>
            <a:r>
              <a:rPr lang="fr-FR" dirty="0" smtClean="0"/>
              <a:t> </a:t>
            </a:r>
            <a:r>
              <a:rPr lang="fr-FR" dirty="0" err="1" smtClean="0"/>
              <a:t>feelin's</a:t>
            </a:r>
            <a:r>
              <a:rPr lang="fr-FR" dirty="0" smtClean="0"/>
              <a:t>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sound</a:t>
            </a:r>
            <a:r>
              <a:rPr lang="fr-FR" dirty="0" smtClean="0"/>
              <a:t> of music people </a:t>
            </a:r>
            <a:r>
              <a:rPr lang="fr-FR" dirty="0" err="1" smtClean="0"/>
              <a:t>laughin</a:t>
            </a:r>
            <a:r>
              <a:rPr lang="fr-FR" dirty="0" smtClean="0"/>
              <a:t>' </a:t>
            </a:r>
            <a:r>
              <a:rPr lang="fr-FR" dirty="0" err="1" smtClean="0"/>
              <a:t>playin</a:t>
            </a:r>
            <a:r>
              <a:rPr lang="fr-FR" dirty="0" smtClean="0"/>
              <a:t>' </a:t>
            </a:r>
            <a:r>
              <a:rPr lang="fr-FR" dirty="0" err="1" smtClean="0"/>
              <a:t>sayin</a:t>
            </a:r>
            <a:r>
              <a:rPr lang="fr-FR" dirty="0" smtClean="0"/>
              <a:t>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merry</a:t>
            </a:r>
            <a:r>
              <a:rPr lang="fr-FR" dirty="0" smtClean="0"/>
              <a:t> </a:t>
            </a:r>
            <a:r>
              <a:rPr lang="fr-FR" dirty="0" err="1" smtClean="0"/>
              <a:t>christmas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us </a:t>
            </a:r>
            <a:r>
              <a:rPr lang="fr-FR" dirty="0" err="1" smtClean="0"/>
              <a:t>remember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not </a:t>
            </a:r>
            <a:r>
              <a:rPr lang="fr-FR" dirty="0" err="1" smtClean="0"/>
              <a:t>december</a:t>
            </a:r>
            <a:r>
              <a:rPr lang="fr-FR" dirty="0" smtClean="0"/>
              <a:t>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all the </a:t>
            </a:r>
            <a:r>
              <a:rPr lang="fr-FR" dirty="0" err="1" smtClean="0"/>
              <a:t>year</a:t>
            </a:r>
            <a:r>
              <a:rPr lang="fr-FR" dirty="0" smtClean="0"/>
              <a:t> long the </a:t>
            </a:r>
            <a:r>
              <a:rPr lang="fr-FR" dirty="0" err="1" smtClean="0"/>
              <a:t>greatest</a:t>
            </a:r>
            <a:r>
              <a:rPr lang="fr-FR" dirty="0" smtClean="0"/>
              <a:t>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god</a:t>
            </a:r>
            <a:r>
              <a:rPr lang="fr-FR" dirty="0" smtClean="0"/>
              <a:t> gave the world </a:t>
            </a:r>
            <a:r>
              <a:rPr lang="fr-FR" dirty="0" err="1" smtClean="0"/>
              <a:t>his</a:t>
            </a:r>
            <a:r>
              <a:rPr lang="fr-FR" dirty="0" smtClean="0"/>
              <a:t>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spirit of </a:t>
            </a:r>
            <a:r>
              <a:rPr lang="fr-FR" dirty="0" err="1" smtClean="0"/>
              <a:t>christmas</a:t>
            </a:r>
            <a:r>
              <a:rPr lang="fr-FR" dirty="0" smtClean="0"/>
              <a:t> sent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above</a:t>
            </a:r>
            <a:r>
              <a:rPr lang="fr-FR" dirty="0" smtClean="0"/>
              <a:t>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spirit of </a:t>
            </a:r>
            <a:r>
              <a:rPr lang="fr-FR" dirty="0" err="1" smtClean="0"/>
              <a:t>christmas</a:t>
            </a:r>
            <a:r>
              <a:rPr lang="fr-FR" dirty="0" smtClean="0"/>
              <a:t> </a:t>
            </a:r>
            <a:r>
              <a:rPr lang="fr-FR" dirty="0" err="1" smtClean="0"/>
              <a:t>god's</a:t>
            </a:r>
            <a:r>
              <a:rPr lang="fr-FR" dirty="0" smtClean="0"/>
              <a:t>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 message sent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reachin</a:t>
            </a:r>
            <a:r>
              <a:rPr lang="fr-FR" dirty="0" smtClean="0"/>
              <a:t>' far and </a:t>
            </a:r>
            <a:r>
              <a:rPr lang="fr-FR" dirty="0" err="1" smtClean="0"/>
              <a:t>near</a:t>
            </a:r>
            <a:r>
              <a:rPr lang="fr-FR" dirty="0" smtClean="0"/>
              <a:t>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spirit of </a:t>
            </a:r>
            <a:r>
              <a:rPr lang="fr-FR" dirty="0" err="1" smtClean="0"/>
              <a:t>christmas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alive</a:t>
            </a:r>
            <a:r>
              <a:rPr lang="fr-FR" dirty="0" smtClean="0"/>
              <a:t> </a:t>
            </a:r>
            <a:r>
              <a:rPr lang="fr-FR" dirty="0" err="1" smtClean="0"/>
              <a:t>thru</a:t>
            </a:r>
            <a:r>
              <a:rPr lang="fr-FR" dirty="0" smtClean="0"/>
              <a:t> all the </a:t>
            </a:r>
            <a:r>
              <a:rPr lang="fr-FR" dirty="0" err="1" smtClean="0"/>
              <a:t>year</a:t>
            </a:r>
            <a:r>
              <a:rPr lang="fr-FR" dirty="0" smtClean="0"/>
              <a:t>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spirit of </a:t>
            </a:r>
            <a:r>
              <a:rPr lang="fr-FR" dirty="0" err="1" smtClean="0"/>
              <a:t>christmas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</a:t>
            </a:r>
            <a:r>
              <a:rPr lang="fr-FR" dirty="0" err="1" smtClean="0"/>
              <a:t>seasons</a:t>
            </a:r>
            <a:r>
              <a:rPr lang="fr-FR" dirty="0" smtClean="0"/>
              <a:t> come and </a:t>
            </a:r>
            <a:r>
              <a:rPr lang="fr-FR" dirty="0" err="1" smtClean="0"/>
              <a:t>seasons</a:t>
            </a:r>
            <a:r>
              <a:rPr lang="fr-FR" dirty="0" smtClean="0"/>
              <a:t>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let us not </a:t>
            </a:r>
            <a:r>
              <a:rPr lang="fr-FR" dirty="0" err="1" smtClean="0"/>
              <a:t>forget</a:t>
            </a:r>
            <a:r>
              <a:rPr lang="fr-FR" dirty="0" smtClean="0"/>
              <a:t> the </a:t>
            </a:r>
            <a:r>
              <a:rPr lang="fr-FR" dirty="0" err="1" smtClean="0"/>
              <a:t>very</a:t>
            </a:r>
            <a:r>
              <a:rPr lang="fr-FR" dirty="0" smtClean="0"/>
              <a:t> </a:t>
            </a:r>
            <a:r>
              <a:rPr lang="fr-FR" dirty="0" err="1" smtClean="0"/>
              <a:t>reason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to </a:t>
            </a:r>
            <a:r>
              <a:rPr lang="fr-FR" dirty="0" err="1" smtClean="0"/>
              <a:t>others</a:t>
            </a:r>
            <a:r>
              <a:rPr lang="fr-FR" dirty="0" smtClean="0"/>
              <a:t>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gave us </a:t>
            </a:r>
            <a:r>
              <a:rPr lang="fr-FR" dirty="0" err="1" smtClean="0"/>
              <a:t>his</a:t>
            </a:r>
            <a:r>
              <a:rPr lang="fr-FR" dirty="0" smtClean="0"/>
              <a:t>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 message sent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reachin</a:t>
            </a:r>
            <a:r>
              <a:rPr lang="fr-FR" dirty="0" smtClean="0"/>
              <a:t>' far and </a:t>
            </a:r>
            <a:r>
              <a:rPr lang="fr-FR" dirty="0" err="1" smtClean="0"/>
              <a:t>near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spirit of </a:t>
            </a:r>
            <a:r>
              <a:rPr lang="fr-FR" dirty="0" err="1" smtClean="0"/>
              <a:t>christmas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alive</a:t>
            </a:r>
            <a:r>
              <a:rPr lang="fr-FR" dirty="0" smtClean="0"/>
              <a:t> </a:t>
            </a:r>
            <a:r>
              <a:rPr lang="fr-FR" dirty="0" err="1" smtClean="0"/>
              <a:t>thru</a:t>
            </a:r>
            <a:r>
              <a:rPr lang="fr-FR" dirty="0" smtClean="0"/>
              <a:t> all the </a:t>
            </a:r>
            <a:r>
              <a:rPr lang="fr-FR" dirty="0" err="1" smtClean="0"/>
              <a:t>year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spirit of </a:t>
            </a:r>
            <a:r>
              <a:rPr lang="fr-FR" dirty="0" err="1" smtClean="0"/>
              <a:t>christmas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>
              <a:defRPr/>
            </a:pPr>
            <a:r>
              <a:rPr lang="fr-FR" smtClean="0"/>
              <a:t>seasons come and seasons go a holiday feelin's in the air</a:t>
            </a:r>
          </a:p>
          <a:p>
            <a:pPr>
              <a:defRPr/>
            </a:pPr>
            <a:r>
              <a:rPr lang="fr-FR" smtClean="0"/>
              <a:t>2-  ET DE LA MUSIQUE LES GENS RIENT, JOUENT ET SE DISENT </a:t>
            </a:r>
          </a:p>
          <a:p>
            <a:pPr>
              <a:defRPr/>
            </a:pPr>
            <a:r>
              <a:rPr lang="fr-FR" smtClean="0"/>
              <a:t>the sound of music people laughin' playin' sayin‘</a:t>
            </a:r>
          </a:p>
          <a:p>
            <a:pPr>
              <a:defRPr/>
            </a:pPr>
            <a:r>
              <a:rPr lang="fr-FR" smtClean="0"/>
              <a:t>3-  JOYEUX NOËL À TOI EN CE TEMPS DE PARTAGE ET D’AMOUR </a:t>
            </a:r>
          </a:p>
          <a:p>
            <a:pPr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>
              <a:defRPr/>
            </a:pPr>
            <a:r>
              <a:rPr lang="fr-FR" smtClean="0"/>
              <a:t>god gave the world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C’EST L’ESPRIT DE NOËL VENU DES CIEUX </a:t>
            </a:r>
          </a:p>
          <a:p>
            <a:pPr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>
              <a:defRPr/>
            </a:pPr>
            <a:r>
              <a:rPr lang="fr-FR" smtClean="0"/>
              <a:t>the spirit of christmas god's gift of love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COMME LES SAISONS QUI VONT ET VIENNENT</a:t>
            </a:r>
          </a:p>
          <a:p>
            <a:pPr>
              <a:defRPr/>
            </a:pPr>
            <a:r>
              <a:rPr lang="fr-FR" smtClean="0"/>
              <a:t>as seasons come and seasons go</a:t>
            </a:r>
          </a:p>
          <a:p>
            <a:pPr>
              <a:defRPr/>
            </a:pPr>
            <a:r>
              <a:rPr lang="fr-FR" smtClean="0"/>
              <a:t>13-  QUE CE CADEAU D’AMOUR DURE </a:t>
            </a:r>
          </a:p>
          <a:p>
            <a:pPr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>
              <a:defRPr/>
            </a:pPr>
            <a:r>
              <a:rPr lang="fr-FR" smtClean="0"/>
              <a:t>is god gave us his son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UN MESSAGE DU CIEL QUI VIENT NOUS TOUCHER </a:t>
            </a:r>
          </a:p>
          <a:p>
            <a:pPr>
              <a:defRPr/>
            </a:pPr>
            <a:r>
              <a:rPr lang="fr-FR" smtClean="0"/>
              <a:t>a message sent from heaven it's reachin' far and near</a:t>
            </a:r>
          </a:p>
          <a:p>
            <a:pPr>
              <a:defRPr/>
            </a:pPr>
            <a:r>
              <a:rPr lang="fr-FR" smtClean="0"/>
              <a:t>17-  C’EST L’ESPRIT DE NOEL POUR TOUTE L’ANNÉE </a:t>
            </a:r>
          </a:p>
          <a:p>
            <a:pPr>
              <a:defRPr/>
            </a:pPr>
            <a:r>
              <a:rPr lang="fr-FR" smtClean="0"/>
              <a:t>the spirit of christmas is alive thru all the year</a:t>
            </a:r>
          </a:p>
          <a:p>
            <a:pPr>
              <a:defRPr/>
            </a:pPr>
            <a:r>
              <a:rPr lang="fr-FR" smtClean="0"/>
              <a:t>18-  L’ESPRIT DE NOEL EST LÀ </a:t>
            </a:r>
          </a:p>
          <a:p>
            <a:pPr>
              <a:defRPr/>
            </a:pPr>
            <a:r>
              <a:rPr lang="fr-FR" smtClean="0"/>
              <a:t>the spirit of christmas is here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D1A9B-A9CA-4CD4-88DE-5AF7E9E0F9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F0168-0ED9-4FEF-A230-FFB7287DD7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B6CCC-0517-4B9E-BA40-90306046A2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DAA31-526A-44C3-902B-0B4A87B018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FBA3C3-68FC-415F-8815-8A8465CD26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FB6CB-AF2D-483E-A93D-45EEABB982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08158-6927-48BD-AB23-5985CEED66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3A6A5-E45B-4C5C-A54C-CB4AECBD6C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AA979-4407-4DCD-9E6B-F0B68AD8AF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30F37-4F10-4DBF-B089-567349BFD7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C8087C-2F88-45A6-B0D4-F81635CF29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7742CDA9-0485-41F3-A402-6BCF1E8F8E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SAISONS VIENNENT ET S’EN VONT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COMME UN AIR DE VACANCES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MUSIQUE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GENS RIENT, JOUENT ET SE DISENT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JOYEUX NOËL 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CE TEMPS DE PARTAGE ET D’AMOUR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SOUVENONS-NOUS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CE N’EST PAS EN DÉCEMBRE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TOUTE L’ANNÉE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PLUS GRAND DES CADEAUX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FILS DU DIEU TRÈS-HAUT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L’ESPRIT DE NOËL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VENU DES CIEUX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L’ESPRIT DE NOËL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CADEAU DE DIEU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MESSAGE DU CIEL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VIENT NOUS TOUCHER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L’ESPRIT DE NOEL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TOUTE L’ANNÉE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L’ESPRIT DE NOEL EST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LES SAISONS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VONT ET VIENNENT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CE CADEAU D’AMOUR DURE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N’OUBLIONS JAMAIS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NOUS DONNONS CE JOUR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DIEU NOUS A DONNÉ SON FILS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MESSAGE DU CIEL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VIENT NOUS TOUCHER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L’ESPRIT DE NOEL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TOUTE L’ANNÉE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L’ESPRIT DE NOEL EST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2667</Words>
  <Application>Microsoft Office PowerPoint</Application>
  <PresentationFormat>On-screen Show (4:3)</PresentationFormat>
  <Paragraphs>1170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LES SAISONS VIENNENT ET S’EN VONT IL Y A COMME UN AIR DE VACANCES</vt:lpstr>
      <vt:lpstr>ET DE LA MUSIQUE LES GENS RIENT, JOUENT ET SE DISENT</vt:lpstr>
      <vt:lpstr>JOYEUX NOËL À TOI EN CE TEMPS DE PARTAGE ET D’AMOUR</vt:lpstr>
      <vt:lpstr>SOUVENONS-NOUS QUE CE N’EST PAS EN DÉCEMBRE</vt:lpstr>
      <vt:lpstr>MAIS TOUTE L’ANNÉE LE PLUS GRAND DES CADEAUX</vt:lpstr>
      <vt:lpstr>LE FILS DU DIEU TRÈS-HAUT</vt:lpstr>
      <vt:lpstr>C’EST L’ESPRIT DE NOËL VENU DES CIEUX</vt:lpstr>
      <vt:lpstr>C’EST L’ESPRIT DE NOËL LE CADEAU DE DIEU</vt:lpstr>
      <vt:lpstr>UN MESSAGE DU CIEL QUI VIENT NOUS TOUCHER</vt:lpstr>
      <vt:lpstr>C’EST L’ESPRIT DE NOEL POUR TOUTE L’ANNÉE</vt:lpstr>
      <vt:lpstr>L’ESPRIT DE NOEL EST LÀ</vt:lpstr>
      <vt:lpstr>COMME LES SAISONS QUI VONT ET VIENNENT</vt:lpstr>
      <vt:lpstr>QUE CE CADEAU D’AMOUR DURE</vt:lpstr>
      <vt:lpstr>ET N’OUBLIONS JAMAIS QUE NOUS DONNONS CE JOUR</vt:lpstr>
      <vt:lpstr>CAR DIEU NOUS A DONNÉ SON FILS</vt:lpstr>
      <vt:lpstr>UN MESSAGE DU CIEL QUI VIENT NOUS TOUCHER</vt:lpstr>
      <vt:lpstr>C’EST L’ESPRIT DE NOEL POUR TOUTE L’ANNÉE</vt:lpstr>
      <vt:lpstr>L’ESPRIT DE NOEL EST LÀ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124</cp:revision>
  <dcterms:created xsi:type="dcterms:W3CDTF">2002-08-17T10:50:50Z</dcterms:created>
  <dcterms:modified xsi:type="dcterms:W3CDTF">2015-12-20T09:03:19Z</dcterms:modified>
</cp:coreProperties>
</file>