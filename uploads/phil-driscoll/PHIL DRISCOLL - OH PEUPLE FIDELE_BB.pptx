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2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>
        <p:scale>
          <a:sx n="44" d="100"/>
          <a:sy n="44" d="100"/>
        </p:scale>
        <p:origin x="-30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52BECBB-9AE0-4AE7-83C1-73B390111EC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92CFFE8-9C38-4E99-9411-B042D2A157A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OH ! PEUPLES FIDÈLES  JOYEUX ET TRIOMPHANTS 
2-  L’UNIVERS CÉLÈBRE LE ROI DES ROIS VENEZ, ADORONS JÉSUS 
	3-  L’HUMBLE FILS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ENSEMBLE, ADORONS JÉSUS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CHRIST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5-  EN CHŒUR LE CIEL CHANTE TOUS LES ANGES T’ADORENT  
6-  SANS FIN ILS PROCLAMENT  TA SAINTETÉ, DIEU VÉRITABLE   
	7-  MAÎTRE INCOMPARABLE ENSEMBLE,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ADORONS JÉSUS X3
8-  CHRIST EST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OH ! PEUPLES FIDÈLES  JOYEUX ET TRIOMPHANTS 
2-  L’UNIVERS CÉLÈBRE LE ROI DES ROIS VENEZ, ADORONS JÉSUS 
	3-  L’HUMBLE FILS DU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ENSEMBLE, ADORONS JÉSUS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CHRIST LE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5-  EN CHŒUR LE CIEL CHANTE TOUS LES ANGES T’ADORENT  
6-  SANS FIN ILS PROCLAMENT  TA SAINTETÉ, DIEU VÉRITABLE   
	7-  MAÎTRE INCOMPARABLE ENSEMBLE,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ADORONS JÉSUS X3
8-  CHRIST EST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9-  TOI SEUL SEIGNEUR ES DIGNE CHRIST NOTRE SEIGNEUR 
10-  NOUS LUI RENDONS LA GLOIRE CHRIST, NOTRE SEIGNEUR 
11-  EMMANUEL, NOUS T’ADORONS  CHRIST, NOTRE SEIGNEUR 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! PEUPLES FIDÈLES  JOYEUX ET TRIOMPHANTS 
2-  L’UNIVERS CÉLÈBRE LE ROI DES ROIS VENEZ, ADORONS JÉSUS 
3-  L’HUMBLE FILS DU PÈRE ENSEMBLE, ADORONS JÉSUS 
4-  CHRIST LE SEIGNEUR 
5-  EN CHŒUR LE CIEL CHANTE TOUS LES ANGES T’ADORENT  
6-  SANS FIN ILS PROCLAMENT  TA SAINTETÉ, DIEU VÉRITABLE   
7-  MAÎTRE INCOMPARABLE ENSEMBLE, ADORONS JÉSUS 
8-  CHRIST EST SEIGNEUR 
9-  TOI SEUL SEIGNEUR ES DIGNE CHRIST NOTRE SEIGNEUR 
10-  NOUS LUI RENDONS LA GLOIRE CHRIST, NOTRE SEIGNEUR 
11-  EMMANUEL, NOUS T’ADORONS  CHRIST, NOTRE SEIGNEUR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64296-1307-4995-83FF-B7CDFCB737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58D653-D4EC-4992-BAC9-90A090405F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1D9A2-F5C5-40F4-B06B-C7739158E1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56898-9151-4E23-9833-0E29EC726B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6A300-1656-489D-8FCA-790EF0079D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6721C-C6FF-4FA7-B7F8-6650055312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E48FE-9E6D-42BA-8B17-248A4F1829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7A4909-0081-4F04-8732-747CA4A1F5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E885E-CC4D-4734-AA17-D3AE5B8D0C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C7952-C946-4D61-96C5-B6B4815364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E25D4-BDB7-4912-80DC-D4A46104EE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307D987-FBB6-4B78-840E-2A8064C7D1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PEUPLES FIDÈLES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JOYEUX 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TRIOMPHANTS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L’UNIVERS CÉLÈBRE LE ROI DES ROIS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ADORONS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L’HUMBLE FILS DU PÈRE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ENSEMBLE,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ADORONS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CHRIST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CHŒUR LE CIEL CHANTE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ANGES T’ADORENT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FIN ILS PROCLAMENT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SAINTETÉ, DIEU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VÉRITABLE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MAÎTRE INCOMPARABLE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ENSEMBLE, ADORONS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CHRIST 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SEUL SEIGNEUR ES DIGNE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CHRIST NOTRE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LUI RENDONS LA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CHRIST, NOTRE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EMMANUEL,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CHRIST,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257</Words>
  <Application>Microsoft Office PowerPoint</Application>
  <PresentationFormat>On-screen Show (4:3)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2015-12-20T08:57:49Z</dcterms:modified>
</cp:coreProperties>
</file>