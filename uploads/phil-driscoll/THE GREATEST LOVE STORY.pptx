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0" r:id="rId2"/>
    <p:sldId id="284" r:id="rId3"/>
    <p:sldId id="283" r:id="rId4"/>
    <p:sldId id="282" r:id="rId5"/>
    <p:sldId id="281" r:id="rId6"/>
    <p:sldId id="280" r:id="rId7"/>
    <p:sldId id="279" r:id="rId8"/>
    <p:sldId id="278" r:id="rId9"/>
    <p:sldId id="271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4" autoAdjust="0"/>
    <p:restoredTop sz="26492" autoAdjust="0"/>
  </p:normalViewPr>
  <p:slideViewPr>
    <p:cSldViewPr>
      <p:cViewPr>
        <p:scale>
          <a:sx n="33" d="100"/>
          <a:sy n="33" d="100"/>
        </p:scale>
        <p:origin x="-163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cs typeface="+mn-cs"/>
              </a:defRPr>
            </a:lvl1pPr>
          </a:lstStyle>
          <a:p>
            <a:pPr>
              <a:defRPr/>
            </a:pPr>
            <a:fld id="{B5E5FD7D-5203-4C38-AB8D-00A141A91A8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fr-F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cs typeface="+mn-cs"/>
              </a:defRPr>
            </a:lvl1pPr>
          </a:lstStyle>
          <a:p>
            <a:pPr>
              <a:defRPr/>
            </a:pPr>
            <a:fld id="{1D2CE99A-D6DB-4D11-A5CA-19864499837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DU MAUVAIS CÔTÉ DE LA VILLE JUSTE UN SIMPLE LIEU OÙ VIVRE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 the wrong side of town just a simple place to live
2-  MAIS QUAND LE TEMPS EST VENU TOUT S’EST ÉCLAIRÉ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special time came candles filled the room
3-  UN ARBRE S’EST ÉCLAIRÉ LA LUMIÈRE A BRILLÉ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 tree dressed with tinsel colored lights twinklin' softly
4-  SOUDAINEMENT QUELQUE CHOSE A CHANGÉ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of a sudden somethin' changed in the room
5-  CE LIEU EST DEVENU UNE DEMEURE COMME UN JOUR D’ÉTÉ EN HIVER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became a mansion like a summer day's in winter 
6-  COMME LE SOLEIL DE MIDI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the light at high noon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OUI C’EST LE TEMPS ET LA SAISON OÙ LE MONDE SE SOUVIENT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well its the time and the season when the world remembers
	8-  LA PLUS BELLE HISTOIRE D’AMOUR QUE LE MONDE AIT CONNU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greatest love story that the worlds ever known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LA PLUS GRANDE HISTOIRE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greatest love story ever known
</a:t>
            </a:r>
            <a:endParaRPr lang="fr-FR" dirty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DU MAUVAIS CÔTÉ DE LA VILLE JUSTE UN SIMPLE LIEU OÙ VIVRE</a:t>
            </a:r>
          </a:p>
          <a:p>
            <a:r>
              <a:rPr lang="fr-FR"/>
              <a:t>On the wrong side of town just a simple place to live
2-  MAIS QUAND LE TEMPS EST VENU TOUT S’EST ÉCLAIRÉ </a:t>
            </a:r>
          </a:p>
          <a:p>
            <a:r>
              <a:rPr lang="fr-FR"/>
              <a:t>but when the special time came candles filled the room
3-  UN ARBRE S’EST ÉCLAIRÉ LA LUMIÈRE A BRILLÉ </a:t>
            </a:r>
          </a:p>
          <a:p>
            <a:r>
              <a:rPr lang="fr-FR"/>
              <a:t>and a tree dressed with tinsel colored lights twinklin' softly
4-  SOUDAINEMENT QUELQUE CHOSE A CHANGÉ </a:t>
            </a:r>
          </a:p>
          <a:p>
            <a:r>
              <a:rPr lang="fr-FR"/>
              <a:t>all of a sudden somethin' changed in the room
5-  CE LIEU EST DEVENU UNE DEMEURE COMME UN JOUR D’ÉTÉ EN HIVER</a:t>
            </a:r>
          </a:p>
          <a:p>
            <a:r>
              <a:rPr lang="fr-FR"/>
              <a:t>it became a mansion like a summer day's in winter 
6-  COMME LE SOLEIL DE MIDI </a:t>
            </a:r>
          </a:p>
          <a:p>
            <a:r>
              <a:rPr lang="fr-FR"/>
              <a:t>like the light at high noon</a:t>
            </a:r>
          </a:p>
          <a:p>
            <a:endParaRPr lang="fr-FR"/>
          </a:p>
          <a:p>
            <a:r>
              <a:rPr lang="fr-FR"/>
              <a:t>	7-  OUI C’EST LE TEMPS ET LA SAISON OÙ LE MONDE SE SOUVIENT </a:t>
            </a:r>
          </a:p>
          <a:p>
            <a:r>
              <a:rPr lang="fr-FR"/>
              <a:t>	well its the time and the season when the world remembers
	8-  LA PLUS BELLE HISTOIRE D’AMOUR QUE LE MONDE AIT CONNU </a:t>
            </a:r>
          </a:p>
          <a:p>
            <a:r>
              <a:rPr lang="fr-FR"/>
              <a:t>	the greatest love story that the worlds ever known</a:t>
            </a:r>
          </a:p>
          <a:p>
            <a:endParaRPr lang="fr-FR"/>
          </a:p>
          <a:p>
            <a:r>
              <a:rPr lang="fr-FR"/>
              <a:t>9- LA PLUS GRANDE HISTOIRE D’AMOUR </a:t>
            </a:r>
          </a:p>
          <a:p>
            <a:r>
              <a:rPr lang="fr-FR"/>
              <a:t>the greatest love story ever known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DU MAUVAIS CÔTÉ DE LA VILLE JUSTE UN SIMPLE LIEU OÙ VIVRE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 the wrong side of town just a simple place to live
2-  MAIS QUAND LE TEMPS EST VENU TOUT S’EST ÉCLAIRÉ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special time came candles filled the room
3-  UN ARBRE S’EST ÉCLAIRÉ LA LUMIÈRE A BRILLÉ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 tree dressed with tinsel colored lights twinklin' softly
4-  SOUDAINEMENT QUELQUE CHOSE A CHANGÉ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of a sudden somethin' changed in the room
5-  CE LIEU EST DEVENU UNE DEMEURE COMME UN JOUR D’ÉTÉ EN HIVER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became a mansion like a summer day's in winter 
6-  COMME LE SOLEIL DE MIDI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the light at high noon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OUI C’EST LE TEMPS ET LA SAISON OÙ LE MONDE SE SOUVIENT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well its the time and the season when the world remembers
	8-  LA PLUS BELLE HISTOIRE D’AMOUR QUE LE MONDE AIT CONNU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greatest love story that the worlds ever known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LA PLUS GRANDE HISTOIRE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greatest love story ever known
</a:t>
            </a:r>
            <a:endParaRPr lang="fr-FR" dirty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DU MAUVAIS CÔTÉ DE LA VILLE JUSTE UN SIMPLE LIEU OÙ VIVRE</a:t>
            </a:r>
          </a:p>
          <a:p>
            <a:r>
              <a:rPr lang="fr-FR"/>
              <a:t>On the wrong side of town just a simple place to live
2-  MAIS QUAND LE TEMPS EST VENU TOUT S’EST ÉCLAIRÉ </a:t>
            </a:r>
          </a:p>
          <a:p>
            <a:r>
              <a:rPr lang="fr-FR"/>
              <a:t>but when the special time came candles filled the room
3-  UN ARBRE S’EST ÉCLAIRÉ LA LUMIÈRE A BRILLÉ </a:t>
            </a:r>
          </a:p>
          <a:p>
            <a:r>
              <a:rPr lang="fr-FR"/>
              <a:t>and a tree dressed with tinsel colored lights twinklin' softly
4-  SOUDAINEMENT QUELQUE CHOSE A CHANGÉ </a:t>
            </a:r>
          </a:p>
          <a:p>
            <a:r>
              <a:rPr lang="fr-FR"/>
              <a:t>all of a sudden somethin' changed in the room
5-  CE LIEU EST DEVENU UNE DEMEURE COMME UN JOUR D’ÉTÉ EN HIVER</a:t>
            </a:r>
          </a:p>
          <a:p>
            <a:r>
              <a:rPr lang="fr-FR"/>
              <a:t>it became a mansion like a summer day's in winter 
6-  COMME LE SOLEIL DE MIDI </a:t>
            </a:r>
          </a:p>
          <a:p>
            <a:r>
              <a:rPr lang="fr-FR"/>
              <a:t>like the light at high noon</a:t>
            </a:r>
          </a:p>
          <a:p>
            <a:endParaRPr lang="fr-FR"/>
          </a:p>
          <a:p>
            <a:r>
              <a:rPr lang="fr-FR"/>
              <a:t>	7-  OUI C’EST LE TEMPS ET LA SAISON OÙ LE MONDE SE SOUVIENT </a:t>
            </a:r>
          </a:p>
          <a:p>
            <a:r>
              <a:rPr lang="fr-FR"/>
              <a:t>	well its the time and the season when the world remembers
	8-  LA PLUS BELLE HISTOIRE D’AMOUR QUE LE MONDE AIT CONNU </a:t>
            </a:r>
          </a:p>
          <a:p>
            <a:r>
              <a:rPr lang="fr-FR"/>
              <a:t>	the greatest love story that the worlds ever known</a:t>
            </a:r>
          </a:p>
          <a:p>
            <a:endParaRPr lang="fr-FR"/>
          </a:p>
          <a:p>
            <a:r>
              <a:rPr lang="fr-FR"/>
              <a:t>9- LA PLUS GRANDE HISTOIRE D’AMOUR </a:t>
            </a:r>
          </a:p>
          <a:p>
            <a:r>
              <a:rPr lang="fr-FR"/>
              <a:t>the greatest love story ever known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DU MAUVAIS CÔTÉ DE LA VILLE JUSTE UN SIMPLE LIEU OÙ VIVRE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 the wrong side of town just a simple place to live
2-  MAIS QUAND LE TEMPS EST VENU TOUT S’EST ÉCLAIRÉ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special time came candles filled the room
3-  UN ARBRE S’EST ÉCLAIRÉ LA LUMIÈRE A BRILLÉ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 tree dressed with tinsel colored lights twinklin' softly
4-  SOUDAINEMENT QUELQUE CHOSE A CHANGÉ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of a sudden somethin' changed in the room
5-  CE LIEU EST DEVENU UNE DEMEURE COMME UN JOUR D’ÉTÉ EN HIVER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became a mansion like a summer day's in winter 
6-  COMME LE SOLEIL DE MIDI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the light at high noon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OUI C’EST LE TEMPS ET LA SAISON OÙ LE MONDE SE SOUVIENT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well its the time and the season when the world remembers
	8-  LA PLUS BELLE HISTOIRE D’AMOUR QUE LE MONDE AIT CONNU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greatest love story that the worlds ever known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LA PLUS GRANDE HISTOIRE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greatest love story ever known
</a:t>
            </a:r>
            <a:endParaRPr lang="fr-FR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DU MAUVAIS CÔTÉ DE LA VILLE JUSTE UN SIMPLE LIEU OÙ VIVRE</a:t>
            </a:r>
          </a:p>
          <a:p>
            <a:r>
              <a:rPr lang="fr-FR"/>
              <a:t>On the wrong side of town just a simple place to live
2-  MAIS QUAND LE TEMPS EST VENU TOUT S’EST ÉCLAIRÉ </a:t>
            </a:r>
          </a:p>
          <a:p>
            <a:r>
              <a:rPr lang="fr-FR"/>
              <a:t>but when the special time came candles filled the room
3-  UN ARBRE S’EST ÉCLAIRÉ LA LUMIÈRE A BRILLÉ </a:t>
            </a:r>
          </a:p>
          <a:p>
            <a:r>
              <a:rPr lang="fr-FR"/>
              <a:t>and a tree dressed with tinsel colored lights twinklin' softly
4-  SOUDAINEMENT QUELQUE CHOSE A CHANGÉ </a:t>
            </a:r>
          </a:p>
          <a:p>
            <a:r>
              <a:rPr lang="fr-FR"/>
              <a:t>all of a sudden somethin' changed in the room
5-  CE LIEU EST DEVENU UNE DEMEURE COMME UN JOUR D’ÉTÉ EN HIVER</a:t>
            </a:r>
          </a:p>
          <a:p>
            <a:r>
              <a:rPr lang="fr-FR"/>
              <a:t>it became a mansion like a summer day's in winter 
6-  COMME LE SOLEIL DE MIDI </a:t>
            </a:r>
          </a:p>
          <a:p>
            <a:r>
              <a:rPr lang="fr-FR"/>
              <a:t>like the light at high noon</a:t>
            </a:r>
          </a:p>
          <a:p>
            <a:endParaRPr lang="fr-FR"/>
          </a:p>
          <a:p>
            <a:r>
              <a:rPr lang="fr-FR"/>
              <a:t>	7-  OUI C’EST LE TEMPS ET LA SAISON OÙ LE MONDE SE SOUVIENT </a:t>
            </a:r>
          </a:p>
          <a:p>
            <a:r>
              <a:rPr lang="fr-FR"/>
              <a:t>	well its the time and the season when the world remembers
	8-  LA PLUS BELLE HISTOIRE D’AMOUR QUE LE MONDE AIT CONNU </a:t>
            </a:r>
          </a:p>
          <a:p>
            <a:r>
              <a:rPr lang="fr-FR"/>
              <a:t>	the greatest love story that the worlds ever known</a:t>
            </a:r>
          </a:p>
          <a:p>
            <a:endParaRPr lang="fr-FR"/>
          </a:p>
          <a:p>
            <a:r>
              <a:rPr lang="fr-FR"/>
              <a:t>9- LA PLUS GRANDE HISTOIRE D’AMOUR </a:t>
            </a:r>
          </a:p>
          <a:p>
            <a:r>
              <a:rPr lang="fr-FR"/>
              <a:t>the greatest love story ever known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DU MAUVAIS CÔTÉ DE LA VILLE JUSTE UN SIMPLE LIEU OÙ VIVRE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 the wrong side of town just a simple place to live
2-  MAIS QUAND LE TEMPS EST VENU TOUT S’EST ÉCLAIRÉ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special time came candles filled the room
3-  UN ARBRE S’EST ÉCLAIRÉ LA LUMIÈRE A BRILLÉ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 tree dressed with tinsel colored lights twinklin' softly
4-  SOUDAINEMENT QUELQUE CHOSE A CHANGÉ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of a sudden somethin' changed in the room
5-  CE LIEU EST DEVENU UNE DEMEURE COMME UN JOUR D’ÉTÉ EN HIVER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became a mansion like a summer day's in winter 
6-  COMME LE SOLEIL DE MIDI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the light at high noon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OUI C’EST LE TEMPS ET LA SAISON OÙ LE MONDE SE SOUVIENT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well its the time and the season when the world remembers
	8-  LA PLUS BELLE HISTOIRE D’AMOUR QUE LE MONDE AIT CONNU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greatest love story that the worlds ever known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LA PLUS GRANDE HISTOIRE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greatest love story ever known
</a:t>
            </a:r>
            <a:endParaRPr lang="fr-FR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DU MAUVAIS CÔTÉ DE LA VILLE JUSTE UN SIMPLE LIEU OÙ VIVRE</a:t>
            </a:r>
          </a:p>
          <a:p>
            <a:r>
              <a:rPr lang="fr-FR"/>
              <a:t>On the wrong side of town just a simple place to live
2-  MAIS QUAND LE TEMPS EST VENU TOUT S’EST ÉCLAIRÉ </a:t>
            </a:r>
          </a:p>
          <a:p>
            <a:r>
              <a:rPr lang="fr-FR"/>
              <a:t>but when the special time came candles filled the room
3-  UN ARBRE S’EST ÉCLAIRÉ LA LUMIÈRE A BRILLÉ </a:t>
            </a:r>
          </a:p>
          <a:p>
            <a:r>
              <a:rPr lang="fr-FR"/>
              <a:t>and a tree dressed with tinsel colored lights twinklin' softly
4-  SOUDAINEMENT QUELQUE CHOSE A CHANGÉ </a:t>
            </a:r>
          </a:p>
          <a:p>
            <a:r>
              <a:rPr lang="fr-FR"/>
              <a:t>all of a sudden somethin' changed in the room
5-  CE LIEU EST DEVENU UNE DEMEURE COMME UN JOUR D’ÉTÉ EN HIVER</a:t>
            </a:r>
          </a:p>
          <a:p>
            <a:r>
              <a:rPr lang="fr-FR"/>
              <a:t>it became a mansion like a summer day's in winter 
6-  COMME LE SOLEIL DE MIDI </a:t>
            </a:r>
          </a:p>
          <a:p>
            <a:r>
              <a:rPr lang="fr-FR"/>
              <a:t>like the light at high noon</a:t>
            </a:r>
          </a:p>
          <a:p>
            <a:endParaRPr lang="fr-FR"/>
          </a:p>
          <a:p>
            <a:r>
              <a:rPr lang="fr-FR"/>
              <a:t>	7-  OUI C’EST LE TEMPS ET LA SAISON OÙ LE MONDE SE SOUVIENT </a:t>
            </a:r>
          </a:p>
          <a:p>
            <a:r>
              <a:rPr lang="fr-FR"/>
              <a:t>	well its the time and the season when the world remembers
	8-  LA PLUS BELLE HISTOIRE D’AMOUR QUE LE MONDE AIT CONNU </a:t>
            </a:r>
          </a:p>
          <a:p>
            <a:r>
              <a:rPr lang="fr-FR"/>
              <a:t>	the greatest love story that the worlds ever known</a:t>
            </a:r>
          </a:p>
          <a:p>
            <a:endParaRPr lang="fr-FR"/>
          </a:p>
          <a:p>
            <a:r>
              <a:rPr lang="fr-FR"/>
              <a:t>9- LA PLUS GRANDE HISTOIRE D’AMOUR </a:t>
            </a:r>
          </a:p>
          <a:p>
            <a:r>
              <a:rPr lang="fr-FR"/>
              <a:t>the greatest love story ever known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DU MAUVAIS CÔTÉ DE LA VILLE JUSTE UN SIMPLE LIEU OÙ VIVRE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 the wrong side of town just a simple place to live
2-  MAIS QUAND LE TEMPS EST VENU TOUT S’EST ÉCLAIRÉ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special time came candles filled the room
3-  UN ARBRE S’EST ÉCLAIRÉ LA LUMIÈRE A BRILLÉ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 tree dressed with tinsel colored lights twinklin' softly
4-  SOUDAINEMENT QUELQUE CHOSE A CHANGÉ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of a sudden somethin' changed in the room
5-  CE LIEU EST DEVENU UNE DEMEURE COMME UN JOUR D’ÉTÉ EN HIVER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became a mansion like a summer day's in winter 
6-  COMME LE SOLEIL DE MIDI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the light at high noon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OUI C’EST LE TEMPS ET LA SAISON OÙ LE MONDE SE SOUVIENT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well its the time and the season when the world remembers
	8-  LA PLUS BELLE HISTOIRE D’AMOUR QUE LE MONDE AIT CONNU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greatest love story that the worlds ever known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LA PLUS GRANDE HISTOIRE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greatest love story ever known
</a:t>
            </a:r>
            <a:endParaRPr lang="fr-FR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DU MAUVAIS CÔTÉ DE LA VILLE JUSTE UN SIMPLE LIEU OÙ VIVRE</a:t>
            </a:r>
          </a:p>
          <a:p>
            <a:r>
              <a:rPr lang="fr-FR"/>
              <a:t>On the wrong side of town just a simple place to live
2-  MAIS QUAND LE TEMPS EST VENU TOUT S’EST ÉCLAIRÉ </a:t>
            </a:r>
          </a:p>
          <a:p>
            <a:r>
              <a:rPr lang="fr-FR"/>
              <a:t>but when the special time came candles filled the room
3-  UN ARBRE S’EST ÉCLAIRÉ LA LUMIÈRE A BRILLÉ </a:t>
            </a:r>
          </a:p>
          <a:p>
            <a:r>
              <a:rPr lang="fr-FR"/>
              <a:t>and a tree dressed with tinsel colored lights twinklin' softly
4-  SOUDAINEMENT QUELQUE CHOSE A CHANGÉ </a:t>
            </a:r>
          </a:p>
          <a:p>
            <a:r>
              <a:rPr lang="fr-FR"/>
              <a:t>all of a sudden somethin' changed in the room
5-  CE LIEU EST DEVENU UNE DEMEURE COMME UN JOUR D’ÉTÉ EN HIVER</a:t>
            </a:r>
          </a:p>
          <a:p>
            <a:r>
              <a:rPr lang="fr-FR"/>
              <a:t>it became a mansion like a summer day's in winter 
6-  COMME LE SOLEIL DE MIDI </a:t>
            </a:r>
          </a:p>
          <a:p>
            <a:r>
              <a:rPr lang="fr-FR"/>
              <a:t>like the light at high noon</a:t>
            </a:r>
          </a:p>
          <a:p>
            <a:endParaRPr lang="fr-FR"/>
          </a:p>
          <a:p>
            <a:r>
              <a:rPr lang="fr-FR"/>
              <a:t>	7-  OUI C’EST LE TEMPS ET LA SAISON OÙ LE MONDE SE SOUVIENT </a:t>
            </a:r>
          </a:p>
          <a:p>
            <a:r>
              <a:rPr lang="fr-FR"/>
              <a:t>	well its the time and the season when the world remembers
	8-  LA PLUS BELLE HISTOIRE D’AMOUR QUE LE MONDE AIT CONNU </a:t>
            </a:r>
          </a:p>
          <a:p>
            <a:r>
              <a:rPr lang="fr-FR"/>
              <a:t>	the greatest love story that the worlds ever known</a:t>
            </a:r>
          </a:p>
          <a:p>
            <a:endParaRPr lang="fr-FR"/>
          </a:p>
          <a:p>
            <a:r>
              <a:rPr lang="fr-FR"/>
              <a:t>9- LA PLUS GRANDE HISTOIRE D’AMOUR </a:t>
            </a:r>
          </a:p>
          <a:p>
            <a:r>
              <a:rPr lang="fr-FR"/>
              <a:t>the greatest love story ever known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DU MAUVAIS CÔTÉ DE LA VILLE JUSTE UN SIMPLE LIEU OÙ VIVRE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 the wrong side of town just a simple place to live
2-  MAIS QUAND LE TEMPS EST VENU TOUT S’EST ÉCLAIRÉ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special time came candles filled the room
3-  UN ARBRE S’EST ÉCLAIRÉ LA LUMIÈRE A BRILLÉ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 tree dressed with tinsel colored lights twinklin' softly
4-  SOUDAINEMENT QUELQUE CHOSE A CHANGÉ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of a sudden somethin' changed in the room
5-  CE LIEU EST DEVENU UNE DEMEURE COMME UN JOUR D’ÉTÉ EN HIVER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became a mansion like a summer day's in winter 
6-  COMME LE SOLEIL DE MIDI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the light at high noon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OUI C’EST LE TEMPS ET LA SAISON OÙ LE MONDE SE SOUVIENT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well its the time and the season when the world remembers
	8-  LA PLUS BELLE HISTOIRE D’AMOUR QUE LE MONDE AIT CONNU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greatest love story that the worlds ever known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LA PLUS GRANDE HISTOIRE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greatest love story ever known
</a:t>
            </a:r>
            <a:endParaRPr lang="fr-FR" dirty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DU MAUVAIS CÔTÉ DE LA VILLE JUSTE UN SIMPLE LIEU OÙ VIVRE</a:t>
            </a:r>
          </a:p>
          <a:p>
            <a:r>
              <a:rPr lang="fr-FR"/>
              <a:t>On the wrong side of town just a simple place to live
2-  MAIS QUAND LE TEMPS EST VENU TOUT S’EST ÉCLAIRÉ </a:t>
            </a:r>
          </a:p>
          <a:p>
            <a:r>
              <a:rPr lang="fr-FR"/>
              <a:t>but when the special time came candles filled the room
3-  UN ARBRE S’EST ÉCLAIRÉ LA LUMIÈRE A BRILLÉ </a:t>
            </a:r>
          </a:p>
          <a:p>
            <a:r>
              <a:rPr lang="fr-FR"/>
              <a:t>and a tree dressed with tinsel colored lights twinklin' softly
4-  SOUDAINEMENT QUELQUE CHOSE A CHANGÉ </a:t>
            </a:r>
          </a:p>
          <a:p>
            <a:r>
              <a:rPr lang="fr-FR"/>
              <a:t>all of a sudden somethin' changed in the room
5-  CE LIEU EST DEVENU UNE DEMEURE COMME UN JOUR D’ÉTÉ EN HIVER</a:t>
            </a:r>
          </a:p>
          <a:p>
            <a:r>
              <a:rPr lang="fr-FR"/>
              <a:t>it became a mansion like a summer day's in winter 
6-  COMME LE SOLEIL DE MIDI </a:t>
            </a:r>
          </a:p>
          <a:p>
            <a:r>
              <a:rPr lang="fr-FR"/>
              <a:t>like the light at high noon</a:t>
            </a:r>
          </a:p>
          <a:p>
            <a:endParaRPr lang="fr-FR"/>
          </a:p>
          <a:p>
            <a:r>
              <a:rPr lang="fr-FR"/>
              <a:t>	7-  OUI C’EST LE TEMPS ET LA SAISON OÙ LE MONDE SE SOUVIENT </a:t>
            </a:r>
          </a:p>
          <a:p>
            <a:r>
              <a:rPr lang="fr-FR"/>
              <a:t>	well its the time and the season when the world remembers
	8-  LA PLUS BELLE HISTOIRE D’AMOUR QUE LE MONDE AIT CONNU </a:t>
            </a:r>
          </a:p>
          <a:p>
            <a:r>
              <a:rPr lang="fr-FR"/>
              <a:t>	the greatest love story that the worlds ever known</a:t>
            </a:r>
          </a:p>
          <a:p>
            <a:endParaRPr lang="fr-FR"/>
          </a:p>
          <a:p>
            <a:r>
              <a:rPr lang="fr-FR"/>
              <a:t>9- LA PLUS GRANDE HISTOIRE D’AMOUR </a:t>
            </a:r>
          </a:p>
          <a:p>
            <a:r>
              <a:rPr lang="fr-FR"/>
              <a:t>the greatest love story ever known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DU MAUVAIS CÔTÉ DE LA VILLE JUSTE UN SIMPLE LIEU OÙ VIVRE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 the wrong side of town just a simple place to live
2-  MAIS QUAND LE TEMPS EST VENU TOUT S’EST ÉCLAIRÉ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special time came candles filled the room
3-  UN ARBRE S’EST ÉCLAIRÉ LA LUMIÈRE A BRILLÉ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 tree dressed with tinsel colored lights twinklin' softly
4-  SOUDAINEMENT QUELQUE CHOSE A CHANGÉ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of a sudden somethin' changed in the room
5-  CE LIEU EST DEVENU UNE DEMEURE COMME UN JOUR D’ÉTÉ EN HIVER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became a mansion like a summer day's in winter 
6-  COMME LE SOLEIL DE MIDI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the light at high noon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OUI C’EST LE TEMPS ET LA SAISON OÙ LE MONDE SE SOUVIENT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well its the time and the season when the world remembers
	8-  LA PLUS BELLE HISTOIRE D’AMOUR QUE LE MONDE AIT CONNU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greatest love story that the worlds ever known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LA PLUS GRANDE HISTOIRE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greatest love story ever known
</a:t>
            </a:r>
            <a:endParaRPr lang="fr-FR" dirty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DU MAUVAIS CÔTÉ DE LA VILLE JUSTE UN SIMPLE LIEU OÙ VIVRE</a:t>
            </a:r>
          </a:p>
          <a:p>
            <a:r>
              <a:rPr lang="fr-FR"/>
              <a:t>On the wrong side of town just a simple place to live
2-  MAIS QUAND LE TEMPS EST VENU TOUT S’EST ÉCLAIRÉ </a:t>
            </a:r>
          </a:p>
          <a:p>
            <a:r>
              <a:rPr lang="fr-FR"/>
              <a:t>but when the special time came candles filled the room
3-  UN ARBRE S’EST ÉCLAIRÉ LA LUMIÈRE A BRILLÉ </a:t>
            </a:r>
          </a:p>
          <a:p>
            <a:r>
              <a:rPr lang="fr-FR"/>
              <a:t>and a tree dressed with tinsel colored lights twinklin' softly
4-  SOUDAINEMENT QUELQUE CHOSE A CHANGÉ </a:t>
            </a:r>
          </a:p>
          <a:p>
            <a:r>
              <a:rPr lang="fr-FR"/>
              <a:t>all of a sudden somethin' changed in the room
5-  CE LIEU EST DEVENU UNE DEMEURE COMME UN JOUR D’ÉTÉ EN HIVER</a:t>
            </a:r>
          </a:p>
          <a:p>
            <a:r>
              <a:rPr lang="fr-FR"/>
              <a:t>it became a mansion like a summer day's in winter 
6-  COMME LE SOLEIL DE MIDI </a:t>
            </a:r>
          </a:p>
          <a:p>
            <a:r>
              <a:rPr lang="fr-FR"/>
              <a:t>like the light at high noon</a:t>
            </a:r>
          </a:p>
          <a:p>
            <a:endParaRPr lang="fr-FR"/>
          </a:p>
          <a:p>
            <a:r>
              <a:rPr lang="fr-FR"/>
              <a:t>	7-  OUI C’EST LE TEMPS ET LA SAISON OÙ LE MONDE SE SOUVIENT </a:t>
            </a:r>
          </a:p>
          <a:p>
            <a:r>
              <a:rPr lang="fr-FR"/>
              <a:t>	well its the time and the season when the world remembers
	8-  LA PLUS BELLE HISTOIRE D’AMOUR QUE LE MONDE AIT CONNU </a:t>
            </a:r>
          </a:p>
          <a:p>
            <a:r>
              <a:rPr lang="fr-FR"/>
              <a:t>	the greatest love story that the worlds ever known</a:t>
            </a:r>
          </a:p>
          <a:p>
            <a:endParaRPr lang="fr-FR"/>
          </a:p>
          <a:p>
            <a:r>
              <a:rPr lang="fr-FR"/>
              <a:t>9- LA PLUS GRANDE HISTOIRE D’AMOUR </a:t>
            </a:r>
          </a:p>
          <a:p>
            <a:r>
              <a:rPr lang="fr-FR"/>
              <a:t>the greatest love story ever known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DU MAUVAIS CÔTÉ DE LA VILLE JUSTE UN SIMPLE LIEU OÙ VIVRE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 the wrong side of town just a simple place to live
2-  MAIS QUAND LE TEMPS EST VENU TOUT S’EST ÉCLAIRÉ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special time came candles filled the room
3-  UN ARBRE S’EST ÉCLAIRÉ LA LUMIÈRE A BRILLÉ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 tree dressed with tinsel colored lights twinklin' softly
4-  SOUDAINEMENT QUELQUE CHOSE A CHANGÉ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of a sudden somethin' changed in the room
5-  CE LIEU EST DEVENU UNE DEMEURE COMME UN JOUR D’ÉTÉ EN HIVER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became a mansion like a summer day's in winter 
6-  COMME LE SOLEIL DE MIDI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like the light at high noon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OUI C’EST LE TEMPS ET LA SAISON OÙ LE MONDE SE SOUVIENT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well its the time and the season when the world remembers
	8-  LA PLUS BELLE HISTOIRE D’AMOUR QUE LE MONDE AIT CONNU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the greatest love story that the worlds ever known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LA PLUS GRANDE HISTOIRE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greatest love story ever known
</a:t>
            </a:r>
            <a:endParaRPr lang="fr-FR" dirty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DU MAUVAIS CÔTÉ DE LA VILLE JUSTE UN SIMPLE LIEU OÙ VIVRE</a:t>
            </a:r>
          </a:p>
          <a:p>
            <a:r>
              <a:rPr lang="fr-FR"/>
              <a:t>On the wrong side of town just a simple place to live
2-  MAIS QUAND LE TEMPS EST VENU TOUT S’EST ÉCLAIRÉ </a:t>
            </a:r>
          </a:p>
          <a:p>
            <a:r>
              <a:rPr lang="fr-FR"/>
              <a:t>but when the special time came candles filled the room
3-  UN ARBRE S’EST ÉCLAIRÉ LA LUMIÈRE A BRILLÉ </a:t>
            </a:r>
          </a:p>
          <a:p>
            <a:r>
              <a:rPr lang="fr-FR"/>
              <a:t>and a tree dressed with tinsel colored lights twinklin' softly
4-  SOUDAINEMENT QUELQUE CHOSE A CHANGÉ </a:t>
            </a:r>
          </a:p>
          <a:p>
            <a:r>
              <a:rPr lang="fr-FR"/>
              <a:t>all of a sudden somethin' changed in the room
5-  CE LIEU EST DEVENU UNE DEMEURE COMME UN JOUR D’ÉTÉ EN HIVER</a:t>
            </a:r>
          </a:p>
          <a:p>
            <a:r>
              <a:rPr lang="fr-FR"/>
              <a:t>it became a mansion like a summer day's in winter 
6-  COMME LE SOLEIL DE MIDI </a:t>
            </a:r>
          </a:p>
          <a:p>
            <a:r>
              <a:rPr lang="fr-FR"/>
              <a:t>like the light at high noon</a:t>
            </a:r>
          </a:p>
          <a:p>
            <a:endParaRPr lang="fr-FR"/>
          </a:p>
          <a:p>
            <a:r>
              <a:rPr lang="fr-FR"/>
              <a:t>	7-  OUI C’EST LE TEMPS ET LA SAISON OÙ LE MONDE SE SOUVIENT </a:t>
            </a:r>
          </a:p>
          <a:p>
            <a:r>
              <a:rPr lang="fr-FR"/>
              <a:t>	well its the time and the season when the world remembers
	8-  LA PLUS BELLE HISTOIRE D’AMOUR QUE LE MONDE AIT CONNU </a:t>
            </a:r>
          </a:p>
          <a:p>
            <a:r>
              <a:rPr lang="fr-FR"/>
              <a:t>	the greatest love story that the worlds ever known</a:t>
            </a:r>
          </a:p>
          <a:p>
            <a:endParaRPr lang="fr-FR"/>
          </a:p>
          <a:p>
            <a:r>
              <a:rPr lang="fr-FR"/>
              <a:t>9- LA PLUS GRANDE HISTOIRE D’AMOUR </a:t>
            </a:r>
          </a:p>
          <a:p>
            <a:r>
              <a:rPr lang="fr-FR"/>
              <a:t>the greatest love story ever known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DU MAUVAIS CÔTÉ DE LA VILLE JUSTE UN SIMPLE LIEU OÙ VIVRE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On the </a:t>
            </a:r>
            <a:r>
              <a:rPr lang="fr-FR" dirty="0" err="1" smtClean="0"/>
              <a:t>wrong</a:t>
            </a:r>
            <a:r>
              <a:rPr lang="fr-FR" dirty="0" smtClean="0"/>
              <a:t> </a:t>
            </a:r>
            <a:r>
              <a:rPr lang="fr-FR" dirty="0" err="1" smtClean="0"/>
              <a:t>side</a:t>
            </a:r>
            <a:r>
              <a:rPr lang="fr-FR" dirty="0" smtClean="0"/>
              <a:t> of </a:t>
            </a:r>
            <a:r>
              <a:rPr lang="fr-FR" dirty="0" err="1" smtClean="0"/>
              <a:t>town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a simple place to live
2-  MAIS QUAND LE TEMPS EST VENU TOUT S’EST ÉCLAIRÉ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but </a:t>
            </a:r>
            <a:r>
              <a:rPr lang="fr-FR" dirty="0" err="1" smtClean="0"/>
              <a:t>when</a:t>
            </a:r>
            <a:r>
              <a:rPr lang="fr-FR" dirty="0" smtClean="0"/>
              <a:t> the </a:t>
            </a:r>
            <a:r>
              <a:rPr lang="fr-FR" dirty="0" err="1" smtClean="0"/>
              <a:t>special</a:t>
            </a:r>
            <a:r>
              <a:rPr lang="fr-FR" dirty="0" smtClean="0"/>
              <a:t> time came </a:t>
            </a:r>
            <a:r>
              <a:rPr lang="fr-FR" dirty="0" err="1" smtClean="0"/>
              <a:t>candles</a:t>
            </a:r>
            <a:r>
              <a:rPr lang="fr-FR" dirty="0" smtClean="0"/>
              <a:t> </a:t>
            </a:r>
            <a:r>
              <a:rPr lang="fr-FR" dirty="0" err="1" smtClean="0"/>
              <a:t>filled</a:t>
            </a:r>
            <a:r>
              <a:rPr lang="fr-FR" dirty="0" smtClean="0"/>
              <a:t> the room
3-  UN ARBRE S’EST ÉCLAIRÉ LA LUMIÈRE A BRILLÉ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a </a:t>
            </a:r>
            <a:r>
              <a:rPr lang="fr-FR" dirty="0" err="1" smtClean="0"/>
              <a:t>tree</a:t>
            </a:r>
            <a:r>
              <a:rPr lang="fr-FR" dirty="0" smtClean="0"/>
              <a:t> </a:t>
            </a:r>
            <a:r>
              <a:rPr lang="fr-FR" dirty="0" err="1" smtClean="0"/>
              <a:t>dressed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tinsel</a:t>
            </a:r>
            <a:r>
              <a:rPr lang="fr-FR" dirty="0" smtClean="0"/>
              <a:t> </a:t>
            </a:r>
            <a:r>
              <a:rPr lang="fr-FR" dirty="0" err="1" smtClean="0"/>
              <a:t>colored</a:t>
            </a:r>
            <a:r>
              <a:rPr lang="fr-FR" dirty="0" smtClean="0"/>
              <a:t> lights </a:t>
            </a:r>
            <a:r>
              <a:rPr lang="fr-FR" dirty="0" err="1" smtClean="0"/>
              <a:t>twinklin</a:t>
            </a:r>
            <a:r>
              <a:rPr lang="fr-FR" dirty="0" smtClean="0"/>
              <a:t>' </a:t>
            </a:r>
            <a:r>
              <a:rPr lang="fr-FR" dirty="0" err="1" smtClean="0"/>
              <a:t>softly</a:t>
            </a:r>
            <a:r>
              <a:rPr lang="fr-FR" dirty="0" smtClean="0"/>
              <a:t>
4-  SOUDAINEMENT QUELQUE CHOSE A CHANGÉ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of a </a:t>
            </a:r>
            <a:r>
              <a:rPr lang="fr-FR" dirty="0" err="1" smtClean="0"/>
              <a:t>sudden</a:t>
            </a:r>
            <a:r>
              <a:rPr lang="fr-FR" dirty="0" smtClean="0"/>
              <a:t> </a:t>
            </a:r>
            <a:r>
              <a:rPr lang="fr-FR" dirty="0" err="1" smtClean="0"/>
              <a:t>somethin</a:t>
            </a:r>
            <a:r>
              <a:rPr lang="fr-FR" dirty="0" smtClean="0"/>
              <a:t>' </a:t>
            </a:r>
            <a:r>
              <a:rPr lang="fr-FR" dirty="0" err="1" smtClean="0"/>
              <a:t>changed</a:t>
            </a:r>
            <a:r>
              <a:rPr lang="fr-FR" dirty="0" smtClean="0"/>
              <a:t> in the room
5-  CE LIEU EST DEVENU UNE DEMEURE COMME UN JOUR D’ÉTÉ EN HIVER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became</a:t>
            </a:r>
            <a:r>
              <a:rPr lang="fr-FR" dirty="0" smtClean="0"/>
              <a:t> a mansion </a:t>
            </a:r>
            <a:r>
              <a:rPr lang="fr-FR" dirty="0" err="1" smtClean="0"/>
              <a:t>like</a:t>
            </a:r>
            <a:r>
              <a:rPr lang="fr-FR" dirty="0" smtClean="0"/>
              <a:t> a </a:t>
            </a:r>
            <a:r>
              <a:rPr lang="fr-FR" dirty="0" err="1" smtClean="0"/>
              <a:t>summer</a:t>
            </a:r>
            <a:r>
              <a:rPr lang="fr-FR" dirty="0" smtClean="0"/>
              <a:t> </a:t>
            </a:r>
            <a:r>
              <a:rPr lang="fr-FR" dirty="0" err="1" smtClean="0"/>
              <a:t>day's</a:t>
            </a:r>
            <a:r>
              <a:rPr lang="fr-FR" dirty="0" smtClean="0"/>
              <a:t> in </a:t>
            </a:r>
            <a:r>
              <a:rPr lang="fr-FR" dirty="0" err="1" smtClean="0"/>
              <a:t>winter</a:t>
            </a:r>
            <a:r>
              <a:rPr lang="fr-FR" dirty="0" smtClean="0"/>
              <a:t> 
6-  COMME LE SOLEIL DE MIDI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like</a:t>
            </a:r>
            <a:r>
              <a:rPr lang="fr-FR" dirty="0" smtClean="0"/>
              <a:t> the light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high</a:t>
            </a:r>
            <a:r>
              <a:rPr lang="fr-FR" dirty="0" smtClean="0"/>
              <a:t> </a:t>
            </a:r>
            <a:r>
              <a:rPr lang="fr-FR" dirty="0" err="1" smtClean="0"/>
              <a:t>noon</a:t>
            </a:r>
            <a:endParaRPr lang="fr-F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OUI C’EST LE TEMPS ET LA SAISON OÙ LE MONDE SE SOUVIENT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well</a:t>
            </a:r>
            <a:r>
              <a:rPr lang="fr-FR" dirty="0" smtClean="0"/>
              <a:t> </a:t>
            </a:r>
            <a:r>
              <a:rPr lang="fr-FR" dirty="0" err="1" smtClean="0"/>
              <a:t>its</a:t>
            </a:r>
            <a:r>
              <a:rPr lang="fr-FR" dirty="0" smtClean="0"/>
              <a:t> the time and the </a:t>
            </a:r>
            <a:r>
              <a:rPr lang="fr-FR" dirty="0" err="1" smtClean="0"/>
              <a:t>season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the world </a:t>
            </a:r>
            <a:r>
              <a:rPr lang="fr-FR" dirty="0" err="1" smtClean="0"/>
              <a:t>remembers</a:t>
            </a:r>
            <a:r>
              <a:rPr lang="fr-FR" dirty="0" smtClean="0"/>
              <a:t>
	8-  LA PLUS BELLE HISTOIRE D’AMOUR QUE LE MONDE AIT CONNU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the </a:t>
            </a:r>
            <a:r>
              <a:rPr lang="fr-FR" dirty="0" err="1" smtClean="0"/>
              <a:t>greatest</a:t>
            </a:r>
            <a:r>
              <a:rPr lang="fr-FR" dirty="0" smtClean="0"/>
              <a:t> love story </a:t>
            </a:r>
            <a:r>
              <a:rPr lang="fr-FR" dirty="0" err="1" smtClean="0"/>
              <a:t>that</a:t>
            </a:r>
            <a:r>
              <a:rPr lang="fr-FR" dirty="0" smtClean="0"/>
              <a:t> the </a:t>
            </a:r>
            <a:r>
              <a:rPr lang="fr-FR" dirty="0" err="1" smtClean="0"/>
              <a:t>worlds</a:t>
            </a:r>
            <a:r>
              <a:rPr lang="fr-FR" dirty="0" smtClean="0"/>
              <a:t> </a:t>
            </a:r>
            <a:r>
              <a:rPr lang="fr-FR" dirty="0" err="1" smtClean="0"/>
              <a:t>ever</a:t>
            </a:r>
            <a:r>
              <a:rPr lang="fr-FR" dirty="0" smtClean="0"/>
              <a:t> </a:t>
            </a:r>
            <a:r>
              <a:rPr lang="fr-FR" dirty="0" err="1" smtClean="0"/>
              <a:t>known</a:t>
            </a:r>
            <a:endParaRPr lang="fr-F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LA PLUS GRANDE HISTOIRE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greatest</a:t>
            </a:r>
            <a:r>
              <a:rPr lang="fr-FR" dirty="0" smtClean="0"/>
              <a:t> love story </a:t>
            </a:r>
            <a:r>
              <a:rPr lang="fr-FR" dirty="0" err="1" smtClean="0"/>
              <a:t>ever</a:t>
            </a:r>
            <a:r>
              <a:rPr lang="fr-FR" dirty="0" smtClean="0"/>
              <a:t> </a:t>
            </a:r>
            <a:r>
              <a:rPr lang="fr-FR" dirty="0" err="1" smtClean="0"/>
              <a:t>known</a:t>
            </a:r>
            <a:r>
              <a:rPr lang="fr-FR" dirty="0" smtClean="0"/>
              <a:t>
</a:t>
            </a:r>
            <a:endParaRPr lang="fr-FR" dirty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DU MAUVAIS CÔTÉ DE LA VILLE JUSTE UN SIMPLE LIEU OÙ VIVRE</a:t>
            </a:r>
          </a:p>
          <a:p>
            <a:r>
              <a:rPr lang="fr-FR"/>
              <a:t>On the wrong side of town just a simple place to live
2-  MAIS QUAND LE TEMPS EST VENU TOUT S’EST ÉCLAIRÉ </a:t>
            </a:r>
          </a:p>
          <a:p>
            <a:r>
              <a:rPr lang="fr-FR"/>
              <a:t>but when the special time came candles filled the room
3-  UN ARBRE S’EST ÉCLAIRÉ LA LUMIÈRE A BRILLÉ </a:t>
            </a:r>
          </a:p>
          <a:p>
            <a:r>
              <a:rPr lang="fr-FR"/>
              <a:t>and a tree dressed with tinsel colored lights twinklin' softly
4-  SOUDAINEMENT QUELQUE CHOSE A CHANGÉ </a:t>
            </a:r>
          </a:p>
          <a:p>
            <a:r>
              <a:rPr lang="fr-FR"/>
              <a:t>all of a sudden somethin' changed in the room
5-  CE LIEU EST DEVENU UNE DEMEURE COMME UN JOUR D’ÉTÉ EN HIVER</a:t>
            </a:r>
          </a:p>
          <a:p>
            <a:r>
              <a:rPr lang="fr-FR"/>
              <a:t>it became a mansion like a summer day's in winter 
6-  COMME LE SOLEIL DE MIDI </a:t>
            </a:r>
          </a:p>
          <a:p>
            <a:r>
              <a:rPr lang="fr-FR"/>
              <a:t>like the light at high noon</a:t>
            </a:r>
          </a:p>
          <a:p>
            <a:endParaRPr lang="fr-FR"/>
          </a:p>
          <a:p>
            <a:r>
              <a:rPr lang="fr-FR"/>
              <a:t>	7-  OUI C’EST LE TEMPS ET LA SAISON OÙ LE MONDE SE SOUVIENT </a:t>
            </a:r>
          </a:p>
          <a:p>
            <a:r>
              <a:rPr lang="fr-FR"/>
              <a:t>	well its the time and the season when the world remembers
	8-  LA PLUS BELLE HISTOIRE D’AMOUR QUE LE MONDE AIT CONNU </a:t>
            </a:r>
          </a:p>
          <a:p>
            <a:r>
              <a:rPr lang="fr-FR"/>
              <a:t>	the greatest love story that the worlds ever known</a:t>
            </a:r>
          </a:p>
          <a:p>
            <a:endParaRPr lang="fr-FR"/>
          </a:p>
          <a:p>
            <a:r>
              <a:rPr lang="fr-FR"/>
              <a:t>9- LA PLUS GRANDE HISTOIRE D’AMOUR </a:t>
            </a:r>
          </a:p>
          <a:p>
            <a:r>
              <a:rPr lang="fr-FR"/>
              <a:t>the greatest love story ever known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E436D2-2059-42BE-8AC6-0D05DA5514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F4BF67-7EA8-4123-ABD7-9066343DBB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08240E-74FC-48D1-A7F0-54EF591DC4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8D67D6-A804-4D99-B54F-60091BD322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A3F98-8FE5-4475-B49E-26E08402F2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53A37F-15CE-4132-B2A3-A98E3AC6DC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3F86A6-7CCB-4AB5-8ADC-82BABD6D63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864B3-B410-45A6-B5EB-FCFFDA62EE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25C231-39A4-47DD-AA1B-72774AA63B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2D59AC-F990-4BB8-9282-5E96015A53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7DD58-04A0-406B-8B66-27021225C7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846C3569-2DAD-4AF0-83CE-FF81265548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MAUVAIS CÔTÉ DE LA VILLE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JUSTE UN SIMPLE LIEU OÙ VIVRE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QUAND LE TEMPS EST VENU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S’EST ÉCLAIRÉ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ARBRE S’EST ÉCLAIRÉ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LUMIÈRE A BRILLÉ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SOUDAINEMENT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QUELQUE CHOSE A CHANGÉ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LIEU EST DEVENU UNE DEMEURE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UN JOUR D’ÉTÉ EN HIVER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LE SOLEIL DE MIDI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C’EST LE TEMPS ET LA SAISON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LE MONDE SE SOUVIENT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PLUS BELLE HISTOIRE D’AMOUR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 MONDE AIT CONNU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PLUS GRANDE HISTOIRE D’AMOUR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</TotalTime>
  <Words>495</Words>
  <Application>Microsoft Office PowerPoint</Application>
  <PresentationFormat>On-screen Show (4:3)</PresentationFormat>
  <Paragraphs>261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Franklin Gothic Medium</vt:lpstr>
      <vt:lpstr>Arial</vt:lpstr>
      <vt:lpstr>Calibri</vt:lpstr>
      <vt:lpstr>Default Design</vt:lpstr>
      <vt:lpstr>DU MAUVAIS CÔTÉ DE LA VILLE JUSTE UN SIMPLE LIEU OÙ VIVRE</vt:lpstr>
      <vt:lpstr>MAIS QUAND LE TEMPS EST VENU TOUT S’EST ÉCLAIRÉ</vt:lpstr>
      <vt:lpstr>UN ARBRE S’EST ÉCLAIRÉ LA LUMIÈRE A BRILLÉ</vt:lpstr>
      <vt:lpstr>SOUDAINEMENT QUELQUE CHOSE A CHANGÉ</vt:lpstr>
      <vt:lpstr>CE LIEU EST DEVENU UNE DEMEURE COMME UN JOUR D’ÉTÉ EN HIVER</vt:lpstr>
      <vt:lpstr>COMME LE SOLEIL DE MIDI</vt:lpstr>
      <vt:lpstr>OUI C’EST LE TEMPS ET LA SAISON OÙ LE MONDE SE SOUVIENT</vt:lpstr>
      <vt:lpstr>LA PLUS BELLE HISTOIRE D’AMOUR QUE LE MONDE AIT CONNU</vt:lpstr>
      <vt:lpstr>LA PLUS GRANDE HISTOIRE D’AMOUR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ge_yomo</cp:lastModifiedBy>
  <cp:revision>122</cp:revision>
  <dcterms:created xsi:type="dcterms:W3CDTF">2002-08-17T10:50:50Z</dcterms:created>
  <dcterms:modified xsi:type="dcterms:W3CDTF">2015-12-20T07:15:09Z</dcterms:modified>
</cp:coreProperties>
</file>