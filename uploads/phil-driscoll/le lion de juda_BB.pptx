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73" r:id="rId2"/>
    <p:sldId id="284" r:id="rId3"/>
    <p:sldId id="283" r:id="rId4"/>
    <p:sldId id="282" r:id="rId5"/>
    <p:sldId id="281" r:id="rId6"/>
    <p:sldId id="280" r:id="rId7"/>
    <p:sldId id="279" r:id="rId8"/>
    <p:sldId id="278" r:id="rId9"/>
    <p:sldId id="277" r:id="rId10"/>
    <p:sldId id="276" r:id="rId11"/>
    <p:sldId id="275" r:id="rId12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0967" autoAdjust="0"/>
    <p:restoredTop sz="36007" autoAdjust="0"/>
  </p:normalViewPr>
  <p:slideViewPr>
    <p:cSldViewPr>
      <p:cViewPr varScale="1">
        <p:scale>
          <a:sx n="22" d="100"/>
          <a:sy n="22" d="100"/>
        </p:scale>
        <p:origin x="-1266" y="-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4AA3F327-D271-46D5-A46D-70698B51A7D8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469479E7-0ACB-4C81-A11D-BCEB4DE1D12D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OUI, DANS LA JUNGLE DE CE MONDE IL Y A UN PUISSANT RUGISSEMENT 
2-  C’EST UN CRI DE GUERRE QUI VIENT TOUT DROIT DU CIEL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IL Y A UN LION, UN LION PUISSANT AUCUNE PUISSANCE NE LE RENVERSE 
4-  IL PEUT TE DONNER LE MEILLEUR DE LUI SATAN TREMBLE À SA VOIX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LE LION DE JUDA BRISE TOUTE CHAÎNE LE LION DE JUDA, IL REVIENDRA 
6-  LE LION DE JUDA, IL VIT EN MOI LE LION DE JUDA, IL REVIENDRA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IL Y A UNE TEMPÊTE SI PUISSANTE DANS LA JUNGLE DE CETTE VIE 
8-  ET SON SANG CRIE AUJOURD’HUI SUIS-MOI JUSQU’AU PARADIS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9-  ROI DE LA JUNGLE IL CRIE COMME LE VENT 
10-  PARCOURANT LA TERRE VOIS CETTE FLAMME DANS SES YEUX 
11-  IL EST LE MAÎTRE DE L’UNIVERS 
</a:t>
            </a:r>
            <a:endParaRPr lang="fr-FR" dirty="0" smtClean="0"/>
          </a:p>
        </p:txBody>
      </p:sp>
      <p:sp>
        <p:nvSpPr>
          <p:cNvPr id="143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OUI, DANS LA JUNGLE DE CE MONDE IL Y A UN PUISSANT RUGISSEMENT 
2-  C’EST UN CRI DE GUERRE QUI VIENT TOUT DROIT DU CIEL </a:t>
            </a:r>
          </a:p>
          <a:p>
            <a:endParaRPr lang="fr-FR" smtClean="0"/>
          </a:p>
          <a:p>
            <a:r>
              <a:rPr lang="fr-FR" smtClean="0"/>
              <a:t>3-  IL Y A UN LION, UN LION PUISSANT AUCUNE PUISSANCE NE LE RENVERSE 
4-  IL PEUT TE DONNER LE MEILLEUR DE LUI SATAN TREMBLE À SA VOIX </a:t>
            </a:r>
          </a:p>
          <a:p>
            <a:endParaRPr lang="fr-FR" smtClean="0"/>
          </a:p>
          <a:p>
            <a:r>
              <a:rPr lang="fr-FR" smtClean="0"/>
              <a:t>5-  LE LION DE JUDA BRISE TOUTE CHAÎNE LE LION DE JUDA, IL REVIENDRA 
6-  LE LION DE JUDA, IL VIT EN MOI LE LION DE JUDA, IL REVIENDRA </a:t>
            </a:r>
          </a:p>
          <a:p>
            <a:endParaRPr lang="fr-FR" smtClean="0"/>
          </a:p>
          <a:p>
            <a:r>
              <a:rPr lang="fr-FR" smtClean="0"/>
              <a:t>7-  IL Y A UNE TEMPÊTE SI PUISSANTE DANS LA JUNGLE DE CETTE VIE 
8-  ET SON SANG CRIE AUJOURD’HUI SUIS-MOI JUSQU’AU PARADIS</a:t>
            </a:r>
          </a:p>
          <a:p>
            <a:r>
              <a:rPr lang="fr-FR" smtClean="0"/>
              <a:t> 
9-  ROI DE LA JUNGLE IL CRIE COMME LE VENT 
10-  PARCOURANT LA TERRE VOIS CETTE FLAMME DANS SES YEUX 
11-  IL EST LE MAÎTRE DE L’UNIVERS 
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OUI, DANS LA JUNGLE DE CE MONDE IL Y A UN PUISSANT RUGISSEMENT 
2-  C’EST UN CRI DE GUERRE QUI VIENT TOUT DROIT DU CIEL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IL Y A UN LION, UN LION PUISSANT AUCUNE PUISSANCE NE LE RENVERSE 
4-  IL PEUT TE DONNER LE MEILLEUR DE LUI SATAN TREMBLE À SA VOIX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LE LION DE JUDA BRISE TOUTE CHAÎNE LE LION DE JUDA, IL REVIENDRA 
6-  LE LION DE JUDA, IL VIT EN MOI LE LION DE JUDA, IL REVIENDRA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IL Y A UNE TEMPÊTE SI PUISSANTE DANS LA JUNGLE DE CETTE VIE 
8-  ET SON SANG CRIE AUJOURD’HUI SUIS-MOI JUSQU’AU PARADIS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9-  ROI DE LA JUNGLE IL CRIE COMME LE VENT 
10-  PARCOURANT LA TERRE VOIS CETTE FLAMME DANS SES YEUX 
11-  IL EST LE MAÎTRE DE L’UNIVERS 
</a:t>
            </a:r>
            <a:endParaRPr lang="fr-FR" dirty="0" smtClean="0"/>
          </a:p>
        </p:txBody>
      </p:sp>
      <p:sp>
        <p:nvSpPr>
          <p:cNvPr id="153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OUI, DANS LA JUNGLE DE CE MONDE IL Y A UN PUISSANT RUGISSEMENT 
2-  C’EST UN CRI DE GUERRE QUI VIENT TOUT DROIT DU CIEL </a:t>
            </a:r>
          </a:p>
          <a:p>
            <a:endParaRPr lang="fr-FR" smtClean="0"/>
          </a:p>
          <a:p>
            <a:r>
              <a:rPr lang="fr-FR" smtClean="0"/>
              <a:t>3-  IL Y A UN LION, UN LION PUISSANT AUCUNE PUISSANCE NE LE RENVERSE 
4-  IL PEUT TE DONNER LE MEILLEUR DE LUI SATAN TREMBLE À SA VOIX </a:t>
            </a:r>
          </a:p>
          <a:p>
            <a:endParaRPr lang="fr-FR" smtClean="0"/>
          </a:p>
          <a:p>
            <a:r>
              <a:rPr lang="fr-FR" smtClean="0"/>
              <a:t>5-  LE LION DE JUDA BRISE TOUTE CHAÎNE LE LION DE JUDA, IL REVIENDRA 
6-  LE LION DE JUDA, IL VIT EN MOI LE LION DE JUDA, IL REVIENDRA </a:t>
            </a:r>
          </a:p>
          <a:p>
            <a:endParaRPr lang="fr-FR" smtClean="0"/>
          </a:p>
          <a:p>
            <a:r>
              <a:rPr lang="fr-FR" smtClean="0"/>
              <a:t>7-  IL Y A UNE TEMPÊTE SI PUISSANTE DANS LA JUNGLE DE CETTE VIE 
8-  ET SON SANG CRIE AUJOURD’HUI SUIS-MOI JUSQU’AU PARADIS</a:t>
            </a:r>
          </a:p>
          <a:p>
            <a:r>
              <a:rPr lang="fr-FR" smtClean="0"/>
              <a:t> 
9-  ROI DE LA JUNGLE IL CRIE COMME LE VENT 
10-  PARCOURANT LA TERRE VOIS CETTE FLAMME DANS SES YEUX 
11-  IL EST LE MAÎTRE DE L’UNIVERS 
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OUI, DANS LA JUNGLE DE CE MONDE IL Y A UN PUISSANT RUGISSEMENT 
2-  C’EST UN CRI DE GUERRE QUI VIENT TOUT DROIT DU CIEL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IL Y A UN LION, UN LION PUISSANT AUCUNE PUISSANCE NE LE RENVERSE 
4-  IL PEUT TE DONNER LE MEILLEUR DE LUI SATAN TREMBLE À SA VOIX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LE LION DE JUDA BRISE TOUTE CHAÎNE LE LION DE JUDA, IL REVIENDRA 
6-  LE LION DE JUDA, IL VIT EN MOI LE LION DE JUDA, IL REVIENDRA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IL Y A UNE TEMPÊTE SI PUISSANTE DANS LA JUNGLE DE CETTE VIE 
8-  ET SON SANG CRIE AUJOURD’HUI SUIS-MOI JUSQU’AU PARADIS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9-  ROI DE LA JUNGLE IL CRIE COMME LE VENT 
10-  PARCOURANT LA TERRE VOIS CETTE FLAMME DANS SES YEUX 
11-  IL EST LE MAÎTRE DE L’UNIVERS 
</a:t>
            </a:r>
            <a:endParaRPr lang="fr-FR" dirty="0" smtClean="0"/>
          </a:p>
        </p:txBody>
      </p:sp>
      <p:sp>
        <p:nvSpPr>
          <p:cNvPr id="163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OUI, DANS LA JUNGLE DE CE MONDE IL Y A UN PUISSANT RUGISSEMENT 
2-  C’EST UN CRI DE GUERRE QUI VIENT TOUT DROIT DU CIEL </a:t>
            </a:r>
          </a:p>
          <a:p>
            <a:endParaRPr lang="fr-FR" smtClean="0"/>
          </a:p>
          <a:p>
            <a:r>
              <a:rPr lang="fr-FR" smtClean="0"/>
              <a:t>3-  IL Y A UN LION, UN LION PUISSANT AUCUNE PUISSANCE NE LE RENVERSE 
4-  IL PEUT TE DONNER LE MEILLEUR DE LUI SATAN TREMBLE À SA VOIX </a:t>
            </a:r>
          </a:p>
          <a:p>
            <a:endParaRPr lang="fr-FR" smtClean="0"/>
          </a:p>
          <a:p>
            <a:r>
              <a:rPr lang="fr-FR" smtClean="0"/>
              <a:t>5-  LE LION DE JUDA BRISE TOUTE CHAÎNE LE LION DE JUDA, IL REVIENDRA 
6-  LE LION DE JUDA, IL VIT EN MOI LE LION DE JUDA, IL REVIENDRA </a:t>
            </a:r>
          </a:p>
          <a:p>
            <a:endParaRPr lang="fr-FR" smtClean="0"/>
          </a:p>
          <a:p>
            <a:r>
              <a:rPr lang="fr-FR" smtClean="0"/>
              <a:t>7-  IL Y A UNE TEMPÊTE SI PUISSANTE DANS LA JUNGLE DE CETTE VIE 
8-  ET SON SANG CRIE AUJOURD’HUI SUIS-MOI JUSQU’AU PARADIS</a:t>
            </a:r>
          </a:p>
          <a:p>
            <a:r>
              <a:rPr lang="fr-FR" smtClean="0"/>
              <a:t> 
9-  ROI DE LA JUNGLE IL CRIE COMME LE VENT 
10-  PARCOURANT LA TERRE VOIS CETTE FLAMME DANS SES YEUX 
11-  IL EST LE MAÎTRE DE L’UNIVERS 
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OUI, DANS LA JUNGLE DE CE MONDE IL Y A UN PUISSANT RUGISSEMENT 
2-  C’EST UN CRI DE GUERRE QUI VIENT TOUT DROIT DU CIEL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IL Y A UN LION, UN LION PUISSANT AUCUNE PUISSANCE NE LE RENVERSE 
4-  IL PEUT TE DONNER LE MEILLEUR DE LUI SATAN TREMBLE À SA VOIX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LE LION DE JUDA BRISE TOUTE CHAÎNE LE LION DE JUDA, IL REVIENDRA 
6-  LE LION DE JUDA, IL VIT EN MOI LE LION DE JUDA, IL REVIENDRA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IL Y A UNE TEMPÊTE SI PUISSANTE DANS LA JUNGLE DE CETTE VIE 
8-  ET SON SANG CRIE AUJOURD’HUI SUIS-MOI JUSQU’AU PARADIS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9-  ROI DE LA JUNGLE IL CRIE COMME LE VENT 
10-  PARCOURANT LA TERRE VOIS CETTE FLAMME DANS SES YEUX 
11-  IL EST LE MAÎTRE DE L’UNIVERS 
</a:t>
            </a:r>
            <a:endParaRPr lang="fr-FR" dirty="0" smtClean="0"/>
          </a:p>
        </p:txBody>
      </p:sp>
      <p:sp>
        <p:nvSpPr>
          <p:cNvPr id="174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OUI, DANS LA JUNGLE DE CE MONDE IL Y A UN PUISSANT RUGISSEMENT 
2-  C’EST UN CRI DE GUERRE QUI VIENT TOUT DROIT DU CIEL </a:t>
            </a:r>
          </a:p>
          <a:p>
            <a:endParaRPr lang="fr-FR" smtClean="0"/>
          </a:p>
          <a:p>
            <a:r>
              <a:rPr lang="fr-FR" smtClean="0"/>
              <a:t>3-  IL Y A UN LION, UN LION PUISSANT AUCUNE PUISSANCE NE LE RENVERSE 
4-  IL PEUT TE DONNER LE MEILLEUR DE LUI SATAN TREMBLE À SA VOIX </a:t>
            </a:r>
          </a:p>
          <a:p>
            <a:endParaRPr lang="fr-FR" smtClean="0"/>
          </a:p>
          <a:p>
            <a:r>
              <a:rPr lang="fr-FR" smtClean="0"/>
              <a:t>5-  LE LION DE JUDA BRISE TOUTE CHAÎNE LE LION DE JUDA, IL REVIENDRA 
6-  LE LION DE JUDA, IL VIT EN MOI LE LION DE JUDA, IL REVIENDRA </a:t>
            </a:r>
          </a:p>
          <a:p>
            <a:endParaRPr lang="fr-FR" smtClean="0"/>
          </a:p>
          <a:p>
            <a:r>
              <a:rPr lang="fr-FR" smtClean="0"/>
              <a:t>7-  IL Y A UNE TEMPÊTE SI PUISSANTE DANS LA JUNGLE DE CETTE VIE 
8-  ET SON SANG CRIE AUJOURD’HUI SUIS-MOI JUSQU’AU PARADIS</a:t>
            </a:r>
          </a:p>
          <a:p>
            <a:r>
              <a:rPr lang="fr-FR" smtClean="0"/>
              <a:t> 
9-  ROI DE LA JUNGLE IL CRIE COMME LE VENT 
10-  PARCOURANT LA TERRE VOIS CETTE FLAMME DANS SES YEUX 
11-  IL EST LE MAÎTRE DE L’UNIVERS 
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OUI, DANS LA JUNGLE DE CE MONDE IL Y A UN PUISSANT RUGISSEMENT 
2-  C’EST UN CRI DE GUERRE QUI VIENT TOUT DROIT DU CIEL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IL Y A UN LION, UN LION PUISSANT AUCUNE PUISSANCE NE LE RENVERSE 
4-  IL PEUT TE DONNER LE MEILLEUR DE LUI SATAN TREMBLE À SA VOIX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LE LION DE JUDA BRISE TOUTE CHAÎNE LE LION DE JUDA, IL REVIENDRA 
6-  LE LION DE JUDA, IL VIT EN MOI LE LION DE JUDA, IL REVIENDRA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IL Y A UNE TEMPÊTE SI PUISSANTE DANS LA JUNGLE DE CETTE VIE 
8-  ET SON SANG CRIE AUJOURD’HUI SUIS-MOI JUSQU’AU PARADIS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9-  ROI DE LA JUNGLE IL CRIE COMME LE VENT 
10-  PARCOURANT LA TERRE VOIS CETTE FLAMME DANS SES YEUX 
11-  IL EST LE MAÎTRE DE L’UNIVERS 
</a:t>
            </a:r>
            <a:endParaRPr lang="fr-FR" dirty="0" smtClean="0"/>
          </a:p>
        </p:txBody>
      </p:sp>
      <p:sp>
        <p:nvSpPr>
          <p:cNvPr id="184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OUI, DANS LA JUNGLE DE CE MONDE IL Y A UN PUISSANT RUGISSEMENT 
2-  C’EST UN CRI DE GUERRE QUI VIENT TOUT DROIT DU CIEL </a:t>
            </a:r>
          </a:p>
          <a:p>
            <a:endParaRPr lang="fr-FR" smtClean="0"/>
          </a:p>
          <a:p>
            <a:r>
              <a:rPr lang="fr-FR" smtClean="0"/>
              <a:t>3-  IL Y A UN LION, UN LION PUISSANT AUCUNE PUISSANCE NE LE RENVERSE 
4-  IL PEUT TE DONNER LE MEILLEUR DE LUI SATAN TREMBLE À SA VOIX </a:t>
            </a:r>
          </a:p>
          <a:p>
            <a:endParaRPr lang="fr-FR" smtClean="0"/>
          </a:p>
          <a:p>
            <a:r>
              <a:rPr lang="fr-FR" smtClean="0"/>
              <a:t>5-  LE LION DE JUDA BRISE TOUTE CHAÎNE LE LION DE JUDA, IL REVIENDRA 
6-  LE LION DE JUDA, IL VIT EN MOI LE LION DE JUDA, IL REVIENDRA </a:t>
            </a:r>
          </a:p>
          <a:p>
            <a:endParaRPr lang="fr-FR" smtClean="0"/>
          </a:p>
          <a:p>
            <a:r>
              <a:rPr lang="fr-FR" smtClean="0"/>
              <a:t>7-  IL Y A UNE TEMPÊTE SI PUISSANTE DANS LA JUNGLE DE CETTE VIE 
8-  ET SON SANG CRIE AUJOURD’HUI SUIS-MOI JUSQU’AU PARADIS</a:t>
            </a:r>
          </a:p>
          <a:p>
            <a:r>
              <a:rPr lang="fr-FR" smtClean="0"/>
              <a:t> 
9-  ROI DE LA JUNGLE IL CRIE COMME LE VENT 
10-  PARCOURANT LA TERRE VOIS CETTE FLAMME DANS SES YEUX 
11-  IL EST LE MAÎTRE DE L’UNIVERS 
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OUI, DANS LA JUNGLE DE CE MONDE IL Y A UN PUISSANT RUGISSEMENT 
2-  C’EST UN CRI DE GUERRE QUI VIENT TOUT DROIT DU CIEL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IL Y A UN LION, UN LION PUISSANT AUCUNE PUISSANCE NE LE RENVERSE 
4-  IL PEUT TE DONNER LE MEILLEUR DE LUI SATAN TREMBLE À SA VOIX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LE LION DE JUDA BRISE TOUTE CHAÎNE LE LION DE JUDA, IL REVIENDRA 
6-  LE LION DE JUDA, IL VIT EN MOI LE LION DE JUDA, IL REVIENDRA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IL Y A UNE TEMPÊTE SI PUISSANTE DANS LA JUNGLE DE CETTE VIE 
8-  ET SON SANG CRIE AUJOURD’HUI SUIS-MOI JUSQU’AU PARADIS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9-  ROI DE LA JUNGLE IL CRIE COMME LE VENT 
10-  PARCOURANT LA TERRE VOIS CETTE FLAMME DANS SES YEUX 
11-  IL EST LE MAÎTRE DE L’UNIVERS 
</a:t>
            </a:r>
            <a:endParaRPr lang="fr-FR" dirty="0" smtClean="0"/>
          </a:p>
        </p:txBody>
      </p:sp>
      <p:sp>
        <p:nvSpPr>
          <p:cNvPr id="194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OUI, DANS LA JUNGLE DE CE MONDE IL Y A UN PUISSANT RUGISSEMENT 
2-  C’EST UN CRI DE GUERRE QUI VIENT TOUT DROIT DU CIEL </a:t>
            </a:r>
          </a:p>
          <a:p>
            <a:endParaRPr lang="fr-FR" smtClean="0"/>
          </a:p>
          <a:p>
            <a:r>
              <a:rPr lang="fr-FR" smtClean="0"/>
              <a:t>3-  IL Y A UN LION, UN LION PUISSANT AUCUNE PUISSANCE NE LE RENVERSE 
4-  IL PEUT TE DONNER LE MEILLEUR DE LUI SATAN TREMBLE À SA VOIX </a:t>
            </a:r>
          </a:p>
          <a:p>
            <a:endParaRPr lang="fr-FR" smtClean="0"/>
          </a:p>
          <a:p>
            <a:r>
              <a:rPr lang="fr-FR" smtClean="0"/>
              <a:t>5-  LE LION DE JUDA BRISE TOUTE CHAÎNE LE LION DE JUDA, IL REVIENDRA 
6-  LE LION DE JUDA, IL VIT EN MOI LE LION DE JUDA, IL REVIENDRA </a:t>
            </a:r>
          </a:p>
          <a:p>
            <a:endParaRPr lang="fr-FR" smtClean="0"/>
          </a:p>
          <a:p>
            <a:r>
              <a:rPr lang="fr-FR" smtClean="0"/>
              <a:t>7-  IL Y A UNE TEMPÊTE SI PUISSANTE DANS LA JUNGLE DE CETTE VIE 
8-  ET SON SANG CRIE AUJOURD’HUI SUIS-MOI JUSQU’AU PARADIS</a:t>
            </a:r>
          </a:p>
          <a:p>
            <a:r>
              <a:rPr lang="fr-FR" smtClean="0"/>
              <a:t> 
9-  ROI DE LA JUNGLE IL CRIE COMME LE VENT 
10-  PARCOURANT LA TERRE VOIS CETTE FLAMME DANS SES YEUX 
11-  IL EST LE MAÎTRE DE L’UNIVERS 
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OUI, DANS LA JUNGLE DE CE MONDE IL Y A UN PUISSANT RUGISSEMENT 
2-  C’EST UN CRI DE GUERRE QUI VIENT TOUT DROIT DU CIEL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IL Y A UN LION, UN LION PUISSANT AUCUNE PUISSANCE NE LE RENVERSE 
4-  IL PEUT TE DONNER LE MEILLEUR DE LUI SATAN TREMBLE À SA VOIX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LE LION DE JUDA BRISE TOUTE CHAÎNE LE LION DE JUDA, IL REVIENDRA 
6-  LE LION DE JUDA, IL VIT EN MOI LE LION DE JUDA, IL REVIENDRA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IL Y A UNE TEMPÊTE SI PUISSANTE DANS LA JUNGLE DE CETTE VIE 
8-  ET SON SANG CRIE AUJOURD’HUI SUIS-MOI JUSQU’AU PARADIS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9-  ROI DE LA JUNGLE IL CRIE COMME LE VENT 
10-  PARCOURANT LA TERRE VOIS CETTE FLAMME DANS SES YEUX 
11-  IL EST LE MAÎTRE DE L’UNIVERS 
</a:t>
            </a:r>
            <a:endParaRPr lang="fr-FR" dirty="0" smtClean="0"/>
          </a:p>
        </p:txBody>
      </p:sp>
      <p:sp>
        <p:nvSpPr>
          <p:cNvPr id="204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OUI, DANS LA JUNGLE DE CE MONDE IL Y A UN PUISSANT RUGISSEMENT 
2-  C’EST UN CRI DE GUERRE QUI VIENT TOUT DROIT DU CIEL </a:t>
            </a:r>
          </a:p>
          <a:p>
            <a:endParaRPr lang="fr-FR" smtClean="0"/>
          </a:p>
          <a:p>
            <a:r>
              <a:rPr lang="fr-FR" smtClean="0"/>
              <a:t>3-  IL Y A UN LION, UN LION PUISSANT AUCUNE PUISSANCE NE LE RENVERSE 
4-  IL PEUT TE DONNER LE MEILLEUR DE LUI SATAN TREMBLE À SA VOIX </a:t>
            </a:r>
          </a:p>
          <a:p>
            <a:endParaRPr lang="fr-FR" smtClean="0"/>
          </a:p>
          <a:p>
            <a:r>
              <a:rPr lang="fr-FR" smtClean="0"/>
              <a:t>5-  LE LION DE JUDA BRISE TOUTE CHAÎNE LE LION DE JUDA, IL REVIENDRA 
6-  LE LION DE JUDA, IL VIT EN MOI LE LION DE JUDA, IL REVIENDRA </a:t>
            </a:r>
          </a:p>
          <a:p>
            <a:endParaRPr lang="fr-FR" smtClean="0"/>
          </a:p>
          <a:p>
            <a:r>
              <a:rPr lang="fr-FR" smtClean="0"/>
              <a:t>7-  IL Y A UNE TEMPÊTE SI PUISSANTE DANS LA JUNGLE DE CETTE VIE 
8-  ET SON SANG CRIE AUJOURD’HUI SUIS-MOI JUSQU’AU PARADIS</a:t>
            </a:r>
          </a:p>
          <a:p>
            <a:r>
              <a:rPr lang="fr-FR" smtClean="0"/>
              <a:t> 
9-  ROI DE LA JUNGLE IL CRIE COMME LE VENT 
10-  PARCOURANT LA TERRE VOIS CETTE FLAMME DANS SES YEUX 
11-  IL EST LE MAÎTRE DE L’UNIVERS 
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OUI, DANS LA JUNGLE DE CE MONDE IL Y A UN PUISSANT RUGISSEMENT 
2-  C’EST UN CRI DE GUERRE QUI VIENT TOUT DROIT DU CIEL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IL Y A UN LION, UN LION PUISSANT AUCUNE PUISSANCE NE LE RENVERSE 
4-  IL PEUT TE DONNER LE MEILLEUR DE LUI SATAN TREMBLE À SA VOIX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LE LION DE JUDA BRISE TOUTE CHAÎNE LE LION DE JUDA, IL REVIENDRA 
6-  LE LION DE JUDA, IL VIT EN MOI LE LION DE JUDA, IL REVIENDRA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IL Y A UNE TEMPÊTE SI PUISSANTE DANS LA JUNGLE DE CETTE VIE 
8-  ET SON SANG CRIE AUJOURD’HUI SUIS-MOI JUSQU’AU PARADIS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9-  ROI DE LA JUNGLE IL CRIE COMME LE VENT 
10-  PARCOURANT LA TERRE VOIS CETTE FLAMME DANS SES YEUX 
11-  IL EST LE MAÎTRE DE L’UNIVERS 
</a:t>
            </a:r>
            <a:endParaRPr lang="fr-FR" dirty="0" smtClean="0"/>
          </a:p>
        </p:txBody>
      </p:sp>
      <p:sp>
        <p:nvSpPr>
          <p:cNvPr id="215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OUI, DANS LA JUNGLE DE CE MONDE IL Y A UN PUISSANT RUGISSEMENT 
2-  C’EST UN CRI DE GUERRE QUI VIENT TOUT DROIT DU CIEL </a:t>
            </a:r>
          </a:p>
          <a:p>
            <a:endParaRPr lang="fr-FR" smtClean="0"/>
          </a:p>
          <a:p>
            <a:r>
              <a:rPr lang="fr-FR" smtClean="0"/>
              <a:t>3-  IL Y A UN LION, UN LION PUISSANT AUCUNE PUISSANCE NE LE RENVERSE 
4-  IL PEUT TE DONNER LE MEILLEUR DE LUI SATAN TREMBLE À SA VOIX </a:t>
            </a:r>
          </a:p>
          <a:p>
            <a:endParaRPr lang="fr-FR" smtClean="0"/>
          </a:p>
          <a:p>
            <a:r>
              <a:rPr lang="fr-FR" smtClean="0"/>
              <a:t>5-  LE LION DE JUDA BRISE TOUTE CHAÎNE LE LION DE JUDA, IL REVIENDRA 
6-  LE LION DE JUDA, IL VIT EN MOI LE LION DE JUDA, IL REVIENDRA </a:t>
            </a:r>
          </a:p>
          <a:p>
            <a:endParaRPr lang="fr-FR" smtClean="0"/>
          </a:p>
          <a:p>
            <a:r>
              <a:rPr lang="fr-FR" smtClean="0"/>
              <a:t>7-  IL Y A UNE TEMPÊTE SI PUISSANTE DANS LA JUNGLE DE CETTE VIE 
8-  ET SON SANG CRIE AUJOURD’HUI SUIS-MOI JUSQU’AU PARADIS</a:t>
            </a:r>
          </a:p>
          <a:p>
            <a:r>
              <a:rPr lang="fr-FR" smtClean="0"/>
              <a:t> 
9-  ROI DE LA JUNGLE IL CRIE COMME LE VENT 
10-  PARCOURANT LA TERRE VOIS CETTE FLAMME DANS SES YEUX 
11-  IL EST LE MAÎTRE DE L’UNIVERS 
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OUI, DANS LA JUNGLE DE CE MONDE IL Y A UN PUISSANT RUGISSEMENT 
2-  C’EST UN CRI DE GUERRE QUI VIENT TOUT DROIT DU CIEL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IL Y A UN LION, UN LION PUISSANT AUCUNE PUISSANCE NE LE RENVERSE 
4-  IL PEUT TE DONNER LE MEILLEUR DE LUI SATAN TREMBLE À SA VOIX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LE LION DE JUDA BRISE TOUTE CHAÎNE LE LION DE JUDA, IL REVIENDRA 
6-  LE LION DE JUDA, IL VIT EN MOI LE LION DE JUDA, IL REVIENDRA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IL Y A UNE TEMPÊTE SI PUISSANTE DANS LA JUNGLE DE CETTE VIE 
8-  ET SON SANG CRIE AUJOURD’HUI SUIS-MOI JUSQU’AU PARADIS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9-  ROI DE LA JUNGLE IL CRIE COMME LE VENT 
10-  PARCOURANT LA TERRE VOIS CETTE FLAMME DANS SES YEUX 
11-  IL EST LE MAÎTRE DE L’UNIVERS 
</a:t>
            </a:r>
            <a:endParaRPr lang="fr-FR" dirty="0" smtClean="0"/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OUI, DANS LA JUNGLE DE CE MONDE IL Y A UN PUISSANT RUGISSEMENT 
2-  C’EST UN CRI DE GUERRE QUI VIENT TOUT DROIT DU CIEL </a:t>
            </a:r>
          </a:p>
          <a:p>
            <a:endParaRPr lang="fr-FR" smtClean="0"/>
          </a:p>
          <a:p>
            <a:r>
              <a:rPr lang="fr-FR" smtClean="0"/>
              <a:t>3-  IL Y A UN LION, UN LION PUISSANT AUCUNE PUISSANCE NE LE RENVERSE 
4-  IL PEUT TE DONNER LE MEILLEUR DE LUI SATAN TREMBLE À SA VOIX </a:t>
            </a:r>
          </a:p>
          <a:p>
            <a:endParaRPr lang="fr-FR" smtClean="0"/>
          </a:p>
          <a:p>
            <a:r>
              <a:rPr lang="fr-FR" smtClean="0"/>
              <a:t>5-  LE LION DE JUDA BRISE TOUTE CHAÎNE LE LION DE JUDA, IL REVIENDRA 
6-  LE LION DE JUDA, IL VIT EN MOI LE LION DE JUDA, IL REVIENDRA </a:t>
            </a:r>
          </a:p>
          <a:p>
            <a:endParaRPr lang="fr-FR" smtClean="0"/>
          </a:p>
          <a:p>
            <a:r>
              <a:rPr lang="fr-FR" smtClean="0"/>
              <a:t>7-  IL Y A UNE TEMPÊTE SI PUISSANTE DANS LA JUNGLE DE CETTE VIE 
8-  ET SON SANG CRIE AUJOURD’HUI SUIS-MOI JUSQU’AU PARADIS</a:t>
            </a:r>
          </a:p>
          <a:p>
            <a:r>
              <a:rPr lang="fr-FR" smtClean="0"/>
              <a:t> 
9-  ROI DE LA JUNGLE IL CRIE COMME LE VENT 
10-  PARCOURANT LA TERRE VOIS CETTE FLAMME DANS SES YEUX 
11-  IL EST LE MAÎTRE DE L’UNIVERS 
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OUI, DANS LA JUNGLE DE CE MONDE IL Y A UN PUISSANT RUGISSEMENT 
2-  C’EST UN CRI DE GUERRE QUI VIENT TOUT DROIT DU CIEL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IL Y A UN LION, UN LION PUISSANT AUCUNE PUISSANCE NE LE RENVERSE 
4-  IL PEUT TE DONNER LE MEILLEUR DE LUI SATAN TREMBLE À SA VOIX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LE LION DE JUDA BRISE TOUTE CHAÎNE LE LION DE JUDA, IL REVIENDRA 
6-  LE LION DE JUDA, IL VIT EN MOI LE LION DE JUDA, IL REVIENDRA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IL Y A UNE TEMPÊTE SI PUISSANTE DANS LA JUNGLE DE CETTE VIE 
8-  ET SON SANG CRIE AUJOURD’HUI SUIS-MOI JUSQU’AU PARADIS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9-  ROI DE LA JUNGLE IL CRIE COMME LE VENT 
10-  PARCOURANT LA TERRE VOIS CETTE FLAMME DANS SES YEUX 
11-  IL EST LE MAÎTRE DE L’UNIVERS 
</a:t>
            </a:r>
            <a:endParaRPr lang="fr-FR" dirty="0" smtClean="0"/>
          </a:p>
        </p:txBody>
      </p:sp>
      <p:sp>
        <p:nvSpPr>
          <p:cNvPr id="235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OUI, DANS LA JUNGLE DE CE MONDE IL Y A UN PUISSANT RUGISSEMENT 
2-  C’EST UN CRI DE GUERRE QUI VIENT TOUT DROIT DU CIEL </a:t>
            </a:r>
          </a:p>
          <a:p>
            <a:endParaRPr lang="fr-FR" smtClean="0"/>
          </a:p>
          <a:p>
            <a:r>
              <a:rPr lang="fr-FR" smtClean="0"/>
              <a:t>3-  IL Y A UN LION, UN LION PUISSANT AUCUNE PUISSANCE NE LE RENVERSE 
4-  IL PEUT TE DONNER LE MEILLEUR DE LUI SATAN TREMBLE À SA VOIX </a:t>
            </a:r>
          </a:p>
          <a:p>
            <a:endParaRPr lang="fr-FR" smtClean="0"/>
          </a:p>
          <a:p>
            <a:r>
              <a:rPr lang="fr-FR" smtClean="0"/>
              <a:t>5-  LE LION DE JUDA BRISE TOUTE CHAÎNE LE LION DE JUDA, IL REVIENDRA 
6-  LE LION DE JUDA, IL VIT EN MOI LE LION DE JUDA, IL REVIENDRA </a:t>
            </a:r>
          </a:p>
          <a:p>
            <a:endParaRPr lang="fr-FR" smtClean="0"/>
          </a:p>
          <a:p>
            <a:r>
              <a:rPr lang="fr-FR" smtClean="0"/>
              <a:t>7-  IL Y A UNE TEMPÊTE SI PUISSANTE DANS LA JUNGLE DE CETTE VIE 
8-  ET SON SANG CRIE AUJOURD’HUI SUIS-MOI JUSQU’AU PARADIS</a:t>
            </a:r>
          </a:p>
          <a:p>
            <a:r>
              <a:rPr lang="fr-FR" smtClean="0"/>
              <a:t> 
9-  ROI DE LA JUNGLE IL CRIE COMME LE VENT 
10-  PARCOURANT LA TERRE VOIS CETTE FLAMME DANS SES YEUX 
11-  IL EST LE MAÎTRE DE L’UNIVERS 
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OUI, DANS LA JUNGLE DE CE MONDE IL Y A UN PUISSANT RUGISSEMENT 
2-  C’EST UN CRI DE GUERRE QUI VIENT TOUT DROIT DU CIEL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3-  IL Y A UN LION, UN LION PUISSANT AUCUNE PUISSANCE NE LE RENVERSE 
4-  IL PEUT TE DONNER LE MEILLEUR DE LUI SATAN TREMBLE À SA VOIX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5-  LE LION DE JUDA BRISE TOUTE CHAÎNE LE LION DE JUDA, IL REVIENDRA 
6-  LE LION DE JUDA, IL VIT EN MOI LE LION DE JUDA, IL REVIENDRA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7-  IL Y A UNE TEMPÊTE SI PUISSANTE DANS LA JUNGLE DE CETTE VIE 
8-  ET SON SANG CRIE AUJOURD’HUI SUIS-MOI JUSQU’AU PARADIS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
9-  ROI DE LA JUNGLE IL CRIE COMME LE VENT 
10-  PARCOURANT LA TERRE VOIS CETTE FLAMME DANS SES YEUX 
11-  IL EST LE MAÎTRE DE L’UNIVERS 
</a:t>
            </a: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OUI, DANS LA JUNGLE DE CE MONDE IL Y A UN PUISSANT RUGISSEMENT 
2-  C’EST UN CRI DE GUERRE QUI VIENT TOUT DROIT DU CIEL </a:t>
            </a:r>
          </a:p>
          <a:p>
            <a:endParaRPr lang="fr-FR" smtClean="0"/>
          </a:p>
          <a:p>
            <a:r>
              <a:rPr lang="fr-FR" smtClean="0"/>
              <a:t>3-  IL Y A UN LION, UN LION PUISSANT AUCUNE PUISSANCE NE LE RENVERSE 
4-  IL PEUT TE DONNER LE MEILLEUR DE LUI SATAN TREMBLE À SA VOIX </a:t>
            </a:r>
          </a:p>
          <a:p>
            <a:endParaRPr lang="fr-FR" smtClean="0"/>
          </a:p>
          <a:p>
            <a:r>
              <a:rPr lang="fr-FR" smtClean="0"/>
              <a:t>5-  LE LION DE JUDA BRISE TOUTE CHAÎNE LE LION DE JUDA, IL REVIENDRA 
6-  LE LION DE JUDA, IL VIT EN MOI LE LION DE JUDA, IL REVIENDRA </a:t>
            </a:r>
          </a:p>
          <a:p>
            <a:endParaRPr lang="fr-FR" smtClean="0"/>
          </a:p>
          <a:p>
            <a:r>
              <a:rPr lang="fr-FR" smtClean="0"/>
              <a:t>7-  IL Y A UNE TEMPÊTE SI PUISSANTE DANS LA JUNGLE DE CETTE VIE 
8-  ET SON SANG CRIE AUJOURD’HUI SUIS-MOI JUSQU’AU PARADIS</a:t>
            </a:r>
          </a:p>
          <a:p>
            <a:r>
              <a:rPr lang="fr-FR" smtClean="0"/>
              <a:t> 
9-  ROI DE LA JUNGLE IL CRIE COMME LE VENT 
10-  PARCOURANT LA TERRE VOIS CETTE FLAMME DANS SES YEUX 
11-  IL EST LE MAÎTRE DE L’UNIVERS 
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A8AC0A9-7172-49E9-B8BC-A22D498D695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78C8C46-91F7-4EA8-A38E-552D2EEE3BC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E1CC27-1C60-48C1-A883-DB83FC08646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8B88CA1-F705-49BF-A369-FB70D91D439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0F66721-6FCD-4789-AD2E-B42066119B2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3B96EA-3D79-4923-96FB-9C47581F9FB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CDA991-0D99-41FA-A0BF-81638EC23D0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E6D294-EDC8-4221-A94D-2E336929DC5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B0EC61-4EA3-4A67-BB20-5230DE73160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7D86F35-1C01-417B-98D4-A76033D10B3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520D981-3723-4B4E-A7D4-ABC6ED675CA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B66B9AAF-909B-4255-8E57-6EFD9326C8F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OUI, DANS LA JUNGLE DE CE MONDE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Y A UN PUISSANT RUGISSEMENT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C’EST UN CRI DE GUERRE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QUI VIENT TOUT DROIT DU CIEL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Y A UN LION, UN LION PUISSANT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AUCUNE PUISSANCE NE LE RENVERSE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PEUT TE DONNER LE MEILLEUR DE LUI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SATAN TREMBLE À SA VOIX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 LION DE JUDA BRISE TOUTE CHAÎNE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 LION DE JUDA, IL REVIENDRA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 LION DE JUDA, IL VIT EN MOI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 LION DE JUDA, IL REVIENDRA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Y A UNE TEMPÊTE SI PUISSANTE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DANS LA JUNGLE DE CETTE VIE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SON SANG CRIE AUJOURD’HUI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SUIS-MOI JUSQU’AU PARADIS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ROI DE LA JUNGLE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CRIE COMME LE VENT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PARCOURANT LA TERRE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VOIS CETTE FLAMME DANS SES YEUX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EST LE MAÎTRE DE L’UNIVERS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1493</TotalTime>
  <Words>401</Words>
  <Application>Microsoft Office PowerPoint</Application>
  <PresentationFormat>On-screen Show (4:3)</PresentationFormat>
  <Paragraphs>187</Paragraphs>
  <Slides>11</Slides>
  <Notes>11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5" baseType="lpstr">
      <vt:lpstr>Franklin Gothic Medium</vt:lpstr>
      <vt:lpstr>Arial</vt:lpstr>
      <vt:lpstr>Calibri</vt:lpstr>
      <vt:lpstr>Default Design</vt:lpstr>
      <vt:lpstr>OUI, DANS LA JUNGLE DE CE MONDE IL Y A UN PUISSANT RUGISSEMENT</vt:lpstr>
      <vt:lpstr>C’EST UN CRI DE GUERRE QUI VIENT TOUT DROIT DU CIEL</vt:lpstr>
      <vt:lpstr>IL Y A UN LION, UN LION PUISSANT AUCUNE PUISSANCE NE LE RENVERSE</vt:lpstr>
      <vt:lpstr>IL PEUT TE DONNER LE MEILLEUR DE LUI SATAN TREMBLE À SA VOIX</vt:lpstr>
      <vt:lpstr>LE LION DE JUDA BRISE TOUTE CHAÎNE LE LION DE JUDA, IL REVIENDRA</vt:lpstr>
      <vt:lpstr>LE LION DE JUDA, IL VIT EN MOI LE LION DE JUDA, IL REVIENDRA</vt:lpstr>
      <vt:lpstr>IL Y A UNE TEMPÊTE SI PUISSANTE DANS LA JUNGLE DE CETTE VIE</vt:lpstr>
      <vt:lpstr>ET SON SANG CRIE AUJOURD’HUI SUIS-MOI JUSQU’AU PARADIS</vt:lpstr>
      <vt:lpstr>ROI DE LA JUNGLE IL CRIE COMME LE VENT</vt:lpstr>
      <vt:lpstr>PARCOURANT LA TERRE VOIS CETTE FLAMME DANS SES YEUX</vt:lpstr>
      <vt:lpstr>IL EST LE MAÎTRE DE L’UNIVERS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USER</cp:lastModifiedBy>
  <cp:revision>133</cp:revision>
  <dcterms:created xsi:type="dcterms:W3CDTF">2002-08-17T10:50:50Z</dcterms:created>
  <dcterms:modified xsi:type="dcterms:W3CDTF">2015-07-12T08:09:34Z</dcterms:modified>
</cp:coreProperties>
</file>