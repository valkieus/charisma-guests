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0" r:id="rId2"/>
    <p:sldId id="280" r:id="rId3"/>
    <p:sldId id="279" r:id="rId4"/>
    <p:sldId id="278" r:id="rId5"/>
    <p:sldId id="277" r:id="rId6"/>
    <p:sldId id="276" r:id="rId7"/>
    <p:sldId id="275" r:id="rId8"/>
    <p:sldId id="274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4" autoAdjust="0"/>
    <p:restoredTop sz="26492" autoAdjust="0"/>
  </p:normalViewPr>
  <p:slideViewPr>
    <p:cSldViewPr>
      <p:cViewPr>
        <p:scale>
          <a:sx n="33" d="100"/>
          <a:sy n="33" d="100"/>
        </p:scale>
        <p:origin x="-163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7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cs typeface="+mn-cs"/>
              </a:defRPr>
            </a:lvl1pPr>
          </a:lstStyle>
          <a:p>
            <a:pPr>
              <a:defRPr/>
            </a:pPr>
            <a:fld id="{9671A19A-16D7-40E0-A0EA-F7535142131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fr-FR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cs typeface="+mn-cs"/>
              </a:defRPr>
            </a:lvl1pPr>
          </a:lstStyle>
          <a:p>
            <a:pPr>
              <a:defRPr/>
            </a:pPr>
            <a:fld id="{FDC20D67-7857-4B57-AF67-CA63C23D553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RÊVE CE SOIR D’UN LIEU QUE J’AIME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 I'm dreamin' tonight Of a place I love
2-  PLUS ENCORE QU’AUTREFOIS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more than I Usually do
3-  MÊME SI JE SAIS QUE LA ROUTE EST LONGUE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although I know it's a long road back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TE LE PROMET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promise you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SERAI LÀ POUR NOEL TU PEUX COMPTER SUR MOI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be home for Christmas you can count on me
6-  QUE LA NEIGE TOMBE SUR LES CHEMINS ET DES CADEAUX AU PIEDS DU SAPIN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please have snow and mistletoe and presents under the tree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NOËL ME TROUVERA LÀ OÙ L’AMOUR BRILLE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Christmas eve will find me where the love light gleams
8-  JE SERAI LÀ POUR NOËL NE SERAI-CE QU’EN RÊVE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be home for Christmas if only in my dreams</a:t>
            </a:r>
            <a:endParaRPr lang="fr-FR" dirty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RÊVE CE SOIR D’UN LIEU QUE J’AIME</a:t>
            </a:r>
          </a:p>
          <a:p>
            <a:r>
              <a:rPr lang="fr-FR"/>
              <a:t>Well I'm dreamin' tonight Of a place I love
2-  PLUS ENCORE QU’AUTREFOIS </a:t>
            </a:r>
          </a:p>
          <a:p>
            <a:r>
              <a:rPr lang="fr-FR"/>
              <a:t>Even more than I Usually do
3-  MÊME SI JE SAIS QUE LA ROUTE EST LONGUE </a:t>
            </a:r>
          </a:p>
          <a:p>
            <a:r>
              <a:rPr lang="fr-FR"/>
              <a:t>And although I know it's a long road back</a:t>
            </a:r>
          </a:p>
          <a:p>
            <a:r>
              <a:rPr lang="fr-FR"/>
              <a:t>4-  JE TE LE PROMET</a:t>
            </a:r>
          </a:p>
          <a:p>
            <a:r>
              <a:rPr lang="fr-FR"/>
              <a:t>I promise you </a:t>
            </a:r>
          </a:p>
          <a:p>
            <a:endParaRPr lang="fr-FR"/>
          </a:p>
          <a:p>
            <a:r>
              <a:rPr lang="fr-FR"/>
              <a:t>5-  JE SERAI LÀ POUR NOEL TU PEUX COMPTER SUR MOI </a:t>
            </a:r>
          </a:p>
          <a:p>
            <a:r>
              <a:rPr lang="fr-FR"/>
              <a:t>I'll be home for Christmas you can count on me
6-  QUE LA NEIGE TOMBE SUR LES CHEMINS ET DES CADEAUX AU PIEDS DU SAPIN </a:t>
            </a:r>
          </a:p>
          <a:p>
            <a:r>
              <a:rPr lang="fr-FR"/>
              <a:t>please have snow and mistletoe and presents under the tree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7-  NOËL ME TROUVERA LÀ OÙ L’AMOUR BRILLE </a:t>
            </a:r>
          </a:p>
          <a:p>
            <a:r>
              <a:rPr lang="fr-FR"/>
              <a:t>Christmas eve will find me where the love light gleams
8-  JE SERAI LÀ POUR NOËL NE SERAI-CE QU’EN RÊVE </a:t>
            </a:r>
          </a:p>
          <a:p>
            <a:r>
              <a:rPr lang="fr-FR"/>
              <a:t>I'll be home for Christmas if only in my dreams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RÊVE CE SOIR D’UN LIEU QUE J’AIME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 I'm dreamin' tonight Of a place I love
2-  PLUS ENCORE QU’AUTREFOIS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more than I Usually do
3-  MÊME SI JE SAIS QUE LA ROUTE EST LONGUE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although I know it's a long road back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TE LE PROMET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promise you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SERAI LÀ POUR NOEL TU PEUX COMPTER SUR MOI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be home for Christmas you can count on me
6-  QUE LA NEIGE TOMBE SUR LES CHEMINS ET DES CADEAUX AU PIEDS DU SAPIN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please have snow and mistletoe and presents under the tree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NOËL ME TROUVERA LÀ OÙ L’AMOUR BRILLE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Christmas eve will find me where the love light gleams
8-  JE SERAI LÀ POUR NOËL NE SERAI-CE QU’EN RÊVE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be home for Christmas if only in my dreams</a:t>
            </a:r>
            <a:endParaRPr lang="fr-FR" dirty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RÊVE CE SOIR D’UN LIEU QUE J’AIME</a:t>
            </a:r>
          </a:p>
          <a:p>
            <a:r>
              <a:rPr lang="fr-FR"/>
              <a:t>Well I'm dreamin' tonight Of a place I love
2-  PLUS ENCORE QU’AUTREFOIS </a:t>
            </a:r>
          </a:p>
          <a:p>
            <a:r>
              <a:rPr lang="fr-FR"/>
              <a:t>Even more than I Usually do
3-  MÊME SI JE SAIS QUE LA ROUTE EST LONGUE </a:t>
            </a:r>
          </a:p>
          <a:p>
            <a:r>
              <a:rPr lang="fr-FR"/>
              <a:t>And although I know it's a long road back</a:t>
            </a:r>
          </a:p>
          <a:p>
            <a:r>
              <a:rPr lang="fr-FR"/>
              <a:t>4-  JE TE LE PROMET</a:t>
            </a:r>
          </a:p>
          <a:p>
            <a:r>
              <a:rPr lang="fr-FR"/>
              <a:t>I promise you </a:t>
            </a:r>
          </a:p>
          <a:p>
            <a:endParaRPr lang="fr-FR"/>
          </a:p>
          <a:p>
            <a:r>
              <a:rPr lang="fr-FR"/>
              <a:t>5-  JE SERAI LÀ POUR NOEL TU PEUX COMPTER SUR MOI </a:t>
            </a:r>
          </a:p>
          <a:p>
            <a:r>
              <a:rPr lang="fr-FR"/>
              <a:t>I'll be home for Christmas you can count on me
6-  QUE LA NEIGE TOMBE SUR LES CHEMINS ET DES CADEAUX AU PIEDS DU SAPIN </a:t>
            </a:r>
          </a:p>
          <a:p>
            <a:r>
              <a:rPr lang="fr-FR"/>
              <a:t>please have snow and mistletoe and presents under the tree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7-  NOËL ME TROUVERA LÀ OÙ L’AMOUR BRILLE </a:t>
            </a:r>
          </a:p>
          <a:p>
            <a:r>
              <a:rPr lang="fr-FR"/>
              <a:t>Christmas eve will find me where the love light gleams
8-  JE SERAI LÀ POUR NOËL NE SERAI-CE QU’EN RÊVE </a:t>
            </a:r>
          </a:p>
          <a:p>
            <a:r>
              <a:rPr lang="fr-FR"/>
              <a:t>I'll be home for Christmas if only in my dreams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RÊVE CE SOIR D’UN LIEU QUE J’AIME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 I'm dreamin' tonight Of a place I love
2-  PLUS ENCORE QU’AUTREFOIS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more than I Usually do
3-  MÊME SI JE SAIS QUE LA ROUTE EST LONGUE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although I know it's a long road back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TE LE PROMET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promise you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SERAI LÀ POUR NOEL TU PEUX COMPTER SUR MOI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be home for Christmas you can count on me
6-  QUE LA NEIGE TOMBE SUR LES CHEMINS ET DES CADEAUX AU PIEDS DU SAPIN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please have snow and mistletoe and presents under the tree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NOËL ME TROUVERA LÀ OÙ L’AMOUR BRILLE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Christmas eve will find me where the love light gleams
8-  JE SERAI LÀ POUR NOËL NE SERAI-CE QU’EN RÊVE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be home for Christmas if only in my dreams</a:t>
            </a:r>
            <a:endParaRPr lang="fr-FR" dirty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RÊVE CE SOIR D’UN LIEU QUE J’AIME</a:t>
            </a:r>
          </a:p>
          <a:p>
            <a:r>
              <a:rPr lang="fr-FR"/>
              <a:t>Well I'm dreamin' tonight Of a place I love
2-  PLUS ENCORE QU’AUTREFOIS </a:t>
            </a:r>
          </a:p>
          <a:p>
            <a:r>
              <a:rPr lang="fr-FR"/>
              <a:t>Even more than I Usually do
3-  MÊME SI JE SAIS QUE LA ROUTE EST LONGUE </a:t>
            </a:r>
          </a:p>
          <a:p>
            <a:r>
              <a:rPr lang="fr-FR"/>
              <a:t>And although I know it's a long road back</a:t>
            </a:r>
          </a:p>
          <a:p>
            <a:r>
              <a:rPr lang="fr-FR"/>
              <a:t>4-  JE TE LE PROMET</a:t>
            </a:r>
          </a:p>
          <a:p>
            <a:r>
              <a:rPr lang="fr-FR"/>
              <a:t>I promise you </a:t>
            </a:r>
          </a:p>
          <a:p>
            <a:endParaRPr lang="fr-FR"/>
          </a:p>
          <a:p>
            <a:r>
              <a:rPr lang="fr-FR"/>
              <a:t>5-  JE SERAI LÀ POUR NOEL TU PEUX COMPTER SUR MOI </a:t>
            </a:r>
          </a:p>
          <a:p>
            <a:r>
              <a:rPr lang="fr-FR"/>
              <a:t>I'll be home for Christmas you can count on me
6-  QUE LA NEIGE TOMBE SUR LES CHEMINS ET DES CADEAUX AU PIEDS DU SAPIN </a:t>
            </a:r>
          </a:p>
          <a:p>
            <a:r>
              <a:rPr lang="fr-FR"/>
              <a:t>please have snow and mistletoe and presents under the tree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7-  NOËL ME TROUVERA LÀ OÙ L’AMOUR BRILLE </a:t>
            </a:r>
          </a:p>
          <a:p>
            <a:r>
              <a:rPr lang="fr-FR"/>
              <a:t>Christmas eve will find me where the love light gleams
8-  JE SERAI LÀ POUR NOËL NE SERAI-CE QU’EN RÊVE </a:t>
            </a:r>
          </a:p>
          <a:p>
            <a:r>
              <a:rPr lang="fr-FR"/>
              <a:t>I'll be home for Christmas if only in my dreams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RÊVE CE SOIR D’UN LIEU QUE J’AIME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 I'm dreamin' tonight Of a place I love
2-  PLUS ENCORE QU’AUTREFOIS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more than I Usually do
3-  MÊME SI JE SAIS QUE LA ROUTE EST LONGUE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although I know it's a long road back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TE LE PROMET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promise you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SERAI LÀ POUR NOEL TU PEUX COMPTER SUR MOI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be home for Christmas you can count on me
6-  QUE LA NEIGE TOMBE SUR LES CHEMINS ET DES CADEAUX AU PIEDS DU SAPIN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please have snow and mistletoe and presents under the tree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NOËL ME TROUVERA LÀ OÙ L’AMOUR BRILLE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Christmas eve will find me where the love light gleams
8-  JE SERAI LÀ POUR NOËL NE SERAI-CE QU’EN RÊVE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be home for Christmas if only in my dreams</a:t>
            </a:r>
            <a:endParaRPr lang="fr-FR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RÊVE CE SOIR D’UN LIEU QUE J’AIME</a:t>
            </a:r>
          </a:p>
          <a:p>
            <a:r>
              <a:rPr lang="fr-FR"/>
              <a:t>Well I'm dreamin' tonight Of a place I love
2-  PLUS ENCORE QU’AUTREFOIS </a:t>
            </a:r>
          </a:p>
          <a:p>
            <a:r>
              <a:rPr lang="fr-FR"/>
              <a:t>Even more than I Usually do
3-  MÊME SI JE SAIS QUE LA ROUTE EST LONGUE </a:t>
            </a:r>
          </a:p>
          <a:p>
            <a:r>
              <a:rPr lang="fr-FR"/>
              <a:t>And although I know it's a long road back</a:t>
            </a:r>
          </a:p>
          <a:p>
            <a:r>
              <a:rPr lang="fr-FR"/>
              <a:t>4-  JE TE LE PROMET</a:t>
            </a:r>
          </a:p>
          <a:p>
            <a:r>
              <a:rPr lang="fr-FR"/>
              <a:t>I promise you </a:t>
            </a:r>
          </a:p>
          <a:p>
            <a:endParaRPr lang="fr-FR"/>
          </a:p>
          <a:p>
            <a:r>
              <a:rPr lang="fr-FR"/>
              <a:t>5-  JE SERAI LÀ POUR NOEL TU PEUX COMPTER SUR MOI </a:t>
            </a:r>
          </a:p>
          <a:p>
            <a:r>
              <a:rPr lang="fr-FR"/>
              <a:t>I'll be home for Christmas you can count on me
6-  QUE LA NEIGE TOMBE SUR LES CHEMINS ET DES CADEAUX AU PIEDS DU SAPIN </a:t>
            </a:r>
          </a:p>
          <a:p>
            <a:r>
              <a:rPr lang="fr-FR"/>
              <a:t>please have snow and mistletoe and presents under the tree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7-  NOËL ME TROUVERA LÀ OÙ L’AMOUR BRILLE </a:t>
            </a:r>
          </a:p>
          <a:p>
            <a:r>
              <a:rPr lang="fr-FR"/>
              <a:t>Christmas eve will find me where the love light gleams
8-  JE SERAI LÀ POUR NOËL NE SERAI-CE QU’EN RÊVE </a:t>
            </a:r>
          </a:p>
          <a:p>
            <a:r>
              <a:rPr lang="fr-FR"/>
              <a:t>I'll be home for Christmas if only in my dreams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RÊVE CE SOIR D’UN LIEU QUE J’AIME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 I'm dreamin' tonight Of a place I love
2-  PLUS ENCORE QU’AUTREFOIS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more than I Usually do
3-  MÊME SI JE SAIS QUE LA ROUTE EST LONGUE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although I know it's a long road back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TE LE PROMET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promise you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SERAI LÀ POUR NOEL TU PEUX COMPTER SUR MOI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be home for Christmas you can count on me
6-  QUE LA NEIGE TOMBE SUR LES CHEMINS ET DES CADEAUX AU PIEDS DU SAPIN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please have snow and mistletoe and presents under the tree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NOËL ME TROUVERA LÀ OÙ L’AMOUR BRILLE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Christmas eve will find me where the love light gleams
8-  JE SERAI LÀ POUR NOËL NE SERAI-CE QU’EN RÊVE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be home for Christmas if only in my dreams</a:t>
            </a:r>
            <a:endParaRPr lang="fr-FR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RÊVE CE SOIR D’UN LIEU QUE J’AIME</a:t>
            </a:r>
          </a:p>
          <a:p>
            <a:r>
              <a:rPr lang="fr-FR"/>
              <a:t>Well I'm dreamin' tonight Of a place I love
2-  PLUS ENCORE QU’AUTREFOIS </a:t>
            </a:r>
          </a:p>
          <a:p>
            <a:r>
              <a:rPr lang="fr-FR"/>
              <a:t>Even more than I Usually do
3-  MÊME SI JE SAIS QUE LA ROUTE EST LONGUE </a:t>
            </a:r>
          </a:p>
          <a:p>
            <a:r>
              <a:rPr lang="fr-FR"/>
              <a:t>And although I know it's a long road back</a:t>
            </a:r>
          </a:p>
          <a:p>
            <a:r>
              <a:rPr lang="fr-FR"/>
              <a:t>4-  JE TE LE PROMET</a:t>
            </a:r>
          </a:p>
          <a:p>
            <a:r>
              <a:rPr lang="fr-FR"/>
              <a:t>I promise you </a:t>
            </a:r>
          </a:p>
          <a:p>
            <a:endParaRPr lang="fr-FR"/>
          </a:p>
          <a:p>
            <a:r>
              <a:rPr lang="fr-FR"/>
              <a:t>5-  JE SERAI LÀ POUR NOEL TU PEUX COMPTER SUR MOI </a:t>
            </a:r>
          </a:p>
          <a:p>
            <a:r>
              <a:rPr lang="fr-FR"/>
              <a:t>I'll be home for Christmas you can count on me
6-  QUE LA NEIGE TOMBE SUR LES CHEMINS ET DES CADEAUX AU PIEDS DU SAPIN </a:t>
            </a:r>
          </a:p>
          <a:p>
            <a:r>
              <a:rPr lang="fr-FR"/>
              <a:t>please have snow and mistletoe and presents under the tree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7-  NOËL ME TROUVERA LÀ OÙ L’AMOUR BRILLE </a:t>
            </a:r>
          </a:p>
          <a:p>
            <a:r>
              <a:rPr lang="fr-FR"/>
              <a:t>Christmas eve will find me where the love light gleams
8-  JE SERAI LÀ POUR NOËL NE SERAI-CE QU’EN RÊVE </a:t>
            </a:r>
          </a:p>
          <a:p>
            <a:r>
              <a:rPr lang="fr-FR"/>
              <a:t>I'll be home for Christmas if only in my dreams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RÊVE CE SOIR D’UN LIEU QUE J’AIME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 I'm dreamin' tonight Of a place I love
2-  PLUS ENCORE QU’AUTREFOIS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more than I Usually do
3-  MÊME SI JE SAIS QUE LA ROUTE EST LONGUE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although I know it's a long road back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TE LE PROMET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promise you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SERAI LÀ POUR NOEL TU PEUX COMPTER SUR MOI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be home for Christmas you can count on me
6-  QUE LA NEIGE TOMBE SUR LES CHEMINS ET DES CADEAUX AU PIEDS DU SAPIN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please have snow and mistletoe and presents under the tree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NOËL ME TROUVERA LÀ OÙ L’AMOUR BRILLE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Christmas eve will find me where the love light gleams
8-  JE SERAI LÀ POUR NOËL NE SERAI-CE QU’EN RÊVE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be home for Christmas if only in my dreams</a:t>
            </a:r>
            <a:endParaRPr lang="fr-FR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RÊVE CE SOIR D’UN LIEU QUE J’AIME</a:t>
            </a:r>
          </a:p>
          <a:p>
            <a:r>
              <a:rPr lang="fr-FR"/>
              <a:t>Well I'm dreamin' tonight Of a place I love
2-  PLUS ENCORE QU’AUTREFOIS </a:t>
            </a:r>
          </a:p>
          <a:p>
            <a:r>
              <a:rPr lang="fr-FR"/>
              <a:t>Even more than I Usually do
3-  MÊME SI JE SAIS QUE LA ROUTE EST LONGUE </a:t>
            </a:r>
          </a:p>
          <a:p>
            <a:r>
              <a:rPr lang="fr-FR"/>
              <a:t>And although I know it's a long road back</a:t>
            </a:r>
          </a:p>
          <a:p>
            <a:r>
              <a:rPr lang="fr-FR"/>
              <a:t>4-  JE TE LE PROMET</a:t>
            </a:r>
          </a:p>
          <a:p>
            <a:r>
              <a:rPr lang="fr-FR"/>
              <a:t>I promise you </a:t>
            </a:r>
          </a:p>
          <a:p>
            <a:endParaRPr lang="fr-FR"/>
          </a:p>
          <a:p>
            <a:r>
              <a:rPr lang="fr-FR"/>
              <a:t>5-  JE SERAI LÀ POUR NOEL TU PEUX COMPTER SUR MOI </a:t>
            </a:r>
          </a:p>
          <a:p>
            <a:r>
              <a:rPr lang="fr-FR"/>
              <a:t>I'll be home for Christmas you can count on me
6-  QUE LA NEIGE TOMBE SUR LES CHEMINS ET DES CADEAUX AU PIEDS DU SAPIN </a:t>
            </a:r>
          </a:p>
          <a:p>
            <a:r>
              <a:rPr lang="fr-FR"/>
              <a:t>please have snow and mistletoe and presents under the tree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7-  NOËL ME TROUVERA LÀ OÙ L’AMOUR BRILLE </a:t>
            </a:r>
          </a:p>
          <a:p>
            <a:r>
              <a:rPr lang="fr-FR"/>
              <a:t>Christmas eve will find me where the love light gleams
8-  JE SERAI LÀ POUR NOËL NE SERAI-CE QU’EN RÊVE </a:t>
            </a:r>
          </a:p>
          <a:p>
            <a:r>
              <a:rPr lang="fr-FR"/>
              <a:t>I'll be home for Christmas if only in my dreams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RÊVE CE SOIR D’UN LIEU QUE J’AIME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 I'm dreamin' tonight Of a place I love
2-  PLUS ENCORE QU’AUTREFOIS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more than I Usually do
3-  MÊME SI JE SAIS QUE LA ROUTE EST LONGUE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although I know it's a long road back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TE LE PROMET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promise you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SERAI LÀ POUR NOEL TU PEUX COMPTER SUR MOI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be home for Christmas you can count on me
6-  QUE LA NEIGE TOMBE SUR LES CHEMINS ET DES CADEAUX AU PIEDS DU SAPIN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please have snow and mistletoe and presents under the tree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NOËL ME TROUVERA LÀ OÙ L’AMOUR BRILLE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Christmas eve will find me where the love light gleams
8-  JE SERAI LÀ POUR NOËL NE SERAI-CE QU’EN RÊVE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be home for Christmas if only in my dreams</a:t>
            </a:r>
            <a:endParaRPr lang="fr-FR" dirty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RÊVE CE SOIR D’UN LIEU QUE J’AIME</a:t>
            </a:r>
          </a:p>
          <a:p>
            <a:r>
              <a:rPr lang="fr-FR"/>
              <a:t>Well I'm dreamin' tonight Of a place I love
2-  PLUS ENCORE QU’AUTREFOIS </a:t>
            </a:r>
          </a:p>
          <a:p>
            <a:r>
              <a:rPr lang="fr-FR"/>
              <a:t>Even more than I Usually do
3-  MÊME SI JE SAIS QUE LA ROUTE EST LONGUE </a:t>
            </a:r>
          </a:p>
          <a:p>
            <a:r>
              <a:rPr lang="fr-FR"/>
              <a:t>And although I know it's a long road back</a:t>
            </a:r>
          </a:p>
          <a:p>
            <a:r>
              <a:rPr lang="fr-FR"/>
              <a:t>4-  JE TE LE PROMET</a:t>
            </a:r>
          </a:p>
          <a:p>
            <a:r>
              <a:rPr lang="fr-FR"/>
              <a:t>I promise you </a:t>
            </a:r>
          </a:p>
          <a:p>
            <a:endParaRPr lang="fr-FR"/>
          </a:p>
          <a:p>
            <a:r>
              <a:rPr lang="fr-FR"/>
              <a:t>5-  JE SERAI LÀ POUR NOEL TU PEUX COMPTER SUR MOI </a:t>
            </a:r>
          </a:p>
          <a:p>
            <a:r>
              <a:rPr lang="fr-FR"/>
              <a:t>I'll be home for Christmas you can count on me
6-  QUE LA NEIGE TOMBE SUR LES CHEMINS ET DES CADEAUX AU PIEDS DU SAPIN </a:t>
            </a:r>
          </a:p>
          <a:p>
            <a:r>
              <a:rPr lang="fr-FR"/>
              <a:t>please have snow and mistletoe and presents under the tree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7-  NOËL ME TROUVERA LÀ OÙ L’AMOUR BRILLE </a:t>
            </a:r>
          </a:p>
          <a:p>
            <a:r>
              <a:rPr lang="fr-FR"/>
              <a:t>Christmas eve will find me where the love light gleams
8-  JE SERAI LÀ POUR NOËL NE SERAI-CE QU’EN RÊVE </a:t>
            </a:r>
          </a:p>
          <a:p>
            <a:r>
              <a:rPr lang="fr-FR"/>
              <a:t>I'll be home for Christmas if only in my dreams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JE RÊVE CE SOIR D’UN LIEU QUE J’AIME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Well I'm dreamin' tonight Of a place I love
2-  PLUS ENCORE QU’AUTREFOIS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Even more than I Usually do
3-  MÊME SI JE SAIS QUE LA ROUTE EST LONGUE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And although I know it's a long road back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JE TE LE PROMET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promise you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JE SERAI LÀ POUR NOEL TU PEUX COMPTER SUR MOI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be home for Christmas you can count on me
6-  QUE LA NEIGE TOMBE SUR LES CHEMINS ET DES CADEAUX AU PIEDS DU SAPIN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please have snow and mistletoe and presents under the tree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NOËL ME TROUVERA LÀ OÙ L’AMOUR BRILLE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Christmas eve will find me where the love light gleams
8-  JE SERAI LÀ POUR NOËL NE SERAI-CE QU’EN RÊVE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be home for Christmas if only in my dreams</a:t>
            </a:r>
            <a:endParaRPr lang="fr-FR" dirty="0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JE RÊVE CE SOIR D’UN LIEU QUE J’AIME</a:t>
            </a:r>
          </a:p>
          <a:p>
            <a:r>
              <a:rPr lang="fr-FR"/>
              <a:t>Well I'm dreamin' tonight Of a place I love
2-  PLUS ENCORE QU’AUTREFOIS </a:t>
            </a:r>
          </a:p>
          <a:p>
            <a:r>
              <a:rPr lang="fr-FR"/>
              <a:t>Even more than I Usually do
3-  MÊME SI JE SAIS QUE LA ROUTE EST LONGUE </a:t>
            </a:r>
          </a:p>
          <a:p>
            <a:r>
              <a:rPr lang="fr-FR"/>
              <a:t>And although I know it's a long road back</a:t>
            </a:r>
          </a:p>
          <a:p>
            <a:r>
              <a:rPr lang="fr-FR"/>
              <a:t>4-  JE TE LE PROMET</a:t>
            </a:r>
          </a:p>
          <a:p>
            <a:r>
              <a:rPr lang="fr-FR"/>
              <a:t>I promise you </a:t>
            </a:r>
          </a:p>
          <a:p>
            <a:endParaRPr lang="fr-FR"/>
          </a:p>
          <a:p>
            <a:r>
              <a:rPr lang="fr-FR"/>
              <a:t>5-  JE SERAI LÀ POUR NOEL TU PEUX COMPTER SUR MOI </a:t>
            </a:r>
          </a:p>
          <a:p>
            <a:r>
              <a:rPr lang="fr-FR"/>
              <a:t>I'll be home for Christmas you can count on me
6-  QUE LA NEIGE TOMBE SUR LES CHEMINS ET DES CADEAUX AU PIEDS DU SAPIN </a:t>
            </a:r>
          </a:p>
          <a:p>
            <a:r>
              <a:rPr lang="fr-FR"/>
              <a:t>please have snow and mistletoe and presents under the tree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7-  NOËL ME TROUVERA LÀ OÙ L’AMOUR BRILLE </a:t>
            </a:r>
          </a:p>
          <a:p>
            <a:r>
              <a:rPr lang="fr-FR"/>
              <a:t>Christmas eve will find me where the love light gleams
8-  JE SERAI LÀ POUR NOËL NE SERAI-CE QU’EN RÊVE </a:t>
            </a:r>
          </a:p>
          <a:p>
            <a:r>
              <a:rPr lang="fr-FR"/>
              <a:t>I'll be home for Christmas if only in my dreams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FFFEE9-DE3F-4855-AC8E-4033DD5B3D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631F22-E8E8-4644-8600-F2D2994163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946448-7389-4ED2-B198-A76FFBCF94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C5A47A-E769-464A-98D5-8FE1867198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AFC98-5EE2-4387-A8E6-28124AC86B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BE378F-1DBE-43D1-AF7A-CE1C4F3809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BAAC23-EA03-4C6D-8634-8CD536DD44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755412-98D1-4BE6-B303-6107D1EE84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59669-0FBB-4521-804C-A88B31AD229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B898EF-1ADB-4EA6-9D82-63CFFF356C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E5936F-338E-4579-A8B3-B3A35CC9E0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8BB093BD-2E9E-422F-9DD2-54DBF0FCC9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RÊVE CE SOIR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D’UN LIEU QUE J’AIME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PLUS ENCORE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QU’AUTREFOIS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SI JE SAIS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LA ROUTE EST LONGUE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LE PROMET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SERAI LÀ POUR NOEL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PEUX COMPTER SUR MOI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LA NEIGE TOMBE SUR LES CHEMINS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DES CADEAUX AU PIEDS DU SAPIN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NOËL ME TROUVERA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LÀ OÙ L’AMOUR BRILLE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SERAI LÀ POUR NOËL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SERAI-CE QU’EN RÊVE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</TotalTime>
  <Words>338</Words>
  <Application>Microsoft Office PowerPoint</Application>
  <PresentationFormat>On-screen Show (4:3)</PresentationFormat>
  <Paragraphs>248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Franklin Gothic Medium</vt:lpstr>
      <vt:lpstr>Arial</vt:lpstr>
      <vt:lpstr>Calibri</vt:lpstr>
      <vt:lpstr>Default Design</vt:lpstr>
      <vt:lpstr>JE RÊVE CE SOIR D’UN LIEU QUE J’AIME</vt:lpstr>
      <vt:lpstr>PLUS ENCORE QU’AUTREFOIS</vt:lpstr>
      <vt:lpstr>MÊME SI JE SAIS QUE LA ROUTE EST LONGUE</vt:lpstr>
      <vt:lpstr>JE TE LE PROMET</vt:lpstr>
      <vt:lpstr>JE SERAI LÀ POUR NOEL TU PEUX COMPTER SUR MOI</vt:lpstr>
      <vt:lpstr>QUE LA NEIGE TOMBE SUR LES CHEMINS ET DES CADEAUX AU PIEDS DU SAPIN</vt:lpstr>
      <vt:lpstr>NOËL ME TROUVERA LÀ OÙ L’AMOUR BRILLE</vt:lpstr>
      <vt:lpstr>JE SERAI LÀ POUR NOËL NE SERAI-CE QU’EN RÊVE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121</cp:revision>
  <dcterms:created xsi:type="dcterms:W3CDTF">2002-08-17T10:50:50Z</dcterms:created>
  <dcterms:modified xsi:type="dcterms:W3CDTF">2015-12-20T07:06:33Z</dcterms:modified>
</cp:coreProperties>
</file>