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303" r:id="rId14"/>
    <p:sldId id="282" r:id="rId15"/>
    <p:sldId id="304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8208" autoAdjust="0"/>
  </p:normalViewPr>
  <p:slideViewPr>
    <p:cSldViewPr>
      <p:cViewPr varScale="1">
        <p:scale>
          <a:sx n="29" d="100"/>
          <a:sy n="29" d="100"/>
        </p:scale>
        <p:origin x="-174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DA6CA7-1561-4440-A2EC-04B67F8236E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4F10BDA-7F66-4777-9A02-4C873676CE4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JE ME TIENS ET JE PENSE À TOI JAMAIS TU N’M’AS ÉLOIGNÉ DE TOI </a:t>
            </a:r>
            <a:br>
              <a:rPr lang="en-US" dirty="0" smtClean="0"/>
            </a:br>
            <a:r>
              <a:rPr lang="en-US" dirty="0" smtClean="0"/>
              <a:t>     I Stand in awe to think about How You never cast me out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LARMES COULENT QUAND JE ME SOUVIENS </a:t>
            </a:r>
            <a:br>
              <a:rPr lang="en-US" dirty="0" smtClean="0"/>
            </a:br>
            <a:r>
              <a:rPr lang="en-US" dirty="0" smtClean="0"/>
              <a:t>     I sit in tears to talk about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8-  TU NE CHANGES PAS TU RESTES LE MÊME</a:t>
            </a:r>
          </a:p>
          <a:p>
            <a:pPr>
              <a:defRPr/>
            </a:pPr>
            <a:r>
              <a:rPr lang="en-US" dirty="0" smtClean="0"/>
              <a:t>   	     There's no shadow of turning in You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15-  TU NE CHANGES PAS TU RESTES LE MÊME </a:t>
            </a:r>
          </a:p>
          <a:p>
            <a:pPr>
              <a:defRPr/>
            </a:pPr>
            <a:r>
              <a:rPr lang="en-US" dirty="0" smtClean="0"/>
              <a:t>	       There's no shadow of turning in You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16-  TU ES FIDÈLE TU NE CHANGES PAS </a:t>
            </a:r>
          </a:p>
          <a:p>
            <a:pPr>
              <a:defRPr/>
            </a:pPr>
            <a:r>
              <a:rPr lang="en-US" dirty="0" smtClean="0"/>
              <a:t>	       You are steady Never changing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17-  SEIGNEUR, AIDE-MOI À ÊTRE COMME TOI </a:t>
            </a:r>
          </a:p>
          <a:p>
            <a:pPr>
              <a:defRPr/>
            </a:pPr>
            <a:r>
              <a:rPr lang="en-US" dirty="0" smtClean="0"/>
              <a:t>	       Jesus help us To be like You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LARMES COULENT QUAND JE ME SOUVIENS </a:t>
            </a:r>
            <a:br>
              <a:rPr lang="en-US" dirty="0" smtClean="0"/>
            </a:br>
            <a:r>
              <a:rPr lang="en-US" dirty="0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JE ME TIENS ET JE PENSE À TOI JAMAIS TU N’M’AS ÉLOIGNÉ DE TOI </a:t>
            </a:r>
            <a:br>
              <a:rPr lang="en-US" dirty="0" smtClean="0"/>
            </a:br>
            <a:r>
              <a:rPr lang="en-US" dirty="0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2729-56FE-49E8-A7E8-B46277C9E7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4D43E-E971-41E3-BE5D-8FCC11C500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4D68D-ECA4-4670-88D0-5EF51F6174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1786D-90B0-4CB4-834E-3835F9EAB0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1FDB0-1100-4763-98F7-2B43F127A6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86F2D-526E-4CB5-B7FD-0CB4CA22BE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3973D-FA8B-4483-B90F-695BDAB9C2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EFCCA-E99A-430B-92E1-ADE4A0E1DC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BEDCC-F257-4292-A833-7AFC57FB63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0CC7A-0477-4E57-A15E-20D2B7D17E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3E46D-31A1-4E89-90AF-0DDF5294CD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3012425-E262-4C34-94E5-B5EF7B62F5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AVEC CETTE PENSÉE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TU NE M’AS REJETÉ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T’AI ABANDONNÉ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N’A PAS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EN PARLER SANS PLEURER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 CŒUR PLEIN DE DOUTE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APEURÉ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TOUJOURS ACCOMPLI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J’AI DIT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JE T’AI PROMIS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TU ES FIDÈLE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INÉBRANLABLE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PAS L’OMBRE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 CHANGEMENT EN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ET JE PENSE À TOI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CE MONDE CRÉÉ PAR TA VOIX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CETTE MÊME PAROLE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RÉSONNE AUJOURD’HUI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RÉSONNE DANS LA GALAXIE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PLEIN DE JOIE JE PEUX PROCLAMER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LAISSES PORTER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QUAND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AFFAIBLIS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TU NOUS FORTIFIES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CONSTANT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CHANGES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AIDE-MOI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ÊTRE 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AWE TO THINK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YOU NEVER CAST ME 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WHEN I LET YOU DOWN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STAYED JUST THE SAME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SIT IN TEARS TO TALK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HEART OF FEARS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FULL OF DOUBT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NEVER REALLY KEPT MY WORD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THINGS I PROMISED YOU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ARE FAITHFUL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SHAKEN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 SHADOW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OF TURNING IN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AWE TO THINK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WORLD YOU MADE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JUST ONE SHOUT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THAT SAME WORD IS RINGING 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THROUGHT THE GALAXY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JOY TO PROCLAIM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YOU LET US WEAR YOUR NAME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WHEN WE ARE SO WEAK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SOMEHOW MAKE US STRONG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ARE FAITHFUL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SHAKEN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 SHADOW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TURNING IN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STEADY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CHANGING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HELP 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BE LIKE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1147</Words>
  <Application>Microsoft Office PowerPoint</Application>
  <PresentationFormat>On-screen Show (4:3)</PresentationFormat>
  <Paragraphs>2409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JE ME TIENS AVEC CETTE PENSÉE JAMAIS TU NE M’AS REJETÉ </vt:lpstr>
      <vt:lpstr>ET QUAND JE T’AI ABANDONNÉ TON AMOUR N’A PAS CHANGÉ    </vt:lpstr>
      <vt:lpstr>JE NE PEUX EN PARLER SANS PLEURER </vt:lpstr>
      <vt:lpstr>DE CE CŒUR PLEIN DE DOUTE  ET APEURÉ   </vt:lpstr>
      <vt:lpstr>JE N’AI PAS TOUJOURS ACCOMPLI  CE QUE J’AI DIT </vt:lpstr>
      <vt:lpstr>TOUT CE QUE JE T’AI PROMIS  </vt:lpstr>
      <vt:lpstr>MAIS TU ES FIDÈLE  INÉBRANLABLE  </vt:lpstr>
      <vt:lpstr>IL N’Y A PAS L’OMBRE  D’UN CHANGEMENT EN TOI </vt:lpstr>
      <vt:lpstr>JE ME TIENS ET JE PENSE À TOI  A CE MONDE CRÉÉ PAR TA VOIX    </vt:lpstr>
      <vt:lpstr>ET CETTE MÊME PAROLE  RÉSONNE AUJOURD’HUI  </vt:lpstr>
      <vt:lpstr>RÉSONNE DANS LA GALAXIE    </vt:lpstr>
      <vt:lpstr>PLEIN DE JOIE JE PEUX PROCLAMER   </vt:lpstr>
      <vt:lpstr>TON NOM QUE  TU NOUS LAISSES PORTER</vt:lpstr>
      <vt:lpstr>MÊME QUAND  NOUS SOMMES AFFAIBLIS  </vt:lpstr>
      <vt:lpstr>TOUJOURS TU NOUS FORTIFIES</vt:lpstr>
      <vt:lpstr>TU ES CONSTANT TU NE CHANGES PAS </vt:lpstr>
      <vt:lpstr>SEIGNEUR, AIDE-MOI  À ÊTRE COMME TOI</vt:lpstr>
      <vt:lpstr>I STAND IN AWE TO THINK ABOUT HOW YOU NEVER CAST ME OUT </vt:lpstr>
      <vt:lpstr>EVEN WHEN I LET YOU DOWN YOUR LOVE STAYED JUST THE SAME </vt:lpstr>
      <vt:lpstr>I SIT IN TEARS TO TALK ABOUT </vt:lpstr>
      <vt:lpstr>THE HEART OF FEARS  AND FULL OF DOUBT </vt:lpstr>
      <vt:lpstr>I NEVER REALLY KEPT MY WORD THE THINGS I PROMISED YOU  </vt:lpstr>
      <vt:lpstr>BUT YOU ARE FAITHFUL NEVER SHAKEN </vt:lpstr>
      <vt:lpstr>THERE'S NO SHADOW  OF TURNING IN YOU</vt:lpstr>
      <vt:lpstr>I STAND IN AWE TO THINK ABOUT THE WORLD YOU MADE   </vt:lpstr>
      <vt:lpstr>WITH JUST ONE SHOUT AND THAT SAME WORD IS RINGING OUT </vt:lpstr>
      <vt:lpstr>THROUGHT THE GALAXY   </vt:lpstr>
      <vt:lpstr>I STAND IN JOY TO PROCLAIM HOW YOU LET US WEAR YOUR NAME </vt:lpstr>
      <vt:lpstr>EVEN WHEN WE ARE SO WEAK YOU SOMEHOW MAKE US STRONG  </vt:lpstr>
      <vt:lpstr>BUT YOU ARE FAITHFUL NEVER SHAKEN </vt:lpstr>
      <vt:lpstr>THERE'S NO SHADOW  OF TURNING IN YOU</vt:lpstr>
      <vt:lpstr>YOU ARE STEADY NEVER CHANGING </vt:lpstr>
      <vt:lpstr>JESUS HELP US TO BE LIKE YOU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2015-07-12T08:02:05Z</dcterms:modified>
</cp:coreProperties>
</file>