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85" r:id="rId4"/>
    <p:sldId id="272" r:id="rId5"/>
    <p:sldId id="274" r:id="rId6"/>
    <p:sldId id="275" r:id="rId7"/>
    <p:sldId id="273" r:id="rId8"/>
    <p:sldId id="276" r:id="rId9"/>
    <p:sldId id="277" r:id="rId10"/>
    <p:sldId id="278" r:id="rId11"/>
    <p:sldId id="279" r:id="rId12"/>
    <p:sldId id="284" r:id="rId13"/>
    <p:sldId id="280" r:id="rId14"/>
    <p:sldId id="281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41824" autoAdjust="0"/>
  </p:normalViewPr>
  <p:slideViewPr>
    <p:cSldViewPr>
      <p:cViewPr varScale="1">
        <p:scale>
          <a:sx n="36" d="100"/>
          <a:sy n="36" d="100"/>
        </p:scale>
        <p:origin x="-315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37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B0933AB-E07C-4A1F-999A-2890FD69BF3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E923391-6D9C-4742-873B-C516F25472F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REVÊTS TOUTES LES ARMES DE DIEU AFIN DE TENIR FERME </a:t>
            </a:r>
            <a:br>
              <a:rPr lang="fr-FR" dirty="0" smtClean="0"/>
            </a:br>
            <a:r>
              <a:rPr lang="fr-FR" dirty="0" smtClean="0"/>
              <a:t>      Put on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armor</a:t>
            </a:r>
            <a:r>
              <a:rPr lang="fr-FR" dirty="0" smtClean="0"/>
              <a:t> of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may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Stand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CONTRE LA FORCE DES TÉNÈBRES.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against</a:t>
            </a:r>
            <a:r>
              <a:rPr lang="fr-FR" dirty="0" smtClean="0"/>
              <a:t> the forces of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SOIS HARDI SOIS FORT. 
     Be bold Be </a:t>
            </a:r>
            <a:r>
              <a:rPr lang="fr-FR" dirty="0" err="1" smtClean="0"/>
              <a:t>strong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SOIS COURAGEUX N’AIE PAS PEUR</a:t>
            </a:r>
            <a:br>
              <a:rPr lang="fr-FR" dirty="0" smtClean="0"/>
            </a:br>
            <a:r>
              <a:rPr lang="fr-FR" dirty="0" smtClean="0"/>
              <a:t>    Be </a:t>
            </a:r>
            <a:r>
              <a:rPr lang="fr-FR" dirty="0" err="1" smtClean="0"/>
              <a:t>courageous</a:t>
            </a:r>
            <a:r>
              <a:rPr lang="fr-FR" dirty="0" smtClean="0"/>
              <a:t> Have no </a:t>
            </a:r>
            <a:r>
              <a:rPr lang="fr-FR" dirty="0" err="1" smtClean="0"/>
              <a:t>fear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NE TE COMPROMETS PAS</a:t>
            </a:r>
          </a:p>
          <a:p>
            <a:pPr>
              <a:defRPr/>
            </a:pPr>
            <a:r>
              <a:rPr lang="fr-FR" dirty="0" smtClean="0"/>
              <a:t>     Do not compromise</a:t>
            </a:r>
          </a:p>
          <a:p>
            <a:pPr>
              <a:defRPr/>
            </a:pPr>
            <a:r>
              <a:rPr lang="fr-FR" dirty="0" smtClean="0"/>
              <a:t> 
6-  CAR LES ARMES DE TES COMBATS SONT PUISSANTES 
     For the </a:t>
            </a:r>
            <a:r>
              <a:rPr lang="fr-FR" dirty="0" err="1" smtClean="0"/>
              <a:t>weapons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warfare</a:t>
            </a:r>
            <a:r>
              <a:rPr lang="fr-FR" dirty="0" smtClean="0"/>
              <a:t> are </a:t>
            </a:r>
            <a:r>
              <a:rPr lang="fr-FR" dirty="0" err="1" smtClean="0"/>
              <a:t>mighty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ELLES SONT PUISSANTES EN DIEU. 
     </a:t>
            </a:r>
            <a:r>
              <a:rPr lang="fr-FR" dirty="0" err="1" smtClean="0"/>
              <a:t>They're</a:t>
            </a:r>
            <a:r>
              <a:rPr lang="fr-FR" dirty="0" smtClean="0"/>
              <a:t> </a:t>
            </a:r>
            <a:r>
              <a:rPr lang="fr-FR" dirty="0" err="1" smtClean="0"/>
              <a:t>strong</a:t>
            </a:r>
            <a:r>
              <a:rPr lang="fr-FR" dirty="0" smtClean="0"/>
              <a:t> </a:t>
            </a:r>
            <a:r>
              <a:rPr lang="fr-FR" dirty="0" err="1" smtClean="0"/>
              <a:t>unto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TU ES UN GUERRIER </a:t>
            </a:r>
          </a:p>
          <a:p>
            <a:pPr>
              <a:defRPr/>
            </a:pPr>
            <a:r>
              <a:rPr lang="fr-FR" dirty="0" smtClean="0"/>
              <a:t>    You-are-a-</a:t>
            </a:r>
            <a:r>
              <a:rPr lang="fr-FR" dirty="0" err="1" smtClean="0"/>
              <a:t>warrior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NE LUTTONS PAS CONTRE LA CHAIR ET NI LE SANG 
     </a:t>
            </a:r>
            <a:r>
              <a:rPr lang="fr-FR" dirty="0" err="1" smtClean="0"/>
              <a:t>Wrestle</a:t>
            </a:r>
            <a:r>
              <a:rPr lang="fr-FR" dirty="0" smtClean="0"/>
              <a:t> not </a:t>
            </a:r>
            <a:r>
              <a:rPr lang="fr-FR" dirty="0" err="1" smtClean="0"/>
              <a:t>against</a:t>
            </a:r>
            <a:r>
              <a:rPr lang="fr-FR" dirty="0" smtClean="0"/>
              <a:t> </a:t>
            </a:r>
            <a:r>
              <a:rPr lang="fr-FR" dirty="0" err="1" smtClean="0"/>
              <a:t>flesh</a:t>
            </a:r>
            <a:r>
              <a:rPr lang="fr-FR" dirty="0" smtClean="0"/>
              <a:t> and </a:t>
            </a:r>
            <a:r>
              <a:rPr lang="fr-FR" dirty="0" err="1" smtClean="0"/>
              <a:t>blood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NOUS SOMMES CONTRE LES TÉNÈBRES NOUS SOMMES CONTRE LES TÉNÈBRES 
     Stand </a:t>
            </a:r>
            <a:r>
              <a:rPr lang="fr-FR" dirty="0" err="1" smtClean="0"/>
              <a:t>against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Stand </a:t>
            </a:r>
            <a:r>
              <a:rPr lang="fr-FR" dirty="0" err="1" smtClean="0"/>
              <a:t>against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NOUS SOMMES LES GUERRIERS DE LUMIÈRE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We</a:t>
            </a:r>
            <a:r>
              <a:rPr lang="fr-FR" dirty="0" smtClean="0"/>
              <a:t> are the </a:t>
            </a:r>
            <a:r>
              <a:rPr lang="fr-FR" dirty="0" err="1" smtClean="0"/>
              <a:t>warriors</a:t>
            </a:r>
            <a:r>
              <a:rPr lang="fr-FR" dirty="0" smtClean="0"/>
              <a:t> of light
</a:t>
            </a:r>
          </a:p>
          <a:p>
            <a:pPr>
              <a:defRPr/>
            </a:pPr>
            <a:r>
              <a:rPr lang="fr-FR" dirty="0" smtClean="0"/>
              <a:t>12-  LES SOLDATS DE LA CROIX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Soldiers</a:t>
            </a:r>
            <a:r>
              <a:rPr lang="fr-FR" dirty="0" smtClean="0"/>
              <a:t> of the cross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NOUS SOMMES DES GUERRIERS PUISSANTS GUERRIERS   
     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warriors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warriors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SECOUANT LES PORTES DE L’ENFER    x2
       </a:t>
            </a:r>
            <a:r>
              <a:rPr lang="fr-FR" dirty="0" err="1" smtClean="0"/>
              <a:t>Storming</a:t>
            </a:r>
            <a:r>
              <a:rPr lang="fr-FR" dirty="0" smtClean="0"/>
              <a:t> the </a:t>
            </a:r>
            <a:r>
              <a:rPr lang="fr-FR" dirty="0" err="1" smtClean="0"/>
              <a:t>gates</a:t>
            </a:r>
            <a:r>
              <a:rPr lang="fr-FR" dirty="0" smtClean="0"/>
              <a:t> of </a:t>
            </a:r>
            <a:r>
              <a:rPr lang="fr-FR" dirty="0" err="1" smtClean="0"/>
              <a:t>hell</a:t>
            </a:r>
            <a:r>
              <a:rPr lang="fr-FR" dirty="0" smtClean="0"/>
              <a:t> </a:t>
            </a:r>
            <a:r>
              <a:rPr lang="fr-FR" dirty="0" err="1" smtClean="0"/>
              <a:t>Storming</a:t>
            </a:r>
            <a:r>
              <a:rPr lang="fr-FR" dirty="0" smtClean="0"/>
              <a:t> the </a:t>
            </a:r>
            <a:r>
              <a:rPr lang="fr-FR" dirty="0" err="1" smtClean="0"/>
              <a:t>gates</a:t>
            </a:r>
            <a:r>
              <a:rPr lang="fr-FR" dirty="0" smtClean="0"/>
              <a:t> of </a:t>
            </a:r>
            <a:r>
              <a:rPr lang="fr-FR" dirty="0" err="1" smtClean="0"/>
              <a:t>hell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armor</a:t>
            </a:r>
            <a:r>
              <a:rPr lang="fr-FR" dirty="0" smtClean="0"/>
              <a:t> of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may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against</a:t>
            </a:r>
            <a:r>
              <a:rPr lang="fr-FR" dirty="0" smtClean="0"/>
              <a:t> the forces of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SOIS HARDI SOIS FORT. 
     Be bold Be </a:t>
            </a:r>
            <a:r>
              <a:rPr lang="fr-FR" dirty="0" err="1" smtClean="0"/>
              <a:t>strong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SOIS COURAGEUX N’AIE PAS PEUR</a:t>
            </a:r>
            <a:br>
              <a:rPr lang="fr-FR" dirty="0" smtClean="0"/>
            </a:br>
            <a:r>
              <a:rPr lang="fr-FR" dirty="0" smtClean="0"/>
              <a:t>    Be </a:t>
            </a:r>
            <a:r>
              <a:rPr lang="fr-FR" dirty="0" err="1" smtClean="0"/>
              <a:t>courageous</a:t>
            </a:r>
            <a:r>
              <a:rPr lang="fr-FR" dirty="0" smtClean="0"/>
              <a:t> Have no </a:t>
            </a:r>
            <a:r>
              <a:rPr lang="fr-FR" dirty="0" err="1" smtClean="0"/>
              <a:t>fear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6-  CAR LES ARMES DE TES COMBATS SONT PUISSANTES 
     For the </a:t>
            </a:r>
            <a:r>
              <a:rPr lang="fr-FR" dirty="0" err="1" smtClean="0"/>
              <a:t>weapons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warfare</a:t>
            </a:r>
            <a:r>
              <a:rPr lang="fr-FR" dirty="0" smtClean="0"/>
              <a:t> are </a:t>
            </a:r>
            <a:r>
              <a:rPr lang="fr-FR" dirty="0" err="1" smtClean="0"/>
              <a:t>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ELLES SONT PUISSANTES EN DIEU. 
     </a:t>
            </a:r>
            <a:r>
              <a:rPr lang="fr-FR" dirty="0" err="1" smtClean="0"/>
              <a:t>They're</a:t>
            </a:r>
            <a:r>
              <a:rPr lang="fr-FR" dirty="0" smtClean="0"/>
              <a:t> </a:t>
            </a:r>
            <a:r>
              <a:rPr lang="fr-FR" dirty="0" err="1" smtClean="0"/>
              <a:t>strong</a:t>
            </a:r>
            <a:r>
              <a:rPr lang="fr-FR" dirty="0" smtClean="0"/>
              <a:t> </a:t>
            </a:r>
            <a:r>
              <a:rPr lang="fr-FR" dirty="0" err="1" smtClean="0"/>
              <a:t>unto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You-are-a-</a:t>
            </a:r>
            <a:r>
              <a:rPr lang="fr-FR" dirty="0" err="1" smtClean="0"/>
              <a:t>warrior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NE LUTTONS PAS CONTRE LA CHAIR ET NI LE SANG 
     </a:t>
            </a:r>
            <a:r>
              <a:rPr lang="fr-FR" dirty="0" err="1" smtClean="0"/>
              <a:t>Wrestle</a:t>
            </a:r>
            <a:r>
              <a:rPr lang="fr-FR" dirty="0" smtClean="0"/>
              <a:t> not </a:t>
            </a:r>
            <a:r>
              <a:rPr lang="fr-FR" dirty="0" err="1" smtClean="0"/>
              <a:t>against</a:t>
            </a:r>
            <a:r>
              <a:rPr lang="fr-FR" dirty="0" smtClean="0"/>
              <a:t> </a:t>
            </a:r>
            <a:r>
              <a:rPr lang="fr-FR" dirty="0" err="1" smtClean="0"/>
              <a:t>flesh</a:t>
            </a:r>
            <a:r>
              <a:rPr lang="fr-FR" dirty="0" smtClean="0"/>
              <a:t> and </a:t>
            </a:r>
            <a:r>
              <a:rPr lang="fr-FR" dirty="0" err="1" smtClean="0"/>
              <a:t>blood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NOUS SOMMES CONTRE LES TÉNÈBRES NOUS SOMMES CONTRE LES TÉNÈBRES 
     Stand </a:t>
            </a:r>
            <a:r>
              <a:rPr lang="fr-FR" dirty="0" err="1" smtClean="0"/>
              <a:t>against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Stand </a:t>
            </a:r>
            <a:r>
              <a:rPr lang="fr-FR" dirty="0" err="1" smtClean="0"/>
              <a:t>against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We</a:t>
            </a:r>
            <a:r>
              <a:rPr lang="fr-FR" dirty="0" smtClean="0"/>
              <a:t> are the </a:t>
            </a:r>
            <a:r>
              <a:rPr lang="fr-FR" dirty="0" err="1" smtClean="0"/>
              <a:t>warriors</a:t>
            </a:r>
            <a:r>
              <a:rPr lang="fr-FR" dirty="0" smtClean="0"/>
              <a:t>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Soldiers</a:t>
            </a:r>
            <a:r>
              <a:rPr lang="fr-FR" dirty="0" smtClean="0"/>
              <a:t>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NOUS SOMMES DES GUERRIERS PUISSANTS GUERRIERS   
     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warriors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warriors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SECOUANT LES PORTES DE L’ENFER    x2
       </a:t>
            </a:r>
            <a:r>
              <a:rPr lang="fr-FR" dirty="0" err="1" smtClean="0"/>
              <a:t>Storming</a:t>
            </a:r>
            <a:r>
              <a:rPr lang="fr-FR" dirty="0" smtClean="0"/>
              <a:t> the </a:t>
            </a:r>
            <a:r>
              <a:rPr lang="fr-FR" dirty="0" err="1" smtClean="0"/>
              <a:t>gates</a:t>
            </a:r>
            <a:r>
              <a:rPr lang="fr-FR" dirty="0" smtClean="0"/>
              <a:t> of </a:t>
            </a:r>
            <a:r>
              <a:rPr lang="fr-FR" dirty="0" err="1" smtClean="0"/>
              <a:t>hell</a:t>
            </a:r>
            <a:r>
              <a:rPr lang="fr-FR" dirty="0" smtClean="0"/>
              <a:t> </a:t>
            </a:r>
            <a:r>
              <a:rPr lang="fr-FR" dirty="0" err="1" smtClean="0"/>
              <a:t>Storming</a:t>
            </a:r>
            <a:r>
              <a:rPr lang="fr-FR" dirty="0" smtClean="0"/>
              <a:t> the </a:t>
            </a:r>
            <a:r>
              <a:rPr lang="fr-FR" dirty="0" err="1" smtClean="0"/>
              <a:t>gates</a:t>
            </a:r>
            <a:r>
              <a:rPr lang="fr-FR" dirty="0" smtClean="0"/>
              <a:t> of </a:t>
            </a:r>
            <a:r>
              <a:rPr lang="fr-FR" dirty="0" err="1" smtClean="0"/>
              <a:t>hell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DA862-740E-4CCC-9B2A-22FAB1AA78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95D6D-7258-47A6-A80C-E26A990280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9609D8-7ED6-4A57-A7A9-A87A055632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63AB5-A6F2-4441-8203-8A5B6507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41B97-9AFF-4591-9DD1-FFE06C4871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2F4C5-C0BD-4D36-8A23-65ABACDA8B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56A68-83C3-4E5C-855D-94232FDB91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463E7-09D7-4E9B-A0EA-76A955FA0D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393AD-1882-41DC-98AE-B574D16DEB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DDB50-F3C0-4CC3-8BD1-2A75A6AB1E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58E524-6AF0-4871-87E3-4B78A4EC00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3D2D06D-90AC-414A-9A04-BDFCB0DBD9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REVÊTS TOUTES LES ARMES DE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AFIN DE TENIR FERME </a:t>
            </a: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CONTRE LA FORCE DES TÉNÈBRES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HARDI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SOIS FORT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COURAGEUX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N’AIE PAS PEUR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COMPROMETS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LES ARMES DE TES COMBATS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PUISSANTES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ELLES SONT PUISSANTES EN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UN GUERRIER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LUTTONS PAS CONTRE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CHAIR ET NI LE SANG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CONTRE LES TÉNÈBRES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CONTRE LES TÉNÈBRES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LES GUERRIERS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LUMIÈRE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SOLDATS DE LA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DES GUERRIERS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PUISSANTS GUERRIERS 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SECOUANT LES PORTES DE L’ENFER 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369</Words>
  <Application>Microsoft Office PowerPoint</Application>
  <PresentationFormat>On-screen Show (4:3)</PresentationFormat>
  <Paragraphs>826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REVÊTS TOUTES LES ARMES DE DIEU AFIN DE TENIR FERME  </vt:lpstr>
      <vt:lpstr>CONTRE LA FORCE DES TÉNÈBRES </vt:lpstr>
      <vt:lpstr>SOIS HARDI  SOIS FORT</vt:lpstr>
      <vt:lpstr>SOIS COURAGEUX  N’AIE PAS PEUR</vt:lpstr>
      <vt:lpstr>NE TE COMPROMETS PAS</vt:lpstr>
      <vt:lpstr>CAR LES ARMES DE TES COMBATS SONT PUISSANTES</vt:lpstr>
      <vt:lpstr>ELLES SONT PUISSANTES EN DIEU </vt:lpstr>
      <vt:lpstr>TU ES UN GUERRIER</vt:lpstr>
      <vt:lpstr>NE LUTTONS PAS CONTRE LA CHAIR ET NI LE SANG</vt:lpstr>
      <vt:lpstr>NOUS SOMMES CONTRE LES TÉNÈBRES NOUS SOMMES CONTRE LES TÉNÈBRES</vt:lpstr>
      <vt:lpstr>NOUS SOMMES LES GUERRIERS DE LUMIÈRE</vt:lpstr>
      <vt:lpstr>LES SOLDATS DE LA CROIX</vt:lpstr>
      <vt:lpstr>NOUS SOMMES DES GUERRIERS   PUISSANTS GUERRIERS </vt:lpstr>
      <vt:lpstr>SECOUANT LES PORTES DE L’ENFER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136</cp:revision>
  <dcterms:created xsi:type="dcterms:W3CDTF">2002-08-17T10:50:50Z</dcterms:created>
  <dcterms:modified xsi:type="dcterms:W3CDTF">2015-07-12T00:28:01Z</dcterms:modified>
</cp:coreProperties>
</file>