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0" r:id="rId2"/>
    <p:sldId id="277" r:id="rId3"/>
    <p:sldId id="276" r:id="rId4"/>
    <p:sldId id="275" r:id="rId5"/>
    <p:sldId id="274" r:id="rId6"/>
    <p:sldId id="291" r:id="rId7"/>
    <p:sldId id="295" r:id="rId8"/>
    <p:sldId id="294" r:id="rId9"/>
    <p:sldId id="293" r:id="rId10"/>
    <p:sldId id="292" r:id="rId11"/>
    <p:sldId id="278" r:id="rId12"/>
    <p:sldId id="296" r:id="rId13"/>
    <p:sldId id="297" r:id="rId14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00" autoAdjust="0"/>
    <p:restoredTop sz="63925" autoAdjust="0"/>
  </p:normalViewPr>
  <p:slideViewPr>
    <p:cSldViewPr>
      <p:cViewPr varScale="1">
        <p:scale>
          <a:sx n="57" d="100"/>
          <a:sy n="57" d="100"/>
        </p:scale>
        <p:origin x="-2550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51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5060A70-9EE4-4364-AE70-7872C397B2F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F8B362C-476E-4F07-9764-E326E2A30A0F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>
              <a:defRPr/>
            </a:pPr>
            <a:r>
              <a:rPr lang="fr-FR" altLang="fr-FR" dirty="0" smtClean="0"/>
              <a:t>1-TANT QUE J'EXISTERAI, JE TE CHANTERAI 		</a:t>
            </a:r>
          </a:p>
          <a:p>
            <a:pPr>
              <a:defRPr/>
            </a:pPr>
            <a:r>
              <a:rPr lang="fr-FR" altLang="fr-FR" dirty="0" smtClean="0"/>
              <a:t>For the </a:t>
            </a:r>
            <a:r>
              <a:rPr lang="fr-FR" altLang="fr-FR" dirty="0" err="1" smtClean="0"/>
              <a:t>rest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days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praise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2- INONDÉ DE TOI POUR QUE LE MONDE VOIE </a:t>
            </a:r>
          </a:p>
          <a:p>
            <a:pPr>
              <a:defRPr/>
            </a:pPr>
            <a:r>
              <a:rPr lang="fr-FR" altLang="fr-FR" dirty="0" err="1" smtClean="0"/>
              <a:t>Truly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filled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You For all the world to </a:t>
            </a:r>
            <a:r>
              <a:rPr lang="fr-FR" altLang="fr-FR" dirty="0" err="1" smtClean="0"/>
              <a:t>see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3- TU ES LA SOURCE DE TOUTE MA VIE</a:t>
            </a:r>
          </a:p>
          <a:p>
            <a:pPr>
              <a:defRPr/>
            </a:pPr>
            <a:r>
              <a:rPr lang="fr-FR" altLang="fr-FR" dirty="0" smtClean="0"/>
              <a:t>You are the source All I </a:t>
            </a:r>
            <a:r>
              <a:rPr lang="fr-FR" altLang="fr-FR" dirty="0" err="1" smtClean="0"/>
              <a:t>ever’ll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4- TA MAIN M'ÉLÈVE  PLUS HAUT QUE MES DÉFIS</a:t>
            </a:r>
          </a:p>
          <a:p>
            <a:pPr>
              <a:defRPr/>
            </a:pPr>
            <a:r>
              <a:rPr lang="fr-FR" altLang="fr-FR" dirty="0" err="1" smtClean="0"/>
              <a:t>You’re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left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beyond</a:t>
            </a:r>
            <a:r>
              <a:rPr lang="fr-FR" altLang="fr-FR" dirty="0" smtClean="0"/>
              <a:t> High </a:t>
            </a:r>
            <a:r>
              <a:rPr lang="fr-FR" altLang="fr-FR" dirty="0" err="1" smtClean="0"/>
              <a:t>above</a:t>
            </a:r>
            <a:r>
              <a:rPr lang="fr-FR" altLang="fr-FR" dirty="0" smtClean="0"/>
              <a:t> the stars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5- JE N'AI QU'UN CHANT DE LOUANGE DE RECONNAISSANCE POUR TOI SEUL  </a:t>
            </a:r>
          </a:p>
          <a:p>
            <a:pPr>
              <a:defRPr/>
            </a:pPr>
            <a:r>
              <a:rPr lang="fr-FR" altLang="fr-FR" dirty="0" smtClean="0"/>
              <a:t>There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no </a:t>
            </a:r>
            <a:r>
              <a:rPr lang="fr-FR" altLang="fr-FR" dirty="0" err="1" smtClean="0"/>
              <a:t>other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song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Than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song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praise</a:t>
            </a:r>
            <a:r>
              <a:rPr lang="fr-FR" altLang="fr-FR" dirty="0" smtClean="0"/>
              <a:t> For You I </a:t>
            </a:r>
            <a:r>
              <a:rPr lang="fr-FR" altLang="fr-FR" dirty="0" err="1" smtClean="0"/>
              <a:t>sing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6-  AUCUNE RAISON N'EST PLUS BELLE QUE DE TE LOUER 	</a:t>
            </a:r>
          </a:p>
          <a:p>
            <a:pPr>
              <a:defRPr/>
            </a:pPr>
            <a:r>
              <a:rPr lang="fr-FR" altLang="fr-FR" dirty="0" smtClean="0"/>
              <a:t>There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no </a:t>
            </a:r>
            <a:r>
              <a:rPr lang="fr-FR" altLang="fr-FR" dirty="0" err="1" smtClean="0"/>
              <a:t>other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reason</a:t>
            </a:r>
            <a:r>
              <a:rPr lang="fr-FR" altLang="fr-FR" dirty="0" smtClean="0"/>
              <a:t> That </a:t>
            </a:r>
            <a:r>
              <a:rPr lang="fr-FR" altLang="fr-FR" dirty="0" err="1" smtClean="0"/>
              <a:t>can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make</a:t>
            </a:r>
            <a:r>
              <a:rPr lang="fr-FR" altLang="fr-FR" dirty="0" smtClean="0"/>
              <a:t> me </a:t>
            </a:r>
            <a:r>
              <a:rPr lang="fr-FR" altLang="fr-FR" dirty="0" err="1" smtClean="0"/>
              <a:t>sing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7- TA PUISSANCE DANS MA VIE  EST SI VRAIE</a:t>
            </a:r>
          </a:p>
          <a:p>
            <a:pPr>
              <a:defRPr/>
            </a:pPr>
            <a:r>
              <a:rPr lang="fr-FR" altLang="fr-FR" dirty="0" smtClean="0"/>
              <a:t>And the power </a:t>
            </a:r>
            <a:r>
              <a:rPr lang="fr-FR" altLang="fr-FR" dirty="0" err="1" smtClean="0"/>
              <a:t>that</a:t>
            </a:r>
            <a:r>
              <a:rPr lang="fr-FR" altLang="fr-FR" dirty="0" smtClean="0"/>
              <a:t> You </a:t>
            </a:r>
            <a:r>
              <a:rPr lang="fr-FR" altLang="fr-FR" dirty="0" err="1" smtClean="0"/>
              <a:t>give</a:t>
            </a:r>
            <a:r>
              <a:rPr lang="fr-FR" altLang="fr-FR" dirty="0" smtClean="0"/>
              <a:t> me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real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8- ET JE LA RESSENS COULER EN MOI </a:t>
            </a:r>
          </a:p>
          <a:p>
            <a:pPr>
              <a:defRPr/>
            </a:pPr>
            <a:r>
              <a:rPr lang="fr-FR" altLang="fr-FR" dirty="0" smtClean="0"/>
              <a:t>I </a:t>
            </a:r>
            <a:r>
              <a:rPr lang="fr-FR" altLang="fr-FR" dirty="0" err="1" smtClean="0"/>
              <a:t>can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feel</a:t>
            </a:r>
            <a:r>
              <a:rPr lang="fr-FR" altLang="fr-FR" dirty="0" smtClean="0"/>
              <a:t> You </a:t>
            </a:r>
            <a:r>
              <a:rPr lang="fr-FR" altLang="fr-FR" dirty="0" err="1" smtClean="0"/>
              <a:t>flowing</a:t>
            </a:r>
            <a:r>
              <a:rPr lang="fr-FR" altLang="fr-FR" dirty="0" smtClean="0"/>
              <a:t> in me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9- LE PREMIER, LE DERNIER TU ES MON TOUT</a:t>
            </a:r>
          </a:p>
          <a:p>
            <a:pPr>
              <a:defRPr/>
            </a:pPr>
            <a:r>
              <a:rPr lang="fr-FR" altLang="fr-FR" dirty="0" smtClean="0"/>
              <a:t>You are the first, the last,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everything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10- MON RÊVE ACCOMPLI TU ES TOUTE MA VIE</a:t>
            </a:r>
          </a:p>
          <a:p>
            <a:pPr>
              <a:defRPr/>
            </a:pPr>
            <a:r>
              <a:rPr lang="fr-FR" altLang="fr-FR" dirty="0" err="1" smtClean="0"/>
              <a:t>You’re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dream</a:t>
            </a:r>
            <a:r>
              <a:rPr lang="fr-FR" altLang="fr-FR" dirty="0" smtClean="0"/>
              <a:t> come </a:t>
            </a:r>
            <a:r>
              <a:rPr lang="fr-FR" altLang="fr-FR" dirty="0" err="1" smtClean="0"/>
              <a:t>true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Since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felt</a:t>
            </a:r>
            <a:r>
              <a:rPr lang="fr-FR" altLang="fr-FR" dirty="0" smtClean="0"/>
              <a:t> for You 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11- TANT QUE J'EXISTERAI JE TE CHANTERAI</a:t>
            </a:r>
          </a:p>
          <a:p>
            <a:pPr>
              <a:defRPr/>
            </a:pPr>
            <a:r>
              <a:rPr lang="fr-FR" altLang="fr-FR" dirty="0" smtClean="0"/>
              <a:t>For the </a:t>
            </a:r>
            <a:r>
              <a:rPr lang="fr-FR" altLang="fr-FR" dirty="0" err="1" smtClean="0"/>
              <a:t>rest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days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praise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12-  INONDÉ DE TOI POUR QUE LE MONDE VOIE </a:t>
            </a:r>
          </a:p>
          <a:p>
            <a:pPr>
              <a:defRPr/>
            </a:pPr>
            <a:r>
              <a:rPr lang="fr-FR" altLang="fr-FR" dirty="0" err="1" smtClean="0"/>
              <a:t>Truly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filled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You For all the world to </a:t>
            </a:r>
            <a:r>
              <a:rPr lang="fr-FR" altLang="fr-FR" dirty="0" err="1" smtClean="0"/>
              <a:t>see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13- TA LUMIÈRE EN MOI</a:t>
            </a:r>
          </a:p>
          <a:p>
            <a:pPr>
              <a:defRPr/>
            </a:pPr>
            <a:r>
              <a:rPr lang="fr-FR" altLang="fr-FR" dirty="0" smtClean="0"/>
              <a:t> </a:t>
            </a:r>
            <a:r>
              <a:rPr lang="fr-FR" altLang="fr-FR" dirty="0" err="1" smtClean="0"/>
              <a:t>You’re</a:t>
            </a:r>
            <a:r>
              <a:rPr lang="fr-FR" altLang="fr-FR" dirty="0" smtClean="0"/>
              <a:t> light in me</a:t>
            </a:r>
          </a:p>
          <a:p>
            <a:pPr>
              <a:defRPr/>
            </a:pPr>
            <a:r>
              <a:rPr lang="fr-FR" altLang="fr-FR" dirty="0" smtClean="0"/>
              <a:t/>
            </a:r>
            <a:br>
              <a:rPr lang="fr-FR" altLang="fr-FR" dirty="0" smtClean="0"/>
            </a:br>
            <a:endParaRPr lang="fr-FR" alt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1-TANT QUE J'EXISTERAI, JE TE CHANTERAI 		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TU ES LA SOURCE DE TOUTE MA VIE</a:t>
            </a:r>
          </a:p>
          <a:p>
            <a:pPr>
              <a:defRPr/>
            </a:pPr>
            <a:r>
              <a:rPr lang="fr-FR" altLang="fr-FR" smtClean="0"/>
              <a:t>You are the source All I ever’ll be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 TA MAIN M'ÉLÈVE  PLUS HAUT QUE MES DÉFIS</a:t>
            </a:r>
          </a:p>
          <a:p>
            <a:pPr>
              <a:defRPr/>
            </a:pPr>
            <a:r>
              <a:rPr lang="fr-FR" altLang="fr-FR" smtClean="0"/>
              <a:t>You’re left beyond High above the stars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JE N'AI QU'UN CHANT DE LOUANGE DE RECONNAISSANCE POUR TOI SEUL  </a:t>
            </a:r>
          </a:p>
          <a:p>
            <a:pPr>
              <a:defRPr/>
            </a:pPr>
            <a:r>
              <a:rPr lang="fr-FR" altLang="fr-FR" smtClean="0"/>
              <a:t>There is no other song Than the song of praise For You I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AUCUNE RAISON N'EST PLUS BELLE QUE DE TE LOUER 	</a:t>
            </a:r>
          </a:p>
          <a:p>
            <a:pPr>
              <a:defRPr/>
            </a:pPr>
            <a:r>
              <a:rPr lang="fr-FR" altLang="fr-FR" smtClean="0"/>
              <a:t>There is no other reason That can make me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7- TA PUISSANCE DANS MA VIE  EST SI VRAIE</a:t>
            </a:r>
          </a:p>
          <a:p>
            <a:pPr>
              <a:defRPr/>
            </a:pPr>
            <a:r>
              <a:rPr lang="fr-FR" altLang="fr-FR" smtClean="0"/>
              <a:t>And the power that You give me is real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8- ET JE LA RESSENS COULER EN MOI </a:t>
            </a:r>
          </a:p>
          <a:p>
            <a:pPr>
              <a:defRPr/>
            </a:pPr>
            <a:r>
              <a:rPr lang="fr-FR" altLang="fr-FR" smtClean="0"/>
              <a:t>I can feel You flowing in 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LE PREMIER, LE DERNIER TU ES MON TOUT</a:t>
            </a:r>
          </a:p>
          <a:p>
            <a:pPr>
              <a:defRPr/>
            </a:pPr>
            <a:r>
              <a:rPr lang="fr-FR" altLang="fr-FR" smtClean="0"/>
              <a:t>You are the first, the last, my everything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MON RÊVE ACCOMPLI TU ES TOUTE MA VIE</a:t>
            </a:r>
          </a:p>
          <a:p>
            <a:pPr>
              <a:defRPr/>
            </a:pPr>
            <a:r>
              <a:rPr lang="fr-FR" altLang="fr-FR" smtClean="0"/>
              <a:t>You’re my dream come true Since I felt for You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 TANT QUE J'EXISTERAI JE TE CHANTERAI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 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TA LUMIÈRE EN MOI</a:t>
            </a:r>
          </a:p>
          <a:p>
            <a:pPr>
              <a:defRPr/>
            </a:pPr>
            <a:r>
              <a:rPr lang="fr-FR" altLang="fr-FR" smtClean="0"/>
              <a:t> You’re light in me</a:t>
            </a:r>
          </a:p>
          <a:p>
            <a:pPr>
              <a:defRPr/>
            </a:pPr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1-TANT QUE J'EXISTERAI, JE TE CHANTERAI 		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TU ES LA SOURCE DE TOUTE MA VIE</a:t>
            </a:r>
          </a:p>
          <a:p>
            <a:pPr>
              <a:defRPr/>
            </a:pPr>
            <a:r>
              <a:rPr lang="fr-FR" altLang="fr-FR" smtClean="0"/>
              <a:t>You are the source All I ever’ll be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 TA MAIN M'ÉLÈVE  PLUS HAUT QUE MES DÉFIS</a:t>
            </a:r>
          </a:p>
          <a:p>
            <a:pPr>
              <a:defRPr/>
            </a:pPr>
            <a:r>
              <a:rPr lang="fr-FR" altLang="fr-FR" smtClean="0"/>
              <a:t>You’re left beyond High above the stars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JE N'AI QU'UN CHANT DE LOUANGE DE RECONNAISSANCE POUR TOI SEUL  </a:t>
            </a:r>
          </a:p>
          <a:p>
            <a:pPr>
              <a:defRPr/>
            </a:pPr>
            <a:r>
              <a:rPr lang="fr-FR" altLang="fr-FR" smtClean="0"/>
              <a:t>There is no other song Than the song of praise For You I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AUCUNE RAISON N'EST PLUS BELLE QUE DE TE LOUER 	</a:t>
            </a:r>
          </a:p>
          <a:p>
            <a:pPr>
              <a:defRPr/>
            </a:pPr>
            <a:r>
              <a:rPr lang="fr-FR" altLang="fr-FR" smtClean="0"/>
              <a:t>There is no other reason That can make me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7- TA PUISSANCE DANS MA VIE  EST SI VRAIE</a:t>
            </a:r>
          </a:p>
          <a:p>
            <a:pPr>
              <a:defRPr/>
            </a:pPr>
            <a:r>
              <a:rPr lang="fr-FR" altLang="fr-FR" smtClean="0"/>
              <a:t>And the power that You give me is real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8- ET JE LA RESSENS COULER EN MOI </a:t>
            </a:r>
          </a:p>
          <a:p>
            <a:pPr>
              <a:defRPr/>
            </a:pPr>
            <a:r>
              <a:rPr lang="fr-FR" altLang="fr-FR" smtClean="0"/>
              <a:t>I can feel You flowing in 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LE PREMIER, LE DERNIER TU ES MON TOUT</a:t>
            </a:r>
          </a:p>
          <a:p>
            <a:pPr>
              <a:defRPr/>
            </a:pPr>
            <a:r>
              <a:rPr lang="fr-FR" altLang="fr-FR" smtClean="0"/>
              <a:t>You are the first, the last, my everything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MON RÊVE ACCOMPLI TU ES TOUTE MA VIE</a:t>
            </a:r>
          </a:p>
          <a:p>
            <a:pPr>
              <a:defRPr/>
            </a:pPr>
            <a:r>
              <a:rPr lang="fr-FR" altLang="fr-FR" smtClean="0"/>
              <a:t>You’re my dream come true Since I felt for You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 TANT QUE J'EXISTERAI JE TE CHANTERAI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 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TA LUMIÈRE EN MOI</a:t>
            </a:r>
          </a:p>
          <a:p>
            <a:pPr>
              <a:defRPr/>
            </a:pPr>
            <a:r>
              <a:rPr lang="fr-FR" altLang="fr-FR" smtClean="0"/>
              <a:t> You’re light in me</a:t>
            </a:r>
          </a:p>
          <a:p>
            <a:pPr>
              <a:defRPr/>
            </a:pPr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1-TANT QUE J'EXISTERAI, JE TE CHANTERAI 		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TU ES LA SOURCE DE TOUTE MA VIE</a:t>
            </a:r>
          </a:p>
          <a:p>
            <a:pPr>
              <a:defRPr/>
            </a:pPr>
            <a:r>
              <a:rPr lang="fr-FR" altLang="fr-FR" smtClean="0"/>
              <a:t>You are the source All I ever’ll be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 TA MAIN M'ÉLÈVE  PLUS HAUT QUE MES DÉFIS</a:t>
            </a:r>
          </a:p>
          <a:p>
            <a:pPr>
              <a:defRPr/>
            </a:pPr>
            <a:r>
              <a:rPr lang="fr-FR" altLang="fr-FR" smtClean="0"/>
              <a:t>You’re left beyond High above the stars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JE N'AI QU'UN CHANT DE LOUANGE DE RECONNAISSANCE POUR TOI SEUL  </a:t>
            </a:r>
          </a:p>
          <a:p>
            <a:pPr>
              <a:defRPr/>
            </a:pPr>
            <a:r>
              <a:rPr lang="fr-FR" altLang="fr-FR" smtClean="0"/>
              <a:t>There is no other song Than the song of praise For You I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AUCUNE RAISON N'EST PLUS BELLE QUE DE TE LOUER 	</a:t>
            </a:r>
          </a:p>
          <a:p>
            <a:pPr>
              <a:defRPr/>
            </a:pPr>
            <a:r>
              <a:rPr lang="fr-FR" altLang="fr-FR" smtClean="0"/>
              <a:t>There is no other reason That can make me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7- TA PUISSANCE DANS MA VIE  EST SI VRAIE</a:t>
            </a:r>
          </a:p>
          <a:p>
            <a:pPr>
              <a:defRPr/>
            </a:pPr>
            <a:r>
              <a:rPr lang="fr-FR" altLang="fr-FR" smtClean="0"/>
              <a:t>And the power that You give me is real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8- ET JE LA RESSENS COULER EN MOI </a:t>
            </a:r>
          </a:p>
          <a:p>
            <a:pPr>
              <a:defRPr/>
            </a:pPr>
            <a:r>
              <a:rPr lang="fr-FR" altLang="fr-FR" smtClean="0"/>
              <a:t>I can feel You flowing in 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LE PREMIER, LE DERNIER TU ES MON TOUT</a:t>
            </a:r>
          </a:p>
          <a:p>
            <a:pPr>
              <a:defRPr/>
            </a:pPr>
            <a:r>
              <a:rPr lang="fr-FR" altLang="fr-FR" smtClean="0"/>
              <a:t>You are the first, the last, my everything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MON RÊVE ACCOMPLI TU ES TOUTE MA VIE</a:t>
            </a:r>
          </a:p>
          <a:p>
            <a:pPr>
              <a:defRPr/>
            </a:pPr>
            <a:r>
              <a:rPr lang="fr-FR" altLang="fr-FR" smtClean="0"/>
              <a:t>You’re my dream come true Since I felt for You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 TANT QUE J'EXISTERAI JE TE CHANTERAI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 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TA LUMIÈRE EN MOI</a:t>
            </a:r>
          </a:p>
          <a:p>
            <a:pPr>
              <a:defRPr/>
            </a:pPr>
            <a:r>
              <a:rPr lang="fr-FR" altLang="fr-FR" smtClean="0"/>
              <a:t> You’re light in me</a:t>
            </a:r>
          </a:p>
          <a:p>
            <a:pPr>
              <a:defRPr/>
            </a:pPr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1-TANT QUE J'EXISTERAI, JE TE CHANTERAI 		</a:t>
            </a:r>
          </a:p>
          <a:p>
            <a:pPr>
              <a:defRPr/>
            </a:pPr>
            <a:r>
              <a:rPr lang="fr-FR" altLang="fr-FR" dirty="0" smtClean="0"/>
              <a:t>For the </a:t>
            </a:r>
            <a:r>
              <a:rPr lang="fr-FR" altLang="fr-FR" dirty="0" err="1" smtClean="0"/>
              <a:t>rest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days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praise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2- INONDÉ DE TOI POUR QUE LE MONDE VOIE </a:t>
            </a:r>
          </a:p>
          <a:p>
            <a:pPr>
              <a:defRPr/>
            </a:pPr>
            <a:r>
              <a:rPr lang="fr-FR" altLang="fr-FR" dirty="0" err="1" smtClean="0"/>
              <a:t>Truly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filled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You For all the world to </a:t>
            </a:r>
            <a:r>
              <a:rPr lang="fr-FR" altLang="fr-FR" dirty="0" err="1" smtClean="0"/>
              <a:t>see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3- TU ES LA SOURCE DE TOUTE MA VIE</a:t>
            </a:r>
          </a:p>
          <a:p>
            <a:pPr>
              <a:defRPr/>
            </a:pPr>
            <a:r>
              <a:rPr lang="fr-FR" altLang="fr-FR" dirty="0" smtClean="0"/>
              <a:t>You are the source All I </a:t>
            </a:r>
            <a:r>
              <a:rPr lang="fr-FR" altLang="fr-FR" dirty="0" err="1" smtClean="0"/>
              <a:t>ever’ll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4- TA MAIN M'ÉLÈVE  PLUS HAUT QUE MES DÉFIS</a:t>
            </a:r>
          </a:p>
          <a:p>
            <a:pPr>
              <a:defRPr/>
            </a:pPr>
            <a:r>
              <a:rPr lang="fr-FR" altLang="fr-FR" dirty="0" err="1" smtClean="0"/>
              <a:t>You’re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left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beyond</a:t>
            </a:r>
            <a:r>
              <a:rPr lang="fr-FR" altLang="fr-FR" dirty="0" smtClean="0"/>
              <a:t> High </a:t>
            </a:r>
            <a:r>
              <a:rPr lang="fr-FR" altLang="fr-FR" dirty="0" err="1" smtClean="0"/>
              <a:t>above</a:t>
            </a:r>
            <a:r>
              <a:rPr lang="fr-FR" altLang="fr-FR" dirty="0" smtClean="0"/>
              <a:t> the stars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5- JE N'AI QU'UN CHANT DE LOUANGE DE RECONNAISSANCE POUR TOI SEUL  </a:t>
            </a:r>
          </a:p>
          <a:p>
            <a:pPr>
              <a:defRPr/>
            </a:pPr>
            <a:r>
              <a:rPr lang="fr-FR" altLang="fr-FR" dirty="0" smtClean="0"/>
              <a:t>There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no </a:t>
            </a:r>
            <a:r>
              <a:rPr lang="fr-FR" altLang="fr-FR" dirty="0" err="1" smtClean="0"/>
              <a:t>other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song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Than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song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praise</a:t>
            </a:r>
            <a:r>
              <a:rPr lang="fr-FR" altLang="fr-FR" dirty="0" smtClean="0"/>
              <a:t> For You I </a:t>
            </a:r>
            <a:r>
              <a:rPr lang="fr-FR" altLang="fr-FR" dirty="0" err="1" smtClean="0"/>
              <a:t>sing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6-  AUCUNE RAISON N'EST PLUS BELLE QUE DE TE LOUER 	</a:t>
            </a:r>
          </a:p>
          <a:p>
            <a:pPr>
              <a:defRPr/>
            </a:pPr>
            <a:r>
              <a:rPr lang="fr-FR" altLang="fr-FR" dirty="0" smtClean="0"/>
              <a:t>There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no </a:t>
            </a:r>
            <a:r>
              <a:rPr lang="fr-FR" altLang="fr-FR" dirty="0" err="1" smtClean="0"/>
              <a:t>other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reason</a:t>
            </a:r>
            <a:r>
              <a:rPr lang="fr-FR" altLang="fr-FR" dirty="0" smtClean="0"/>
              <a:t> That </a:t>
            </a:r>
            <a:r>
              <a:rPr lang="fr-FR" altLang="fr-FR" dirty="0" err="1" smtClean="0"/>
              <a:t>can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make</a:t>
            </a:r>
            <a:r>
              <a:rPr lang="fr-FR" altLang="fr-FR" dirty="0" smtClean="0"/>
              <a:t> me </a:t>
            </a:r>
            <a:r>
              <a:rPr lang="fr-FR" altLang="fr-FR" dirty="0" err="1" smtClean="0"/>
              <a:t>sing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7- TA PUISSANCE DANS MA VIE  EST SI VRAIE</a:t>
            </a:r>
          </a:p>
          <a:p>
            <a:pPr>
              <a:defRPr/>
            </a:pPr>
            <a:r>
              <a:rPr lang="fr-FR" altLang="fr-FR" dirty="0" smtClean="0"/>
              <a:t>And the power </a:t>
            </a:r>
            <a:r>
              <a:rPr lang="fr-FR" altLang="fr-FR" dirty="0" err="1" smtClean="0"/>
              <a:t>that</a:t>
            </a:r>
            <a:r>
              <a:rPr lang="fr-FR" altLang="fr-FR" dirty="0" smtClean="0"/>
              <a:t> You </a:t>
            </a:r>
            <a:r>
              <a:rPr lang="fr-FR" altLang="fr-FR" dirty="0" err="1" smtClean="0"/>
              <a:t>give</a:t>
            </a:r>
            <a:r>
              <a:rPr lang="fr-FR" altLang="fr-FR" dirty="0" smtClean="0"/>
              <a:t> me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real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8- ET JE LA RESSENS COULER EN MOI </a:t>
            </a:r>
          </a:p>
          <a:p>
            <a:pPr>
              <a:defRPr/>
            </a:pPr>
            <a:r>
              <a:rPr lang="fr-FR" altLang="fr-FR" dirty="0" smtClean="0"/>
              <a:t>I </a:t>
            </a:r>
            <a:r>
              <a:rPr lang="fr-FR" altLang="fr-FR" dirty="0" err="1" smtClean="0"/>
              <a:t>can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feel</a:t>
            </a:r>
            <a:r>
              <a:rPr lang="fr-FR" altLang="fr-FR" dirty="0" smtClean="0"/>
              <a:t> You </a:t>
            </a:r>
            <a:r>
              <a:rPr lang="fr-FR" altLang="fr-FR" dirty="0" err="1" smtClean="0"/>
              <a:t>flowing</a:t>
            </a:r>
            <a:r>
              <a:rPr lang="fr-FR" altLang="fr-FR" dirty="0" smtClean="0"/>
              <a:t> in me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9- LE PREMIER, LE DERNIER TU ES MON TOUT</a:t>
            </a:r>
          </a:p>
          <a:p>
            <a:pPr>
              <a:defRPr/>
            </a:pPr>
            <a:r>
              <a:rPr lang="fr-FR" altLang="fr-FR" dirty="0" smtClean="0"/>
              <a:t>You are the first, the last,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everything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10- MON RÊVE ACCOMPLI TU ES TOUTE MA VIE</a:t>
            </a:r>
          </a:p>
          <a:p>
            <a:pPr>
              <a:defRPr/>
            </a:pPr>
            <a:r>
              <a:rPr lang="fr-FR" altLang="fr-FR" dirty="0" err="1" smtClean="0"/>
              <a:t>You’re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dream</a:t>
            </a:r>
            <a:r>
              <a:rPr lang="fr-FR" altLang="fr-FR" dirty="0" smtClean="0"/>
              <a:t> come </a:t>
            </a:r>
            <a:r>
              <a:rPr lang="fr-FR" altLang="fr-FR" dirty="0" err="1" smtClean="0"/>
              <a:t>true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Since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felt</a:t>
            </a:r>
            <a:r>
              <a:rPr lang="fr-FR" altLang="fr-FR" dirty="0" smtClean="0"/>
              <a:t> for You 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11- TANT QUE J'EXISTERAI JE TE CHANTERAI</a:t>
            </a:r>
          </a:p>
          <a:p>
            <a:pPr>
              <a:defRPr/>
            </a:pPr>
            <a:r>
              <a:rPr lang="fr-FR" altLang="fr-FR" dirty="0" smtClean="0"/>
              <a:t>For the </a:t>
            </a:r>
            <a:r>
              <a:rPr lang="fr-FR" altLang="fr-FR" dirty="0" err="1" smtClean="0"/>
              <a:t>rest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days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praise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12-  INONDÉ DE TOI POUR QUE LE MONDE VOIE </a:t>
            </a:r>
          </a:p>
          <a:p>
            <a:pPr>
              <a:defRPr/>
            </a:pPr>
            <a:r>
              <a:rPr lang="fr-FR" altLang="fr-FR" dirty="0" err="1" smtClean="0"/>
              <a:t>Truly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filled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You For all the world to </a:t>
            </a:r>
            <a:r>
              <a:rPr lang="fr-FR" altLang="fr-FR" dirty="0" err="1" smtClean="0"/>
              <a:t>see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13- TA LUMIÈRE EN MOI</a:t>
            </a:r>
          </a:p>
          <a:p>
            <a:pPr>
              <a:defRPr/>
            </a:pPr>
            <a:r>
              <a:rPr lang="fr-FR" altLang="fr-FR" dirty="0" smtClean="0"/>
              <a:t> </a:t>
            </a:r>
            <a:r>
              <a:rPr lang="fr-FR" altLang="fr-FR" dirty="0" err="1" smtClean="0"/>
              <a:t>You’re</a:t>
            </a:r>
            <a:r>
              <a:rPr lang="fr-FR" altLang="fr-FR" dirty="0" smtClean="0"/>
              <a:t> light in me</a:t>
            </a:r>
          </a:p>
          <a:p>
            <a:pPr>
              <a:defRPr/>
            </a:pPr>
            <a:r>
              <a:rPr lang="fr-FR" altLang="fr-FR" dirty="0" smtClean="0"/>
              <a:t/>
            </a:r>
            <a:br>
              <a:rPr lang="fr-FR" altLang="fr-FR" dirty="0" smtClean="0"/>
            </a:br>
            <a:endParaRPr lang="fr-FR" alt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1-TANT QUE J'EXISTERAI, JE TE CHANTERAI 		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TU ES LA SOURCE DE TOUTE MA VIE</a:t>
            </a:r>
          </a:p>
          <a:p>
            <a:pPr>
              <a:defRPr/>
            </a:pPr>
            <a:r>
              <a:rPr lang="fr-FR" altLang="fr-FR" smtClean="0"/>
              <a:t>You are the source All I ever’ll be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 TA MAIN M'ÉLÈVE  PLUS HAUT QUE MES DÉFIS</a:t>
            </a:r>
          </a:p>
          <a:p>
            <a:pPr>
              <a:defRPr/>
            </a:pPr>
            <a:r>
              <a:rPr lang="fr-FR" altLang="fr-FR" smtClean="0"/>
              <a:t>You’re left beyond High above the stars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JE N'AI QU'UN CHANT DE LOUANGE DE RECONNAISSANCE POUR TOI SEUL  </a:t>
            </a:r>
          </a:p>
          <a:p>
            <a:pPr>
              <a:defRPr/>
            </a:pPr>
            <a:r>
              <a:rPr lang="fr-FR" altLang="fr-FR" smtClean="0"/>
              <a:t>There is no other song Than the song of praise For You I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AUCUNE RAISON N'EST PLUS BELLE QUE DE TE LOUER 	</a:t>
            </a:r>
          </a:p>
          <a:p>
            <a:pPr>
              <a:defRPr/>
            </a:pPr>
            <a:r>
              <a:rPr lang="fr-FR" altLang="fr-FR" smtClean="0"/>
              <a:t>There is no other reason That can make me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7- TA PUISSANCE DANS MA VIE  EST SI VRAIE</a:t>
            </a:r>
          </a:p>
          <a:p>
            <a:pPr>
              <a:defRPr/>
            </a:pPr>
            <a:r>
              <a:rPr lang="fr-FR" altLang="fr-FR" smtClean="0"/>
              <a:t>And the power that You give me is real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8- ET JE LA RESSENS COULER EN MOI </a:t>
            </a:r>
          </a:p>
          <a:p>
            <a:pPr>
              <a:defRPr/>
            </a:pPr>
            <a:r>
              <a:rPr lang="fr-FR" altLang="fr-FR" smtClean="0"/>
              <a:t>I can feel You flowing in 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LE PREMIER, LE DERNIER TU ES MON TOUT</a:t>
            </a:r>
          </a:p>
          <a:p>
            <a:pPr>
              <a:defRPr/>
            </a:pPr>
            <a:r>
              <a:rPr lang="fr-FR" altLang="fr-FR" smtClean="0"/>
              <a:t>You are the first, the last, my everything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MON RÊVE ACCOMPLI TU ES TOUTE MA VIE</a:t>
            </a:r>
          </a:p>
          <a:p>
            <a:pPr>
              <a:defRPr/>
            </a:pPr>
            <a:r>
              <a:rPr lang="fr-FR" altLang="fr-FR" smtClean="0"/>
              <a:t>You’re my dream come true Since I felt for You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 TANT QUE J'EXISTERAI JE TE CHANTERAI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 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TA LUMIÈRE EN MOI</a:t>
            </a:r>
          </a:p>
          <a:p>
            <a:pPr>
              <a:defRPr/>
            </a:pPr>
            <a:r>
              <a:rPr lang="fr-FR" altLang="fr-FR" smtClean="0"/>
              <a:t> You’re light in me</a:t>
            </a:r>
          </a:p>
          <a:p>
            <a:pPr>
              <a:defRPr/>
            </a:pPr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1-TANT QUE J'EXISTERAI, JE TE CHANTERAI 		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TU ES LA SOURCE DE TOUTE MA VIE</a:t>
            </a:r>
          </a:p>
          <a:p>
            <a:pPr>
              <a:defRPr/>
            </a:pPr>
            <a:r>
              <a:rPr lang="fr-FR" altLang="fr-FR" smtClean="0"/>
              <a:t>You are the source All I ever’ll be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 TA MAIN M'ÉLÈVE  PLUS HAUT QUE MES DÉFIS</a:t>
            </a:r>
          </a:p>
          <a:p>
            <a:pPr>
              <a:defRPr/>
            </a:pPr>
            <a:r>
              <a:rPr lang="fr-FR" altLang="fr-FR" smtClean="0"/>
              <a:t>You’re left beyond High above the stars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JE N'AI QU'UN CHANT DE LOUANGE DE RECONNAISSANCE POUR TOI SEUL  </a:t>
            </a:r>
          </a:p>
          <a:p>
            <a:pPr>
              <a:defRPr/>
            </a:pPr>
            <a:r>
              <a:rPr lang="fr-FR" altLang="fr-FR" smtClean="0"/>
              <a:t>There is no other song Than the song of praise For You I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AUCUNE RAISON N'EST PLUS BELLE QUE DE TE LOUER 	</a:t>
            </a:r>
          </a:p>
          <a:p>
            <a:pPr>
              <a:defRPr/>
            </a:pPr>
            <a:r>
              <a:rPr lang="fr-FR" altLang="fr-FR" smtClean="0"/>
              <a:t>There is no other reason That can make me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7- TA PUISSANCE DANS MA VIE  EST SI VRAIE</a:t>
            </a:r>
          </a:p>
          <a:p>
            <a:pPr>
              <a:defRPr/>
            </a:pPr>
            <a:r>
              <a:rPr lang="fr-FR" altLang="fr-FR" smtClean="0"/>
              <a:t>And the power that You give me is real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8- ET JE LA RESSENS COULER EN MOI </a:t>
            </a:r>
          </a:p>
          <a:p>
            <a:pPr>
              <a:defRPr/>
            </a:pPr>
            <a:r>
              <a:rPr lang="fr-FR" altLang="fr-FR" smtClean="0"/>
              <a:t>I can feel You flowing in 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LE PREMIER, LE DERNIER TU ES MON TOUT</a:t>
            </a:r>
          </a:p>
          <a:p>
            <a:pPr>
              <a:defRPr/>
            </a:pPr>
            <a:r>
              <a:rPr lang="fr-FR" altLang="fr-FR" smtClean="0"/>
              <a:t>You are the first, the last, my everything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MON RÊVE ACCOMPLI TU ES TOUTE MA VIE</a:t>
            </a:r>
          </a:p>
          <a:p>
            <a:pPr>
              <a:defRPr/>
            </a:pPr>
            <a:r>
              <a:rPr lang="fr-FR" altLang="fr-FR" smtClean="0"/>
              <a:t>You’re my dream come true Since I felt for You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 TANT QUE J'EXISTERAI JE TE CHANTERAI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 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TA LUMIÈRE EN MOI</a:t>
            </a:r>
          </a:p>
          <a:p>
            <a:pPr>
              <a:defRPr/>
            </a:pPr>
            <a:r>
              <a:rPr lang="fr-FR" altLang="fr-FR" smtClean="0"/>
              <a:t> You’re light in me</a:t>
            </a:r>
          </a:p>
          <a:p>
            <a:pPr>
              <a:defRPr/>
            </a:pPr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1-TANT QUE J'EXISTERAI, JE TE CHANTERAI 		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TU ES LA SOURCE DE TOUTE MA VIE</a:t>
            </a:r>
          </a:p>
          <a:p>
            <a:pPr>
              <a:defRPr/>
            </a:pPr>
            <a:r>
              <a:rPr lang="fr-FR" altLang="fr-FR" smtClean="0"/>
              <a:t>You are the source All I ever’ll be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 TA MAIN M'ÉLÈVE  PLUS HAUT QUE MES DÉFIS</a:t>
            </a:r>
          </a:p>
          <a:p>
            <a:pPr>
              <a:defRPr/>
            </a:pPr>
            <a:r>
              <a:rPr lang="fr-FR" altLang="fr-FR" smtClean="0"/>
              <a:t>You’re left beyond High above the stars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JE N'AI QU'UN CHANT DE LOUANGE DE RECONNAISSANCE POUR TOI SEUL  </a:t>
            </a:r>
          </a:p>
          <a:p>
            <a:pPr>
              <a:defRPr/>
            </a:pPr>
            <a:r>
              <a:rPr lang="fr-FR" altLang="fr-FR" smtClean="0"/>
              <a:t>There is no other song Than the song of praise For You I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AUCUNE RAISON N'EST PLUS BELLE QUE DE TE LOUER 	</a:t>
            </a:r>
          </a:p>
          <a:p>
            <a:pPr>
              <a:defRPr/>
            </a:pPr>
            <a:r>
              <a:rPr lang="fr-FR" altLang="fr-FR" smtClean="0"/>
              <a:t>There is no other reason That can make me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7- TA PUISSANCE DANS MA VIE  EST SI VRAIE</a:t>
            </a:r>
          </a:p>
          <a:p>
            <a:pPr>
              <a:defRPr/>
            </a:pPr>
            <a:r>
              <a:rPr lang="fr-FR" altLang="fr-FR" smtClean="0"/>
              <a:t>And the power that You give me is real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8- ET JE LA RESSENS COULER EN MOI </a:t>
            </a:r>
          </a:p>
          <a:p>
            <a:pPr>
              <a:defRPr/>
            </a:pPr>
            <a:r>
              <a:rPr lang="fr-FR" altLang="fr-FR" smtClean="0"/>
              <a:t>I can feel You flowing in 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LE PREMIER, LE DERNIER TU ES MON TOUT</a:t>
            </a:r>
          </a:p>
          <a:p>
            <a:pPr>
              <a:defRPr/>
            </a:pPr>
            <a:r>
              <a:rPr lang="fr-FR" altLang="fr-FR" smtClean="0"/>
              <a:t>You are the first, the last, my everything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MON RÊVE ACCOMPLI TU ES TOUTE MA VIE</a:t>
            </a:r>
          </a:p>
          <a:p>
            <a:pPr>
              <a:defRPr/>
            </a:pPr>
            <a:r>
              <a:rPr lang="fr-FR" altLang="fr-FR" smtClean="0"/>
              <a:t>You’re my dream come true Since I felt for You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 TANT QUE J'EXISTERAI JE TE CHANTERAI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 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TA LUMIÈRE EN MOI</a:t>
            </a:r>
          </a:p>
          <a:p>
            <a:pPr>
              <a:defRPr/>
            </a:pPr>
            <a:r>
              <a:rPr lang="fr-FR" altLang="fr-FR" smtClean="0"/>
              <a:t> You’re light in me</a:t>
            </a:r>
          </a:p>
          <a:p>
            <a:pPr>
              <a:defRPr/>
            </a:pPr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1-TANT QUE J'EXISTERAI, JE TE CHANTERAI 		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TU ES LA SOURCE DE TOUTE MA VIE</a:t>
            </a:r>
          </a:p>
          <a:p>
            <a:pPr>
              <a:defRPr/>
            </a:pPr>
            <a:r>
              <a:rPr lang="fr-FR" altLang="fr-FR" smtClean="0"/>
              <a:t>You are the source All I ever’ll be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 TA MAIN M'ÉLÈVE  PLUS HAUT QUE MES DÉFIS</a:t>
            </a:r>
          </a:p>
          <a:p>
            <a:pPr>
              <a:defRPr/>
            </a:pPr>
            <a:r>
              <a:rPr lang="fr-FR" altLang="fr-FR" smtClean="0"/>
              <a:t>You’re left beyond High above the stars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JE N'AI QU'UN CHANT DE LOUANGE DE RECONNAISSANCE POUR TOI SEUL  </a:t>
            </a:r>
          </a:p>
          <a:p>
            <a:pPr>
              <a:defRPr/>
            </a:pPr>
            <a:r>
              <a:rPr lang="fr-FR" altLang="fr-FR" smtClean="0"/>
              <a:t>There is no other song Than the song of praise For You I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AUCUNE RAISON N'EST PLUS BELLE QUE DE TE LOUER 	</a:t>
            </a:r>
          </a:p>
          <a:p>
            <a:pPr>
              <a:defRPr/>
            </a:pPr>
            <a:r>
              <a:rPr lang="fr-FR" altLang="fr-FR" smtClean="0"/>
              <a:t>There is no other reason That can make me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7- TA PUISSANCE DANS MA VIE  EST SI VRAIE</a:t>
            </a:r>
          </a:p>
          <a:p>
            <a:pPr>
              <a:defRPr/>
            </a:pPr>
            <a:r>
              <a:rPr lang="fr-FR" altLang="fr-FR" smtClean="0"/>
              <a:t>And the power that You give me is real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8- ET JE LA RESSENS COULER EN MOI </a:t>
            </a:r>
          </a:p>
          <a:p>
            <a:pPr>
              <a:defRPr/>
            </a:pPr>
            <a:r>
              <a:rPr lang="fr-FR" altLang="fr-FR" smtClean="0"/>
              <a:t>I can feel You flowing in 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LE PREMIER, LE DERNIER TU ES MON TOUT</a:t>
            </a:r>
          </a:p>
          <a:p>
            <a:pPr>
              <a:defRPr/>
            </a:pPr>
            <a:r>
              <a:rPr lang="fr-FR" altLang="fr-FR" smtClean="0"/>
              <a:t>You are the first, the last, my everything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MON RÊVE ACCOMPLI TU ES TOUTE MA VIE</a:t>
            </a:r>
          </a:p>
          <a:p>
            <a:pPr>
              <a:defRPr/>
            </a:pPr>
            <a:r>
              <a:rPr lang="fr-FR" altLang="fr-FR" smtClean="0"/>
              <a:t>You’re my dream come true Since I felt for You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 TANT QUE J'EXISTERAI JE TE CHANTERAI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 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TA LUMIÈRE EN MOI</a:t>
            </a:r>
          </a:p>
          <a:p>
            <a:pPr>
              <a:defRPr/>
            </a:pPr>
            <a:r>
              <a:rPr lang="fr-FR" altLang="fr-FR" smtClean="0"/>
              <a:t> You’re light in me</a:t>
            </a:r>
          </a:p>
          <a:p>
            <a:pPr>
              <a:defRPr/>
            </a:pPr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1-TANT QUE J'EXISTERAI, JE TE CHANTERAI 		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TU ES LA SOURCE DE TOUTE MA VIE</a:t>
            </a:r>
          </a:p>
          <a:p>
            <a:pPr>
              <a:defRPr/>
            </a:pPr>
            <a:r>
              <a:rPr lang="fr-FR" altLang="fr-FR" smtClean="0"/>
              <a:t>You are the source All I ever’ll be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 TA MAIN M'ÉLÈVE  PLUS HAUT QUE MES DÉFIS</a:t>
            </a:r>
          </a:p>
          <a:p>
            <a:pPr>
              <a:defRPr/>
            </a:pPr>
            <a:r>
              <a:rPr lang="fr-FR" altLang="fr-FR" smtClean="0"/>
              <a:t>You’re left beyond High above the stars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JE N'AI QU'UN CHANT DE LOUANGE DE RECONNAISSANCE POUR TOI SEUL  </a:t>
            </a:r>
          </a:p>
          <a:p>
            <a:pPr>
              <a:defRPr/>
            </a:pPr>
            <a:r>
              <a:rPr lang="fr-FR" altLang="fr-FR" smtClean="0"/>
              <a:t>There is no other song Than the song of praise For You I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AUCUNE RAISON N'EST PLUS BELLE QUE DE TE LOUER 	</a:t>
            </a:r>
          </a:p>
          <a:p>
            <a:pPr>
              <a:defRPr/>
            </a:pPr>
            <a:r>
              <a:rPr lang="fr-FR" altLang="fr-FR" smtClean="0"/>
              <a:t>There is no other reason That can make me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7- TA PUISSANCE DANS MA VIE  EST SI VRAIE</a:t>
            </a:r>
          </a:p>
          <a:p>
            <a:pPr>
              <a:defRPr/>
            </a:pPr>
            <a:r>
              <a:rPr lang="fr-FR" altLang="fr-FR" smtClean="0"/>
              <a:t>And the power that You give me is real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8- ET JE LA RESSENS COULER EN MOI </a:t>
            </a:r>
          </a:p>
          <a:p>
            <a:pPr>
              <a:defRPr/>
            </a:pPr>
            <a:r>
              <a:rPr lang="fr-FR" altLang="fr-FR" smtClean="0"/>
              <a:t>I can feel You flowing in 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LE PREMIER, LE DERNIER TU ES MON TOUT</a:t>
            </a:r>
          </a:p>
          <a:p>
            <a:pPr>
              <a:defRPr/>
            </a:pPr>
            <a:r>
              <a:rPr lang="fr-FR" altLang="fr-FR" smtClean="0"/>
              <a:t>You are the first, the last, my everything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MON RÊVE ACCOMPLI TU ES TOUTE MA VIE</a:t>
            </a:r>
          </a:p>
          <a:p>
            <a:pPr>
              <a:defRPr/>
            </a:pPr>
            <a:r>
              <a:rPr lang="fr-FR" altLang="fr-FR" smtClean="0"/>
              <a:t>You’re my dream come true Since I felt for You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 TANT QUE J'EXISTERAI JE TE CHANTERAI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 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TA LUMIÈRE EN MOI</a:t>
            </a:r>
          </a:p>
          <a:p>
            <a:pPr>
              <a:defRPr/>
            </a:pPr>
            <a:r>
              <a:rPr lang="fr-FR" altLang="fr-FR" smtClean="0"/>
              <a:t> You’re light in me</a:t>
            </a:r>
          </a:p>
          <a:p>
            <a:pPr>
              <a:defRPr/>
            </a:pPr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1-TANT QUE J'EXISTERAI, JE TE CHANTERAI 		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TU ES LA SOURCE DE TOUTE MA VIE</a:t>
            </a:r>
          </a:p>
          <a:p>
            <a:pPr>
              <a:defRPr/>
            </a:pPr>
            <a:r>
              <a:rPr lang="fr-FR" altLang="fr-FR" smtClean="0"/>
              <a:t>You are the source All I ever’ll be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 TA MAIN M'ÉLÈVE  PLUS HAUT QUE MES DÉFIS</a:t>
            </a:r>
          </a:p>
          <a:p>
            <a:pPr>
              <a:defRPr/>
            </a:pPr>
            <a:r>
              <a:rPr lang="fr-FR" altLang="fr-FR" smtClean="0"/>
              <a:t>You’re left beyond High above the stars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JE N'AI QU'UN CHANT DE LOUANGE DE RECONNAISSANCE POUR TOI SEUL  </a:t>
            </a:r>
          </a:p>
          <a:p>
            <a:pPr>
              <a:defRPr/>
            </a:pPr>
            <a:r>
              <a:rPr lang="fr-FR" altLang="fr-FR" smtClean="0"/>
              <a:t>There is no other song Than the song of praise For You I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AUCUNE RAISON N'EST PLUS BELLE QUE DE TE LOUER 	</a:t>
            </a:r>
          </a:p>
          <a:p>
            <a:pPr>
              <a:defRPr/>
            </a:pPr>
            <a:r>
              <a:rPr lang="fr-FR" altLang="fr-FR" smtClean="0"/>
              <a:t>There is no other reason That can make me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7- TA PUISSANCE DANS MA VIE  EST SI VRAIE</a:t>
            </a:r>
          </a:p>
          <a:p>
            <a:pPr>
              <a:defRPr/>
            </a:pPr>
            <a:r>
              <a:rPr lang="fr-FR" altLang="fr-FR" smtClean="0"/>
              <a:t>And the power that You give me is real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8- ET JE LA RESSENS COULER EN MOI </a:t>
            </a:r>
          </a:p>
          <a:p>
            <a:pPr>
              <a:defRPr/>
            </a:pPr>
            <a:r>
              <a:rPr lang="fr-FR" altLang="fr-FR" smtClean="0"/>
              <a:t>I can feel You flowing in 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LE PREMIER, LE DERNIER TU ES MON TOUT</a:t>
            </a:r>
          </a:p>
          <a:p>
            <a:pPr>
              <a:defRPr/>
            </a:pPr>
            <a:r>
              <a:rPr lang="fr-FR" altLang="fr-FR" smtClean="0"/>
              <a:t>You are the first, the last, my everything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MON RÊVE ACCOMPLI TU ES TOUTE MA VIE</a:t>
            </a:r>
          </a:p>
          <a:p>
            <a:pPr>
              <a:defRPr/>
            </a:pPr>
            <a:r>
              <a:rPr lang="fr-FR" altLang="fr-FR" smtClean="0"/>
              <a:t>You’re my dream come true Since I felt for You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 TANT QUE J'EXISTERAI JE TE CHANTERAI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 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TA LUMIÈRE EN MOI</a:t>
            </a:r>
          </a:p>
          <a:p>
            <a:pPr>
              <a:defRPr/>
            </a:pPr>
            <a:r>
              <a:rPr lang="fr-FR" altLang="fr-FR" smtClean="0"/>
              <a:t> You’re light in me</a:t>
            </a:r>
          </a:p>
          <a:p>
            <a:pPr>
              <a:defRPr/>
            </a:pPr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dirty="0" smtClean="0"/>
              <a:t>1-TANT QUE J'EXISTERAI, JE TE CHANTERAI 		</a:t>
            </a:r>
          </a:p>
          <a:p>
            <a:pPr>
              <a:defRPr/>
            </a:pPr>
            <a:r>
              <a:rPr lang="fr-FR" altLang="fr-FR" dirty="0" smtClean="0"/>
              <a:t>For the </a:t>
            </a:r>
            <a:r>
              <a:rPr lang="fr-FR" altLang="fr-FR" dirty="0" err="1" smtClean="0"/>
              <a:t>rest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days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praise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2- INONDÉ DE TOI POUR QUE LE MONDE VOIE </a:t>
            </a:r>
          </a:p>
          <a:p>
            <a:pPr>
              <a:defRPr/>
            </a:pPr>
            <a:r>
              <a:rPr lang="fr-FR" altLang="fr-FR" dirty="0" err="1" smtClean="0"/>
              <a:t>Truly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filled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You For all the world to </a:t>
            </a:r>
            <a:r>
              <a:rPr lang="fr-FR" altLang="fr-FR" dirty="0" err="1" smtClean="0"/>
              <a:t>see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3- TU ES LA SOURCE DE TOUTE MA VIE</a:t>
            </a:r>
          </a:p>
          <a:p>
            <a:pPr>
              <a:defRPr/>
            </a:pPr>
            <a:r>
              <a:rPr lang="fr-FR" altLang="fr-FR" dirty="0" smtClean="0"/>
              <a:t>You are the source All I </a:t>
            </a:r>
            <a:r>
              <a:rPr lang="fr-FR" altLang="fr-FR" dirty="0" err="1" smtClean="0"/>
              <a:t>ever’ll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4- TA MAIN M'ÉLÈVE  PLUS HAUT QUE MES DÉFIS</a:t>
            </a:r>
          </a:p>
          <a:p>
            <a:pPr>
              <a:defRPr/>
            </a:pPr>
            <a:r>
              <a:rPr lang="fr-FR" altLang="fr-FR" dirty="0" err="1" smtClean="0"/>
              <a:t>You’re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left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beyond</a:t>
            </a:r>
            <a:r>
              <a:rPr lang="fr-FR" altLang="fr-FR" dirty="0" smtClean="0"/>
              <a:t> High </a:t>
            </a:r>
            <a:r>
              <a:rPr lang="fr-FR" altLang="fr-FR" dirty="0" err="1" smtClean="0"/>
              <a:t>above</a:t>
            </a:r>
            <a:r>
              <a:rPr lang="fr-FR" altLang="fr-FR" dirty="0" smtClean="0"/>
              <a:t> the stars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5- JE N'AI QU'UN CHANT DE LOUANGE DE RECONNAISSANCE POUR TOI SEUL  </a:t>
            </a:r>
          </a:p>
          <a:p>
            <a:pPr>
              <a:defRPr/>
            </a:pPr>
            <a:r>
              <a:rPr lang="fr-FR" altLang="fr-FR" dirty="0" smtClean="0"/>
              <a:t>There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no </a:t>
            </a:r>
            <a:r>
              <a:rPr lang="fr-FR" altLang="fr-FR" dirty="0" err="1" smtClean="0"/>
              <a:t>other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song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Than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song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praise</a:t>
            </a:r>
            <a:r>
              <a:rPr lang="fr-FR" altLang="fr-FR" dirty="0" smtClean="0"/>
              <a:t> For You I </a:t>
            </a:r>
            <a:r>
              <a:rPr lang="fr-FR" altLang="fr-FR" dirty="0" err="1" smtClean="0"/>
              <a:t>sing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6-  AUCUNE RAISON N'EST PLUS BELLE QUE DE TE LOUER 	</a:t>
            </a:r>
          </a:p>
          <a:p>
            <a:pPr>
              <a:defRPr/>
            </a:pPr>
            <a:r>
              <a:rPr lang="fr-FR" altLang="fr-FR" dirty="0" smtClean="0"/>
              <a:t>There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no </a:t>
            </a:r>
            <a:r>
              <a:rPr lang="fr-FR" altLang="fr-FR" dirty="0" err="1" smtClean="0"/>
              <a:t>other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reason</a:t>
            </a:r>
            <a:r>
              <a:rPr lang="fr-FR" altLang="fr-FR" dirty="0" smtClean="0"/>
              <a:t> That </a:t>
            </a:r>
            <a:r>
              <a:rPr lang="fr-FR" altLang="fr-FR" dirty="0" err="1" smtClean="0"/>
              <a:t>can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make</a:t>
            </a:r>
            <a:r>
              <a:rPr lang="fr-FR" altLang="fr-FR" dirty="0" smtClean="0"/>
              <a:t> me </a:t>
            </a:r>
            <a:r>
              <a:rPr lang="fr-FR" altLang="fr-FR" dirty="0" err="1" smtClean="0"/>
              <a:t>sing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7- TA PUISSANCE DANS MA VIE  EST SI VRAIE</a:t>
            </a:r>
          </a:p>
          <a:p>
            <a:pPr>
              <a:defRPr/>
            </a:pPr>
            <a:r>
              <a:rPr lang="fr-FR" altLang="fr-FR" dirty="0" smtClean="0"/>
              <a:t>And the power </a:t>
            </a:r>
            <a:r>
              <a:rPr lang="fr-FR" altLang="fr-FR" dirty="0" err="1" smtClean="0"/>
              <a:t>that</a:t>
            </a:r>
            <a:r>
              <a:rPr lang="fr-FR" altLang="fr-FR" dirty="0" smtClean="0"/>
              <a:t> You </a:t>
            </a:r>
            <a:r>
              <a:rPr lang="fr-FR" altLang="fr-FR" dirty="0" err="1" smtClean="0"/>
              <a:t>give</a:t>
            </a:r>
            <a:r>
              <a:rPr lang="fr-FR" altLang="fr-FR" dirty="0" smtClean="0"/>
              <a:t> me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real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8- ET JE LA RESSENS COULER EN MOI </a:t>
            </a:r>
          </a:p>
          <a:p>
            <a:pPr>
              <a:defRPr/>
            </a:pPr>
            <a:r>
              <a:rPr lang="fr-FR" altLang="fr-FR" dirty="0" smtClean="0"/>
              <a:t>I </a:t>
            </a:r>
            <a:r>
              <a:rPr lang="fr-FR" altLang="fr-FR" dirty="0" err="1" smtClean="0"/>
              <a:t>can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feel</a:t>
            </a:r>
            <a:r>
              <a:rPr lang="fr-FR" altLang="fr-FR" dirty="0" smtClean="0"/>
              <a:t> You </a:t>
            </a:r>
            <a:r>
              <a:rPr lang="fr-FR" altLang="fr-FR" dirty="0" err="1" smtClean="0"/>
              <a:t>flowing</a:t>
            </a:r>
            <a:r>
              <a:rPr lang="fr-FR" altLang="fr-FR" dirty="0" smtClean="0"/>
              <a:t> in me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9- LE PREMIER, LE DERNIER TU ES MON TOUT</a:t>
            </a:r>
          </a:p>
          <a:p>
            <a:pPr>
              <a:defRPr/>
            </a:pPr>
            <a:r>
              <a:rPr lang="fr-FR" altLang="fr-FR" dirty="0" smtClean="0"/>
              <a:t>You are the first, the last,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everything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10- MON RÊVE ACCOMPLI TU ES TOUTE MA VIE</a:t>
            </a:r>
          </a:p>
          <a:p>
            <a:pPr>
              <a:defRPr/>
            </a:pPr>
            <a:r>
              <a:rPr lang="fr-FR" altLang="fr-FR" dirty="0" err="1" smtClean="0"/>
              <a:t>You’re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dream</a:t>
            </a:r>
            <a:r>
              <a:rPr lang="fr-FR" altLang="fr-FR" dirty="0" smtClean="0"/>
              <a:t> come </a:t>
            </a:r>
            <a:r>
              <a:rPr lang="fr-FR" altLang="fr-FR" dirty="0" err="1" smtClean="0"/>
              <a:t>true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Since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felt</a:t>
            </a:r>
            <a:r>
              <a:rPr lang="fr-FR" altLang="fr-FR" dirty="0" smtClean="0"/>
              <a:t> for You 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11- TANT QUE J'EXISTERAI JE TE CHANTERAI</a:t>
            </a:r>
          </a:p>
          <a:p>
            <a:pPr>
              <a:defRPr/>
            </a:pPr>
            <a:r>
              <a:rPr lang="fr-FR" altLang="fr-FR" dirty="0" smtClean="0"/>
              <a:t>For the </a:t>
            </a:r>
            <a:r>
              <a:rPr lang="fr-FR" altLang="fr-FR" dirty="0" err="1" smtClean="0"/>
              <a:t>rest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days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praise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12-  INONDÉ DE TOI POUR QUE LE MONDE VOIE </a:t>
            </a:r>
          </a:p>
          <a:p>
            <a:pPr>
              <a:defRPr/>
            </a:pPr>
            <a:r>
              <a:rPr lang="fr-FR" altLang="fr-FR" dirty="0" err="1" smtClean="0"/>
              <a:t>Truly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filled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You For all the world to </a:t>
            </a:r>
            <a:r>
              <a:rPr lang="fr-FR" altLang="fr-FR" dirty="0" err="1" smtClean="0"/>
              <a:t>see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13- TA LUMIÈRE EN MOI</a:t>
            </a:r>
          </a:p>
          <a:p>
            <a:pPr>
              <a:defRPr/>
            </a:pPr>
            <a:r>
              <a:rPr lang="fr-FR" altLang="fr-FR" dirty="0" smtClean="0"/>
              <a:t> </a:t>
            </a:r>
            <a:r>
              <a:rPr lang="fr-FR" altLang="fr-FR" dirty="0" err="1" smtClean="0"/>
              <a:t>You’re</a:t>
            </a:r>
            <a:r>
              <a:rPr lang="fr-FR" altLang="fr-FR" dirty="0" smtClean="0"/>
              <a:t> light in me</a:t>
            </a:r>
          </a:p>
          <a:p>
            <a:pPr>
              <a:defRPr/>
            </a:pPr>
            <a:r>
              <a:rPr lang="fr-FR" altLang="fr-FR" dirty="0" smtClean="0"/>
              <a:t/>
            </a:r>
            <a:br>
              <a:rPr lang="fr-FR" altLang="fr-FR" dirty="0" smtClean="0"/>
            </a:br>
            <a:endParaRPr lang="fr-FR" alt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FFF97C-9578-4142-9906-745501B6303D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41342-D306-49AF-82E5-F6474ADC16D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3A9D76-9254-4830-B35C-952561109A4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479FD4-8F22-4231-AB37-CBC3E86129E5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58CD40-96DF-4EDD-8FB1-F969A25D60A5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DCCD26-4203-4CCC-AA80-3B5D041CACC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A70AEB-9459-418A-93A9-F08C6A829EF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1E9384-76D6-45AE-85BC-AD438CAA416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A616E9-571D-46B0-80C6-4A0169795D2C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9AA322-BDF4-4634-8AD1-E5E1FF8B0EE5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729FD8-C6C9-42C2-AAF2-F02421996D4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7DC435CE-82C6-4244-9996-C34038ECB62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solidFill>
                  <a:schemeClr val="bg1"/>
                </a:solidFill>
              </a:rPr>
              <a:t>TANT QUE J'EXISTERAI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 JE TE CHANTERAI</a:t>
            </a:r>
            <a:br>
              <a:rPr lang="fr-FR" sz="4000" dirty="0" smtClean="0">
                <a:solidFill>
                  <a:schemeClr val="bg1"/>
                </a:solidFill>
              </a:rPr>
            </a:br>
            <a:endParaRPr lang="fr-FR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</a:rPr>
              <a:t>INONDÉ DE TOI 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POUR QUE LE MONDE VOIE</a:t>
            </a:r>
            <a:br>
              <a:rPr lang="fr-FR" sz="4000" dirty="0" smtClean="0">
                <a:solidFill>
                  <a:schemeClr val="bg1"/>
                </a:solidFill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solidFill>
                  <a:schemeClr val="bg1"/>
                </a:solidFill>
              </a:rPr>
              <a:t>TU ES LA SOURCE DE TOUTE MA VIE</a:t>
            </a:r>
            <a:br>
              <a:rPr lang="fr-FR" sz="4000" dirty="0">
                <a:solidFill>
                  <a:schemeClr val="bg1"/>
                </a:solidFill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solidFill>
                  <a:schemeClr val="bg1"/>
                </a:solidFill>
              </a:rPr>
              <a:t>TA MAIN </a:t>
            </a:r>
            <a:r>
              <a:rPr lang="fr-FR" sz="4000" dirty="0" smtClean="0">
                <a:solidFill>
                  <a:schemeClr val="bg1"/>
                </a:solidFill>
              </a:rPr>
              <a:t>M'ÉLÈVE 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PLUS </a:t>
            </a:r>
            <a:r>
              <a:rPr lang="fr-FR" sz="4000" dirty="0">
                <a:solidFill>
                  <a:schemeClr val="bg1"/>
                </a:solidFill>
              </a:rPr>
              <a:t>HAUT QUE MES DÉFIS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/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solidFill>
                  <a:schemeClr val="bg1"/>
                </a:solidFill>
              </a:rPr>
              <a:t>JE N'AI QU'UN CHANT DE LOUANGE 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DE RECONNAISSANCE POUR TOI SEUL</a:t>
            </a:r>
            <a:br>
              <a:rPr lang="fr-FR" sz="4000" dirty="0" smtClean="0">
                <a:solidFill>
                  <a:schemeClr val="bg1"/>
                </a:solidFill>
              </a:rPr>
            </a:br>
            <a:endParaRPr lang="fr-FR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</a:rPr>
              <a:t>AUCUNE RAISON N'EST PLUS BELLE 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QUE DE TE LOUER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solidFill>
                  <a:schemeClr val="bg1"/>
                </a:solidFill>
              </a:rPr>
              <a:t>TA PUISSANCE DANS MA VIE 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EST SI VRAIE</a:t>
            </a:r>
            <a:br>
              <a:rPr lang="fr-FR" sz="4000" dirty="0" smtClean="0">
                <a:solidFill>
                  <a:schemeClr val="bg1"/>
                </a:solidFill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solidFill>
                  <a:schemeClr val="bg1"/>
                </a:solidFill>
              </a:rPr>
              <a:t>ET JE LA RESSENS COULER EN MOI</a:t>
            </a:r>
            <a:br>
              <a:rPr lang="fr-FR" sz="4000" dirty="0">
                <a:solidFill>
                  <a:schemeClr val="bg1"/>
                </a:solidFill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solidFill>
                  <a:schemeClr val="bg1"/>
                </a:solidFill>
              </a:rPr>
              <a:t>LE PREMIER, LE </a:t>
            </a:r>
            <a:r>
              <a:rPr lang="fr-FR" sz="4000" dirty="0" smtClean="0">
                <a:solidFill>
                  <a:schemeClr val="bg1"/>
                </a:solidFill>
              </a:rPr>
              <a:t>DERNIER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TU </a:t>
            </a:r>
            <a:r>
              <a:rPr lang="fr-FR" sz="4000" dirty="0">
                <a:solidFill>
                  <a:schemeClr val="bg1"/>
                </a:solidFill>
              </a:rPr>
              <a:t>ES MON TOUT</a:t>
            </a:r>
            <a:br>
              <a:rPr lang="fr-FR" sz="4000" dirty="0">
                <a:solidFill>
                  <a:schemeClr val="bg1"/>
                </a:solidFill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solidFill>
                  <a:schemeClr val="bg1"/>
                </a:solidFill>
              </a:rPr>
              <a:t>MON RÊVE ACCOMPLI</a:t>
            </a:r>
            <a:br>
              <a:rPr lang="fr-FR" sz="4000" dirty="0">
                <a:solidFill>
                  <a:schemeClr val="bg1"/>
                </a:solidFill>
              </a:rPr>
            </a:br>
            <a:r>
              <a:rPr lang="fr-FR" sz="4000" dirty="0">
                <a:solidFill>
                  <a:schemeClr val="bg1"/>
                </a:solidFill>
              </a:rPr>
              <a:t>TU ES TOUTE MA VIE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/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solidFill>
                  <a:schemeClr val="bg1"/>
                </a:solidFill>
              </a:rPr>
              <a:t>TANT QUE J'EXISTERAI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JE TE CHANTERAI</a:t>
            </a:r>
            <a:br>
              <a:rPr lang="fr-FR" sz="4000" dirty="0" smtClean="0">
                <a:solidFill>
                  <a:schemeClr val="bg1"/>
                </a:solidFill>
              </a:rPr>
            </a:br>
            <a:endParaRPr lang="fr-FR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/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solidFill>
                  <a:schemeClr val="bg1"/>
                </a:solidFill>
              </a:rPr>
              <a:t>INONDÉ DE TOI POUR 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QUE LE MONDE VOIE</a:t>
            </a:r>
            <a:endParaRPr lang="fr-FR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/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solidFill>
                  <a:schemeClr val="bg1"/>
                </a:solidFill>
              </a:rPr>
              <a:t>TA LUMIÈRE EN MOI</a:t>
            </a:r>
            <a:endParaRPr lang="fr-FR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1532</TotalTime>
  <Words>241</Words>
  <Application>Microsoft Office PowerPoint</Application>
  <PresentationFormat>On-screen Show (4:3)</PresentationFormat>
  <Paragraphs>1027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Franklin Gothic Medium</vt:lpstr>
      <vt:lpstr>Arial</vt:lpstr>
      <vt:lpstr>Calibri</vt:lpstr>
      <vt:lpstr>Default Design</vt:lpstr>
      <vt:lpstr>TANT QUE J'EXISTERAI  JE TE CHANTERAI </vt:lpstr>
      <vt:lpstr>INONDÉ DE TOI  POUR QUE LE MONDE VOIE </vt:lpstr>
      <vt:lpstr>TU ES LA SOURCE DE TOUTE MA VIE </vt:lpstr>
      <vt:lpstr>TA MAIN M'ÉLÈVE  PLUS HAUT QUE MES DÉFIS</vt:lpstr>
      <vt:lpstr>JE N'AI QU'UN CHANT DE LOUANGE  DE RECONNAISSANCE POUR TOI SEUL </vt:lpstr>
      <vt:lpstr>AUCUNE RAISON N'EST PLUS BELLE  QUE DE TE LOUER</vt:lpstr>
      <vt:lpstr>TA PUISSANCE DANS MA VIE  EST SI VRAIE </vt:lpstr>
      <vt:lpstr>ET JE LA RESSENS COULER EN MOI </vt:lpstr>
      <vt:lpstr>LE PREMIER, LE DERNIER TU ES MON TOUT </vt:lpstr>
      <vt:lpstr>MON RÊVE ACCOMPLI TU ES TOUTE MA VIE</vt:lpstr>
      <vt:lpstr>TANT QUE J'EXISTERAI JE TE CHANTERAI </vt:lpstr>
      <vt:lpstr>INONDÉ DE TOI POUR  QUE LE MONDE VOIE</vt:lpstr>
      <vt:lpstr>TA LUMIÈRE EN MOI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141</cp:revision>
  <dcterms:created xsi:type="dcterms:W3CDTF">2002-08-17T10:50:50Z</dcterms:created>
  <dcterms:modified xsi:type="dcterms:W3CDTF">2015-07-12T00:45:54Z</dcterms:modified>
</cp:coreProperties>
</file>