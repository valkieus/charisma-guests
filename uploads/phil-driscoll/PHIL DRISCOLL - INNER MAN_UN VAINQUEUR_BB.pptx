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70" r:id="rId2"/>
    <p:sldId id="271" r:id="rId3"/>
    <p:sldId id="272" r:id="rId4"/>
    <p:sldId id="274" r:id="rId5"/>
    <p:sldId id="273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93" r:id="rId14"/>
    <p:sldId id="283" r:id="rId15"/>
    <p:sldId id="284" r:id="rId16"/>
    <p:sldId id="285" r:id="rId17"/>
    <p:sldId id="286" r:id="rId18"/>
    <p:sldId id="294" r:id="rId19"/>
    <p:sldId id="287" r:id="rId20"/>
    <p:sldId id="295" r:id="rId21"/>
    <p:sldId id="296" r:id="rId22"/>
    <p:sldId id="297" r:id="rId23"/>
    <p:sldId id="298" r:id="rId24"/>
    <p:sldId id="299" r:id="rId25"/>
    <p:sldId id="300" r:id="rId26"/>
    <p:sldId id="302" r:id="rId27"/>
    <p:sldId id="303" r:id="rId28"/>
    <p:sldId id="304" r:id="rId2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0" autoAdjust="0"/>
    <p:restoredTop sz="49742" autoAdjust="0"/>
  </p:normalViewPr>
  <p:slideViewPr>
    <p:cSldViewPr>
      <p:cViewPr varScale="1">
        <p:scale>
          <a:sx n="43" d="100"/>
          <a:sy n="43" d="100"/>
        </p:scale>
        <p:origin x="-297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C4CE0A2-A4FC-4BC1-B8D7-163DEEB8A69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58D7FCE-EFB7-45E1-A49F-A5D955B01D9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Can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2-  LA VOIX DU HÉROS QUI EST EN TOI ? 
     The </a:t>
            </a:r>
            <a:r>
              <a:rPr lang="fr-FR" dirty="0" err="1" smtClean="0"/>
              <a:t>voice</a:t>
            </a:r>
            <a:r>
              <a:rPr lang="fr-FR" dirty="0" smtClean="0"/>
              <a:t> of the </a:t>
            </a:r>
            <a:r>
              <a:rPr lang="fr-FR" dirty="0" err="1" smtClean="0"/>
              <a:t>hero</a:t>
            </a:r>
            <a:r>
              <a:rPr lang="fr-FR" dirty="0" smtClean="0"/>
              <a:t> in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Listen</a:t>
            </a:r>
            <a:r>
              <a:rPr lang="fr-FR" dirty="0" smtClean="0"/>
              <a:t> to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inner</a:t>
            </a:r>
            <a:r>
              <a:rPr lang="fr-FR" dirty="0" smtClean="0"/>
              <a:t>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TE DIRE DES CHOSES QUE TU N’AS JAMAIS CRUES 
     </a:t>
            </a:r>
            <a:r>
              <a:rPr lang="fr-FR" dirty="0" err="1" smtClean="0"/>
              <a:t>Speaking</a:t>
            </a:r>
            <a:r>
              <a:rPr lang="fr-FR" dirty="0" smtClean="0"/>
              <a:t> </a:t>
            </a:r>
            <a:r>
              <a:rPr lang="fr-FR" dirty="0" err="1" smtClean="0"/>
              <a:t>what's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dream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true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PEUX-TU, PEUX-TU ÉCOUTER, ÉCOUTER 
     Can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inner</a:t>
            </a:r>
            <a:r>
              <a:rPr lang="fr-FR" dirty="0" smtClean="0"/>
              <a:t>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L’APPEL DU HÉROS QUI EST EN TOI ? 
     </a:t>
            </a:r>
            <a:r>
              <a:rPr lang="fr-FR" dirty="0" err="1" smtClean="0"/>
              <a:t>He's</a:t>
            </a:r>
            <a:r>
              <a:rPr lang="fr-FR" dirty="0" smtClean="0"/>
              <a:t> </a:t>
            </a:r>
            <a:r>
              <a:rPr lang="fr-FR" dirty="0" err="1" smtClean="0"/>
              <a:t>calling</a:t>
            </a:r>
            <a:r>
              <a:rPr lang="fr-FR" dirty="0" smtClean="0"/>
              <a:t> for the </a:t>
            </a:r>
            <a:r>
              <a:rPr lang="fr-FR" dirty="0" err="1" smtClean="0"/>
              <a:t>hero</a:t>
            </a:r>
            <a:r>
              <a:rPr lang="fr-FR" dirty="0" smtClean="0"/>
              <a:t> in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SA VOIX DEVIENT PLUS CLAIRE, PLUS CLAIRE 
    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voice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getting</a:t>
            </a:r>
            <a:r>
              <a:rPr lang="fr-FR" dirty="0" smtClean="0"/>
              <a:t> </a:t>
            </a:r>
            <a:r>
              <a:rPr lang="fr-FR" dirty="0" err="1" smtClean="0"/>
              <a:t>clearer</a:t>
            </a:r>
            <a:r>
              <a:rPr lang="fr-FR" dirty="0" smtClean="0"/>
              <a:t> </a:t>
            </a:r>
            <a:r>
              <a:rPr lang="fr-FR" dirty="0" err="1" smtClean="0"/>
              <a:t>now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ET TE POUSSE À PRIER DANS L’ESPRIT 
     </a:t>
            </a:r>
            <a:r>
              <a:rPr lang="fr-FR" dirty="0" err="1" smtClean="0"/>
              <a:t>Budging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to </a:t>
            </a:r>
            <a:r>
              <a:rPr lang="fr-FR" dirty="0" err="1" smtClean="0"/>
              <a:t>press</a:t>
            </a:r>
            <a:r>
              <a:rPr lang="fr-FR" dirty="0" smtClean="0"/>
              <a:t> on </a:t>
            </a:r>
            <a:r>
              <a:rPr lang="fr-FR" dirty="0" err="1" smtClean="0"/>
              <a:t>through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N’ÉCOUTE PAS TA TÊTE, ÉCOUTE TON ESPRIT 
    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listen</a:t>
            </a:r>
            <a:r>
              <a:rPr lang="fr-FR" dirty="0" smtClean="0"/>
              <a:t> to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 </a:t>
            </a:r>
            <a:r>
              <a:rPr lang="fr-FR" dirty="0" err="1" smtClean="0"/>
              <a:t>Listen</a:t>
            </a:r>
            <a:r>
              <a:rPr lang="fr-FR" dirty="0" smtClean="0"/>
              <a:t> to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 (</a:t>
            </a:r>
            <a:r>
              <a:rPr lang="fr-FR" dirty="0" err="1" smtClean="0"/>
              <a:t>Chrorus</a:t>
            </a:r>
            <a:r>
              <a:rPr lang="fr-FR" dirty="0" smtClean="0"/>
              <a:t>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UN VAINQUEUR, TU ES UN VAINQUEUR </a:t>
            </a:r>
            <a:r>
              <a:rPr lang="fr-FR" dirty="0" err="1" smtClean="0"/>
              <a:t>VAINQUEUR</a:t>
            </a:r>
            <a:r>
              <a:rPr lang="fr-FR" dirty="0" smtClean="0"/>
              <a:t>, TU ES UN VAINQUEUR 
      A winner, </a:t>
            </a:r>
            <a:r>
              <a:rPr lang="fr-FR" dirty="0" err="1" smtClean="0"/>
              <a:t>you're</a:t>
            </a:r>
            <a:r>
              <a:rPr lang="fr-FR" dirty="0" smtClean="0"/>
              <a:t> a winner </a:t>
            </a:r>
            <a:r>
              <a:rPr lang="fr-FR" dirty="0" err="1" smtClean="0"/>
              <a:t>Winner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You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OUI UN VAINQUEUR TU ES UN VAINQUEUR 
       A winner, </a:t>
            </a:r>
            <a:r>
              <a:rPr lang="fr-FR" dirty="0" err="1" smtClean="0"/>
              <a:t>you're</a:t>
            </a:r>
            <a:r>
              <a:rPr lang="fr-FR" dirty="0" smtClean="0"/>
              <a:t> a winner </a:t>
            </a:r>
            <a:r>
              <a:rPr lang="fr-FR" dirty="0" err="1" smtClean="0"/>
              <a:t>Winner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ET TU PEUX Y ARRIVER PAS UN VAINCU, MAIS UN VAINQUEUR  
       You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a winner Not a loser </a:t>
            </a:r>
            <a:r>
              <a:rPr lang="fr-FR" dirty="0" err="1" smtClean="0"/>
              <a:t>you're</a:t>
            </a:r>
            <a:r>
              <a:rPr lang="fr-FR" dirty="0" smtClean="0"/>
              <a:t>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ÇA, C’EST POUR TOI, C’EST VRAI TU PEUX Y CROIRE 
       This </a:t>
            </a:r>
            <a:r>
              <a:rPr lang="fr-FR" dirty="0" err="1" smtClean="0"/>
              <a:t>thing's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the </a:t>
            </a:r>
            <a:r>
              <a:rPr lang="fr-FR" dirty="0" err="1" smtClean="0"/>
              <a:t>truth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CROIS-LE, TU ES UN HÉROS TU DOIS LE VOIR AGIR EN TOI 
       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think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not a </a:t>
            </a:r>
            <a:r>
              <a:rPr lang="fr-FR" dirty="0" err="1" smtClean="0"/>
              <a:t>hero</a:t>
            </a:r>
            <a:r>
              <a:rPr lang="fr-FR" dirty="0" smtClean="0"/>
              <a:t> You </a:t>
            </a:r>
            <a:r>
              <a:rPr lang="fr-FR" dirty="0" err="1" smtClean="0"/>
              <a:t>need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move in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SACHE QU’IL EST CET HOMME FORT C’EST JÉSUS ET IL EST VIVANT EN TOI 
       You know He'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strong</a:t>
            </a:r>
            <a:r>
              <a:rPr lang="fr-FR" dirty="0" smtClean="0"/>
              <a:t> </a:t>
            </a:r>
            <a:r>
              <a:rPr lang="fr-FR" dirty="0" err="1" smtClean="0"/>
              <a:t>guy</a:t>
            </a:r>
            <a:r>
              <a:rPr lang="fr-FR" dirty="0" smtClean="0"/>
              <a:t>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 and </a:t>
            </a:r>
            <a:r>
              <a:rPr lang="fr-FR" dirty="0" err="1" smtClean="0"/>
              <a:t>He's</a:t>
            </a:r>
            <a:r>
              <a:rPr lang="fr-FR" dirty="0" smtClean="0"/>
              <a:t> living in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IL Y A UN CONQUÉRANT LÀ EN TOI 
       There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conqueror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in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QUI VEUT GAGNER CES COMBATS POUR TOI 
       </a:t>
            </a:r>
            <a:r>
              <a:rPr lang="fr-FR" dirty="0" err="1" smtClean="0"/>
              <a:t>Waiting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 the </a:t>
            </a:r>
            <a:r>
              <a:rPr lang="fr-FR" dirty="0" err="1" smtClean="0"/>
              <a:t>battles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LE MONDE NE TE VAINCRA PAS</a:t>
            </a:r>
            <a:br>
              <a:rPr lang="fr-FR" dirty="0" smtClean="0"/>
            </a:br>
            <a:r>
              <a:rPr lang="fr-FR" dirty="0" smtClean="0"/>
              <a:t>       The world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20-  SON AMOUR BRISERA TOUTE PEUR EN TOI 
       The power of </a:t>
            </a:r>
            <a:r>
              <a:rPr lang="fr-FR" dirty="0" err="1" smtClean="0"/>
              <a:t>His</a:t>
            </a:r>
            <a:r>
              <a:rPr lang="fr-FR" dirty="0" smtClean="0"/>
              <a:t> love breaks down the </a:t>
            </a:r>
            <a:r>
              <a:rPr lang="fr-FR" dirty="0" err="1" smtClean="0"/>
              <a:t>fear</a:t>
            </a:r>
            <a:r>
              <a:rPr lang="fr-FR" dirty="0" smtClean="0"/>
              <a:t> in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N’ÉCOUTE PAS TA TÊTE, ÉCOUTE TON ESPRIT 
      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listen</a:t>
            </a:r>
            <a:r>
              <a:rPr lang="fr-FR" dirty="0" smtClean="0"/>
              <a:t> to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 </a:t>
            </a:r>
            <a:r>
              <a:rPr lang="fr-FR" dirty="0" err="1" smtClean="0"/>
              <a:t>Listen</a:t>
            </a:r>
            <a:r>
              <a:rPr lang="fr-FR" dirty="0" smtClean="0"/>
              <a:t> to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 (</a:t>
            </a:r>
            <a:r>
              <a:rPr lang="fr-FR" dirty="0" err="1" smtClean="0"/>
              <a:t>Chrorus</a:t>
            </a:r>
            <a:r>
              <a:rPr lang="fr-FR" dirty="0" smtClean="0"/>
              <a:t>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UN VAINQUEUR, TU ES UN VAINQUEUR </a:t>
            </a:r>
            <a:r>
              <a:rPr lang="fr-FR" dirty="0" err="1" smtClean="0"/>
              <a:t>VAINQUEUR</a:t>
            </a:r>
            <a:r>
              <a:rPr lang="fr-FR" dirty="0" smtClean="0"/>
              <a:t>, TU ES UN VAINQUEUR 
      A winner, </a:t>
            </a:r>
            <a:r>
              <a:rPr lang="fr-FR" dirty="0" err="1" smtClean="0"/>
              <a:t>you're</a:t>
            </a:r>
            <a:r>
              <a:rPr lang="fr-FR" dirty="0" smtClean="0"/>
              <a:t> a winner </a:t>
            </a:r>
            <a:r>
              <a:rPr lang="fr-FR" dirty="0" err="1" smtClean="0"/>
              <a:t>Winner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You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OUI UN VAINQUEURTU ES UN VAINQUEUR 
       A winner, </a:t>
            </a:r>
            <a:r>
              <a:rPr lang="fr-FR" dirty="0" err="1" smtClean="0"/>
              <a:t>you're</a:t>
            </a:r>
            <a:r>
              <a:rPr lang="fr-FR" dirty="0" smtClean="0"/>
              <a:t> a winner </a:t>
            </a:r>
            <a:r>
              <a:rPr lang="fr-FR" dirty="0" err="1" smtClean="0"/>
              <a:t>Winner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You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a winner Not a loser </a:t>
            </a:r>
            <a:r>
              <a:rPr lang="fr-FR" dirty="0" err="1" smtClean="0"/>
              <a:t>you're</a:t>
            </a:r>
            <a:r>
              <a:rPr lang="fr-FR" dirty="0" smtClean="0"/>
              <a:t>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ÇA, C’EST POUR TOI, C’EST VRAI TU PEUX Y CROIRE 
       This </a:t>
            </a:r>
            <a:r>
              <a:rPr lang="fr-FR" dirty="0" err="1" smtClean="0"/>
              <a:t>thing's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the </a:t>
            </a:r>
            <a:r>
              <a:rPr lang="fr-FR" dirty="0" err="1" smtClean="0"/>
              <a:t>truth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Oh Come on one </a:t>
            </a:r>
            <a:r>
              <a:rPr lang="fr-FR" dirty="0" err="1" smtClean="0"/>
              <a:t>step</a:t>
            </a:r>
            <a:r>
              <a:rPr lang="fr-FR" dirty="0" smtClean="0"/>
              <a:t>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28-  VIENS UN PEU PLUS HAUT JUSTE UN PEU PLUS HAUT 
       Come on a </a:t>
            </a:r>
            <a:r>
              <a:rPr lang="fr-FR" dirty="0" err="1" smtClean="0"/>
              <a:t>little</a:t>
            </a:r>
            <a:r>
              <a:rPr lang="fr-FR" dirty="0" smtClean="0"/>
              <a:t> bit </a:t>
            </a:r>
            <a:r>
              <a:rPr lang="fr-FR" dirty="0" err="1" smtClean="0"/>
              <a:t>higher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bit </a:t>
            </a:r>
            <a:r>
              <a:rPr lang="fr-FR" dirty="0" err="1" smtClean="0"/>
              <a:t>higher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E883A5-4A3C-4411-B32E-F8442EEFDE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DB861B-50D9-4E09-9CB0-9DB9A553C0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555ED2-3A7F-4DEA-BDB3-888126AD80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B37967-C6AD-4698-8577-C00DE67523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7F740-2BC8-4436-9479-924AAF3809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33FF76-C6A7-402C-A0C6-8E7691A395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59292-3830-423F-943E-0646C69B1D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4538D-1B7E-4128-8357-EB869D8FA3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237C30-266E-4754-8D96-C1D8A8F576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84F53A-6A90-44E0-A0E3-5EAE1E744D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E3ED8D-B2C7-4FB9-9BD1-6C88C59016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A7D8EB5-1BE6-451F-A41F-638BB1B45D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PEUX-TU, PEUX-TU ENTENDRE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ENTENDRE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VOIX DU HÉROS QUI EST EN TOI 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ÉCOUTE TON ÊTRE INTÉRIEUR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DIRE DES CHOSES QUE TU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N’AS JAMAIS CRUES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PEUX-TU, PEUX-TU ÉCOUTER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ÉCOUTER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L’APPEL DU HÉROS QUI EST EN TOI 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VOIX DEVIENT PLUS CLAIRE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CLAIRE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TE POUSSE À PRIER DANS L’ESPRIT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N’ÉCOUTE PAS TA TÊTE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ÉCOUTE TON ESPRIT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VAINQUEUR, TU ES UN VAINQUEUR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VAINQUEUR, TU ES UN VAINQUEUR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PEUX Y ARRIVER (OOOH)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UN VAINQUEUR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TU ES UN VAINQUEUR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PEUX Y ARRIVER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 UN VAINCU, MAIS UN VAINQUEUR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ÇA, C’EST POUR TOI, C’EST VRAI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TU PEUX Y CROIRE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CROIS-LE, TU ES UN HÉROS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LE VOIR AGIR EN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SACHE QU’IL EST CET HOMME FORT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JÉSUS ET IL EST VIVANT EN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 CONQUÉRANT LÀ EN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VEUT GAGNER CES COMBATS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MONDE NE TE VAINCRA PAS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AMOUR BRISERA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TOUTE PEUR EN TOI</a:t>
            </a:r>
          </a:p>
        </p:txBody>
      </p:sp>
      <p:sp>
        <p:nvSpPr>
          <p:cNvPr id="2150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000">
                <a:latin typeface="Tahoma" pitchFamily="34" charset="0"/>
                <a:ea typeface="Calibri" pitchFamily="34" charset="0"/>
                <a:cs typeface="Tahoma" pitchFamily="34" charset="0"/>
              </a:rPr>
              <a:t>Come on a little bit higher</a:t>
            </a:r>
            <a:endParaRPr lang="fr-FR" sz="700">
              <a:ea typeface="Calibri" pitchFamily="34" charset="0"/>
              <a:cs typeface="Tahoma" pitchFamily="34" charset="0"/>
            </a:endParaRPr>
          </a:p>
          <a:p>
            <a:pPr eaLnBrk="0" hangingPunct="0"/>
            <a:r>
              <a:rPr lang="fr-FR" sz="1000">
                <a:latin typeface="Tahoma" pitchFamily="34" charset="0"/>
                <a:ea typeface="Calibri" pitchFamily="34" charset="0"/>
                <a:cs typeface="Tahoma" pitchFamily="34" charset="0"/>
              </a:rPr>
              <a:t>A little bit higher</a:t>
            </a:r>
            <a:endParaRPr lang="fr-FR">
              <a:ea typeface="Calibri" pitchFamily="34" charset="0"/>
              <a:cs typeface="Tahoma" pitchFamily="34" charset="0"/>
            </a:endParaRPr>
          </a:p>
        </p:txBody>
      </p:sp>
      <p:sp>
        <p:nvSpPr>
          <p:cNvPr id="2150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000">
                <a:latin typeface="Tahoma" pitchFamily="34" charset="0"/>
                <a:ea typeface="Calibri" pitchFamily="34" charset="0"/>
                <a:cs typeface="Tahoma" pitchFamily="34" charset="0"/>
              </a:rPr>
              <a:t>Come on a little bit higher</a:t>
            </a:r>
            <a:endParaRPr lang="fr-FR" sz="700">
              <a:ea typeface="Calibri" pitchFamily="34" charset="0"/>
              <a:cs typeface="Tahoma" pitchFamily="34" charset="0"/>
            </a:endParaRPr>
          </a:p>
          <a:p>
            <a:pPr eaLnBrk="0" hangingPunct="0"/>
            <a:r>
              <a:rPr lang="fr-FR" sz="1000">
                <a:latin typeface="Tahoma" pitchFamily="34" charset="0"/>
                <a:ea typeface="Calibri" pitchFamily="34" charset="0"/>
                <a:cs typeface="Tahoma" pitchFamily="34" charset="0"/>
              </a:rPr>
              <a:t>A little bit higher</a:t>
            </a:r>
            <a:endParaRPr lang="fr-FR">
              <a:ea typeface="Calibri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N’ÉCOUTE PAS TA TÊTE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ÉCOUTE TON ESPRIT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VAINQUEUR, TU ES UN VAINQUEUR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VAINQUEUR, TU ES UN VAINQUEUR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PEUX Y ARRIVER (OOOH)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UN VAINQUEUR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TU ES UN VAINQUEUR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PEUX Y ARRIVER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 UN VAINCU, MAIS UN VAINQUEUR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ÇA, C’EST POUR TOI, C’EST VRAI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TU PEUX Y CROIRE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FAIS UN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UN PEU PLUS HAUT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UN PEU PLUS 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</TotalTime>
  <Words>1019</Words>
  <Application>Microsoft Office PowerPoint</Application>
  <PresentationFormat>On-screen Show (4:3)</PresentationFormat>
  <Paragraphs>3504</Paragraphs>
  <Slides>28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3" baseType="lpstr">
      <vt:lpstr>Franklin Gothic Medium</vt:lpstr>
      <vt:lpstr>Arial</vt:lpstr>
      <vt:lpstr>Calibri</vt:lpstr>
      <vt:lpstr>Tahoma</vt:lpstr>
      <vt:lpstr>Default Design</vt:lpstr>
      <vt:lpstr>PEUX-TU, PEUX-TU ENTENDRE ENTENDRE</vt:lpstr>
      <vt:lpstr>LA VOIX DU HÉROS QUI EST EN TOI ?</vt:lpstr>
      <vt:lpstr>ÉCOUTE TON ÊTRE INTÉRIEUR</vt:lpstr>
      <vt:lpstr>TE DIRE DES CHOSES QUE TU N’AS JAMAIS CRUES</vt:lpstr>
      <vt:lpstr>PEUX-TU, PEUX-TU ÉCOUTER ÉCOUTER</vt:lpstr>
      <vt:lpstr>L’APPEL DU HÉROS QUI EST EN TOI ?</vt:lpstr>
      <vt:lpstr>SA VOIX DEVIENT PLUS CLAIRE PLUS CLAIRE</vt:lpstr>
      <vt:lpstr>ET TE POUSSE À PRIER DANS L’ESPRIT</vt:lpstr>
      <vt:lpstr>N’ÉCOUTE PAS TA TÊTE  ÉCOUTE TON ESPRIT</vt:lpstr>
      <vt:lpstr>UN VAINQUEUR, TU ES UN VAINQUEUR  VAINQUEUR, TU ES UN VAINQUEUR</vt:lpstr>
      <vt:lpstr>ET TU PEUX Y ARRIVER (OOOH)</vt:lpstr>
      <vt:lpstr>OUI UN VAINQUEUR  TU ES UN VAINQUEUR</vt:lpstr>
      <vt:lpstr>ET TU PEUX Y ARRIVER PAS UN VAINCU, MAIS UN VAINQUEUR</vt:lpstr>
      <vt:lpstr>ÇA, C’EST POUR TOI, C’EST VRAI  TU PEUX Y CROIRE</vt:lpstr>
      <vt:lpstr>CROIS-LE, TU ES UN HÉROS TU DOIS LE VOIR AGIR EN TOI</vt:lpstr>
      <vt:lpstr>SACHE QU’IL EST CET HOMME FORT C’EST JÉSUS ET IL EST VIVANT EN TOI</vt:lpstr>
      <vt:lpstr>IL Y A UN CONQUÉRANT LÀ EN TOI</vt:lpstr>
      <vt:lpstr>QUI VEUT GAGNER CES COMBATS POUR TOI</vt:lpstr>
      <vt:lpstr>LE MONDE NE TE VAINCRA PAS </vt:lpstr>
      <vt:lpstr>SON AMOUR BRISERA  TOUTE PEUR EN TOI</vt:lpstr>
      <vt:lpstr>N’ÉCOUTE PAS TA TÊTE  ÉCOUTE TON ESPRIT</vt:lpstr>
      <vt:lpstr>UN VAINQUEUR, TU ES UN VAINQUEUR  VAINQUEUR, TU ES UN VAINQUEUR</vt:lpstr>
      <vt:lpstr>ET TU PEUX Y ARRIVER (OOOH)</vt:lpstr>
      <vt:lpstr>OUI UN VAINQUEUR  TU ES UN VAINQUEUR</vt:lpstr>
      <vt:lpstr>ET TU PEUX Y ARRIVER PAS UN VAINCU, MAIS UN VAINQUEUR</vt:lpstr>
      <vt:lpstr>ÇA, C’EST POUR TOI, C’EST VRAI  TU PEUX Y CROIRE</vt:lpstr>
      <vt:lpstr>OH, FAIS UN PAS</vt:lpstr>
      <vt:lpstr>VIENS UN PEU PLUS HAUT JUSTE UN PEU PLUS HAUT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139</cp:revision>
  <dcterms:created xsi:type="dcterms:W3CDTF">2002-08-17T10:50:50Z</dcterms:created>
  <dcterms:modified xsi:type="dcterms:W3CDTF">2015-07-12T01:00:09Z</dcterms:modified>
</cp:coreProperties>
</file>