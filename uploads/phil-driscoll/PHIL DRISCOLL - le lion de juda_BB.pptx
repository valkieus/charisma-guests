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3" r:id="rId2"/>
    <p:sldId id="284" r:id="rId3"/>
    <p:sldId id="283" r:id="rId4"/>
    <p:sldId id="282" r:id="rId5"/>
    <p:sldId id="281" r:id="rId6"/>
    <p:sldId id="280" r:id="rId7"/>
    <p:sldId id="279" r:id="rId8"/>
    <p:sldId id="278" r:id="rId9"/>
    <p:sldId id="277" r:id="rId10"/>
    <p:sldId id="276" r:id="rId11"/>
    <p:sldId id="275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67" autoAdjust="0"/>
    <p:restoredTop sz="36007" autoAdjust="0"/>
  </p:normalViewPr>
  <p:slideViewPr>
    <p:cSldViewPr>
      <p:cViewPr varScale="1">
        <p:scale>
          <a:sx n="22" d="100"/>
          <a:sy n="22" d="100"/>
        </p:scale>
        <p:origin x="-12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5B52D39-E6F9-4BDD-BB68-06D94715619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2D73FDB-DF67-4CB7-9516-850D29DF0CA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ROI DE LA JUNGLE IL CRIE COMME LE VENT 
10-  PARCOURANT LA TERRE VOIS CETTE FLAMME DANS SES YEUX 
11-  IL EST LE MAÎTRE DE L’UNIVERS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OUI, DANS LA JUNGLE DE CE MONDE IL Y A UN PUISSANT RUGISSEMENT 
2-  C’EST UN CRI DE GUERRE QUI VIENT TOUT DROIT DU CIEL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IL Y A UN LION, UN LION PUISSANT AUCUNE PUISSANCE NE LE RENVERSE 
4-  IL PEUT TE DONNER LE MEILLEUR DE LUI SATAN TREMBLE À SA VOIX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 LION DE JUDA BRISE TOUTE CHAÎNE LE LION DE JUDA, IL REVIENDRA 
6-  LE LION DE JUDA, IL VIT EN MOI LE LION DE JUDA, IL REVIENDRA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IL Y A UNE TEMPÊTE SI PUISSANTE DANS LA JUNGLE DE CETTE VIE 
8-  ET SON SANG CRIE AUJOURD’HUI SUIS-MOI JUSQU’AU PARADIS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ROI DE LA JUNGLE IL CRIE COMME LE VENT 
10-  PARCOURANT LA TERRE VOIS CETTE FLAMME DANS SES YEUX 
11-  IL EST LE MAÎTRE DE L’UNIVERS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OUI, DANS LA JUNGLE DE CE MONDE IL Y A UN PUISSANT RUGISSEMENT 
2-  C’EST UN CRI DE GUERRE QUI VIENT TOUT DROIT DU CIEL </a:t>
            </a:r>
          </a:p>
          <a:p>
            <a:endParaRPr lang="fr-FR" smtClean="0"/>
          </a:p>
          <a:p>
            <a:r>
              <a:rPr lang="fr-FR" smtClean="0"/>
              <a:t>3-  IL Y A UN LION, UN LION PUISSANT AUCUNE PUISSANCE NE LE RENVERSE 
4-  IL PEUT TE DONNER LE MEILLEUR DE LUI SATAN TREMBLE À SA VOIX </a:t>
            </a:r>
          </a:p>
          <a:p>
            <a:endParaRPr lang="fr-FR" smtClean="0"/>
          </a:p>
          <a:p>
            <a:r>
              <a:rPr lang="fr-FR" smtClean="0"/>
              <a:t>5-  LE LION DE JUDA BRISE TOUTE CHAÎNE LE LION DE JUDA, IL REVIENDRA 
6-  LE LION DE JUDA, IL VIT EN MOI LE LION DE JUDA, IL REVIENDRA </a:t>
            </a:r>
          </a:p>
          <a:p>
            <a:endParaRPr lang="fr-FR" smtClean="0"/>
          </a:p>
          <a:p>
            <a:r>
              <a:rPr lang="fr-FR" smtClean="0"/>
              <a:t>7-  IL Y A UNE TEMPÊTE SI PUISSANTE DANS LA JUNGLE DE CETTE VIE 
8-  ET SON SANG CRIE AUJOURD’HUI SUIS-MOI JUSQU’AU PARADIS</a:t>
            </a:r>
          </a:p>
          <a:p>
            <a:r>
              <a:rPr lang="fr-FR" smtClean="0"/>
              <a:t> 
9-  ROI DE LA JUNGLE IL CRIE COMME LE VENT 
10-  PARCOURANT LA TERRE VOIS CETTE FLAMME DANS SES YEUX 
11-  IL EST LE MAÎTRE DE L’UNIVERS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22087-9A0E-492A-9A4B-0A2D0DF1ED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A9E1C-141B-42E3-99FB-1DDE66A9AE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001C2-3EB0-46C0-9F87-98521A5F4D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930D8-D66F-4702-B51F-31A8B1EFB8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74576-548E-435E-8F34-48C2C35B56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E541C2-C925-47A2-84AF-B718E25ABC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6AE70-4764-44F7-8D4B-4FE23224B4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CD88B-A8E3-4124-9086-AB1F1AD565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827A3-F469-4F21-B65D-3C60D25772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44638-1334-4DF5-8115-0663D16F15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189FD-4B65-4B27-B2F2-2C6EBB523B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4660F2E-C9E7-4CA3-920D-86903E3C65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DANS LA JUNGLE DE CE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PUISSANT RUGISSEMENT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 CRI DE GUERRE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TOUT DROIT DU CIEL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LION, UN LION PUISSANT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AUCUNE PUISSANCE NE LE RENVERSE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PEUT TE DONNER LE MEILLEUR DE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SATAN TREMBLE À SA VOIX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 BRISE TOUTE CHAÎNE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JUDA, IL REVIENDRA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JUDA, IL VIT EN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JUDA, IL REVIENDRA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TEMPÊTE SI PUISSANTE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JUNGLE DE CETTE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SANG CRIE AUJOURD’HUI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SUIS-MOI JUSQU’AU PARADIS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 LA JUNGLE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CRIE COMME LE VENT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PARCOURANT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CETTE FLAMME DANS SES YEUX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LE MAÎTRE DE L’UNIVERS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401</Words>
  <Application>Microsoft Office PowerPoint</Application>
  <PresentationFormat>On-screen Show (4:3)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OUI, DANS LA JUNGLE DE CE MONDE IL Y A UN PUISSANT RUGISSEMENT</vt:lpstr>
      <vt:lpstr>C’EST UN CRI DE GUERRE QUI VIENT TOUT DROIT DU CIEL</vt:lpstr>
      <vt:lpstr>IL Y A UN LION, UN LION PUISSANT AUCUNE PUISSANCE NE LE RENVERSE</vt:lpstr>
      <vt:lpstr>IL PEUT TE DONNER LE MEILLEUR DE LUI SATAN TREMBLE À SA VOIX</vt:lpstr>
      <vt:lpstr>LE LION DE JUDA BRISE TOUTE CHAÎNE LE LION DE JUDA, IL REVIENDRA</vt:lpstr>
      <vt:lpstr>LE LION DE JUDA, IL VIT EN MOI LE LION DE JUDA, IL REVIENDRA</vt:lpstr>
      <vt:lpstr>IL Y A UNE TEMPÊTE SI PUISSANTE DANS LA JUNGLE DE CETTE VIE</vt:lpstr>
      <vt:lpstr>ET SON SANG CRIE AUJOURD’HUI SUIS-MOI JUSQU’AU PARADIS</vt:lpstr>
      <vt:lpstr>ROI DE LA JUNGLE IL CRIE COMME LE VENT</vt:lpstr>
      <vt:lpstr>PARCOURANT LA TERRE VOIS CETTE FLAMME DANS SES YEUX</vt:lpstr>
      <vt:lpstr>IL EST LE MAÎTRE DE L’UNIVERS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133</cp:revision>
  <dcterms:created xsi:type="dcterms:W3CDTF">2002-08-17T10:50:50Z</dcterms:created>
  <dcterms:modified xsi:type="dcterms:W3CDTF">2015-07-12T08:09:34Z</dcterms:modified>
</cp:coreProperties>
</file>