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0" r:id="rId2"/>
    <p:sldId id="271" r:id="rId3"/>
    <p:sldId id="272" r:id="rId4"/>
    <p:sldId id="273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67" autoAdjust="0"/>
    <p:restoredTop sz="63925" autoAdjust="0"/>
  </p:normalViewPr>
  <p:slideViewPr>
    <p:cSldViewPr>
      <p:cViewPr varScale="1">
        <p:scale>
          <a:sx n="43" d="100"/>
          <a:sy n="43" d="100"/>
        </p:scale>
        <p:origin x="-66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9E1DB38-4070-41E3-AF1B-0931A225286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FFD8BE3-4222-41B1-898D-EFE6E7A589F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SAINT, SAINT, SAINT SEIGNEUR DIEU TOUT-PUISSANT 
2-  DÈS LE MATIN MON CHANT S’ÉLÈVERA VERS TOI 
3-  SAINT, SAINT, SAINT DIEU DE GRÂCE ET PUISSANT 
4-  PÈRE, FILS ET ESPRIT, TRINITÉ BÉNIE DIEU EN TROIS PERSONNES 
</a:t>
            </a:r>
            <a:endParaRPr lang="fr-FR" dirty="0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SAINT, SAINT, SAINT SEIGNEUR DIEU TOUT-PUISSANT 
2-  DÈS LE MATIN MON CHANT S’ÉLÈVERA VERS TOI 
3-  SAINT, SAINT, SAINT DIEU DE GRÂCE ET PUISSANT 
4-  PÈRE, FILS ET ESPRIT, TRINITÉ BÉNIE DIEU EN TROIS PERSONNES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SAINT, SAINT, SAINT SEIGNEUR DIEU TOUT-PUISSANT 
2-  DÈS LE MATIN MON CHANT S’ÉLÈVERA VERS TOI 
3-  SAINT, SAINT, SAINT DIEU DE GRÂCE ET PUISSANT 
4-  PÈRE, FILS ET ESPRIT, TRINITÉ BÉNIE DIEU EN TROIS PERSONNES 
</a:t>
            </a: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SAINT, SAINT, SAINT SEIGNEUR DIEU TOUT-PUISSANT 
2-  DÈS LE MATIN MON CHANT S’ÉLÈVERA VERS TOI 
3-  SAINT, SAINT, SAINT DIEU DE GRÂCE ET PUISSANT 
4-  PÈRE, FILS ET ESPRIT, TRINITÉ BÉNIE DIEU EN TROIS PERSONNES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SAINT, SAINT, SAINT SEIGNEUR DIEU TOUT-PUISSANT 
2-  DÈS LE MATIN MON CHANT S’ÉLÈVERA VERS TOI 
3-  SAINT, SAINT, SAINT DIEU DE GRÂCE ET PUISSANT 
4-  PÈRE, FILS ET ESPRIT, TRINITÉ BÉNIE DIEU EN TROIS PERSONNES 
</a:t>
            </a: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SAINT, SAINT, SAINT SEIGNEUR DIEU TOUT-PUISSANT 
2-  DÈS LE MATIN MON CHANT S’ÉLÈVERA VERS TOI 
3-  SAINT, SAINT, SAINT DIEU DE GRÂCE ET PUISSANT 
4-  PÈRE, FILS ET ESPRIT, TRINITÉ BÉNIE DIEU EN TROIS PERSONNES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SAINT, SAINT, SAINT SEIGNEUR DIEU TOUT-PUISSANT 
2-  DÈS LE MATIN MON CHANT S’ÉLÈVERA VERS TOI 
3-  SAINT, SAINT, SAINT DIEU DE GRÂCE ET PUISSANT 
4-  PÈRE, FILS ET ESPRIT, TRINITÉ BÉNIE DIEU EN TROIS PERSONNES 
</a:t>
            </a: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SAINT, SAINT, SAINT SEIGNEUR DIEU TOUT-PUISSANT 
2-  DÈS LE MATIN MON CHANT S’ÉLÈVERA VERS TOI 
3-  SAINT, SAINT, SAINT DIEU DE GRÂCE ET PUISSANT 
4-  PÈRE, FILS ET ESPRIT, TRINITÉ BÉNIE DIEU EN TROIS PERSONNES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3E54B2-BDC8-4B6E-880B-CE63C475CA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D17152-243A-4049-BC6A-A48AE1912F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53D72-8E3F-48B5-8080-29E64CBC1A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323A3-8B98-4D55-A074-E5006EDF8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A96AA-09D9-4C20-B144-838E3F5D5D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952452-754B-4F4B-B6B8-1A17D41668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3814E9-50B0-44B2-91B9-3DAB8C924C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52A3FB-E236-4739-B4FE-979329AB4D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72F0DF-3CE8-4D2B-A343-4E2CC5BFCD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89CB7-55CD-43A7-881A-FACA18922A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75C554-9ACC-47A4-A622-AEB0A1BFE4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DD93355-8E84-491F-9C60-4B5678F30E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SAINT, SAINT, SAINT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DIEU TOUT-PUISSANT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DÈS LE MATIN MON CHANT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S’ÉLÈVERA VERS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SAINT, SAINT, SAINT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DE GRÂCE ET 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PÈRE, FILS ET ESPRIT, TRINITÉ BÉNIE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EN TROIS PERSONNES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1485</TotalTime>
  <Words>95</Words>
  <Application>Microsoft Office PowerPoint</Application>
  <PresentationFormat>On-screen Show (4:3)</PresentationFormat>
  <Paragraphs>12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Franklin Gothic Medium</vt:lpstr>
      <vt:lpstr>Arial</vt:lpstr>
      <vt:lpstr>Calibri</vt:lpstr>
      <vt:lpstr>Default Design</vt:lpstr>
      <vt:lpstr>SAINT, SAINT, SAINT SEIGNEUR DIEU TOUT-PUISSANT</vt:lpstr>
      <vt:lpstr>DÈS LE MATIN MON CHANT S’ÉLÈVERA VERS TOI</vt:lpstr>
      <vt:lpstr>SAINT, SAINT, SAINT DIEU DE GRÂCE ET PUISSANT</vt:lpstr>
      <vt:lpstr>PÈRE, FILS ET ESPRIT, TRINITÉ BÉNIE DIEU EN TROIS PERSONNES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USER</cp:lastModifiedBy>
  <cp:revision>132</cp:revision>
  <dcterms:created xsi:type="dcterms:W3CDTF">2002-08-17T10:50:50Z</dcterms:created>
  <dcterms:modified xsi:type="dcterms:W3CDTF">2015-07-12T08:01:14Z</dcterms:modified>
</cp:coreProperties>
</file>