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0" r:id="rId2"/>
    <p:sldId id="271" r:id="rId3"/>
    <p:sldId id="272" r:id="rId4"/>
    <p:sldId id="274" r:id="rId5"/>
    <p:sldId id="273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93" r:id="rId14"/>
    <p:sldId id="283" r:id="rId15"/>
    <p:sldId id="284" r:id="rId16"/>
    <p:sldId id="285" r:id="rId17"/>
    <p:sldId id="286" r:id="rId18"/>
    <p:sldId id="294" r:id="rId19"/>
    <p:sldId id="287" r:id="rId20"/>
    <p:sldId id="295" r:id="rId21"/>
    <p:sldId id="296" r:id="rId22"/>
    <p:sldId id="297" r:id="rId23"/>
    <p:sldId id="298" r:id="rId24"/>
    <p:sldId id="299" r:id="rId25"/>
    <p:sldId id="300" r:id="rId26"/>
    <p:sldId id="302" r:id="rId27"/>
    <p:sldId id="303" r:id="rId28"/>
    <p:sldId id="304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49742" autoAdjust="0"/>
  </p:normalViewPr>
  <p:slideViewPr>
    <p:cSldViewPr>
      <p:cViewPr varScale="1">
        <p:scale>
          <a:sx n="43" d="100"/>
          <a:sy n="43" d="100"/>
        </p:scale>
        <p:origin x="-297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8AC13AF-785C-434E-89DA-284DC554233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A9971B3-9CFD-4B1D-A00A-9DE73CED5DC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Can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2-  LA VOIX DU HÉROS QUI EST EN TOI ? 
     The </a:t>
            </a:r>
            <a:r>
              <a:rPr lang="fr-FR" dirty="0" err="1" smtClean="0"/>
              <a:t>voice</a:t>
            </a:r>
            <a:r>
              <a:rPr lang="fr-FR" dirty="0" smtClean="0"/>
              <a:t> of the </a:t>
            </a:r>
            <a:r>
              <a:rPr lang="fr-FR" dirty="0" err="1" smtClean="0"/>
              <a:t>hero</a:t>
            </a:r>
            <a:r>
              <a:rPr lang="fr-FR" dirty="0" smtClean="0"/>
              <a:t>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Listen</a:t>
            </a:r>
            <a:r>
              <a:rPr lang="fr-FR" dirty="0" smtClean="0"/>
              <a:t> to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inner</a:t>
            </a:r>
            <a:r>
              <a:rPr lang="fr-FR" dirty="0" smtClean="0"/>
              <a:t>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TE DIRE DES CHOSES QUE TU N’AS JAMAIS CRUES 
     </a:t>
            </a:r>
            <a:r>
              <a:rPr lang="fr-FR" dirty="0" err="1" smtClean="0"/>
              <a:t>Speaking</a:t>
            </a:r>
            <a:r>
              <a:rPr lang="fr-FR" dirty="0" smtClean="0"/>
              <a:t> </a:t>
            </a:r>
            <a:r>
              <a:rPr lang="fr-FR" dirty="0" err="1" smtClean="0"/>
              <a:t>what's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true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PEUX-TU, PEUX-TU ÉCOUTER, ÉCOUTER 
     Can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inner</a:t>
            </a:r>
            <a:r>
              <a:rPr lang="fr-FR" dirty="0" smtClean="0"/>
              <a:t>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L’APPEL DU HÉROS QUI EST EN TOI ? 
     </a:t>
            </a:r>
            <a:r>
              <a:rPr lang="fr-FR" dirty="0" err="1" smtClean="0"/>
              <a:t>He's</a:t>
            </a:r>
            <a:r>
              <a:rPr lang="fr-FR" dirty="0" smtClean="0"/>
              <a:t> </a:t>
            </a:r>
            <a:r>
              <a:rPr lang="fr-FR" dirty="0" err="1" smtClean="0"/>
              <a:t>calling</a:t>
            </a:r>
            <a:r>
              <a:rPr lang="fr-FR" dirty="0" smtClean="0"/>
              <a:t> for the </a:t>
            </a:r>
            <a:r>
              <a:rPr lang="fr-FR" dirty="0" err="1" smtClean="0"/>
              <a:t>hero</a:t>
            </a:r>
            <a:r>
              <a:rPr lang="fr-FR" dirty="0" smtClean="0"/>
              <a:t>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SA VOIX DEVIENT PLUS CLAIRE, PLUS CLAIRE 
    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voice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getting</a:t>
            </a:r>
            <a:r>
              <a:rPr lang="fr-FR" dirty="0" smtClean="0"/>
              <a:t> </a:t>
            </a:r>
            <a:r>
              <a:rPr lang="fr-FR" dirty="0" err="1" smtClean="0"/>
              <a:t>clearer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ET TE POUSSE À PRIER DANS L’ESPRIT 
     </a:t>
            </a:r>
            <a:r>
              <a:rPr lang="fr-FR" dirty="0" err="1" smtClean="0"/>
              <a:t>Budging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to </a:t>
            </a:r>
            <a:r>
              <a:rPr lang="fr-FR" dirty="0" err="1" smtClean="0"/>
              <a:t>press</a:t>
            </a:r>
            <a:r>
              <a:rPr lang="fr-FR" dirty="0" smtClean="0"/>
              <a:t> on </a:t>
            </a:r>
            <a:r>
              <a:rPr lang="fr-FR" dirty="0" err="1" smtClean="0"/>
              <a:t>through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N’ÉCOUTE PAS TA TÊTE, ÉCOUTE TON ESPRIT 
    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listen</a:t>
            </a:r>
            <a:r>
              <a:rPr lang="fr-FR" dirty="0" smtClean="0"/>
              <a:t> to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</a:t>
            </a:r>
            <a:r>
              <a:rPr lang="fr-FR" dirty="0" err="1" smtClean="0"/>
              <a:t>Listen</a:t>
            </a:r>
            <a:r>
              <a:rPr lang="fr-FR" dirty="0" smtClean="0"/>
              <a:t> to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 (</a:t>
            </a:r>
            <a:r>
              <a:rPr lang="fr-FR" dirty="0" err="1" smtClean="0"/>
              <a:t>Chrorus</a:t>
            </a:r>
            <a:r>
              <a:rPr lang="fr-FR" dirty="0" smtClean="0"/>
              <a:t>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UN VAINQUEUR, TU ES UN VAINQUEUR </a:t>
            </a:r>
            <a:r>
              <a:rPr lang="fr-FR" dirty="0" err="1" smtClean="0"/>
              <a:t>VAINQUEUR</a:t>
            </a:r>
            <a:r>
              <a:rPr lang="fr-FR" dirty="0" smtClean="0"/>
              <a:t>, TU ES UN VAINQUEUR 
      A winner, </a:t>
            </a:r>
            <a:r>
              <a:rPr lang="fr-FR" dirty="0" err="1" smtClean="0"/>
              <a:t>you're</a:t>
            </a:r>
            <a:r>
              <a:rPr lang="fr-FR" dirty="0" smtClean="0"/>
              <a:t> a winner </a:t>
            </a:r>
            <a:r>
              <a:rPr lang="fr-FR" dirty="0" err="1" smtClean="0"/>
              <a:t>Winner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OUI UN VAINQUEUR TU ES UN VAINQUEUR 
       A winner, </a:t>
            </a:r>
            <a:r>
              <a:rPr lang="fr-FR" dirty="0" err="1" smtClean="0"/>
              <a:t>you're</a:t>
            </a:r>
            <a:r>
              <a:rPr lang="fr-FR" dirty="0" smtClean="0"/>
              <a:t> a winner </a:t>
            </a:r>
            <a:r>
              <a:rPr lang="fr-FR" dirty="0" err="1" smtClean="0"/>
              <a:t>Winner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ET TU PEUX Y ARRIVER PAS UN VAINCU, MAIS UN VAINQUEUR  
      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 Not a loser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ÇA, C’EST POUR TOI, C’EST VRAI TU PEUX Y CROIRE 
       This </a:t>
            </a:r>
            <a:r>
              <a:rPr lang="fr-FR" dirty="0" err="1" smtClean="0"/>
              <a:t>thing's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the </a:t>
            </a:r>
            <a:r>
              <a:rPr lang="fr-FR" dirty="0" err="1" smtClean="0"/>
              <a:t>truth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CROIS-LE, TU ES UN HÉROS TU DOIS LE VOIR AGIR EN TOI 
       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think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not a </a:t>
            </a:r>
            <a:r>
              <a:rPr lang="fr-FR" dirty="0" err="1" smtClean="0"/>
              <a:t>hero</a:t>
            </a:r>
            <a:r>
              <a:rPr lang="fr-FR" dirty="0" smtClean="0"/>
              <a:t> You </a:t>
            </a:r>
            <a:r>
              <a:rPr lang="fr-FR" dirty="0" err="1" smtClean="0"/>
              <a:t>need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move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SACHE QU’IL EST CET HOMME FORT C’EST JÉSUS ET IL EST VIVANT EN TOI 
       You know He'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strong</a:t>
            </a:r>
            <a:r>
              <a:rPr lang="fr-FR" dirty="0" smtClean="0"/>
              <a:t> </a:t>
            </a:r>
            <a:r>
              <a:rPr lang="fr-FR" dirty="0" err="1" smtClean="0"/>
              <a:t>guy</a:t>
            </a:r>
            <a:r>
              <a:rPr lang="fr-FR" dirty="0" smtClean="0"/>
              <a:t>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and </a:t>
            </a:r>
            <a:r>
              <a:rPr lang="fr-FR" dirty="0" err="1" smtClean="0"/>
              <a:t>He's</a:t>
            </a:r>
            <a:r>
              <a:rPr lang="fr-FR" dirty="0" smtClean="0"/>
              <a:t> living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IL Y A UN CONQUÉRANT LÀ EN TOI 
       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conqueror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QUI VEUT GAGNER CES COMBATS POUR TOI 
       </a:t>
            </a:r>
            <a:r>
              <a:rPr lang="fr-FR" dirty="0" err="1" smtClean="0"/>
              <a:t>Waiting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 the </a:t>
            </a:r>
            <a:r>
              <a:rPr lang="fr-FR" dirty="0" err="1" smtClean="0"/>
              <a:t>battles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LE MONDE NE TE VAINCRA PAS</a:t>
            </a:r>
            <a:br>
              <a:rPr lang="fr-FR" dirty="0" smtClean="0"/>
            </a:br>
            <a:r>
              <a:rPr lang="fr-FR" dirty="0" smtClean="0"/>
              <a:t>       The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20-  SON AMOUR BRISERA TOUTE PEUR EN TOI 
       The power of </a:t>
            </a:r>
            <a:r>
              <a:rPr lang="fr-FR" dirty="0" err="1" smtClean="0"/>
              <a:t>His</a:t>
            </a:r>
            <a:r>
              <a:rPr lang="fr-FR" dirty="0" smtClean="0"/>
              <a:t> love breaks down the </a:t>
            </a:r>
            <a:r>
              <a:rPr lang="fr-FR" dirty="0" err="1" smtClean="0"/>
              <a:t>fear</a:t>
            </a:r>
            <a:r>
              <a:rPr lang="fr-FR" dirty="0" smtClean="0"/>
              <a:t> in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N’ÉCOUTE PAS TA TÊTE, ÉCOUTE TON ESPRIT 
      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listen</a:t>
            </a:r>
            <a:r>
              <a:rPr lang="fr-FR" dirty="0" smtClean="0"/>
              <a:t> to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</a:t>
            </a:r>
            <a:r>
              <a:rPr lang="fr-FR" dirty="0" err="1" smtClean="0"/>
              <a:t>Listen</a:t>
            </a:r>
            <a:r>
              <a:rPr lang="fr-FR" dirty="0" smtClean="0"/>
              <a:t> to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 (</a:t>
            </a:r>
            <a:r>
              <a:rPr lang="fr-FR" dirty="0" err="1" smtClean="0"/>
              <a:t>Chrorus</a:t>
            </a:r>
            <a:r>
              <a:rPr lang="fr-FR" dirty="0" smtClean="0"/>
              <a:t>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UN VAINQUEUR, TU ES UN VAINQUEUR </a:t>
            </a:r>
            <a:r>
              <a:rPr lang="fr-FR" dirty="0" err="1" smtClean="0"/>
              <a:t>VAINQUEUR</a:t>
            </a:r>
            <a:r>
              <a:rPr lang="fr-FR" dirty="0" smtClean="0"/>
              <a:t>, TU ES UN VAINQUEUR 
      A winner, </a:t>
            </a:r>
            <a:r>
              <a:rPr lang="fr-FR" dirty="0" err="1" smtClean="0"/>
              <a:t>you're</a:t>
            </a:r>
            <a:r>
              <a:rPr lang="fr-FR" dirty="0" smtClean="0"/>
              <a:t> a winner </a:t>
            </a:r>
            <a:r>
              <a:rPr lang="fr-FR" dirty="0" err="1" smtClean="0"/>
              <a:t>Winner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OUI UN VAINQUEURTU ES UN VAINQUEUR 
       A winner, </a:t>
            </a:r>
            <a:r>
              <a:rPr lang="fr-FR" dirty="0" err="1" smtClean="0"/>
              <a:t>you're</a:t>
            </a:r>
            <a:r>
              <a:rPr lang="fr-FR" dirty="0" smtClean="0"/>
              <a:t> a winner </a:t>
            </a:r>
            <a:r>
              <a:rPr lang="fr-FR" dirty="0" err="1" smtClean="0"/>
              <a:t>Winner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a winner Not a loser </a:t>
            </a:r>
            <a:r>
              <a:rPr lang="fr-FR" dirty="0" err="1" smtClean="0"/>
              <a:t>you're</a:t>
            </a:r>
            <a:r>
              <a:rPr lang="fr-FR" dirty="0" smtClean="0"/>
              <a:t>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ÇA, C’EST POUR TOI, C’EST VRAI TU PEUX Y CROIRE 
       This </a:t>
            </a:r>
            <a:r>
              <a:rPr lang="fr-FR" dirty="0" err="1" smtClean="0"/>
              <a:t>thing's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it's</a:t>
            </a:r>
            <a:r>
              <a:rPr lang="fr-FR" dirty="0" smtClean="0"/>
              <a:t> the </a:t>
            </a:r>
            <a:r>
              <a:rPr lang="fr-FR" dirty="0" err="1" smtClean="0"/>
              <a:t>truth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Oh Come on one </a:t>
            </a:r>
            <a:r>
              <a:rPr lang="fr-FR" dirty="0" err="1" smtClean="0"/>
              <a:t>step</a:t>
            </a:r>
            <a:r>
              <a:rPr lang="fr-FR" dirty="0" smtClean="0"/>
              <a:t>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28-  VIENS UN PEU PLUS HAUT JUSTE UN PEU PLUS HAUT 
       Come on a </a:t>
            </a:r>
            <a:r>
              <a:rPr lang="fr-FR" dirty="0" err="1" smtClean="0"/>
              <a:t>little</a:t>
            </a:r>
            <a:r>
              <a:rPr lang="fr-FR" dirty="0" smtClean="0"/>
              <a:t> bit </a:t>
            </a:r>
            <a:r>
              <a:rPr lang="fr-FR" dirty="0" err="1" smtClean="0"/>
              <a:t>higher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bit </a:t>
            </a:r>
            <a:r>
              <a:rPr lang="fr-FR" dirty="0" err="1" smtClean="0"/>
              <a:t>higher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PEUX-TU, PEUX-TU ENTENDRE, ENTENDRE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 can you hear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2-  LA VOIX DU HÉROS QUI EST EN TOI ? 
     The voice of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ÉCOUTE TON ÊTRE INTÉRIEUR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Listen to your inner man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TE DIRE DES CHOSES QUE TU N’AS JAMAIS CRUES 
     Speaking what's never dream it's true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PEUX-TU, PEUX-TU ÉCOUTER, ÉCOUTER 
     Can you hear your inner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L’APPEL DU HÉROS QUI EST EN TOI ? 
     He's calling for the hero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SA VOIX DEVIENT PLUS CLAIRE, PLUS CLAIRE 
     His voice is getting clearer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TE POUSSE À PRIER DANS L’ESPRIT 
     Budging you to press on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N’ÉCOUTE PAS TA TÊTE, ÉCOUTE TON ESPRIT 
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OUI UN VAINQUEUR 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Y A UN CONQUÉRANT LÀ EN TOI 
       There is a conqueror there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QUI VEUT GAGNER CES COMBATS POUR TOI 
       Waiting to win the battles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20-  SON AMOUR BRISERA TOUTE PEUR EN TOI 
       The power of His love breaks down the fear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N’ÉCOUTE PAS TA TÊTE, ÉCOUTE TON ESPRIT 
       Don't listen to your mind Listen to your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 (Chrorus)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ET TU PEUX Y ARRIVER (OOOH)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can take it you're a winner,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OUI UN VAINQUEURTU ES UN VAINQUEUR 
       A winner, you're a winner Winner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TU PEUX Y ARRIVER PAS UN VAINCU, MAIS UN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can take it you're a winner Not a loser you're a winner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ÇA, C’EST POUR TOI, C’EST VRAI TU PEUX Y CROIRE 
       This thing's for you Believe it's the truth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 PONT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OH, FAIS UN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Come on one step x 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28-  VIENS UN PEU PLUS HAUT JUSTE UN PEU PLUS HAUT 
       Come on a little bit higher A little bit higher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PEUX-TU, PEUX-TU ENTENDRE, ENTENDRE</a:t>
            </a:r>
          </a:p>
          <a:p>
            <a:r>
              <a:rPr lang="fr-FR" smtClean="0"/>
              <a:t>     Can can you hear it?</a:t>
            </a:r>
          </a:p>
          <a:p>
            <a:r>
              <a:rPr lang="fr-FR" smtClean="0"/>
              <a:t> 
2-  LA VOIX DU HÉROS QUI EST EN TOI ? 
     The voice of the hero in you</a:t>
            </a:r>
          </a:p>
          <a:p>
            <a:endParaRPr lang="fr-FR" smtClean="0"/>
          </a:p>
          <a:p>
            <a:r>
              <a:rPr lang="fr-FR" smtClean="0"/>
              <a:t>3-  ÉCOUTE TON ÊTRE INTÉRIEUR</a:t>
            </a:r>
          </a:p>
          <a:p>
            <a:r>
              <a:rPr lang="fr-FR" smtClean="0"/>
              <a:t>     Listen to your inner man 
</a:t>
            </a:r>
          </a:p>
          <a:p>
            <a:r>
              <a:rPr lang="fr-FR" smtClean="0"/>
              <a:t>4-  TE DIRE DES CHOSES QUE TU N’AS JAMAIS CRUES 
     Speaking what's never dream it's true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5-  PEUX-TU, PEUX-TU ÉCOUTER, ÉCOUTER 
     Can you hear your inner man</a:t>
            </a:r>
          </a:p>
          <a:p>
            <a:endParaRPr lang="fr-FR" smtClean="0"/>
          </a:p>
          <a:p>
            <a:r>
              <a:rPr lang="fr-FR" smtClean="0"/>
              <a:t>6-  L’APPEL DU HÉROS QUI EST EN TOI ? 
     He's calling for the hero in you</a:t>
            </a:r>
          </a:p>
          <a:p>
            <a:endParaRPr lang="fr-FR" smtClean="0"/>
          </a:p>
          <a:p>
            <a:r>
              <a:rPr lang="fr-FR" smtClean="0"/>
              <a:t>7-  SA VOIX DEVIENT PLUS CLAIRE, PLUS CLAIRE 
     His voice is getting clearer now</a:t>
            </a:r>
          </a:p>
          <a:p>
            <a:endParaRPr lang="fr-FR" smtClean="0"/>
          </a:p>
          <a:p>
            <a:r>
              <a:rPr lang="fr-FR" smtClean="0"/>
              <a:t>8-  ET TE POUSSE À PRIER DANS L’ESPRIT 
     Budging you to press on through</a:t>
            </a:r>
          </a:p>
          <a:p>
            <a:endParaRPr lang="fr-FR" smtClean="0"/>
          </a:p>
          <a:p>
            <a:r>
              <a:rPr lang="fr-FR" smtClean="0"/>
              <a:t>9-  N’ÉCOUTE PAS TA TÊTE, ÉCOUTE TON ESPRIT 
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10-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11-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12-  OUI UN VAINQUEUR 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13-  ET TU PEUX Y ARRIVER PAS UN VAINCU, MAIS UN VAINQUEUR  
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14-  ÇA, C’EST POUR TOI, C’EST VRAI TU PEUX Y CROIRE 
       This thing's for you Believe it's the truth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CROIS-LE, TU ES UN HÉROS TU DOIS LE VOIR AGIR EN TOI 
        Don't think you're not a hero You need to see Him move in you</a:t>
            </a:r>
          </a:p>
          <a:p>
            <a:endParaRPr lang="fr-FR" smtClean="0"/>
          </a:p>
          <a:p>
            <a:r>
              <a:rPr lang="fr-FR" smtClean="0"/>
              <a:t>16-  SACHE QU’IL EST CET HOMME FORT C’EST JÉSUS ET IL EST VIVANT EN TOI 
       You know He' is the strong guy It’s Jesus and He's living in you</a:t>
            </a:r>
          </a:p>
          <a:p>
            <a:endParaRPr lang="fr-FR" smtClean="0"/>
          </a:p>
          <a:p>
            <a:r>
              <a:rPr lang="fr-FR" smtClean="0"/>
              <a:t>17-  IL Y A UN CONQUÉRANT LÀ EN TOI 
       There is a conqueror there in you</a:t>
            </a:r>
          </a:p>
          <a:p>
            <a:endParaRPr lang="fr-FR" smtClean="0"/>
          </a:p>
          <a:p>
            <a:r>
              <a:rPr lang="fr-FR" smtClean="0"/>
              <a:t>18-  QUI VEUT GAGNER CES COMBATS POUR TOI 
       Waiting to win the battles for you</a:t>
            </a:r>
          </a:p>
          <a:p>
            <a:endParaRPr lang="fr-FR" smtClean="0"/>
          </a:p>
          <a:p>
            <a:r>
              <a:rPr lang="fr-FR" smtClean="0"/>
              <a:t>19-  LE MONDE NE TE VAINCRA PAS</a:t>
            </a:r>
            <a:br>
              <a:rPr lang="fr-FR" smtClean="0"/>
            </a:br>
            <a:r>
              <a:rPr lang="fr-FR" smtClean="0"/>
              <a:t>       The world can never take you </a:t>
            </a:r>
          </a:p>
          <a:p>
            <a:r>
              <a:rPr lang="fr-FR" smtClean="0"/>
              <a:t> 
20-  SON AMOUR BRISERA TOUTE PEUR EN TOI 
       The power of His love breaks down the fear in you</a:t>
            </a:r>
          </a:p>
          <a:p>
            <a:endParaRPr lang="fr-FR" smtClean="0"/>
          </a:p>
          <a:p>
            <a:r>
              <a:rPr lang="fr-FR" smtClean="0"/>
              <a:t>21-  N’ÉCOUTE PAS TA TÊTE, ÉCOUTE TON ESPRIT 
       Don't listen to your mind Listen to your heart</a:t>
            </a:r>
          </a:p>
          <a:p>
            <a:endParaRPr lang="fr-FR" smtClean="0"/>
          </a:p>
          <a:p>
            <a:r>
              <a:rPr lang="fr-FR" smtClean="0"/>
              <a:t>** (Chrorus) **</a:t>
            </a:r>
          </a:p>
          <a:p>
            <a:r>
              <a:rPr lang="fr-FR" smtClean="0"/>
              <a:t>22-  UN VAINQUEUR, TU ES UN VAINQUEUR VAINQUEUR, TU ES UN VAINQUEUR 
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23- ET TU PEUX Y ARRIVER (OOOH)</a:t>
            </a:r>
          </a:p>
          <a:p>
            <a:r>
              <a:rPr lang="fr-FR" smtClean="0"/>
              <a:t>      You can take it you're a winner, oh</a:t>
            </a:r>
          </a:p>
          <a:p>
            <a:endParaRPr lang="fr-FR" smtClean="0"/>
          </a:p>
          <a:p>
            <a:r>
              <a:rPr lang="fr-FR" smtClean="0"/>
              <a:t>24-  OUI UN VAINQUEURTU ES UN VAINQUEUR 
       A winner, you're a winner Winner you're a winner</a:t>
            </a:r>
          </a:p>
          <a:p>
            <a:endParaRPr lang="fr-FR" smtClean="0"/>
          </a:p>
          <a:p>
            <a:r>
              <a:rPr lang="fr-FR" smtClean="0"/>
              <a:t>25-  ET TU PEUX Y ARRIVER PAS UN VAINCU, MAIS UN VAINQUEUR </a:t>
            </a:r>
          </a:p>
          <a:p>
            <a:r>
              <a:rPr lang="fr-FR" smtClean="0"/>
              <a:t>       You can take it you're a winner Not a loser you're a winner</a:t>
            </a:r>
          </a:p>
          <a:p>
            <a:endParaRPr lang="fr-FR" smtClean="0"/>
          </a:p>
          <a:p>
            <a:r>
              <a:rPr lang="fr-FR" smtClean="0"/>
              <a:t>26-  ÇA, C’EST POUR TOI, C’EST VRAI TU PEUX Y CROIRE 
       This thing's for you Believe it's the truth</a:t>
            </a:r>
          </a:p>
          <a:p>
            <a:endParaRPr lang="fr-FR" smtClean="0"/>
          </a:p>
          <a:p>
            <a:r>
              <a:rPr lang="fr-FR" smtClean="0"/>
              <a:t>*** PONT **</a:t>
            </a:r>
          </a:p>
          <a:p>
            <a:r>
              <a:rPr lang="fr-FR" smtClean="0"/>
              <a:t>27-  OH, FAIS UN PAS</a:t>
            </a:r>
          </a:p>
          <a:p>
            <a:r>
              <a:rPr lang="fr-FR" smtClean="0"/>
              <a:t>       Oh Come on one step x 4</a:t>
            </a:r>
          </a:p>
          <a:p>
            <a:r>
              <a:rPr lang="fr-FR" smtClean="0"/>
              <a:t> 
28-  VIENS UN PEU PLUS HAUT JUSTE UN PEU PLUS HAUT 
       Come on a little bit higher A little bit higher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C12533-B422-409D-A452-B437E53026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F3A50D-46AD-42BB-8890-897BD2F76D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90A75-7C58-43B9-93B4-6538D97844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02E0F-28AC-4080-A065-1755020B5B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FF686-C412-465D-A828-44E15E19C3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3A80AB-2D18-4579-9518-3EBEDFED05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63BD1-E542-4E24-85A6-1A0CB7AD7C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5C71E-6CD4-40BD-9A48-C8943D16E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58230-7465-4A98-9F5E-B85324D9F6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4D195-5DE8-44E0-9519-647807D5A6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58E520-3E9E-405D-8C7A-29BEA3BCB2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A40395D-C208-41CC-824B-23E4AA2FBB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PEUX-TU, PEUX-TU ENTENDRE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ENTENDRE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VOIX DU HÉROS QUI EST EN TOI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 TON ÊTRE INTÉRIEUR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DIRE DES CHOSES QUE TU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N’AS JAMAIS CRUES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PEUX-TU, PEUX-TU ÉCOUTER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L’APPEL DU HÉROS QUI EST EN TOI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VOIX DEVIENT PLUS CLAIRE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CLAIRE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TE POUSSE À PRIER DANS L’ESPRIT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N’ÉCOUTE PAS TA TÊTE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ÉCOUTE TON ESPRIT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VAINQUEUR, TU ES UN VAINQUEUR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VAINQUEUR, TU ES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PEUX Y ARRIVER (OOOH)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UN VAINQUEUR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ES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PEUX Y ARRIVER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UN VAINCU, MAIS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ÇA, C’EST POUR TOI, C’EST VRAI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PEUX Y CROIRE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CROIS-LE, TU ES UN HÉROS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LE VOIR AGIR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SACHE QU’IL EST CET HOMME FORT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JÉSUS ET IL EST VIVANT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 CONQUÉRANT LÀ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VEUT GAGNER CES COMBATS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MONDE NE TE VAINCRA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 BRISERA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TOUTE PEUR EN TOI</a:t>
            </a: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000">
                <a:latin typeface="Tahoma" pitchFamily="34" charset="0"/>
                <a:ea typeface="Calibri" pitchFamily="34" charset="0"/>
                <a:cs typeface="Tahoma" pitchFamily="34" charset="0"/>
              </a:rPr>
              <a:t>Come on a little bit higher</a:t>
            </a:r>
            <a:endParaRPr lang="fr-FR" sz="700">
              <a:ea typeface="Calibri" pitchFamily="34" charset="0"/>
              <a:cs typeface="Tahoma" pitchFamily="34" charset="0"/>
            </a:endParaRPr>
          </a:p>
          <a:p>
            <a:pPr eaLnBrk="0" hangingPunct="0"/>
            <a:r>
              <a:rPr lang="fr-FR" sz="1000">
                <a:latin typeface="Tahoma" pitchFamily="34" charset="0"/>
                <a:ea typeface="Calibri" pitchFamily="34" charset="0"/>
                <a:cs typeface="Tahoma" pitchFamily="34" charset="0"/>
              </a:rPr>
              <a:t>A little bit higher</a:t>
            </a:r>
            <a:endParaRPr lang="fr-FR">
              <a:ea typeface="Calibri" pitchFamily="34" charset="0"/>
              <a:cs typeface="Tahoma" pitchFamily="34" charset="0"/>
            </a:endParaRPr>
          </a:p>
        </p:txBody>
      </p:sp>
      <p:sp>
        <p:nvSpPr>
          <p:cNvPr id="2150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000">
                <a:latin typeface="Tahoma" pitchFamily="34" charset="0"/>
                <a:ea typeface="Calibri" pitchFamily="34" charset="0"/>
                <a:cs typeface="Tahoma" pitchFamily="34" charset="0"/>
              </a:rPr>
              <a:t>Come on a little bit higher</a:t>
            </a:r>
            <a:endParaRPr lang="fr-FR" sz="700">
              <a:ea typeface="Calibri" pitchFamily="34" charset="0"/>
              <a:cs typeface="Tahoma" pitchFamily="34" charset="0"/>
            </a:endParaRPr>
          </a:p>
          <a:p>
            <a:pPr eaLnBrk="0" hangingPunct="0"/>
            <a:r>
              <a:rPr lang="fr-FR" sz="1000">
                <a:latin typeface="Tahoma" pitchFamily="34" charset="0"/>
                <a:ea typeface="Calibri" pitchFamily="34" charset="0"/>
                <a:cs typeface="Tahoma" pitchFamily="34" charset="0"/>
              </a:rPr>
              <a:t>A little bit higher</a:t>
            </a:r>
            <a:endParaRPr lang="fr-FR">
              <a:ea typeface="Calibri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N’ÉCOUTE PAS TA TÊTE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ÉCOUTE TON ESPRIT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VAINQUEUR, TU ES UN VAINQUEUR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VAINQUEUR, TU ES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PEUX Y ARRIVER (OOOH)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UN VAINQUEUR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ES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PEUX Y ARRIVER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UN VAINCU, MAIS UN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ÇA, C’EST POUR TOI, C’EST VRAI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PEUX Y CROIRE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FAIS UN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UN PEU PLUS HAUT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UN PEU PLUS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1019</Words>
  <Application>Microsoft Office PowerPoint</Application>
  <PresentationFormat>On-screen Show (4:3)</PresentationFormat>
  <Paragraphs>3504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Franklin Gothic Medium</vt:lpstr>
      <vt:lpstr>Arial</vt:lpstr>
      <vt:lpstr>Calibri</vt:lpstr>
      <vt:lpstr>Tahoma</vt:lpstr>
      <vt:lpstr>Default Design</vt:lpstr>
      <vt:lpstr>PEUX-TU, PEUX-TU ENTENDRE ENTENDRE</vt:lpstr>
      <vt:lpstr>LA VOIX DU HÉROS QUI EST EN TOI ?</vt:lpstr>
      <vt:lpstr>ÉCOUTE TON ÊTRE INTÉRIEUR</vt:lpstr>
      <vt:lpstr>TE DIRE DES CHOSES QUE TU N’AS JAMAIS CRUES</vt:lpstr>
      <vt:lpstr>PEUX-TU, PEUX-TU ÉCOUTER ÉCOUTER</vt:lpstr>
      <vt:lpstr>L’APPEL DU HÉROS QUI EST EN TOI ?</vt:lpstr>
      <vt:lpstr>SA VOIX DEVIENT PLUS CLAIRE PLUS CLAIRE</vt:lpstr>
      <vt:lpstr>ET TE POUSSE À PRIER DANS L’ESPRIT</vt:lpstr>
      <vt:lpstr>N’ÉCOUTE PAS TA TÊTE  ÉCOUTE TON ESPRIT</vt:lpstr>
      <vt:lpstr>UN VAINQUEUR, TU ES UN VAINQUEUR  VAINQUEUR, TU ES UN VAINQUEUR</vt:lpstr>
      <vt:lpstr>ET TU PEUX Y ARRIVER (OOOH)</vt:lpstr>
      <vt:lpstr>OUI UN VAINQUEUR  TU ES UN VAINQUEUR</vt:lpstr>
      <vt:lpstr>ET TU PEUX Y ARRIVER PAS UN VAINCU, MAIS UN VAINQUEUR</vt:lpstr>
      <vt:lpstr>ÇA, C’EST POUR TOI, C’EST VRAI  TU PEUX Y CROIRE</vt:lpstr>
      <vt:lpstr>CROIS-LE, TU ES UN HÉROS TU DOIS LE VOIR AGIR EN TOI</vt:lpstr>
      <vt:lpstr>SACHE QU’IL EST CET HOMME FORT C’EST JÉSUS ET IL EST VIVANT EN TOI</vt:lpstr>
      <vt:lpstr>IL Y A UN CONQUÉRANT LÀ EN TOI</vt:lpstr>
      <vt:lpstr>QUI VEUT GAGNER CES COMBATS POUR TOI</vt:lpstr>
      <vt:lpstr>LE MONDE NE TE VAINCRA PAS </vt:lpstr>
      <vt:lpstr>SON AMOUR BRISERA  TOUTE PEUR EN TOI</vt:lpstr>
      <vt:lpstr>N’ÉCOUTE PAS TA TÊTE  ÉCOUTE TON ESPRIT</vt:lpstr>
      <vt:lpstr>UN VAINQUEUR, TU ES UN VAINQUEUR  VAINQUEUR, TU ES UN VAINQUEUR</vt:lpstr>
      <vt:lpstr>ET TU PEUX Y ARRIVER (OOOH)</vt:lpstr>
      <vt:lpstr>OUI UN VAINQUEUR  TU ES UN VAINQUEUR</vt:lpstr>
      <vt:lpstr>ET TU PEUX Y ARRIVER PAS UN VAINCU, MAIS UN VAINQUEUR</vt:lpstr>
      <vt:lpstr>ÇA, C’EST POUR TOI, C’EST VRAI  TU PEUX Y CROIRE</vt:lpstr>
      <vt:lpstr>OH, FAIS UN PAS</vt:lpstr>
      <vt:lpstr>VIENS UN PEU PLUS HAUT JUSTE UN PEU PLUS HAUT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139</cp:revision>
  <dcterms:created xsi:type="dcterms:W3CDTF">2002-08-17T10:50:50Z</dcterms:created>
  <dcterms:modified xsi:type="dcterms:W3CDTF">2015-07-12T01:00:09Z</dcterms:modified>
</cp:coreProperties>
</file>