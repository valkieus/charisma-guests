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70" r:id="rId2"/>
    <p:sldId id="271" r:id="rId3"/>
    <p:sldId id="272" r:id="rId4"/>
  </p:sldIdLst>
  <p:sldSz cx="9144000" cy="6858000" type="screen4x3"/>
  <p:notesSz cx="6858000" cy="9144000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</p:showPr>
  <p:clrMru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100" autoAdjust="0"/>
    <p:restoredTop sz="63925" autoAdjust="0"/>
  </p:normalViewPr>
  <p:slideViewPr>
    <p:cSldViewPr>
      <p:cViewPr varScale="1">
        <p:scale>
          <a:sx n="54" d="100"/>
          <a:sy n="54" d="100"/>
        </p:scale>
        <p:origin x="-156" y="-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E36A2E4E-CCB1-46B9-82B3-F2383D7AFB5F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FF114792-81FA-4566-A36A-8E0699936F26}" type="slidenum">
              <a:rPr lang="fr-FR" altLang="fr-FR"/>
              <a:pPr>
                <a:defRPr/>
              </a:pPr>
              <a:t>‹#›</a:t>
            </a:fld>
            <a:endParaRPr lang="fr-FR" alt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14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fr-FR" smtClean="0"/>
              <a:t>1- </a:t>
            </a:r>
            <a:r>
              <a:rPr lang="fr-FR" altLang="fr-FR" smtClean="0">
                <a:solidFill>
                  <a:schemeClr val="bg1"/>
                </a:solidFill>
              </a:rPr>
              <a:t>DIGNE EST LE SEIGNEUR LUI QUI ÉTAIT MORT</a:t>
            </a:r>
          </a:p>
          <a:p>
            <a:r>
              <a:rPr lang="fr-FR" altLang="fr-FR" smtClean="0">
                <a:solidFill>
                  <a:schemeClr val="bg1"/>
                </a:solidFill>
              </a:rPr>
              <a:t>  </a:t>
            </a:r>
            <a:r>
              <a:rPr lang="en-US" altLang="fr-FR" smtClean="0"/>
              <a:t>Holy is the Lord</a:t>
            </a:r>
          </a:p>
          <a:p>
            <a:endParaRPr lang="fr-FR" altLang="fr-FR" smtClean="0"/>
          </a:p>
          <a:p>
            <a:r>
              <a:rPr lang="en-US" altLang="fr-FR" smtClean="0"/>
              <a:t>2- </a:t>
            </a:r>
            <a:r>
              <a:rPr lang="fr-FR" altLang="fr-FR" smtClean="0">
                <a:solidFill>
                  <a:schemeClr val="bg1"/>
                </a:solidFill>
              </a:rPr>
              <a:t>DIGNE, DIGNE,  DIGNE			</a:t>
            </a:r>
          </a:p>
          <a:p>
            <a:r>
              <a:rPr lang="en-US" altLang="fr-FR" smtClean="0"/>
              <a:t>Worthy, Worthy, Worthy</a:t>
            </a:r>
          </a:p>
          <a:p>
            <a:endParaRPr lang="fr-FR" altLang="fr-FR" smtClean="0"/>
          </a:p>
          <a:p>
            <a:r>
              <a:rPr lang="fr-FR" altLang="fr-FR" smtClean="0">
                <a:solidFill>
                  <a:schemeClr val="bg1"/>
                </a:solidFill>
              </a:rPr>
              <a:t>3- DIGNE EST LE SEIGNEUR  IL EST VAINQUEUR </a:t>
            </a:r>
            <a:endParaRPr lang="fr-FR" altLang="fr-FR" smtClean="0"/>
          </a:p>
          <a:p>
            <a:pPr eaLnBrk="1" hangingPunct="1">
              <a:spcBef>
                <a:spcPct val="0"/>
              </a:spcBef>
            </a:pPr>
            <a:endParaRPr lang="fr-FR" altLang="fr-FR" smtClean="0"/>
          </a:p>
        </p:txBody>
      </p:sp>
      <p:sp>
        <p:nvSpPr>
          <p:cNvPr id="61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IMPRO</a:t>
            </a:r>
          </a:p>
          <a:p>
            <a:endParaRPr lang="fr-FR" altLang="fr-F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17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fr-FR" smtClean="0"/>
              <a:t>1- </a:t>
            </a:r>
            <a:r>
              <a:rPr lang="fr-FR" altLang="fr-FR" smtClean="0">
                <a:solidFill>
                  <a:schemeClr val="bg1"/>
                </a:solidFill>
              </a:rPr>
              <a:t>DIGNE EST LE SEIGNEUR LUI QUI ÉTAIT MORT</a:t>
            </a:r>
          </a:p>
          <a:p>
            <a:r>
              <a:rPr lang="fr-FR" altLang="fr-FR" smtClean="0">
                <a:solidFill>
                  <a:schemeClr val="bg1"/>
                </a:solidFill>
              </a:rPr>
              <a:t>  </a:t>
            </a:r>
            <a:r>
              <a:rPr lang="en-US" altLang="fr-FR" smtClean="0"/>
              <a:t>Holy is the Lord</a:t>
            </a:r>
          </a:p>
          <a:p>
            <a:endParaRPr lang="fr-FR" altLang="fr-FR" smtClean="0"/>
          </a:p>
          <a:p>
            <a:r>
              <a:rPr lang="en-US" altLang="fr-FR" smtClean="0"/>
              <a:t>2- </a:t>
            </a:r>
            <a:r>
              <a:rPr lang="fr-FR" altLang="fr-FR" smtClean="0">
                <a:solidFill>
                  <a:schemeClr val="bg1"/>
                </a:solidFill>
              </a:rPr>
              <a:t>DIGNE, DIGNE,  DIGNE			</a:t>
            </a:r>
          </a:p>
          <a:p>
            <a:r>
              <a:rPr lang="en-US" altLang="fr-FR" smtClean="0"/>
              <a:t>Worthy, Worthy, Worthy</a:t>
            </a:r>
          </a:p>
          <a:p>
            <a:endParaRPr lang="fr-FR" altLang="fr-FR" smtClean="0"/>
          </a:p>
          <a:p>
            <a:r>
              <a:rPr lang="fr-FR" altLang="fr-FR" smtClean="0">
                <a:solidFill>
                  <a:schemeClr val="bg1"/>
                </a:solidFill>
              </a:rPr>
              <a:t>3- DIGNE EST LE SEIGNEUR  IL EST VAINQUEUR </a:t>
            </a:r>
            <a:endParaRPr lang="fr-FR" altLang="fr-FR" smtClean="0"/>
          </a:p>
          <a:p>
            <a:pPr eaLnBrk="1" hangingPunct="1">
              <a:spcBef>
                <a:spcPct val="0"/>
              </a:spcBef>
            </a:pPr>
            <a:endParaRPr lang="fr-FR" altLang="fr-FR" smtClean="0"/>
          </a:p>
        </p:txBody>
      </p:sp>
      <p:sp>
        <p:nvSpPr>
          <p:cNvPr id="71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IMPRO</a:t>
            </a:r>
          </a:p>
          <a:p>
            <a:endParaRPr lang="fr-FR" altLang="fr-F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19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fr-FR" smtClean="0"/>
              <a:t>1- </a:t>
            </a:r>
            <a:r>
              <a:rPr lang="fr-FR" altLang="fr-FR" smtClean="0">
                <a:solidFill>
                  <a:schemeClr val="bg1"/>
                </a:solidFill>
              </a:rPr>
              <a:t>DIGNE EST LE SEIGNEUR LUI QUI ÉTAIT MORT</a:t>
            </a:r>
          </a:p>
          <a:p>
            <a:r>
              <a:rPr lang="fr-FR" altLang="fr-FR" smtClean="0">
                <a:solidFill>
                  <a:schemeClr val="bg1"/>
                </a:solidFill>
              </a:rPr>
              <a:t>  </a:t>
            </a:r>
            <a:r>
              <a:rPr lang="en-US" altLang="fr-FR" smtClean="0"/>
              <a:t>Holy is the Lord</a:t>
            </a:r>
          </a:p>
          <a:p>
            <a:endParaRPr lang="fr-FR" altLang="fr-FR" smtClean="0"/>
          </a:p>
          <a:p>
            <a:r>
              <a:rPr lang="en-US" altLang="fr-FR" smtClean="0"/>
              <a:t>2- </a:t>
            </a:r>
            <a:r>
              <a:rPr lang="fr-FR" altLang="fr-FR" smtClean="0">
                <a:solidFill>
                  <a:schemeClr val="bg1"/>
                </a:solidFill>
              </a:rPr>
              <a:t>DIGNE, DIGNE,  DIGNE			</a:t>
            </a:r>
          </a:p>
          <a:p>
            <a:r>
              <a:rPr lang="en-US" altLang="fr-FR" smtClean="0"/>
              <a:t>Worthy, Worthy, Worthy</a:t>
            </a:r>
          </a:p>
          <a:p>
            <a:endParaRPr lang="fr-FR" altLang="fr-FR" smtClean="0"/>
          </a:p>
          <a:p>
            <a:r>
              <a:rPr lang="fr-FR" altLang="fr-FR" smtClean="0">
                <a:solidFill>
                  <a:schemeClr val="bg1"/>
                </a:solidFill>
              </a:rPr>
              <a:t>3- DIGNE EST LE SEIGNEUR  IL EST VAINQUEUR </a:t>
            </a:r>
            <a:endParaRPr lang="fr-FR" altLang="fr-FR" smtClean="0"/>
          </a:p>
          <a:p>
            <a:pPr eaLnBrk="1" hangingPunct="1">
              <a:spcBef>
                <a:spcPct val="0"/>
              </a:spcBef>
            </a:pPr>
            <a:endParaRPr lang="fr-FR" altLang="fr-FR" smtClean="0"/>
          </a:p>
        </p:txBody>
      </p:sp>
      <p:sp>
        <p:nvSpPr>
          <p:cNvPr id="81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IMPRO</a:t>
            </a:r>
          </a:p>
          <a:p>
            <a:endParaRPr lang="fr-FR" altLang="fr-F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EF8C6F1-E106-45F7-82D9-509CA16F82DA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DE644D8-CCB2-4DEB-B53B-573CAAEDDDEF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C8166EF-E696-4FEA-88A1-1F6FDE0C87F1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061BB46-0F25-4682-9D26-0DFCCC248136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0F497C-77FA-4AF3-B316-E593E379EDA0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E48103B-FF3C-4F47-B0BC-0674C294627A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277C39-888A-483C-A394-DF0A1D12EDDA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55A03C-BA8F-447F-BD2D-5F84E4645ED3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C3989D9-F074-4662-B796-B58B671F510E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8293D8B-7722-40DD-97D6-3C1A35924805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7B684D2-785A-422B-B5B8-7AF7AB1C16B3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 smtClean="0"/>
              <a:t>Click to edit Master text styles</a:t>
            </a:r>
          </a:p>
          <a:p>
            <a:pPr lvl="1"/>
            <a:r>
              <a:rPr lang="en-GB" altLang="fr-FR" smtClean="0"/>
              <a:t>Second level</a:t>
            </a:r>
          </a:p>
          <a:p>
            <a:pPr lvl="2"/>
            <a:r>
              <a:rPr lang="en-GB" altLang="fr-FR" smtClean="0"/>
              <a:t>Third level</a:t>
            </a:r>
          </a:p>
          <a:p>
            <a:pPr lvl="3"/>
            <a:r>
              <a:rPr lang="en-GB" altLang="fr-FR" smtClean="0"/>
              <a:t>Fourth level</a:t>
            </a:r>
          </a:p>
          <a:p>
            <a:pPr lvl="4"/>
            <a:r>
              <a:rPr lang="en-GB" altLang="fr-FR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smtClean="0"/>
            </a:lvl1pPr>
          </a:lstStyle>
          <a:p>
            <a:pPr>
              <a:defRPr/>
            </a:pPr>
            <a:fld id="{B900DB81-D695-4C3E-9093-A8A43A0589EE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solidFill>
                  <a:schemeClr val="bg1"/>
                </a:solidFill>
              </a:rPr>
              <a:t>DIGNE EST LE SEIGNEUR</a:t>
            </a:r>
            <a:br>
              <a:rPr lang="fr-FR" sz="4000" dirty="0" smtClean="0">
                <a:solidFill>
                  <a:schemeClr val="bg1"/>
                </a:solidFill>
              </a:rPr>
            </a:br>
            <a:r>
              <a:rPr lang="fr-FR" sz="4000" dirty="0" smtClean="0">
                <a:solidFill>
                  <a:schemeClr val="bg1"/>
                </a:solidFill>
              </a:rPr>
              <a:t>LUI QUI ÉTAIT MORT </a:t>
            </a:r>
            <a:endParaRPr lang="fr-FR" sz="4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solidFill>
                  <a:schemeClr val="bg1"/>
                </a:solidFill>
              </a:rPr>
              <a:t>DIGNE, DIGNE,  DIGNE</a:t>
            </a:r>
            <a:endParaRPr lang="fr-FR" sz="4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solidFill>
                  <a:schemeClr val="bg1"/>
                </a:solidFill>
              </a:rPr>
              <a:t>DIGNE EST LE SEIGNEUR </a:t>
            </a:r>
            <a:br>
              <a:rPr lang="fr-FR" sz="4000" dirty="0" smtClean="0">
                <a:solidFill>
                  <a:schemeClr val="bg1"/>
                </a:solidFill>
              </a:rPr>
            </a:br>
            <a:r>
              <a:rPr lang="fr-FR" sz="4000" dirty="0" smtClean="0">
                <a:solidFill>
                  <a:schemeClr val="bg1"/>
                </a:solidFill>
              </a:rPr>
              <a:t>IL EST VAINQUEUR 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1496</TotalTime>
  <Words>79</Words>
  <Application>Microsoft Office PowerPoint</Application>
  <PresentationFormat>On-screen Show (4:3)</PresentationFormat>
  <Paragraphs>27</Paragraphs>
  <Slides>3</Slides>
  <Notes>3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</vt:i4>
      </vt:variant>
    </vt:vector>
  </HeadingPairs>
  <TitlesOfParts>
    <vt:vector size="7" baseType="lpstr">
      <vt:lpstr>Franklin Gothic Medium</vt:lpstr>
      <vt:lpstr>Arial</vt:lpstr>
      <vt:lpstr>Calibri</vt:lpstr>
      <vt:lpstr>Default Design</vt:lpstr>
      <vt:lpstr>DIGNE EST LE SEIGNEUR LUI QUI ÉTAIT MORT </vt:lpstr>
      <vt:lpstr>DIGNE, DIGNE,  DIGNE</vt:lpstr>
      <vt:lpstr>DIGNE EST LE SEIGNEUR  IL EST VAINQUEUR 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VALERIE</cp:lastModifiedBy>
  <cp:revision>134</cp:revision>
  <dcterms:created xsi:type="dcterms:W3CDTF">2002-08-17T10:50:50Z</dcterms:created>
  <dcterms:modified xsi:type="dcterms:W3CDTF">2015-07-11T20:10:03Z</dcterms:modified>
</cp:coreProperties>
</file>