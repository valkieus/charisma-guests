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1100" autoAdjust="0"/>
    <p:restoredTop sz="63925" autoAdjust="0"/>
  </p:normalViewPr>
  <p:slideViewPr>
    <p:cSldViewPr>
      <p:cViewPr varScale="1">
        <p:scale>
          <a:sx n="24" d="100"/>
          <a:sy n="24" d="100"/>
        </p:scale>
        <p:origin x="-351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87F3F39-752B-4B9B-866E-693BDB4AC24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D70AA3-58E0-4382-AB1C-B5170524B4E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J’AI BESOIN DE REPOS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restless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LE POIDS DU MONDE SEMBLE ÊTRE SUR MOI 
    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QUAND TOUT SEMBLE ALLER SI MAL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all </a:t>
            </a:r>
            <a:r>
              <a:rPr lang="fr-FR" dirty="0" err="1" smtClean="0"/>
              <a:t>bad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SEIGNEUR, TU VIENS ET TU ME RELÈVES</a:t>
            </a:r>
            <a:br>
              <a:rPr lang="fr-FR" dirty="0" smtClean="0"/>
            </a:br>
            <a:r>
              <a:rPr lang="fr-FR" dirty="0" smtClean="0"/>
              <a:t>     Lord </a:t>
            </a:r>
            <a:r>
              <a:rPr lang="fr-FR" dirty="0" err="1" smtClean="0"/>
              <a:t>you</a:t>
            </a:r>
            <a:r>
              <a:rPr lang="fr-FR" dirty="0" smtClean="0"/>
              <a:t> come and </a:t>
            </a:r>
            <a:r>
              <a:rPr lang="fr-FR" dirty="0" err="1" smtClean="0"/>
              <a:t>bring</a:t>
            </a:r>
            <a:r>
              <a:rPr lang="fr-FR" dirty="0" smtClean="0"/>
              <a:t>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You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night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You gave me </a:t>
            </a:r>
            <a:r>
              <a:rPr lang="fr-FR" dirty="0" err="1" smtClean="0"/>
              <a:t>strength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TOUT ESPOIR S’EN VA TU ES TOUJOURS PRÈS DE MOI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helpless</a:t>
            </a:r>
            <a:r>
              <a:rPr lang="fr-FR" dirty="0" smtClean="0"/>
              <a:t> You are </a:t>
            </a:r>
            <a:r>
              <a:rPr lang="fr-FR" dirty="0" err="1" smtClean="0"/>
              <a:t>always</a:t>
            </a:r>
            <a:r>
              <a:rPr lang="fr-FR" dirty="0" smtClean="0"/>
              <a:t>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QUAND JE SUIS SI SEUL TU ME RELÈVES PAR TA FOI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Oh </a:t>
            </a:r>
            <a:r>
              <a:rPr lang="fr-FR" dirty="0" err="1" smtClean="0"/>
              <a:t>you</a:t>
            </a:r>
            <a:r>
              <a:rPr lang="fr-FR" dirty="0" smtClean="0"/>
              <a:t> gave me </a:t>
            </a:r>
            <a:r>
              <a:rPr lang="fr-FR" dirty="0" err="1" smtClean="0"/>
              <a:t>faith</a:t>
            </a:r>
            <a:r>
              <a:rPr lang="fr-FR" dirty="0" smtClean="0"/>
              <a:t>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SATISFACTION GARANTIE 
     Satisfaction, </a:t>
            </a:r>
            <a:r>
              <a:rPr lang="fr-FR" dirty="0" err="1" smtClean="0"/>
              <a:t>guarantee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 refrain*****</a:t>
            </a:r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restless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LE POIDS DU MONDE SEMBLE ÊTRE SUR MOI 
    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QUAND TOUT SEMBLE ALLER SI MAL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all </a:t>
            </a:r>
            <a:r>
              <a:rPr lang="fr-FR" dirty="0" err="1" smtClean="0"/>
              <a:t>bad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SEIGNEUR, TU VIENS ET TU ME RELÈVES</a:t>
            </a:r>
            <a:br>
              <a:rPr lang="fr-FR" dirty="0" smtClean="0"/>
            </a:br>
            <a:r>
              <a:rPr lang="fr-FR" dirty="0" smtClean="0"/>
              <a:t>     Lord </a:t>
            </a:r>
            <a:r>
              <a:rPr lang="fr-FR" dirty="0" err="1" smtClean="0"/>
              <a:t>you</a:t>
            </a:r>
            <a:r>
              <a:rPr lang="fr-FR" dirty="0" smtClean="0"/>
              <a:t> come and </a:t>
            </a:r>
            <a:r>
              <a:rPr lang="fr-FR" dirty="0" err="1" smtClean="0"/>
              <a:t>bring</a:t>
            </a:r>
            <a:r>
              <a:rPr lang="fr-FR" dirty="0" smtClean="0"/>
              <a:t>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You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night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You gave me </a:t>
            </a:r>
            <a:r>
              <a:rPr lang="fr-FR" dirty="0" err="1" smtClean="0"/>
              <a:t>strength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TOUT ESPOIR S’EN VA TU ES TOUJOURS PRÈS DE MOI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helpless</a:t>
            </a:r>
            <a:r>
              <a:rPr lang="fr-FR" dirty="0" smtClean="0"/>
              <a:t> You are </a:t>
            </a:r>
            <a:r>
              <a:rPr lang="fr-FR" dirty="0" err="1" smtClean="0"/>
              <a:t>always</a:t>
            </a:r>
            <a:r>
              <a:rPr lang="fr-FR" dirty="0" smtClean="0"/>
              <a:t>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QUAND JE SUIS SI SEUL TU ME RELÈVES PAR TA FOI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Oh </a:t>
            </a:r>
            <a:r>
              <a:rPr lang="fr-FR" dirty="0" err="1" smtClean="0"/>
              <a:t>you</a:t>
            </a:r>
            <a:r>
              <a:rPr lang="fr-FR" dirty="0" smtClean="0"/>
              <a:t> gave me </a:t>
            </a:r>
            <a:r>
              <a:rPr lang="fr-FR" dirty="0" err="1" smtClean="0"/>
              <a:t>faith</a:t>
            </a:r>
            <a:r>
              <a:rPr lang="fr-FR" dirty="0" smtClean="0"/>
              <a:t>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SATISFACTION GARANTIE 
     Satisfaction, </a:t>
            </a:r>
            <a:r>
              <a:rPr lang="fr-FR" dirty="0" err="1" smtClean="0"/>
              <a:t>guarantee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 refrain*****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refrain*****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*** refrain*****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8980F-D45C-46A1-951C-A03A809AB4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41123-E1EC-4A3B-9308-C9F7D9596A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56F17-8D87-4D7B-8EED-A83E1492EB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C64C0-64CB-4E1B-BC6A-FA461D77D2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2D0A7-6BEC-46F7-B4BA-ABFCBA6595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564A6-E9BA-42B0-AC2B-3AF9114886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92B64-D920-442D-83C4-CF43E5181F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2F416-5BE9-4A78-B714-418306DB6C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8136D-E676-4E8D-B6C3-073D3825D4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3FF5A-BF20-462E-8BEA-7AEF0956E9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F811F-E7F2-438C-A327-ECB3BFF1F2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B3D3A61-55C8-44FD-9E2A-7384A625D1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J’AI BESOIN DE REPOS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DU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 ÊTRE SUR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 SEMBLE ALLER SI MAL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TU VIENS ET TU ME RELÈVES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NUITS TU VIENS ÉCLAIRER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 JE PEUX M’ÉCRIER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 ESPOIR S’EN VA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TOUJOURS PRÈS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SUIS SI SEUL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RELÈVES PAR TA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SATISFACTION GARANTIE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137</Words>
  <Application>Microsoft Office PowerPoint</Application>
  <PresentationFormat>On-screen Show (4:3)</PresentationFormat>
  <Paragraphs>312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QUAND J’AI BESOIN DE REPOS</vt:lpstr>
      <vt:lpstr>LE POIDS DU MONDE SEMBLE ÊTRE SUR MOI</vt:lpstr>
      <vt:lpstr>QUAND TOUT SEMBLE ALLER SI MAL </vt:lpstr>
      <vt:lpstr>SEIGNEUR, TU VIENS ET TU ME RELÈVES </vt:lpstr>
      <vt:lpstr>MES NUITS TU VIENS ÉCLAIRER EN TOI JE PEUX M’ÉCRIER</vt:lpstr>
      <vt:lpstr>QUAND TOUT ESPOIR S’EN VA TU ES TOUJOURS PRÈS DE MOI</vt:lpstr>
      <vt:lpstr>ET QUAND JE SUIS SI SEUL TU ME RELÈVES PAR TA FOI</vt:lpstr>
      <vt:lpstr>SATISFACTION GARANTIE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131</cp:revision>
  <dcterms:created xsi:type="dcterms:W3CDTF">2002-08-17T10:50:50Z</dcterms:created>
  <dcterms:modified xsi:type="dcterms:W3CDTF">2015-07-12T00:00:04Z</dcterms:modified>
</cp:coreProperties>
</file>