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9" r:id="rId2"/>
    <p:sldId id="316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5" r:id="rId35"/>
    <p:sldId id="312" r:id="rId36"/>
    <p:sldId id="313" r:id="rId37"/>
    <p:sldId id="314" r:id="rId38"/>
    <p:sldId id="317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0" autoAdjust="0"/>
    <p:restoredTop sz="63925" autoAdjust="0"/>
  </p:normalViewPr>
  <p:slideViewPr>
    <p:cSldViewPr>
      <p:cViewPr varScale="1">
        <p:scale>
          <a:sx n="37" d="100"/>
          <a:sy n="37" d="100"/>
        </p:scale>
        <p:origin x="-48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AB1D4E5-D040-49F0-BB1E-8FFA6A4DC0A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0778181-9E0A-413A-99D5-0B3E1FFEDCF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560F9-0CF8-4701-922A-C9A8E3308B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8DE06-E56D-4117-B199-C3569F6028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9BE35-8C25-43FC-BB98-2B96309EA4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5323-7C16-43AC-B93A-AF0F6E8E37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59B3C-0C02-4C4E-8546-C65E3C653F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A11D8-1F9C-4A1C-8D04-355B7DF67D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6C05B-C53C-41F0-BD91-DC9C153190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13958-4567-4676-85A5-588DFA4026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9F091-BE4D-4E99-B079-4EE509FE00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E19B5-A591-4A5B-AB1A-DD4F071FB6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D63DF-53B5-40DF-949D-DB2468D028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F894F48-E591-4736-8BD3-B28AAA06C8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VEUX ÊTRE UN CHAMPION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VEUX GAGNER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GRANDES VICTOIRES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TE FAUDRA RENONCER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À QUELQUE CHOSE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ÊTRE PRÊT À DONNER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TOUT CE QUE TU 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LA VICTOIRE PARAÎT IMPOSSIBLE, TU DOIS TE LEVER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TE DIRE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CONTINUE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N’ARRÊTE PAS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PAS LE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 CEUX QUI ABANDONNENT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CŒUR D’UN CHAMPION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N’EST JAMAIS VAINCU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N’ABANDONNE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VEUX LA VICTOIRE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DOIS ALLER LA PRENDRE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VEUX RÉUSSIR DANS LA VIE IL FAUT Y ALLER ET PRENDRE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ABANDONNER QUELQUE CHOSE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T’ABANDONNER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LA PUISSANCE DU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DONNER TA VIE À DIEU</a:t>
            </a:r>
            <a:b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DIRE SEIGNEUR J’Y VAIS POUR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PEUT SE COMPARER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M’AIMER ET VOIR SI BIEN EN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RÉALISES MES RÊVES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GARDIEN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CRÉATEUR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SENS UN FEU BRÛLER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BRÛLER DANS MON ÂME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SENS UN FEU BRÛLER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INCONTRÔLABLE FLAMME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TE DONNE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ÂME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PRENDS LE CONTRÔLE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LES DONNE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 MON CŒUR ET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RÉALISES-TU QUE LE DIEU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 CRÉÉ L’UNIVERS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JOUR A REGARDÉ LA TERRE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 VU LE PÉCHÉ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A VU LA PUISSANCE DE SATAN ALLER ÇA ET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AVAIT UN CHOIX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AURAIT PU ENVOYER LE TROISIÈME QUATRIÈME OU CINQUIÈME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PARMI LES MEILLEURS AU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CELA AURAIT PU SUFFIRE POUR ACCOMPLIR CE QU’IL VOULAIT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DIT 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LES AIME TELLEMENT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VAIS LEUR DONNER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MEILLEUR QUE J’AI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VAIS RIEN RETENIR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UN CHAMPION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VAIS PAS M’ARRÊTER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À UN PETIT SACRIFICE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DONNER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PLUS GRAND SACRIFICE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A ENVOYÉ SON FILS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IL EST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EST RESSUSCITÉ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CAR NOTRE DIEU EST UN CHAMPION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POUR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2411</Words>
  <Application>Microsoft Office PowerPoint</Application>
  <PresentationFormat>On-screen Show (4:3)</PresentationFormat>
  <Paragraphs>5282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Franklin Gothic Medium</vt:lpstr>
      <vt:lpstr>Arial</vt:lpstr>
      <vt:lpstr>Calibri</vt:lpstr>
      <vt:lpstr>Default Design</vt:lpstr>
      <vt:lpstr>SI TU VEUX ÊTRE UN CHAMPION </vt:lpstr>
      <vt:lpstr>SI TU VEUX GAGNER  DE GRANDES VICTOIRES </vt:lpstr>
      <vt:lpstr>IL TE FAUDRA RENONCER  À QUELQUE CHOSE</vt:lpstr>
      <vt:lpstr>TU DOIS ÊTRE PRÊT À DONNER  TOUT CE QUE TU AS</vt:lpstr>
      <vt:lpstr>ET QUAND LA VICTOIRE PARAÎT IMPOSSIBLE, TU DOIS TE LEVER </vt:lpstr>
      <vt:lpstr>TU DOIS TE DIRE</vt:lpstr>
      <vt:lpstr>JE CONTINUE   JE N’ARRÊTE PAS </vt:lpstr>
      <vt:lpstr>JE N’AI PAS LE CŒUR  DE CEUX QUI ABANDONNENT</vt:lpstr>
      <vt:lpstr>LE CŒUR D’UN CHAMPION  N’EST JAMAIS VAINCU</vt:lpstr>
      <vt:lpstr>IL N’ABANDONNE JAMAIS</vt:lpstr>
      <vt:lpstr>QUAND TU VEUX LA VICTOIRE  TU DOIS ALLER LA PRENDRE</vt:lpstr>
      <vt:lpstr>QUAND TU VEUX RÉUSSIR DANS LA VIE IL FAUT Y ALLER ET PRENDRE</vt:lpstr>
      <vt:lpstr>TU DOIS ABANDONNER QUELQUE CHOSE</vt:lpstr>
      <vt:lpstr>TU DOIS T’ABANDONNER  À LA PUISSANCE DU CIEL</vt:lpstr>
      <vt:lpstr>TU DOIS DONNER TA VIE À DIEU TU DOIS DIRE SEIGNEUR J’Y VAIS POUR TOI </vt:lpstr>
      <vt:lpstr>NUL NE PEUT SE COMPARER À TOI M’AIMER ET VOIR SI BIEN EN MOI   </vt:lpstr>
      <vt:lpstr>TU RÉALISES MES RÊVES TU ES LE GARDIEN DE MON CŒUR  </vt:lpstr>
      <vt:lpstr>MON CRÉATEUR JE SENS UN FEU BRÛLER </vt:lpstr>
      <vt:lpstr>BRÛLER DANS MON ÂME  JE SENS UN FEU BRÛLER </vt:lpstr>
      <vt:lpstr>UNE INCONTRÔLABLE FLAMME  </vt:lpstr>
      <vt:lpstr>ET JE TE DONNE MON CŒUR ET MON ÂME  </vt:lpstr>
      <vt:lpstr>OUI, PRENDS LE CONTRÔLE JE TE LES DONNE </vt:lpstr>
      <vt:lpstr>JE TE DONNE MON CŒUR ET MON ÂME</vt:lpstr>
      <vt:lpstr>RÉALISES-TU QUE LE DIEU  QUI A CRÉÉ L’UNIVERS</vt:lpstr>
      <vt:lpstr>UN JOUR A REGARDÉ LA TERRE  ET A VU LE PÉCHÉ ?</vt:lpstr>
      <vt:lpstr>ET IL A VU LA PUISSANCE DE SATAN ALLER ÇA ET LÀ</vt:lpstr>
      <vt:lpstr>ET IL AVAIT UN CHOIX</vt:lpstr>
      <vt:lpstr>IL AURAIT PU ENVOYER LE TROISIÈME QUATRIÈME OU CINQUIÈME</vt:lpstr>
      <vt:lpstr>PARMI LES MEILLEURS AU CIEL</vt:lpstr>
      <vt:lpstr>ET CELA AURAIT PU SUFFIRE POUR ACCOMPLIR CE QU’IL VOULAIT</vt:lpstr>
      <vt:lpstr>MAIS IL A DIT   JE LES AIME TELLEMENT </vt:lpstr>
      <vt:lpstr> JE VAIS LEUR DONNER  LE MEILLEUR QUE J’AI </vt:lpstr>
      <vt:lpstr>JE NE VAIS RIEN RETENIR CAR JE SUIS UN CHAMPION </vt:lpstr>
      <vt:lpstr>JE NE VAIS PAS M’ARRÊTER  À UN PETIT SACRIFICE </vt:lpstr>
      <vt:lpstr>JE VAIS DONNER  UN PLUS GRAND SACRIFICE </vt:lpstr>
      <vt:lpstr>ET IL A ENVOYÉ SON FILS  ET IL EST MORT</vt:lpstr>
      <vt:lpstr>ET IL EST RESSUSCITÉ  CAR NOTRE DIEU EST UN CHAMPION</vt:lpstr>
      <vt:lpstr>VA POUR LUI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2015-07-12T08:31:39Z</dcterms:modified>
</cp:coreProperties>
</file>