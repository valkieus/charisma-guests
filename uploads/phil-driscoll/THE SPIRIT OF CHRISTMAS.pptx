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0" r:id="rId2"/>
    <p:sldId id="285" r:id="rId3"/>
    <p:sldId id="284" r:id="rId4"/>
    <p:sldId id="283" r:id="rId5"/>
    <p:sldId id="282" r:id="rId6"/>
    <p:sldId id="281" r:id="rId7"/>
    <p:sldId id="280" r:id="rId8"/>
    <p:sldId id="279" r:id="rId9"/>
    <p:sldId id="278" r:id="rId10"/>
    <p:sldId id="277" r:id="rId11"/>
    <p:sldId id="276" r:id="rId12"/>
    <p:sldId id="275" r:id="rId13"/>
    <p:sldId id="286" r:id="rId14"/>
    <p:sldId id="274" r:id="rId15"/>
    <p:sldId id="273" r:id="rId16"/>
    <p:sldId id="272" r:id="rId17"/>
    <p:sldId id="271" r:id="rId18"/>
    <p:sldId id="287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4" autoAdjust="0"/>
    <p:restoredTop sz="26492" autoAdjust="0"/>
  </p:normalViewPr>
  <p:slideViewPr>
    <p:cSldViewPr>
      <p:cViewPr>
        <p:scale>
          <a:sx n="33" d="100"/>
          <a:sy n="33" d="100"/>
        </p:scale>
        <p:origin x="-1638" y="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45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F68B8367-C5D8-41D3-A578-03A05AF944B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fr-F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C26135A5-210A-4AC8-955D-DA030F26EED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SAISONS VIENNENT ET S’EN VONT IL Y A COMME UN AIR DE VACANCES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seasons come and seasons go a holiday feelin's in the air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DE LA MUSIQUE LES GENS RIENT, JOUENT ET SE DISENT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sound of music people laughin' playin' sayin‘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JOYEUX NOËL À TOI EN CE TEMPS DE PARTAGE ET D’AMOUR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merry christmas to you in this time of sharing love
4-  SOUVENONS NOUS QUE CE N’EST PAS EN DÉCEMBRE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remember that it's not december
5-  MAIS TOUTE L’ANNÉE LE PLUS GRAND DES CADEAUX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all the year long the greatest gift of all
6-  LE FILS DU DIEU TRÈS HAUT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gave the world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L’ESPRIT DE NOËL VENU DES CIEUX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sent from above
8-  C’EST L’ESPRIT DE NOËL LE CADEAU DE DIEU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god's gift of love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
10-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
11-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COMME LES SAISONS QUI VONT ET VIENNENT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seasons come and seasons go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CE CADEAU D’AMOUR DURE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gift of love carry on
14-  ET N’OUBLIONS JAMAIS QUE NOUS DONNONS CE JOUR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let us not forget the very reason that we give to others
15-  CAR DIEU NOUS A DONNÉ SON FILS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god gave us his son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UN MESSAGE DU CIEL QUI VIENT NOUS TOUCHER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message sent from heaven it's reachin' far and near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C’EST L’ESPRIT DE NOEL POUR TOUTE L’ANNÉE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alive thru all the year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L’ESPRIT DE NOEL EST LÀ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spirit of christmas is here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LES SAISONS VIENNENT ET S’EN VONT IL Y A COMME UN AIR DE VACANCES </a:t>
            </a:r>
          </a:p>
          <a:p>
            <a:r>
              <a:rPr lang="fr-FR"/>
              <a:t>seasons come and seasons go a holiday feelin's in the air</a:t>
            </a:r>
          </a:p>
          <a:p>
            <a:r>
              <a:rPr lang="fr-FR"/>
              <a:t>2-  ET DE LA MUSIQUE LES GENS RIENT, JOUENT ET SE DISENT </a:t>
            </a:r>
          </a:p>
          <a:p>
            <a:r>
              <a:rPr lang="fr-FR"/>
              <a:t>the sound of music people laughin' playin' sayin‘</a:t>
            </a:r>
          </a:p>
          <a:p>
            <a:r>
              <a:rPr lang="fr-FR"/>
              <a:t>3-  JOYEUX NOËL À TOI EN CE TEMPS DE PARTAGE ET D’AMOUR </a:t>
            </a:r>
          </a:p>
          <a:p>
            <a:r>
              <a:rPr lang="fr-FR"/>
              <a:t>merry christmas to you in this time of sharing love
4-  SOUVENONS NOUS QUE CE N’EST PAS EN DÉCEMBRE </a:t>
            </a:r>
          </a:p>
          <a:p>
            <a:r>
              <a:rPr lang="fr-FR"/>
              <a:t>let us remember that it's not december
5-  MAIS TOUTE L’ANNÉE LE PLUS GRAND DES CADEAUX </a:t>
            </a:r>
          </a:p>
          <a:p>
            <a:r>
              <a:rPr lang="fr-FR"/>
              <a:t>but all the year long the greatest gift of all
6-  LE FILS DU DIEU TRÈS HAUT </a:t>
            </a:r>
          </a:p>
          <a:p>
            <a:r>
              <a:rPr lang="fr-FR"/>
              <a:t>god gave the world his son</a:t>
            </a:r>
          </a:p>
          <a:p>
            <a:endParaRPr lang="fr-FR"/>
          </a:p>
          <a:p>
            <a:r>
              <a:rPr lang="fr-FR"/>
              <a:t>7-  C’EST L’ESPRIT DE NOËL VENU DES CIEUX </a:t>
            </a:r>
          </a:p>
          <a:p>
            <a:r>
              <a:rPr lang="fr-FR"/>
              <a:t>the spirit of christmas sent from above
8-  C’EST L’ESPRIT DE NOËL LE CADEAU DE DIEU</a:t>
            </a:r>
          </a:p>
          <a:p>
            <a:r>
              <a:rPr lang="fr-FR"/>
              <a:t>the spirit of christmas god's gift of love </a:t>
            </a:r>
          </a:p>
          <a:p>
            <a:endParaRPr lang="fr-FR"/>
          </a:p>
          <a:p>
            <a:r>
              <a:rPr lang="fr-FR"/>
              <a:t>9-  UN MESSAGE DU CIEL QUI VIENT NOUS TOUCHER </a:t>
            </a:r>
          </a:p>
          <a:p>
            <a:r>
              <a:rPr lang="fr-FR"/>
              <a:t>a message sent from heaven it's reachin' far and near
10-  C’EST L’ESPRIT DE NOEL POUR TOUTE L’ANNÉE </a:t>
            </a:r>
          </a:p>
          <a:p>
            <a:r>
              <a:rPr lang="fr-FR"/>
              <a:t>the spirit of christmas is alive thru all the year
11-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r>
              <a:rPr lang="fr-FR"/>
              <a:t>12-  COMME LES SAISONS QUI VONT ET VIENNENT</a:t>
            </a:r>
          </a:p>
          <a:p>
            <a:r>
              <a:rPr lang="fr-FR"/>
              <a:t>as seasons come and seasons go</a:t>
            </a:r>
          </a:p>
          <a:p>
            <a:r>
              <a:rPr lang="fr-FR"/>
              <a:t>13-  QUE CE CADEAU D’AMOUR DURE </a:t>
            </a:r>
          </a:p>
          <a:p>
            <a:r>
              <a:rPr lang="fr-FR"/>
              <a:t>let the gift of love carry on
14-  ET N’OUBLIONS JAMAIS QUE NOUS DONNONS CE JOUR </a:t>
            </a:r>
          </a:p>
          <a:p>
            <a:r>
              <a:rPr lang="fr-FR"/>
              <a:t>and let us not forget the very reason that we give to others
15-  CAR DIEU NOUS A DONNÉ SON FILS </a:t>
            </a:r>
          </a:p>
          <a:p>
            <a:r>
              <a:rPr lang="fr-FR"/>
              <a:t>is god gave us his son</a:t>
            </a:r>
          </a:p>
          <a:p>
            <a:endParaRPr lang="fr-FR"/>
          </a:p>
          <a:p>
            <a:r>
              <a:rPr lang="fr-FR"/>
              <a:t>16-  UN MESSAGE DU CIEL QUI VIENT NOUS TOUCHER </a:t>
            </a:r>
          </a:p>
          <a:p>
            <a:r>
              <a:rPr lang="fr-FR"/>
              <a:t>a message sent from heaven it's reachin' far and near</a:t>
            </a:r>
          </a:p>
          <a:p>
            <a:r>
              <a:rPr lang="fr-FR"/>
              <a:t>17-  C’EST L’ESPRIT DE NOEL POUR TOUTE L’ANNÉE </a:t>
            </a:r>
          </a:p>
          <a:p>
            <a:r>
              <a:rPr lang="fr-FR"/>
              <a:t>the spirit of christmas is alive thru all the year</a:t>
            </a:r>
          </a:p>
          <a:p>
            <a:r>
              <a:rPr lang="fr-FR"/>
              <a:t>18-  L’ESPRIT DE NOEL EST LÀ </a:t>
            </a:r>
          </a:p>
          <a:p>
            <a:r>
              <a:rPr lang="fr-FR"/>
              <a:t>the spirit of christmas is here </a:t>
            </a:r>
          </a:p>
          <a:p>
            <a:endParaRPr lang="fr-FR"/>
          </a:p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1460C5-A779-414D-BE47-E6C315654A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8D2414-F535-41F8-8043-531BBB32F9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DC838-99E7-4398-9870-C84E9C22F6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17984A-1B62-44A8-8EE5-0F82D9B12E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E1884-5BC5-4402-8756-9EDF26423D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AB6AAB-0087-467E-9048-1E7FB2DD8C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B6C77-5C44-45BE-BDAA-BCBCE96A32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EFD37-1538-4511-9F05-9422CC5A5D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34DE7-A3E7-4EC7-AB7A-444FE344B8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3A118-BB85-4C4D-9AF9-4CEF5D50A7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16CEA0-194F-4387-8451-00D9A39699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05672FE3-CCF4-4493-8FAD-24A5FF23E2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SAISONS VIENNENT ET S’EN VONT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COMME UN AIR DE VACANCES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LA MUSIQUE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GENS RIENT, JOUENT ET SE DISENT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JOYEUX NOËL À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CE TEMPS DE PARTAGE ET D’AMOUR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SOUVENONS NOUS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CE N’EST PAS EN DÉCEMBRE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TOUTE L’ANNÉE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PLUS GRAND DES CADEAUX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FILS DU DIEU TRÈS HAUT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L’ESPRIT DE NOËL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VENU DES CIEUX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L’ESPRIT DE NOËL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CADEAU DE DIEU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MESSAGE DU CIEL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VIENT NOUS TOUCHER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L’ESPRIT DE NOEL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TOUTE L’ANNÉE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L’ESPRIT DE NOEL EST LÀ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LES SAISONS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VONT ET VIENNENT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CE CADEAU D’AMOUR DURE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N’OUBLIONS JAMAIS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NOUS DONNONS CE JOUR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DIEU NOUS A DONNÉ SON FILS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MESSAGE DU CIEL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VIENT NOUS TOUCHER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L’ESPRIT DE NOEL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TOUTE L’ANNÉE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L’ESPRIT DE NOEL EST LÀ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2669</Words>
  <Application>Microsoft Office PowerPoint</Application>
  <PresentationFormat>On-screen Show (4:3)</PresentationFormat>
  <Paragraphs>1170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LES SAISONS VIENNENT ET S’EN VONT IL Y A COMME UN AIR DE VACANCES</vt:lpstr>
      <vt:lpstr>ET DE LA MUSIQUE LES GENS RIENT, JOUENT ET SE DISENT</vt:lpstr>
      <vt:lpstr>JOYEUX NOËL À TOI EN CE TEMPS DE PARTAGE ET D’AMOUR</vt:lpstr>
      <vt:lpstr>SOUVENONS NOUS QUE CE N’EST PAS EN DÉCEMBRE</vt:lpstr>
      <vt:lpstr>MAIS TOUTE L’ANNÉE LE PLUS GRAND DES CADEAUX</vt:lpstr>
      <vt:lpstr>LE FILS DU DIEU TRÈS HAUT</vt:lpstr>
      <vt:lpstr>C’EST L’ESPRIT DE NOËL VENU DES CIEUX</vt:lpstr>
      <vt:lpstr>C’EST L’ESPRIT DE NOËL LE CADEAU DE DIEU</vt:lpstr>
      <vt:lpstr>UN MESSAGE DU CIEL QUI VIENT NOUS TOUCHER</vt:lpstr>
      <vt:lpstr>C’EST L’ESPRIT DE NOEL POUR TOUTE L’ANNÉE</vt:lpstr>
      <vt:lpstr>L’ESPRIT DE NOEL EST LÀ</vt:lpstr>
      <vt:lpstr>COMME LES SAISONS QUI VONT ET VIENNENT</vt:lpstr>
      <vt:lpstr>QUE CE CADEAU D’AMOUR DURE</vt:lpstr>
      <vt:lpstr>ET N’OUBLIONS JAMAIS QUE NOUS DONNONS CE JOUR</vt:lpstr>
      <vt:lpstr>CAR DIEU NOUS A DONNÉ SON FILS</vt:lpstr>
      <vt:lpstr>UN MESSAGE DU CIEL QUI VIENT NOUS TOUCHER</vt:lpstr>
      <vt:lpstr>C’EST L’ESPRIT DE NOEL POUR TOUTE L’ANNÉE</vt:lpstr>
      <vt:lpstr>L’ESPRIT DE NOEL EST LÀ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123</cp:revision>
  <dcterms:created xsi:type="dcterms:W3CDTF">2002-08-17T10:50:50Z</dcterms:created>
  <dcterms:modified xsi:type="dcterms:W3CDTF">2015-12-20T07:23:55Z</dcterms:modified>
</cp:coreProperties>
</file>