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6" r:id="rId7"/>
    <p:sldId id="275" r:id="rId8"/>
    <p:sldId id="277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7061" autoAdjust="0"/>
  </p:normalViewPr>
  <p:slideViewPr>
    <p:cSldViewPr>
      <p:cViewPr varScale="1">
        <p:scale>
          <a:sx n="51" d="100"/>
          <a:sy n="51" d="100"/>
        </p:scale>
        <p:origin x="-90" y="-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7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0FC6E93-B8A0-4923-9CB0-45D80C0BCDB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C23B909-FFFF-4B40-B9F0-32EABB81E54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Refrain</a:t>
            </a:r>
          </a:p>
          <a:p>
            <a:pPr>
              <a:defRPr/>
            </a:pPr>
            <a:r>
              <a:rPr lang="fr-FR" dirty="0" smtClean="0"/>
              <a:t>1-  VA LE DIRE SUR LES MONTAGNES SUR LES COLLINES, DANS LES VALLÉES 
2-  VA LE DIRE SUR LES MONTAGNES QUE JÉSUS-CHRIST EST NÉ </a:t>
            </a:r>
          </a:p>
          <a:p>
            <a:pPr>
              <a:defRPr/>
            </a:pPr>
            <a:r>
              <a:rPr lang="fr-FR" dirty="0" smtClean="0"/>
              <a:t>
3-  LES BERGERS QUI VEILLAIENT  
4-  SUR LEURS TROUPEAUX SILENCIEUX CETTE NUIT  
5-  VOICI QUE VENANT DES CIEUX  ILS ONT VU LA GLOIRE DE LEURS </a:t>
            </a:r>
            <a:r>
              <a:rPr lang="fr-FR" smtClean="0"/>
              <a:t>YEUX  </a:t>
            </a:r>
          </a:p>
          <a:p>
            <a:pPr>
              <a:defRPr/>
            </a:pPr>
            <a:r>
              <a:rPr lang="fr-FR" dirty="0" smtClean="0"/>
              <a:t>
6-  LES BERGERS CRAIGNAIENT ET TREMBLAIENT 
7-  COMME CHACUN ICI BAS 
8-  QUAND LES ANGES VINRENT ANNONCER LA NAISSANCE DU ROI 
</a:t>
            </a: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VA LE DIRE SUR LES MONTAGNES SUR LES COLLINES, DANS LES VALLÉES 
2-  VA LE DIRE SUR LES MONTAGNES QUE JÉSUS-CHRIST EST NÉ 
3-  LES BERGERS QUI VEILLAIENT  
4-  SUR LEURS TROUPEAUX SILENCIEUX CETTE NUIT  
5-  VOICI QUE VENANT DES CIEUX  ILS ONT VU LA GLOIRE DE LEURS YEUX  
6-  LES BERGERS CRAIGNAIENT ET TREMBLAIENT 
7-  COMME CHACUN ICI BAS 
8-  QUAND LES ANGES VINRENT ANNONCER LA NAISSANCE DU ROI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243C-BC0F-4D85-94D2-B07AA7C70B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E67D1-02F7-4E32-B0D7-3598BACCDF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270AE-1FCF-4A70-A190-02624659BE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451-8229-448C-8E81-EF93655C65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BE164-A70E-4F6B-9243-481A1212A5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2B441-33FC-4A31-905C-AE2FD15999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25467-1460-4C88-A04E-8E93531DA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1C654-CAE5-495C-A2A8-9FFB48584A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E9800-AB3E-4935-8878-15A957C297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FCA94-0B8F-4F1A-8775-8140AA15AB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032C8-30BE-41A7-855E-534AC0ECD5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6E77980-21C7-4CA8-98E1-F355590217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 LE DIRE SUR LES MONTAGNES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COLLINES, DANS LES VALLÉES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 LE DIRE SUR LES MONTAGNES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JÉSUS-CHRIST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BERGERS QUI VEILLAIENT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LEURS TROUPEAUX SILENCIEUX CETTE NUIT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QUE VENANT DES CIEUX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ONT VU LA GLOIRE DE LEURS YEUX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BERGERS CRAIGNAIENT ET TREMBLAIENT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CHACUN ICI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ANGES VINRENT ANNONCER</a:t>
            </a:r>
          </a:p>
          <a:p>
            <a:pPr algn="ctr">
              <a:defRPr/>
            </a:pPr>
            <a:r>
              <a:rPr lang="fr-FR" altLang="fr-FR" sz="4000" b="1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NAISSANCE DU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289</Words>
  <Application>Microsoft Office PowerPoint</Application>
  <PresentationFormat>On-screen Show (4:3)</PresentationFormat>
  <Paragraphs>31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141</cp:revision>
  <dcterms:created xsi:type="dcterms:W3CDTF">2002-08-17T10:50:50Z</dcterms:created>
  <dcterms:modified xsi:type="dcterms:W3CDTF">2015-12-20T08:25:45Z</dcterms:modified>
</cp:coreProperties>
</file>