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71" r:id="rId3"/>
    <p:sldId id="272" r:id="rId4"/>
    <p:sldId id="273" r:id="rId5"/>
    <p:sldId id="279" r:id="rId6"/>
    <p:sldId id="278" r:id="rId7"/>
    <p:sldId id="277" r:id="rId8"/>
    <p:sldId id="276" r:id="rId9"/>
    <p:sldId id="275" r:id="rId10"/>
    <p:sldId id="284" r:id="rId11"/>
    <p:sldId id="283" r:id="rId12"/>
    <p:sldId id="282" r:id="rId13"/>
    <p:sldId id="281" r:id="rId14"/>
    <p:sldId id="274" r:id="rId15"/>
    <p:sldId id="280" r:id="rId16"/>
    <p:sldId id="285" r:id="rId1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46595" autoAdjust="0"/>
  </p:normalViewPr>
  <p:slideViewPr>
    <p:cSldViewPr>
      <p:cViewPr varScale="1">
        <p:scale>
          <a:sx n="28" d="100"/>
          <a:sy n="28" d="100"/>
        </p:scale>
        <p:origin x="-177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45F497D-15D2-4655-935D-7FD404281AB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8A030D3-D639-4AB6-BFFF-BE918131A121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I </a:t>
            </a:r>
            <a:r>
              <a:rPr lang="fr-FR" altLang="fr-FR" dirty="0" err="1" smtClean="0"/>
              <a:t>remember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said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, You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never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leave</a:t>
            </a:r>
            <a:r>
              <a:rPr lang="fr-FR" altLang="fr-FR" dirty="0" smtClean="0"/>
              <a:t>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In times of trouble, </a:t>
            </a:r>
            <a:r>
              <a:rPr lang="fr-FR" altLang="fr-FR" dirty="0" err="1" smtClean="0"/>
              <a:t>You’ll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friend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</a:t>
            </a:r>
            <a:r>
              <a:rPr lang="fr-FR" altLang="fr-FR" dirty="0" err="1" smtClean="0"/>
              <a:t>Sometimes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doubt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fears</a:t>
            </a:r>
            <a:r>
              <a:rPr lang="fr-FR" altLang="fr-FR" dirty="0" smtClean="0"/>
              <a:t> ,</a:t>
            </a:r>
            <a:r>
              <a:rPr lang="fr-FR" altLang="fr-FR" dirty="0" err="1" smtClean="0"/>
              <a:t>Try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steal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faith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</a:t>
            </a:r>
            <a:r>
              <a:rPr lang="fr-FR" altLang="fr-FR" dirty="0" err="1" smtClean="0"/>
              <a:t>Well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run</a:t>
            </a:r>
            <a:r>
              <a:rPr lang="fr-FR" altLang="fr-FR" dirty="0" smtClean="0"/>
              <a:t> to You, I </a:t>
            </a:r>
            <a:r>
              <a:rPr lang="fr-FR" altLang="fr-FR" dirty="0" err="1" smtClean="0"/>
              <a:t>run</a:t>
            </a:r>
            <a:r>
              <a:rPr lang="fr-FR" altLang="fr-FR" dirty="0" smtClean="0"/>
              <a:t>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                        And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set </a:t>
            </a:r>
            <a:r>
              <a:rPr lang="fr-FR" altLang="fr-FR" dirty="0" err="1" smtClean="0"/>
              <a:t>aside</a:t>
            </a:r>
            <a:r>
              <a:rPr lang="fr-FR" altLang="fr-FR" dirty="0" smtClean="0"/>
              <a:t> the cares of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                                   </a:t>
            </a:r>
            <a:r>
              <a:rPr lang="fr-FR" altLang="fr-FR" dirty="0" err="1" smtClean="0"/>
              <a:t>Falling</a:t>
            </a:r>
            <a:r>
              <a:rPr lang="fr-FR" altLang="fr-FR" dirty="0" smtClean="0"/>
              <a:t> in love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again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                                  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throw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away</a:t>
            </a:r>
            <a:r>
              <a:rPr lang="fr-FR" altLang="fr-FR" dirty="0" smtClean="0"/>
              <a:t> the troubles of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                                   </a:t>
            </a:r>
            <a:r>
              <a:rPr lang="fr-FR" altLang="fr-FR" dirty="0" err="1" smtClean="0"/>
              <a:t>Falling</a:t>
            </a:r>
            <a:r>
              <a:rPr lang="fr-FR" altLang="fr-FR" dirty="0" smtClean="0"/>
              <a:t> in love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I know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said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I’m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apple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eyes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And for </a:t>
            </a:r>
            <a:r>
              <a:rPr lang="fr-FR" altLang="fr-FR" dirty="0" err="1" smtClean="0"/>
              <a:t>loving</a:t>
            </a:r>
            <a:r>
              <a:rPr lang="fr-FR" altLang="fr-FR" dirty="0" smtClean="0"/>
              <a:t> me, You gave me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</a:t>
            </a:r>
            <a:r>
              <a:rPr lang="fr-FR" altLang="fr-FR" dirty="0" err="1" smtClean="0"/>
              <a:t>Sometimes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wants</a:t>
            </a:r>
            <a:r>
              <a:rPr lang="fr-FR" altLang="fr-FR" dirty="0" smtClean="0"/>
              <a:t>  To break </a:t>
            </a:r>
            <a:r>
              <a:rPr lang="fr-FR" altLang="fr-FR" dirty="0" err="1" smtClean="0"/>
              <a:t>from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loving</a:t>
            </a:r>
            <a:r>
              <a:rPr lang="fr-FR" altLang="fr-FR" dirty="0" smtClean="0"/>
              <a:t>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</a:t>
            </a:r>
            <a:r>
              <a:rPr lang="fr-FR" altLang="fr-FR" dirty="0" err="1" smtClean="0"/>
              <a:t>Then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let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break, </a:t>
            </a:r>
            <a:r>
              <a:rPr lang="fr-FR" altLang="fr-FR" dirty="0" err="1" smtClean="0"/>
              <a:t>Then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run</a:t>
            </a:r>
            <a:r>
              <a:rPr lang="fr-FR" altLang="fr-FR" dirty="0" smtClean="0"/>
              <a:t>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</a:t>
            </a:r>
            <a:r>
              <a:rPr lang="fr-FR" altLang="fr-FR" dirty="0" err="1" smtClean="0"/>
              <a:t>Fallin</a:t>
            </a:r>
            <a:r>
              <a:rPr lang="fr-FR" altLang="fr-FR" dirty="0" smtClean="0"/>
              <a:t>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</a:t>
            </a:r>
            <a:r>
              <a:rPr lang="fr-FR" altLang="fr-FR" dirty="0" err="1" smtClean="0"/>
              <a:t>Fallin</a:t>
            </a:r>
            <a:r>
              <a:rPr lang="fr-FR" altLang="fr-FR" dirty="0" smtClean="0"/>
              <a:t>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throw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away</a:t>
            </a:r>
            <a:r>
              <a:rPr lang="fr-FR" altLang="fr-FR" dirty="0" smtClean="0"/>
              <a:t> the troubles of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</a:t>
            </a:r>
            <a:r>
              <a:rPr lang="fr-FR" altLang="fr-FR" dirty="0" err="1" smtClean="0"/>
              <a:t>Fallin</a:t>
            </a:r>
            <a:r>
              <a:rPr lang="fr-FR" altLang="fr-FR" dirty="0" smtClean="0"/>
              <a:t>’ in love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I </a:t>
            </a:r>
            <a:r>
              <a:rPr lang="fr-FR" altLang="fr-FR" dirty="0" err="1" smtClean="0"/>
              <a:t>remember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said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, You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never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leave</a:t>
            </a:r>
            <a:r>
              <a:rPr lang="fr-FR" altLang="fr-FR" dirty="0" smtClean="0"/>
              <a:t>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In times of trouble, </a:t>
            </a:r>
            <a:r>
              <a:rPr lang="fr-FR" altLang="fr-FR" dirty="0" err="1" smtClean="0"/>
              <a:t>You’ll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friend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</a:t>
            </a:r>
            <a:r>
              <a:rPr lang="fr-FR" altLang="fr-FR" dirty="0" err="1" smtClean="0"/>
              <a:t>Sometimes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doubt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fears</a:t>
            </a:r>
            <a:r>
              <a:rPr lang="fr-FR" altLang="fr-FR" dirty="0" smtClean="0"/>
              <a:t> ,</a:t>
            </a:r>
            <a:r>
              <a:rPr lang="fr-FR" altLang="fr-FR" dirty="0" err="1" smtClean="0"/>
              <a:t>Try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steal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faith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</a:t>
            </a:r>
            <a:r>
              <a:rPr lang="fr-FR" altLang="fr-FR" dirty="0" err="1" smtClean="0"/>
              <a:t>Well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run</a:t>
            </a:r>
            <a:r>
              <a:rPr lang="fr-FR" altLang="fr-FR" dirty="0" smtClean="0"/>
              <a:t> to You, I </a:t>
            </a:r>
            <a:r>
              <a:rPr lang="fr-FR" altLang="fr-FR" dirty="0" err="1" smtClean="0"/>
              <a:t>run</a:t>
            </a:r>
            <a:r>
              <a:rPr lang="fr-FR" altLang="fr-FR" dirty="0" smtClean="0"/>
              <a:t>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                        And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set </a:t>
            </a:r>
            <a:r>
              <a:rPr lang="fr-FR" altLang="fr-FR" dirty="0" err="1" smtClean="0"/>
              <a:t>aside</a:t>
            </a:r>
            <a:r>
              <a:rPr lang="fr-FR" altLang="fr-FR" dirty="0" smtClean="0"/>
              <a:t> the cares of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                                   </a:t>
            </a:r>
            <a:r>
              <a:rPr lang="fr-FR" altLang="fr-FR" dirty="0" err="1" smtClean="0"/>
              <a:t>Falling</a:t>
            </a:r>
            <a:r>
              <a:rPr lang="fr-FR" altLang="fr-FR" dirty="0" smtClean="0"/>
              <a:t> in love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again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                                  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throw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away</a:t>
            </a:r>
            <a:r>
              <a:rPr lang="fr-FR" altLang="fr-FR" dirty="0" smtClean="0"/>
              <a:t> the troubles of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                                   </a:t>
            </a:r>
            <a:r>
              <a:rPr lang="fr-FR" altLang="fr-FR" dirty="0" err="1" smtClean="0"/>
              <a:t>Falling</a:t>
            </a:r>
            <a:r>
              <a:rPr lang="fr-FR" altLang="fr-FR" dirty="0" smtClean="0"/>
              <a:t> in love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I know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said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I’m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apple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eyes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And for </a:t>
            </a:r>
            <a:r>
              <a:rPr lang="fr-FR" altLang="fr-FR" dirty="0" err="1" smtClean="0"/>
              <a:t>loving</a:t>
            </a:r>
            <a:r>
              <a:rPr lang="fr-FR" altLang="fr-FR" dirty="0" smtClean="0"/>
              <a:t> me, You gave me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</a:t>
            </a:r>
            <a:r>
              <a:rPr lang="fr-FR" altLang="fr-FR" dirty="0" err="1" smtClean="0"/>
              <a:t>Sometimes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wants</a:t>
            </a:r>
            <a:r>
              <a:rPr lang="fr-FR" altLang="fr-FR" dirty="0" smtClean="0"/>
              <a:t>  To break </a:t>
            </a:r>
            <a:r>
              <a:rPr lang="fr-FR" altLang="fr-FR" dirty="0" err="1" smtClean="0"/>
              <a:t>from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loving</a:t>
            </a:r>
            <a:r>
              <a:rPr lang="fr-FR" altLang="fr-FR" dirty="0" smtClean="0"/>
              <a:t>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</a:t>
            </a:r>
            <a:r>
              <a:rPr lang="fr-FR" altLang="fr-FR" dirty="0" err="1" smtClean="0"/>
              <a:t>Then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let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break, </a:t>
            </a:r>
            <a:r>
              <a:rPr lang="fr-FR" altLang="fr-FR" dirty="0" err="1" smtClean="0"/>
              <a:t>Then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run</a:t>
            </a:r>
            <a:r>
              <a:rPr lang="fr-FR" altLang="fr-FR" dirty="0" smtClean="0"/>
              <a:t>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</a:t>
            </a:r>
            <a:r>
              <a:rPr lang="fr-FR" altLang="fr-FR" dirty="0" err="1" smtClean="0"/>
              <a:t>Fallin</a:t>
            </a:r>
            <a:r>
              <a:rPr lang="fr-FR" altLang="fr-FR" dirty="0" smtClean="0"/>
              <a:t>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</a:t>
            </a:r>
            <a:r>
              <a:rPr lang="fr-FR" altLang="fr-FR" dirty="0" err="1" smtClean="0"/>
              <a:t>Fallin</a:t>
            </a:r>
            <a:r>
              <a:rPr lang="fr-FR" altLang="fr-FR" dirty="0" smtClean="0"/>
              <a:t>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throw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away</a:t>
            </a:r>
            <a:r>
              <a:rPr lang="fr-FR" altLang="fr-FR" dirty="0" smtClean="0"/>
              <a:t> the troubles of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</a:t>
            </a:r>
            <a:r>
              <a:rPr lang="fr-FR" altLang="fr-FR" dirty="0" err="1" smtClean="0"/>
              <a:t>Fallin</a:t>
            </a:r>
            <a:r>
              <a:rPr lang="fr-FR" altLang="fr-FR" dirty="0" smtClean="0"/>
              <a:t>’ in love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60561-07D6-41D3-B1C0-DF0F5220169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50FDBB-BFFC-44DC-8548-C02CA4D5A82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9FC585-CCF2-40F4-AE02-592A86C18EF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44B004-5A7B-428A-8706-38BF75AB415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FE6E4-1710-4969-B392-4138BAE7294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71194-80B3-43C9-B6B8-AB66363984C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074AC-4B30-48B7-BBDA-860ADFAEBCD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BA673-C969-4445-9472-A0B45E05A02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9393F1-9734-4D9A-A0A2-1B02EAAB5EA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9C255E-370B-4FDF-B45B-7166DE4E6DD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91B6D-BA25-4DA3-9F4C-8F542743DAF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ECE0CA3-5629-47D1-AFBF-D3E5FDCBC1C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TU NE ME LAISSERAS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TU ME L'AS PROMIS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ET AU MILIEU DES TROUBLES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TU ES MON AMI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QUAND LES DOUTES ET LA PEUR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VEULENT VOLER MA FOI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COURS VERS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COURS JUSQU'À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ET J'ABANDONNE LES SOUCIS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DE CE MONDE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POUR TOMBER AMOUREUX DE TOI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OUI, JE LAISSE LES ENNUIS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DE CE MONDE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POUR ÊTRE AMOUREUX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TU ME L’AS DIT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TU TIENS TELLEMENT À MOI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QUE TU AS DONNÉ TA VIE POUR MOI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QUAND MON CŒUR AMOUREUX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SE BRISE D'AMOUR POUR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NE LE RETIENS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ET JE COURS JUSQU'À TOI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AMOUREUX DE TOI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OUI, JE SUIS TOUT À TOI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AMOUREUX DE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OUI, JE LAISSE TOUS LES ENNUIS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DE CE MONDE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AMOUREUX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1566</TotalTime>
  <Words>2989</Words>
  <Application>Microsoft Office PowerPoint</Application>
  <PresentationFormat>On-screen Show (4:3)</PresentationFormat>
  <Paragraphs>1552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TU NE ME LAISSERAS PAS  TU ME L'AS PROMIS</vt:lpstr>
      <vt:lpstr>ET AU MILIEU DES TROUBLES TU ES MON AMI</vt:lpstr>
      <vt:lpstr>QUAND LES DOUTES ET LA PEUR VEULENT VOLER MA FOI </vt:lpstr>
      <vt:lpstr>JE COURS VERS TOI JE COURS JUSQU'À TOI </vt:lpstr>
      <vt:lpstr>ET J'ABANDONNE LES SOUCIS  DE CE MONDE </vt:lpstr>
      <vt:lpstr>POUR TOMBER AMOUREUX DE TOI </vt:lpstr>
      <vt:lpstr>OUI, JE LAISSE LES ENNUIS  DE CE MONDE </vt:lpstr>
      <vt:lpstr>POUR ÊTRE AMOUREUX DE TOI</vt:lpstr>
      <vt:lpstr>TU ME L’AS DIT  TU TIENS TELLEMENT À MOI </vt:lpstr>
      <vt:lpstr>QUE TU AS DONNÉ TA VIE POUR MOI </vt:lpstr>
      <vt:lpstr>QUAND MON CŒUR AMOUREUX  SE BRISE D'AMOUR POUR TOI </vt:lpstr>
      <vt:lpstr>JE NE LE RETIENS PAS ET JE COURS JUSQU'À TOI </vt:lpstr>
      <vt:lpstr>AMOUREUX DE TOI  OUI, JE SUIS TOUT À TOI  </vt:lpstr>
      <vt:lpstr>AMOUREUX DE TOI</vt:lpstr>
      <vt:lpstr>OUI, JE LAISSE TOUS LES ENNUIS  DE CE MONDE</vt:lpstr>
      <vt:lpstr>AMOUREUX DE TOI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145</cp:revision>
  <dcterms:created xsi:type="dcterms:W3CDTF">2002-08-17T10:50:50Z</dcterms:created>
  <dcterms:modified xsi:type="dcterms:W3CDTF">2015-07-12T08:09:32Z</dcterms:modified>
</cp:coreProperties>
</file>