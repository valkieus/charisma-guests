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6" r:id="rId7"/>
    <p:sldId id="275" r:id="rId8"/>
    <p:sldId id="277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77061" autoAdjust="0"/>
  </p:normalViewPr>
  <p:slideViewPr>
    <p:cSldViewPr>
      <p:cViewPr varScale="1">
        <p:scale>
          <a:sx n="51" d="100"/>
          <a:sy n="51" d="100"/>
        </p:scale>
        <p:origin x="-90" y="-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559A3D7-070F-4647-B893-256518455C9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E6DF0B3-89A7-481F-A14D-8CF30DA3467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r>
              <a:rPr lang="fr-FR" dirty="0" smtClean="0"/>
              <a:t>1-  VA LE DIRE SUR LES MONTAGNES SUR LES COLLINES, DANS LES VALLÉES 
2-  VA LE DIRE SUR LES MONTAGNES QUE JÉSUS-CHRIST EST NÉ </a:t>
            </a:r>
          </a:p>
          <a:p>
            <a:pPr>
              <a:defRPr/>
            </a:pPr>
            <a:r>
              <a:rPr lang="fr-FR" dirty="0" smtClean="0"/>
              <a:t>
3-  LES BERGERS QUI VEILLAIENT  
4-  SUR LEURS TROUPEAUX SILENCIEUX CETTE NUIT  
5-  VOICI QUE VENANT DES CIEUX  ILS ONT VU LA GLOIRE DE LEURS </a:t>
            </a:r>
            <a:r>
              <a:rPr lang="fr-FR" smtClean="0"/>
              <a:t>YEUX  </a:t>
            </a:r>
          </a:p>
          <a:p>
            <a:pPr>
              <a:defRPr/>
            </a:pPr>
            <a:r>
              <a:rPr lang="fr-FR" dirty="0" smtClean="0"/>
              <a:t>
6-  LES BERGERS CRAIGNAIENT ET TREMBLAIENT 
7-  COMME CHACUN ICI BAS 
8-  QUAND LES ANGES VINRENT ANNONCER LA NAISSANCE DU ROI 
</a:t>
            </a: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6D378-484D-4311-897D-0D7C057B5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2D7BA-A27F-4E55-8C56-130A1FDC35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5A52-8FC3-4764-B4A4-D87C168122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606C0-0DBC-4872-8BD1-494D1D8628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607AE-7EF6-4CC6-A598-3F6FE09AD5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C996B-7A9C-41DF-93F5-29F82F4934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56BB7-EA46-43C7-BB2E-D2C713B6AA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2B3E7-CA2A-4274-B3D3-40581B9E88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F19B8-0851-4B24-9615-D23C663B81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41378-19F5-479F-BBCC-E3304F52D2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7362B-FA24-482B-BA5B-74B149A586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3B924D6-5F19-4960-B414-E3D65C576C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 LE DIRE SUR LES MONTAGNES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COLLINES, DANS LES VALLÉES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 LE DIRE SUR LES MONTAGNES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JÉSUS-CHRIST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BERGERS QUI VEILLAIENT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LEURS TROUPEAUX SILENCIEUX CETTE NUIT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QUE VENANT DES CIEUX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ONT VU LA GLOIRE DE LEURS YEUX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BERGERS CRAIGNAIENT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TREMBLAIENT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CHACUN ICI 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ANGES VINRENT ANNONCER</a:t>
            </a:r>
          </a:p>
          <a:p>
            <a:pPr algn="ctr">
              <a:defRPr/>
            </a:pPr>
            <a:r>
              <a:rPr lang="fr-FR" altLang="fr-FR" sz="4000" b="1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NAISSANCE DU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289</Words>
  <Application>Microsoft Office PowerPoint</Application>
  <PresentationFormat>On-screen Show (4:3)</PresentationFormat>
  <Paragraphs>32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142</cp:revision>
  <dcterms:created xsi:type="dcterms:W3CDTF">2002-08-17T10:50:50Z</dcterms:created>
  <dcterms:modified xsi:type="dcterms:W3CDTF">2015-12-20T09:08:53Z</dcterms:modified>
</cp:coreProperties>
</file>