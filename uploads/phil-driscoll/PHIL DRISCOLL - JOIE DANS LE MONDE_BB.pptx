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4" r:id="rId2"/>
    <p:sldId id="265" r:id="rId3"/>
    <p:sldId id="266" r:id="rId4"/>
    <p:sldId id="271" r:id="rId5"/>
    <p:sldId id="267" r:id="rId6"/>
    <p:sldId id="268" r:id="rId7"/>
    <p:sldId id="273" r:id="rId8"/>
    <p:sldId id="269" r:id="rId9"/>
    <p:sldId id="270" r:id="rId10"/>
    <p:sldId id="288" r:id="rId11"/>
    <p:sldId id="289" r:id="rId12"/>
    <p:sldId id="290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0410" autoAdjust="0"/>
    <p:restoredTop sz="40138" autoAdjust="0"/>
  </p:normalViewPr>
  <p:slideViewPr>
    <p:cSldViewPr>
      <p:cViewPr varScale="1">
        <p:scale>
          <a:sx n="15" d="100"/>
          <a:sy n="15" d="100"/>
        </p:scale>
        <p:origin x="-120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1229F2-A703-4AF9-9C4B-963F8CEA772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59A061C-5760-4F63-A0F5-A1F6AFE27D6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LE CIEL, LA NATURE CHANTENT  	X2
4-  LE CIEL, OUI LE CIEL LA NATURE CHANTENT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JOIE DANS LE MONDE MON SAUVEUR RÈGNE  
6-  LES HOMMES ENTONNENT LEURS CHANTS 
7-  LES RIVIÈRES ET LES CHAMPS LES COLLINES ET LES PLAINES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8-  QUI FONT UN BRUIT JOYEUX 	X2
9-  QUI FONT, OUI ILS FONT UN BRUIT JOYEUX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10-  SEUL DIEU DE GRÂCE ET VÉRITÉ SUR TERRE IL VIENT PROUVER 
11-  SA JUSTICE ET SA GLOIRE SON MERVEILLEUX AMOUR 
12-  SON MERVEILLEUX AMOUR 	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OH ! SI MERVEILLEUX ET GRAND AMOUR 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DANS LE MONDE LE SEIGNEUR VIENT  
2-  LA TERRE REÇOIT LE ROI QUE TOUS LES CŒURS LE LOUENT  
3-  LE CIEL, LA NATURE CHANTENT 
4-  LE CIEL, OUI LE CIEL LA NATURE CHANTENT 
5-  JOIE DANS LE MONDE MON SAUVEUR RÈGNE  
6-  LES HOMMES ENTONNENT LEURS CHANTS 
7-  LES RIVIÈRES ET LES CHAMPS LES COLLINES ET LES PLAINES 
8-  QUI FONT UN BRUIT JOYEUX 
9-  QUI FONT, OUI ILS FONT UN BRUIT JOYEUX 
10-  SEUL DIEU DE GRÂCE ET VÉRITÉ SUR TERRE IL VIENT PROUVER 
11-  SA JUSTICE ET SA GLOIRE SON MERVEILLEUX AMOUR 
12-  SON MERVEILLEUX AMOUR OH ! SI MERVEILLEUX ET GRAND AMOUR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88C88-DB72-4A05-902C-1CF2E4B91A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F3F646-7D4A-4FF6-9678-BD4946D41C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69BC3-E6C5-4C25-8E33-3BBBDE32E1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3C453-CC65-4330-90A8-E4A392C022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B5414-9F5C-40FA-A5F6-86EC1AAE26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B4C2A-CC43-47BB-BAE5-C9B0E5D6F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556CA-B84F-4657-802B-162167659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E8F08-C064-4162-A8D3-FFB091EC08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AED02A-E4B3-4CFE-A8DD-74B3557289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342B9-B739-4C4B-A2DC-C104942904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F3BA5-2918-4782-AD75-627A0B3FE3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9A0D7D4-744B-4F81-87BE-5E22AA3E5B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VIENT 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LA TERRE REÇOIT LE ROI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QUE TOUS LES CŒURS LE LOUENT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CIEL, LA NATURE CHANTENT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3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CIEL, OUI LE CIEL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NATURE CHANTENT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RÈGNE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HOMMES ENTONNENT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LEURS CHANTS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RIVIÈRES ET LES CHAMPS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COLLINES ET LES PLAINES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UN BRUIT JOYEUX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FONT, OUI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FONT UN BRUIT JOYEUX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SEUL DIEU DE GRÂCE ET VÉRITÉ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TERRE IL VIENT PROUVER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JUSTICE ET SA 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MERVEILLEUX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MERVEILLEUX AMOUR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SI MERVEILLEUX ET GRAND 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284</Words>
  <Application>Microsoft Office PowerPoint</Application>
  <PresentationFormat>On-screen Show (4:3)</PresentationFormat>
  <Paragraphs>51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54</cp:revision>
  <dcterms:created xsi:type="dcterms:W3CDTF">2002-08-17T11:00:44Z</dcterms:created>
  <dcterms:modified xsi:type="dcterms:W3CDTF">2015-12-20T08:49:40Z</dcterms:modified>
</cp:coreProperties>
</file>