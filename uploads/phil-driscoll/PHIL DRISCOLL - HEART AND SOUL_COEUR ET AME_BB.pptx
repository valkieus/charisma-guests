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9" r:id="rId2"/>
    <p:sldId id="316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5" r:id="rId35"/>
    <p:sldId id="312" r:id="rId36"/>
    <p:sldId id="313" r:id="rId37"/>
    <p:sldId id="314" r:id="rId38"/>
    <p:sldId id="317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0" autoAdjust="0"/>
    <p:restoredTop sz="63925" autoAdjust="0"/>
  </p:normalViewPr>
  <p:slideViewPr>
    <p:cSldViewPr>
      <p:cViewPr varScale="1">
        <p:scale>
          <a:sx n="37" d="100"/>
          <a:sy n="37" d="100"/>
        </p:scale>
        <p:origin x="-48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FE5F2E9-D369-43CD-86FF-74A0A4316445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F7DF623-CAC1-4498-B733-4F988AAB237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a champion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,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a </a:t>
            </a:r>
            <a:r>
              <a:rPr lang="fr-FR" dirty="0" err="1" smtClean="0"/>
              <a:t>price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willing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on </a:t>
            </a: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stopping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There's</a:t>
            </a:r>
            <a:r>
              <a:rPr lang="fr-FR" dirty="0" smtClean="0"/>
              <a:t> not a </a:t>
            </a:r>
            <a:r>
              <a:rPr lang="fr-FR" dirty="0" err="1" smtClean="0"/>
              <a:t>heart</a:t>
            </a:r>
            <a:r>
              <a:rPr lang="fr-FR" dirty="0" smtClean="0"/>
              <a:t>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heart</a:t>
            </a:r>
            <a:r>
              <a:rPr lang="fr-FR" dirty="0" smtClean="0"/>
              <a:t> of a champion </a:t>
            </a:r>
            <a:r>
              <a:rPr lang="fr-FR" dirty="0" err="1" smtClean="0"/>
              <a:t>is</a:t>
            </a:r>
            <a:r>
              <a:rPr lang="fr-FR" dirty="0" smtClean="0"/>
              <a:t> not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defeated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quits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win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succeed</a:t>
            </a:r>
            <a:r>
              <a:rPr lang="fr-FR" dirty="0" smtClean="0"/>
              <a:t> in life </a:t>
            </a:r>
            <a:r>
              <a:rPr lang="fr-FR" dirty="0" err="1" smtClean="0"/>
              <a:t>you</a:t>
            </a:r>
            <a:r>
              <a:rPr lang="fr-FR" dirty="0" smtClean="0"/>
              <a:t> have to go for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sell</a:t>
            </a:r>
            <a:r>
              <a:rPr lang="fr-FR" dirty="0" smtClean="0"/>
              <a:t> out to a </a:t>
            </a:r>
            <a:r>
              <a:rPr lang="fr-FR" dirty="0" err="1" smtClean="0"/>
              <a:t>heavenly</a:t>
            </a:r>
            <a:r>
              <a:rPr lang="fr-FR" dirty="0" smtClean="0"/>
              <a:t>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life to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15-  NUL NE PEUT SE COMPARER À TOI M’AIMER ET VOIR SI BIEN EN MOI</a:t>
            </a:r>
            <a:br>
              <a:rPr lang="fr-FR" dirty="0" smtClean="0"/>
            </a:br>
            <a:r>
              <a:rPr lang="fr-FR" dirty="0" err="1" smtClean="0"/>
              <a:t>There's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been </a:t>
            </a:r>
            <a:r>
              <a:rPr lang="fr-FR" dirty="0" err="1" smtClean="0"/>
              <a:t>another</a:t>
            </a:r>
            <a:r>
              <a:rPr lang="fr-FR" dirty="0" smtClean="0"/>
              <a:t> one </a:t>
            </a:r>
            <a:r>
              <a:rPr lang="fr-FR" dirty="0" err="1" smtClean="0"/>
              <a:t>like</a:t>
            </a:r>
            <a:r>
              <a:rPr lang="fr-FR" dirty="0" smtClean="0"/>
              <a:t> You </a:t>
            </a:r>
            <a:r>
              <a:rPr lang="fr-FR" dirty="0" err="1" smtClean="0"/>
              <a:t>Someone</a:t>
            </a:r>
            <a:r>
              <a:rPr lang="fr-FR" dirty="0" smtClean="0"/>
              <a:t> to love me and to </a:t>
            </a:r>
            <a:r>
              <a:rPr lang="fr-FR" dirty="0" err="1" smtClean="0"/>
              <a:t>see</a:t>
            </a:r>
            <a:r>
              <a:rPr lang="fr-FR" dirty="0" smtClean="0"/>
              <a:t> me </a:t>
            </a:r>
            <a:r>
              <a:rPr lang="fr-FR" dirty="0" err="1" smtClean="0"/>
              <a:t>through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TU RÉALISES MES RÊVES TU ES LE GARDIEN DE MON CŒUR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dream</a:t>
            </a:r>
            <a:r>
              <a:rPr lang="fr-FR" dirty="0" smtClean="0"/>
              <a:t>-maker </a:t>
            </a:r>
            <a:r>
              <a:rPr lang="fr-FR" dirty="0" err="1" smtClean="0"/>
              <a:t>You're</a:t>
            </a:r>
            <a:r>
              <a:rPr lang="fr-FR" dirty="0" smtClean="0"/>
              <a:t> the </a:t>
            </a:r>
            <a:r>
              <a:rPr lang="fr-FR" dirty="0" err="1" smtClean="0"/>
              <a:t>keeper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17-  MON CRÉATEUR JE SENS UN FEU BRÛLER</a:t>
            </a:r>
            <a:br>
              <a:rPr lang="fr-FR" dirty="0" smtClean="0"/>
            </a:br>
            <a:r>
              <a:rPr lang="fr-FR" dirty="0" smtClean="0"/>
              <a:t> 	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-maker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BRÛLER DANS MON ÂME (ÉCHO) JE SENS UN FEU BRÛLER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burning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soul I </a:t>
            </a:r>
            <a:r>
              <a:rPr lang="fr-FR" dirty="0" err="1" smtClean="0"/>
              <a:t>feel</a:t>
            </a:r>
            <a:r>
              <a:rPr lang="fr-FR" dirty="0" smtClean="0"/>
              <a:t> a </a:t>
            </a:r>
            <a:r>
              <a:rPr lang="fr-FR" dirty="0" err="1" smtClean="0"/>
              <a:t>fire</a:t>
            </a:r>
            <a:r>
              <a:rPr lang="fr-FR" dirty="0" smtClean="0"/>
              <a:t> </a:t>
            </a:r>
            <a:r>
              <a:rPr lang="fr-FR" dirty="0" err="1" smtClean="0"/>
              <a:t>burning</a:t>
            </a:r>
            <a:r>
              <a:rPr lang="fr-FR" dirty="0" smtClean="0"/>
              <a:t>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UNE INCONTRÔLABLE FLAMME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dirty="0" err="1" smtClean="0"/>
              <a:t>burning</a:t>
            </a:r>
            <a:r>
              <a:rPr lang="fr-FR" dirty="0" smtClean="0"/>
              <a:t>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	20-  ET JE TE DONNE MON CŒUR ET MON ÂME X 3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Well</a:t>
            </a:r>
            <a:r>
              <a:rPr lang="fr-FR" dirty="0" smtClean="0"/>
              <a:t>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OUI, PRENDS LE CONTRÔLE JE TE LES DONNE</a:t>
            </a:r>
            <a:br>
              <a:rPr lang="fr-FR" dirty="0" smtClean="0"/>
            </a:br>
            <a:r>
              <a:rPr lang="fr-FR" dirty="0" smtClean="0"/>
              <a:t>	 </a:t>
            </a:r>
            <a:r>
              <a:rPr lang="fr-FR" dirty="0" err="1" smtClean="0"/>
              <a:t>Won't</a:t>
            </a:r>
            <a:r>
              <a:rPr lang="fr-FR" dirty="0" smtClean="0"/>
              <a:t> You </a:t>
            </a:r>
            <a:r>
              <a:rPr lang="fr-FR" dirty="0" err="1" smtClean="0"/>
              <a:t>take</a:t>
            </a:r>
            <a:r>
              <a:rPr lang="fr-FR" dirty="0" smtClean="0"/>
              <a:t> control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give</a:t>
            </a:r>
            <a:r>
              <a:rPr lang="fr-FR" dirty="0" smtClean="0"/>
              <a:t> You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23-  EST-CE QUE TU RÉALISES QU’UN JOUR LE DIEU QUI A CRÉÉ L’UNIVERS </a:t>
            </a:r>
            <a:br>
              <a:rPr lang="fr-FR" dirty="0" smtClean="0"/>
            </a:br>
            <a:r>
              <a:rPr lang="fr-FR" dirty="0" smtClean="0"/>
              <a:t> Do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the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made the </a:t>
            </a:r>
            <a:r>
              <a:rPr lang="fr-FR" dirty="0" err="1" smtClean="0"/>
              <a:t>universe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One </a:t>
            </a:r>
            <a:r>
              <a:rPr lang="fr-FR" dirty="0" err="1" smtClean="0"/>
              <a:t>day</a:t>
            </a:r>
            <a:r>
              <a:rPr lang="fr-FR" dirty="0" smtClean="0"/>
              <a:t> He </a:t>
            </a:r>
            <a:r>
              <a:rPr lang="fr-FR" dirty="0" err="1" smtClean="0"/>
              <a:t>looked</a:t>
            </a:r>
            <a:r>
              <a:rPr lang="fr-FR" dirty="0" smtClean="0"/>
              <a:t> down in the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saw</a:t>
            </a:r>
            <a:r>
              <a:rPr lang="fr-FR" dirty="0" smtClean="0"/>
              <a:t>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25-  ET IL A VU LA PUISSANCE DE SATAN ALLANT ET VENANT</a:t>
            </a:r>
            <a:br>
              <a:rPr lang="fr-FR" dirty="0" smtClean="0"/>
            </a:br>
            <a:r>
              <a:rPr lang="fr-FR" dirty="0" smtClean="0"/>
              <a:t> And He </a:t>
            </a:r>
            <a:r>
              <a:rPr lang="fr-FR" dirty="0" err="1" smtClean="0"/>
              <a:t>saw</a:t>
            </a:r>
            <a:r>
              <a:rPr lang="fr-FR" dirty="0" smtClean="0"/>
              <a:t> </a:t>
            </a:r>
            <a:r>
              <a:rPr lang="fr-FR" dirty="0" err="1" smtClean="0"/>
              <a:t>Satan's</a:t>
            </a:r>
            <a:r>
              <a:rPr lang="fr-FR" dirty="0" smtClean="0"/>
              <a:t> Power running to and </a:t>
            </a:r>
            <a:r>
              <a:rPr lang="fr-FR" dirty="0" err="1" smtClean="0"/>
              <a:t>fro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And He </a:t>
            </a:r>
            <a:r>
              <a:rPr lang="fr-FR" dirty="0" err="1" smtClean="0"/>
              <a:t>had</a:t>
            </a:r>
            <a:r>
              <a:rPr lang="fr-FR" dirty="0" smtClean="0"/>
              <a:t> a </a:t>
            </a:r>
            <a:r>
              <a:rPr lang="fr-FR" dirty="0" err="1" smtClean="0"/>
              <a:t>choice</a:t>
            </a:r>
            <a:r>
              <a:rPr lang="fr-FR" dirty="0" smtClean="0"/>
              <a:t> He </a:t>
            </a:r>
            <a:r>
              <a:rPr lang="fr-FR" dirty="0" err="1" smtClean="0"/>
              <a:t>could</a:t>
            </a:r>
            <a:r>
              <a:rPr lang="fr-FR" dirty="0" smtClean="0"/>
              <a:t> have sent the </a:t>
            </a:r>
            <a:r>
              <a:rPr lang="fr-FR" dirty="0" err="1" smtClean="0"/>
              <a:t>third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OU LE QUATRIÈME, OU LE CINQUIÈME MEILLEUR DU CIEL</a:t>
            </a:r>
            <a:br>
              <a:rPr lang="fr-FR" dirty="0" smtClean="0"/>
            </a:br>
            <a:r>
              <a:rPr lang="fr-FR" dirty="0" smtClean="0"/>
              <a:t> or the </a:t>
            </a:r>
            <a:r>
              <a:rPr lang="fr-FR" dirty="0" err="1" smtClean="0"/>
              <a:t>fourth</a:t>
            </a:r>
            <a:r>
              <a:rPr lang="fr-FR" dirty="0" smtClean="0"/>
              <a:t> or the </a:t>
            </a:r>
            <a:r>
              <a:rPr lang="fr-FR" dirty="0" err="1" smtClean="0"/>
              <a:t>fifth</a:t>
            </a:r>
            <a:r>
              <a:rPr lang="fr-FR" dirty="0" smtClean="0"/>
              <a:t> Best in </a:t>
            </a:r>
            <a:r>
              <a:rPr lang="fr-FR" dirty="0" err="1" smtClean="0"/>
              <a:t>heaven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ET IL AURAIT TOUT ACCOMPLIR </a:t>
            </a:r>
            <a:br>
              <a:rPr lang="fr-FR" dirty="0" smtClean="0"/>
            </a:br>
            <a:r>
              <a:rPr lang="fr-FR" dirty="0" smtClean="0"/>
              <a:t> And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accomplished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He </a:t>
            </a:r>
            <a:r>
              <a:rPr lang="fr-FR" dirty="0" err="1" smtClean="0"/>
              <a:t>needed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MAIS IL A DIT: « JE LES AIME TELLEMENT »</a:t>
            </a:r>
            <a:br>
              <a:rPr lang="fr-FR" dirty="0" smtClean="0"/>
            </a:br>
            <a:r>
              <a:rPr lang="fr-FR" dirty="0" smtClean="0"/>
              <a:t> But He </a:t>
            </a:r>
            <a:r>
              <a:rPr lang="fr-FR" dirty="0" err="1" smtClean="0"/>
              <a:t>said</a:t>
            </a:r>
            <a:r>
              <a:rPr lang="fr-FR" dirty="0" smtClean="0"/>
              <a:t> I love </a:t>
            </a:r>
            <a:r>
              <a:rPr lang="fr-FR" dirty="0" err="1" smtClean="0"/>
              <a:t>them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VAIS LEUR DONNER LE MEILLEUR 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them</a:t>
            </a:r>
            <a:r>
              <a:rPr lang="fr-FR" dirty="0" smtClean="0"/>
              <a:t>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31-  JE NE RETIENDRAI RIEN CAR JE SUIS UN CHAMPION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r>
              <a:rPr lang="fr-FR" dirty="0" smtClean="0"/>
              <a:t> back </a:t>
            </a:r>
            <a:r>
              <a:rPr lang="fr-FR" dirty="0" err="1" smtClean="0"/>
              <a:t>because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32- JE NE M’ARRÊTERAI PAS À UN PETIT SACRIFICE</a:t>
            </a:r>
            <a:br>
              <a:rPr lang="fr-FR" dirty="0" smtClean="0"/>
            </a:br>
            <a:r>
              <a:rPr lang="fr-FR" dirty="0" err="1" smtClean="0"/>
              <a:t>I'm</a:t>
            </a:r>
            <a:r>
              <a:rPr lang="fr-FR" dirty="0" smtClean="0"/>
              <a:t> not </a:t>
            </a:r>
            <a:r>
              <a:rPr lang="fr-FR" dirty="0" err="1" smtClean="0"/>
              <a:t>gonna</a:t>
            </a:r>
            <a:r>
              <a:rPr lang="fr-FR" dirty="0" smtClean="0"/>
              <a:t> stop </a:t>
            </a:r>
            <a:r>
              <a:rPr lang="fr-FR" dirty="0" err="1" smtClean="0"/>
              <a:t>at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sacrifice 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JE FERAI UN GRAND SACRIFICE</a:t>
            </a:r>
            <a:br>
              <a:rPr lang="fr-FR" dirty="0" smtClean="0"/>
            </a:b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 </a:t>
            </a:r>
            <a:r>
              <a:rPr lang="fr-FR" dirty="0" err="1" smtClean="0"/>
              <a:t>bigger</a:t>
            </a:r>
            <a:r>
              <a:rPr lang="fr-FR" dirty="0" smtClean="0"/>
              <a:t>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ET IL A ENVOYÉ SON FILS ET IL EST MORT PUIS IL EST RESSUSCITÉ </a:t>
            </a:r>
            <a:br>
              <a:rPr lang="fr-FR" dirty="0" smtClean="0"/>
            </a:br>
            <a:r>
              <a:rPr lang="fr-FR" dirty="0" smtClean="0"/>
              <a:t> And He sent </a:t>
            </a:r>
            <a:r>
              <a:rPr lang="fr-FR" dirty="0" err="1" smtClean="0"/>
              <a:t>His</a:t>
            </a:r>
            <a:r>
              <a:rPr lang="fr-FR" dirty="0" smtClean="0"/>
              <a:t> Son and He </a:t>
            </a:r>
            <a:r>
              <a:rPr lang="fr-FR" dirty="0" err="1" smtClean="0"/>
              <a:t>died</a:t>
            </a:r>
            <a:r>
              <a:rPr lang="fr-FR" dirty="0" smtClean="0"/>
              <a:t> And He rose </a:t>
            </a:r>
            <a:r>
              <a:rPr lang="fr-FR" dirty="0" err="1" smtClean="0"/>
              <a:t>again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PARCE QUE NOTRE DIEU EST UN CHAMPION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 for </a:t>
            </a:r>
            <a:r>
              <a:rPr lang="fr-FR" dirty="0" err="1" smtClean="0"/>
              <a:t>Him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TU VEUX ÊTRE UN CHAMPION SI TU VEUX ÊTRE UN GRAND GAGNANT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be a champion If you want to win, win big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AS UN PRIX À PAYER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a price you've got to sell out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TU DOIS VOULOIR DONNER TOUS CE QUE TU 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be willing to give it everything you've got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ET QUAND LA VICTOIRE TE SEMBLE LOIN RELÈVE-TOI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when it looks like you can't win You've got to get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FAIT QUE TU TE DISE: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JE CONTINUE JE NE VAIS PAS M'ARRETER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going on I'm not stopping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JE N’AI PAS UN CŒUR VAINCU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There's not a heart of a quitter in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heart of a champion is not one that is defeated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9-  IL NE LAISSE JAMAIS TOMBER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one that never quits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you want to win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11-  SI TU VEUX RÉUSSIR TA VIE IL FAUT Y ALLER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you want to succeed in life you have to go for 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something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sell out to a heavenly power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You've got to give your life to God You've got to say, I'm going for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JE TE DONNE MON CŒUR ET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give You my heart and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A REGARDÉ LA TERRE ET A VU LE PÉCHÉ 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One day He looked down in the earth and saw the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ET IL AVAIT UN CHOIX IL AURAIT PU ENVOYER LE TROISIÈME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He had a choice He could have sent the third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CHOISIS-LE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TU VEUX ÊTRE UN CHAMPION SI TU VEUX ÊTRE UN GRAND GAGNANT</a:t>
            </a:r>
          </a:p>
          <a:p>
            <a:r>
              <a:rPr lang="fr-FR" smtClean="0"/>
              <a:t>If you want to be a champion If you want to win, win big  
</a:t>
            </a:r>
          </a:p>
          <a:p>
            <a:r>
              <a:rPr lang="fr-FR" smtClean="0"/>
              <a:t>2-  TU AS UN PRIX À PAYER</a:t>
            </a:r>
          </a:p>
          <a:p>
            <a:r>
              <a:rPr lang="fr-FR" smtClean="0"/>
              <a:t>There's a price you've got to sell out  </a:t>
            </a:r>
          </a:p>
          <a:p>
            <a:endParaRPr lang="fr-FR" smtClean="0"/>
          </a:p>
          <a:p>
            <a:r>
              <a:rPr lang="fr-FR" smtClean="0"/>
              <a:t>3-  TU DOIS VOULOIR DONNER TOUS CE QUE TU AS</a:t>
            </a:r>
          </a:p>
          <a:p>
            <a:r>
              <a:rPr lang="fr-FR" smtClean="0"/>
              <a:t>You've got to be willing to give it everything you've got</a:t>
            </a:r>
          </a:p>
          <a:p>
            <a:r>
              <a:rPr lang="fr-FR" smtClean="0"/>
              <a:t> 
4-  ET QUAND LA VICTOIRE TE SEMBLE LOIN RELÈVE-TOI </a:t>
            </a:r>
          </a:p>
          <a:p>
            <a:r>
              <a:rPr lang="fr-FR" smtClean="0"/>
              <a:t>And when it looks like you can't win You've got to get up</a:t>
            </a:r>
          </a:p>
          <a:p>
            <a:endParaRPr lang="fr-FR" smtClean="0"/>
          </a:p>
          <a:p>
            <a:r>
              <a:rPr lang="fr-FR" smtClean="0"/>
              <a:t>5-  IL FAIT QUE TU TE DISE:  </a:t>
            </a:r>
          </a:p>
          <a:p>
            <a:r>
              <a:rPr lang="fr-FR" smtClean="0"/>
              <a:t>You've got to say </a:t>
            </a:r>
          </a:p>
          <a:p>
            <a:endParaRPr lang="fr-FR" smtClean="0"/>
          </a:p>
          <a:p>
            <a:r>
              <a:rPr lang="fr-FR" smtClean="0"/>
              <a:t>6-  JE CONTINUE JE NE VAIS PAS M'ARRETER  </a:t>
            </a:r>
          </a:p>
          <a:p>
            <a:r>
              <a:rPr lang="fr-FR" smtClean="0"/>
              <a:t>I'm going on I'm not stopping</a:t>
            </a:r>
          </a:p>
          <a:p>
            <a:endParaRPr lang="fr-FR" smtClean="0"/>
          </a:p>
          <a:p>
            <a:r>
              <a:rPr lang="fr-FR" smtClean="0"/>
              <a:t>7-  JE N’AI PAS UN CŒUR VAINCU </a:t>
            </a:r>
          </a:p>
          <a:p>
            <a:r>
              <a:rPr lang="fr-FR" smtClean="0"/>
              <a:t>There's not a heart of a quitter in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8-  LE CŒUR D’UN CHAMPION NE S’AVOUE PAS VAINCU</a:t>
            </a:r>
          </a:p>
          <a:p>
            <a:r>
              <a:rPr lang="fr-FR" smtClean="0"/>
              <a:t>The heart of a champion is not one that is defeated</a:t>
            </a:r>
          </a:p>
          <a:p>
            <a:r>
              <a:rPr lang="fr-FR" smtClean="0"/>
              <a:t> 
9-  IL NE LAISSE JAMAIS TOMBER</a:t>
            </a:r>
          </a:p>
          <a:p>
            <a:r>
              <a:rPr lang="fr-FR" smtClean="0"/>
              <a:t>It's one that never quits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QUAND TU VEUX GAGNER IL FAUT PERSÉVÉRER</a:t>
            </a:r>
          </a:p>
          <a:p>
            <a:r>
              <a:rPr lang="fr-FR" smtClean="0"/>
              <a:t>When you want to win you have to go for it</a:t>
            </a:r>
          </a:p>
          <a:p>
            <a:r>
              <a:rPr lang="fr-FR" smtClean="0"/>
              <a:t> 
11-  SI TU VEUX RÉUSSIR TA VIE IL FAUT Y ALLER </a:t>
            </a:r>
          </a:p>
          <a:p>
            <a:r>
              <a:rPr lang="fr-FR" smtClean="0"/>
              <a:t>If you want to succeed in life you have to go for it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12-  IL FAUT QUE TU DONNE QUELQUE CHOSE</a:t>
            </a:r>
          </a:p>
          <a:p>
            <a:r>
              <a:rPr lang="fr-FR" smtClean="0"/>
              <a:t>You've got to sell out something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IL FAUT LE DONNER À UNE PUISSANCE SURNATURELLE </a:t>
            </a:r>
          </a:p>
          <a:p>
            <a:r>
              <a:rPr lang="fr-FR" smtClean="0"/>
              <a:t>You've got to sell out to a heavenly power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14-  IL FAUT QUE TU DONNES TA VIE À DIEU IL FAUT QUE TU DISES: « JE TE CHOISIS»</a:t>
            </a:r>
          </a:p>
          <a:p>
            <a:r>
              <a:rPr lang="fr-FR" smtClean="0"/>
              <a:t>You've got to give your life to God You've got to say, I'm going for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15-  NUL NE PEUT SE COMPARER À TOI M’AIMER ET VOIR SI BIEN EN MOI</a:t>
            </a:r>
            <a:br>
              <a:rPr lang="fr-FR" smtClean="0"/>
            </a:br>
            <a:r>
              <a:rPr lang="fr-FR" smtClean="0"/>
              <a:t>There's never been another one like You Someone to love me and to see me through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16-  TU RÉALISES MES RÊVES TU ES LE GARDIEN DE MON CŒUR</a:t>
            </a:r>
            <a:br>
              <a:rPr lang="fr-FR" smtClean="0"/>
            </a:br>
            <a:r>
              <a:rPr lang="fr-FR" smtClean="0"/>
              <a:t>	You're my dream-maker You're the keeper of my heart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17-  MON CRÉATEUR JE SENS UN FEU BRÛLER</a:t>
            </a:r>
            <a:br>
              <a:rPr lang="fr-FR" smtClean="0"/>
            </a:br>
            <a:r>
              <a:rPr lang="fr-FR" smtClean="0"/>
              <a:t> 	My heart-maker I feel a fire burning
</a:t>
            </a:r>
          </a:p>
          <a:p>
            <a:r>
              <a:rPr lang="fr-FR" smtClean="0"/>
              <a:t>	18-  BRÛLER DANS MON ÂME (ÉCHO) JE SENS UN FEU BRÛLER</a:t>
            </a:r>
            <a:br>
              <a:rPr lang="fr-FR" smtClean="0"/>
            </a:br>
            <a:r>
              <a:rPr lang="fr-FR" smtClean="0"/>
              <a:t>      burning in my soul I feel a fire burning
</a:t>
            </a:r>
          </a:p>
          <a:p>
            <a:r>
              <a:rPr lang="fr-FR" smtClean="0"/>
              <a:t>	19-  UNE INCONTRÔLABLE FLAMME</a:t>
            </a:r>
            <a:br>
              <a:rPr lang="fr-FR" smtClean="0"/>
            </a:br>
            <a:r>
              <a:rPr lang="fr-FR" smtClean="0"/>
              <a:t>	burning out of control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	20-  ET JE TE DONNE MON CŒUR ET MON ÂME X 3</a:t>
            </a:r>
            <a:br>
              <a:rPr lang="fr-FR" smtClean="0"/>
            </a:br>
            <a:r>
              <a:rPr lang="fr-FR" smtClean="0"/>
              <a:t>	 Well I give you my heart Heart and soul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21-  OUI, PRENDS LE CONTRÔLE JE TE LES DONNE</a:t>
            </a:r>
            <a:br>
              <a:rPr lang="fr-FR" smtClean="0"/>
            </a:br>
            <a:r>
              <a:rPr lang="fr-FR" smtClean="0"/>
              <a:t>	 Won't You take control I give it to You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22-  JE TE DONNE MON CŒUR ET MON ÂME</a:t>
            </a:r>
          </a:p>
          <a:p>
            <a:r>
              <a:rPr lang="fr-FR" smtClean="0"/>
              <a:t>	I give You my heart and soul</a:t>
            </a:r>
          </a:p>
          <a:p>
            <a:r>
              <a:rPr lang="fr-FR" smtClean="0"/>
              <a:t> 
23-  EST-CE QUE TU RÉALISES QU’UN JOUR LE DIEU QUI A CRÉÉ L’UNIVERS </a:t>
            </a:r>
            <a:br>
              <a:rPr lang="fr-FR" smtClean="0"/>
            </a:br>
            <a:r>
              <a:rPr lang="fr-FR" smtClean="0"/>
              <a:t> Do you realize that the God that made the universe</a:t>
            </a:r>
          </a:p>
          <a:p>
            <a:endParaRPr lang="fr-FR" smtClean="0"/>
          </a:p>
          <a:p>
            <a:r>
              <a:rPr lang="fr-FR" smtClean="0"/>
              <a:t>24-  A REGARDÉ LA TERRE ET A VU LE PÉCHÉ ? </a:t>
            </a:r>
          </a:p>
          <a:p>
            <a:r>
              <a:rPr lang="fr-FR" smtClean="0"/>
              <a:t>One day He looked down in the earth and saw the sin</a:t>
            </a:r>
          </a:p>
          <a:p>
            <a:r>
              <a:rPr lang="fr-FR" smtClean="0"/>
              <a:t> 
25-  ET IL A VU LA PUISSANCE DE SATAN ALLANT ET VENANT</a:t>
            </a:r>
            <a:br>
              <a:rPr lang="fr-FR" smtClean="0"/>
            </a:br>
            <a:r>
              <a:rPr lang="fr-FR" smtClean="0"/>
              <a:t> And He saw Satan's Power running to and fro</a:t>
            </a:r>
          </a:p>
          <a:p>
            <a:endParaRPr lang="fr-FR" smtClean="0"/>
          </a:p>
          <a:p>
            <a:r>
              <a:rPr lang="fr-FR" smtClean="0"/>
              <a:t>26-  ET IL AVAIT UN CHOIX IL AURAIT PU ENVOYER LE TROISIÈME </a:t>
            </a:r>
          </a:p>
          <a:p>
            <a:r>
              <a:rPr lang="fr-FR" smtClean="0"/>
              <a:t>And He had a choice He could have sent the third 
</a:t>
            </a:r>
          </a:p>
          <a:p>
            <a:r>
              <a:rPr lang="fr-FR" smtClean="0"/>
              <a:t>27-  OU LE QUATRIÈME, OU LE CINQUIÈME MEILLEUR DU CIEL</a:t>
            </a:r>
            <a:br>
              <a:rPr lang="fr-FR" smtClean="0"/>
            </a:br>
            <a:r>
              <a:rPr lang="fr-FR" smtClean="0"/>
              <a:t> or the fourth or the fifth Best in heaven</a:t>
            </a:r>
          </a:p>
          <a:p>
            <a:endParaRPr lang="fr-FR" smtClean="0"/>
          </a:p>
          <a:p>
            <a:r>
              <a:rPr lang="fr-FR" smtClean="0"/>
              <a:t>28-  ET IL AURAIT TOUT ACCOMPLIR </a:t>
            </a:r>
            <a:br>
              <a:rPr lang="fr-FR" smtClean="0"/>
            </a:br>
            <a:r>
              <a:rPr lang="fr-FR" smtClean="0"/>
              <a:t> And it could have accomplished everything He needed</a:t>
            </a:r>
          </a:p>
          <a:p>
            <a:endParaRPr lang="fr-FR" smtClean="0"/>
          </a:p>
          <a:p>
            <a:r>
              <a:rPr lang="fr-FR" smtClean="0"/>
              <a:t>29-  MAIS IL A DIT: « JE LES AIME TELLEMENT »</a:t>
            </a:r>
            <a:br>
              <a:rPr lang="fr-FR" smtClean="0"/>
            </a:br>
            <a:r>
              <a:rPr lang="fr-FR" smtClean="0"/>
              <a:t> But He said I love them so much</a:t>
            </a:r>
          </a:p>
          <a:p>
            <a:endParaRPr lang="fr-FR" smtClean="0"/>
          </a:p>
          <a:p>
            <a:r>
              <a:rPr lang="fr-FR" smtClean="0"/>
              <a:t>30-  JE VAIS LEUR DONNER LE MEILLEUR </a:t>
            </a:r>
            <a:br>
              <a:rPr lang="fr-FR" smtClean="0"/>
            </a:br>
            <a:r>
              <a:rPr lang="fr-FR" smtClean="0"/>
              <a:t>I'm gonna give them the best I have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31-  JE NE RETIENDRAI RIEN CAR JE SUIS UN CHAMPION</a:t>
            </a:r>
            <a:br>
              <a:rPr lang="fr-FR" smtClean="0"/>
            </a:br>
            <a:r>
              <a:rPr lang="fr-FR" smtClean="0"/>
              <a:t>I'm gonna hold nothing back because I am a champion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32- JE NE M’ARRÊTERAI PAS À UN PETIT SACRIFICE</a:t>
            </a:r>
            <a:br>
              <a:rPr lang="fr-FR" smtClean="0"/>
            </a:br>
            <a:r>
              <a:rPr lang="fr-FR" smtClean="0"/>
              <a:t>I'm not gonna stop at a little sacrifice 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33-  JE FERAI UN GRAND SACRIFICE</a:t>
            </a:r>
            <a:br>
              <a:rPr lang="fr-FR" smtClean="0"/>
            </a:br>
            <a:r>
              <a:rPr lang="fr-FR" smtClean="0"/>
              <a:t>I’m gonna make a bigger sacrifice</a:t>
            </a:r>
          </a:p>
          <a:p>
            <a:endParaRPr lang="fr-FR" smtClean="0"/>
          </a:p>
          <a:p>
            <a:r>
              <a:rPr lang="fr-FR" smtClean="0"/>
              <a:t>34-  ET IL A ENVOYÉ SON FILS ET IL EST MORT PUIS IL EST RESSUSCITÉ </a:t>
            </a:r>
            <a:br>
              <a:rPr lang="fr-FR" smtClean="0"/>
            </a:br>
            <a:r>
              <a:rPr lang="fr-FR" smtClean="0"/>
              <a:t> And He sent His Son and He died And He rose again </a:t>
            </a:r>
          </a:p>
          <a:p>
            <a:endParaRPr lang="fr-FR" smtClean="0"/>
          </a:p>
          <a:p>
            <a:r>
              <a:rPr lang="fr-FR" smtClean="0"/>
              <a:t>35-  PARCE QUE NOTRE DIEU EST UN CHAMPION</a:t>
            </a:r>
            <a:br>
              <a:rPr lang="fr-FR" smtClean="0"/>
            </a:br>
            <a:r>
              <a:rPr lang="fr-FR" smtClean="0"/>
              <a:t> because our God is a champion </a:t>
            </a:r>
          </a:p>
          <a:p>
            <a:endParaRPr lang="fr-FR" smtClean="0"/>
          </a:p>
          <a:p>
            <a:r>
              <a:rPr lang="fr-FR" smtClean="0"/>
              <a:t>36-  CHOISIS-LE </a:t>
            </a:r>
          </a:p>
          <a:p>
            <a:r>
              <a:rPr lang="fr-FR" smtClean="0"/>
              <a:t>Go for Him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C6961-822C-49BC-BD75-70C4013A67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6E5F3F-70BE-4BDB-91A3-22FA006F61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D45AFA-879F-4D79-A309-4563B5FBCD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FF38F6-F9C3-4472-B091-D7255E6AF8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195F1-8E5E-4B32-900E-F391DA398F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09112-0F80-4C50-B022-4850A9B52A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2F7E0-2C4F-433C-91BF-867BF9678F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9EFFC-2204-4740-AEF2-2E97C546F6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E22C2-DAD6-4C46-B488-3A6CA6ADA5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769875-07A7-40B7-9FD1-936FB243F9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34E4D-02BD-418D-B426-E548F170F2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AE22F93-526C-4F48-AA94-27F97FCCDE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VEUX ÊTRE UN CHAMPION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VEUX GAGNER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GRANDES VICTOIRES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TE FAUDRA RENONCER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À QUELQUE CHOSE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ÊTRE PRÊT À DONNER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TOUT CE QUE TU 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LA VICTOIRE PARAÎT IMPOSSIBLE, TU DOIS TE LEVER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TE DIRE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CONTINUE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N’ARRÊTE PAS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PAS LE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 CEUX QUI ABANDONNENT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CŒUR D’UN CHAMPION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N’EST JAMAIS VAINCU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N’ABANDONNE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VEUX LA VICTOIRE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TU DOIS ALLER LA PRENDRE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TU VEUX RÉUSSIR DANS LA VIE IL FAUT Y ALLER ET PRENDRE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ABANDONNER QUELQUE CHOSE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T’ABANDONNER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LA PUISSANCE DU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DONNER TA VIE À DIEU</a:t>
            </a:r>
            <a:b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DIRE SEIGNEUR J’Y VAIS POUR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PEUT SE COMPARER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M’AIMER ET VOIR SI BIEN EN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RÉALISES MES RÊVES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LE GARDIEN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CRÉATEUR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SENS UN FEU BRÛLER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BRÛLER DANS MON ÂME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SENS UN FEU BRÛLER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INCONTRÔLABLE FLAMME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TE DONNE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ÂME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PRENDS LE CONTRÔLE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LES DONNE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DONNE MON CŒUR ET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RÉALISES-TU QUE LE DIEU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 CRÉÉ L’UNIVERS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JOUR A REGARDÉ LA TERRE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 VU LE PÉCHÉ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A VU LA PUISSANCE DE SATAN ALLER ÇA ET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AVAIT UN CHOIX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AURAIT PU ENVOYER LE TROISIÈME QUATRIÈME OU CINQUIÈME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PARMI LES MEILLEURS AU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CELA AURAIT PU SUFFIRE POUR ACCOMPLIR CE QU’IL VOULAIT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IL A DIT 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LES AIME TELLEMENT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VAIS LEUR DONNER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MEILLEUR QUE J’AI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VAIS RIEN RETENIR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UN CHAMPION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VAIS PAS M’ARRÊTER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À UN PETIT SACRIFICE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DONNER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PLUS GRAND SACRIFICE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A ENVOYÉ SON FILS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IL EST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EST RESSUSCITÉ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CAR NOTRE DIEU EST UN CHAMPION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POUR LUI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2411</Words>
  <Application>Microsoft Office PowerPoint</Application>
  <PresentationFormat>On-screen Show (4:3)</PresentationFormat>
  <Paragraphs>5282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Franklin Gothic Medium</vt:lpstr>
      <vt:lpstr>Arial</vt:lpstr>
      <vt:lpstr>Calibri</vt:lpstr>
      <vt:lpstr>Default Design</vt:lpstr>
      <vt:lpstr>SI TU VEUX ÊTRE UN CHAMPION </vt:lpstr>
      <vt:lpstr>SI TU VEUX GAGNER  DE GRANDES VICTOIRES </vt:lpstr>
      <vt:lpstr>IL TE FAUDRA RENONCER  À QUELQUE CHOSE</vt:lpstr>
      <vt:lpstr>TU DOIS ÊTRE PRÊT À DONNER  TOUT CE QUE TU AS</vt:lpstr>
      <vt:lpstr>ET QUAND LA VICTOIRE PARAÎT IMPOSSIBLE, TU DOIS TE LEVER </vt:lpstr>
      <vt:lpstr>TU DOIS TE DIRE</vt:lpstr>
      <vt:lpstr>JE CONTINUE   JE N’ARRÊTE PAS </vt:lpstr>
      <vt:lpstr>JE N’AI PAS LE CŒUR  DE CEUX QUI ABANDONNENT</vt:lpstr>
      <vt:lpstr>LE CŒUR D’UN CHAMPION  N’EST JAMAIS VAINCU</vt:lpstr>
      <vt:lpstr>IL N’ABANDONNE JAMAIS</vt:lpstr>
      <vt:lpstr>QUAND TU VEUX LA VICTOIRE  TU DOIS ALLER LA PRENDRE</vt:lpstr>
      <vt:lpstr>QUAND TU VEUX RÉUSSIR DANS LA VIE IL FAUT Y ALLER ET PRENDRE</vt:lpstr>
      <vt:lpstr>TU DOIS ABANDONNER QUELQUE CHOSE</vt:lpstr>
      <vt:lpstr>TU DOIS T’ABANDONNER  À LA PUISSANCE DU CIEL</vt:lpstr>
      <vt:lpstr>TU DOIS DONNER TA VIE À DIEU TU DOIS DIRE SEIGNEUR J’Y VAIS POUR TOI </vt:lpstr>
      <vt:lpstr>NUL NE PEUT SE COMPARER À TOI M’AIMER ET VOIR SI BIEN EN MOI   </vt:lpstr>
      <vt:lpstr>TU RÉALISES MES RÊVES TU ES LE GARDIEN DE MON CŒUR  </vt:lpstr>
      <vt:lpstr>MON CRÉATEUR JE SENS UN FEU BRÛLER </vt:lpstr>
      <vt:lpstr>BRÛLER DANS MON ÂME  JE SENS UN FEU BRÛLER </vt:lpstr>
      <vt:lpstr>UNE INCONTRÔLABLE FLAMME  </vt:lpstr>
      <vt:lpstr>ET JE TE DONNE MON CŒUR ET MON ÂME  </vt:lpstr>
      <vt:lpstr>OUI, PRENDS LE CONTRÔLE JE TE LES DONNE </vt:lpstr>
      <vt:lpstr>JE TE DONNE MON CŒUR ET MON ÂME</vt:lpstr>
      <vt:lpstr>RÉALISES-TU QUE LE DIEU  QUI A CRÉÉ L’UNIVERS</vt:lpstr>
      <vt:lpstr>UN JOUR A REGARDÉ LA TERRE  ET A VU LE PÉCHÉ ?</vt:lpstr>
      <vt:lpstr>ET IL A VU LA PUISSANCE DE SATAN ALLER ÇA ET LÀ</vt:lpstr>
      <vt:lpstr>ET IL AVAIT UN CHOIX</vt:lpstr>
      <vt:lpstr>IL AURAIT PU ENVOYER LE TROISIÈME QUATRIÈME OU CINQUIÈME</vt:lpstr>
      <vt:lpstr>PARMI LES MEILLEURS AU CIEL</vt:lpstr>
      <vt:lpstr>ET CELA AURAIT PU SUFFIRE POUR ACCOMPLIR CE QU’IL VOULAIT</vt:lpstr>
      <vt:lpstr>MAIS IL A DIT   JE LES AIME TELLEMENT </vt:lpstr>
      <vt:lpstr> JE VAIS LEUR DONNER  LE MEILLEUR QUE J’AI </vt:lpstr>
      <vt:lpstr>JE NE VAIS RIEN RETENIR CAR JE SUIS UN CHAMPION </vt:lpstr>
      <vt:lpstr>JE NE VAIS PAS M’ARRÊTER  À UN PETIT SACRIFICE </vt:lpstr>
      <vt:lpstr>JE VAIS DONNER  UN PLUS GRAND SACRIFICE </vt:lpstr>
      <vt:lpstr>ET IL A ENVOYÉ SON FILS  ET IL EST MORT</vt:lpstr>
      <vt:lpstr>ET IL EST RESSUSCITÉ  CAR NOTRE DIEU EST UN CHAMPION</vt:lpstr>
      <vt:lpstr>VA POUR LUI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2015-07-12T08:31:39Z</dcterms:modified>
</cp:coreProperties>
</file>