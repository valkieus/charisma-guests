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0" r:id="rId2"/>
    <p:sldId id="277" r:id="rId3"/>
    <p:sldId id="276" r:id="rId4"/>
    <p:sldId id="275" r:id="rId5"/>
    <p:sldId id="274" r:id="rId6"/>
    <p:sldId id="291" r:id="rId7"/>
    <p:sldId id="295" r:id="rId8"/>
    <p:sldId id="294" r:id="rId9"/>
    <p:sldId id="293" r:id="rId10"/>
    <p:sldId id="292" r:id="rId11"/>
    <p:sldId id="278" r:id="rId12"/>
    <p:sldId id="296" r:id="rId13"/>
    <p:sldId id="297" r:id="rId14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00" autoAdjust="0"/>
    <p:restoredTop sz="63925" autoAdjust="0"/>
  </p:normalViewPr>
  <p:slideViewPr>
    <p:cSldViewPr>
      <p:cViewPr varScale="1">
        <p:scale>
          <a:sx n="57" d="100"/>
          <a:sy n="57" d="100"/>
        </p:scale>
        <p:origin x="-2550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516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F1003CB-797F-4985-BFEB-3F4E9CAEC76D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9632B2E-76C6-4D6B-ACCC-774875ED8FA0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>
              <a:defRPr/>
            </a:pPr>
            <a:r>
              <a:rPr lang="fr-FR" altLang="fr-FR" dirty="0" smtClean="0"/>
              <a:t>1-TANT QUE J'EXISTERAI, JE TE CHANTERAI 		</a:t>
            </a:r>
          </a:p>
          <a:p>
            <a:pPr>
              <a:defRPr/>
            </a:pPr>
            <a:r>
              <a:rPr lang="fr-FR" altLang="fr-FR" dirty="0" smtClean="0"/>
              <a:t>For the </a:t>
            </a:r>
            <a:r>
              <a:rPr lang="fr-FR" altLang="fr-FR" dirty="0" err="1" smtClean="0"/>
              <a:t>rest</a:t>
            </a:r>
            <a:r>
              <a:rPr lang="fr-FR" altLang="fr-FR" dirty="0" smtClean="0"/>
              <a:t> of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days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will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praise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2- INONDÉ DE TOI POUR QUE LE MONDE VOIE </a:t>
            </a:r>
          </a:p>
          <a:p>
            <a:pPr>
              <a:defRPr/>
            </a:pPr>
            <a:r>
              <a:rPr lang="fr-FR" altLang="fr-FR" dirty="0" err="1" smtClean="0"/>
              <a:t>Truly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filled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You For all the world to </a:t>
            </a:r>
            <a:r>
              <a:rPr lang="fr-FR" altLang="fr-FR" dirty="0" err="1" smtClean="0"/>
              <a:t>see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3- TU ES LA SOURCE DE TOUTE MA VIE</a:t>
            </a:r>
          </a:p>
          <a:p>
            <a:pPr>
              <a:defRPr/>
            </a:pPr>
            <a:r>
              <a:rPr lang="fr-FR" altLang="fr-FR" dirty="0" smtClean="0"/>
              <a:t>You are the source All I </a:t>
            </a:r>
            <a:r>
              <a:rPr lang="fr-FR" altLang="fr-FR" dirty="0" err="1" smtClean="0"/>
              <a:t>ever’ll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4- TA MAIN M'ÉLÈVE  PLUS HAUT QUE MES DÉFIS</a:t>
            </a:r>
          </a:p>
          <a:p>
            <a:pPr>
              <a:defRPr/>
            </a:pPr>
            <a:r>
              <a:rPr lang="fr-FR" altLang="fr-FR" dirty="0" err="1" smtClean="0"/>
              <a:t>You’re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left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beyond</a:t>
            </a:r>
            <a:r>
              <a:rPr lang="fr-FR" altLang="fr-FR" dirty="0" smtClean="0"/>
              <a:t> High </a:t>
            </a:r>
            <a:r>
              <a:rPr lang="fr-FR" altLang="fr-FR" dirty="0" err="1" smtClean="0"/>
              <a:t>above</a:t>
            </a:r>
            <a:r>
              <a:rPr lang="fr-FR" altLang="fr-FR" dirty="0" smtClean="0"/>
              <a:t> the stars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5- JE N'AI QU'UN CHANT DE LOUANGE DE RECONNAISSANCE POUR TOI SEUL  </a:t>
            </a:r>
          </a:p>
          <a:p>
            <a:pPr>
              <a:defRPr/>
            </a:pPr>
            <a:r>
              <a:rPr lang="fr-FR" altLang="fr-FR" dirty="0" smtClean="0"/>
              <a:t>There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no </a:t>
            </a:r>
            <a:r>
              <a:rPr lang="fr-FR" altLang="fr-FR" dirty="0" err="1" smtClean="0"/>
              <a:t>other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song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Than</a:t>
            </a:r>
            <a:r>
              <a:rPr lang="fr-FR" altLang="fr-FR" dirty="0" smtClean="0"/>
              <a:t> the </a:t>
            </a:r>
            <a:r>
              <a:rPr lang="fr-FR" altLang="fr-FR" dirty="0" err="1" smtClean="0"/>
              <a:t>song</a:t>
            </a:r>
            <a:r>
              <a:rPr lang="fr-FR" altLang="fr-FR" dirty="0" smtClean="0"/>
              <a:t> of </a:t>
            </a:r>
            <a:r>
              <a:rPr lang="fr-FR" altLang="fr-FR" dirty="0" err="1" smtClean="0"/>
              <a:t>praise</a:t>
            </a:r>
            <a:r>
              <a:rPr lang="fr-FR" altLang="fr-FR" dirty="0" smtClean="0"/>
              <a:t> For You I </a:t>
            </a:r>
            <a:r>
              <a:rPr lang="fr-FR" altLang="fr-FR" dirty="0" err="1" smtClean="0"/>
              <a:t>sing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6-  AUCUNE RAISON N'EST PLUS BELLE QUE DE TE LOUER 	</a:t>
            </a:r>
          </a:p>
          <a:p>
            <a:pPr>
              <a:defRPr/>
            </a:pPr>
            <a:r>
              <a:rPr lang="fr-FR" altLang="fr-FR" dirty="0" smtClean="0"/>
              <a:t>There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no </a:t>
            </a:r>
            <a:r>
              <a:rPr lang="fr-FR" altLang="fr-FR" dirty="0" err="1" smtClean="0"/>
              <a:t>other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reason</a:t>
            </a:r>
            <a:r>
              <a:rPr lang="fr-FR" altLang="fr-FR" dirty="0" smtClean="0"/>
              <a:t> That </a:t>
            </a:r>
            <a:r>
              <a:rPr lang="fr-FR" altLang="fr-FR" dirty="0" err="1" smtClean="0"/>
              <a:t>can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make</a:t>
            </a:r>
            <a:r>
              <a:rPr lang="fr-FR" altLang="fr-FR" dirty="0" smtClean="0"/>
              <a:t> me </a:t>
            </a:r>
            <a:r>
              <a:rPr lang="fr-FR" altLang="fr-FR" dirty="0" err="1" smtClean="0"/>
              <a:t>sing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7- TA PUISSANCE DANS MA VIE  EST SI VRAIE</a:t>
            </a:r>
          </a:p>
          <a:p>
            <a:pPr>
              <a:defRPr/>
            </a:pPr>
            <a:r>
              <a:rPr lang="fr-FR" altLang="fr-FR" dirty="0" smtClean="0"/>
              <a:t>And the power </a:t>
            </a:r>
            <a:r>
              <a:rPr lang="fr-FR" altLang="fr-FR" dirty="0" err="1" smtClean="0"/>
              <a:t>that</a:t>
            </a:r>
            <a:r>
              <a:rPr lang="fr-FR" altLang="fr-FR" dirty="0" smtClean="0"/>
              <a:t> You </a:t>
            </a:r>
            <a:r>
              <a:rPr lang="fr-FR" altLang="fr-FR" dirty="0" err="1" smtClean="0"/>
              <a:t>give</a:t>
            </a:r>
            <a:r>
              <a:rPr lang="fr-FR" altLang="fr-FR" dirty="0" smtClean="0"/>
              <a:t> me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real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8- ET JE LA RESSENS COULER EN MOI </a:t>
            </a:r>
          </a:p>
          <a:p>
            <a:pPr>
              <a:defRPr/>
            </a:pPr>
            <a:r>
              <a:rPr lang="fr-FR" altLang="fr-FR" dirty="0" smtClean="0"/>
              <a:t>I </a:t>
            </a:r>
            <a:r>
              <a:rPr lang="fr-FR" altLang="fr-FR" dirty="0" err="1" smtClean="0"/>
              <a:t>can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feel</a:t>
            </a:r>
            <a:r>
              <a:rPr lang="fr-FR" altLang="fr-FR" dirty="0" smtClean="0"/>
              <a:t> You </a:t>
            </a:r>
            <a:r>
              <a:rPr lang="fr-FR" altLang="fr-FR" dirty="0" err="1" smtClean="0"/>
              <a:t>flowing</a:t>
            </a:r>
            <a:r>
              <a:rPr lang="fr-FR" altLang="fr-FR" dirty="0" smtClean="0"/>
              <a:t> in me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9- LE PREMIER, LE DERNIER TU ES MON TOUT</a:t>
            </a:r>
          </a:p>
          <a:p>
            <a:pPr>
              <a:defRPr/>
            </a:pPr>
            <a:r>
              <a:rPr lang="fr-FR" altLang="fr-FR" dirty="0" smtClean="0"/>
              <a:t>You are the first, the last,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everything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10- MON RÊVE ACCOMPLI TU ES TOUTE MA VIE</a:t>
            </a:r>
          </a:p>
          <a:p>
            <a:pPr>
              <a:defRPr/>
            </a:pPr>
            <a:r>
              <a:rPr lang="fr-FR" altLang="fr-FR" dirty="0" err="1" smtClean="0"/>
              <a:t>You’re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dream</a:t>
            </a:r>
            <a:r>
              <a:rPr lang="fr-FR" altLang="fr-FR" dirty="0" smtClean="0"/>
              <a:t> come </a:t>
            </a:r>
            <a:r>
              <a:rPr lang="fr-FR" altLang="fr-FR" dirty="0" err="1" smtClean="0"/>
              <a:t>true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Since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felt</a:t>
            </a:r>
            <a:r>
              <a:rPr lang="fr-FR" altLang="fr-FR" dirty="0" smtClean="0"/>
              <a:t> for You 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11- TANT QUE J'EXISTERAI JE TE CHANTERAI</a:t>
            </a:r>
          </a:p>
          <a:p>
            <a:pPr>
              <a:defRPr/>
            </a:pPr>
            <a:r>
              <a:rPr lang="fr-FR" altLang="fr-FR" dirty="0" smtClean="0"/>
              <a:t>For the </a:t>
            </a:r>
            <a:r>
              <a:rPr lang="fr-FR" altLang="fr-FR" dirty="0" err="1" smtClean="0"/>
              <a:t>rest</a:t>
            </a:r>
            <a:r>
              <a:rPr lang="fr-FR" altLang="fr-FR" dirty="0" smtClean="0"/>
              <a:t> of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days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will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praise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12-  INONDÉ DE TOI POUR QUE LE MONDE VOIE </a:t>
            </a:r>
          </a:p>
          <a:p>
            <a:pPr>
              <a:defRPr/>
            </a:pPr>
            <a:r>
              <a:rPr lang="fr-FR" altLang="fr-FR" dirty="0" err="1" smtClean="0"/>
              <a:t>Truly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filled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You For all the world to </a:t>
            </a:r>
            <a:r>
              <a:rPr lang="fr-FR" altLang="fr-FR" dirty="0" err="1" smtClean="0"/>
              <a:t>see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13- TA LUMIÈRE EN MOI</a:t>
            </a:r>
          </a:p>
          <a:p>
            <a:pPr>
              <a:defRPr/>
            </a:pPr>
            <a:r>
              <a:rPr lang="fr-FR" altLang="fr-FR" dirty="0" smtClean="0"/>
              <a:t> </a:t>
            </a:r>
            <a:r>
              <a:rPr lang="fr-FR" altLang="fr-FR" dirty="0" err="1" smtClean="0"/>
              <a:t>You’re</a:t>
            </a:r>
            <a:r>
              <a:rPr lang="fr-FR" altLang="fr-FR" dirty="0" smtClean="0"/>
              <a:t> light in me</a:t>
            </a:r>
          </a:p>
          <a:p>
            <a:pPr>
              <a:defRPr/>
            </a:pPr>
            <a:r>
              <a:rPr lang="fr-FR" altLang="fr-FR" dirty="0" smtClean="0"/>
              <a:t/>
            </a:r>
            <a:br>
              <a:rPr lang="fr-FR" altLang="fr-FR" dirty="0" smtClean="0"/>
            </a:br>
            <a:endParaRPr lang="fr-FR" alt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1-TANT QUE J'EXISTERAI, JE TE CHANTERAI 		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2-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3- TU ES LA SOURCE DE TOUTE MA VIE</a:t>
            </a:r>
          </a:p>
          <a:p>
            <a:r>
              <a:rPr lang="fr-FR" altLang="fr-FR" smtClean="0"/>
              <a:t>You are the source All I ever’ll be</a:t>
            </a:r>
          </a:p>
          <a:p>
            <a:endParaRPr lang="fr-FR" altLang="fr-FR" smtClean="0"/>
          </a:p>
          <a:p>
            <a:r>
              <a:rPr lang="fr-FR" altLang="fr-FR" smtClean="0"/>
              <a:t>4- TA MAIN M'ÉLÈVE  PLUS HAUT QUE MES DÉFIS</a:t>
            </a:r>
          </a:p>
          <a:p>
            <a:r>
              <a:rPr lang="fr-FR" altLang="fr-FR" smtClean="0"/>
              <a:t>You’re left beyond High above the stars</a:t>
            </a:r>
          </a:p>
          <a:p>
            <a:endParaRPr lang="fr-FR" altLang="fr-FR" smtClean="0"/>
          </a:p>
          <a:p>
            <a:r>
              <a:rPr lang="fr-FR" altLang="fr-FR" smtClean="0"/>
              <a:t>5- JE N'AI QU'UN CHANT DE LOUANGE DE RECONNAISSANCE POUR TOI SEUL  </a:t>
            </a:r>
          </a:p>
          <a:p>
            <a:r>
              <a:rPr lang="fr-FR" altLang="fr-FR" smtClean="0"/>
              <a:t>There is no other song Than the song of praise For You I sing</a:t>
            </a:r>
          </a:p>
          <a:p>
            <a:endParaRPr lang="fr-FR" altLang="fr-FR" smtClean="0"/>
          </a:p>
          <a:p>
            <a:r>
              <a:rPr lang="fr-FR" altLang="fr-FR" smtClean="0"/>
              <a:t>6-  AUCUNE RAISON N'EST PLUS BELLE QUE DE TE LOUER 	</a:t>
            </a:r>
          </a:p>
          <a:p>
            <a:r>
              <a:rPr lang="fr-FR" altLang="fr-FR" smtClean="0"/>
              <a:t>There is no other reason That can make me sing</a:t>
            </a:r>
          </a:p>
          <a:p>
            <a:endParaRPr lang="fr-FR" altLang="fr-FR" smtClean="0"/>
          </a:p>
          <a:p>
            <a:r>
              <a:rPr lang="fr-FR" altLang="fr-FR" smtClean="0"/>
              <a:t>7- TA PUISSANCE DANS MA VIE  EST SI VRAIE</a:t>
            </a:r>
          </a:p>
          <a:p>
            <a:r>
              <a:rPr lang="fr-FR" altLang="fr-FR" smtClean="0"/>
              <a:t>And the power that You give me is real</a:t>
            </a:r>
          </a:p>
          <a:p>
            <a:endParaRPr lang="fr-FR" altLang="fr-FR" smtClean="0"/>
          </a:p>
          <a:p>
            <a:r>
              <a:rPr lang="fr-FR" altLang="fr-FR" smtClean="0"/>
              <a:t>8- ET JE LA RESSENS COULER EN MOI </a:t>
            </a:r>
          </a:p>
          <a:p>
            <a:r>
              <a:rPr lang="fr-FR" altLang="fr-FR" smtClean="0"/>
              <a:t>I can feel You flowing in me</a:t>
            </a:r>
          </a:p>
          <a:p>
            <a:endParaRPr lang="fr-FR" altLang="fr-FR" smtClean="0"/>
          </a:p>
          <a:p>
            <a:r>
              <a:rPr lang="fr-FR" altLang="fr-FR" smtClean="0"/>
              <a:t>9- LE PREMIER, LE DERNIER TU ES MON TOUT</a:t>
            </a:r>
          </a:p>
          <a:p>
            <a:r>
              <a:rPr lang="fr-FR" altLang="fr-FR" smtClean="0"/>
              <a:t>You are the first, the last, my everything</a:t>
            </a:r>
          </a:p>
          <a:p>
            <a:endParaRPr lang="fr-FR" altLang="fr-FR" smtClean="0"/>
          </a:p>
          <a:p>
            <a:r>
              <a:rPr lang="fr-FR" altLang="fr-FR" smtClean="0"/>
              <a:t>10- MON RÊVE ACCOMPLI TU ES TOUTE MA VIE</a:t>
            </a:r>
          </a:p>
          <a:p>
            <a:r>
              <a:rPr lang="fr-FR" altLang="fr-FR" smtClean="0"/>
              <a:t>You’re my dream come true Since I felt for You </a:t>
            </a:r>
          </a:p>
          <a:p>
            <a:endParaRPr lang="fr-FR" altLang="fr-FR" smtClean="0"/>
          </a:p>
          <a:p>
            <a:r>
              <a:rPr lang="fr-FR" altLang="fr-FR" smtClean="0"/>
              <a:t>11- TANT QUE J'EXISTERAI JE TE CHANTERAI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12- 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13- TA LUMIÈRE EN MOI</a:t>
            </a:r>
          </a:p>
          <a:p>
            <a:r>
              <a:rPr lang="fr-FR" altLang="fr-FR" smtClean="0"/>
              <a:t> You’re light in me</a:t>
            </a:r>
          </a:p>
          <a:p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1-TANT QUE J'EXISTERAI, JE TE CHANTERAI 		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2-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TU ES LA SOURCE DE TOUTE MA VIE</a:t>
            </a:r>
          </a:p>
          <a:p>
            <a:pPr>
              <a:defRPr/>
            </a:pPr>
            <a:r>
              <a:rPr lang="fr-FR" altLang="fr-FR" smtClean="0"/>
              <a:t>You are the source All I ever’ll be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 TA MAIN M'ÉLÈVE  PLUS HAUT QUE MES DÉFIS</a:t>
            </a:r>
          </a:p>
          <a:p>
            <a:pPr>
              <a:defRPr/>
            </a:pPr>
            <a:r>
              <a:rPr lang="fr-FR" altLang="fr-FR" smtClean="0"/>
              <a:t>You’re left beyond High above the stars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JE N'AI QU'UN CHANT DE LOUANGE DE RECONNAISSANCE POUR TOI SEUL  </a:t>
            </a:r>
          </a:p>
          <a:p>
            <a:pPr>
              <a:defRPr/>
            </a:pPr>
            <a:r>
              <a:rPr lang="fr-FR" altLang="fr-FR" smtClean="0"/>
              <a:t>There is no other song Than the song of praise For You I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AUCUNE RAISON N'EST PLUS BELLE QUE DE TE LOUER 	</a:t>
            </a:r>
          </a:p>
          <a:p>
            <a:pPr>
              <a:defRPr/>
            </a:pPr>
            <a:r>
              <a:rPr lang="fr-FR" altLang="fr-FR" smtClean="0"/>
              <a:t>There is no other reason That can make me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7- TA PUISSANCE DANS MA VIE  EST SI VRAIE</a:t>
            </a:r>
          </a:p>
          <a:p>
            <a:pPr>
              <a:defRPr/>
            </a:pPr>
            <a:r>
              <a:rPr lang="fr-FR" altLang="fr-FR" smtClean="0"/>
              <a:t>And the power that You give me is real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8- ET JE LA RESSENS COULER EN MOI </a:t>
            </a:r>
          </a:p>
          <a:p>
            <a:pPr>
              <a:defRPr/>
            </a:pPr>
            <a:r>
              <a:rPr lang="fr-FR" altLang="fr-FR" smtClean="0"/>
              <a:t>I can feel You flowing in 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 LE PREMIER, LE DERNIER TU ES MON TOUT</a:t>
            </a:r>
          </a:p>
          <a:p>
            <a:pPr>
              <a:defRPr/>
            </a:pPr>
            <a:r>
              <a:rPr lang="fr-FR" altLang="fr-FR" smtClean="0"/>
              <a:t>You are the first, the last, my everything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MON RÊVE ACCOMPLI TU ES TOUTE MA VIE</a:t>
            </a:r>
          </a:p>
          <a:p>
            <a:pPr>
              <a:defRPr/>
            </a:pPr>
            <a:r>
              <a:rPr lang="fr-FR" altLang="fr-FR" smtClean="0"/>
              <a:t>You’re my dream come true Since I felt for You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11- TANT QUE J'EXISTERAI JE TE CHANTERAI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12- 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TA LUMIÈRE EN MOI</a:t>
            </a:r>
          </a:p>
          <a:p>
            <a:pPr>
              <a:defRPr/>
            </a:pPr>
            <a:r>
              <a:rPr lang="fr-FR" altLang="fr-FR" smtClean="0"/>
              <a:t> You’re light in me</a:t>
            </a:r>
          </a:p>
          <a:p>
            <a:pPr>
              <a:defRPr/>
            </a:pPr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1-TANT QUE J'EXISTERAI, JE TE CHANTERAI 		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2-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3- TU ES LA SOURCE DE TOUTE MA VIE</a:t>
            </a:r>
          </a:p>
          <a:p>
            <a:r>
              <a:rPr lang="fr-FR" altLang="fr-FR" smtClean="0"/>
              <a:t>You are the source All I ever’ll be</a:t>
            </a:r>
          </a:p>
          <a:p>
            <a:endParaRPr lang="fr-FR" altLang="fr-FR" smtClean="0"/>
          </a:p>
          <a:p>
            <a:r>
              <a:rPr lang="fr-FR" altLang="fr-FR" smtClean="0"/>
              <a:t>4- TA MAIN M'ÉLÈVE  PLUS HAUT QUE MES DÉFIS</a:t>
            </a:r>
          </a:p>
          <a:p>
            <a:r>
              <a:rPr lang="fr-FR" altLang="fr-FR" smtClean="0"/>
              <a:t>You’re left beyond High above the stars</a:t>
            </a:r>
          </a:p>
          <a:p>
            <a:endParaRPr lang="fr-FR" altLang="fr-FR" smtClean="0"/>
          </a:p>
          <a:p>
            <a:r>
              <a:rPr lang="fr-FR" altLang="fr-FR" smtClean="0"/>
              <a:t>5- JE N'AI QU'UN CHANT DE LOUANGE DE RECONNAISSANCE POUR TOI SEUL  </a:t>
            </a:r>
          </a:p>
          <a:p>
            <a:r>
              <a:rPr lang="fr-FR" altLang="fr-FR" smtClean="0"/>
              <a:t>There is no other song Than the song of praise For You I sing</a:t>
            </a:r>
          </a:p>
          <a:p>
            <a:endParaRPr lang="fr-FR" altLang="fr-FR" smtClean="0"/>
          </a:p>
          <a:p>
            <a:r>
              <a:rPr lang="fr-FR" altLang="fr-FR" smtClean="0"/>
              <a:t>6-  AUCUNE RAISON N'EST PLUS BELLE QUE DE TE LOUER 	</a:t>
            </a:r>
          </a:p>
          <a:p>
            <a:r>
              <a:rPr lang="fr-FR" altLang="fr-FR" smtClean="0"/>
              <a:t>There is no other reason That can make me sing</a:t>
            </a:r>
          </a:p>
          <a:p>
            <a:endParaRPr lang="fr-FR" altLang="fr-FR" smtClean="0"/>
          </a:p>
          <a:p>
            <a:r>
              <a:rPr lang="fr-FR" altLang="fr-FR" smtClean="0"/>
              <a:t>7- TA PUISSANCE DANS MA VIE  EST SI VRAIE</a:t>
            </a:r>
          </a:p>
          <a:p>
            <a:r>
              <a:rPr lang="fr-FR" altLang="fr-FR" smtClean="0"/>
              <a:t>And the power that You give me is real</a:t>
            </a:r>
          </a:p>
          <a:p>
            <a:endParaRPr lang="fr-FR" altLang="fr-FR" smtClean="0"/>
          </a:p>
          <a:p>
            <a:r>
              <a:rPr lang="fr-FR" altLang="fr-FR" smtClean="0"/>
              <a:t>8- ET JE LA RESSENS COULER EN MOI </a:t>
            </a:r>
          </a:p>
          <a:p>
            <a:r>
              <a:rPr lang="fr-FR" altLang="fr-FR" smtClean="0"/>
              <a:t>I can feel You flowing in me</a:t>
            </a:r>
          </a:p>
          <a:p>
            <a:endParaRPr lang="fr-FR" altLang="fr-FR" smtClean="0"/>
          </a:p>
          <a:p>
            <a:r>
              <a:rPr lang="fr-FR" altLang="fr-FR" smtClean="0"/>
              <a:t>9- LE PREMIER, LE DERNIER TU ES MON TOUT</a:t>
            </a:r>
          </a:p>
          <a:p>
            <a:r>
              <a:rPr lang="fr-FR" altLang="fr-FR" smtClean="0"/>
              <a:t>You are the first, the last, my everything</a:t>
            </a:r>
          </a:p>
          <a:p>
            <a:endParaRPr lang="fr-FR" altLang="fr-FR" smtClean="0"/>
          </a:p>
          <a:p>
            <a:r>
              <a:rPr lang="fr-FR" altLang="fr-FR" smtClean="0"/>
              <a:t>10- MON RÊVE ACCOMPLI TU ES TOUTE MA VIE</a:t>
            </a:r>
          </a:p>
          <a:p>
            <a:r>
              <a:rPr lang="fr-FR" altLang="fr-FR" smtClean="0"/>
              <a:t>You’re my dream come true Since I felt for You </a:t>
            </a:r>
          </a:p>
          <a:p>
            <a:endParaRPr lang="fr-FR" altLang="fr-FR" smtClean="0"/>
          </a:p>
          <a:p>
            <a:r>
              <a:rPr lang="fr-FR" altLang="fr-FR" smtClean="0"/>
              <a:t>11- TANT QUE J'EXISTERAI JE TE CHANTERAI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12- 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13- TA LUMIÈRE EN MOI</a:t>
            </a:r>
          </a:p>
          <a:p>
            <a:r>
              <a:rPr lang="fr-FR" altLang="fr-FR" smtClean="0"/>
              <a:t> You’re light in me</a:t>
            </a:r>
          </a:p>
          <a:p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5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1-TANT QUE J'EXISTERAI, JE TE CHANTERAI 		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2-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TU ES LA SOURCE DE TOUTE MA VIE</a:t>
            </a:r>
          </a:p>
          <a:p>
            <a:pPr>
              <a:defRPr/>
            </a:pPr>
            <a:r>
              <a:rPr lang="fr-FR" altLang="fr-FR" smtClean="0"/>
              <a:t>You are the source All I ever’ll be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 TA MAIN M'ÉLÈVE  PLUS HAUT QUE MES DÉFIS</a:t>
            </a:r>
          </a:p>
          <a:p>
            <a:pPr>
              <a:defRPr/>
            </a:pPr>
            <a:r>
              <a:rPr lang="fr-FR" altLang="fr-FR" smtClean="0"/>
              <a:t>You’re left beyond High above the stars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JE N'AI QU'UN CHANT DE LOUANGE DE RECONNAISSANCE POUR TOI SEUL  </a:t>
            </a:r>
          </a:p>
          <a:p>
            <a:pPr>
              <a:defRPr/>
            </a:pPr>
            <a:r>
              <a:rPr lang="fr-FR" altLang="fr-FR" smtClean="0"/>
              <a:t>There is no other song Than the song of praise For You I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AUCUNE RAISON N'EST PLUS BELLE QUE DE TE LOUER 	</a:t>
            </a:r>
          </a:p>
          <a:p>
            <a:pPr>
              <a:defRPr/>
            </a:pPr>
            <a:r>
              <a:rPr lang="fr-FR" altLang="fr-FR" smtClean="0"/>
              <a:t>There is no other reason That can make me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7- TA PUISSANCE DANS MA VIE  EST SI VRAIE</a:t>
            </a:r>
          </a:p>
          <a:p>
            <a:pPr>
              <a:defRPr/>
            </a:pPr>
            <a:r>
              <a:rPr lang="fr-FR" altLang="fr-FR" smtClean="0"/>
              <a:t>And the power that You give me is real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8- ET JE LA RESSENS COULER EN MOI </a:t>
            </a:r>
          </a:p>
          <a:p>
            <a:pPr>
              <a:defRPr/>
            </a:pPr>
            <a:r>
              <a:rPr lang="fr-FR" altLang="fr-FR" smtClean="0"/>
              <a:t>I can feel You flowing in 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 LE PREMIER, LE DERNIER TU ES MON TOUT</a:t>
            </a:r>
          </a:p>
          <a:p>
            <a:pPr>
              <a:defRPr/>
            </a:pPr>
            <a:r>
              <a:rPr lang="fr-FR" altLang="fr-FR" smtClean="0"/>
              <a:t>You are the first, the last, my everything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MON RÊVE ACCOMPLI TU ES TOUTE MA VIE</a:t>
            </a:r>
          </a:p>
          <a:p>
            <a:pPr>
              <a:defRPr/>
            </a:pPr>
            <a:r>
              <a:rPr lang="fr-FR" altLang="fr-FR" smtClean="0"/>
              <a:t>You’re my dream come true Since I felt for You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11- TANT QUE J'EXISTERAI JE TE CHANTERAI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12- 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TA LUMIÈRE EN MOI</a:t>
            </a:r>
          </a:p>
          <a:p>
            <a:pPr>
              <a:defRPr/>
            </a:pPr>
            <a:r>
              <a:rPr lang="fr-FR" altLang="fr-FR" smtClean="0"/>
              <a:t> You’re light in me</a:t>
            </a:r>
          </a:p>
          <a:p>
            <a:pPr>
              <a:defRPr/>
            </a:pPr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1-TANT QUE J'EXISTERAI, JE TE CHANTERAI 		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2-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3- TU ES LA SOURCE DE TOUTE MA VIE</a:t>
            </a:r>
          </a:p>
          <a:p>
            <a:r>
              <a:rPr lang="fr-FR" altLang="fr-FR" smtClean="0"/>
              <a:t>You are the source All I ever’ll be</a:t>
            </a:r>
          </a:p>
          <a:p>
            <a:endParaRPr lang="fr-FR" altLang="fr-FR" smtClean="0"/>
          </a:p>
          <a:p>
            <a:r>
              <a:rPr lang="fr-FR" altLang="fr-FR" smtClean="0"/>
              <a:t>4- TA MAIN M'ÉLÈVE  PLUS HAUT QUE MES DÉFIS</a:t>
            </a:r>
          </a:p>
          <a:p>
            <a:r>
              <a:rPr lang="fr-FR" altLang="fr-FR" smtClean="0"/>
              <a:t>You’re left beyond High above the stars</a:t>
            </a:r>
          </a:p>
          <a:p>
            <a:endParaRPr lang="fr-FR" altLang="fr-FR" smtClean="0"/>
          </a:p>
          <a:p>
            <a:r>
              <a:rPr lang="fr-FR" altLang="fr-FR" smtClean="0"/>
              <a:t>5- JE N'AI QU'UN CHANT DE LOUANGE DE RECONNAISSANCE POUR TOI SEUL  </a:t>
            </a:r>
          </a:p>
          <a:p>
            <a:r>
              <a:rPr lang="fr-FR" altLang="fr-FR" smtClean="0"/>
              <a:t>There is no other song Than the song of praise For You I sing</a:t>
            </a:r>
          </a:p>
          <a:p>
            <a:endParaRPr lang="fr-FR" altLang="fr-FR" smtClean="0"/>
          </a:p>
          <a:p>
            <a:r>
              <a:rPr lang="fr-FR" altLang="fr-FR" smtClean="0"/>
              <a:t>6-  AUCUNE RAISON N'EST PLUS BELLE QUE DE TE LOUER 	</a:t>
            </a:r>
          </a:p>
          <a:p>
            <a:r>
              <a:rPr lang="fr-FR" altLang="fr-FR" smtClean="0"/>
              <a:t>There is no other reason That can make me sing</a:t>
            </a:r>
          </a:p>
          <a:p>
            <a:endParaRPr lang="fr-FR" altLang="fr-FR" smtClean="0"/>
          </a:p>
          <a:p>
            <a:r>
              <a:rPr lang="fr-FR" altLang="fr-FR" smtClean="0"/>
              <a:t>7- TA PUISSANCE DANS MA VIE  EST SI VRAIE</a:t>
            </a:r>
          </a:p>
          <a:p>
            <a:r>
              <a:rPr lang="fr-FR" altLang="fr-FR" smtClean="0"/>
              <a:t>And the power that You give me is real</a:t>
            </a:r>
          </a:p>
          <a:p>
            <a:endParaRPr lang="fr-FR" altLang="fr-FR" smtClean="0"/>
          </a:p>
          <a:p>
            <a:r>
              <a:rPr lang="fr-FR" altLang="fr-FR" smtClean="0"/>
              <a:t>8- ET JE LA RESSENS COULER EN MOI </a:t>
            </a:r>
          </a:p>
          <a:p>
            <a:r>
              <a:rPr lang="fr-FR" altLang="fr-FR" smtClean="0"/>
              <a:t>I can feel You flowing in me</a:t>
            </a:r>
          </a:p>
          <a:p>
            <a:endParaRPr lang="fr-FR" altLang="fr-FR" smtClean="0"/>
          </a:p>
          <a:p>
            <a:r>
              <a:rPr lang="fr-FR" altLang="fr-FR" smtClean="0"/>
              <a:t>9- LE PREMIER, LE DERNIER TU ES MON TOUT</a:t>
            </a:r>
          </a:p>
          <a:p>
            <a:r>
              <a:rPr lang="fr-FR" altLang="fr-FR" smtClean="0"/>
              <a:t>You are the first, the last, my everything</a:t>
            </a:r>
          </a:p>
          <a:p>
            <a:endParaRPr lang="fr-FR" altLang="fr-FR" smtClean="0"/>
          </a:p>
          <a:p>
            <a:r>
              <a:rPr lang="fr-FR" altLang="fr-FR" smtClean="0"/>
              <a:t>10- MON RÊVE ACCOMPLI TU ES TOUTE MA VIE</a:t>
            </a:r>
          </a:p>
          <a:p>
            <a:r>
              <a:rPr lang="fr-FR" altLang="fr-FR" smtClean="0"/>
              <a:t>You’re my dream come true Since I felt for You </a:t>
            </a:r>
          </a:p>
          <a:p>
            <a:endParaRPr lang="fr-FR" altLang="fr-FR" smtClean="0"/>
          </a:p>
          <a:p>
            <a:r>
              <a:rPr lang="fr-FR" altLang="fr-FR" smtClean="0"/>
              <a:t>11- TANT QUE J'EXISTERAI JE TE CHANTERAI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12- 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13- TA LUMIÈRE EN MOI</a:t>
            </a:r>
          </a:p>
          <a:p>
            <a:r>
              <a:rPr lang="fr-FR" altLang="fr-FR" smtClean="0"/>
              <a:t> You’re light in me</a:t>
            </a:r>
          </a:p>
          <a:p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1-TANT QUE J'EXISTERAI, JE TE CHANTERAI 		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2-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TU ES LA SOURCE DE TOUTE MA VIE</a:t>
            </a:r>
          </a:p>
          <a:p>
            <a:pPr>
              <a:defRPr/>
            </a:pPr>
            <a:r>
              <a:rPr lang="fr-FR" altLang="fr-FR" smtClean="0"/>
              <a:t>You are the source All I ever’ll be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 TA MAIN M'ÉLÈVE  PLUS HAUT QUE MES DÉFIS</a:t>
            </a:r>
          </a:p>
          <a:p>
            <a:pPr>
              <a:defRPr/>
            </a:pPr>
            <a:r>
              <a:rPr lang="fr-FR" altLang="fr-FR" smtClean="0"/>
              <a:t>You’re left beyond High above the stars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JE N'AI QU'UN CHANT DE LOUANGE DE RECONNAISSANCE POUR TOI SEUL  </a:t>
            </a:r>
          </a:p>
          <a:p>
            <a:pPr>
              <a:defRPr/>
            </a:pPr>
            <a:r>
              <a:rPr lang="fr-FR" altLang="fr-FR" smtClean="0"/>
              <a:t>There is no other song Than the song of praise For You I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AUCUNE RAISON N'EST PLUS BELLE QUE DE TE LOUER 	</a:t>
            </a:r>
          </a:p>
          <a:p>
            <a:pPr>
              <a:defRPr/>
            </a:pPr>
            <a:r>
              <a:rPr lang="fr-FR" altLang="fr-FR" smtClean="0"/>
              <a:t>There is no other reason That can make me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7- TA PUISSANCE DANS MA VIE  EST SI VRAIE</a:t>
            </a:r>
          </a:p>
          <a:p>
            <a:pPr>
              <a:defRPr/>
            </a:pPr>
            <a:r>
              <a:rPr lang="fr-FR" altLang="fr-FR" smtClean="0"/>
              <a:t>And the power that You give me is real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8- ET JE LA RESSENS COULER EN MOI </a:t>
            </a:r>
          </a:p>
          <a:p>
            <a:pPr>
              <a:defRPr/>
            </a:pPr>
            <a:r>
              <a:rPr lang="fr-FR" altLang="fr-FR" smtClean="0"/>
              <a:t>I can feel You flowing in 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 LE PREMIER, LE DERNIER TU ES MON TOUT</a:t>
            </a:r>
          </a:p>
          <a:p>
            <a:pPr>
              <a:defRPr/>
            </a:pPr>
            <a:r>
              <a:rPr lang="fr-FR" altLang="fr-FR" smtClean="0"/>
              <a:t>You are the first, the last, my everything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MON RÊVE ACCOMPLI TU ES TOUTE MA VIE</a:t>
            </a:r>
          </a:p>
          <a:p>
            <a:pPr>
              <a:defRPr/>
            </a:pPr>
            <a:r>
              <a:rPr lang="fr-FR" altLang="fr-FR" smtClean="0"/>
              <a:t>You’re my dream come true Since I felt for You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11- TANT QUE J'EXISTERAI JE TE CHANTERAI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12- 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TA LUMIÈRE EN MOI</a:t>
            </a:r>
          </a:p>
          <a:p>
            <a:pPr>
              <a:defRPr/>
            </a:pPr>
            <a:r>
              <a:rPr lang="fr-FR" altLang="fr-FR" smtClean="0"/>
              <a:t> You’re light in me</a:t>
            </a:r>
          </a:p>
          <a:p>
            <a:pPr>
              <a:defRPr/>
            </a:pPr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1-TANT QUE J'EXISTERAI, JE TE CHANTERAI 		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2-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3- TU ES LA SOURCE DE TOUTE MA VIE</a:t>
            </a:r>
          </a:p>
          <a:p>
            <a:r>
              <a:rPr lang="fr-FR" altLang="fr-FR" smtClean="0"/>
              <a:t>You are the source All I ever’ll be</a:t>
            </a:r>
          </a:p>
          <a:p>
            <a:endParaRPr lang="fr-FR" altLang="fr-FR" smtClean="0"/>
          </a:p>
          <a:p>
            <a:r>
              <a:rPr lang="fr-FR" altLang="fr-FR" smtClean="0"/>
              <a:t>4- TA MAIN M'ÉLÈVE  PLUS HAUT QUE MES DÉFIS</a:t>
            </a:r>
          </a:p>
          <a:p>
            <a:r>
              <a:rPr lang="fr-FR" altLang="fr-FR" smtClean="0"/>
              <a:t>You’re left beyond High above the stars</a:t>
            </a:r>
          </a:p>
          <a:p>
            <a:endParaRPr lang="fr-FR" altLang="fr-FR" smtClean="0"/>
          </a:p>
          <a:p>
            <a:r>
              <a:rPr lang="fr-FR" altLang="fr-FR" smtClean="0"/>
              <a:t>5- JE N'AI QU'UN CHANT DE LOUANGE DE RECONNAISSANCE POUR TOI SEUL  </a:t>
            </a:r>
          </a:p>
          <a:p>
            <a:r>
              <a:rPr lang="fr-FR" altLang="fr-FR" smtClean="0"/>
              <a:t>There is no other song Than the song of praise For You I sing</a:t>
            </a:r>
          </a:p>
          <a:p>
            <a:endParaRPr lang="fr-FR" altLang="fr-FR" smtClean="0"/>
          </a:p>
          <a:p>
            <a:r>
              <a:rPr lang="fr-FR" altLang="fr-FR" smtClean="0"/>
              <a:t>6-  AUCUNE RAISON N'EST PLUS BELLE QUE DE TE LOUER 	</a:t>
            </a:r>
          </a:p>
          <a:p>
            <a:r>
              <a:rPr lang="fr-FR" altLang="fr-FR" smtClean="0"/>
              <a:t>There is no other reason That can make me sing</a:t>
            </a:r>
          </a:p>
          <a:p>
            <a:endParaRPr lang="fr-FR" altLang="fr-FR" smtClean="0"/>
          </a:p>
          <a:p>
            <a:r>
              <a:rPr lang="fr-FR" altLang="fr-FR" smtClean="0"/>
              <a:t>7- TA PUISSANCE DANS MA VIE  EST SI VRAIE</a:t>
            </a:r>
          </a:p>
          <a:p>
            <a:r>
              <a:rPr lang="fr-FR" altLang="fr-FR" smtClean="0"/>
              <a:t>And the power that You give me is real</a:t>
            </a:r>
          </a:p>
          <a:p>
            <a:endParaRPr lang="fr-FR" altLang="fr-FR" smtClean="0"/>
          </a:p>
          <a:p>
            <a:r>
              <a:rPr lang="fr-FR" altLang="fr-FR" smtClean="0"/>
              <a:t>8- ET JE LA RESSENS COULER EN MOI </a:t>
            </a:r>
          </a:p>
          <a:p>
            <a:r>
              <a:rPr lang="fr-FR" altLang="fr-FR" smtClean="0"/>
              <a:t>I can feel You flowing in me</a:t>
            </a:r>
          </a:p>
          <a:p>
            <a:endParaRPr lang="fr-FR" altLang="fr-FR" smtClean="0"/>
          </a:p>
          <a:p>
            <a:r>
              <a:rPr lang="fr-FR" altLang="fr-FR" smtClean="0"/>
              <a:t>9- LE PREMIER, LE DERNIER TU ES MON TOUT</a:t>
            </a:r>
          </a:p>
          <a:p>
            <a:r>
              <a:rPr lang="fr-FR" altLang="fr-FR" smtClean="0"/>
              <a:t>You are the first, the last, my everything</a:t>
            </a:r>
          </a:p>
          <a:p>
            <a:endParaRPr lang="fr-FR" altLang="fr-FR" smtClean="0"/>
          </a:p>
          <a:p>
            <a:r>
              <a:rPr lang="fr-FR" altLang="fr-FR" smtClean="0"/>
              <a:t>10- MON RÊVE ACCOMPLI TU ES TOUTE MA VIE</a:t>
            </a:r>
          </a:p>
          <a:p>
            <a:r>
              <a:rPr lang="fr-FR" altLang="fr-FR" smtClean="0"/>
              <a:t>You’re my dream come true Since I felt for You </a:t>
            </a:r>
          </a:p>
          <a:p>
            <a:endParaRPr lang="fr-FR" altLang="fr-FR" smtClean="0"/>
          </a:p>
          <a:p>
            <a:r>
              <a:rPr lang="fr-FR" altLang="fr-FR" smtClean="0"/>
              <a:t>11- TANT QUE J'EXISTERAI JE TE CHANTERAI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12- 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13- TA LUMIÈRE EN MOI</a:t>
            </a:r>
          </a:p>
          <a:p>
            <a:r>
              <a:rPr lang="fr-FR" altLang="fr-FR" smtClean="0"/>
              <a:t> You’re light in me</a:t>
            </a:r>
          </a:p>
          <a:p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1-TANT QUE J'EXISTERAI, JE TE CHANTERAI 		</a:t>
            </a:r>
          </a:p>
          <a:p>
            <a:pPr>
              <a:defRPr/>
            </a:pPr>
            <a:r>
              <a:rPr lang="fr-FR" altLang="fr-FR" dirty="0" smtClean="0"/>
              <a:t>For the </a:t>
            </a:r>
            <a:r>
              <a:rPr lang="fr-FR" altLang="fr-FR" dirty="0" err="1" smtClean="0"/>
              <a:t>rest</a:t>
            </a:r>
            <a:r>
              <a:rPr lang="fr-FR" altLang="fr-FR" dirty="0" smtClean="0"/>
              <a:t> of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days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will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praise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2- INONDÉ DE TOI POUR QUE LE MONDE VOIE </a:t>
            </a:r>
          </a:p>
          <a:p>
            <a:pPr>
              <a:defRPr/>
            </a:pPr>
            <a:r>
              <a:rPr lang="fr-FR" altLang="fr-FR" dirty="0" err="1" smtClean="0"/>
              <a:t>Truly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filled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You For all the world to </a:t>
            </a:r>
            <a:r>
              <a:rPr lang="fr-FR" altLang="fr-FR" dirty="0" err="1" smtClean="0"/>
              <a:t>see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3- TU ES LA SOURCE DE TOUTE MA VIE</a:t>
            </a:r>
          </a:p>
          <a:p>
            <a:pPr>
              <a:defRPr/>
            </a:pPr>
            <a:r>
              <a:rPr lang="fr-FR" altLang="fr-FR" dirty="0" smtClean="0"/>
              <a:t>You are the source All I </a:t>
            </a:r>
            <a:r>
              <a:rPr lang="fr-FR" altLang="fr-FR" dirty="0" err="1" smtClean="0"/>
              <a:t>ever’ll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4- TA MAIN M'ÉLÈVE  PLUS HAUT QUE MES DÉFIS</a:t>
            </a:r>
          </a:p>
          <a:p>
            <a:pPr>
              <a:defRPr/>
            </a:pPr>
            <a:r>
              <a:rPr lang="fr-FR" altLang="fr-FR" dirty="0" err="1" smtClean="0"/>
              <a:t>You’re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left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beyond</a:t>
            </a:r>
            <a:r>
              <a:rPr lang="fr-FR" altLang="fr-FR" dirty="0" smtClean="0"/>
              <a:t> High </a:t>
            </a:r>
            <a:r>
              <a:rPr lang="fr-FR" altLang="fr-FR" dirty="0" err="1" smtClean="0"/>
              <a:t>above</a:t>
            </a:r>
            <a:r>
              <a:rPr lang="fr-FR" altLang="fr-FR" dirty="0" smtClean="0"/>
              <a:t> the stars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5- JE N'AI QU'UN CHANT DE LOUANGE DE RECONNAISSANCE POUR TOI SEUL  </a:t>
            </a:r>
          </a:p>
          <a:p>
            <a:pPr>
              <a:defRPr/>
            </a:pPr>
            <a:r>
              <a:rPr lang="fr-FR" altLang="fr-FR" dirty="0" smtClean="0"/>
              <a:t>There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no </a:t>
            </a:r>
            <a:r>
              <a:rPr lang="fr-FR" altLang="fr-FR" dirty="0" err="1" smtClean="0"/>
              <a:t>other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song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Than</a:t>
            </a:r>
            <a:r>
              <a:rPr lang="fr-FR" altLang="fr-FR" dirty="0" smtClean="0"/>
              <a:t> the </a:t>
            </a:r>
            <a:r>
              <a:rPr lang="fr-FR" altLang="fr-FR" dirty="0" err="1" smtClean="0"/>
              <a:t>song</a:t>
            </a:r>
            <a:r>
              <a:rPr lang="fr-FR" altLang="fr-FR" dirty="0" smtClean="0"/>
              <a:t> of </a:t>
            </a:r>
            <a:r>
              <a:rPr lang="fr-FR" altLang="fr-FR" dirty="0" err="1" smtClean="0"/>
              <a:t>praise</a:t>
            </a:r>
            <a:r>
              <a:rPr lang="fr-FR" altLang="fr-FR" dirty="0" smtClean="0"/>
              <a:t> For You I </a:t>
            </a:r>
            <a:r>
              <a:rPr lang="fr-FR" altLang="fr-FR" dirty="0" err="1" smtClean="0"/>
              <a:t>sing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6-  AUCUNE RAISON N'EST PLUS BELLE QUE DE TE LOUER 	</a:t>
            </a:r>
          </a:p>
          <a:p>
            <a:pPr>
              <a:defRPr/>
            </a:pPr>
            <a:r>
              <a:rPr lang="fr-FR" altLang="fr-FR" dirty="0" smtClean="0"/>
              <a:t>There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no </a:t>
            </a:r>
            <a:r>
              <a:rPr lang="fr-FR" altLang="fr-FR" dirty="0" err="1" smtClean="0"/>
              <a:t>other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reason</a:t>
            </a:r>
            <a:r>
              <a:rPr lang="fr-FR" altLang="fr-FR" dirty="0" smtClean="0"/>
              <a:t> That </a:t>
            </a:r>
            <a:r>
              <a:rPr lang="fr-FR" altLang="fr-FR" dirty="0" err="1" smtClean="0"/>
              <a:t>can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make</a:t>
            </a:r>
            <a:r>
              <a:rPr lang="fr-FR" altLang="fr-FR" dirty="0" smtClean="0"/>
              <a:t> me </a:t>
            </a:r>
            <a:r>
              <a:rPr lang="fr-FR" altLang="fr-FR" dirty="0" err="1" smtClean="0"/>
              <a:t>sing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7- TA PUISSANCE DANS MA VIE  EST SI VRAIE</a:t>
            </a:r>
          </a:p>
          <a:p>
            <a:pPr>
              <a:defRPr/>
            </a:pPr>
            <a:r>
              <a:rPr lang="fr-FR" altLang="fr-FR" dirty="0" smtClean="0"/>
              <a:t>And the power </a:t>
            </a:r>
            <a:r>
              <a:rPr lang="fr-FR" altLang="fr-FR" dirty="0" err="1" smtClean="0"/>
              <a:t>that</a:t>
            </a:r>
            <a:r>
              <a:rPr lang="fr-FR" altLang="fr-FR" dirty="0" smtClean="0"/>
              <a:t> You </a:t>
            </a:r>
            <a:r>
              <a:rPr lang="fr-FR" altLang="fr-FR" dirty="0" err="1" smtClean="0"/>
              <a:t>give</a:t>
            </a:r>
            <a:r>
              <a:rPr lang="fr-FR" altLang="fr-FR" dirty="0" smtClean="0"/>
              <a:t> me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real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8- ET JE LA RESSENS COULER EN MOI </a:t>
            </a:r>
          </a:p>
          <a:p>
            <a:pPr>
              <a:defRPr/>
            </a:pPr>
            <a:r>
              <a:rPr lang="fr-FR" altLang="fr-FR" dirty="0" smtClean="0"/>
              <a:t>I </a:t>
            </a:r>
            <a:r>
              <a:rPr lang="fr-FR" altLang="fr-FR" dirty="0" err="1" smtClean="0"/>
              <a:t>can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feel</a:t>
            </a:r>
            <a:r>
              <a:rPr lang="fr-FR" altLang="fr-FR" dirty="0" smtClean="0"/>
              <a:t> You </a:t>
            </a:r>
            <a:r>
              <a:rPr lang="fr-FR" altLang="fr-FR" dirty="0" err="1" smtClean="0"/>
              <a:t>flowing</a:t>
            </a:r>
            <a:r>
              <a:rPr lang="fr-FR" altLang="fr-FR" dirty="0" smtClean="0"/>
              <a:t> in me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9- LE PREMIER, LE DERNIER TU ES MON TOUT</a:t>
            </a:r>
          </a:p>
          <a:p>
            <a:pPr>
              <a:defRPr/>
            </a:pPr>
            <a:r>
              <a:rPr lang="fr-FR" altLang="fr-FR" dirty="0" smtClean="0"/>
              <a:t>You are the first, the last,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everything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10- MON RÊVE ACCOMPLI TU ES TOUTE MA VIE</a:t>
            </a:r>
          </a:p>
          <a:p>
            <a:pPr>
              <a:defRPr/>
            </a:pPr>
            <a:r>
              <a:rPr lang="fr-FR" altLang="fr-FR" dirty="0" err="1" smtClean="0"/>
              <a:t>You’re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dream</a:t>
            </a:r>
            <a:r>
              <a:rPr lang="fr-FR" altLang="fr-FR" dirty="0" smtClean="0"/>
              <a:t> come </a:t>
            </a:r>
            <a:r>
              <a:rPr lang="fr-FR" altLang="fr-FR" dirty="0" err="1" smtClean="0"/>
              <a:t>true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Since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felt</a:t>
            </a:r>
            <a:r>
              <a:rPr lang="fr-FR" altLang="fr-FR" dirty="0" smtClean="0"/>
              <a:t> for You 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11- TANT QUE J'EXISTERAI JE TE CHANTERAI</a:t>
            </a:r>
          </a:p>
          <a:p>
            <a:pPr>
              <a:defRPr/>
            </a:pPr>
            <a:r>
              <a:rPr lang="fr-FR" altLang="fr-FR" dirty="0" smtClean="0"/>
              <a:t>For the </a:t>
            </a:r>
            <a:r>
              <a:rPr lang="fr-FR" altLang="fr-FR" dirty="0" err="1" smtClean="0"/>
              <a:t>rest</a:t>
            </a:r>
            <a:r>
              <a:rPr lang="fr-FR" altLang="fr-FR" dirty="0" smtClean="0"/>
              <a:t> of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days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will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praise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12-  INONDÉ DE TOI POUR QUE LE MONDE VOIE </a:t>
            </a:r>
          </a:p>
          <a:p>
            <a:pPr>
              <a:defRPr/>
            </a:pPr>
            <a:r>
              <a:rPr lang="fr-FR" altLang="fr-FR" dirty="0" err="1" smtClean="0"/>
              <a:t>Truly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filled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You For all the world to </a:t>
            </a:r>
            <a:r>
              <a:rPr lang="fr-FR" altLang="fr-FR" dirty="0" err="1" smtClean="0"/>
              <a:t>see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13- TA LUMIÈRE EN MOI</a:t>
            </a:r>
          </a:p>
          <a:p>
            <a:pPr>
              <a:defRPr/>
            </a:pPr>
            <a:r>
              <a:rPr lang="fr-FR" altLang="fr-FR" dirty="0" smtClean="0"/>
              <a:t> </a:t>
            </a:r>
            <a:r>
              <a:rPr lang="fr-FR" altLang="fr-FR" dirty="0" err="1" smtClean="0"/>
              <a:t>You’re</a:t>
            </a:r>
            <a:r>
              <a:rPr lang="fr-FR" altLang="fr-FR" dirty="0" smtClean="0"/>
              <a:t> light in me</a:t>
            </a:r>
          </a:p>
          <a:p>
            <a:pPr>
              <a:defRPr/>
            </a:pPr>
            <a:r>
              <a:rPr lang="fr-FR" altLang="fr-FR" dirty="0" smtClean="0"/>
              <a:t/>
            </a:r>
            <a:br>
              <a:rPr lang="fr-FR" altLang="fr-FR" dirty="0" smtClean="0"/>
            </a:br>
            <a:endParaRPr lang="fr-FR" alt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1-TANT QUE J'EXISTERAI, JE TE CHANTERAI 		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2-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3- TU ES LA SOURCE DE TOUTE MA VIE</a:t>
            </a:r>
          </a:p>
          <a:p>
            <a:r>
              <a:rPr lang="fr-FR" altLang="fr-FR" smtClean="0"/>
              <a:t>You are the source All I ever’ll be</a:t>
            </a:r>
          </a:p>
          <a:p>
            <a:endParaRPr lang="fr-FR" altLang="fr-FR" smtClean="0"/>
          </a:p>
          <a:p>
            <a:r>
              <a:rPr lang="fr-FR" altLang="fr-FR" smtClean="0"/>
              <a:t>4- TA MAIN M'ÉLÈVE  PLUS HAUT QUE MES DÉFIS</a:t>
            </a:r>
          </a:p>
          <a:p>
            <a:r>
              <a:rPr lang="fr-FR" altLang="fr-FR" smtClean="0"/>
              <a:t>You’re left beyond High above the stars</a:t>
            </a:r>
          </a:p>
          <a:p>
            <a:endParaRPr lang="fr-FR" altLang="fr-FR" smtClean="0"/>
          </a:p>
          <a:p>
            <a:r>
              <a:rPr lang="fr-FR" altLang="fr-FR" smtClean="0"/>
              <a:t>5- JE N'AI QU'UN CHANT DE LOUANGE DE RECONNAISSANCE POUR TOI SEUL  </a:t>
            </a:r>
          </a:p>
          <a:p>
            <a:r>
              <a:rPr lang="fr-FR" altLang="fr-FR" smtClean="0"/>
              <a:t>There is no other song Than the song of praise For You I sing</a:t>
            </a:r>
          </a:p>
          <a:p>
            <a:endParaRPr lang="fr-FR" altLang="fr-FR" smtClean="0"/>
          </a:p>
          <a:p>
            <a:r>
              <a:rPr lang="fr-FR" altLang="fr-FR" smtClean="0"/>
              <a:t>6-  AUCUNE RAISON N'EST PLUS BELLE QUE DE TE LOUER 	</a:t>
            </a:r>
          </a:p>
          <a:p>
            <a:r>
              <a:rPr lang="fr-FR" altLang="fr-FR" smtClean="0"/>
              <a:t>There is no other reason That can make me sing</a:t>
            </a:r>
          </a:p>
          <a:p>
            <a:endParaRPr lang="fr-FR" altLang="fr-FR" smtClean="0"/>
          </a:p>
          <a:p>
            <a:r>
              <a:rPr lang="fr-FR" altLang="fr-FR" smtClean="0"/>
              <a:t>7- TA PUISSANCE DANS MA VIE  EST SI VRAIE</a:t>
            </a:r>
          </a:p>
          <a:p>
            <a:r>
              <a:rPr lang="fr-FR" altLang="fr-FR" smtClean="0"/>
              <a:t>And the power that You give me is real</a:t>
            </a:r>
          </a:p>
          <a:p>
            <a:endParaRPr lang="fr-FR" altLang="fr-FR" smtClean="0"/>
          </a:p>
          <a:p>
            <a:r>
              <a:rPr lang="fr-FR" altLang="fr-FR" smtClean="0"/>
              <a:t>8- ET JE LA RESSENS COULER EN MOI </a:t>
            </a:r>
          </a:p>
          <a:p>
            <a:r>
              <a:rPr lang="fr-FR" altLang="fr-FR" smtClean="0"/>
              <a:t>I can feel You flowing in me</a:t>
            </a:r>
          </a:p>
          <a:p>
            <a:endParaRPr lang="fr-FR" altLang="fr-FR" smtClean="0"/>
          </a:p>
          <a:p>
            <a:r>
              <a:rPr lang="fr-FR" altLang="fr-FR" smtClean="0"/>
              <a:t>9- LE PREMIER, LE DERNIER TU ES MON TOUT</a:t>
            </a:r>
          </a:p>
          <a:p>
            <a:r>
              <a:rPr lang="fr-FR" altLang="fr-FR" smtClean="0"/>
              <a:t>You are the first, the last, my everything</a:t>
            </a:r>
          </a:p>
          <a:p>
            <a:endParaRPr lang="fr-FR" altLang="fr-FR" smtClean="0"/>
          </a:p>
          <a:p>
            <a:r>
              <a:rPr lang="fr-FR" altLang="fr-FR" smtClean="0"/>
              <a:t>10- MON RÊVE ACCOMPLI TU ES TOUTE MA VIE</a:t>
            </a:r>
          </a:p>
          <a:p>
            <a:r>
              <a:rPr lang="fr-FR" altLang="fr-FR" smtClean="0"/>
              <a:t>You’re my dream come true Since I felt for You </a:t>
            </a:r>
          </a:p>
          <a:p>
            <a:endParaRPr lang="fr-FR" altLang="fr-FR" smtClean="0"/>
          </a:p>
          <a:p>
            <a:r>
              <a:rPr lang="fr-FR" altLang="fr-FR" smtClean="0"/>
              <a:t>11- TANT QUE J'EXISTERAI JE TE CHANTERAI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12- 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13- TA LUMIÈRE EN MOI</a:t>
            </a:r>
          </a:p>
          <a:p>
            <a:r>
              <a:rPr lang="fr-FR" altLang="fr-FR" smtClean="0"/>
              <a:t> You’re light in me</a:t>
            </a:r>
          </a:p>
          <a:p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1-TANT QUE J'EXISTERAI, JE TE CHANTERAI 		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2-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TU ES LA SOURCE DE TOUTE MA VIE</a:t>
            </a:r>
          </a:p>
          <a:p>
            <a:pPr>
              <a:defRPr/>
            </a:pPr>
            <a:r>
              <a:rPr lang="fr-FR" altLang="fr-FR" smtClean="0"/>
              <a:t>You are the source All I ever’ll be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 TA MAIN M'ÉLÈVE  PLUS HAUT QUE MES DÉFIS</a:t>
            </a:r>
          </a:p>
          <a:p>
            <a:pPr>
              <a:defRPr/>
            </a:pPr>
            <a:r>
              <a:rPr lang="fr-FR" altLang="fr-FR" smtClean="0"/>
              <a:t>You’re left beyond High above the stars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JE N'AI QU'UN CHANT DE LOUANGE DE RECONNAISSANCE POUR TOI SEUL  </a:t>
            </a:r>
          </a:p>
          <a:p>
            <a:pPr>
              <a:defRPr/>
            </a:pPr>
            <a:r>
              <a:rPr lang="fr-FR" altLang="fr-FR" smtClean="0"/>
              <a:t>There is no other song Than the song of praise For You I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AUCUNE RAISON N'EST PLUS BELLE QUE DE TE LOUER 	</a:t>
            </a:r>
          </a:p>
          <a:p>
            <a:pPr>
              <a:defRPr/>
            </a:pPr>
            <a:r>
              <a:rPr lang="fr-FR" altLang="fr-FR" smtClean="0"/>
              <a:t>There is no other reason That can make me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7- TA PUISSANCE DANS MA VIE  EST SI VRAIE</a:t>
            </a:r>
          </a:p>
          <a:p>
            <a:pPr>
              <a:defRPr/>
            </a:pPr>
            <a:r>
              <a:rPr lang="fr-FR" altLang="fr-FR" smtClean="0"/>
              <a:t>And the power that You give me is real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8- ET JE LA RESSENS COULER EN MOI </a:t>
            </a:r>
          </a:p>
          <a:p>
            <a:pPr>
              <a:defRPr/>
            </a:pPr>
            <a:r>
              <a:rPr lang="fr-FR" altLang="fr-FR" smtClean="0"/>
              <a:t>I can feel You flowing in 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 LE PREMIER, LE DERNIER TU ES MON TOUT</a:t>
            </a:r>
          </a:p>
          <a:p>
            <a:pPr>
              <a:defRPr/>
            </a:pPr>
            <a:r>
              <a:rPr lang="fr-FR" altLang="fr-FR" smtClean="0"/>
              <a:t>You are the first, the last, my everything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MON RÊVE ACCOMPLI TU ES TOUTE MA VIE</a:t>
            </a:r>
          </a:p>
          <a:p>
            <a:pPr>
              <a:defRPr/>
            </a:pPr>
            <a:r>
              <a:rPr lang="fr-FR" altLang="fr-FR" smtClean="0"/>
              <a:t>You’re my dream come true Since I felt for You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11- TANT QUE J'EXISTERAI JE TE CHANTERAI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12- 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TA LUMIÈRE EN MOI</a:t>
            </a:r>
          </a:p>
          <a:p>
            <a:pPr>
              <a:defRPr/>
            </a:pPr>
            <a:r>
              <a:rPr lang="fr-FR" altLang="fr-FR" smtClean="0"/>
              <a:t> You’re light in me</a:t>
            </a:r>
          </a:p>
          <a:p>
            <a:pPr>
              <a:defRPr/>
            </a:pPr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1-TANT QUE J'EXISTERAI, JE TE CHANTERAI 		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2-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3- TU ES LA SOURCE DE TOUTE MA VIE</a:t>
            </a:r>
          </a:p>
          <a:p>
            <a:r>
              <a:rPr lang="fr-FR" altLang="fr-FR" smtClean="0"/>
              <a:t>You are the source All I ever’ll be</a:t>
            </a:r>
          </a:p>
          <a:p>
            <a:endParaRPr lang="fr-FR" altLang="fr-FR" smtClean="0"/>
          </a:p>
          <a:p>
            <a:r>
              <a:rPr lang="fr-FR" altLang="fr-FR" smtClean="0"/>
              <a:t>4- TA MAIN M'ÉLÈVE  PLUS HAUT QUE MES DÉFIS</a:t>
            </a:r>
          </a:p>
          <a:p>
            <a:r>
              <a:rPr lang="fr-FR" altLang="fr-FR" smtClean="0"/>
              <a:t>You’re left beyond High above the stars</a:t>
            </a:r>
          </a:p>
          <a:p>
            <a:endParaRPr lang="fr-FR" altLang="fr-FR" smtClean="0"/>
          </a:p>
          <a:p>
            <a:r>
              <a:rPr lang="fr-FR" altLang="fr-FR" smtClean="0"/>
              <a:t>5- JE N'AI QU'UN CHANT DE LOUANGE DE RECONNAISSANCE POUR TOI SEUL  </a:t>
            </a:r>
          </a:p>
          <a:p>
            <a:r>
              <a:rPr lang="fr-FR" altLang="fr-FR" smtClean="0"/>
              <a:t>There is no other song Than the song of praise For You I sing</a:t>
            </a:r>
          </a:p>
          <a:p>
            <a:endParaRPr lang="fr-FR" altLang="fr-FR" smtClean="0"/>
          </a:p>
          <a:p>
            <a:r>
              <a:rPr lang="fr-FR" altLang="fr-FR" smtClean="0"/>
              <a:t>6-  AUCUNE RAISON N'EST PLUS BELLE QUE DE TE LOUER 	</a:t>
            </a:r>
          </a:p>
          <a:p>
            <a:r>
              <a:rPr lang="fr-FR" altLang="fr-FR" smtClean="0"/>
              <a:t>There is no other reason That can make me sing</a:t>
            </a:r>
          </a:p>
          <a:p>
            <a:endParaRPr lang="fr-FR" altLang="fr-FR" smtClean="0"/>
          </a:p>
          <a:p>
            <a:r>
              <a:rPr lang="fr-FR" altLang="fr-FR" smtClean="0"/>
              <a:t>7- TA PUISSANCE DANS MA VIE  EST SI VRAIE</a:t>
            </a:r>
          </a:p>
          <a:p>
            <a:r>
              <a:rPr lang="fr-FR" altLang="fr-FR" smtClean="0"/>
              <a:t>And the power that You give me is real</a:t>
            </a:r>
          </a:p>
          <a:p>
            <a:endParaRPr lang="fr-FR" altLang="fr-FR" smtClean="0"/>
          </a:p>
          <a:p>
            <a:r>
              <a:rPr lang="fr-FR" altLang="fr-FR" smtClean="0"/>
              <a:t>8- ET JE LA RESSENS COULER EN MOI </a:t>
            </a:r>
          </a:p>
          <a:p>
            <a:r>
              <a:rPr lang="fr-FR" altLang="fr-FR" smtClean="0"/>
              <a:t>I can feel You flowing in me</a:t>
            </a:r>
          </a:p>
          <a:p>
            <a:endParaRPr lang="fr-FR" altLang="fr-FR" smtClean="0"/>
          </a:p>
          <a:p>
            <a:r>
              <a:rPr lang="fr-FR" altLang="fr-FR" smtClean="0"/>
              <a:t>9- LE PREMIER, LE DERNIER TU ES MON TOUT</a:t>
            </a:r>
          </a:p>
          <a:p>
            <a:r>
              <a:rPr lang="fr-FR" altLang="fr-FR" smtClean="0"/>
              <a:t>You are the first, the last, my everything</a:t>
            </a:r>
          </a:p>
          <a:p>
            <a:endParaRPr lang="fr-FR" altLang="fr-FR" smtClean="0"/>
          </a:p>
          <a:p>
            <a:r>
              <a:rPr lang="fr-FR" altLang="fr-FR" smtClean="0"/>
              <a:t>10- MON RÊVE ACCOMPLI TU ES TOUTE MA VIE</a:t>
            </a:r>
          </a:p>
          <a:p>
            <a:r>
              <a:rPr lang="fr-FR" altLang="fr-FR" smtClean="0"/>
              <a:t>You’re my dream come true Since I felt for You </a:t>
            </a:r>
          </a:p>
          <a:p>
            <a:endParaRPr lang="fr-FR" altLang="fr-FR" smtClean="0"/>
          </a:p>
          <a:p>
            <a:r>
              <a:rPr lang="fr-FR" altLang="fr-FR" smtClean="0"/>
              <a:t>11- TANT QUE J'EXISTERAI JE TE CHANTERAI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12- 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13- TA LUMIÈRE EN MOI</a:t>
            </a:r>
          </a:p>
          <a:p>
            <a:r>
              <a:rPr lang="fr-FR" altLang="fr-FR" smtClean="0"/>
              <a:t> You’re light in me</a:t>
            </a:r>
          </a:p>
          <a:p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1-TANT QUE J'EXISTERAI, JE TE CHANTERAI 		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2-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TU ES LA SOURCE DE TOUTE MA VIE</a:t>
            </a:r>
          </a:p>
          <a:p>
            <a:pPr>
              <a:defRPr/>
            </a:pPr>
            <a:r>
              <a:rPr lang="fr-FR" altLang="fr-FR" smtClean="0"/>
              <a:t>You are the source All I ever’ll be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 TA MAIN M'ÉLÈVE  PLUS HAUT QUE MES DÉFIS</a:t>
            </a:r>
          </a:p>
          <a:p>
            <a:pPr>
              <a:defRPr/>
            </a:pPr>
            <a:r>
              <a:rPr lang="fr-FR" altLang="fr-FR" smtClean="0"/>
              <a:t>You’re left beyond High above the stars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JE N'AI QU'UN CHANT DE LOUANGE DE RECONNAISSANCE POUR TOI SEUL  </a:t>
            </a:r>
          </a:p>
          <a:p>
            <a:pPr>
              <a:defRPr/>
            </a:pPr>
            <a:r>
              <a:rPr lang="fr-FR" altLang="fr-FR" smtClean="0"/>
              <a:t>There is no other song Than the song of praise For You I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AUCUNE RAISON N'EST PLUS BELLE QUE DE TE LOUER 	</a:t>
            </a:r>
          </a:p>
          <a:p>
            <a:pPr>
              <a:defRPr/>
            </a:pPr>
            <a:r>
              <a:rPr lang="fr-FR" altLang="fr-FR" smtClean="0"/>
              <a:t>There is no other reason That can make me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7- TA PUISSANCE DANS MA VIE  EST SI VRAIE</a:t>
            </a:r>
          </a:p>
          <a:p>
            <a:pPr>
              <a:defRPr/>
            </a:pPr>
            <a:r>
              <a:rPr lang="fr-FR" altLang="fr-FR" smtClean="0"/>
              <a:t>And the power that You give me is real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8- ET JE LA RESSENS COULER EN MOI </a:t>
            </a:r>
          </a:p>
          <a:p>
            <a:pPr>
              <a:defRPr/>
            </a:pPr>
            <a:r>
              <a:rPr lang="fr-FR" altLang="fr-FR" smtClean="0"/>
              <a:t>I can feel You flowing in 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 LE PREMIER, LE DERNIER TU ES MON TOUT</a:t>
            </a:r>
          </a:p>
          <a:p>
            <a:pPr>
              <a:defRPr/>
            </a:pPr>
            <a:r>
              <a:rPr lang="fr-FR" altLang="fr-FR" smtClean="0"/>
              <a:t>You are the first, the last, my everything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MON RÊVE ACCOMPLI TU ES TOUTE MA VIE</a:t>
            </a:r>
          </a:p>
          <a:p>
            <a:pPr>
              <a:defRPr/>
            </a:pPr>
            <a:r>
              <a:rPr lang="fr-FR" altLang="fr-FR" smtClean="0"/>
              <a:t>You’re my dream come true Since I felt for You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11- TANT QUE J'EXISTERAI JE TE CHANTERAI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12- 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TA LUMIÈRE EN MOI</a:t>
            </a:r>
          </a:p>
          <a:p>
            <a:pPr>
              <a:defRPr/>
            </a:pPr>
            <a:r>
              <a:rPr lang="fr-FR" altLang="fr-FR" smtClean="0"/>
              <a:t> You’re light in me</a:t>
            </a:r>
          </a:p>
          <a:p>
            <a:pPr>
              <a:defRPr/>
            </a:pPr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1-TANT QUE J'EXISTERAI, JE TE CHANTERAI 		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2-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3- TU ES LA SOURCE DE TOUTE MA VIE</a:t>
            </a:r>
          </a:p>
          <a:p>
            <a:r>
              <a:rPr lang="fr-FR" altLang="fr-FR" smtClean="0"/>
              <a:t>You are the source All I ever’ll be</a:t>
            </a:r>
          </a:p>
          <a:p>
            <a:endParaRPr lang="fr-FR" altLang="fr-FR" smtClean="0"/>
          </a:p>
          <a:p>
            <a:r>
              <a:rPr lang="fr-FR" altLang="fr-FR" smtClean="0"/>
              <a:t>4- TA MAIN M'ÉLÈVE  PLUS HAUT QUE MES DÉFIS</a:t>
            </a:r>
          </a:p>
          <a:p>
            <a:r>
              <a:rPr lang="fr-FR" altLang="fr-FR" smtClean="0"/>
              <a:t>You’re left beyond High above the stars</a:t>
            </a:r>
          </a:p>
          <a:p>
            <a:endParaRPr lang="fr-FR" altLang="fr-FR" smtClean="0"/>
          </a:p>
          <a:p>
            <a:r>
              <a:rPr lang="fr-FR" altLang="fr-FR" smtClean="0"/>
              <a:t>5- JE N'AI QU'UN CHANT DE LOUANGE DE RECONNAISSANCE POUR TOI SEUL  </a:t>
            </a:r>
          </a:p>
          <a:p>
            <a:r>
              <a:rPr lang="fr-FR" altLang="fr-FR" smtClean="0"/>
              <a:t>There is no other song Than the song of praise For You I sing</a:t>
            </a:r>
          </a:p>
          <a:p>
            <a:endParaRPr lang="fr-FR" altLang="fr-FR" smtClean="0"/>
          </a:p>
          <a:p>
            <a:r>
              <a:rPr lang="fr-FR" altLang="fr-FR" smtClean="0"/>
              <a:t>6-  AUCUNE RAISON N'EST PLUS BELLE QUE DE TE LOUER 	</a:t>
            </a:r>
          </a:p>
          <a:p>
            <a:r>
              <a:rPr lang="fr-FR" altLang="fr-FR" smtClean="0"/>
              <a:t>There is no other reason That can make me sing</a:t>
            </a:r>
          </a:p>
          <a:p>
            <a:endParaRPr lang="fr-FR" altLang="fr-FR" smtClean="0"/>
          </a:p>
          <a:p>
            <a:r>
              <a:rPr lang="fr-FR" altLang="fr-FR" smtClean="0"/>
              <a:t>7- TA PUISSANCE DANS MA VIE  EST SI VRAIE</a:t>
            </a:r>
          </a:p>
          <a:p>
            <a:r>
              <a:rPr lang="fr-FR" altLang="fr-FR" smtClean="0"/>
              <a:t>And the power that You give me is real</a:t>
            </a:r>
          </a:p>
          <a:p>
            <a:endParaRPr lang="fr-FR" altLang="fr-FR" smtClean="0"/>
          </a:p>
          <a:p>
            <a:r>
              <a:rPr lang="fr-FR" altLang="fr-FR" smtClean="0"/>
              <a:t>8- ET JE LA RESSENS COULER EN MOI </a:t>
            </a:r>
          </a:p>
          <a:p>
            <a:r>
              <a:rPr lang="fr-FR" altLang="fr-FR" smtClean="0"/>
              <a:t>I can feel You flowing in me</a:t>
            </a:r>
          </a:p>
          <a:p>
            <a:endParaRPr lang="fr-FR" altLang="fr-FR" smtClean="0"/>
          </a:p>
          <a:p>
            <a:r>
              <a:rPr lang="fr-FR" altLang="fr-FR" smtClean="0"/>
              <a:t>9- LE PREMIER, LE DERNIER TU ES MON TOUT</a:t>
            </a:r>
          </a:p>
          <a:p>
            <a:r>
              <a:rPr lang="fr-FR" altLang="fr-FR" smtClean="0"/>
              <a:t>You are the first, the last, my everything</a:t>
            </a:r>
          </a:p>
          <a:p>
            <a:endParaRPr lang="fr-FR" altLang="fr-FR" smtClean="0"/>
          </a:p>
          <a:p>
            <a:r>
              <a:rPr lang="fr-FR" altLang="fr-FR" smtClean="0"/>
              <a:t>10- MON RÊVE ACCOMPLI TU ES TOUTE MA VIE</a:t>
            </a:r>
          </a:p>
          <a:p>
            <a:r>
              <a:rPr lang="fr-FR" altLang="fr-FR" smtClean="0"/>
              <a:t>You’re my dream come true Since I felt for You </a:t>
            </a:r>
          </a:p>
          <a:p>
            <a:endParaRPr lang="fr-FR" altLang="fr-FR" smtClean="0"/>
          </a:p>
          <a:p>
            <a:r>
              <a:rPr lang="fr-FR" altLang="fr-FR" smtClean="0"/>
              <a:t>11- TANT QUE J'EXISTERAI JE TE CHANTERAI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12- 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13- TA LUMIÈRE EN MOI</a:t>
            </a:r>
          </a:p>
          <a:p>
            <a:r>
              <a:rPr lang="fr-FR" altLang="fr-FR" smtClean="0"/>
              <a:t> You’re light in me</a:t>
            </a:r>
          </a:p>
          <a:p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1-TANT QUE J'EXISTERAI, JE TE CHANTERAI 		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2-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TU ES LA SOURCE DE TOUTE MA VIE</a:t>
            </a:r>
          </a:p>
          <a:p>
            <a:pPr>
              <a:defRPr/>
            </a:pPr>
            <a:r>
              <a:rPr lang="fr-FR" altLang="fr-FR" smtClean="0"/>
              <a:t>You are the source All I ever’ll be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 TA MAIN M'ÉLÈVE  PLUS HAUT QUE MES DÉFIS</a:t>
            </a:r>
          </a:p>
          <a:p>
            <a:pPr>
              <a:defRPr/>
            </a:pPr>
            <a:r>
              <a:rPr lang="fr-FR" altLang="fr-FR" smtClean="0"/>
              <a:t>You’re left beyond High above the stars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JE N'AI QU'UN CHANT DE LOUANGE DE RECONNAISSANCE POUR TOI SEUL  </a:t>
            </a:r>
          </a:p>
          <a:p>
            <a:pPr>
              <a:defRPr/>
            </a:pPr>
            <a:r>
              <a:rPr lang="fr-FR" altLang="fr-FR" smtClean="0"/>
              <a:t>There is no other song Than the song of praise For You I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AUCUNE RAISON N'EST PLUS BELLE QUE DE TE LOUER 	</a:t>
            </a:r>
          </a:p>
          <a:p>
            <a:pPr>
              <a:defRPr/>
            </a:pPr>
            <a:r>
              <a:rPr lang="fr-FR" altLang="fr-FR" smtClean="0"/>
              <a:t>There is no other reason That can make me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7- TA PUISSANCE DANS MA VIE  EST SI VRAIE</a:t>
            </a:r>
          </a:p>
          <a:p>
            <a:pPr>
              <a:defRPr/>
            </a:pPr>
            <a:r>
              <a:rPr lang="fr-FR" altLang="fr-FR" smtClean="0"/>
              <a:t>And the power that You give me is real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8- ET JE LA RESSENS COULER EN MOI </a:t>
            </a:r>
          </a:p>
          <a:p>
            <a:pPr>
              <a:defRPr/>
            </a:pPr>
            <a:r>
              <a:rPr lang="fr-FR" altLang="fr-FR" smtClean="0"/>
              <a:t>I can feel You flowing in 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 LE PREMIER, LE DERNIER TU ES MON TOUT</a:t>
            </a:r>
          </a:p>
          <a:p>
            <a:pPr>
              <a:defRPr/>
            </a:pPr>
            <a:r>
              <a:rPr lang="fr-FR" altLang="fr-FR" smtClean="0"/>
              <a:t>You are the first, the last, my everything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MON RÊVE ACCOMPLI TU ES TOUTE MA VIE</a:t>
            </a:r>
          </a:p>
          <a:p>
            <a:pPr>
              <a:defRPr/>
            </a:pPr>
            <a:r>
              <a:rPr lang="fr-FR" altLang="fr-FR" smtClean="0"/>
              <a:t>You’re my dream come true Since I felt for You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11- TANT QUE J'EXISTERAI JE TE CHANTERAI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12- 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TA LUMIÈRE EN MOI</a:t>
            </a:r>
          </a:p>
          <a:p>
            <a:pPr>
              <a:defRPr/>
            </a:pPr>
            <a:r>
              <a:rPr lang="fr-FR" altLang="fr-FR" smtClean="0"/>
              <a:t> You’re light in me</a:t>
            </a:r>
          </a:p>
          <a:p>
            <a:pPr>
              <a:defRPr/>
            </a:pPr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1-TANT QUE J'EXISTERAI, JE TE CHANTERAI 		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2-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3- TU ES LA SOURCE DE TOUTE MA VIE</a:t>
            </a:r>
          </a:p>
          <a:p>
            <a:r>
              <a:rPr lang="fr-FR" altLang="fr-FR" smtClean="0"/>
              <a:t>You are the source All I ever’ll be</a:t>
            </a:r>
          </a:p>
          <a:p>
            <a:endParaRPr lang="fr-FR" altLang="fr-FR" smtClean="0"/>
          </a:p>
          <a:p>
            <a:r>
              <a:rPr lang="fr-FR" altLang="fr-FR" smtClean="0"/>
              <a:t>4- TA MAIN M'ÉLÈVE  PLUS HAUT QUE MES DÉFIS</a:t>
            </a:r>
          </a:p>
          <a:p>
            <a:r>
              <a:rPr lang="fr-FR" altLang="fr-FR" smtClean="0"/>
              <a:t>You’re left beyond High above the stars</a:t>
            </a:r>
          </a:p>
          <a:p>
            <a:endParaRPr lang="fr-FR" altLang="fr-FR" smtClean="0"/>
          </a:p>
          <a:p>
            <a:r>
              <a:rPr lang="fr-FR" altLang="fr-FR" smtClean="0"/>
              <a:t>5- JE N'AI QU'UN CHANT DE LOUANGE DE RECONNAISSANCE POUR TOI SEUL  </a:t>
            </a:r>
          </a:p>
          <a:p>
            <a:r>
              <a:rPr lang="fr-FR" altLang="fr-FR" smtClean="0"/>
              <a:t>There is no other song Than the song of praise For You I sing</a:t>
            </a:r>
          </a:p>
          <a:p>
            <a:endParaRPr lang="fr-FR" altLang="fr-FR" smtClean="0"/>
          </a:p>
          <a:p>
            <a:r>
              <a:rPr lang="fr-FR" altLang="fr-FR" smtClean="0"/>
              <a:t>6-  AUCUNE RAISON N'EST PLUS BELLE QUE DE TE LOUER 	</a:t>
            </a:r>
          </a:p>
          <a:p>
            <a:r>
              <a:rPr lang="fr-FR" altLang="fr-FR" smtClean="0"/>
              <a:t>There is no other reason That can make me sing</a:t>
            </a:r>
          </a:p>
          <a:p>
            <a:endParaRPr lang="fr-FR" altLang="fr-FR" smtClean="0"/>
          </a:p>
          <a:p>
            <a:r>
              <a:rPr lang="fr-FR" altLang="fr-FR" smtClean="0"/>
              <a:t>7- TA PUISSANCE DANS MA VIE  EST SI VRAIE</a:t>
            </a:r>
          </a:p>
          <a:p>
            <a:r>
              <a:rPr lang="fr-FR" altLang="fr-FR" smtClean="0"/>
              <a:t>And the power that You give me is real</a:t>
            </a:r>
          </a:p>
          <a:p>
            <a:endParaRPr lang="fr-FR" altLang="fr-FR" smtClean="0"/>
          </a:p>
          <a:p>
            <a:r>
              <a:rPr lang="fr-FR" altLang="fr-FR" smtClean="0"/>
              <a:t>8- ET JE LA RESSENS COULER EN MOI </a:t>
            </a:r>
          </a:p>
          <a:p>
            <a:r>
              <a:rPr lang="fr-FR" altLang="fr-FR" smtClean="0"/>
              <a:t>I can feel You flowing in me</a:t>
            </a:r>
          </a:p>
          <a:p>
            <a:endParaRPr lang="fr-FR" altLang="fr-FR" smtClean="0"/>
          </a:p>
          <a:p>
            <a:r>
              <a:rPr lang="fr-FR" altLang="fr-FR" smtClean="0"/>
              <a:t>9- LE PREMIER, LE DERNIER TU ES MON TOUT</a:t>
            </a:r>
          </a:p>
          <a:p>
            <a:r>
              <a:rPr lang="fr-FR" altLang="fr-FR" smtClean="0"/>
              <a:t>You are the first, the last, my everything</a:t>
            </a:r>
          </a:p>
          <a:p>
            <a:endParaRPr lang="fr-FR" altLang="fr-FR" smtClean="0"/>
          </a:p>
          <a:p>
            <a:r>
              <a:rPr lang="fr-FR" altLang="fr-FR" smtClean="0"/>
              <a:t>10- MON RÊVE ACCOMPLI TU ES TOUTE MA VIE</a:t>
            </a:r>
          </a:p>
          <a:p>
            <a:r>
              <a:rPr lang="fr-FR" altLang="fr-FR" smtClean="0"/>
              <a:t>You’re my dream come true Since I felt for You </a:t>
            </a:r>
          </a:p>
          <a:p>
            <a:endParaRPr lang="fr-FR" altLang="fr-FR" smtClean="0"/>
          </a:p>
          <a:p>
            <a:r>
              <a:rPr lang="fr-FR" altLang="fr-FR" smtClean="0"/>
              <a:t>11- TANT QUE J'EXISTERAI JE TE CHANTERAI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12- 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13- TA LUMIÈRE EN MOI</a:t>
            </a:r>
          </a:p>
          <a:p>
            <a:r>
              <a:rPr lang="fr-FR" altLang="fr-FR" smtClean="0"/>
              <a:t> You’re light in me</a:t>
            </a:r>
          </a:p>
          <a:p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1-TANT QUE J'EXISTERAI, JE TE CHANTERAI 		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2-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3- TU ES LA SOURCE DE TOUTE MA VIE</a:t>
            </a:r>
          </a:p>
          <a:p>
            <a:r>
              <a:rPr lang="fr-FR" altLang="fr-FR" smtClean="0"/>
              <a:t>You are the source All I ever’ll be</a:t>
            </a:r>
          </a:p>
          <a:p>
            <a:endParaRPr lang="fr-FR" altLang="fr-FR" smtClean="0"/>
          </a:p>
          <a:p>
            <a:r>
              <a:rPr lang="fr-FR" altLang="fr-FR" smtClean="0"/>
              <a:t>4- TA MAIN M'ÉLÈVE  PLUS HAUT QUE MES DÉFIS</a:t>
            </a:r>
          </a:p>
          <a:p>
            <a:r>
              <a:rPr lang="fr-FR" altLang="fr-FR" smtClean="0"/>
              <a:t>You’re left beyond High above the stars</a:t>
            </a:r>
          </a:p>
          <a:p>
            <a:endParaRPr lang="fr-FR" altLang="fr-FR" smtClean="0"/>
          </a:p>
          <a:p>
            <a:r>
              <a:rPr lang="fr-FR" altLang="fr-FR" smtClean="0"/>
              <a:t>5- JE N'AI QU'UN CHANT DE LOUANGE DE RECONNAISSANCE POUR TOI SEUL  </a:t>
            </a:r>
          </a:p>
          <a:p>
            <a:r>
              <a:rPr lang="fr-FR" altLang="fr-FR" smtClean="0"/>
              <a:t>There is no other song Than the song of praise For You I sing</a:t>
            </a:r>
          </a:p>
          <a:p>
            <a:endParaRPr lang="fr-FR" altLang="fr-FR" smtClean="0"/>
          </a:p>
          <a:p>
            <a:r>
              <a:rPr lang="fr-FR" altLang="fr-FR" smtClean="0"/>
              <a:t>6-  AUCUNE RAISON N'EST PLUS BELLE QUE DE TE LOUER 	</a:t>
            </a:r>
          </a:p>
          <a:p>
            <a:r>
              <a:rPr lang="fr-FR" altLang="fr-FR" smtClean="0"/>
              <a:t>There is no other reason That can make me sing</a:t>
            </a:r>
          </a:p>
          <a:p>
            <a:endParaRPr lang="fr-FR" altLang="fr-FR" smtClean="0"/>
          </a:p>
          <a:p>
            <a:r>
              <a:rPr lang="fr-FR" altLang="fr-FR" smtClean="0"/>
              <a:t>7- TA PUISSANCE DANS MA VIE  EST SI VRAIE</a:t>
            </a:r>
          </a:p>
          <a:p>
            <a:r>
              <a:rPr lang="fr-FR" altLang="fr-FR" smtClean="0"/>
              <a:t>And the power that You give me is real</a:t>
            </a:r>
          </a:p>
          <a:p>
            <a:endParaRPr lang="fr-FR" altLang="fr-FR" smtClean="0"/>
          </a:p>
          <a:p>
            <a:r>
              <a:rPr lang="fr-FR" altLang="fr-FR" smtClean="0"/>
              <a:t>8- ET JE LA RESSENS COULER EN MOI </a:t>
            </a:r>
          </a:p>
          <a:p>
            <a:r>
              <a:rPr lang="fr-FR" altLang="fr-FR" smtClean="0"/>
              <a:t>I can feel You flowing in me</a:t>
            </a:r>
          </a:p>
          <a:p>
            <a:endParaRPr lang="fr-FR" altLang="fr-FR" smtClean="0"/>
          </a:p>
          <a:p>
            <a:r>
              <a:rPr lang="fr-FR" altLang="fr-FR" smtClean="0"/>
              <a:t>9- LE PREMIER, LE DERNIER TU ES MON TOUT</a:t>
            </a:r>
          </a:p>
          <a:p>
            <a:r>
              <a:rPr lang="fr-FR" altLang="fr-FR" smtClean="0"/>
              <a:t>You are the first, the last, my everything</a:t>
            </a:r>
          </a:p>
          <a:p>
            <a:endParaRPr lang="fr-FR" altLang="fr-FR" smtClean="0"/>
          </a:p>
          <a:p>
            <a:r>
              <a:rPr lang="fr-FR" altLang="fr-FR" smtClean="0"/>
              <a:t>10- MON RÊVE ACCOMPLI TU ES TOUTE MA VIE</a:t>
            </a:r>
          </a:p>
          <a:p>
            <a:r>
              <a:rPr lang="fr-FR" altLang="fr-FR" smtClean="0"/>
              <a:t>You’re my dream come true Since I felt for You </a:t>
            </a:r>
          </a:p>
          <a:p>
            <a:endParaRPr lang="fr-FR" altLang="fr-FR" smtClean="0"/>
          </a:p>
          <a:p>
            <a:r>
              <a:rPr lang="fr-FR" altLang="fr-FR" smtClean="0"/>
              <a:t>11- TANT QUE J'EXISTERAI JE TE CHANTERAI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12- 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13- TA LUMIÈRE EN MOI</a:t>
            </a:r>
          </a:p>
          <a:p>
            <a:r>
              <a:rPr lang="fr-FR" altLang="fr-FR" smtClean="0"/>
              <a:t> You’re light in me</a:t>
            </a:r>
          </a:p>
          <a:p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1-TANT QUE J'EXISTERAI, JE TE CHANTERAI 		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2-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3- TU ES LA SOURCE DE TOUTE MA VIE</a:t>
            </a:r>
          </a:p>
          <a:p>
            <a:r>
              <a:rPr lang="fr-FR" altLang="fr-FR" smtClean="0"/>
              <a:t>You are the source All I ever’ll be</a:t>
            </a:r>
          </a:p>
          <a:p>
            <a:endParaRPr lang="fr-FR" altLang="fr-FR" smtClean="0"/>
          </a:p>
          <a:p>
            <a:r>
              <a:rPr lang="fr-FR" altLang="fr-FR" smtClean="0"/>
              <a:t>4- TA MAIN M'ÉLÈVE  PLUS HAUT QUE MES DÉFIS</a:t>
            </a:r>
          </a:p>
          <a:p>
            <a:r>
              <a:rPr lang="fr-FR" altLang="fr-FR" smtClean="0"/>
              <a:t>You’re left beyond High above the stars</a:t>
            </a:r>
          </a:p>
          <a:p>
            <a:endParaRPr lang="fr-FR" altLang="fr-FR" smtClean="0"/>
          </a:p>
          <a:p>
            <a:r>
              <a:rPr lang="fr-FR" altLang="fr-FR" smtClean="0"/>
              <a:t>5- JE N'AI QU'UN CHANT DE LOUANGE DE RECONNAISSANCE POUR TOI SEUL  </a:t>
            </a:r>
          </a:p>
          <a:p>
            <a:r>
              <a:rPr lang="fr-FR" altLang="fr-FR" smtClean="0"/>
              <a:t>There is no other song Than the song of praise For You I sing</a:t>
            </a:r>
          </a:p>
          <a:p>
            <a:endParaRPr lang="fr-FR" altLang="fr-FR" smtClean="0"/>
          </a:p>
          <a:p>
            <a:r>
              <a:rPr lang="fr-FR" altLang="fr-FR" smtClean="0"/>
              <a:t>6-  AUCUNE RAISON N'EST PLUS BELLE QUE DE TE LOUER 	</a:t>
            </a:r>
          </a:p>
          <a:p>
            <a:r>
              <a:rPr lang="fr-FR" altLang="fr-FR" smtClean="0"/>
              <a:t>There is no other reason That can make me sing</a:t>
            </a:r>
          </a:p>
          <a:p>
            <a:endParaRPr lang="fr-FR" altLang="fr-FR" smtClean="0"/>
          </a:p>
          <a:p>
            <a:r>
              <a:rPr lang="fr-FR" altLang="fr-FR" smtClean="0"/>
              <a:t>7- TA PUISSANCE DANS MA VIE  EST SI VRAIE</a:t>
            </a:r>
          </a:p>
          <a:p>
            <a:r>
              <a:rPr lang="fr-FR" altLang="fr-FR" smtClean="0"/>
              <a:t>And the power that You give me is real</a:t>
            </a:r>
          </a:p>
          <a:p>
            <a:endParaRPr lang="fr-FR" altLang="fr-FR" smtClean="0"/>
          </a:p>
          <a:p>
            <a:r>
              <a:rPr lang="fr-FR" altLang="fr-FR" smtClean="0"/>
              <a:t>8- ET JE LA RESSENS COULER EN MOI </a:t>
            </a:r>
          </a:p>
          <a:p>
            <a:r>
              <a:rPr lang="fr-FR" altLang="fr-FR" smtClean="0"/>
              <a:t>I can feel You flowing in me</a:t>
            </a:r>
          </a:p>
          <a:p>
            <a:endParaRPr lang="fr-FR" altLang="fr-FR" smtClean="0"/>
          </a:p>
          <a:p>
            <a:r>
              <a:rPr lang="fr-FR" altLang="fr-FR" smtClean="0"/>
              <a:t>9- LE PREMIER, LE DERNIER TU ES MON TOUT</a:t>
            </a:r>
          </a:p>
          <a:p>
            <a:r>
              <a:rPr lang="fr-FR" altLang="fr-FR" smtClean="0"/>
              <a:t>You are the first, the last, my everything</a:t>
            </a:r>
          </a:p>
          <a:p>
            <a:endParaRPr lang="fr-FR" altLang="fr-FR" smtClean="0"/>
          </a:p>
          <a:p>
            <a:r>
              <a:rPr lang="fr-FR" altLang="fr-FR" smtClean="0"/>
              <a:t>10- MON RÊVE ACCOMPLI TU ES TOUTE MA VIE</a:t>
            </a:r>
          </a:p>
          <a:p>
            <a:r>
              <a:rPr lang="fr-FR" altLang="fr-FR" smtClean="0"/>
              <a:t>You’re my dream come true Since I felt for You </a:t>
            </a:r>
          </a:p>
          <a:p>
            <a:endParaRPr lang="fr-FR" altLang="fr-FR" smtClean="0"/>
          </a:p>
          <a:p>
            <a:r>
              <a:rPr lang="fr-FR" altLang="fr-FR" smtClean="0"/>
              <a:t>11- TANT QUE J'EXISTERAI JE TE CHANTERAI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12- 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13- TA LUMIÈRE EN MOI</a:t>
            </a:r>
          </a:p>
          <a:p>
            <a:r>
              <a:rPr lang="fr-FR" altLang="fr-FR" smtClean="0"/>
              <a:t> You’re light in me</a:t>
            </a:r>
          </a:p>
          <a:p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1-TANT QUE J'EXISTERAI, JE TE CHANTERAI 		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2-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TU ES LA SOURCE DE TOUTE MA VIE</a:t>
            </a:r>
          </a:p>
          <a:p>
            <a:pPr>
              <a:defRPr/>
            </a:pPr>
            <a:r>
              <a:rPr lang="fr-FR" altLang="fr-FR" smtClean="0"/>
              <a:t>You are the source All I ever’ll be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 TA MAIN M'ÉLÈVE  PLUS HAUT QUE MES DÉFIS</a:t>
            </a:r>
          </a:p>
          <a:p>
            <a:pPr>
              <a:defRPr/>
            </a:pPr>
            <a:r>
              <a:rPr lang="fr-FR" altLang="fr-FR" smtClean="0"/>
              <a:t>You’re left beyond High above the stars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JE N'AI QU'UN CHANT DE LOUANGE DE RECONNAISSANCE POUR TOI SEUL  </a:t>
            </a:r>
          </a:p>
          <a:p>
            <a:pPr>
              <a:defRPr/>
            </a:pPr>
            <a:r>
              <a:rPr lang="fr-FR" altLang="fr-FR" smtClean="0"/>
              <a:t>There is no other song Than the song of praise For You I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AUCUNE RAISON N'EST PLUS BELLE QUE DE TE LOUER 	</a:t>
            </a:r>
          </a:p>
          <a:p>
            <a:pPr>
              <a:defRPr/>
            </a:pPr>
            <a:r>
              <a:rPr lang="fr-FR" altLang="fr-FR" smtClean="0"/>
              <a:t>There is no other reason That can make me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7- TA PUISSANCE DANS MA VIE  EST SI VRAIE</a:t>
            </a:r>
          </a:p>
          <a:p>
            <a:pPr>
              <a:defRPr/>
            </a:pPr>
            <a:r>
              <a:rPr lang="fr-FR" altLang="fr-FR" smtClean="0"/>
              <a:t>And the power that You give me is real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8- ET JE LA RESSENS COULER EN MOI </a:t>
            </a:r>
          </a:p>
          <a:p>
            <a:pPr>
              <a:defRPr/>
            </a:pPr>
            <a:r>
              <a:rPr lang="fr-FR" altLang="fr-FR" smtClean="0"/>
              <a:t>I can feel You flowing in 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 LE PREMIER, LE DERNIER TU ES MON TOUT</a:t>
            </a:r>
          </a:p>
          <a:p>
            <a:pPr>
              <a:defRPr/>
            </a:pPr>
            <a:r>
              <a:rPr lang="fr-FR" altLang="fr-FR" smtClean="0"/>
              <a:t>You are the first, the last, my everything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MON RÊVE ACCOMPLI TU ES TOUTE MA VIE</a:t>
            </a:r>
          </a:p>
          <a:p>
            <a:pPr>
              <a:defRPr/>
            </a:pPr>
            <a:r>
              <a:rPr lang="fr-FR" altLang="fr-FR" smtClean="0"/>
              <a:t>You’re my dream come true Since I felt for You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11- TANT QUE J'EXISTERAI JE TE CHANTERAI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12- 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TA LUMIÈRE EN MOI</a:t>
            </a:r>
          </a:p>
          <a:p>
            <a:pPr>
              <a:defRPr/>
            </a:pPr>
            <a:r>
              <a:rPr lang="fr-FR" altLang="fr-FR" smtClean="0"/>
              <a:t> You’re light in me</a:t>
            </a:r>
          </a:p>
          <a:p>
            <a:pPr>
              <a:defRPr/>
            </a:pPr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1-TANT QUE J'EXISTERAI, JE TE CHANTERAI 		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2-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3- TU ES LA SOURCE DE TOUTE MA VIE</a:t>
            </a:r>
          </a:p>
          <a:p>
            <a:r>
              <a:rPr lang="fr-FR" altLang="fr-FR" smtClean="0"/>
              <a:t>You are the source All I ever’ll be</a:t>
            </a:r>
          </a:p>
          <a:p>
            <a:endParaRPr lang="fr-FR" altLang="fr-FR" smtClean="0"/>
          </a:p>
          <a:p>
            <a:r>
              <a:rPr lang="fr-FR" altLang="fr-FR" smtClean="0"/>
              <a:t>4- TA MAIN M'ÉLÈVE  PLUS HAUT QUE MES DÉFIS</a:t>
            </a:r>
          </a:p>
          <a:p>
            <a:r>
              <a:rPr lang="fr-FR" altLang="fr-FR" smtClean="0"/>
              <a:t>You’re left beyond High above the stars</a:t>
            </a:r>
          </a:p>
          <a:p>
            <a:endParaRPr lang="fr-FR" altLang="fr-FR" smtClean="0"/>
          </a:p>
          <a:p>
            <a:r>
              <a:rPr lang="fr-FR" altLang="fr-FR" smtClean="0"/>
              <a:t>5- JE N'AI QU'UN CHANT DE LOUANGE DE RECONNAISSANCE POUR TOI SEUL  </a:t>
            </a:r>
          </a:p>
          <a:p>
            <a:r>
              <a:rPr lang="fr-FR" altLang="fr-FR" smtClean="0"/>
              <a:t>There is no other song Than the song of praise For You I sing</a:t>
            </a:r>
          </a:p>
          <a:p>
            <a:endParaRPr lang="fr-FR" altLang="fr-FR" smtClean="0"/>
          </a:p>
          <a:p>
            <a:r>
              <a:rPr lang="fr-FR" altLang="fr-FR" smtClean="0"/>
              <a:t>6-  AUCUNE RAISON N'EST PLUS BELLE QUE DE TE LOUER 	</a:t>
            </a:r>
          </a:p>
          <a:p>
            <a:r>
              <a:rPr lang="fr-FR" altLang="fr-FR" smtClean="0"/>
              <a:t>There is no other reason That can make me sing</a:t>
            </a:r>
          </a:p>
          <a:p>
            <a:endParaRPr lang="fr-FR" altLang="fr-FR" smtClean="0"/>
          </a:p>
          <a:p>
            <a:r>
              <a:rPr lang="fr-FR" altLang="fr-FR" smtClean="0"/>
              <a:t>7- TA PUISSANCE DANS MA VIE  EST SI VRAIE</a:t>
            </a:r>
          </a:p>
          <a:p>
            <a:r>
              <a:rPr lang="fr-FR" altLang="fr-FR" smtClean="0"/>
              <a:t>And the power that You give me is real</a:t>
            </a:r>
          </a:p>
          <a:p>
            <a:endParaRPr lang="fr-FR" altLang="fr-FR" smtClean="0"/>
          </a:p>
          <a:p>
            <a:r>
              <a:rPr lang="fr-FR" altLang="fr-FR" smtClean="0"/>
              <a:t>8- ET JE LA RESSENS COULER EN MOI </a:t>
            </a:r>
          </a:p>
          <a:p>
            <a:r>
              <a:rPr lang="fr-FR" altLang="fr-FR" smtClean="0"/>
              <a:t>I can feel You flowing in me</a:t>
            </a:r>
          </a:p>
          <a:p>
            <a:endParaRPr lang="fr-FR" altLang="fr-FR" smtClean="0"/>
          </a:p>
          <a:p>
            <a:r>
              <a:rPr lang="fr-FR" altLang="fr-FR" smtClean="0"/>
              <a:t>9- LE PREMIER, LE DERNIER TU ES MON TOUT</a:t>
            </a:r>
          </a:p>
          <a:p>
            <a:r>
              <a:rPr lang="fr-FR" altLang="fr-FR" smtClean="0"/>
              <a:t>You are the first, the last, my everything</a:t>
            </a:r>
          </a:p>
          <a:p>
            <a:endParaRPr lang="fr-FR" altLang="fr-FR" smtClean="0"/>
          </a:p>
          <a:p>
            <a:r>
              <a:rPr lang="fr-FR" altLang="fr-FR" smtClean="0"/>
              <a:t>10- MON RÊVE ACCOMPLI TU ES TOUTE MA VIE</a:t>
            </a:r>
          </a:p>
          <a:p>
            <a:r>
              <a:rPr lang="fr-FR" altLang="fr-FR" smtClean="0"/>
              <a:t>You’re my dream come true Since I felt for You </a:t>
            </a:r>
          </a:p>
          <a:p>
            <a:endParaRPr lang="fr-FR" altLang="fr-FR" smtClean="0"/>
          </a:p>
          <a:p>
            <a:r>
              <a:rPr lang="fr-FR" altLang="fr-FR" smtClean="0"/>
              <a:t>11- TANT QUE J'EXISTERAI JE TE CHANTERAI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12- 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13- TA LUMIÈRE EN MOI</a:t>
            </a:r>
          </a:p>
          <a:p>
            <a:r>
              <a:rPr lang="fr-FR" altLang="fr-FR" smtClean="0"/>
              <a:t> You’re light in me</a:t>
            </a:r>
          </a:p>
          <a:p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1-TANT QUE J'EXISTERAI, JE TE CHANTERAI 		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2-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TU ES LA SOURCE DE TOUTE MA VIE</a:t>
            </a:r>
          </a:p>
          <a:p>
            <a:pPr>
              <a:defRPr/>
            </a:pPr>
            <a:r>
              <a:rPr lang="fr-FR" altLang="fr-FR" smtClean="0"/>
              <a:t>You are the source All I ever’ll be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 TA MAIN M'ÉLÈVE  PLUS HAUT QUE MES DÉFIS</a:t>
            </a:r>
          </a:p>
          <a:p>
            <a:pPr>
              <a:defRPr/>
            </a:pPr>
            <a:r>
              <a:rPr lang="fr-FR" altLang="fr-FR" smtClean="0"/>
              <a:t>You’re left beyond High above the stars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JE N'AI QU'UN CHANT DE LOUANGE DE RECONNAISSANCE POUR TOI SEUL  </a:t>
            </a:r>
          </a:p>
          <a:p>
            <a:pPr>
              <a:defRPr/>
            </a:pPr>
            <a:r>
              <a:rPr lang="fr-FR" altLang="fr-FR" smtClean="0"/>
              <a:t>There is no other song Than the song of praise For You I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AUCUNE RAISON N'EST PLUS BELLE QUE DE TE LOUER 	</a:t>
            </a:r>
          </a:p>
          <a:p>
            <a:pPr>
              <a:defRPr/>
            </a:pPr>
            <a:r>
              <a:rPr lang="fr-FR" altLang="fr-FR" smtClean="0"/>
              <a:t>There is no other reason That can make me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7- TA PUISSANCE DANS MA VIE  EST SI VRAIE</a:t>
            </a:r>
          </a:p>
          <a:p>
            <a:pPr>
              <a:defRPr/>
            </a:pPr>
            <a:r>
              <a:rPr lang="fr-FR" altLang="fr-FR" smtClean="0"/>
              <a:t>And the power that You give me is real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8- ET JE LA RESSENS COULER EN MOI </a:t>
            </a:r>
          </a:p>
          <a:p>
            <a:pPr>
              <a:defRPr/>
            </a:pPr>
            <a:r>
              <a:rPr lang="fr-FR" altLang="fr-FR" smtClean="0"/>
              <a:t>I can feel You flowing in 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 LE PREMIER, LE DERNIER TU ES MON TOUT</a:t>
            </a:r>
          </a:p>
          <a:p>
            <a:pPr>
              <a:defRPr/>
            </a:pPr>
            <a:r>
              <a:rPr lang="fr-FR" altLang="fr-FR" smtClean="0"/>
              <a:t>You are the first, the last, my everything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MON RÊVE ACCOMPLI TU ES TOUTE MA VIE</a:t>
            </a:r>
          </a:p>
          <a:p>
            <a:pPr>
              <a:defRPr/>
            </a:pPr>
            <a:r>
              <a:rPr lang="fr-FR" altLang="fr-FR" smtClean="0"/>
              <a:t>You’re my dream come true Since I felt for You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11- TANT QUE J'EXISTERAI JE TE CHANTERAI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12- 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TA LUMIÈRE EN MOI</a:t>
            </a:r>
          </a:p>
          <a:p>
            <a:pPr>
              <a:defRPr/>
            </a:pPr>
            <a:r>
              <a:rPr lang="fr-FR" altLang="fr-FR" smtClean="0"/>
              <a:t> You’re light in me</a:t>
            </a:r>
          </a:p>
          <a:p>
            <a:pPr>
              <a:defRPr/>
            </a:pPr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1-TANT QUE J'EXISTERAI, JE TE CHANTERAI 		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2-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3- TU ES LA SOURCE DE TOUTE MA VIE</a:t>
            </a:r>
          </a:p>
          <a:p>
            <a:r>
              <a:rPr lang="fr-FR" altLang="fr-FR" smtClean="0"/>
              <a:t>You are the source All I ever’ll be</a:t>
            </a:r>
          </a:p>
          <a:p>
            <a:endParaRPr lang="fr-FR" altLang="fr-FR" smtClean="0"/>
          </a:p>
          <a:p>
            <a:r>
              <a:rPr lang="fr-FR" altLang="fr-FR" smtClean="0"/>
              <a:t>4- TA MAIN M'ÉLÈVE  PLUS HAUT QUE MES DÉFIS</a:t>
            </a:r>
          </a:p>
          <a:p>
            <a:r>
              <a:rPr lang="fr-FR" altLang="fr-FR" smtClean="0"/>
              <a:t>You’re left beyond High above the stars</a:t>
            </a:r>
          </a:p>
          <a:p>
            <a:endParaRPr lang="fr-FR" altLang="fr-FR" smtClean="0"/>
          </a:p>
          <a:p>
            <a:r>
              <a:rPr lang="fr-FR" altLang="fr-FR" smtClean="0"/>
              <a:t>5- JE N'AI QU'UN CHANT DE LOUANGE DE RECONNAISSANCE POUR TOI SEUL  </a:t>
            </a:r>
          </a:p>
          <a:p>
            <a:r>
              <a:rPr lang="fr-FR" altLang="fr-FR" smtClean="0"/>
              <a:t>There is no other song Than the song of praise For You I sing</a:t>
            </a:r>
          </a:p>
          <a:p>
            <a:endParaRPr lang="fr-FR" altLang="fr-FR" smtClean="0"/>
          </a:p>
          <a:p>
            <a:r>
              <a:rPr lang="fr-FR" altLang="fr-FR" smtClean="0"/>
              <a:t>6-  AUCUNE RAISON N'EST PLUS BELLE QUE DE TE LOUER 	</a:t>
            </a:r>
          </a:p>
          <a:p>
            <a:r>
              <a:rPr lang="fr-FR" altLang="fr-FR" smtClean="0"/>
              <a:t>There is no other reason That can make me sing</a:t>
            </a:r>
          </a:p>
          <a:p>
            <a:endParaRPr lang="fr-FR" altLang="fr-FR" smtClean="0"/>
          </a:p>
          <a:p>
            <a:r>
              <a:rPr lang="fr-FR" altLang="fr-FR" smtClean="0"/>
              <a:t>7- TA PUISSANCE DANS MA VIE  EST SI VRAIE</a:t>
            </a:r>
          </a:p>
          <a:p>
            <a:r>
              <a:rPr lang="fr-FR" altLang="fr-FR" smtClean="0"/>
              <a:t>And the power that You give me is real</a:t>
            </a:r>
          </a:p>
          <a:p>
            <a:endParaRPr lang="fr-FR" altLang="fr-FR" smtClean="0"/>
          </a:p>
          <a:p>
            <a:r>
              <a:rPr lang="fr-FR" altLang="fr-FR" smtClean="0"/>
              <a:t>8- ET JE LA RESSENS COULER EN MOI </a:t>
            </a:r>
          </a:p>
          <a:p>
            <a:r>
              <a:rPr lang="fr-FR" altLang="fr-FR" smtClean="0"/>
              <a:t>I can feel You flowing in me</a:t>
            </a:r>
          </a:p>
          <a:p>
            <a:endParaRPr lang="fr-FR" altLang="fr-FR" smtClean="0"/>
          </a:p>
          <a:p>
            <a:r>
              <a:rPr lang="fr-FR" altLang="fr-FR" smtClean="0"/>
              <a:t>9- LE PREMIER, LE DERNIER TU ES MON TOUT</a:t>
            </a:r>
          </a:p>
          <a:p>
            <a:r>
              <a:rPr lang="fr-FR" altLang="fr-FR" smtClean="0"/>
              <a:t>You are the first, the last, my everything</a:t>
            </a:r>
          </a:p>
          <a:p>
            <a:endParaRPr lang="fr-FR" altLang="fr-FR" smtClean="0"/>
          </a:p>
          <a:p>
            <a:r>
              <a:rPr lang="fr-FR" altLang="fr-FR" smtClean="0"/>
              <a:t>10- MON RÊVE ACCOMPLI TU ES TOUTE MA VIE</a:t>
            </a:r>
          </a:p>
          <a:p>
            <a:r>
              <a:rPr lang="fr-FR" altLang="fr-FR" smtClean="0"/>
              <a:t>You’re my dream come true Since I felt for You </a:t>
            </a:r>
          </a:p>
          <a:p>
            <a:endParaRPr lang="fr-FR" altLang="fr-FR" smtClean="0"/>
          </a:p>
          <a:p>
            <a:r>
              <a:rPr lang="fr-FR" altLang="fr-FR" smtClean="0"/>
              <a:t>11- TANT QUE J'EXISTERAI JE TE CHANTERAI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12- 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13- TA LUMIÈRE EN MOI</a:t>
            </a:r>
          </a:p>
          <a:p>
            <a:r>
              <a:rPr lang="fr-FR" altLang="fr-FR" smtClean="0"/>
              <a:t> You’re light in me</a:t>
            </a:r>
          </a:p>
          <a:p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1-TANT QUE J'EXISTERAI, JE TE CHANTERAI 		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2-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TU ES LA SOURCE DE TOUTE MA VIE</a:t>
            </a:r>
          </a:p>
          <a:p>
            <a:pPr>
              <a:defRPr/>
            </a:pPr>
            <a:r>
              <a:rPr lang="fr-FR" altLang="fr-FR" smtClean="0"/>
              <a:t>You are the source All I ever’ll be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 TA MAIN M'ÉLÈVE  PLUS HAUT QUE MES DÉFIS</a:t>
            </a:r>
          </a:p>
          <a:p>
            <a:pPr>
              <a:defRPr/>
            </a:pPr>
            <a:r>
              <a:rPr lang="fr-FR" altLang="fr-FR" smtClean="0"/>
              <a:t>You’re left beyond High above the stars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JE N'AI QU'UN CHANT DE LOUANGE DE RECONNAISSANCE POUR TOI SEUL  </a:t>
            </a:r>
          </a:p>
          <a:p>
            <a:pPr>
              <a:defRPr/>
            </a:pPr>
            <a:r>
              <a:rPr lang="fr-FR" altLang="fr-FR" smtClean="0"/>
              <a:t>There is no other song Than the song of praise For You I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AUCUNE RAISON N'EST PLUS BELLE QUE DE TE LOUER 	</a:t>
            </a:r>
          </a:p>
          <a:p>
            <a:pPr>
              <a:defRPr/>
            </a:pPr>
            <a:r>
              <a:rPr lang="fr-FR" altLang="fr-FR" smtClean="0"/>
              <a:t>There is no other reason That can make me sing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7- TA PUISSANCE DANS MA VIE  EST SI VRAIE</a:t>
            </a:r>
          </a:p>
          <a:p>
            <a:pPr>
              <a:defRPr/>
            </a:pPr>
            <a:r>
              <a:rPr lang="fr-FR" altLang="fr-FR" smtClean="0"/>
              <a:t>And the power that You give me is real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8- ET JE LA RESSENS COULER EN MOI </a:t>
            </a:r>
          </a:p>
          <a:p>
            <a:pPr>
              <a:defRPr/>
            </a:pPr>
            <a:r>
              <a:rPr lang="fr-FR" altLang="fr-FR" smtClean="0"/>
              <a:t>I can feel You flowing in me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 LE PREMIER, LE DERNIER TU ES MON TOUT</a:t>
            </a:r>
          </a:p>
          <a:p>
            <a:pPr>
              <a:defRPr/>
            </a:pPr>
            <a:r>
              <a:rPr lang="fr-FR" altLang="fr-FR" smtClean="0"/>
              <a:t>You are the first, the last, my everything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MON RÊVE ACCOMPLI TU ES TOUTE MA VIE</a:t>
            </a:r>
          </a:p>
          <a:p>
            <a:pPr>
              <a:defRPr/>
            </a:pPr>
            <a:r>
              <a:rPr lang="fr-FR" altLang="fr-FR" smtClean="0"/>
              <a:t>You’re my dream come true Since I felt for You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11- TANT QUE J'EXISTERAI JE TE CHANTERAI</a:t>
            </a:r>
          </a:p>
          <a:p>
            <a:pPr>
              <a:defRPr/>
            </a:pPr>
            <a:r>
              <a:rPr lang="fr-FR" altLang="fr-FR" smtClean="0"/>
              <a:t>For the rest of my days I will sing Your praise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12-  INONDÉ DE TOI POUR QUE LE MONDE VOIE </a:t>
            </a:r>
          </a:p>
          <a:p>
            <a:pPr>
              <a:defRPr/>
            </a:pPr>
            <a:r>
              <a:rPr lang="fr-FR" altLang="fr-FR" smtClean="0"/>
              <a:t>Truly filled with You For all the world to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TA LUMIÈRE EN MOI</a:t>
            </a:r>
          </a:p>
          <a:p>
            <a:pPr>
              <a:defRPr/>
            </a:pPr>
            <a:r>
              <a:rPr lang="fr-FR" altLang="fr-FR" smtClean="0"/>
              <a:t> You’re light in me</a:t>
            </a:r>
          </a:p>
          <a:p>
            <a:pPr>
              <a:defRPr/>
            </a:pPr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1-TANT QUE J'EXISTERAI, JE TE CHANTERAI 		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2-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3- TU ES LA SOURCE DE TOUTE MA VIE</a:t>
            </a:r>
          </a:p>
          <a:p>
            <a:r>
              <a:rPr lang="fr-FR" altLang="fr-FR" smtClean="0"/>
              <a:t>You are the source All I ever’ll be</a:t>
            </a:r>
          </a:p>
          <a:p>
            <a:endParaRPr lang="fr-FR" altLang="fr-FR" smtClean="0"/>
          </a:p>
          <a:p>
            <a:r>
              <a:rPr lang="fr-FR" altLang="fr-FR" smtClean="0"/>
              <a:t>4- TA MAIN M'ÉLÈVE  PLUS HAUT QUE MES DÉFIS</a:t>
            </a:r>
          </a:p>
          <a:p>
            <a:r>
              <a:rPr lang="fr-FR" altLang="fr-FR" smtClean="0"/>
              <a:t>You’re left beyond High above the stars</a:t>
            </a:r>
          </a:p>
          <a:p>
            <a:endParaRPr lang="fr-FR" altLang="fr-FR" smtClean="0"/>
          </a:p>
          <a:p>
            <a:r>
              <a:rPr lang="fr-FR" altLang="fr-FR" smtClean="0"/>
              <a:t>5- JE N'AI QU'UN CHANT DE LOUANGE DE RECONNAISSANCE POUR TOI SEUL  </a:t>
            </a:r>
          </a:p>
          <a:p>
            <a:r>
              <a:rPr lang="fr-FR" altLang="fr-FR" smtClean="0"/>
              <a:t>There is no other song Than the song of praise For You I sing</a:t>
            </a:r>
          </a:p>
          <a:p>
            <a:endParaRPr lang="fr-FR" altLang="fr-FR" smtClean="0"/>
          </a:p>
          <a:p>
            <a:r>
              <a:rPr lang="fr-FR" altLang="fr-FR" smtClean="0"/>
              <a:t>6-  AUCUNE RAISON N'EST PLUS BELLE QUE DE TE LOUER 	</a:t>
            </a:r>
          </a:p>
          <a:p>
            <a:r>
              <a:rPr lang="fr-FR" altLang="fr-FR" smtClean="0"/>
              <a:t>There is no other reason That can make me sing</a:t>
            </a:r>
          </a:p>
          <a:p>
            <a:endParaRPr lang="fr-FR" altLang="fr-FR" smtClean="0"/>
          </a:p>
          <a:p>
            <a:r>
              <a:rPr lang="fr-FR" altLang="fr-FR" smtClean="0"/>
              <a:t>7- TA PUISSANCE DANS MA VIE  EST SI VRAIE</a:t>
            </a:r>
          </a:p>
          <a:p>
            <a:r>
              <a:rPr lang="fr-FR" altLang="fr-FR" smtClean="0"/>
              <a:t>And the power that You give me is real</a:t>
            </a:r>
          </a:p>
          <a:p>
            <a:endParaRPr lang="fr-FR" altLang="fr-FR" smtClean="0"/>
          </a:p>
          <a:p>
            <a:r>
              <a:rPr lang="fr-FR" altLang="fr-FR" smtClean="0"/>
              <a:t>8- ET JE LA RESSENS COULER EN MOI </a:t>
            </a:r>
          </a:p>
          <a:p>
            <a:r>
              <a:rPr lang="fr-FR" altLang="fr-FR" smtClean="0"/>
              <a:t>I can feel You flowing in me</a:t>
            </a:r>
          </a:p>
          <a:p>
            <a:endParaRPr lang="fr-FR" altLang="fr-FR" smtClean="0"/>
          </a:p>
          <a:p>
            <a:r>
              <a:rPr lang="fr-FR" altLang="fr-FR" smtClean="0"/>
              <a:t>9- LE PREMIER, LE DERNIER TU ES MON TOUT</a:t>
            </a:r>
          </a:p>
          <a:p>
            <a:r>
              <a:rPr lang="fr-FR" altLang="fr-FR" smtClean="0"/>
              <a:t>You are the first, the last, my everything</a:t>
            </a:r>
          </a:p>
          <a:p>
            <a:endParaRPr lang="fr-FR" altLang="fr-FR" smtClean="0"/>
          </a:p>
          <a:p>
            <a:r>
              <a:rPr lang="fr-FR" altLang="fr-FR" smtClean="0"/>
              <a:t>10- MON RÊVE ACCOMPLI TU ES TOUTE MA VIE</a:t>
            </a:r>
          </a:p>
          <a:p>
            <a:r>
              <a:rPr lang="fr-FR" altLang="fr-FR" smtClean="0"/>
              <a:t>You’re my dream come true Since I felt for You </a:t>
            </a:r>
          </a:p>
          <a:p>
            <a:endParaRPr lang="fr-FR" altLang="fr-FR" smtClean="0"/>
          </a:p>
          <a:p>
            <a:r>
              <a:rPr lang="fr-FR" altLang="fr-FR" smtClean="0"/>
              <a:t>11- TANT QUE J'EXISTERAI JE TE CHANTERAI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12- 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13- TA LUMIÈRE EN MOI</a:t>
            </a:r>
          </a:p>
          <a:p>
            <a:r>
              <a:rPr lang="fr-FR" altLang="fr-FR" smtClean="0"/>
              <a:t> You’re light in me</a:t>
            </a:r>
          </a:p>
          <a:p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dirty="0" smtClean="0"/>
              <a:t>1-TANT QUE J'EXISTERAI, JE TE CHANTERAI 		</a:t>
            </a:r>
          </a:p>
          <a:p>
            <a:pPr>
              <a:defRPr/>
            </a:pPr>
            <a:r>
              <a:rPr lang="fr-FR" altLang="fr-FR" dirty="0" smtClean="0"/>
              <a:t>For the </a:t>
            </a:r>
            <a:r>
              <a:rPr lang="fr-FR" altLang="fr-FR" dirty="0" err="1" smtClean="0"/>
              <a:t>rest</a:t>
            </a:r>
            <a:r>
              <a:rPr lang="fr-FR" altLang="fr-FR" dirty="0" smtClean="0"/>
              <a:t> of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days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will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praise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2- INONDÉ DE TOI POUR QUE LE MONDE VOIE </a:t>
            </a:r>
          </a:p>
          <a:p>
            <a:pPr>
              <a:defRPr/>
            </a:pPr>
            <a:r>
              <a:rPr lang="fr-FR" altLang="fr-FR" dirty="0" err="1" smtClean="0"/>
              <a:t>Truly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filled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You For all the world to </a:t>
            </a:r>
            <a:r>
              <a:rPr lang="fr-FR" altLang="fr-FR" dirty="0" err="1" smtClean="0"/>
              <a:t>see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3- TU ES LA SOURCE DE TOUTE MA VIE</a:t>
            </a:r>
          </a:p>
          <a:p>
            <a:pPr>
              <a:defRPr/>
            </a:pPr>
            <a:r>
              <a:rPr lang="fr-FR" altLang="fr-FR" dirty="0" smtClean="0"/>
              <a:t>You are the source All I </a:t>
            </a:r>
            <a:r>
              <a:rPr lang="fr-FR" altLang="fr-FR" dirty="0" err="1" smtClean="0"/>
              <a:t>ever’ll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4- TA MAIN M'ÉLÈVE  PLUS HAUT QUE MES DÉFIS</a:t>
            </a:r>
          </a:p>
          <a:p>
            <a:pPr>
              <a:defRPr/>
            </a:pPr>
            <a:r>
              <a:rPr lang="fr-FR" altLang="fr-FR" dirty="0" err="1" smtClean="0"/>
              <a:t>You’re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left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beyond</a:t>
            </a:r>
            <a:r>
              <a:rPr lang="fr-FR" altLang="fr-FR" dirty="0" smtClean="0"/>
              <a:t> High </a:t>
            </a:r>
            <a:r>
              <a:rPr lang="fr-FR" altLang="fr-FR" dirty="0" err="1" smtClean="0"/>
              <a:t>above</a:t>
            </a:r>
            <a:r>
              <a:rPr lang="fr-FR" altLang="fr-FR" dirty="0" smtClean="0"/>
              <a:t> the stars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5- JE N'AI QU'UN CHANT DE LOUANGE DE RECONNAISSANCE POUR TOI SEUL  </a:t>
            </a:r>
          </a:p>
          <a:p>
            <a:pPr>
              <a:defRPr/>
            </a:pPr>
            <a:r>
              <a:rPr lang="fr-FR" altLang="fr-FR" dirty="0" smtClean="0"/>
              <a:t>There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no </a:t>
            </a:r>
            <a:r>
              <a:rPr lang="fr-FR" altLang="fr-FR" dirty="0" err="1" smtClean="0"/>
              <a:t>other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song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Than</a:t>
            </a:r>
            <a:r>
              <a:rPr lang="fr-FR" altLang="fr-FR" dirty="0" smtClean="0"/>
              <a:t> the </a:t>
            </a:r>
            <a:r>
              <a:rPr lang="fr-FR" altLang="fr-FR" dirty="0" err="1" smtClean="0"/>
              <a:t>song</a:t>
            </a:r>
            <a:r>
              <a:rPr lang="fr-FR" altLang="fr-FR" dirty="0" smtClean="0"/>
              <a:t> of </a:t>
            </a:r>
            <a:r>
              <a:rPr lang="fr-FR" altLang="fr-FR" dirty="0" err="1" smtClean="0"/>
              <a:t>praise</a:t>
            </a:r>
            <a:r>
              <a:rPr lang="fr-FR" altLang="fr-FR" dirty="0" smtClean="0"/>
              <a:t> For You I </a:t>
            </a:r>
            <a:r>
              <a:rPr lang="fr-FR" altLang="fr-FR" dirty="0" err="1" smtClean="0"/>
              <a:t>sing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6-  AUCUNE RAISON N'EST PLUS BELLE QUE DE TE LOUER 	</a:t>
            </a:r>
          </a:p>
          <a:p>
            <a:pPr>
              <a:defRPr/>
            </a:pPr>
            <a:r>
              <a:rPr lang="fr-FR" altLang="fr-FR" dirty="0" smtClean="0"/>
              <a:t>There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no </a:t>
            </a:r>
            <a:r>
              <a:rPr lang="fr-FR" altLang="fr-FR" dirty="0" err="1" smtClean="0"/>
              <a:t>other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reason</a:t>
            </a:r>
            <a:r>
              <a:rPr lang="fr-FR" altLang="fr-FR" dirty="0" smtClean="0"/>
              <a:t> That </a:t>
            </a:r>
            <a:r>
              <a:rPr lang="fr-FR" altLang="fr-FR" dirty="0" err="1" smtClean="0"/>
              <a:t>can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make</a:t>
            </a:r>
            <a:r>
              <a:rPr lang="fr-FR" altLang="fr-FR" dirty="0" smtClean="0"/>
              <a:t> me </a:t>
            </a:r>
            <a:r>
              <a:rPr lang="fr-FR" altLang="fr-FR" dirty="0" err="1" smtClean="0"/>
              <a:t>sing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7- TA PUISSANCE DANS MA VIE  EST SI VRAIE</a:t>
            </a:r>
          </a:p>
          <a:p>
            <a:pPr>
              <a:defRPr/>
            </a:pPr>
            <a:r>
              <a:rPr lang="fr-FR" altLang="fr-FR" dirty="0" smtClean="0"/>
              <a:t>And the power </a:t>
            </a:r>
            <a:r>
              <a:rPr lang="fr-FR" altLang="fr-FR" dirty="0" err="1" smtClean="0"/>
              <a:t>that</a:t>
            </a:r>
            <a:r>
              <a:rPr lang="fr-FR" altLang="fr-FR" dirty="0" smtClean="0"/>
              <a:t> You </a:t>
            </a:r>
            <a:r>
              <a:rPr lang="fr-FR" altLang="fr-FR" dirty="0" err="1" smtClean="0"/>
              <a:t>give</a:t>
            </a:r>
            <a:r>
              <a:rPr lang="fr-FR" altLang="fr-FR" dirty="0" smtClean="0"/>
              <a:t> me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real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8- ET JE LA RESSENS COULER EN MOI </a:t>
            </a:r>
          </a:p>
          <a:p>
            <a:pPr>
              <a:defRPr/>
            </a:pPr>
            <a:r>
              <a:rPr lang="fr-FR" altLang="fr-FR" dirty="0" smtClean="0"/>
              <a:t>I </a:t>
            </a:r>
            <a:r>
              <a:rPr lang="fr-FR" altLang="fr-FR" dirty="0" err="1" smtClean="0"/>
              <a:t>can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feel</a:t>
            </a:r>
            <a:r>
              <a:rPr lang="fr-FR" altLang="fr-FR" dirty="0" smtClean="0"/>
              <a:t> You </a:t>
            </a:r>
            <a:r>
              <a:rPr lang="fr-FR" altLang="fr-FR" dirty="0" err="1" smtClean="0"/>
              <a:t>flowing</a:t>
            </a:r>
            <a:r>
              <a:rPr lang="fr-FR" altLang="fr-FR" dirty="0" smtClean="0"/>
              <a:t> in me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9- LE PREMIER, LE DERNIER TU ES MON TOUT</a:t>
            </a:r>
          </a:p>
          <a:p>
            <a:pPr>
              <a:defRPr/>
            </a:pPr>
            <a:r>
              <a:rPr lang="fr-FR" altLang="fr-FR" dirty="0" smtClean="0"/>
              <a:t>You are the first, the last,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everything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10- MON RÊVE ACCOMPLI TU ES TOUTE MA VIE</a:t>
            </a:r>
          </a:p>
          <a:p>
            <a:pPr>
              <a:defRPr/>
            </a:pPr>
            <a:r>
              <a:rPr lang="fr-FR" altLang="fr-FR" dirty="0" err="1" smtClean="0"/>
              <a:t>You’re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dream</a:t>
            </a:r>
            <a:r>
              <a:rPr lang="fr-FR" altLang="fr-FR" dirty="0" smtClean="0"/>
              <a:t> come </a:t>
            </a:r>
            <a:r>
              <a:rPr lang="fr-FR" altLang="fr-FR" dirty="0" err="1" smtClean="0"/>
              <a:t>true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Since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felt</a:t>
            </a:r>
            <a:r>
              <a:rPr lang="fr-FR" altLang="fr-FR" dirty="0" smtClean="0"/>
              <a:t> for You 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11- TANT QUE J'EXISTERAI JE TE CHANTERAI</a:t>
            </a:r>
          </a:p>
          <a:p>
            <a:pPr>
              <a:defRPr/>
            </a:pPr>
            <a:r>
              <a:rPr lang="fr-FR" altLang="fr-FR" dirty="0" smtClean="0"/>
              <a:t>For the </a:t>
            </a:r>
            <a:r>
              <a:rPr lang="fr-FR" altLang="fr-FR" dirty="0" err="1" smtClean="0"/>
              <a:t>rest</a:t>
            </a:r>
            <a:r>
              <a:rPr lang="fr-FR" altLang="fr-FR" dirty="0" smtClean="0"/>
              <a:t> of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days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will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praise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12-  INONDÉ DE TOI POUR QUE LE MONDE VOIE </a:t>
            </a:r>
          </a:p>
          <a:p>
            <a:pPr>
              <a:defRPr/>
            </a:pPr>
            <a:r>
              <a:rPr lang="fr-FR" altLang="fr-FR" dirty="0" err="1" smtClean="0"/>
              <a:t>Truly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filled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You For all the world to </a:t>
            </a:r>
            <a:r>
              <a:rPr lang="fr-FR" altLang="fr-FR" dirty="0" err="1" smtClean="0"/>
              <a:t>see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13- TA LUMIÈRE EN MOI</a:t>
            </a:r>
          </a:p>
          <a:p>
            <a:pPr>
              <a:defRPr/>
            </a:pPr>
            <a:r>
              <a:rPr lang="fr-FR" altLang="fr-FR" dirty="0" smtClean="0"/>
              <a:t> </a:t>
            </a:r>
            <a:r>
              <a:rPr lang="fr-FR" altLang="fr-FR" dirty="0" err="1" smtClean="0"/>
              <a:t>You’re</a:t>
            </a:r>
            <a:r>
              <a:rPr lang="fr-FR" altLang="fr-FR" dirty="0" smtClean="0"/>
              <a:t> light in me</a:t>
            </a:r>
          </a:p>
          <a:p>
            <a:pPr>
              <a:defRPr/>
            </a:pPr>
            <a:r>
              <a:rPr lang="fr-FR" altLang="fr-FR" dirty="0" smtClean="0"/>
              <a:t/>
            </a:r>
            <a:br>
              <a:rPr lang="fr-FR" altLang="fr-FR" dirty="0" smtClean="0"/>
            </a:br>
            <a:endParaRPr lang="fr-FR" alt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1-TANT QUE J'EXISTERAI, JE TE CHANTERAI 		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2-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3- TU ES LA SOURCE DE TOUTE MA VIE</a:t>
            </a:r>
          </a:p>
          <a:p>
            <a:r>
              <a:rPr lang="fr-FR" altLang="fr-FR" smtClean="0"/>
              <a:t>You are the source All I ever’ll be</a:t>
            </a:r>
          </a:p>
          <a:p>
            <a:endParaRPr lang="fr-FR" altLang="fr-FR" smtClean="0"/>
          </a:p>
          <a:p>
            <a:r>
              <a:rPr lang="fr-FR" altLang="fr-FR" smtClean="0"/>
              <a:t>4- TA MAIN M'ÉLÈVE  PLUS HAUT QUE MES DÉFIS</a:t>
            </a:r>
          </a:p>
          <a:p>
            <a:r>
              <a:rPr lang="fr-FR" altLang="fr-FR" smtClean="0"/>
              <a:t>You’re left beyond High above the stars</a:t>
            </a:r>
          </a:p>
          <a:p>
            <a:endParaRPr lang="fr-FR" altLang="fr-FR" smtClean="0"/>
          </a:p>
          <a:p>
            <a:r>
              <a:rPr lang="fr-FR" altLang="fr-FR" smtClean="0"/>
              <a:t>5- JE N'AI QU'UN CHANT DE LOUANGE DE RECONNAISSANCE POUR TOI SEUL  </a:t>
            </a:r>
          </a:p>
          <a:p>
            <a:r>
              <a:rPr lang="fr-FR" altLang="fr-FR" smtClean="0"/>
              <a:t>There is no other song Than the song of praise For You I sing</a:t>
            </a:r>
          </a:p>
          <a:p>
            <a:endParaRPr lang="fr-FR" altLang="fr-FR" smtClean="0"/>
          </a:p>
          <a:p>
            <a:r>
              <a:rPr lang="fr-FR" altLang="fr-FR" smtClean="0"/>
              <a:t>6-  AUCUNE RAISON N'EST PLUS BELLE QUE DE TE LOUER 	</a:t>
            </a:r>
          </a:p>
          <a:p>
            <a:r>
              <a:rPr lang="fr-FR" altLang="fr-FR" smtClean="0"/>
              <a:t>There is no other reason That can make me sing</a:t>
            </a:r>
          </a:p>
          <a:p>
            <a:endParaRPr lang="fr-FR" altLang="fr-FR" smtClean="0"/>
          </a:p>
          <a:p>
            <a:r>
              <a:rPr lang="fr-FR" altLang="fr-FR" smtClean="0"/>
              <a:t>7- TA PUISSANCE DANS MA VIE  EST SI VRAIE</a:t>
            </a:r>
          </a:p>
          <a:p>
            <a:r>
              <a:rPr lang="fr-FR" altLang="fr-FR" smtClean="0"/>
              <a:t>And the power that You give me is real</a:t>
            </a:r>
          </a:p>
          <a:p>
            <a:endParaRPr lang="fr-FR" altLang="fr-FR" smtClean="0"/>
          </a:p>
          <a:p>
            <a:r>
              <a:rPr lang="fr-FR" altLang="fr-FR" smtClean="0"/>
              <a:t>8- ET JE LA RESSENS COULER EN MOI </a:t>
            </a:r>
          </a:p>
          <a:p>
            <a:r>
              <a:rPr lang="fr-FR" altLang="fr-FR" smtClean="0"/>
              <a:t>I can feel You flowing in me</a:t>
            </a:r>
          </a:p>
          <a:p>
            <a:endParaRPr lang="fr-FR" altLang="fr-FR" smtClean="0"/>
          </a:p>
          <a:p>
            <a:r>
              <a:rPr lang="fr-FR" altLang="fr-FR" smtClean="0"/>
              <a:t>9- LE PREMIER, LE DERNIER TU ES MON TOUT</a:t>
            </a:r>
          </a:p>
          <a:p>
            <a:r>
              <a:rPr lang="fr-FR" altLang="fr-FR" smtClean="0"/>
              <a:t>You are the first, the last, my everything</a:t>
            </a:r>
          </a:p>
          <a:p>
            <a:endParaRPr lang="fr-FR" altLang="fr-FR" smtClean="0"/>
          </a:p>
          <a:p>
            <a:r>
              <a:rPr lang="fr-FR" altLang="fr-FR" smtClean="0"/>
              <a:t>10- MON RÊVE ACCOMPLI TU ES TOUTE MA VIE</a:t>
            </a:r>
          </a:p>
          <a:p>
            <a:r>
              <a:rPr lang="fr-FR" altLang="fr-FR" smtClean="0"/>
              <a:t>You’re my dream come true Since I felt for You </a:t>
            </a:r>
          </a:p>
          <a:p>
            <a:endParaRPr lang="fr-FR" altLang="fr-FR" smtClean="0"/>
          </a:p>
          <a:p>
            <a:r>
              <a:rPr lang="fr-FR" altLang="fr-FR" smtClean="0"/>
              <a:t>11- TANT QUE J'EXISTERAI JE TE CHANTERAI</a:t>
            </a:r>
          </a:p>
          <a:p>
            <a:r>
              <a:rPr lang="fr-FR" altLang="fr-FR" smtClean="0"/>
              <a:t>For the rest of my days I will sing Your praise</a:t>
            </a:r>
          </a:p>
          <a:p>
            <a:endParaRPr lang="fr-FR" altLang="fr-FR" smtClean="0"/>
          </a:p>
          <a:p>
            <a:r>
              <a:rPr lang="fr-FR" altLang="fr-FR" smtClean="0"/>
              <a:t>12-  INONDÉ DE TOI POUR QUE LE MONDE VOIE </a:t>
            </a:r>
          </a:p>
          <a:p>
            <a:r>
              <a:rPr lang="fr-FR" altLang="fr-FR" smtClean="0"/>
              <a:t>Truly filled with You For all the world to see</a:t>
            </a:r>
          </a:p>
          <a:p>
            <a:endParaRPr lang="fr-FR" altLang="fr-FR" smtClean="0"/>
          </a:p>
          <a:p>
            <a:r>
              <a:rPr lang="fr-FR" altLang="fr-FR" smtClean="0"/>
              <a:t>13- TA LUMIÈRE EN MOI</a:t>
            </a:r>
          </a:p>
          <a:p>
            <a:r>
              <a:rPr lang="fr-FR" altLang="fr-FR" smtClean="0"/>
              <a:t> You’re light in me</a:t>
            </a:r>
          </a:p>
          <a:p>
            <a:r>
              <a:rPr lang="fr-FR" altLang="fr-FR" smtClean="0"/>
              <a:t/>
            </a:r>
            <a:br>
              <a:rPr lang="fr-FR" altLang="fr-FR" smtClean="0"/>
            </a:br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AF0C76-8E44-4501-B8BC-F49345914150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D688DD-3413-4E37-B27D-A63994326907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0A21D2-402E-4580-8FE0-32C161DF7F90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8BEDC7-D80B-4E26-8E1D-4677F6CB1D88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2E891F-EDC7-4D0A-AE5A-38E97DF786CF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0368E-8275-420D-86E0-3A9809CFE81C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04CBA8-4F59-4B4A-BA97-DE2D9D3497A2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8B9D2A-21E0-49AB-BFEB-6E069BF84DE1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35A6F7-BAB3-4821-BD96-1B17ECF71031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F7FCEC-2858-4B2D-A324-0430EC1688DB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F768BB-738A-46CD-915A-7ADA6B9FA010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04E6E4F3-DD10-4215-B60E-091EBFAC9519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solidFill>
                  <a:schemeClr val="bg1"/>
                </a:solidFill>
              </a:rPr>
              <a:t>TANT QUE J'EXISTERAI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> JE TE CHANTERAI</a:t>
            </a:r>
            <a:br>
              <a:rPr lang="fr-FR" sz="4000" dirty="0" smtClean="0">
                <a:solidFill>
                  <a:schemeClr val="bg1"/>
                </a:solidFill>
              </a:rPr>
            </a:br>
            <a:endParaRPr lang="fr-FR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</a:rPr>
              <a:t>INONDÉ DE TOI 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>POUR QUE LE MONDE VOIE</a:t>
            </a:r>
            <a:br>
              <a:rPr lang="fr-FR" sz="4000" dirty="0" smtClean="0">
                <a:solidFill>
                  <a:schemeClr val="bg1"/>
                </a:solidFill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solidFill>
                  <a:schemeClr val="bg1"/>
                </a:solidFill>
              </a:rPr>
              <a:t>TU ES LA SOURCE DE TOUTE MA VIE</a:t>
            </a:r>
            <a:br>
              <a:rPr lang="fr-FR" sz="4000" dirty="0">
                <a:solidFill>
                  <a:schemeClr val="bg1"/>
                </a:solidFill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solidFill>
                  <a:schemeClr val="bg1"/>
                </a:solidFill>
              </a:rPr>
              <a:t>TA MAIN </a:t>
            </a:r>
            <a:r>
              <a:rPr lang="fr-FR" sz="4000" dirty="0" smtClean="0">
                <a:solidFill>
                  <a:schemeClr val="bg1"/>
                </a:solidFill>
              </a:rPr>
              <a:t>M'ÉLÈVE 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>PLUS </a:t>
            </a:r>
            <a:r>
              <a:rPr lang="fr-FR" sz="4000" dirty="0">
                <a:solidFill>
                  <a:schemeClr val="bg1"/>
                </a:solidFill>
              </a:rPr>
              <a:t>HAUT QUE MES DÉFIS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/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solidFill>
                  <a:schemeClr val="bg1"/>
                </a:solidFill>
              </a:rPr>
              <a:t>JE N'AI QU'UN CHANT DE LOUANGE 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>DE RECONNAISSANCE POUR TOI SEUL</a:t>
            </a:r>
            <a:br>
              <a:rPr lang="fr-FR" sz="4000" dirty="0" smtClean="0">
                <a:solidFill>
                  <a:schemeClr val="bg1"/>
                </a:solidFill>
              </a:rPr>
            </a:br>
            <a:endParaRPr lang="fr-FR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</a:rPr>
              <a:t>AUCUNE RAISON N'EST PLUS BELLE 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>QUE DE TE LOUER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solidFill>
                  <a:schemeClr val="bg1"/>
                </a:solidFill>
              </a:rPr>
              <a:t>TA PUISSANCE DANS MA VIE 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>EST SI VRAIE</a:t>
            </a:r>
            <a:br>
              <a:rPr lang="fr-FR" sz="4000" dirty="0" smtClean="0">
                <a:solidFill>
                  <a:schemeClr val="bg1"/>
                </a:solidFill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solidFill>
                  <a:schemeClr val="bg1"/>
                </a:solidFill>
              </a:rPr>
              <a:t>ET JE LA RESSENS COULER EN MOI</a:t>
            </a:r>
            <a:br>
              <a:rPr lang="fr-FR" sz="4000" dirty="0">
                <a:solidFill>
                  <a:schemeClr val="bg1"/>
                </a:solidFill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solidFill>
                  <a:schemeClr val="bg1"/>
                </a:solidFill>
              </a:rPr>
              <a:t>LE PREMIER, LE </a:t>
            </a:r>
            <a:r>
              <a:rPr lang="fr-FR" sz="4000" dirty="0" smtClean="0">
                <a:solidFill>
                  <a:schemeClr val="bg1"/>
                </a:solidFill>
              </a:rPr>
              <a:t>DERNIER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>TU </a:t>
            </a:r>
            <a:r>
              <a:rPr lang="fr-FR" sz="4000" dirty="0">
                <a:solidFill>
                  <a:schemeClr val="bg1"/>
                </a:solidFill>
              </a:rPr>
              <a:t>ES MON TOUT</a:t>
            </a:r>
            <a:br>
              <a:rPr lang="fr-FR" sz="4000" dirty="0">
                <a:solidFill>
                  <a:schemeClr val="bg1"/>
                </a:solidFill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solidFill>
                  <a:schemeClr val="bg1"/>
                </a:solidFill>
              </a:rPr>
              <a:t>MON RÊVE ACCOMPLI</a:t>
            </a:r>
            <a:br>
              <a:rPr lang="fr-FR" sz="4000" dirty="0">
                <a:solidFill>
                  <a:schemeClr val="bg1"/>
                </a:solidFill>
              </a:rPr>
            </a:br>
            <a:r>
              <a:rPr lang="fr-FR" sz="4000" dirty="0">
                <a:solidFill>
                  <a:schemeClr val="bg1"/>
                </a:solidFill>
              </a:rPr>
              <a:t>TU ES TOUTE MA VIE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/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solidFill>
                  <a:schemeClr val="bg1"/>
                </a:solidFill>
              </a:rPr>
              <a:t>TANT QUE J'EXISTERAI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>JE TE CHANTERAI</a:t>
            </a:r>
            <a:br>
              <a:rPr lang="fr-FR" sz="4000" dirty="0" smtClean="0">
                <a:solidFill>
                  <a:schemeClr val="bg1"/>
                </a:solidFill>
              </a:rPr>
            </a:br>
            <a:endParaRPr lang="fr-FR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/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solidFill>
                  <a:schemeClr val="bg1"/>
                </a:solidFill>
              </a:rPr>
              <a:t>INONDÉ DE TOI POUR 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>QUE LE MONDE VOIE</a:t>
            </a:r>
            <a:endParaRPr lang="fr-FR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/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solidFill>
                  <a:schemeClr val="bg1"/>
                </a:solidFill>
              </a:rPr>
              <a:t>TA LUMIÈRE EN MOI</a:t>
            </a:r>
            <a:endParaRPr lang="fr-FR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1532</TotalTime>
  <Words>241</Words>
  <Application>Microsoft Office PowerPoint</Application>
  <PresentationFormat>On-screen Show (4:3)</PresentationFormat>
  <Paragraphs>1027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Franklin Gothic Medium</vt:lpstr>
      <vt:lpstr>Arial</vt:lpstr>
      <vt:lpstr>Calibri</vt:lpstr>
      <vt:lpstr>Default Design</vt:lpstr>
      <vt:lpstr>TANT QUE J'EXISTERAI  JE TE CHANTERAI </vt:lpstr>
      <vt:lpstr>INONDÉ DE TOI  POUR QUE LE MONDE VOIE </vt:lpstr>
      <vt:lpstr>TU ES LA SOURCE DE TOUTE MA VIE </vt:lpstr>
      <vt:lpstr>TA MAIN M'ÉLÈVE  PLUS HAUT QUE MES DÉFIS</vt:lpstr>
      <vt:lpstr>JE N'AI QU'UN CHANT DE LOUANGE  DE RECONNAISSANCE POUR TOI SEUL </vt:lpstr>
      <vt:lpstr>AUCUNE RAISON N'EST PLUS BELLE  QUE DE TE LOUER</vt:lpstr>
      <vt:lpstr>TA PUISSANCE DANS MA VIE  EST SI VRAIE </vt:lpstr>
      <vt:lpstr>ET JE LA RESSENS COULER EN MOI </vt:lpstr>
      <vt:lpstr>LE PREMIER, LE DERNIER TU ES MON TOUT </vt:lpstr>
      <vt:lpstr>MON RÊVE ACCOMPLI TU ES TOUTE MA VIE</vt:lpstr>
      <vt:lpstr>TANT QUE J'EXISTERAI JE TE CHANTERAI </vt:lpstr>
      <vt:lpstr>INONDÉ DE TOI POUR  QUE LE MONDE VOIE</vt:lpstr>
      <vt:lpstr>TA LUMIÈRE EN MOI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VALERIE</cp:lastModifiedBy>
  <cp:revision>141</cp:revision>
  <dcterms:created xsi:type="dcterms:W3CDTF">2002-08-17T10:50:50Z</dcterms:created>
  <dcterms:modified xsi:type="dcterms:W3CDTF">2015-07-12T00:45:54Z</dcterms:modified>
</cp:coreProperties>
</file>