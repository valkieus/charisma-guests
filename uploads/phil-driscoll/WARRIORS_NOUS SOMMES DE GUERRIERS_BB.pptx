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85" r:id="rId4"/>
    <p:sldId id="272" r:id="rId5"/>
    <p:sldId id="274" r:id="rId6"/>
    <p:sldId id="275" r:id="rId7"/>
    <p:sldId id="273" r:id="rId8"/>
    <p:sldId id="276" r:id="rId9"/>
    <p:sldId id="277" r:id="rId10"/>
    <p:sldId id="278" r:id="rId11"/>
    <p:sldId id="279" r:id="rId12"/>
    <p:sldId id="284" r:id="rId13"/>
    <p:sldId id="280" r:id="rId14"/>
    <p:sldId id="281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41824" autoAdjust="0"/>
  </p:normalViewPr>
  <p:slideViewPr>
    <p:cSldViewPr>
      <p:cViewPr varScale="1">
        <p:scale>
          <a:sx n="38" d="100"/>
          <a:sy n="38" d="100"/>
        </p:scale>
        <p:origin x="-41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35EA515-9E27-492E-8815-F412C6370AB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A6BBB8A-5DF8-437A-B0EC-9E0700EA85C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REVÊTS TOUTES LES ARMES DE DIEU AFIN DE TENIR FERME </a:t>
            </a:r>
            <a:br>
              <a:rPr lang="fr-FR" dirty="0" smtClean="0"/>
            </a:br>
            <a:r>
              <a:rPr lang="fr-FR" dirty="0" smtClean="0"/>
              <a:t>      Put on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armor</a:t>
            </a:r>
            <a:r>
              <a:rPr lang="fr-FR" dirty="0" smtClean="0"/>
              <a:t> of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</a:t>
            </a:r>
            <a:r>
              <a:rPr lang="fr-FR" dirty="0" err="1" smtClean="0"/>
              <a:t>may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able to Stand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CONTRE LA FORCE DES TÉNÈBRES.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against</a:t>
            </a:r>
            <a:r>
              <a:rPr lang="fr-FR" dirty="0" smtClean="0"/>
              <a:t> the forces of </a:t>
            </a:r>
            <a:r>
              <a:rPr lang="fr-FR" dirty="0" err="1" smtClean="0"/>
              <a:t>darkness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SOIS HARDI SOIS FORT. 
     Be bold Be </a:t>
            </a:r>
            <a:r>
              <a:rPr lang="fr-FR" dirty="0" err="1" smtClean="0"/>
              <a:t>strong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SOIS COURAGEUX N’AIE PAS PEUR</a:t>
            </a:r>
            <a:br>
              <a:rPr lang="fr-FR" dirty="0" smtClean="0"/>
            </a:br>
            <a:r>
              <a:rPr lang="fr-FR" dirty="0" smtClean="0"/>
              <a:t>    Be </a:t>
            </a:r>
            <a:r>
              <a:rPr lang="fr-FR" dirty="0" err="1" smtClean="0"/>
              <a:t>courageous</a:t>
            </a:r>
            <a:r>
              <a:rPr lang="fr-FR" dirty="0" smtClean="0"/>
              <a:t> Have no </a:t>
            </a:r>
            <a:r>
              <a:rPr lang="fr-FR" dirty="0" err="1" smtClean="0"/>
              <a:t>fear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NE TE COMPROMETS PAS</a:t>
            </a:r>
          </a:p>
          <a:p>
            <a:pPr>
              <a:defRPr/>
            </a:pPr>
            <a:r>
              <a:rPr lang="fr-FR" dirty="0" smtClean="0"/>
              <a:t>     Do not compromise</a:t>
            </a:r>
          </a:p>
          <a:p>
            <a:pPr>
              <a:defRPr/>
            </a:pPr>
            <a:r>
              <a:rPr lang="fr-FR" dirty="0" smtClean="0"/>
              <a:t> 
6-  CAR LES ARMES DE TES COMBATS SONT PUISSANTES 
     For the </a:t>
            </a:r>
            <a:r>
              <a:rPr lang="fr-FR" dirty="0" err="1" smtClean="0"/>
              <a:t>weapons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warfare</a:t>
            </a:r>
            <a:r>
              <a:rPr lang="fr-FR" dirty="0" smtClean="0"/>
              <a:t> are </a:t>
            </a:r>
            <a:r>
              <a:rPr lang="fr-FR" dirty="0" err="1" smtClean="0"/>
              <a:t>mighty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ELLES SONT PUISSANTES EN DIEU. 
     </a:t>
            </a:r>
            <a:r>
              <a:rPr lang="fr-FR" dirty="0" err="1" smtClean="0"/>
              <a:t>They're</a:t>
            </a:r>
            <a:r>
              <a:rPr lang="fr-FR" dirty="0" smtClean="0"/>
              <a:t> </a:t>
            </a:r>
            <a:r>
              <a:rPr lang="fr-FR" dirty="0" err="1" smtClean="0"/>
              <a:t>strong</a:t>
            </a:r>
            <a:r>
              <a:rPr lang="fr-FR" dirty="0" smtClean="0"/>
              <a:t> </a:t>
            </a:r>
            <a:r>
              <a:rPr lang="fr-FR" dirty="0" err="1" smtClean="0"/>
              <a:t>unto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TU ES UN GUERRIER </a:t>
            </a:r>
          </a:p>
          <a:p>
            <a:pPr>
              <a:defRPr/>
            </a:pPr>
            <a:r>
              <a:rPr lang="fr-FR" dirty="0" smtClean="0"/>
              <a:t>    You-are-a-</a:t>
            </a:r>
            <a:r>
              <a:rPr lang="fr-FR" dirty="0" err="1" smtClean="0"/>
              <a:t>warrior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NE LUTTONS PAS CONTRE LA CHAIR ET NI LE SANG 
     </a:t>
            </a:r>
            <a:r>
              <a:rPr lang="fr-FR" dirty="0" err="1" smtClean="0"/>
              <a:t>Wrestle</a:t>
            </a:r>
            <a:r>
              <a:rPr lang="fr-FR" dirty="0" smtClean="0"/>
              <a:t> not </a:t>
            </a:r>
            <a:r>
              <a:rPr lang="fr-FR" dirty="0" err="1" smtClean="0"/>
              <a:t>against</a:t>
            </a:r>
            <a:r>
              <a:rPr lang="fr-FR" dirty="0" smtClean="0"/>
              <a:t> </a:t>
            </a:r>
            <a:r>
              <a:rPr lang="fr-FR" dirty="0" err="1" smtClean="0"/>
              <a:t>flesh</a:t>
            </a:r>
            <a:r>
              <a:rPr lang="fr-FR" dirty="0" smtClean="0"/>
              <a:t> and </a:t>
            </a:r>
            <a:r>
              <a:rPr lang="fr-FR" dirty="0" err="1" smtClean="0"/>
              <a:t>blood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NOUS SOMMES CONTRE LES TÉNÈBRES NOUS SOMMES CONTRE LES TÉNÈBRES 
     Stand </a:t>
            </a:r>
            <a:r>
              <a:rPr lang="fr-FR" dirty="0" err="1" smtClean="0"/>
              <a:t>against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r>
              <a:rPr lang="fr-FR" dirty="0" smtClean="0"/>
              <a:t> Stand </a:t>
            </a:r>
            <a:r>
              <a:rPr lang="fr-FR" dirty="0" err="1" smtClean="0"/>
              <a:t>against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NOUS SOMMES LES GUERRIERS DE LUMIÈRE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We</a:t>
            </a:r>
            <a:r>
              <a:rPr lang="fr-FR" dirty="0" smtClean="0"/>
              <a:t> are the </a:t>
            </a:r>
            <a:r>
              <a:rPr lang="fr-FR" dirty="0" err="1" smtClean="0"/>
              <a:t>warriors</a:t>
            </a:r>
            <a:r>
              <a:rPr lang="fr-FR" dirty="0" smtClean="0"/>
              <a:t> of light
</a:t>
            </a:r>
          </a:p>
          <a:p>
            <a:pPr>
              <a:defRPr/>
            </a:pPr>
            <a:r>
              <a:rPr lang="fr-FR" dirty="0" smtClean="0"/>
              <a:t>12-  LES SOLDATS DE LA CROIX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Soldiers</a:t>
            </a:r>
            <a:r>
              <a:rPr lang="fr-FR" dirty="0" smtClean="0"/>
              <a:t> of the cross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NOUS SOMMES DES GUERRIERS PUISSANTS GUERRIERS   
     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warriors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warriors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SECOUANT LES PORTES DE L’ENFER    x2
       </a:t>
            </a:r>
            <a:r>
              <a:rPr lang="fr-FR" dirty="0" err="1" smtClean="0"/>
              <a:t>Storming</a:t>
            </a:r>
            <a:r>
              <a:rPr lang="fr-FR" dirty="0" smtClean="0"/>
              <a:t> the </a:t>
            </a:r>
            <a:r>
              <a:rPr lang="fr-FR" dirty="0" err="1" smtClean="0"/>
              <a:t>gates</a:t>
            </a:r>
            <a:r>
              <a:rPr lang="fr-FR" dirty="0" smtClean="0"/>
              <a:t> of </a:t>
            </a:r>
            <a:r>
              <a:rPr lang="fr-FR" dirty="0" err="1" smtClean="0"/>
              <a:t>hell</a:t>
            </a:r>
            <a:r>
              <a:rPr lang="fr-FR" dirty="0" smtClean="0"/>
              <a:t> </a:t>
            </a:r>
            <a:r>
              <a:rPr lang="fr-FR" dirty="0" err="1" smtClean="0"/>
              <a:t>Storming</a:t>
            </a:r>
            <a:r>
              <a:rPr lang="fr-FR" dirty="0" smtClean="0"/>
              <a:t> the </a:t>
            </a:r>
            <a:r>
              <a:rPr lang="fr-FR" dirty="0" err="1" smtClean="0"/>
              <a:t>gates</a:t>
            </a:r>
            <a:r>
              <a:rPr lang="fr-FR" dirty="0" smtClean="0"/>
              <a:t> of </a:t>
            </a:r>
            <a:r>
              <a:rPr lang="fr-FR" dirty="0" err="1" smtClean="0"/>
              <a:t>hell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armor</a:t>
            </a:r>
            <a:r>
              <a:rPr lang="fr-FR" dirty="0" smtClean="0"/>
              <a:t> of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</a:t>
            </a:r>
            <a:r>
              <a:rPr lang="fr-FR" dirty="0" err="1" smtClean="0"/>
              <a:t>may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against</a:t>
            </a:r>
            <a:r>
              <a:rPr lang="fr-FR" dirty="0" smtClean="0"/>
              <a:t> the forces of </a:t>
            </a:r>
            <a:r>
              <a:rPr lang="fr-FR" dirty="0" err="1" smtClean="0"/>
              <a:t>darkness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SOIS HARDI SOIS FORT. 
     Be bold Be </a:t>
            </a:r>
            <a:r>
              <a:rPr lang="fr-FR" dirty="0" err="1" smtClean="0"/>
              <a:t>strong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SOIS COURAGEUX N’AIE PAS PEUR</a:t>
            </a:r>
            <a:br>
              <a:rPr lang="fr-FR" dirty="0" smtClean="0"/>
            </a:br>
            <a:r>
              <a:rPr lang="fr-FR" dirty="0" smtClean="0"/>
              <a:t>    Be </a:t>
            </a:r>
            <a:r>
              <a:rPr lang="fr-FR" dirty="0" err="1" smtClean="0"/>
              <a:t>courageous</a:t>
            </a:r>
            <a:r>
              <a:rPr lang="fr-FR" dirty="0" smtClean="0"/>
              <a:t> Have no </a:t>
            </a:r>
            <a:r>
              <a:rPr lang="fr-FR" dirty="0" err="1" smtClean="0"/>
              <a:t>fear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6-  CAR LES ARMES DE TES COMBATS SONT PUISSANTES 
     For the </a:t>
            </a:r>
            <a:r>
              <a:rPr lang="fr-FR" dirty="0" err="1" smtClean="0"/>
              <a:t>weapons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warfare</a:t>
            </a:r>
            <a:r>
              <a:rPr lang="fr-FR" dirty="0" smtClean="0"/>
              <a:t> are </a:t>
            </a:r>
            <a:r>
              <a:rPr lang="fr-FR" dirty="0" err="1" smtClean="0"/>
              <a:t>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ELLES SONT PUISSANTES EN DIEU. 
     </a:t>
            </a:r>
            <a:r>
              <a:rPr lang="fr-FR" dirty="0" err="1" smtClean="0"/>
              <a:t>They're</a:t>
            </a:r>
            <a:r>
              <a:rPr lang="fr-FR" dirty="0" smtClean="0"/>
              <a:t> </a:t>
            </a:r>
            <a:r>
              <a:rPr lang="fr-FR" dirty="0" err="1" smtClean="0"/>
              <a:t>strong</a:t>
            </a:r>
            <a:r>
              <a:rPr lang="fr-FR" dirty="0" smtClean="0"/>
              <a:t> </a:t>
            </a:r>
            <a:r>
              <a:rPr lang="fr-FR" dirty="0" err="1" smtClean="0"/>
              <a:t>unto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You-are-a-</a:t>
            </a:r>
            <a:r>
              <a:rPr lang="fr-FR" dirty="0" err="1" smtClean="0"/>
              <a:t>warrior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NE LUTTONS PAS CONTRE LA CHAIR ET NI LE SANG 
     </a:t>
            </a:r>
            <a:r>
              <a:rPr lang="fr-FR" dirty="0" err="1" smtClean="0"/>
              <a:t>Wrestle</a:t>
            </a:r>
            <a:r>
              <a:rPr lang="fr-FR" dirty="0" smtClean="0"/>
              <a:t> not </a:t>
            </a:r>
            <a:r>
              <a:rPr lang="fr-FR" dirty="0" err="1" smtClean="0"/>
              <a:t>against</a:t>
            </a:r>
            <a:r>
              <a:rPr lang="fr-FR" dirty="0" smtClean="0"/>
              <a:t> </a:t>
            </a:r>
            <a:r>
              <a:rPr lang="fr-FR" dirty="0" err="1" smtClean="0"/>
              <a:t>flesh</a:t>
            </a:r>
            <a:r>
              <a:rPr lang="fr-FR" dirty="0" smtClean="0"/>
              <a:t> and </a:t>
            </a:r>
            <a:r>
              <a:rPr lang="fr-FR" dirty="0" err="1" smtClean="0"/>
              <a:t>blood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NOUS SOMMES CONTRE LES TÉNÈBRES NOUS SOMMES CONTRE LES TÉNÈBRES 
     Stand </a:t>
            </a:r>
            <a:r>
              <a:rPr lang="fr-FR" dirty="0" err="1" smtClean="0"/>
              <a:t>against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r>
              <a:rPr lang="fr-FR" dirty="0" smtClean="0"/>
              <a:t> Stand </a:t>
            </a:r>
            <a:r>
              <a:rPr lang="fr-FR" dirty="0" err="1" smtClean="0"/>
              <a:t>against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We</a:t>
            </a:r>
            <a:r>
              <a:rPr lang="fr-FR" dirty="0" smtClean="0"/>
              <a:t> are the </a:t>
            </a:r>
            <a:r>
              <a:rPr lang="fr-FR" dirty="0" err="1" smtClean="0"/>
              <a:t>warriors</a:t>
            </a:r>
            <a:r>
              <a:rPr lang="fr-FR" dirty="0" smtClean="0"/>
              <a:t>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Soldiers</a:t>
            </a:r>
            <a:r>
              <a:rPr lang="fr-FR" dirty="0" smtClean="0"/>
              <a:t>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NOUS SOMMES DES GUERRIERS PUISSANTS GUERRIERS   
     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warriors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warriors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SECOUANT LES PORTES DE L’ENFER    x2
       </a:t>
            </a:r>
            <a:r>
              <a:rPr lang="fr-FR" dirty="0" err="1" smtClean="0"/>
              <a:t>Storming</a:t>
            </a:r>
            <a:r>
              <a:rPr lang="fr-FR" dirty="0" smtClean="0"/>
              <a:t> the </a:t>
            </a:r>
            <a:r>
              <a:rPr lang="fr-FR" dirty="0" err="1" smtClean="0"/>
              <a:t>gates</a:t>
            </a:r>
            <a:r>
              <a:rPr lang="fr-FR" dirty="0" smtClean="0"/>
              <a:t> of </a:t>
            </a:r>
            <a:r>
              <a:rPr lang="fr-FR" dirty="0" err="1" smtClean="0"/>
              <a:t>hell</a:t>
            </a:r>
            <a:r>
              <a:rPr lang="fr-FR" dirty="0" smtClean="0"/>
              <a:t> </a:t>
            </a:r>
            <a:r>
              <a:rPr lang="fr-FR" dirty="0" err="1" smtClean="0"/>
              <a:t>Storming</a:t>
            </a:r>
            <a:r>
              <a:rPr lang="fr-FR" dirty="0" smtClean="0"/>
              <a:t> the </a:t>
            </a:r>
            <a:r>
              <a:rPr lang="fr-FR" dirty="0" err="1" smtClean="0"/>
              <a:t>gates</a:t>
            </a:r>
            <a:r>
              <a:rPr lang="fr-FR" dirty="0" smtClean="0"/>
              <a:t> of </a:t>
            </a:r>
            <a:r>
              <a:rPr lang="fr-FR" dirty="0" err="1" smtClean="0"/>
              <a:t>hell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CONTRE LA FORCE DES TÉNÈBRES.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against the forces of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SOIS HARDI SOIS FORT. 
     Be bold Be strong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NE TE COMPROMETS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Do not compromise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6-  CAR LES ARMES DE TES COMBATS SONT PUISSANTES 
     For the weapons of your warfare are 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ELLES SONT PUISSANTES EN DIEU. 
     They're strong unto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TU ES UN GUERRIER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You-are-a-warrior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NE LUTTONS PAS CONTRE LA CHAIR ET NI LE SANG 
     Wrestle not against flesh and blood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SOMMES LES GUERRIERS DE LUMIÈRE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the warriors of light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LES SOLDATS DE LA CROIX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Soldiers of the cross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NOUS SOMMES DES GUERRIERS PUISSANTS GUERRIERS   
       We are warriors Mighty warriors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SECOUANT LES PORTES DE L’ENFER    x2
       Storming the gates of hell Storming the gates of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REVÊTS TOUTES LES ARMES DE DIEU AFIN DE TENIR FERME </a:t>
            </a:r>
            <a:br>
              <a:rPr lang="fr-FR" smtClean="0"/>
            </a:br>
            <a:r>
              <a:rPr lang="fr-FR" smtClean="0"/>
              <a:t>      Put on the whole armor of God that You may be able to Stand</a:t>
            </a:r>
          </a:p>
          <a:p>
            <a:endParaRPr lang="fr-FR" smtClean="0"/>
          </a:p>
          <a:p>
            <a:r>
              <a:rPr lang="fr-FR" smtClean="0"/>
              <a:t>2-  CONTRE LA FORCE DES TÉNÈBRES. </a:t>
            </a:r>
          </a:p>
          <a:p>
            <a:r>
              <a:rPr lang="fr-FR" smtClean="0"/>
              <a:t>     against the forces of darkness</a:t>
            </a:r>
          </a:p>
          <a:p>
            <a:endParaRPr lang="fr-FR" smtClean="0"/>
          </a:p>
          <a:p>
            <a:r>
              <a:rPr lang="fr-FR" smtClean="0"/>
              <a:t>3-  SOIS HARDI SOIS FORT. 
     Be bold Be strong</a:t>
            </a:r>
          </a:p>
          <a:p>
            <a:r>
              <a:rPr lang="fr-FR" smtClean="0"/>
              <a:t>4-  SOIS COURAGEUX N’AIE PAS PEUR</a:t>
            </a:r>
            <a:br>
              <a:rPr lang="fr-FR" smtClean="0"/>
            </a:br>
            <a:r>
              <a:rPr lang="fr-FR" smtClean="0"/>
              <a:t>    Be courageous Have no fear</a:t>
            </a:r>
          </a:p>
          <a:p>
            <a:endParaRPr lang="fr-FR" smtClean="0"/>
          </a:p>
          <a:p>
            <a:r>
              <a:rPr lang="fr-FR" smtClean="0"/>
              <a:t>5-  NE TE COMPROMETS PAS</a:t>
            </a:r>
          </a:p>
          <a:p>
            <a:r>
              <a:rPr lang="fr-FR" smtClean="0"/>
              <a:t>     Do not compromise</a:t>
            </a:r>
          </a:p>
          <a:p>
            <a:r>
              <a:rPr lang="fr-FR" smtClean="0"/>
              <a:t> 
6-  CAR LES ARMES DE TES COMBATS SONT PUISSANTES 
     For the weapons of your warfare are mighty</a:t>
            </a:r>
          </a:p>
          <a:p>
            <a:endParaRPr lang="fr-FR" smtClean="0"/>
          </a:p>
          <a:p>
            <a:r>
              <a:rPr lang="fr-FR" smtClean="0"/>
              <a:t>7-  ELLES SONT PUISSANTES EN DIEU. 
     They're strong unto God</a:t>
            </a:r>
          </a:p>
          <a:p>
            <a:endParaRPr lang="fr-FR" smtClean="0"/>
          </a:p>
          <a:p>
            <a:r>
              <a:rPr lang="fr-FR" smtClean="0"/>
              <a:t>8- TU ES UN GUERRIER </a:t>
            </a:r>
          </a:p>
          <a:p>
            <a:r>
              <a:rPr lang="fr-FR" smtClean="0"/>
              <a:t>    You-are-a-warrior</a:t>
            </a:r>
          </a:p>
          <a:p>
            <a:endParaRPr lang="fr-FR" smtClean="0"/>
          </a:p>
          <a:p>
            <a:r>
              <a:rPr lang="fr-FR" smtClean="0"/>
              <a:t>9-  NE LUTTONS PAS CONTRE LA CHAIR ET NI LE SANG 
     Wrestle not against flesh and blood</a:t>
            </a:r>
          </a:p>
          <a:p>
            <a:endParaRPr lang="fr-FR" smtClean="0"/>
          </a:p>
          <a:p>
            <a:r>
              <a:rPr lang="fr-FR" smtClean="0"/>
              <a:t>10-  NOUS SOMMES CONTRE LES TÉNÈBRES NOUS SOMMES CONTRE LES TÉNÈBRES 
     Stand against the darkness Stand against the darkness</a:t>
            </a:r>
          </a:p>
          <a:p>
            <a:endParaRPr lang="fr-FR" smtClean="0"/>
          </a:p>
          <a:p>
            <a:r>
              <a:rPr lang="fr-FR" smtClean="0"/>
              <a:t>11-  NOUS SOMMES LES GUERRIERS DE LUMIÈRE </a:t>
            </a:r>
          </a:p>
          <a:p>
            <a:r>
              <a:rPr lang="fr-FR" smtClean="0"/>
              <a:t>       We are the warriors of light
</a:t>
            </a:r>
          </a:p>
          <a:p>
            <a:r>
              <a:rPr lang="fr-FR" smtClean="0"/>
              <a:t>12-  LES SOLDATS DE LA CROIX </a:t>
            </a:r>
          </a:p>
          <a:p>
            <a:r>
              <a:rPr lang="fr-FR" smtClean="0"/>
              <a:t>       Soldiers of the cross</a:t>
            </a:r>
          </a:p>
          <a:p>
            <a:endParaRPr lang="fr-FR" smtClean="0"/>
          </a:p>
          <a:p>
            <a:r>
              <a:rPr lang="fr-FR" smtClean="0"/>
              <a:t>13-  NOUS SOMMES DES GUERRIERS PUISSANTS GUERRIERS   
       We are warriors Mighty warriors</a:t>
            </a:r>
          </a:p>
          <a:p>
            <a:endParaRPr lang="fr-FR" smtClean="0"/>
          </a:p>
          <a:p>
            <a:r>
              <a:rPr lang="fr-FR" smtClean="0"/>
              <a:t>14-  SECOUANT LES PORTES DE L’ENFER    x2
       Storming the gates of hell Storming the gates of hell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A7B8F-18B7-49B0-86E6-BED97F8EC3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CBA0E-415E-4D6D-8C5D-D1337BB412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2D1B0-3BE5-4328-B948-0C6711EE0D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79EAF5-B52A-4D34-B757-F99BB61C37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E5301-B11F-4217-8FC8-0F2D79C284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48DFE-27C1-4978-84CE-AD2B9E2191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AA910-DCF9-4677-A68A-85AAD0F98B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EF605-797D-406B-A49D-878EC229F6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02F9A-78A2-46FE-A51A-9A2D1DC168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5962B3-3A8D-4FE0-BAE0-7A0703337C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E7AE4-E272-42CC-9100-9DFC4DDDA0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27A9161-6602-437B-9E36-E5A4B5FFB6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REVÊTS TOUTES LES ARMES DE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AFIN DE TENIR FERME </a:t>
            </a: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CONTRE LA FORCE DES TÉNÈBRES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HARDI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SOIS FORT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COURAGEUX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N’AIE PAS PEUR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COMPROMETS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LES ARMES DE TES COMBATS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PUISSANTES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ELLES SONT PUISSANTES EN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UN GUERRIER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LUTTONS PAS CONTRE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CHAIR ET NI LE SANG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CONTRE LES TÉNÈBRES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CONTRE LES TÉNÈBRES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LES GUERRIERS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LUMIÈRE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SOLDATS DE LA CROIX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DES GUERRIERS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PUISSANTS GUERRIERS 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SECOUANT LES PORTES DE L’ENFER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SECOUANT LES PORTES DE L’ENFER  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369</Words>
  <Application>Microsoft Office PowerPoint</Application>
  <PresentationFormat>On-screen Show (4:3)</PresentationFormat>
  <Paragraphs>826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REVÊTS TOUTES LES ARMES DE DIEU AFIN DE TENIR FERME  </vt:lpstr>
      <vt:lpstr>CONTRE LA FORCE DES TÉNÈBRES </vt:lpstr>
      <vt:lpstr>SOIS HARDI  SOIS FORT</vt:lpstr>
      <vt:lpstr>SOIS COURAGEUX  N’AIE PAS PEUR</vt:lpstr>
      <vt:lpstr>NE TE COMPROMETS PAS</vt:lpstr>
      <vt:lpstr>CAR LES ARMES DE TES COMBATS SONT PUISSANTES</vt:lpstr>
      <vt:lpstr>ELLES SONT PUISSANTES EN DIEU </vt:lpstr>
      <vt:lpstr>TU ES UN GUERRIER</vt:lpstr>
      <vt:lpstr>NE LUTTONS PAS CONTRE LA CHAIR ET NI LE SANG</vt:lpstr>
      <vt:lpstr>NOUS SOMMES CONTRE LES TÉNÈBRES NOUS SOMMES CONTRE LES TÉNÈBRES</vt:lpstr>
      <vt:lpstr>NOUS SOMMES LES GUERRIERS DE LUMIÈRE</vt:lpstr>
      <vt:lpstr>LES SOLDATS DE LA CROIX</vt:lpstr>
      <vt:lpstr>NOUS SOMMES DES GUERRIERS   PUISSANTS GUERRIERS </vt:lpstr>
      <vt:lpstr>SECOUANT LES PORTES DE L’ENFER SECOUANT LES PORTES DE L’ENFER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137</cp:revision>
  <dcterms:created xsi:type="dcterms:W3CDTF">2002-08-17T10:50:50Z</dcterms:created>
  <dcterms:modified xsi:type="dcterms:W3CDTF">2017-01-01T11:57:58Z</dcterms:modified>
</cp:coreProperties>
</file>