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67" autoAdjust="0"/>
    <p:restoredTop sz="63925" autoAdjust="0"/>
  </p:normalViewPr>
  <p:slideViewPr>
    <p:cSldViewPr>
      <p:cViewPr varScale="1">
        <p:scale>
          <a:sx n="43" d="100"/>
          <a:sy n="43" d="100"/>
        </p:scale>
        <p:origin x="-66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B5B4811-22FB-4780-BD9A-50B485C0A3D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2801CF9-DB9A-403A-9A29-F428E92E974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SAINT, SAINT, SAINT SEIGNEUR DIEU TOUT-PUISSANT 
2-  DÈS LE MATIN MON CHANT S’ÉLÈVERA VERS TOI 
3-  SAINT, SAINT, SAINT DIEU DE GRÂCE ET PUISSANT 
4-  PÈRE, FILS ET ESPRIT, TRINITÉ BÉNIE DIEU EN TROIS PERSONNES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2D45B-4651-4B86-B265-108EDAFFE8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53063-8CC3-4FD2-9045-56A7B2BFCE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C39A5F-5E6D-43E8-B683-EADAB78A9F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CDA11-0330-4B7C-80AC-9168E74005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BECF02-652B-41DE-BA81-745C9ED22A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75F53-9C52-4248-BB33-DE85A8F387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2CC1A-98EE-4A6E-8F32-794C28B01D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1359E-466E-4146-9F18-84A13F93B3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06190-DE7C-4230-B36F-8CEA2C512F5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01E193-7729-4EAD-8028-FDC1803BA6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5B3867-525E-486F-8BC3-AEF7E74DFD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993A6A0-CCE1-4193-A978-A1156538D0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 DIEU TOUT-PUISSANT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DÈS LE MATIN MON CHANT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S’ÉLÈVERA VERS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SAINT, SAINT, SAINT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DE GRÂCE ET PUISSANT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PÈRE, FILS ET ESPRIT, TRINITÉ BÉNIE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EN TROIS PERSONNES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1485</TotalTime>
  <Words>95</Words>
  <Application>Microsoft Office PowerPoint</Application>
  <PresentationFormat>On-screen Show (4:3)</PresentationFormat>
  <Paragraphs>12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SAINT, SAINT, SAINT SEIGNEUR DIEU TOUT-PUISSANT</vt:lpstr>
      <vt:lpstr>DÈS LE MATIN MON CHANT S’ÉLÈVERA VERS TOI</vt:lpstr>
      <vt:lpstr>SAINT, SAINT, SAINT DIEU DE GRÂCE ET PUISSANT</vt:lpstr>
      <vt:lpstr>PÈRE, FILS ET ESPRIT, TRINITÉ BÉNIE DIEU EN TROIS PERSONNES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132</cp:revision>
  <dcterms:created xsi:type="dcterms:W3CDTF">2002-08-17T10:50:50Z</dcterms:created>
  <dcterms:modified xsi:type="dcterms:W3CDTF">2015-07-12T08:01:14Z</dcterms:modified>
</cp:coreProperties>
</file>