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8" r:id="rId9"/>
    <p:sldId id="277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90" r:id="rId21"/>
    <p:sldId id="289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67" autoAdjust="0"/>
    <p:restoredTop sz="63925" autoAdjust="0"/>
  </p:normalViewPr>
  <p:slideViewPr>
    <p:cSldViewPr>
      <p:cViewPr varScale="1">
        <p:scale>
          <a:sx n="43" d="100"/>
          <a:sy n="43" d="100"/>
        </p:scale>
        <p:origin x="-90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40EF18E-BA75-41E2-8A86-E8D7F26B044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8F3B840-30D7-4849-AB5D-6C9A8A1EE69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3-  DES MILLIERS DE GUERRES MILLE FOIS REMPORTÉES</a:t>
            </a:r>
            <a:br>
              <a:rPr lang="en-US" dirty="0" smtClean="0"/>
            </a:br>
            <a:r>
              <a:rPr lang="en-US" dirty="0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NE LAISSENT PLUS RIEN À PAYER</a:t>
            </a:r>
            <a:br>
              <a:rPr lang="en-US" dirty="0" smtClean="0"/>
            </a:br>
            <a:r>
              <a:rPr lang="en-US" dirty="0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COMME LA PLUIE QUI VIENT LAVER LA TERRE</a:t>
            </a:r>
            <a:br>
              <a:rPr lang="en-US" dirty="0" smtClean="0"/>
            </a:br>
            <a:r>
              <a:rPr lang="en-US" dirty="0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UNE FONTAINE D’EAU PURE ET CLAIRE</a:t>
            </a:r>
            <a:br>
              <a:rPr lang="en-US" dirty="0" smtClean="0"/>
            </a:br>
            <a:r>
              <a:rPr lang="en-US" dirty="0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
	9-  JÉSUS A PAYÉ JÉSUS A PAYÉ</a:t>
            </a:r>
            <a:br>
              <a:rPr lang="en-US" dirty="0" smtClean="0"/>
            </a:br>
            <a:r>
              <a:rPr lang="en-US" dirty="0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10-  AVEC SON SANG UN SACRIFICE SI GRAND</a:t>
            </a:r>
            <a:br>
              <a:rPr lang="en-US" dirty="0" smtClean="0"/>
            </a:br>
            <a:r>
              <a:rPr lang="en-US" dirty="0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12-  UN HOMME A PORTÉ SUR LA CROIX MA PEINE</a:t>
            </a:r>
            <a:br>
              <a:rPr lang="en-US" dirty="0" smtClean="0"/>
            </a:br>
            <a:r>
              <a:rPr lang="en-US" dirty="0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QUEL PUISSANT COMBAT POUR LA RACE HUMAINE</a:t>
            </a:r>
            <a:br>
              <a:rPr lang="en-US" dirty="0" smtClean="0"/>
            </a:br>
            <a:r>
              <a:rPr lang="en-US" dirty="0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14-  IL A FAIT UN PONT ENTRE DIEU ET L’HOMME</a:t>
            </a:r>
            <a:br>
              <a:rPr lang="en-US" dirty="0" smtClean="0"/>
            </a:br>
            <a:r>
              <a:rPr lang="en-US" dirty="0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16-  JÉSUS A PAYÉ JÉSUS A PAYÉ</a:t>
            </a:r>
            <a:br>
              <a:rPr lang="en-US" dirty="0" smtClean="0"/>
            </a:br>
            <a:r>
              <a:rPr lang="en-US" dirty="0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17-  AVEC SON SANG UN SACRIFICE SI GRAND</a:t>
            </a:r>
            <a:br>
              <a:rPr lang="en-US" dirty="0" smtClean="0"/>
            </a:br>
            <a:r>
              <a:rPr lang="en-US" dirty="0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19-  WITH EVERY DROP OF BLOOD THAT FELL THAT DAY</a:t>
            </a:r>
            <a:br>
              <a:rPr lang="en-US" dirty="0" smtClean="0"/>
            </a:br>
            <a:r>
              <a:rPr lang="en-US" dirty="0" smtClean="0"/>
              <a:t> 20-  A BILLION TEARS OF PAIN WERE WASHED AWAY</a:t>
            </a:r>
            <a:br>
              <a:rPr lang="en-US" dirty="0" smtClean="0"/>
            </a:br>
            <a:r>
              <a:rPr lang="en-US" dirty="0" smtClean="0"/>
              <a:t> 21-  TEN THOUSAND TIMES TEN THOUSAND WARS WERE WON</a:t>
            </a:r>
            <a:br>
              <a:rPr lang="en-US" dirty="0" smtClean="0"/>
            </a:br>
            <a:r>
              <a:rPr lang="en-US" dirty="0" smtClean="0"/>
              <a:t> 22-  THERE WAS NOTHING LEFT TO PAY</a:t>
            </a:r>
            <a:br>
              <a:rPr lang="en-US" dirty="0" smtClean="0"/>
            </a:br>
            <a:r>
              <a:rPr lang="en-US" dirty="0" smtClean="0"/>
              <a:t> 23-  LIKE THE RAIN THAT WASHES EARTH AND AIR</a:t>
            </a:r>
            <a:br>
              <a:rPr lang="en-US" dirty="0" smtClean="0"/>
            </a:br>
            <a:r>
              <a:rPr lang="en-US" dirty="0" smtClean="0"/>
              <a:t> 24-  LIKE A FOUNTAIN FLOWING PURE AND CLEAR</a:t>
            </a:r>
            <a:br>
              <a:rPr lang="en-US" dirty="0" smtClean="0"/>
            </a:br>
            <a:r>
              <a:rPr lang="en-US" dirty="0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27-  JESUS PAID IT ALLJESUS PAID IT ALL</a:t>
            </a:r>
            <a:br>
              <a:rPr lang="en-US" dirty="0" smtClean="0"/>
            </a:br>
            <a:r>
              <a:rPr lang="en-US" dirty="0" smtClean="0"/>
              <a:t>	28-  WITH EVERY STRIPE A FINAL SACRIFICE</a:t>
            </a:r>
            <a:br>
              <a:rPr lang="en-US" dirty="0" smtClean="0"/>
            </a:br>
            <a:r>
              <a:rPr lang="en-US" dirty="0" smtClean="0"/>
              <a:t>	29-  JESUS PAID IT ALL</a:t>
            </a:r>
            <a:br>
              <a:rPr lang="en-US" dirty="0" smtClean="0"/>
            </a:br>
            <a:r>
              <a:rPr lang="en-US" dirty="0" smtClean="0"/>
              <a:t> 
30-  ONE MAN HUNG SUSPENDED IN THE SPACE</a:t>
            </a:r>
            <a:br>
              <a:rPr lang="en-US" dirty="0" smtClean="0"/>
            </a:br>
            <a:r>
              <a:rPr lang="en-US" dirty="0" smtClean="0"/>
              <a:t>31-  A POWER STRUGGLE FOR THE HUMAN RACE</a:t>
            </a:r>
            <a:br>
              <a:rPr lang="en-US" dirty="0" smtClean="0"/>
            </a:br>
            <a:r>
              <a:rPr lang="en-US" dirty="0" smtClean="0"/>
              <a:t>32-  IT BRIDGED THE GAP BETWEEN MANKIND AND GOD</a:t>
            </a:r>
            <a:br>
              <a:rPr lang="en-US" dirty="0" smtClean="0"/>
            </a:br>
            <a:r>
              <a:rPr lang="en-US" dirty="0" smtClean="0"/>
              <a:t>33-  AND DYING WITH AMAZING GRACE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34-  JESUS PAID IT ALL JESUS PAID IT ALL</a:t>
            </a:r>
            <a:br>
              <a:rPr lang="en-US" dirty="0" smtClean="0"/>
            </a:br>
            <a:r>
              <a:rPr lang="en-US" dirty="0" smtClean="0"/>
              <a:t>	35-  WITH EVERY STRIPE A FINAL SACRIFICE</a:t>
            </a:r>
            <a:br>
              <a:rPr lang="en-US" dirty="0" smtClean="0"/>
            </a:br>
            <a:r>
              <a:rPr lang="en-US" dirty="0" smtClean="0"/>
              <a:t>	 36-  OH, JESUS PAID IT ALL JESUS OH, JESUS, JESUS PAID IT ALL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3-  DES MILLIERS DE GUERRES MILLE FOIS REMPORTÉES</a:t>
            </a:r>
            <a:br>
              <a:rPr lang="en-US" dirty="0" smtClean="0"/>
            </a:br>
            <a:r>
              <a:rPr lang="en-US" dirty="0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NE LAISSENT PLUS RIEN À PAYER</a:t>
            </a:r>
            <a:br>
              <a:rPr lang="en-US" dirty="0" smtClean="0"/>
            </a:br>
            <a:r>
              <a:rPr lang="en-US" dirty="0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COMME LA PLUIE QUI VIENT LAVER LA TERRE</a:t>
            </a:r>
            <a:br>
              <a:rPr lang="en-US" dirty="0" smtClean="0"/>
            </a:br>
            <a:r>
              <a:rPr lang="en-US" dirty="0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UNE FONTAINE D’EAU PURE ET CLAIRE</a:t>
            </a:r>
            <a:br>
              <a:rPr lang="en-US" dirty="0" smtClean="0"/>
            </a:br>
            <a:r>
              <a:rPr lang="en-US" dirty="0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
	9-  JÉSUS A PAYÉ JÉSUS A PAYÉ</a:t>
            </a:r>
            <a:br>
              <a:rPr lang="en-US" dirty="0" smtClean="0"/>
            </a:br>
            <a:r>
              <a:rPr lang="en-US" dirty="0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10-  AVEC SON SANG UN SACRIFICE SI GRAND</a:t>
            </a:r>
            <a:br>
              <a:rPr lang="en-US" dirty="0" smtClean="0"/>
            </a:br>
            <a:r>
              <a:rPr lang="en-US" dirty="0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12-  UN HOMME A PORTÉ SUR LA CROIX MA PEINE</a:t>
            </a:r>
            <a:br>
              <a:rPr lang="en-US" dirty="0" smtClean="0"/>
            </a:br>
            <a:r>
              <a:rPr lang="en-US" dirty="0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QUEL PUISSANT COMBAT POUR LA RACE HUMAINE</a:t>
            </a:r>
            <a:br>
              <a:rPr lang="en-US" dirty="0" smtClean="0"/>
            </a:br>
            <a:r>
              <a:rPr lang="en-US" dirty="0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14-  IL A FAIT UN PONT ENTRE DIEU ET L’HOMME</a:t>
            </a:r>
            <a:br>
              <a:rPr lang="en-US" dirty="0" smtClean="0"/>
            </a:br>
            <a:r>
              <a:rPr lang="en-US" dirty="0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16-  JÉSUS A PAYÉ JÉSUS A PAYÉ</a:t>
            </a:r>
            <a:br>
              <a:rPr lang="en-US" dirty="0" smtClean="0"/>
            </a:br>
            <a:r>
              <a:rPr lang="en-US" dirty="0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17-  AVEC SON SANG UN SACRIFICE SI GRAND</a:t>
            </a:r>
            <a:br>
              <a:rPr lang="en-US" dirty="0" smtClean="0"/>
            </a:br>
            <a:r>
              <a:rPr lang="en-US" dirty="0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19-  WITH EVERY DROP OF BLOOD THAT FELL THAT DAY</a:t>
            </a:r>
            <a:br>
              <a:rPr lang="en-US" dirty="0" smtClean="0"/>
            </a:br>
            <a:r>
              <a:rPr lang="en-US" dirty="0" smtClean="0"/>
              <a:t> 20-  A BILLION TEARS OF PAIN WERE WASHED AWAY</a:t>
            </a:r>
            <a:br>
              <a:rPr lang="en-US" dirty="0" smtClean="0"/>
            </a:br>
            <a:r>
              <a:rPr lang="en-US" dirty="0" smtClean="0"/>
              <a:t> 21-  TEN THOUSAND TIMES TEN THOUSAND WARS WERE WON</a:t>
            </a:r>
            <a:br>
              <a:rPr lang="en-US" dirty="0" smtClean="0"/>
            </a:br>
            <a:r>
              <a:rPr lang="en-US" dirty="0" smtClean="0"/>
              <a:t> 22-  THERE WAS NOTHING LEFT TO PAY</a:t>
            </a:r>
            <a:br>
              <a:rPr lang="en-US" dirty="0" smtClean="0"/>
            </a:br>
            <a:r>
              <a:rPr lang="en-US" dirty="0" smtClean="0"/>
              <a:t> 23-  LIKE THE RAIN THAT WASHES EARTH AND AIR</a:t>
            </a:r>
            <a:br>
              <a:rPr lang="en-US" dirty="0" smtClean="0"/>
            </a:br>
            <a:r>
              <a:rPr lang="en-US" dirty="0" smtClean="0"/>
              <a:t> 24-  LIKE A FOUNTAIN FLOWING PURE AND CLEAR</a:t>
            </a:r>
            <a:br>
              <a:rPr lang="en-US" dirty="0" smtClean="0"/>
            </a:br>
            <a:r>
              <a:rPr lang="en-US" dirty="0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27-  JESUS PAID IT ALLJESUS PAID IT ALL</a:t>
            </a:r>
            <a:br>
              <a:rPr lang="en-US" dirty="0" smtClean="0"/>
            </a:br>
            <a:r>
              <a:rPr lang="en-US" dirty="0" smtClean="0"/>
              <a:t>	28-  WITH EVERY STRIPE A FINAL SACRIFICE</a:t>
            </a:r>
            <a:br>
              <a:rPr lang="en-US" dirty="0" smtClean="0"/>
            </a:br>
            <a:r>
              <a:rPr lang="en-US" dirty="0" smtClean="0"/>
              <a:t>	29-  JESUS PAID IT ALL</a:t>
            </a:r>
            <a:br>
              <a:rPr lang="en-US" dirty="0" smtClean="0"/>
            </a:br>
            <a:r>
              <a:rPr lang="en-US" dirty="0" smtClean="0"/>
              <a:t> 
30-  ONE MAN HUNG SUSPENDED IN THE SPACE</a:t>
            </a:r>
            <a:br>
              <a:rPr lang="en-US" dirty="0" smtClean="0"/>
            </a:br>
            <a:r>
              <a:rPr lang="en-US" dirty="0" smtClean="0"/>
              <a:t>31-  A POWER STRUGGLE FOR THE HUMAN RACE</a:t>
            </a:r>
            <a:br>
              <a:rPr lang="en-US" dirty="0" smtClean="0"/>
            </a:br>
            <a:r>
              <a:rPr lang="en-US" dirty="0" smtClean="0"/>
              <a:t>32-  IT BRIDGED THE GAP BETWEEN MANKIND AND GOD</a:t>
            </a:r>
            <a:br>
              <a:rPr lang="en-US" dirty="0" smtClean="0"/>
            </a:br>
            <a:r>
              <a:rPr lang="en-US" dirty="0" smtClean="0"/>
              <a:t>33-  AND DYING WITH AMAZING GRACE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34-  JESUS PAID IT ALL JESUS PAID IT ALL</a:t>
            </a:r>
            <a:br>
              <a:rPr lang="en-US" dirty="0" smtClean="0"/>
            </a:br>
            <a:r>
              <a:rPr lang="en-US" dirty="0" smtClean="0"/>
              <a:t>	35-  WITH EVERY STRIPE A FINAL SACRIFICE</a:t>
            </a:r>
            <a:br>
              <a:rPr lang="en-US" dirty="0" smtClean="0"/>
            </a:br>
            <a:r>
              <a:rPr lang="en-US" dirty="0" smtClean="0"/>
              <a:t>	 36-  OH, JESUS PAID IT ALL JESUS OH, JESUS, JESUS PAID IT ALL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AVEC CHAQUE GOUTTE DE SANG QU’IL A VERSÉE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With every drop of blood that fell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DES MILLIONS DE LARMES ONT ÉTÉ SÉCHÉES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 billion tears of pain were washed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IL EST VENU POUR PURIFIER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Cleansing hearts and souls, and minds of 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tearing down the walls of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JÉSUS A PAYÉ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	      Jesus paid it all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QUELLE GRÂCE IMMENSE SA MORT NOUS DONNE 
       And dying with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18-  JÉSUS A PAYÉ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	      Jesus paid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AVEC CHAQUE GOUTTE DE SANG QU’IL A VERSÉE</a:t>
            </a:r>
          </a:p>
          <a:p>
            <a:r>
              <a:rPr lang="en-US" smtClean="0"/>
              <a:t>     With every drop of blood that fell that day</a:t>
            </a:r>
          </a:p>
          <a:p>
            <a:endParaRPr lang="en-US" smtClean="0"/>
          </a:p>
          <a:p>
            <a:r>
              <a:rPr lang="en-US" smtClean="0"/>
              <a:t>2-  DES MILLIONS DE LARMES ONT ÉTÉ SÉCHÉES</a:t>
            </a:r>
          </a:p>
          <a:p>
            <a:r>
              <a:rPr lang="en-US" smtClean="0"/>
              <a:t>     A billion tears of pain were washed away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MILLIERS DE GUERRES MILLE FOIS REMPORTÉES</a:t>
            </a:r>
            <a:br>
              <a:rPr lang="en-US" smtClean="0"/>
            </a:br>
            <a:r>
              <a:rPr lang="en-US" smtClean="0"/>
              <a:t>     Ten thousand times ten thousand wars were won</a:t>
            </a:r>
          </a:p>
          <a:p>
            <a:endParaRPr lang="en-US" smtClean="0"/>
          </a:p>
          <a:p>
            <a:r>
              <a:rPr lang="en-US" smtClean="0"/>
              <a:t>4-  NE LAISSENT PLUS RIEN À PAYER</a:t>
            </a:r>
            <a:br>
              <a:rPr lang="en-US" smtClean="0"/>
            </a:br>
            <a:r>
              <a:rPr lang="en-US" smtClean="0"/>
              <a:t>     There was nothing left to pay
</a:t>
            </a:r>
          </a:p>
          <a:p>
            <a:r>
              <a:rPr lang="en-US" smtClean="0"/>
              <a:t>5-  COMME LA PLUIE QUI VIENT LAVER LA TERRE</a:t>
            </a:r>
            <a:br>
              <a:rPr lang="en-US" smtClean="0"/>
            </a:br>
            <a:r>
              <a:rPr lang="en-US" smtClean="0"/>
              <a:t>      Like the rain that washes earth and air</a:t>
            </a:r>
          </a:p>
          <a:p>
            <a:endParaRPr lang="en-US" smtClean="0"/>
          </a:p>
          <a:p>
            <a:r>
              <a:rPr lang="en-US" smtClean="0"/>
              <a:t>6-  UNE FONTAINE D’EAU PURE ET CLAIRE</a:t>
            </a:r>
            <a:br>
              <a:rPr lang="en-US" smtClean="0"/>
            </a:br>
            <a:r>
              <a:rPr lang="en-US" smtClean="0"/>
              <a:t>     Like a fountain flowing pure and clear</a:t>
            </a:r>
          </a:p>
          <a:p>
            <a:endParaRPr lang="en-US" smtClean="0"/>
          </a:p>
          <a:p>
            <a:r>
              <a:rPr lang="en-US" smtClean="0"/>
              <a:t>7-  IL EST VENU POUR PURIFIER NOS CŒURS</a:t>
            </a:r>
          </a:p>
          <a:p>
            <a:r>
              <a:rPr lang="en-US" smtClean="0"/>
              <a:t>     Cleansing hearts and souls, and minds of men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8-  ET BRISER LES MURS DE LA PEUR</a:t>
            </a:r>
          </a:p>
          <a:p>
            <a:r>
              <a:rPr lang="en-US" smtClean="0"/>
              <a:t>      And tearing down the walls of fear</a:t>
            </a:r>
          </a:p>
          <a:p>
            <a:r>
              <a:rPr lang="en-US" smtClean="0"/>
              <a:t> 
	9-  JÉSUS A PAYÉ JÉSUS A PAYÉ</a:t>
            </a:r>
            <a:br>
              <a:rPr lang="en-US" smtClean="0"/>
            </a:br>
            <a:r>
              <a:rPr lang="en-US" smtClean="0"/>
              <a:t>     	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10-  AVEC SON SANG UN SACRIFICE SI GRAND</a:t>
            </a:r>
            <a:br>
              <a:rPr lang="en-US" smtClean="0"/>
            </a:br>
            <a:r>
              <a:rPr lang="en-US" smtClean="0"/>
              <a:t>      	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11-  JÉSUS A PAYÉ</a:t>
            </a:r>
          </a:p>
          <a:p>
            <a:r>
              <a:rPr lang="en-US" smtClean="0"/>
              <a:t>      	      Jesus paid it all 
</a:t>
            </a:r>
          </a:p>
          <a:p>
            <a:r>
              <a:rPr lang="en-US" smtClean="0"/>
              <a:t>12-  UN HOMME A PORTÉ SUR LA CROIX MA PEINE</a:t>
            </a:r>
            <a:br>
              <a:rPr lang="en-US" smtClean="0"/>
            </a:br>
            <a:r>
              <a:rPr lang="en-US" smtClean="0"/>
              <a:t>       One Man hung suspended in the space</a:t>
            </a:r>
          </a:p>
          <a:p>
            <a:endParaRPr lang="en-US" smtClean="0"/>
          </a:p>
          <a:p>
            <a:r>
              <a:rPr lang="en-US" smtClean="0"/>
              <a:t>13-  QUEL PUISSANT COMBAT POUR LA RACE HUMAINE</a:t>
            </a:r>
            <a:br>
              <a:rPr lang="en-US" smtClean="0"/>
            </a:br>
            <a:r>
              <a:rPr lang="en-US" smtClean="0"/>
              <a:t>       A power struggle for the human race</a:t>
            </a:r>
          </a:p>
          <a:p>
            <a:endParaRPr lang="en-US" smtClean="0"/>
          </a:p>
          <a:p>
            <a:r>
              <a:rPr lang="en-US" smtClean="0"/>
              <a:t>14-  IL A FAIT UN PONT ENTRE DIEU ET L’HOMME</a:t>
            </a:r>
            <a:br>
              <a:rPr lang="en-US" smtClean="0"/>
            </a:br>
            <a:r>
              <a:rPr lang="en-US" smtClean="0"/>
              <a:t>       It bridged the gap between mankind and God</a:t>
            </a:r>
          </a:p>
          <a:p>
            <a:endParaRPr lang="en-US" smtClean="0"/>
          </a:p>
          <a:p>
            <a:r>
              <a:rPr lang="en-US" smtClean="0"/>
              <a:t>15-  QUELLE GRÂCE IMMENSE SA MORT NOUS DONNE 
       And dying with amazing grace</a:t>
            </a:r>
          </a:p>
          <a:p>
            <a:endParaRPr lang="en-US" smtClean="0"/>
          </a:p>
          <a:p>
            <a:r>
              <a:rPr lang="en-US" smtClean="0"/>
              <a:t>	16-  JÉSUS A PAYÉ JÉSUS A PAYÉ</a:t>
            </a:r>
            <a:br>
              <a:rPr lang="en-US" smtClean="0"/>
            </a:br>
            <a:r>
              <a:rPr lang="en-US" smtClean="0"/>
              <a:t>      	      Jesus paid it all Jesus paid it all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17-  AVEC SON SANG UN SACRIFICE SI GRAND</a:t>
            </a:r>
            <a:br>
              <a:rPr lang="en-US" smtClean="0"/>
            </a:br>
            <a:r>
              <a:rPr lang="en-US" smtClean="0"/>
              <a:t> 	       With every stripe a final sacrifice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18-  JÉSUS A PAYÉ </a:t>
            </a:r>
          </a:p>
          <a:p>
            <a:r>
              <a:rPr lang="en-US" smtClean="0"/>
              <a:t> 	      Jesus paid it all</a:t>
            </a:r>
          </a:p>
          <a:p>
            <a:endParaRPr lang="en-US" smtClean="0"/>
          </a:p>
          <a:p>
            <a:r>
              <a:rPr lang="en-US" smtClean="0"/>
              <a:t>19-  WITH EVERY DROP OF BLOOD THAT FELL THAT DAY</a:t>
            </a:r>
            <a:br>
              <a:rPr lang="en-US" smtClean="0"/>
            </a:br>
            <a:r>
              <a:rPr lang="en-US" smtClean="0"/>
              <a:t> 20-  A BILLION TEARS OF PAIN WERE WASHED AWAY</a:t>
            </a:r>
            <a:br>
              <a:rPr lang="en-US" smtClean="0"/>
            </a:br>
            <a:r>
              <a:rPr lang="en-US" smtClean="0"/>
              <a:t> 21-  TEN THOUSAND TIMES TEN THOUSAND WARS WERE WON</a:t>
            </a:r>
            <a:br>
              <a:rPr lang="en-US" smtClean="0"/>
            </a:br>
            <a:r>
              <a:rPr lang="en-US" smtClean="0"/>
              <a:t> 22-  THERE WAS NOTHING LEFT TO PAY</a:t>
            </a:r>
            <a:br>
              <a:rPr lang="en-US" smtClean="0"/>
            </a:br>
            <a:r>
              <a:rPr lang="en-US" smtClean="0"/>
              <a:t> 23-  LIKE THE RAIN THAT WASHES EARTH AND AIR</a:t>
            </a:r>
            <a:br>
              <a:rPr lang="en-US" smtClean="0"/>
            </a:br>
            <a:r>
              <a:rPr lang="en-US" smtClean="0"/>
              <a:t> 24-  LIKE A FOUNTAIN FLOWING PURE AND CLEAR</a:t>
            </a:r>
            <a:br>
              <a:rPr lang="en-US" smtClean="0"/>
            </a:br>
            <a:r>
              <a:rPr lang="en-US" smtClean="0"/>
              <a:t> 25-  CLEANSING HEARTS AND SOULS AND MINDS OF MEN 
26-  AND TEARING DOWN THE WALLS OF FEAR 
</a:t>
            </a:r>
          </a:p>
          <a:p>
            <a:r>
              <a:rPr lang="en-US" smtClean="0"/>
              <a:t>	27-  JESUS PAID IT ALLJESUS PAID IT ALL</a:t>
            </a:r>
            <a:br>
              <a:rPr lang="en-US" smtClean="0"/>
            </a:br>
            <a:r>
              <a:rPr lang="en-US" smtClean="0"/>
              <a:t>	28-  WITH EVERY STRIPE A FINAL SACRIFICE</a:t>
            </a:r>
            <a:br>
              <a:rPr lang="en-US" smtClean="0"/>
            </a:br>
            <a:r>
              <a:rPr lang="en-US" smtClean="0"/>
              <a:t>	29-  JESUS PAID IT ALL</a:t>
            </a:r>
            <a:br>
              <a:rPr lang="en-US" smtClean="0"/>
            </a:br>
            <a:r>
              <a:rPr lang="en-US" smtClean="0"/>
              <a:t> 
30-  ONE MAN HUNG SUSPENDED IN THE SPACE</a:t>
            </a:r>
            <a:br>
              <a:rPr lang="en-US" smtClean="0"/>
            </a:br>
            <a:r>
              <a:rPr lang="en-US" smtClean="0"/>
              <a:t>31-  A POWER STRUGGLE FOR THE HUMAN RACE</a:t>
            </a:r>
            <a:br>
              <a:rPr lang="en-US" smtClean="0"/>
            </a:br>
            <a:r>
              <a:rPr lang="en-US" smtClean="0"/>
              <a:t>32-  IT BRIDGED THE GAP BETWEEN MANKIND AND GOD</a:t>
            </a:r>
            <a:br>
              <a:rPr lang="en-US" smtClean="0"/>
            </a:br>
            <a:r>
              <a:rPr lang="en-US" smtClean="0"/>
              <a:t>33-  AND DYING WITH AMAZING GRACE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	34-  JESUS PAID IT ALL JESUS PAID IT ALL</a:t>
            </a:r>
            <a:br>
              <a:rPr lang="en-US" smtClean="0"/>
            </a:br>
            <a:r>
              <a:rPr lang="en-US" smtClean="0"/>
              <a:t>	35-  WITH EVERY STRIPE A FINAL SACRIFICE</a:t>
            </a:r>
            <a:br>
              <a:rPr lang="en-US" smtClean="0"/>
            </a:br>
            <a:r>
              <a:rPr lang="en-US" smtClean="0"/>
              <a:t>	 36-  OH, JESUS PAID IT ALL JESUS OH, JESUS, JESUS PAID IT ALL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09F9D-92B0-4EC7-8EAD-A18ABFF132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32D87-C889-4434-B5FD-92C97A2739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0AD92-1514-40E8-946F-44D1BC49F3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BC776C-C5F3-4FE0-8241-E8971AD17D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8592F-6052-4FBD-9C28-323960B698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3BF2-309E-4133-B7A8-D08C8B7ACD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A68AC-B69C-475B-A0D6-0D6F979005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6B697-0FFB-4EA4-9296-C3BC556E5E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DE32C-DA5D-44A1-BE21-10999AD07A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1A428-CFCC-413D-84B0-7BB5AEE567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78F6-5D4E-443C-87BD-0D373311DF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BDEE143-F54B-4019-87D6-C19413DD97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CHAQUE GOUTTE DE SANG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A VERSÉE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MILLIONS DE LARMES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ONT ÉTÉ SÉCHÉES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MILLIERS DE GUERRES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MILLE FOIS REMPORTÉES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LAISSENT PLUS RIEN À PAYER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LA PLUIE QUI VIENT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LAVER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FONTAINE D’EAU PURE ET CLAIRE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VENU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PURIFIER NOS CŒURS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BRISER LES MURS DE LA PEUR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PAYÉ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PAYÉ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SON SANG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SACRIFICE SI GRAND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PAYÉ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HOMME A PORTÉ SUR LA CROIX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PEINE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 PUISSANT COMBAT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RACE HUMAINE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FAIT UN PONT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ENTRE DIEU ET L’HOMME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GRÂCE IMMENSE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MORT NOUS DONNE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PAYÉ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PAYÉ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SON SANG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SACRIFICE SI GRAND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PAYÉ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EVERY DROP OF BLOOD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THAT FELL THAT DAY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BILLION TEARS OF PAIN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WERE WASHED AWAY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TEN THOUSAND TIMES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TEN THOUSAND WARS WERE WON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 WAS NOTHING LEFT TO PAY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LIKE THE RAIN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THAT WASHES EARTH AND AIR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LIKE A FOUNTAIN FLOWING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PURE AND CLEAR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CLEANSING HEARTS AND SOULS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MINDS OF MEN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TEARING DOWN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WALLS OF FEAR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PAID IT ALL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PAID IT ALL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EVERY STRIPE A FINAL SACRIFICE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PAID IT ALL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ONE MAN HUNG SUSPENDED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 THE SPACE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POWER STRUGGLE FOR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HUMAN RACE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BRIDGED THE GAP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BETWEEN MANKIND AND GOD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DYING WITH AMAZING GRACE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PAID IT ALL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PAID IT ALL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EVERY STRIPE A FINAL SACRIFICE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JESUS PAID IT ALL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JESUS, JESUS PAID IT ALL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2749</Words>
  <Application>Microsoft Office PowerPoint</Application>
  <PresentationFormat>On-screen Show (4:3)</PresentationFormat>
  <Paragraphs>2916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0" baseType="lpstr">
      <vt:lpstr>Franklin Gothic Medium</vt:lpstr>
      <vt:lpstr>Arial</vt:lpstr>
      <vt:lpstr>Calibri</vt:lpstr>
      <vt:lpstr>Default Design</vt:lpstr>
      <vt:lpstr>AVEC CHAQUE GOUTTE DE SANG  QU’IL A VERSÉE </vt:lpstr>
      <vt:lpstr>DES MILLIONS DE LARMES  ONT ÉTÉ SÉCHÉES </vt:lpstr>
      <vt:lpstr>DES MILLIERS DE GUERRES  MILLE FOIS REMPORTÉES </vt:lpstr>
      <vt:lpstr>NE LAISSENT PLUS RIEN À PAYER </vt:lpstr>
      <vt:lpstr>COMME LA PLUIE QUI VIENT  LAVER LA TERRE </vt:lpstr>
      <vt:lpstr>UNE FONTAINE D’EAU PURE ET CLAIRE   </vt:lpstr>
      <vt:lpstr>IL EST VENU  POUR PURIFIER NOS CŒURS </vt:lpstr>
      <vt:lpstr>ET BRISER LES MURS DE LA PEUR</vt:lpstr>
      <vt:lpstr>JÉSUS A PAYÉ JÉSUS A PAYÉ </vt:lpstr>
      <vt:lpstr>AVEC SON SANG UN SACRIFICE SI GRAND </vt:lpstr>
      <vt:lpstr>JÉSUS A PAYÉ</vt:lpstr>
      <vt:lpstr>UN HOMME A PORTÉ SUR LA CROIX  MA PEINE </vt:lpstr>
      <vt:lpstr>QUEL PUISSANT COMBAT  POUR LA RACE HUMAINE </vt:lpstr>
      <vt:lpstr>IL A FAIT UN PONT  ENTRE DIEU ET L’HOMME </vt:lpstr>
      <vt:lpstr>QUELLE GRÂCE IMMENSE  SA MORT NOUS DONNE</vt:lpstr>
      <vt:lpstr>JÉSUS A PAYÉ JÉSUS A PAYÉ </vt:lpstr>
      <vt:lpstr>AVEC SON SANG UN SACRIFICE SI GRAND </vt:lpstr>
      <vt:lpstr>JÉSUS A PAYÉ</vt:lpstr>
      <vt:lpstr>WITH EVERY DROP OF BLOOD  THAT FELL THAT DAY </vt:lpstr>
      <vt:lpstr>A BILLION TEARS OF PAIN  WERE WASHED AWAY </vt:lpstr>
      <vt:lpstr>TEN THOUSAND TIMES  TEN THOUSAND WARS WERE WON </vt:lpstr>
      <vt:lpstr>THERE WAS NOTHING LEFT TO PAY </vt:lpstr>
      <vt:lpstr>LIKE THE RAIN  THAT WASHES EARTH AND AIR </vt:lpstr>
      <vt:lpstr>LIKE A FOUNTAIN FLOWING  PURE AND CLEAR </vt:lpstr>
      <vt:lpstr>CLEANSING HEARTS AND SOULS  AND MINDS OF MEN </vt:lpstr>
      <vt:lpstr>AND TEARING DOWN  THE WALLS OF FEAR</vt:lpstr>
      <vt:lpstr>JESUS PAID IT ALL JESUS PAID IT ALL  </vt:lpstr>
      <vt:lpstr>WITH EVERY STRIPE A FINAL SACRIFICE  </vt:lpstr>
      <vt:lpstr>JESUS PAID IT ALL </vt:lpstr>
      <vt:lpstr>ONE MAN HUNG SUSPENDED  IN THE SPACE  </vt:lpstr>
      <vt:lpstr>A POWER STRUGGLE FOR  THE HUMAN RACE   </vt:lpstr>
      <vt:lpstr>IT BRIDGED THE GAP  BETWEEN MANKIND AND GOD  </vt:lpstr>
      <vt:lpstr>AND DYING WITH AMAZING GRACE   </vt:lpstr>
      <vt:lpstr>JESUS PAID IT ALL JESUS PAID IT ALL  </vt:lpstr>
      <vt:lpstr>WITH EVERY STRIPE A FINAL SACRIFICE   </vt:lpstr>
      <vt:lpstr>OH, JESUS PAID IT ALL JESUS OH, JESUS, JESUS PAID IT ALL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129</cp:revision>
  <dcterms:created xsi:type="dcterms:W3CDTF">2002-08-17T10:50:50Z</dcterms:created>
  <dcterms:modified xsi:type="dcterms:W3CDTF">2015-07-11T12:48:38Z</dcterms:modified>
</cp:coreProperties>
</file>