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1" r:id="rId11"/>
    <p:sldId id="280" r:id="rId12"/>
    <p:sldId id="282" r:id="rId13"/>
    <p:sldId id="283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63418" autoAdjust="0"/>
  </p:normalViewPr>
  <p:slideViewPr>
    <p:cSldViewPr>
      <p:cViewPr>
        <p:scale>
          <a:sx n="46" d="100"/>
          <a:sy n="46" d="100"/>
        </p:scale>
        <p:origin x="-174" y="-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E3F8FBE-99B0-4292-9629-B2A4D4FFB52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16B4DF6-91C9-4910-801F-1405DBA9446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algn="ctr" eaLnBrk="1" hangingPunct="1"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J’AI BESOIN DE REPOS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restless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POIDS DU MONDE SEMBLE ÊTRE SUR MOI 
    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TOUT SEMBLE ALLER SI MAL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all </a:t>
            </a:r>
            <a:r>
              <a:rPr lang="fr-FR" dirty="0" err="1" smtClean="0"/>
              <a:t>bad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TU VIENS ET TU ME RELÈVES</a:t>
            </a:r>
            <a:br>
              <a:rPr lang="fr-FR" dirty="0" smtClean="0"/>
            </a:br>
            <a:r>
              <a:rPr lang="fr-FR" dirty="0" smtClean="0"/>
              <a:t>     Lord </a:t>
            </a:r>
            <a:r>
              <a:rPr lang="fr-FR" dirty="0" err="1" smtClean="0"/>
              <a:t>you</a:t>
            </a:r>
            <a:r>
              <a:rPr lang="fr-FR" dirty="0" smtClean="0"/>
              <a:t> come and </a:t>
            </a:r>
            <a:r>
              <a:rPr lang="fr-FR" dirty="0" err="1" smtClean="0"/>
              <a:t>bring</a:t>
            </a:r>
            <a:r>
              <a:rPr lang="fr-FR" dirty="0" smtClean="0"/>
              <a:t>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night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You gave me </a:t>
            </a:r>
            <a:r>
              <a:rPr lang="fr-FR" dirty="0" err="1" smtClean="0"/>
              <a:t>strength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TOUT ESPOIR S’EN VA TU ES TOUJOURS PRÈS DE MOI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helpless</a:t>
            </a:r>
            <a:r>
              <a:rPr lang="fr-FR" dirty="0" smtClean="0"/>
              <a:t> You are </a:t>
            </a:r>
            <a:r>
              <a:rPr lang="fr-FR" dirty="0" err="1" smtClean="0"/>
              <a:t>always</a:t>
            </a:r>
            <a:r>
              <a:rPr lang="fr-FR" dirty="0" smtClean="0"/>
              <a:t>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QUAND JE SUIS SI SEUL TU ME RELÈVES PAR TA FOI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Oh </a:t>
            </a:r>
            <a:r>
              <a:rPr lang="fr-FR" dirty="0" err="1" smtClean="0"/>
              <a:t>you</a:t>
            </a:r>
            <a:r>
              <a:rPr lang="fr-FR" dirty="0" smtClean="0"/>
              <a:t> gave me </a:t>
            </a:r>
            <a:r>
              <a:rPr lang="fr-FR" dirty="0" err="1" smtClean="0"/>
              <a:t>faith</a:t>
            </a:r>
            <a:r>
              <a:rPr lang="fr-FR" dirty="0" smtClean="0"/>
              <a:t>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SATISFACTION GARANTIE 
     Satisfaction, </a:t>
            </a:r>
            <a:r>
              <a:rPr lang="fr-FR" dirty="0" err="1" smtClean="0"/>
              <a:t>guarantee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dirty="0" smtClean="0"/>
            </a:br>
            <a:r>
              <a:rPr lang="fr-FR" dirty="0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restless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LE POIDS DU MONDE SEMBLE ÊTRE SUR MOI 
    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QUAND TOUT SEMBLE ALLER SI MAL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looks all </a:t>
            </a:r>
            <a:r>
              <a:rPr lang="fr-FR" dirty="0" err="1" smtClean="0"/>
              <a:t>bad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SEIGNEUR, TU VIENS ET TU ME RELÈVES</a:t>
            </a:r>
            <a:br>
              <a:rPr lang="fr-FR" dirty="0" smtClean="0"/>
            </a:br>
            <a:r>
              <a:rPr lang="fr-FR" dirty="0" smtClean="0"/>
              <a:t>     Lord </a:t>
            </a:r>
            <a:r>
              <a:rPr lang="fr-FR" dirty="0" err="1" smtClean="0"/>
              <a:t>you</a:t>
            </a:r>
            <a:r>
              <a:rPr lang="fr-FR" dirty="0" smtClean="0"/>
              <a:t> come and </a:t>
            </a:r>
            <a:r>
              <a:rPr lang="fr-FR" dirty="0" err="1" smtClean="0"/>
              <a:t>bring</a:t>
            </a:r>
            <a:r>
              <a:rPr lang="fr-FR" dirty="0" smtClean="0"/>
              <a:t>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You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night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r>
              <a:rPr lang="fr-FR" dirty="0" smtClean="0"/>
              <a:t> You gave me </a:t>
            </a:r>
            <a:r>
              <a:rPr lang="fr-FR" dirty="0" err="1" smtClean="0"/>
              <a:t>strength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TOUT ESPOIR S’EN VA TU ES TOUJOURS PRÈS DE MOI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helpless</a:t>
            </a:r>
            <a:r>
              <a:rPr lang="fr-FR" dirty="0" smtClean="0"/>
              <a:t> You are </a:t>
            </a:r>
            <a:r>
              <a:rPr lang="fr-FR" dirty="0" err="1" smtClean="0"/>
              <a:t>always</a:t>
            </a:r>
            <a:r>
              <a:rPr lang="fr-FR" dirty="0" smtClean="0"/>
              <a:t> by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QUAND JE SUIS SI SEUL TU ME RELÈVES PAR TA FOI 
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Oh </a:t>
            </a:r>
            <a:r>
              <a:rPr lang="fr-FR" dirty="0" err="1" smtClean="0"/>
              <a:t>you</a:t>
            </a:r>
            <a:r>
              <a:rPr lang="fr-FR" dirty="0" smtClean="0"/>
              <a:t> gave me </a:t>
            </a:r>
            <a:r>
              <a:rPr lang="fr-FR" dirty="0" err="1" smtClean="0"/>
              <a:t>faith</a:t>
            </a:r>
            <a:r>
              <a:rPr lang="fr-FR" dirty="0" smtClean="0"/>
              <a:t>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SATISFACTION GARANTIE 
     Satisfaction, </a:t>
            </a:r>
            <a:r>
              <a:rPr lang="fr-FR" dirty="0" err="1" smtClean="0"/>
              <a:t>guarantee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dirty="0" smtClean="0"/>
            </a:br>
            <a:r>
              <a:rPr lang="fr-FR" dirty="0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J’AI BESOIN DE REPOS 
     When I get restless,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POIDS DU MONDE SEMBLE ÊTRE SUR MOI 
     I feel like the care of the world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MES NUITS TU VIENS ÉCLAIRER EN TOI JE PEUX M’ÉCRIER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 turn my night into day You gave me strength to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refrain*****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TOUT ESPOIR S’EN VA TU ES TOUJOURS PRÈS DE MOI 
     When I feel helpless You are always by my side,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QUAND JE SUIS SI SEUL TU ME RELÈVES PAR TA FOI 
     When I get lonely Oh you gave me faith to stand,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SATISFACTION GARANTIE 
     Satisfaction, guarantee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J’AI BESOIN DE REPOS 
     When I get restless, </a:t>
            </a:r>
          </a:p>
          <a:p>
            <a:endParaRPr lang="fr-FR" smtClean="0"/>
          </a:p>
          <a:p>
            <a:r>
              <a:rPr lang="fr-FR" smtClean="0"/>
              <a:t>2-  LE POIDS DU MONDE SEMBLE ÊTRE SUR MOI 
     I feel like the care of the world</a:t>
            </a:r>
          </a:p>
          <a:p>
            <a:endParaRPr lang="fr-FR" smtClean="0"/>
          </a:p>
          <a:p>
            <a:r>
              <a:rPr lang="fr-FR" smtClean="0"/>
              <a:t>3-  QUAND TOUT SEMBLE ALLER SI MAL</a:t>
            </a:r>
            <a:br>
              <a:rPr lang="fr-FR" smtClean="0"/>
            </a:br>
            <a:r>
              <a:rPr lang="fr-FR" smtClean="0"/>
              <a:t>     When it looks all bad</a:t>
            </a:r>
          </a:p>
          <a:p>
            <a:endParaRPr lang="fr-FR" smtClean="0"/>
          </a:p>
          <a:p>
            <a:r>
              <a:rPr lang="fr-FR" smtClean="0"/>
              <a:t>4-  SEIGNEUR, TU VIENS ET TU ME RELÈVES</a:t>
            </a:r>
            <a:br>
              <a:rPr lang="fr-FR" smtClean="0"/>
            </a:br>
            <a:r>
              <a:rPr lang="fr-FR" smtClean="0"/>
              <a:t>     Lord you come and bring me up</a:t>
            </a:r>
          </a:p>
          <a:p>
            <a:endParaRPr lang="fr-FR" smtClean="0"/>
          </a:p>
          <a:p>
            <a:r>
              <a:rPr lang="fr-FR" smtClean="0"/>
              <a:t>5-  MES NUITS TU VIENS ÉCLAIRER EN TOI JE PEUX M’ÉCRIER </a:t>
            </a:r>
          </a:p>
          <a:p>
            <a:r>
              <a:rPr lang="fr-FR" smtClean="0"/>
              <a:t>     You turn my night into day You gave me strength to say</a:t>
            </a:r>
          </a:p>
          <a:p>
            <a:endParaRPr lang="fr-FR" smtClean="0"/>
          </a:p>
          <a:p>
            <a:r>
              <a:rPr lang="fr-FR" smtClean="0"/>
              <a:t>	*** refrain*****
</a:t>
            </a:r>
          </a:p>
          <a:p>
            <a:r>
              <a:rPr lang="fr-FR" smtClean="0"/>
              <a:t>6-  QUAND TOUT ESPOIR S’EN VA TU ES TOUJOURS PRÈS DE MOI 
     When I feel helpless You are always by my side, </a:t>
            </a:r>
          </a:p>
          <a:p>
            <a:endParaRPr lang="fr-FR" smtClean="0"/>
          </a:p>
          <a:p>
            <a:r>
              <a:rPr lang="fr-FR" smtClean="0"/>
              <a:t>7-  ET QUAND JE SUIS SI SEUL TU ME RELÈVES PAR TA FOI 
     When I get lonely Oh you gave me faith to stand,</a:t>
            </a:r>
          </a:p>
          <a:p>
            <a:endParaRPr lang="fr-FR" smtClean="0"/>
          </a:p>
          <a:p>
            <a:r>
              <a:rPr lang="fr-FR" smtClean="0"/>
              <a:t>8-  SATISFACTION GARANTIE 
     Satisfaction, guarantee</a:t>
            </a:r>
          </a:p>
          <a:p>
            <a:endParaRPr lang="fr-FR" smtClean="0"/>
          </a:p>
          <a:p>
            <a:r>
              <a:rPr lang="fr-FR" smtClean="0"/>
              <a:t>	*** refrain**</a:t>
            </a:r>
          </a:p>
          <a:p>
            <a:r>
              <a:rPr lang="fr-FR" smtClean="0"/>
              <a:t>	9-  JÉSUS EST LE ROC ET MA PIERRE A ÉTÉ ROULÉE 
	10-  ET MA PIERRE A ÉTÉ ROULÉE 
	11-  JE PEUX CHANTER – CHANTER UN NOUVEAU CHANT – DANSER
	12-  TOUT LE TEMPS</a:t>
            </a:r>
            <a:br>
              <a:rPr lang="fr-FR" smtClean="0"/>
            </a:br>
            <a:r>
              <a:rPr lang="fr-FR" smtClean="0"/>
              <a:t> 	13-  JÉSUS EST LE ROC ET MA PIERRE A ÉTÉ ROULÉE  
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C94D6-0C8D-4E09-B5BE-1570879203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3841D-6E7D-44F0-8F7F-59AD90F39D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29128-F17F-4D21-B309-1C4E699B4E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F36E1-6022-4EA7-A695-3EB45735A0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39AFD-DF83-4575-9F5A-ECE67BE13A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5089E-AD35-4790-82C4-9E1B426D18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26DAF-A49C-4A8E-B9D9-F360DB1896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55C77-579C-40BD-A0A1-79C7F19658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C48A2-B4D0-4121-B055-FD5E6DD111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33578-3240-487E-BB03-3B4E50F60B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89345D-DD57-4AE2-9F1E-87823385FE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1613CE3-282B-41EA-A6A8-2C75CD49FF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J’AI BESOIN DE REPOS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ÊTRE SUR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SEMBLE ALLER SI MAL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TU VIENS ET TU ME RELÈVES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NUITS TU VIENS ÉCLAIRER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 JE PEUX M’ÉCRIER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ESPOIR S’EN VA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TOUJOURS PRÈS DE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JE SUIS SI SEUL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RELÈVES PAR TA FOI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SATISFACTION GARANTIE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LE ROC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 PIERRE A ÉTÉ ROULÉE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 PIERRE A ÉTÉ ROULÉE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CHANTER – CHANTER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NOUVEAU CHANT – DANSER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LE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LE ROC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 PIERRE A ÉTÉ ROULÉE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</TotalTime>
  <Words>219</Words>
  <Application>Microsoft Office PowerPoint</Application>
  <PresentationFormat>On-screen Show (4:3)</PresentationFormat>
  <Paragraphs>559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QUAND J’AI BESOIN DE REPOS</vt:lpstr>
      <vt:lpstr>LE POIDS DU MONDE SEMBLE ÊTRE SUR MOI</vt:lpstr>
      <vt:lpstr>QUAND TOUT SEMBLE ALLER SI MAL </vt:lpstr>
      <vt:lpstr>SEIGNEUR, TU VIENS ET TU ME RELÈVES </vt:lpstr>
      <vt:lpstr>MES NUITS TU VIENS ÉCLAIRER EN TOI JE PEUX M’ÉCRIER</vt:lpstr>
      <vt:lpstr>QUAND TOUT ESPOIR S’EN VA TU ES TOUJOURS PRÈS DE MOI</vt:lpstr>
      <vt:lpstr>ET QUAND JE SUIS SI SEUL TU ME RELÈVES PAR TA FOI</vt:lpstr>
      <vt:lpstr>SATISFACTION GARANTIE</vt:lpstr>
      <vt:lpstr>JÉSUS EST LE ROC ET MA PIERRE A ÉTÉ ROULÉE</vt:lpstr>
      <vt:lpstr>ET MA PIERRE A ÉTÉ ROULÉE</vt:lpstr>
      <vt:lpstr>JE PEUX CHANTER – CHANTER UN NOUVEAU CHANT – DANSER </vt:lpstr>
      <vt:lpstr>TOUT LE TEMPS </vt:lpstr>
      <vt:lpstr>JÉSUS EST LE ROC  ET MA PIERRE A ÉTÉ ROULÉE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2017-01-01T12:30:34Z</dcterms:modified>
</cp:coreProperties>
</file>