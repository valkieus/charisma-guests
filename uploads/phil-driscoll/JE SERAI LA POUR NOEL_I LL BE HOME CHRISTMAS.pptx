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4" r:id="rId5"/>
    <p:sldId id="275" r:id="rId6"/>
    <p:sldId id="276" r:id="rId7"/>
    <p:sldId id="277" r:id="rId8"/>
    <p:sldId id="278" r:id="rId9"/>
    <p:sldId id="279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77061" autoAdjust="0"/>
  </p:normalViewPr>
  <p:slideViewPr>
    <p:cSldViewPr>
      <p:cViewPr varScale="1">
        <p:scale>
          <a:sx n="51" d="100"/>
          <a:sy n="51" d="100"/>
        </p:scale>
        <p:origin x="-90" y="-4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5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596046B-0106-4649-9343-5BA84ECD8099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AC35AB3-A62A-4312-A36C-9E1A87DFEA5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RÊVE CE SOIR D’UN LIEU QUE J’AIME   
2-  PLUS ENCORE QU’AUTREFOIS MÊME SI JE SAIS  
3-  QUE LA ROUTE EST LONGUE JE TE LE PROMETS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JE SERAI LÀ POUR NOËL TU PEUX COMPTER SUR MOI  
5-  QUE LA NEIGE TOMBE SUR LES CHEMINS ET DES CADEAUX AU PIED DU SAPIN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6-  NOËL ME TROUVERA LÀ OÙ L’AMOUR BRILLE 
7-  JE SERAI LÀ POUR NOËL NE SERAIT-CE QU’EN RÊVE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RÊVE CE SOIR D’UN LIEU QUE J’AIME   
2-  PLUS ENCORE QU’AUTREFOIS MÊME SI JE SAIS  
3-  QUE LA ROUTE EST LONGUE JE TE LE PROMETS   
4-  JE SERAI LÀ POUR NOËL TU PEUX COMPTER SUR MOI  
5-  QUE LA NEIGE TOMBE SUR LES CHEMINS ET DES CADEAUX AU PIED DU SAPIN  
6-  NOËL ME TROUVERA LÀ OÙ L’AMOUR BRILLE 
7-  JE SERAI LÀ POUR NOËL NE SERAIT-CE QU’EN RÊVE 
8-  NOËL ME TROUVERA LÀ OÙ L’AMOUR BRILLE   
9-  JE SERAI LÀ POUR NOËL NE SERAIT-CE QU’EN RÊVE  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95895F-75A6-4073-9AF8-BB4A62646E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6DC42-C53B-4836-85B0-FE8F4334AC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192A-7994-4155-8F92-4BBC3CC165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74F9-49F6-4FA3-8997-1A4A80AA39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285F4-6DBF-4952-953C-2B7345B48D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466F5-B4C3-4E79-BA5E-C5F8D75AF6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3A2D5-D7A4-4A9F-ABE2-9D4C99D142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83E2A-133B-4649-B734-FCE0A6D73F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8663E-DC29-4346-BBAA-1A1DB2AC92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5478C-0A60-4EBC-8540-12891F511D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00647-3654-4043-A91B-43BCDD9799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445C7AF-4C76-43DC-9319-851C90778C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2554545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RÊVE CE SOIR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D’UN LIEU QUE J’AIME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 QU’AUTREFOIS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SI JE SAIS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2554545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ROUTE 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LONGUE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LE PROMETS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SERAI LÀ POUR NOËL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COMPTER SUR MOI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NEIGE TOMBE SUR LES CHEMINS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CADEAUX AU PIED DU SAPIN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NOËL ME TROUVERA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 OÙ L’AMOUR BRILLE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SERAI LÀ POUR NOËL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SERAIT-CE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QU’EN RÊVE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NOËL ME TROUVERA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 OÙ L’AMOUR BRILLE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SERAI LÀ POUR NOËL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SERAIT-CE QU’EN RÊVE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242</Words>
  <Application>Microsoft Office PowerPoint</Application>
  <PresentationFormat>On-screen Show (4:3)</PresentationFormat>
  <Paragraphs>41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140</cp:revision>
  <dcterms:created xsi:type="dcterms:W3CDTF">2002-08-17T10:50:50Z</dcterms:created>
  <dcterms:modified xsi:type="dcterms:W3CDTF">2015-12-20T08:33:27Z</dcterms:modified>
</cp:coreProperties>
</file>