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41" r:id="rId2"/>
    <p:sldId id="350" r:id="rId3"/>
    <p:sldId id="342" r:id="rId4"/>
    <p:sldId id="343" r:id="rId5"/>
    <p:sldId id="349" r:id="rId6"/>
    <p:sldId id="344" r:id="rId7"/>
    <p:sldId id="345" r:id="rId8"/>
    <p:sldId id="346" r:id="rId9"/>
    <p:sldId id="347" r:id="rId10"/>
    <p:sldId id="348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5DBC7-C5B7-4E92-B5BB-DED626AE2447}" v="6" dt="2023-09-22T11:53:0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41090" autoAdjust="0"/>
  </p:normalViewPr>
  <p:slideViewPr>
    <p:cSldViewPr>
      <p:cViewPr varScale="1">
        <p:scale>
          <a:sx n="46" d="100"/>
          <a:sy n="46" d="100"/>
        </p:scale>
        <p:origin x="301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17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a EBEH" userId="1f70750b5f848880" providerId="LiveId" clId="{9B75DBC7-C5B7-4E92-B5BB-DED626AE2447}"/>
    <pc:docChg chg="undo redo custSel addSld delSld modSld sldOrd">
      <pc:chgData name="prisca EBEH" userId="1f70750b5f848880" providerId="LiveId" clId="{9B75DBC7-C5B7-4E92-B5BB-DED626AE2447}" dt="2023-09-22T12:18:08.958" v="725" actId="20577"/>
      <pc:docMkLst>
        <pc:docMk/>
      </pc:docMkLst>
      <pc:sldChg chg="modSp mod ord modNotes modNotesTx">
        <pc:chgData name="prisca EBEH" userId="1f70750b5f848880" providerId="LiveId" clId="{9B75DBC7-C5B7-4E92-B5BB-DED626AE2447}" dt="2023-09-22T12:18:08.821" v="709" actId="20577"/>
        <pc:sldMkLst>
          <pc:docMk/>
          <pc:sldMk cId="584140920" sldId="341"/>
        </pc:sldMkLst>
        <pc:spChg chg="mod">
          <ac:chgData name="prisca EBEH" userId="1f70750b5f848880" providerId="LiveId" clId="{9B75DBC7-C5B7-4E92-B5BB-DED626AE2447}" dt="2023-09-22T11:12:55.035" v="430" actId="21"/>
          <ac:spMkLst>
            <pc:docMk/>
            <pc:sldMk cId="584140920" sldId="341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48" v="711" actId="20577"/>
        <pc:sldMkLst>
          <pc:docMk/>
          <pc:sldMk cId="4014170297" sldId="342"/>
        </pc:sldMkLst>
        <pc:spChg chg="mod">
          <ac:chgData name="prisca EBEH" userId="1f70750b5f848880" providerId="LiveId" clId="{9B75DBC7-C5B7-4E92-B5BB-DED626AE2447}" dt="2023-09-22T12:17:56.323" v="707" actId="20577"/>
          <ac:spMkLst>
            <pc:docMk/>
            <pc:sldMk cId="4014170297" sldId="342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64" v="713" actId="20577"/>
        <pc:sldMkLst>
          <pc:docMk/>
          <pc:sldMk cId="2863894207" sldId="343"/>
        </pc:sldMkLst>
        <pc:spChg chg="mod">
          <ac:chgData name="prisca EBEH" userId="1f70750b5f848880" providerId="LiveId" clId="{9B75DBC7-C5B7-4E92-B5BB-DED626AE2447}" dt="2023-09-22T10:50:42.393" v="139" actId="20577"/>
          <ac:spMkLst>
            <pc:docMk/>
            <pc:sldMk cId="2863894207" sldId="343"/>
            <ac:spMk id="3" creationId="{00000000-0000-0000-0000-000000000000}"/>
          </ac:spMkLst>
        </pc:spChg>
      </pc:sldChg>
      <pc:sldChg chg="modSp add mod modNotes modNotesTx">
        <pc:chgData name="prisca EBEH" userId="1f70750b5f848880" providerId="LiveId" clId="{9B75DBC7-C5B7-4E92-B5BB-DED626AE2447}" dt="2023-09-22T12:18:08.895" v="717" actId="20577"/>
        <pc:sldMkLst>
          <pc:docMk/>
          <pc:sldMk cId="1917599573" sldId="344"/>
        </pc:sldMkLst>
        <pc:spChg chg="mod">
          <ac:chgData name="prisca EBEH" userId="1f70750b5f848880" providerId="LiveId" clId="{9B75DBC7-C5B7-4E92-B5BB-DED626AE2447}" dt="2023-09-22T11:08:37.397" v="418" actId="20577"/>
          <ac:spMkLst>
            <pc:docMk/>
            <pc:sldMk cId="1917599573" sldId="344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11" v="719" actId="20577"/>
        <pc:sldMkLst>
          <pc:docMk/>
          <pc:sldMk cId="261958051" sldId="345"/>
        </pc:sldMkLst>
        <pc:spChg chg="mod">
          <ac:chgData name="prisca EBEH" userId="1f70750b5f848880" providerId="LiveId" clId="{9B75DBC7-C5B7-4E92-B5BB-DED626AE2447}" dt="2023-09-22T10:56:19.934" v="217" actId="20577"/>
          <ac:spMkLst>
            <pc:docMk/>
            <pc:sldMk cId="261958051" sldId="345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27" v="721" actId="20577"/>
        <pc:sldMkLst>
          <pc:docMk/>
          <pc:sldMk cId="829087973" sldId="346"/>
        </pc:sldMkLst>
        <pc:spChg chg="mod">
          <ac:chgData name="prisca EBEH" userId="1f70750b5f848880" providerId="LiveId" clId="{9B75DBC7-C5B7-4E92-B5BB-DED626AE2447}" dt="2023-09-22T10:57:07.083" v="254" actId="20577"/>
          <ac:spMkLst>
            <pc:docMk/>
            <pc:sldMk cId="829087973" sldId="346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42" v="723" actId="20577"/>
        <pc:sldMkLst>
          <pc:docMk/>
          <pc:sldMk cId="3370838752" sldId="347"/>
        </pc:sldMkLst>
        <pc:spChg chg="mod">
          <ac:chgData name="prisca EBEH" userId="1f70750b5f848880" providerId="LiveId" clId="{9B75DBC7-C5B7-4E92-B5BB-DED626AE2447}" dt="2023-09-22T10:58:39.202" v="288" actId="20577"/>
          <ac:spMkLst>
            <pc:docMk/>
            <pc:sldMk cId="3370838752" sldId="347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58" v="725" actId="20577"/>
        <pc:sldMkLst>
          <pc:docMk/>
          <pc:sldMk cId="504406201" sldId="348"/>
        </pc:sldMkLst>
        <pc:spChg chg="mod">
          <ac:chgData name="prisca EBEH" userId="1f70750b5f848880" providerId="LiveId" clId="{9B75DBC7-C5B7-4E92-B5BB-DED626AE2447}" dt="2023-09-22T11:00:12.863" v="330" actId="20577"/>
          <ac:spMkLst>
            <pc:docMk/>
            <pc:sldMk cId="504406201" sldId="348"/>
            <ac:spMk id="3" creationId="{00000000-0000-0000-0000-000000000000}"/>
          </ac:spMkLst>
        </pc:spChg>
      </pc:sldChg>
      <pc:sldChg chg="modSp add mod ord modNotes">
        <pc:chgData name="prisca EBEH" userId="1f70750b5f848880" providerId="LiveId" clId="{9B75DBC7-C5B7-4E92-B5BB-DED626AE2447}" dt="2023-09-22T12:18:08.879" v="715" actId="20577"/>
        <pc:sldMkLst>
          <pc:docMk/>
          <pc:sldMk cId="3272497742" sldId="349"/>
        </pc:sldMkLst>
        <pc:spChg chg="mod">
          <ac:chgData name="prisca EBEH" userId="1f70750b5f848880" providerId="LiveId" clId="{9B75DBC7-C5B7-4E92-B5BB-DED626AE2447}" dt="2023-09-22T11:33:23.572" v="555" actId="20577"/>
          <ac:spMkLst>
            <pc:docMk/>
            <pc:sldMk cId="3272497742" sldId="349"/>
            <ac:spMk id="3" creationId="{00000000-0000-0000-0000-000000000000}"/>
          </ac:spMkLst>
        </pc:spChg>
      </pc:sldChg>
      <pc:sldChg chg="modSp add del mod ord">
        <pc:chgData name="prisca EBEH" userId="1f70750b5f848880" providerId="LiveId" clId="{9B75DBC7-C5B7-4E92-B5BB-DED626AE2447}" dt="2023-09-22T11:13:29.825" v="431" actId="2696"/>
        <pc:sldMkLst>
          <pc:docMk/>
          <pc:sldMk cId="2996722291" sldId="350"/>
        </pc:sldMkLst>
        <pc:spChg chg="mod">
          <ac:chgData name="prisca EBEH" userId="1f70750b5f848880" providerId="LiveId" clId="{9B75DBC7-C5B7-4E92-B5BB-DED626AE2447}" dt="2023-09-22T11:10:03.196" v="422" actId="20577"/>
          <ac:spMkLst>
            <pc:docMk/>
            <pc:sldMk cId="2996722291" sldId="35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saison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façon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l’ancien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Gloire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regarde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n’oublierai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couvert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erreurs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rêves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l’horizon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lumière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s’approcher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soleil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vraiment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réveille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pensant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fautes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m’emprisonnaient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hanteront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été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finalement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12041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88995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744203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13294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16691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029164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900428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saison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façon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l’ancien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Gloire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regarde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n’oublierai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couvert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erreurs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rêves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l’horizon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lumière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s’approcher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soleil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vraiment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réveille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pensant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fautes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m’emprisonnaient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hanteront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été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finalement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676857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517785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544916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152204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978794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55775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128553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51080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716751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914396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693624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573789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288525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623904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40218187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6276397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saison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façon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l’ancien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Gloire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regarde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n’oublierai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couvert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erreurs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rêves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l’horizon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lumière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s’approcher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soleil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vraiment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réveille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pensant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fautes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m’emprisonnaient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hanteront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été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finalement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579825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8543561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985627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5900561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1776548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8110015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6964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 NEW DAY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C’est une nouvelle journée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IT'S A NEW TIME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nouvelle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saison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77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THERE'S A NEW WAY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 vie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vivrai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17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LIVE MY LIFE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d’une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nouvelle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façon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THE OLD HAS PASSED AWAY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voici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l’ancien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passé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49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NEW HAS COME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tout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9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THANK GOD IT'S A BRAND NEW DAY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Gloire à Dieu, c’est une nouvelle journée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LOOKIN' BACK ON YESTERDAY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uand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regarde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08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ARE THINGS THAT I REGRET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bien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des regrets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8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 PUT THE PAST BEHIND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je mets le passé derrière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NEVER WILL FORGET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je n’oublierai jamais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HAV COVERED MY MISTAKES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as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couvert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erreurs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0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MY BROKEN DREAMS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rêves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brisés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15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OVER THE HORIZON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l’horizon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13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SEE THE DAWN IS DRAWING NEAR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lumière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s’approcher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7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REALIZE THE SUN DID RISE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soleil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s’est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vraiment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levé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7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TOMORROW'S FINALLY HERE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demain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enfin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là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26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WHEN I WAKE UP THINKIN‘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me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réveille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pensant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74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'BOUT THE THINGS I'VE DONE BEFORE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fautes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passés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2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MEMORIES I COULD NOT ESCAPE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les souvenirs qui m’emprisonnaient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92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WELL THEY CAN'T HAUNT ME ANYMORE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me hanteront plus jamais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86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I CAN HOLD MY HEAD UP HIGH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peux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vivre la tête haute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94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AM NOT THE SAME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été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97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YOU'VE CHANGED MY WHOLE PERSPECTIVE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as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 perspective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90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WITH NEW EYES I SEE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avec de nouveaux yeux je vois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10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BECOME A NEW CREATION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suis une nouvelle création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71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OF WHAT YOU'VE DONE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par ce que </a:t>
            </a:r>
            <a:r>
              <a:rPr lang="fr-FR" alt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 as fait pour moi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66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OF WHAT YOU'VE DONE FOR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à cause de ce que Tu as fait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0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I AM NOT ASHAMED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honte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effacé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9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HEART OF MINE IS FINALLY FREE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mon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finalement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libre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70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I'LL NEVER BE THE SAME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jamais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0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3105</TotalTime>
  <Words>402</Words>
  <Application>Microsoft Office PowerPoint</Application>
  <PresentationFormat>Affichage à l'écran (4:3)</PresentationFormat>
  <Paragraphs>3162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218</cp:revision>
  <dcterms:created xsi:type="dcterms:W3CDTF">2002-08-17T10:50:50Z</dcterms:created>
  <dcterms:modified xsi:type="dcterms:W3CDTF">2025-05-11T11:19:26Z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