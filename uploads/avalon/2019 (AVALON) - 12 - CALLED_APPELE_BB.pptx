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28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9" r:id="rId19"/>
    <p:sldId id="322" r:id="rId20"/>
    <p:sldId id="323" r:id="rId21"/>
    <p:sldId id="324" r:id="rId22"/>
    <p:sldId id="325" r:id="rId23"/>
    <p:sldId id="326" r:id="rId24"/>
    <p:sldId id="327" r:id="rId2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617" autoAdjust="0"/>
    <p:restoredTop sz="56772" autoAdjust="0"/>
  </p:normalViewPr>
  <p:slideViewPr>
    <p:cSldViewPr>
      <p:cViewPr>
        <p:scale>
          <a:sx n="38" d="100"/>
          <a:sy n="38" d="100"/>
        </p:scale>
        <p:origin x="-624" y="-5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29/09/2019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COMPTE LES JOURS  COMME DES GRAINS DE SABLE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count the days like grains of sand
2-  JE LE SENS GLISSER DE MES MAINS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 it slipping through my hand
3-  LE CARBURANT BRÛLE  LE TEMPS EST COURT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fuel is burning time is short
4-  JE SAIS SUR QUELLE VOIE  EST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path the world is on
5-  ET ME VOICI NÉ DE NOUVEAU PLUS DE DÉLAI, CAR JE SUIS LÀ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stand as one who’s been reborn There’s no delay while I’m here 
6-  JE CONNAIS LE BUT  MON ÂME EN EST SURE 
I know the score My soul is sure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I’ve been called
	8-  QU’IMPORTE LE PRIX A GAGNER DES ÂMES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No matter the cost To win the lost
	9- 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10-  PAR CELUI  QUI EST SAINT ET À TOUT PAYÉ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By The Holy one who paid it all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APPELÉ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12-  AVEC HARDIESSE CRIER QU’UN SEUL NOM EST PUISSANT POUR SAUVER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 to boldly say There’s only name with the power to save
	13-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Yes I’m called, called, I’m called
	14-  JE SUIS APPELÉ 
	I’ve been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COMMENT POUVONS-NOUS  DIRE AIMER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can we say we love the world
16-  QUAND NOUS RETENONS  LA PERLE PRÉCIEUSE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we hold back the priceless pearl,
17-  LA CLEF DE VIE  QU’IL LEUR FAUT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key to life they need to know?
18-  LE SILENCE N’EST PAS D’OR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Silence isn’t golden ring
19-  NOUS AVONS LA VÉRITÉ  MAIS LA GARDONS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We’ve got the truth but hold it in
20-  NE TE DEMANDE PAS S’IL FAUT Y ALLER CAR NOUS SOMMES…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need to wonder if we should go ‘Cause we’ve been…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Yes I’m called, called, I’m called I’ve been called, 
22-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 
23-  JE CONNAIS LE BUT MON ÂME EN EST SURE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score My soul is sure
24-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 called,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COMPTE LES JOURS  COMME DES GRAINS DE SABLE </a:t>
            </a:r>
          </a:p>
          <a:p>
            <a:r>
              <a:rPr lang="fr-FR" smtClean="0"/>
              <a:t>I count the days like grains of sand
2-  JE LE SENS GLISSER DE MES MAINS </a:t>
            </a:r>
          </a:p>
          <a:p>
            <a:r>
              <a:rPr lang="fr-FR" smtClean="0"/>
              <a:t>Feel it slipping through my hand
3-  LE CARBURANT BRÛLE  LE TEMPS EST COURT </a:t>
            </a:r>
          </a:p>
          <a:p>
            <a:r>
              <a:rPr lang="fr-FR" smtClean="0"/>
              <a:t>The fuel is burning time is short
4-  JE SAIS SUR QUELLE VOIE  EST LE MONDE </a:t>
            </a:r>
          </a:p>
          <a:p>
            <a:r>
              <a:rPr lang="fr-FR" smtClean="0"/>
              <a:t>I know the path the world is on
5-  ET ME VOICI NÉ DE NOUVEAU PLUS DE DÉLAI, CAR JE SUIS LÀ</a:t>
            </a:r>
          </a:p>
          <a:p>
            <a:r>
              <a:rPr lang="fr-FR" smtClean="0"/>
              <a:t>I stand as one who’s been reborn There’s no delay while I’m here 
6-  JE CONNAIS LE BUT  MON ÂME EN EST SURE 
I know the score My soul is sure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7-  JE SUIS APPELÉ </a:t>
            </a:r>
          </a:p>
          <a:p>
            <a:r>
              <a:rPr lang="fr-FR" smtClean="0"/>
              <a:t>	I’ve been called
	8-  QU’IMPORTE LE PRIX A GAGNER DES ÂMES </a:t>
            </a:r>
          </a:p>
          <a:p>
            <a:r>
              <a:rPr lang="fr-FR" smtClean="0"/>
              <a:t>	No matter the cost To win the lost
	9-  APPELÉ </a:t>
            </a:r>
          </a:p>
          <a:p>
            <a:r>
              <a:rPr lang="fr-FR" smtClean="0"/>
              <a:t>	Called
	10-  PAR CELUI  QUI EST SAINT ET À TOUT PAYÉ </a:t>
            </a:r>
          </a:p>
          <a:p>
            <a:r>
              <a:rPr lang="fr-FR" smtClean="0"/>
              <a:t>	By The Holy one who paid it all</a:t>
            </a:r>
          </a:p>
          <a:p>
            <a:r>
              <a:rPr lang="fr-FR" smtClean="0"/>
              <a:t>	11-  APPELÉ  </a:t>
            </a:r>
          </a:p>
          <a:p>
            <a:r>
              <a:rPr lang="fr-FR" smtClean="0"/>
              <a:t>	Called
	12-  AVEC HARDIESSE CRIER QU’UN SEUL NOM EST PUISSANT POUR SAUVER </a:t>
            </a:r>
          </a:p>
          <a:p>
            <a:r>
              <a:rPr lang="fr-FR" smtClean="0"/>
              <a:t>	Called to boldly say There’s only name with the power to save
	13-  OUI JE SUIS APPELÉ,APPELÉ  JE SUIS APPELÉ </a:t>
            </a:r>
          </a:p>
          <a:p>
            <a:r>
              <a:rPr lang="fr-FR" smtClean="0"/>
              <a:t>	Yes I’m called, called, I’m called
	14-  JE SUIS APPELÉ 
	I’ve been called</a:t>
            </a:r>
          </a:p>
          <a:p>
            <a:endParaRPr lang="fr-FR" smtClean="0"/>
          </a:p>
          <a:p>
            <a:r>
              <a:rPr lang="fr-FR" smtClean="0"/>
              <a:t>15-  COMMENT POUVONS-NOUS  DIRE AIMER LE MONDE </a:t>
            </a:r>
          </a:p>
          <a:p>
            <a:r>
              <a:rPr lang="fr-FR" smtClean="0"/>
              <a:t>How can we say we love the world
16-  QUAND NOUS RETENONS  LA PERLE PRÉCIEUSE </a:t>
            </a:r>
          </a:p>
          <a:p>
            <a:r>
              <a:rPr lang="fr-FR" smtClean="0"/>
              <a:t>If we hold back the priceless pearl,
17-  LA CLEF DE VIE  QU’IL LEUR FAUT  </a:t>
            </a:r>
          </a:p>
          <a:p>
            <a:r>
              <a:rPr lang="fr-FR" smtClean="0"/>
              <a:t>The key to life they need to know?
18-  LE SILENCE N’EST PAS D’OR </a:t>
            </a:r>
          </a:p>
          <a:p>
            <a:r>
              <a:rPr lang="fr-FR" smtClean="0"/>
              <a:t>Silence isn’t golden ring
19-  NOUS AVONS LA VÉRITÉ  MAIS LA GARDONS </a:t>
            </a:r>
          </a:p>
          <a:p>
            <a:r>
              <a:rPr lang="fr-FR" smtClean="0"/>
              <a:t>We’ve got the truth but hold it in
20-  NE TE DEMANDE PAS S’IL FAUT Y ALLER CAR NOUS SOMMES… </a:t>
            </a:r>
          </a:p>
          <a:p>
            <a:r>
              <a:rPr lang="fr-FR" smtClean="0"/>
              <a:t>No need to wonder if we should go ‘Cause we’ve been…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21-  OUI JE SUIS APPELÉ,APPELÉ  JE SUIS APPELÉ </a:t>
            </a:r>
          </a:p>
          <a:p>
            <a:r>
              <a:rPr lang="fr-FR" smtClean="0"/>
              <a:t>Yes I’m called, called, I’m called I’ve been called, 
22-  JE SUIS APPELÉ </a:t>
            </a:r>
          </a:p>
          <a:p>
            <a:r>
              <a:rPr lang="fr-FR" smtClean="0"/>
              <a:t>I’ve been called, 
23-  JE CONNAIS LE BUT MON ÂME EN EST SURE </a:t>
            </a:r>
          </a:p>
          <a:p>
            <a:r>
              <a:rPr lang="fr-FR" smtClean="0"/>
              <a:t>I know the score My soul is sure
24-  JE SUIS APPELÉ </a:t>
            </a:r>
          </a:p>
          <a:p>
            <a:r>
              <a:rPr lang="fr-FR" smtClean="0"/>
              <a:t>I’ve been called, called, called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COMPTE LES JOURS  COMME DES GRAINS DE SABLE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count the days like grains of sand
2-  JE LE SENS GLISSER DE MES MAINS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 it slipping through my hand
3-  LE CARBURANT BRÛLE  LE TEMPS EST COURT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fuel is burning time is short
4-  JE SAIS SUR QUELLE VOIE  EST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path the world is on
5-  ET ME VOICI NÉ DE NOUVEAU PLUS DE DÉLAI, CAR JE SUIS LÀ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stand as one who’s been reborn There’s no delay while I’m here 
6-  JE CONNAIS LE BUT  MON ÂME EN EST SURE 
I know the score My soul is sure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I’ve been called
	8-  QU’IMPORTE LE PRIX A GAGNER DES ÂMES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No matter the cost To win the lost
	9- 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10-  PAR CELUI  QUI EST SAINT ET À TOUT PAYÉ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By The Holy one who paid it all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APPELÉ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12-  AVEC HARDIESSE CRIER QU’UN SEUL NOM EST PUISSANT POUR SAUVER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 to boldly say There’s only name with the power to save
	13-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Yes I’m called, called, I’m called
	14-  JE SUIS APPELÉ 
	I’ve been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COMMENT POUVONS-NOUS  DIRE AIMER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can we say we love the world
16-  QUAND NOUS RETENONS  LA PERLE PRÉCIEUSE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we hold back the priceless pearl,
17-  LA CLEF DE VIE  QU’IL LEUR FAUT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key to life they need to know?
18-  LE SILENCE N’EST PAS D’OR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Silence isn’t golden ring
19-  NOUS AVONS LA VÉRITÉ  MAIS LA GARDONS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We’ve got the truth but hold it in
20-  NE TE DEMANDE PAS S’IL FAUT Y ALLER CAR NOUS SOMMES…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need to wonder if we should go ‘Cause we’ve been…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Yes I’m called, called, I’m called I’ve been called, 
22-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 
23-  JE CONNAIS LE BUT MON ÂME EN EST SURE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score My soul is sure
24-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 called,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COMPTE LES JOURS  COMME DES GRAINS DE SABLE </a:t>
            </a:r>
          </a:p>
          <a:p>
            <a:r>
              <a:rPr lang="fr-FR" smtClean="0"/>
              <a:t>I count the days like grains of sand
2-  JE LE SENS GLISSER DE MES MAINS </a:t>
            </a:r>
          </a:p>
          <a:p>
            <a:r>
              <a:rPr lang="fr-FR" smtClean="0"/>
              <a:t>Feel it slipping through my hand
3-  LE CARBURANT BRÛLE  LE TEMPS EST COURT </a:t>
            </a:r>
          </a:p>
          <a:p>
            <a:r>
              <a:rPr lang="fr-FR" smtClean="0"/>
              <a:t>The fuel is burning time is short
4-  JE SAIS SUR QUELLE VOIE  EST LE MONDE </a:t>
            </a:r>
          </a:p>
          <a:p>
            <a:r>
              <a:rPr lang="fr-FR" smtClean="0"/>
              <a:t>I know the path the world is on
5-  ET ME VOICI NÉ DE NOUVEAU PLUS DE DÉLAI, CAR JE SUIS LÀ</a:t>
            </a:r>
          </a:p>
          <a:p>
            <a:r>
              <a:rPr lang="fr-FR" smtClean="0"/>
              <a:t>I stand as one who’s been reborn There’s no delay while I’m here 
6-  JE CONNAIS LE BUT  MON ÂME EN EST SURE 
I know the score My soul is sure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7-  JE SUIS APPELÉ </a:t>
            </a:r>
          </a:p>
          <a:p>
            <a:r>
              <a:rPr lang="fr-FR" smtClean="0"/>
              <a:t>	I’ve been called
	8-  QU’IMPORTE LE PRIX A GAGNER DES ÂMES </a:t>
            </a:r>
          </a:p>
          <a:p>
            <a:r>
              <a:rPr lang="fr-FR" smtClean="0"/>
              <a:t>	No matter the cost To win the lost
	9-  APPELÉ </a:t>
            </a:r>
          </a:p>
          <a:p>
            <a:r>
              <a:rPr lang="fr-FR" smtClean="0"/>
              <a:t>	Called
	10-  PAR CELUI  QUI EST SAINT ET À TOUT PAYÉ </a:t>
            </a:r>
          </a:p>
          <a:p>
            <a:r>
              <a:rPr lang="fr-FR" smtClean="0"/>
              <a:t>	By The Holy one who paid it all</a:t>
            </a:r>
          </a:p>
          <a:p>
            <a:r>
              <a:rPr lang="fr-FR" smtClean="0"/>
              <a:t>	11-  APPELÉ  </a:t>
            </a:r>
          </a:p>
          <a:p>
            <a:r>
              <a:rPr lang="fr-FR" smtClean="0"/>
              <a:t>	Called
	12-  AVEC HARDIESSE CRIER QU’UN SEUL NOM EST PUISSANT POUR SAUVER </a:t>
            </a:r>
          </a:p>
          <a:p>
            <a:r>
              <a:rPr lang="fr-FR" smtClean="0"/>
              <a:t>	Called to boldly say There’s only name with the power to save
	13-  OUI JE SUIS APPELÉ,APPELÉ  JE SUIS APPELÉ </a:t>
            </a:r>
          </a:p>
          <a:p>
            <a:r>
              <a:rPr lang="fr-FR" smtClean="0"/>
              <a:t>	Yes I’m called, called, I’m called
	14-  JE SUIS APPELÉ 
	I’ve been called</a:t>
            </a:r>
          </a:p>
          <a:p>
            <a:endParaRPr lang="fr-FR" smtClean="0"/>
          </a:p>
          <a:p>
            <a:r>
              <a:rPr lang="fr-FR" smtClean="0"/>
              <a:t>15-  COMMENT POUVONS-NOUS  DIRE AIMER LE MONDE </a:t>
            </a:r>
          </a:p>
          <a:p>
            <a:r>
              <a:rPr lang="fr-FR" smtClean="0"/>
              <a:t>How can we say we love the world
16-  QUAND NOUS RETENONS  LA PERLE PRÉCIEUSE </a:t>
            </a:r>
          </a:p>
          <a:p>
            <a:r>
              <a:rPr lang="fr-FR" smtClean="0"/>
              <a:t>If we hold back the priceless pearl,
17-  LA CLEF DE VIE  QU’IL LEUR FAUT  </a:t>
            </a:r>
          </a:p>
          <a:p>
            <a:r>
              <a:rPr lang="fr-FR" smtClean="0"/>
              <a:t>The key to life they need to know?
18-  LE SILENCE N’EST PAS D’OR </a:t>
            </a:r>
          </a:p>
          <a:p>
            <a:r>
              <a:rPr lang="fr-FR" smtClean="0"/>
              <a:t>Silence isn’t golden ring
19-  NOUS AVONS LA VÉRITÉ  MAIS LA GARDONS </a:t>
            </a:r>
          </a:p>
          <a:p>
            <a:r>
              <a:rPr lang="fr-FR" smtClean="0"/>
              <a:t>We’ve got the truth but hold it in
20-  NE TE DEMANDE PAS S’IL FAUT Y ALLER CAR NOUS SOMMES… </a:t>
            </a:r>
          </a:p>
          <a:p>
            <a:r>
              <a:rPr lang="fr-FR" smtClean="0"/>
              <a:t>No need to wonder if we should go ‘Cause we’ve been…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21-  OUI JE SUIS APPELÉ,APPELÉ  JE SUIS APPELÉ </a:t>
            </a:r>
          </a:p>
          <a:p>
            <a:r>
              <a:rPr lang="fr-FR" smtClean="0"/>
              <a:t>Yes I’m called, called, I’m called I’ve been called, 
22-  JE SUIS APPELÉ </a:t>
            </a:r>
          </a:p>
          <a:p>
            <a:r>
              <a:rPr lang="fr-FR" smtClean="0"/>
              <a:t>I’ve been called, 
23-  JE CONNAIS LE BUT MON ÂME EN EST SURE </a:t>
            </a:r>
          </a:p>
          <a:p>
            <a:r>
              <a:rPr lang="fr-FR" smtClean="0"/>
              <a:t>I know the score My soul is sure
24-  JE SUIS APPELÉ </a:t>
            </a:r>
          </a:p>
          <a:p>
            <a:r>
              <a:rPr lang="fr-FR" smtClean="0"/>
              <a:t>I’ve been called, called, called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COMPTE LES JOURS  COMME DES GRAINS DE SABLE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count the days like grains of sand
2-  JE LE SENS GLISSER DE MES MAINS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 it slipping through my hand
3-  LE CARBURANT BRÛLE  LE TEMPS EST COURT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fuel is burning time is short
4-  JE SAIS SUR QUELLE VOIE  EST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path the world is on
5-  ET ME VOICI NÉ DE NOUVEAU PLUS DE DÉLAI, CAR JE SUIS LÀ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stand as one who’s been reborn There’s no delay while I’m here 
6-  JE CONNAIS LE BUT  MON ÂME EN EST SURE 
I know the score My soul is sure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I’ve been called
	8-  QU’IMPORTE LE PRIX A GAGNER DES ÂMES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No matter the cost To win the lost
	9- 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10-  PAR CELUI  QUI EST SAINT ET À TOUT PAYÉ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By The Holy one who paid it all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APPELÉ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12-  AVEC HARDIESSE CRIER QU’UN SEUL NOM EST PUISSANT POUR SAUVER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 to boldly say There’s only name with the power to save
	13-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Yes I’m called, called, I’m called
	14-  JE SUIS APPELÉ 
	I’ve been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COMMENT POUVONS-NOUS  DIRE AIMER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can we say we love the world
16-  QUAND NOUS RETENONS  LA PERLE PRÉCIEUSE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we hold back the priceless pearl,
17-  LA CLEF DE VIE  QU’IL LEUR FAUT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key to life they need to know?
18-  LE SILENCE N’EST PAS D’OR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Silence isn’t golden ring
19-  NOUS AVONS LA VÉRITÉ  MAIS LA GARDONS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We’ve got the truth but hold it in
20-  NE TE DEMANDE PAS S’IL FAUT Y ALLER CAR NOUS SOMMES…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need to wonder if we should go ‘Cause we’ve been…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Yes I’m called, called, I’m called I’ve been called, 
22-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 
23-  JE CONNAIS LE BUT MON ÂME EN EST SURE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score My soul is sure
24-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 called,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COMPTE LES JOURS  COMME DES GRAINS DE SABLE </a:t>
            </a:r>
          </a:p>
          <a:p>
            <a:r>
              <a:rPr lang="fr-FR" smtClean="0"/>
              <a:t>I count the days like grains of sand
2-  JE LE SENS GLISSER DE MES MAINS </a:t>
            </a:r>
          </a:p>
          <a:p>
            <a:r>
              <a:rPr lang="fr-FR" smtClean="0"/>
              <a:t>Feel it slipping through my hand
3-  LE CARBURANT BRÛLE  LE TEMPS EST COURT </a:t>
            </a:r>
          </a:p>
          <a:p>
            <a:r>
              <a:rPr lang="fr-FR" smtClean="0"/>
              <a:t>The fuel is burning time is short
4-  JE SAIS SUR QUELLE VOIE  EST LE MONDE </a:t>
            </a:r>
          </a:p>
          <a:p>
            <a:r>
              <a:rPr lang="fr-FR" smtClean="0"/>
              <a:t>I know the path the world is on
5-  ET ME VOICI NÉ DE NOUVEAU PLUS DE DÉLAI, CAR JE SUIS LÀ</a:t>
            </a:r>
          </a:p>
          <a:p>
            <a:r>
              <a:rPr lang="fr-FR" smtClean="0"/>
              <a:t>I stand as one who’s been reborn There’s no delay while I’m here 
6-  JE CONNAIS LE BUT  MON ÂME EN EST SURE 
I know the score My soul is sure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7-  JE SUIS APPELÉ </a:t>
            </a:r>
          </a:p>
          <a:p>
            <a:r>
              <a:rPr lang="fr-FR" smtClean="0"/>
              <a:t>	I’ve been called
	8-  QU’IMPORTE LE PRIX A GAGNER DES ÂMES </a:t>
            </a:r>
          </a:p>
          <a:p>
            <a:r>
              <a:rPr lang="fr-FR" smtClean="0"/>
              <a:t>	No matter the cost To win the lost
	9-  APPELÉ </a:t>
            </a:r>
          </a:p>
          <a:p>
            <a:r>
              <a:rPr lang="fr-FR" smtClean="0"/>
              <a:t>	Called
	10-  PAR CELUI  QUI EST SAINT ET À TOUT PAYÉ </a:t>
            </a:r>
          </a:p>
          <a:p>
            <a:r>
              <a:rPr lang="fr-FR" smtClean="0"/>
              <a:t>	By The Holy one who paid it all</a:t>
            </a:r>
          </a:p>
          <a:p>
            <a:r>
              <a:rPr lang="fr-FR" smtClean="0"/>
              <a:t>	11-  APPELÉ  </a:t>
            </a:r>
          </a:p>
          <a:p>
            <a:r>
              <a:rPr lang="fr-FR" smtClean="0"/>
              <a:t>	Called
	12-  AVEC HARDIESSE CRIER QU’UN SEUL NOM EST PUISSANT POUR SAUVER </a:t>
            </a:r>
          </a:p>
          <a:p>
            <a:r>
              <a:rPr lang="fr-FR" smtClean="0"/>
              <a:t>	Called to boldly say There’s only name with the power to save
	13-  OUI JE SUIS APPELÉ,APPELÉ  JE SUIS APPELÉ </a:t>
            </a:r>
          </a:p>
          <a:p>
            <a:r>
              <a:rPr lang="fr-FR" smtClean="0"/>
              <a:t>	Yes I’m called, called, I’m called
	14-  JE SUIS APPELÉ 
	I’ve been called</a:t>
            </a:r>
          </a:p>
          <a:p>
            <a:endParaRPr lang="fr-FR" smtClean="0"/>
          </a:p>
          <a:p>
            <a:r>
              <a:rPr lang="fr-FR" smtClean="0"/>
              <a:t>15-  COMMENT POUVONS-NOUS  DIRE AIMER LE MONDE </a:t>
            </a:r>
          </a:p>
          <a:p>
            <a:r>
              <a:rPr lang="fr-FR" smtClean="0"/>
              <a:t>How can we say we love the world
16-  QUAND NOUS RETENONS  LA PERLE PRÉCIEUSE </a:t>
            </a:r>
          </a:p>
          <a:p>
            <a:r>
              <a:rPr lang="fr-FR" smtClean="0"/>
              <a:t>If we hold back the priceless pearl,
17-  LA CLEF DE VIE  QU’IL LEUR FAUT  </a:t>
            </a:r>
          </a:p>
          <a:p>
            <a:r>
              <a:rPr lang="fr-FR" smtClean="0"/>
              <a:t>The key to life they need to know?
18-  LE SILENCE N’EST PAS D’OR </a:t>
            </a:r>
          </a:p>
          <a:p>
            <a:r>
              <a:rPr lang="fr-FR" smtClean="0"/>
              <a:t>Silence isn’t golden ring
19-  NOUS AVONS LA VÉRITÉ  MAIS LA GARDONS </a:t>
            </a:r>
          </a:p>
          <a:p>
            <a:r>
              <a:rPr lang="fr-FR" smtClean="0"/>
              <a:t>We’ve got the truth but hold it in
20-  NE TE DEMANDE PAS S’IL FAUT Y ALLER CAR NOUS SOMMES… </a:t>
            </a:r>
          </a:p>
          <a:p>
            <a:r>
              <a:rPr lang="fr-FR" smtClean="0"/>
              <a:t>No need to wonder if we should go ‘Cause we’ve been…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21-  OUI JE SUIS APPELÉ,APPELÉ  JE SUIS APPELÉ </a:t>
            </a:r>
          </a:p>
          <a:p>
            <a:r>
              <a:rPr lang="fr-FR" smtClean="0"/>
              <a:t>Yes I’m called, called, I’m called I’ve been called, 
22-  JE SUIS APPELÉ </a:t>
            </a:r>
          </a:p>
          <a:p>
            <a:r>
              <a:rPr lang="fr-FR" smtClean="0"/>
              <a:t>I’ve been called, 
23-  JE CONNAIS LE BUT MON ÂME EN EST SURE </a:t>
            </a:r>
          </a:p>
          <a:p>
            <a:r>
              <a:rPr lang="fr-FR" smtClean="0"/>
              <a:t>I know the score My soul is sure
24-  JE SUIS APPELÉ </a:t>
            </a:r>
          </a:p>
          <a:p>
            <a:r>
              <a:rPr lang="fr-FR" smtClean="0"/>
              <a:t>I’ve been called, called, called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COMPTE LES JOURS  COMME DES GRAINS DE SABLE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count the days like grains of sand
2-  JE LE SENS GLISSER DE MES MAINS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 it slipping through my hand
3-  LE CARBURANT BRÛLE  LE TEMPS EST COURT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fuel is burning time is short
4-  JE SAIS SUR QUELLE VOIE  EST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path the world is on
5-  ET ME VOICI NÉ DE NOUVEAU PLUS DE DÉLAI, CAR JE SUIS LÀ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stand as one who’s been reborn There’s no delay while I’m here 
6-  JE CONNAIS LE BUT  MON ÂME EN EST SURE 
I know the score My soul is sure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I’ve been called
	8-  QU’IMPORTE LE PRIX A GAGNER DES ÂMES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No matter the cost To win the lost
	9- 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10-  PAR CELUI  QUI EST SAINT ET À TOUT PAYÉ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By The Holy one who paid it all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APPELÉ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12-  AVEC HARDIESSE CRIER QU’UN SEUL NOM EST PUISSANT POUR SAUVER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 to boldly say There’s only name with the power to save
	13-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Yes I’m called, called, I’m called
	14-  JE SUIS APPELÉ 
	I’ve been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COMMENT POUVONS-NOUS  DIRE AIMER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can we say we love the world
16-  QUAND NOUS RETENONS  LA PERLE PRÉCIEUSE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we hold back the priceless pearl,
17-  LA CLEF DE VIE  QU’IL LEUR FAUT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key to life they need to know?
18-  LE SILENCE N’EST PAS D’OR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Silence isn’t golden ring
19-  NOUS AVONS LA VÉRITÉ  MAIS LA GARDONS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We’ve got the truth but hold it in
20-  NE TE DEMANDE PAS S’IL FAUT Y ALLER CAR NOUS SOMMES…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need to wonder if we should go ‘Cause we’ve been…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Yes I’m called, called, I’m called I’ve been called, 
22-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 
23-  JE CONNAIS LE BUT MON ÂME EN EST SURE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score My soul is sure
24-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 called,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COMPTE LES JOURS  COMME DES GRAINS DE SABLE </a:t>
            </a:r>
          </a:p>
          <a:p>
            <a:r>
              <a:rPr lang="fr-FR" smtClean="0"/>
              <a:t>I count the days like grains of sand
2-  JE LE SENS GLISSER DE MES MAINS </a:t>
            </a:r>
          </a:p>
          <a:p>
            <a:r>
              <a:rPr lang="fr-FR" smtClean="0"/>
              <a:t>Feel it slipping through my hand
3-  LE CARBURANT BRÛLE  LE TEMPS EST COURT </a:t>
            </a:r>
          </a:p>
          <a:p>
            <a:r>
              <a:rPr lang="fr-FR" smtClean="0"/>
              <a:t>The fuel is burning time is short
4-  JE SAIS SUR QUELLE VOIE  EST LE MONDE </a:t>
            </a:r>
          </a:p>
          <a:p>
            <a:r>
              <a:rPr lang="fr-FR" smtClean="0"/>
              <a:t>I know the path the world is on
5-  ET ME VOICI NÉ DE NOUVEAU PLUS DE DÉLAI, CAR JE SUIS LÀ</a:t>
            </a:r>
          </a:p>
          <a:p>
            <a:r>
              <a:rPr lang="fr-FR" smtClean="0"/>
              <a:t>I stand as one who’s been reborn There’s no delay while I’m here 
6-  JE CONNAIS LE BUT  MON ÂME EN EST SURE 
I know the score My soul is sure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7-  JE SUIS APPELÉ </a:t>
            </a:r>
          </a:p>
          <a:p>
            <a:r>
              <a:rPr lang="fr-FR" smtClean="0"/>
              <a:t>	I’ve been called
	8-  QU’IMPORTE LE PRIX A GAGNER DES ÂMES </a:t>
            </a:r>
          </a:p>
          <a:p>
            <a:r>
              <a:rPr lang="fr-FR" smtClean="0"/>
              <a:t>	No matter the cost To win the lost
	9-  APPELÉ </a:t>
            </a:r>
          </a:p>
          <a:p>
            <a:r>
              <a:rPr lang="fr-FR" smtClean="0"/>
              <a:t>	Called
	10-  PAR CELUI  QUI EST SAINT ET À TOUT PAYÉ </a:t>
            </a:r>
          </a:p>
          <a:p>
            <a:r>
              <a:rPr lang="fr-FR" smtClean="0"/>
              <a:t>	By The Holy one who paid it all</a:t>
            </a:r>
          </a:p>
          <a:p>
            <a:r>
              <a:rPr lang="fr-FR" smtClean="0"/>
              <a:t>	11-  APPELÉ  </a:t>
            </a:r>
          </a:p>
          <a:p>
            <a:r>
              <a:rPr lang="fr-FR" smtClean="0"/>
              <a:t>	Called
	12-  AVEC HARDIESSE CRIER QU’UN SEUL NOM EST PUISSANT POUR SAUVER </a:t>
            </a:r>
          </a:p>
          <a:p>
            <a:r>
              <a:rPr lang="fr-FR" smtClean="0"/>
              <a:t>	Called to boldly say There’s only name with the power to save
	13-  OUI JE SUIS APPELÉ,APPELÉ  JE SUIS APPELÉ </a:t>
            </a:r>
          </a:p>
          <a:p>
            <a:r>
              <a:rPr lang="fr-FR" smtClean="0"/>
              <a:t>	Yes I’m called, called, I’m called
	14-  JE SUIS APPELÉ 
	I’ve been called</a:t>
            </a:r>
          </a:p>
          <a:p>
            <a:endParaRPr lang="fr-FR" smtClean="0"/>
          </a:p>
          <a:p>
            <a:r>
              <a:rPr lang="fr-FR" smtClean="0"/>
              <a:t>15-  COMMENT POUVONS-NOUS  DIRE AIMER LE MONDE </a:t>
            </a:r>
          </a:p>
          <a:p>
            <a:r>
              <a:rPr lang="fr-FR" smtClean="0"/>
              <a:t>How can we say we love the world
16-  QUAND NOUS RETENONS  LA PERLE PRÉCIEUSE </a:t>
            </a:r>
          </a:p>
          <a:p>
            <a:r>
              <a:rPr lang="fr-FR" smtClean="0"/>
              <a:t>If we hold back the priceless pearl,
17-  LA CLEF DE VIE  QU’IL LEUR FAUT  </a:t>
            </a:r>
          </a:p>
          <a:p>
            <a:r>
              <a:rPr lang="fr-FR" smtClean="0"/>
              <a:t>The key to life they need to know?
18-  LE SILENCE N’EST PAS D’OR </a:t>
            </a:r>
          </a:p>
          <a:p>
            <a:r>
              <a:rPr lang="fr-FR" smtClean="0"/>
              <a:t>Silence isn’t golden ring
19-  NOUS AVONS LA VÉRITÉ  MAIS LA GARDONS </a:t>
            </a:r>
          </a:p>
          <a:p>
            <a:r>
              <a:rPr lang="fr-FR" smtClean="0"/>
              <a:t>We’ve got the truth but hold it in
20-  NE TE DEMANDE PAS S’IL FAUT Y ALLER CAR NOUS SOMMES… </a:t>
            </a:r>
          </a:p>
          <a:p>
            <a:r>
              <a:rPr lang="fr-FR" smtClean="0"/>
              <a:t>No need to wonder if we should go ‘Cause we’ve been…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21-  OUI JE SUIS APPELÉ,APPELÉ  JE SUIS APPELÉ </a:t>
            </a:r>
          </a:p>
          <a:p>
            <a:r>
              <a:rPr lang="fr-FR" smtClean="0"/>
              <a:t>Yes I’m called, called, I’m called I’ve been called, 
22-  JE SUIS APPELÉ </a:t>
            </a:r>
          </a:p>
          <a:p>
            <a:r>
              <a:rPr lang="fr-FR" smtClean="0"/>
              <a:t>I’ve been called, 
23-  JE CONNAIS LE BUT MON ÂME EN EST SURE </a:t>
            </a:r>
          </a:p>
          <a:p>
            <a:r>
              <a:rPr lang="fr-FR" smtClean="0"/>
              <a:t>I know the score My soul is sure
24-  JE SUIS APPELÉ </a:t>
            </a:r>
          </a:p>
          <a:p>
            <a:r>
              <a:rPr lang="fr-FR" smtClean="0"/>
              <a:t>I’ve been called, called, called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COMPTE LES JOURS  COMME DES GRAINS DE SABLE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count the days like grains of sand
2-  JE LE SENS GLISSER DE MES MAINS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 it slipping through my hand
3-  LE CARBURANT BRÛLE  LE TEMPS EST COURT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fuel is burning time is short
4-  JE SAIS SUR QUELLE VOIE  EST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path the world is on
5-  ET ME VOICI NÉ DE NOUVEAU PLUS DE DÉLAI, CAR JE SUIS LÀ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stand as one who’s been reborn There’s no delay while I’m here 
6-  JE CONNAIS LE BUT  MON ÂME EN EST SURE 
I know the score My soul is sure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I’ve been called
	8-  QU’IMPORTE LE PRIX A GAGNER DES ÂMES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No matter the cost To win the lost
	9- 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10-  PAR CELUI  QUI EST SAINT ET À TOUT PAYÉ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By The Holy one who paid it all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APPELÉ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12-  AVEC HARDIESSE CRIER QU’UN SEUL NOM EST PUISSANT POUR SAUVER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 to boldly say There’s only name with the power to save
	13-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Yes I’m called, called, I’m called
	14-  JE SUIS APPELÉ 
	I’ve been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COMMENT POUVONS-NOUS  DIRE AIMER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can we say we love the world
16-  QUAND NOUS RETENONS  LA PERLE PRÉCIEUSE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we hold back the priceless pearl,
17-  LA CLEF DE VIE  QU’IL LEUR FAUT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key to life they need to know?
18-  LE SILENCE N’EST PAS D’OR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Silence isn’t golden ring
19-  NOUS AVONS LA VÉRITÉ  MAIS LA GARDONS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We’ve got the truth but hold it in
20-  NE TE DEMANDE PAS S’IL FAUT Y ALLER CAR NOUS SOMMES…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need to wonder if we should go ‘Cause we’ve been…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Yes I’m called, called, I’m called I’ve been called, 
22-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 
23-  JE CONNAIS LE BUT MON ÂME EN EST SURE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score My soul is sure
24-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 called,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COMPTE LES JOURS  COMME DES GRAINS DE SABLE </a:t>
            </a:r>
          </a:p>
          <a:p>
            <a:r>
              <a:rPr lang="fr-FR" smtClean="0"/>
              <a:t>I count the days like grains of sand
2-  JE LE SENS GLISSER DE MES MAINS </a:t>
            </a:r>
          </a:p>
          <a:p>
            <a:r>
              <a:rPr lang="fr-FR" smtClean="0"/>
              <a:t>Feel it slipping through my hand
3-  LE CARBURANT BRÛLE  LE TEMPS EST COURT </a:t>
            </a:r>
          </a:p>
          <a:p>
            <a:r>
              <a:rPr lang="fr-FR" smtClean="0"/>
              <a:t>The fuel is burning time is short
4-  JE SAIS SUR QUELLE VOIE  EST LE MONDE </a:t>
            </a:r>
          </a:p>
          <a:p>
            <a:r>
              <a:rPr lang="fr-FR" smtClean="0"/>
              <a:t>I know the path the world is on
5-  ET ME VOICI NÉ DE NOUVEAU PLUS DE DÉLAI, CAR JE SUIS LÀ</a:t>
            </a:r>
          </a:p>
          <a:p>
            <a:r>
              <a:rPr lang="fr-FR" smtClean="0"/>
              <a:t>I stand as one who’s been reborn There’s no delay while I’m here 
6-  JE CONNAIS LE BUT  MON ÂME EN EST SURE 
I know the score My soul is sure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7-  JE SUIS APPELÉ </a:t>
            </a:r>
          </a:p>
          <a:p>
            <a:r>
              <a:rPr lang="fr-FR" smtClean="0"/>
              <a:t>	I’ve been called
	8-  QU’IMPORTE LE PRIX A GAGNER DES ÂMES </a:t>
            </a:r>
          </a:p>
          <a:p>
            <a:r>
              <a:rPr lang="fr-FR" smtClean="0"/>
              <a:t>	No matter the cost To win the lost
	9-  APPELÉ </a:t>
            </a:r>
          </a:p>
          <a:p>
            <a:r>
              <a:rPr lang="fr-FR" smtClean="0"/>
              <a:t>	Called
	10-  PAR CELUI  QUI EST SAINT ET À TOUT PAYÉ </a:t>
            </a:r>
          </a:p>
          <a:p>
            <a:r>
              <a:rPr lang="fr-FR" smtClean="0"/>
              <a:t>	By The Holy one who paid it all</a:t>
            </a:r>
          </a:p>
          <a:p>
            <a:r>
              <a:rPr lang="fr-FR" smtClean="0"/>
              <a:t>	11-  APPELÉ  </a:t>
            </a:r>
          </a:p>
          <a:p>
            <a:r>
              <a:rPr lang="fr-FR" smtClean="0"/>
              <a:t>	Called
	12-  AVEC HARDIESSE CRIER QU’UN SEUL NOM EST PUISSANT POUR SAUVER </a:t>
            </a:r>
          </a:p>
          <a:p>
            <a:r>
              <a:rPr lang="fr-FR" smtClean="0"/>
              <a:t>	Called to boldly say There’s only name with the power to save
	13-  OUI JE SUIS APPELÉ,APPELÉ  JE SUIS APPELÉ </a:t>
            </a:r>
          </a:p>
          <a:p>
            <a:r>
              <a:rPr lang="fr-FR" smtClean="0"/>
              <a:t>	Yes I’m called, called, I’m called
	14-  JE SUIS APPELÉ 
	I’ve been called</a:t>
            </a:r>
          </a:p>
          <a:p>
            <a:endParaRPr lang="fr-FR" smtClean="0"/>
          </a:p>
          <a:p>
            <a:r>
              <a:rPr lang="fr-FR" smtClean="0"/>
              <a:t>15-  COMMENT POUVONS-NOUS  DIRE AIMER LE MONDE </a:t>
            </a:r>
          </a:p>
          <a:p>
            <a:r>
              <a:rPr lang="fr-FR" smtClean="0"/>
              <a:t>How can we say we love the world
16-  QUAND NOUS RETENONS  LA PERLE PRÉCIEUSE </a:t>
            </a:r>
          </a:p>
          <a:p>
            <a:r>
              <a:rPr lang="fr-FR" smtClean="0"/>
              <a:t>If we hold back the priceless pearl,
17-  LA CLEF DE VIE  QU’IL LEUR FAUT  </a:t>
            </a:r>
          </a:p>
          <a:p>
            <a:r>
              <a:rPr lang="fr-FR" smtClean="0"/>
              <a:t>The key to life they need to know?
18-  LE SILENCE N’EST PAS D’OR </a:t>
            </a:r>
          </a:p>
          <a:p>
            <a:r>
              <a:rPr lang="fr-FR" smtClean="0"/>
              <a:t>Silence isn’t golden ring
19-  NOUS AVONS LA VÉRITÉ  MAIS LA GARDONS </a:t>
            </a:r>
          </a:p>
          <a:p>
            <a:r>
              <a:rPr lang="fr-FR" smtClean="0"/>
              <a:t>We’ve got the truth but hold it in
20-  NE TE DEMANDE PAS S’IL FAUT Y ALLER CAR NOUS SOMMES… </a:t>
            </a:r>
          </a:p>
          <a:p>
            <a:r>
              <a:rPr lang="fr-FR" smtClean="0"/>
              <a:t>No need to wonder if we should go ‘Cause we’ve been…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21-  OUI JE SUIS APPELÉ,APPELÉ  JE SUIS APPELÉ </a:t>
            </a:r>
          </a:p>
          <a:p>
            <a:r>
              <a:rPr lang="fr-FR" smtClean="0"/>
              <a:t>Yes I’m called, called, I’m called I’ve been called, 
22-  JE SUIS APPELÉ </a:t>
            </a:r>
          </a:p>
          <a:p>
            <a:r>
              <a:rPr lang="fr-FR" smtClean="0"/>
              <a:t>I’ve been called, 
23-  JE CONNAIS LE BUT MON ÂME EN EST SURE </a:t>
            </a:r>
          </a:p>
          <a:p>
            <a:r>
              <a:rPr lang="fr-FR" smtClean="0"/>
              <a:t>I know the score My soul is sure
24-  JE SUIS APPELÉ </a:t>
            </a:r>
          </a:p>
          <a:p>
            <a:r>
              <a:rPr lang="fr-FR" smtClean="0"/>
              <a:t>I’ve been called, called, called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COMPTE LES JOURS  COMME DES GRAINS DE SABLE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count the days like grains of sand
2-  JE LE SENS GLISSER DE MES MAINS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 it slipping through my hand
3-  LE CARBURANT BRÛLE  LE TEMPS EST COURT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fuel is burning time is short
4-  JE SAIS SUR QUELLE VOIE  EST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path the world is on
5-  ET ME VOICI NÉ DE NOUVEAU PLUS DE DÉLAI, CAR JE SUIS LÀ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stand as one who’s been reborn There’s no delay while I’m here 
6-  JE CONNAIS LE BUT  MON ÂME EN EST SURE 
I know the score My soul is sure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I’ve been called
	8-  QU’IMPORTE LE PRIX A GAGNER DES ÂMES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No matter the cost To win the lost
	9- 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10-  PAR CELUI  QUI EST SAINT ET À TOUT PAYÉ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By The Holy one who paid it all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APPELÉ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12-  AVEC HARDIESSE CRIER QU’UN SEUL NOM EST PUISSANT POUR SAUVER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 to boldly say There’s only name with the power to save
	13-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Yes I’m called, called, I’m called
	14-  JE SUIS APPELÉ 
	I’ve been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COMMENT POUVONS-NOUS  DIRE AIMER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can we say we love the world
16-  QUAND NOUS RETENONS  LA PERLE PRÉCIEUSE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we hold back the priceless pearl,
17-  LA CLEF DE VIE  QU’IL LEUR FAUT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key to life they need to know?
18-  LE SILENCE N’EST PAS D’OR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Silence isn’t golden ring
19-  NOUS AVONS LA VÉRITÉ  MAIS LA GARDONS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We’ve got the truth but hold it in
20-  NE TE DEMANDE PAS S’IL FAUT Y ALLER CAR NOUS SOMMES…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need to wonder if we should go ‘Cause we’ve been…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Yes I’m called, called, I’m called I’ve been called, 
22-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 
23-  JE CONNAIS LE BUT MON ÂME EN EST SURE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score My soul is sure
24-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 called,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COMPTE LES JOURS  COMME DES GRAINS DE SABLE </a:t>
            </a:r>
          </a:p>
          <a:p>
            <a:r>
              <a:rPr lang="fr-FR" smtClean="0"/>
              <a:t>I count the days like grains of sand
2-  JE LE SENS GLISSER DE MES MAINS </a:t>
            </a:r>
          </a:p>
          <a:p>
            <a:r>
              <a:rPr lang="fr-FR" smtClean="0"/>
              <a:t>Feel it slipping through my hand
3-  LE CARBURANT BRÛLE  LE TEMPS EST COURT </a:t>
            </a:r>
          </a:p>
          <a:p>
            <a:r>
              <a:rPr lang="fr-FR" smtClean="0"/>
              <a:t>The fuel is burning time is short
4-  JE SAIS SUR QUELLE VOIE  EST LE MONDE </a:t>
            </a:r>
          </a:p>
          <a:p>
            <a:r>
              <a:rPr lang="fr-FR" smtClean="0"/>
              <a:t>I know the path the world is on
5-  ET ME VOICI NÉ DE NOUVEAU PLUS DE DÉLAI, CAR JE SUIS LÀ</a:t>
            </a:r>
          </a:p>
          <a:p>
            <a:r>
              <a:rPr lang="fr-FR" smtClean="0"/>
              <a:t>I stand as one who’s been reborn There’s no delay while I’m here 
6-  JE CONNAIS LE BUT  MON ÂME EN EST SURE 
I know the score My soul is sure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7-  JE SUIS APPELÉ </a:t>
            </a:r>
          </a:p>
          <a:p>
            <a:r>
              <a:rPr lang="fr-FR" smtClean="0"/>
              <a:t>	I’ve been called
	8-  QU’IMPORTE LE PRIX A GAGNER DES ÂMES </a:t>
            </a:r>
          </a:p>
          <a:p>
            <a:r>
              <a:rPr lang="fr-FR" smtClean="0"/>
              <a:t>	No matter the cost To win the lost
	9-  APPELÉ </a:t>
            </a:r>
          </a:p>
          <a:p>
            <a:r>
              <a:rPr lang="fr-FR" smtClean="0"/>
              <a:t>	Called
	10-  PAR CELUI  QUI EST SAINT ET À TOUT PAYÉ </a:t>
            </a:r>
          </a:p>
          <a:p>
            <a:r>
              <a:rPr lang="fr-FR" smtClean="0"/>
              <a:t>	By The Holy one who paid it all</a:t>
            </a:r>
          </a:p>
          <a:p>
            <a:r>
              <a:rPr lang="fr-FR" smtClean="0"/>
              <a:t>	11-  APPELÉ  </a:t>
            </a:r>
          </a:p>
          <a:p>
            <a:r>
              <a:rPr lang="fr-FR" smtClean="0"/>
              <a:t>	Called
	12-  AVEC HARDIESSE CRIER QU’UN SEUL NOM EST PUISSANT POUR SAUVER </a:t>
            </a:r>
          </a:p>
          <a:p>
            <a:r>
              <a:rPr lang="fr-FR" smtClean="0"/>
              <a:t>	Called to boldly say There’s only name with the power to save
	13-  OUI JE SUIS APPELÉ,APPELÉ  JE SUIS APPELÉ </a:t>
            </a:r>
          </a:p>
          <a:p>
            <a:r>
              <a:rPr lang="fr-FR" smtClean="0"/>
              <a:t>	Yes I’m called, called, I’m called
	14-  JE SUIS APPELÉ 
	I’ve been called</a:t>
            </a:r>
          </a:p>
          <a:p>
            <a:endParaRPr lang="fr-FR" smtClean="0"/>
          </a:p>
          <a:p>
            <a:r>
              <a:rPr lang="fr-FR" smtClean="0"/>
              <a:t>15-  COMMENT POUVONS-NOUS  DIRE AIMER LE MONDE </a:t>
            </a:r>
          </a:p>
          <a:p>
            <a:r>
              <a:rPr lang="fr-FR" smtClean="0"/>
              <a:t>How can we say we love the world
16-  QUAND NOUS RETENONS  LA PERLE PRÉCIEUSE </a:t>
            </a:r>
          </a:p>
          <a:p>
            <a:r>
              <a:rPr lang="fr-FR" smtClean="0"/>
              <a:t>If we hold back the priceless pearl,
17-  LA CLEF DE VIE  QU’IL LEUR FAUT  </a:t>
            </a:r>
          </a:p>
          <a:p>
            <a:r>
              <a:rPr lang="fr-FR" smtClean="0"/>
              <a:t>The key to life they need to know?
18-  LE SILENCE N’EST PAS D’OR </a:t>
            </a:r>
          </a:p>
          <a:p>
            <a:r>
              <a:rPr lang="fr-FR" smtClean="0"/>
              <a:t>Silence isn’t golden ring
19-  NOUS AVONS LA VÉRITÉ  MAIS LA GARDONS </a:t>
            </a:r>
          </a:p>
          <a:p>
            <a:r>
              <a:rPr lang="fr-FR" smtClean="0"/>
              <a:t>We’ve got the truth but hold it in
20-  NE TE DEMANDE PAS S’IL FAUT Y ALLER CAR NOUS SOMMES… </a:t>
            </a:r>
          </a:p>
          <a:p>
            <a:r>
              <a:rPr lang="fr-FR" smtClean="0"/>
              <a:t>No need to wonder if we should go ‘Cause we’ve been…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21-  OUI JE SUIS APPELÉ,APPELÉ  JE SUIS APPELÉ </a:t>
            </a:r>
          </a:p>
          <a:p>
            <a:r>
              <a:rPr lang="fr-FR" smtClean="0"/>
              <a:t>Yes I’m called, called, I’m called I’ve been called, 
22-  JE SUIS APPELÉ </a:t>
            </a:r>
          </a:p>
          <a:p>
            <a:r>
              <a:rPr lang="fr-FR" smtClean="0"/>
              <a:t>I’ve been called, 
23-  JE CONNAIS LE BUT MON ÂME EN EST SURE </a:t>
            </a:r>
          </a:p>
          <a:p>
            <a:r>
              <a:rPr lang="fr-FR" smtClean="0"/>
              <a:t>I know the score My soul is sure
24-  JE SUIS APPELÉ </a:t>
            </a:r>
          </a:p>
          <a:p>
            <a:r>
              <a:rPr lang="fr-FR" smtClean="0"/>
              <a:t>I’ve been called, called, called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COMPTE LES JOURS  COMME DES GRAINS DE SABLE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count the days like grains of sand
2-  JE LE SENS GLISSER DE MES MAINS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 it slipping through my hand
3-  LE CARBURANT BRÛLE  LE TEMPS EST COURT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fuel is burning time is short
4-  JE SAIS SUR QUELLE VOIE  EST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path the world is on
5-  ET ME VOICI NÉ DE NOUVEAU PLUS DE DÉLAI, CAR JE SUIS LÀ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stand as one who’s been reborn There’s no delay while I’m here 
6-  JE CONNAIS LE BUT  MON ÂME EN EST SURE 
I know the score My soul is sure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I’ve been called
	8-  QU’IMPORTE LE PRIX A GAGNER DES ÂMES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No matter the cost To win the lost
	9- 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10-  PAR CELUI  QUI EST SAINT ET À TOUT PAYÉ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By The Holy one who paid it all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APPELÉ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12-  AVEC HARDIESSE CRIER QU’UN SEUL NOM EST PUISSANT POUR SAUVER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 to boldly say There’s only name with the power to save
	13-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Yes I’m called, called, I’m called
	14-  JE SUIS APPELÉ 
	I’ve been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COMMENT POUVONS-NOUS  DIRE AIMER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can we say we love the world
16-  QUAND NOUS RETENONS  LA PERLE PRÉCIEUSE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we hold back the priceless pearl,
17-  LA CLEF DE VIE  QU’IL LEUR FAUT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key to life they need to know?
18-  LE SILENCE N’EST PAS D’OR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Silence isn’t golden ring
19-  NOUS AVONS LA VÉRITÉ  MAIS LA GARDONS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We’ve got the truth but hold it in
20-  NE TE DEMANDE PAS S’IL FAUT Y ALLER CAR NOUS SOMMES…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need to wonder if we should go ‘Cause we’ve been…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Yes I’m called, called, I’m called I’ve been called, 
22-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 
23-  JE CONNAIS LE BUT MON ÂME EN EST SURE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score My soul is sure
24-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 called,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COMPTE LES JOURS  COMME DES GRAINS DE SABLE </a:t>
            </a:r>
          </a:p>
          <a:p>
            <a:r>
              <a:rPr lang="fr-FR" smtClean="0"/>
              <a:t>I count the days like grains of sand
2-  JE LE SENS GLISSER DE MES MAINS </a:t>
            </a:r>
          </a:p>
          <a:p>
            <a:r>
              <a:rPr lang="fr-FR" smtClean="0"/>
              <a:t>Feel it slipping through my hand
3-  LE CARBURANT BRÛLE  LE TEMPS EST COURT </a:t>
            </a:r>
          </a:p>
          <a:p>
            <a:r>
              <a:rPr lang="fr-FR" smtClean="0"/>
              <a:t>The fuel is burning time is short
4-  JE SAIS SUR QUELLE VOIE  EST LE MONDE </a:t>
            </a:r>
          </a:p>
          <a:p>
            <a:r>
              <a:rPr lang="fr-FR" smtClean="0"/>
              <a:t>I know the path the world is on
5-  ET ME VOICI NÉ DE NOUVEAU PLUS DE DÉLAI, CAR JE SUIS LÀ</a:t>
            </a:r>
          </a:p>
          <a:p>
            <a:r>
              <a:rPr lang="fr-FR" smtClean="0"/>
              <a:t>I stand as one who’s been reborn There’s no delay while I’m here 
6-  JE CONNAIS LE BUT  MON ÂME EN EST SURE 
I know the score My soul is sure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7-  JE SUIS APPELÉ </a:t>
            </a:r>
          </a:p>
          <a:p>
            <a:r>
              <a:rPr lang="fr-FR" smtClean="0"/>
              <a:t>	I’ve been called
	8-  QU’IMPORTE LE PRIX A GAGNER DES ÂMES </a:t>
            </a:r>
          </a:p>
          <a:p>
            <a:r>
              <a:rPr lang="fr-FR" smtClean="0"/>
              <a:t>	No matter the cost To win the lost
	9-  APPELÉ </a:t>
            </a:r>
          </a:p>
          <a:p>
            <a:r>
              <a:rPr lang="fr-FR" smtClean="0"/>
              <a:t>	Called
	10-  PAR CELUI  QUI EST SAINT ET À TOUT PAYÉ </a:t>
            </a:r>
          </a:p>
          <a:p>
            <a:r>
              <a:rPr lang="fr-FR" smtClean="0"/>
              <a:t>	By The Holy one who paid it all</a:t>
            </a:r>
          </a:p>
          <a:p>
            <a:r>
              <a:rPr lang="fr-FR" smtClean="0"/>
              <a:t>	11-  APPELÉ  </a:t>
            </a:r>
          </a:p>
          <a:p>
            <a:r>
              <a:rPr lang="fr-FR" smtClean="0"/>
              <a:t>	Called
	12-  AVEC HARDIESSE CRIER QU’UN SEUL NOM EST PUISSANT POUR SAUVER </a:t>
            </a:r>
          </a:p>
          <a:p>
            <a:r>
              <a:rPr lang="fr-FR" smtClean="0"/>
              <a:t>	Called to boldly say There’s only name with the power to save
	13-  OUI JE SUIS APPELÉ,APPELÉ  JE SUIS APPELÉ </a:t>
            </a:r>
          </a:p>
          <a:p>
            <a:r>
              <a:rPr lang="fr-FR" smtClean="0"/>
              <a:t>	Yes I’m called, called, I’m called
	14-  JE SUIS APPELÉ 
	I’ve been called</a:t>
            </a:r>
          </a:p>
          <a:p>
            <a:endParaRPr lang="fr-FR" smtClean="0"/>
          </a:p>
          <a:p>
            <a:r>
              <a:rPr lang="fr-FR" smtClean="0"/>
              <a:t>15-  COMMENT POUVONS-NOUS  DIRE AIMER LE MONDE </a:t>
            </a:r>
          </a:p>
          <a:p>
            <a:r>
              <a:rPr lang="fr-FR" smtClean="0"/>
              <a:t>How can we say we love the world
16-  QUAND NOUS RETENONS  LA PERLE PRÉCIEUSE </a:t>
            </a:r>
          </a:p>
          <a:p>
            <a:r>
              <a:rPr lang="fr-FR" smtClean="0"/>
              <a:t>If we hold back the priceless pearl,
17-  LA CLEF DE VIE  QU’IL LEUR FAUT  </a:t>
            </a:r>
          </a:p>
          <a:p>
            <a:r>
              <a:rPr lang="fr-FR" smtClean="0"/>
              <a:t>The key to life they need to know?
18-  LE SILENCE N’EST PAS D’OR </a:t>
            </a:r>
          </a:p>
          <a:p>
            <a:r>
              <a:rPr lang="fr-FR" smtClean="0"/>
              <a:t>Silence isn’t golden ring
19-  NOUS AVONS LA VÉRITÉ  MAIS LA GARDONS </a:t>
            </a:r>
          </a:p>
          <a:p>
            <a:r>
              <a:rPr lang="fr-FR" smtClean="0"/>
              <a:t>We’ve got the truth but hold it in
20-  NE TE DEMANDE PAS S’IL FAUT Y ALLER CAR NOUS SOMMES… </a:t>
            </a:r>
          </a:p>
          <a:p>
            <a:r>
              <a:rPr lang="fr-FR" smtClean="0"/>
              <a:t>No need to wonder if we should go ‘Cause we’ve been…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21-  OUI JE SUIS APPELÉ,APPELÉ  JE SUIS APPELÉ </a:t>
            </a:r>
          </a:p>
          <a:p>
            <a:r>
              <a:rPr lang="fr-FR" smtClean="0"/>
              <a:t>Yes I’m called, called, I’m called I’ve been called, 
22-  JE SUIS APPELÉ </a:t>
            </a:r>
          </a:p>
          <a:p>
            <a:r>
              <a:rPr lang="fr-FR" smtClean="0"/>
              <a:t>I’ve been called, 
23-  JE CONNAIS LE BUT MON ÂME EN EST SURE </a:t>
            </a:r>
          </a:p>
          <a:p>
            <a:r>
              <a:rPr lang="fr-FR" smtClean="0"/>
              <a:t>I know the score My soul is sure
24-  JE SUIS APPELÉ </a:t>
            </a:r>
          </a:p>
          <a:p>
            <a:r>
              <a:rPr lang="fr-FR" smtClean="0"/>
              <a:t>I’ve been called, called, called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COMPTE LES JOURS  COMME DES GRAINS DE SABLE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count the days like grains of sand
2-  JE LE SENS GLISSER DE MES MAINS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 it slipping through my hand
3-  LE CARBURANT BRÛLE  LE TEMPS EST COURT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fuel is burning time is short
4-  JE SAIS SUR QUELLE VOIE  EST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path the world is on
5-  ET ME VOICI NÉ DE NOUVEAU PLUS DE DÉLAI, CAR JE SUIS LÀ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stand as one who’s been reborn There’s no delay while I’m here 
6-  JE CONNAIS LE BUT  MON ÂME EN EST SURE 
I know the score My soul is sure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I’ve been called
	8-  QU’IMPORTE LE PRIX A GAGNER DES ÂMES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No matter the cost To win the lost
	9- 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10-  PAR CELUI  QUI EST SAINT ET À TOUT PAYÉ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By The Holy one who paid it all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APPELÉ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12-  AVEC HARDIESSE CRIER QU’UN SEUL NOM EST PUISSANT POUR SAUVER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 to boldly say There’s only name with the power to save
	13-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Yes I’m called, called, I’m called
	14-  JE SUIS APPELÉ 
	I’ve been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COMMENT POUVONS-NOUS  DIRE AIMER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can we say we love the world
16-  QUAND NOUS RETENONS  LA PERLE PRÉCIEUSE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we hold back the priceless pearl,
17-  LA CLEF DE VIE  QU’IL LEUR FAUT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key to life they need to know?
18-  LE SILENCE N’EST PAS D’OR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Silence isn’t golden ring
19-  NOUS AVONS LA VÉRITÉ  MAIS LA GARDONS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We’ve got the truth but hold it in
20-  NE TE DEMANDE PAS S’IL FAUT Y ALLER CAR NOUS SOMMES…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need to wonder if we should go ‘Cause we’ve been…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Yes I’m called, called, I’m called I’ve been called, 
22-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 
23-  JE CONNAIS LE BUT MON ÂME EN EST SURE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score My soul is sure
24-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 called,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COMPTE LES JOURS  COMME DES GRAINS DE SABLE </a:t>
            </a:r>
          </a:p>
          <a:p>
            <a:r>
              <a:rPr lang="fr-FR" smtClean="0"/>
              <a:t>I count the days like grains of sand
2-  JE LE SENS GLISSER DE MES MAINS </a:t>
            </a:r>
          </a:p>
          <a:p>
            <a:r>
              <a:rPr lang="fr-FR" smtClean="0"/>
              <a:t>Feel it slipping through my hand
3-  LE CARBURANT BRÛLE  LE TEMPS EST COURT </a:t>
            </a:r>
          </a:p>
          <a:p>
            <a:r>
              <a:rPr lang="fr-FR" smtClean="0"/>
              <a:t>The fuel is burning time is short
4-  JE SAIS SUR QUELLE VOIE  EST LE MONDE </a:t>
            </a:r>
          </a:p>
          <a:p>
            <a:r>
              <a:rPr lang="fr-FR" smtClean="0"/>
              <a:t>I know the path the world is on
5-  ET ME VOICI NÉ DE NOUVEAU PLUS DE DÉLAI, CAR JE SUIS LÀ</a:t>
            </a:r>
          </a:p>
          <a:p>
            <a:r>
              <a:rPr lang="fr-FR" smtClean="0"/>
              <a:t>I stand as one who’s been reborn There’s no delay while I’m here 
6-  JE CONNAIS LE BUT  MON ÂME EN EST SURE 
I know the score My soul is sure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7-  JE SUIS APPELÉ </a:t>
            </a:r>
          </a:p>
          <a:p>
            <a:r>
              <a:rPr lang="fr-FR" smtClean="0"/>
              <a:t>	I’ve been called
	8-  QU’IMPORTE LE PRIX A GAGNER DES ÂMES </a:t>
            </a:r>
          </a:p>
          <a:p>
            <a:r>
              <a:rPr lang="fr-FR" smtClean="0"/>
              <a:t>	No matter the cost To win the lost
	9-  APPELÉ </a:t>
            </a:r>
          </a:p>
          <a:p>
            <a:r>
              <a:rPr lang="fr-FR" smtClean="0"/>
              <a:t>	Called
	10-  PAR CELUI  QUI EST SAINT ET À TOUT PAYÉ </a:t>
            </a:r>
          </a:p>
          <a:p>
            <a:r>
              <a:rPr lang="fr-FR" smtClean="0"/>
              <a:t>	By The Holy one who paid it all</a:t>
            </a:r>
          </a:p>
          <a:p>
            <a:r>
              <a:rPr lang="fr-FR" smtClean="0"/>
              <a:t>	11-  APPELÉ  </a:t>
            </a:r>
          </a:p>
          <a:p>
            <a:r>
              <a:rPr lang="fr-FR" smtClean="0"/>
              <a:t>	Called
	12-  AVEC HARDIESSE CRIER QU’UN SEUL NOM EST PUISSANT POUR SAUVER </a:t>
            </a:r>
          </a:p>
          <a:p>
            <a:r>
              <a:rPr lang="fr-FR" smtClean="0"/>
              <a:t>	Called to boldly say There’s only name with the power to save
	13-  OUI JE SUIS APPELÉ,APPELÉ  JE SUIS APPELÉ </a:t>
            </a:r>
          </a:p>
          <a:p>
            <a:r>
              <a:rPr lang="fr-FR" smtClean="0"/>
              <a:t>	Yes I’m called, called, I’m called
	14-  JE SUIS APPELÉ 
	I’ve been called</a:t>
            </a:r>
          </a:p>
          <a:p>
            <a:endParaRPr lang="fr-FR" smtClean="0"/>
          </a:p>
          <a:p>
            <a:r>
              <a:rPr lang="fr-FR" smtClean="0"/>
              <a:t>15-  COMMENT POUVONS-NOUS  DIRE AIMER LE MONDE </a:t>
            </a:r>
          </a:p>
          <a:p>
            <a:r>
              <a:rPr lang="fr-FR" smtClean="0"/>
              <a:t>How can we say we love the world
16-  QUAND NOUS RETENONS  LA PERLE PRÉCIEUSE </a:t>
            </a:r>
          </a:p>
          <a:p>
            <a:r>
              <a:rPr lang="fr-FR" smtClean="0"/>
              <a:t>If we hold back the priceless pearl,
17-  LA CLEF DE VIE  QU’IL LEUR FAUT  </a:t>
            </a:r>
          </a:p>
          <a:p>
            <a:r>
              <a:rPr lang="fr-FR" smtClean="0"/>
              <a:t>The key to life they need to know?
18-  LE SILENCE N’EST PAS D’OR </a:t>
            </a:r>
          </a:p>
          <a:p>
            <a:r>
              <a:rPr lang="fr-FR" smtClean="0"/>
              <a:t>Silence isn’t golden ring
19-  NOUS AVONS LA VÉRITÉ  MAIS LA GARDONS </a:t>
            </a:r>
          </a:p>
          <a:p>
            <a:r>
              <a:rPr lang="fr-FR" smtClean="0"/>
              <a:t>We’ve got the truth but hold it in
20-  NE TE DEMANDE PAS S’IL FAUT Y ALLER CAR NOUS SOMMES… </a:t>
            </a:r>
          </a:p>
          <a:p>
            <a:r>
              <a:rPr lang="fr-FR" smtClean="0"/>
              <a:t>No need to wonder if we should go ‘Cause we’ve been…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21-  OUI JE SUIS APPELÉ,APPELÉ  JE SUIS APPELÉ </a:t>
            </a:r>
          </a:p>
          <a:p>
            <a:r>
              <a:rPr lang="fr-FR" smtClean="0"/>
              <a:t>Yes I’m called, called, I’m called I’ve been called, 
22-  JE SUIS APPELÉ </a:t>
            </a:r>
          </a:p>
          <a:p>
            <a:r>
              <a:rPr lang="fr-FR" smtClean="0"/>
              <a:t>I’ve been called, 
23-  JE CONNAIS LE BUT MON ÂME EN EST SURE </a:t>
            </a:r>
          </a:p>
          <a:p>
            <a:r>
              <a:rPr lang="fr-FR" smtClean="0"/>
              <a:t>I know the score My soul is sure
24-  JE SUIS APPELÉ </a:t>
            </a:r>
          </a:p>
          <a:p>
            <a:r>
              <a:rPr lang="fr-FR" smtClean="0"/>
              <a:t>I’ve been called, called, called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COMPTE LES JOURS  COMME DES GRAINS DE SABLE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count the days like grains of sand
2-  JE LE SENS GLISSER DE MES MAINS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 it slipping through my hand
3-  LE CARBURANT BRÛLE  LE TEMPS EST COURT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fuel is burning time is short
4-  JE SAIS SUR QUELLE VOIE  EST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path the world is on
5-  ET ME VOICI NÉ DE NOUVEAU PLUS DE DÉLAI, CAR JE SUIS LÀ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stand as one who’s been reborn There’s no delay while I’m here 
6-  JE CONNAIS LE BUT  MON ÂME EN EST SURE 
I know the score My soul is sure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I’ve been called
	8-  QU’IMPORTE LE PRIX A GAGNER DES ÂMES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No matter the cost To win the lost
	9- 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10-  PAR CELUI  QUI EST SAINT ET À TOUT PAYÉ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By The Holy one who paid it all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APPELÉ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12-  AVEC HARDIESSE CRIER QU’UN SEUL NOM EST PUISSANT POUR SAUVER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 to boldly say There’s only name with the power to save
	13-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Yes I’m called, called, I’m called
	14-  JE SUIS APPELÉ 
	I’ve been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COMMENT POUVONS-NOUS  DIRE AIMER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can we say we love the world
16-  QUAND NOUS RETENONS  LA PERLE PRÉCIEUSE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we hold back the priceless pearl,
17-  LA CLEF DE VIE  QU’IL LEUR FAUT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key to life they need to know?
18-  LE SILENCE N’EST PAS D’OR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Silence isn’t golden ring
19-  NOUS AVONS LA VÉRITÉ  MAIS LA GARDONS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We’ve got the truth but hold it in
20-  NE TE DEMANDE PAS S’IL FAUT Y ALLER CAR NOUS SOMMES…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need to wonder if we should go ‘Cause we’ve been…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Yes I’m called, called, I’m called I’ve been called, 
22-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 
23-  JE CONNAIS LE BUT MON ÂME EN EST SURE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score My soul is sure
24-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 called,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COMPTE LES JOURS  COMME DES GRAINS DE SABLE </a:t>
            </a:r>
          </a:p>
          <a:p>
            <a:r>
              <a:rPr lang="fr-FR" smtClean="0"/>
              <a:t>I count the days like grains of sand
2-  JE LE SENS GLISSER DE MES MAINS </a:t>
            </a:r>
          </a:p>
          <a:p>
            <a:r>
              <a:rPr lang="fr-FR" smtClean="0"/>
              <a:t>Feel it slipping through my hand
3-  LE CARBURANT BRÛLE  LE TEMPS EST COURT </a:t>
            </a:r>
          </a:p>
          <a:p>
            <a:r>
              <a:rPr lang="fr-FR" smtClean="0"/>
              <a:t>The fuel is burning time is short
4-  JE SAIS SUR QUELLE VOIE  EST LE MONDE </a:t>
            </a:r>
          </a:p>
          <a:p>
            <a:r>
              <a:rPr lang="fr-FR" smtClean="0"/>
              <a:t>I know the path the world is on
5-  ET ME VOICI NÉ DE NOUVEAU PLUS DE DÉLAI, CAR JE SUIS LÀ</a:t>
            </a:r>
          </a:p>
          <a:p>
            <a:r>
              <a:rPr lang="fr-FR" smtClean="0"/>
              <a:t>I stand as one who’s been reborn There’s no delay while I’m here 
6-  JE CONNAIS LE BUT  MON ÂME EN EST SURE 
I know the score My soul is sure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7-  JE SUIS APPELÉ </a:t>
            </a:r>
          </a:p>
          <a:p>
            <a:r>
              <a:rPr lang="fr-FR" smtClean="0"/>
              <a:t>	I’ve been called
	8-  QU’IMPORTE LE PRIX A GAGNER DES ÂMES </a:t>
            </a:r>
          </a:p>
          <a:p>
            <a:r>
              <a:rPr lang="fr-FR" smtClean="0"/>
              <a:t>	No matter the cost To win the lost
	9-  APPELÉ </a:t>
            </a:r>
          </a:p>
          <a:p>
            <a:r>
              <a:rPr lang="fr-FR" smtClean="0"/>
              <a:t>	Called
	10-  PAR CELUI  QUI EST SAINT ET À TOUT PAYÉ </a:t>
            </a:r>
          </a:p>
          <a:p>
            <a:r>
              <a:rPr lang="fr-FR" smtClean="0"/>
              <a:t>	By The Holy one who paid it all</a:t>
            </a:r>
          </a:p>
          <a:p>
            <a:r>
              <a:rPr lang="fr-FR" smtClean="0"/>
              <a:t>	11-  APPELÉ  </a:t>
            </a:r>
          </a:p>
          <a:p>
            <a:r>
              <a:rPr lang="fr-FR" smtClean="0"/>
              <a:t>	Called
	12-  AVEC HARDIESSE CRIER QU’UN SEUL NOM EST PUISSANT POUR SAUVER </a:t>
            </a:r>
          </a:p>
          <a:p>
            <a:r>
              <a:rPr lang="fr-FR" smtClean="0"/>
              <a:t>	Called to boldly say There’s only name with the power to save
	13-  OUI JE SUIS APPELÉ,APPELÉ  JE SUIS APPELÉ </a:t>
            </a:r>
          </a:p>
          <a:p>
            <a:r>
              <a:rPr lang="fr-FR" smtClean="0"/>
              <a:t>	Yes I’m called, called, I’m called
	14-  JE SUIS APPELÉ 
	I’ve been called</a:t>
            </a:r>
          </a:p>
          <a:p>
            <a:endParaRPr lang="fr-FR" smtClean="0"/>
          </a:p>
          <a:p>
            <a:r>
              <a:rPr lang="fr-FR" smtClean="0"/>
              <a:t>15-  COMMENT POUVONS-NOUS  DIRE AIMER LE MONDE </a:t>
            </a:r>
          </a:p>
          <a:p>
            <a:r>
              <a:rPr lang="fr-FR" smtClean="0"/>
              <a:t>How can we say we love the world
16-  QUAND NOUS RETENONS  LA PERLE PRÉCIEUSE </a:t>
            </a:r>
          </a:p>
          <a:p>
            <a:r>
              <a:rPr lang="fr-FR" smtClean="0"/>
              <a:t>If we hold back the priceless pearl,
17-  LA CLEF DE VIE  QU’IL LEUR FAUT  </a:t>
            </a:r>
          </a:p>
          <a:p>
            <a:r>
              <a:rPr lang="fr-FR" smtClean="0"/>
              <a:t>The key to life they need to know?
18-  LE SILENCE N’EST PAS D’OR </a:t>
            </a:r>
          </a:p>
          <a:p>
            <a:r>
              <a:rPr lang="fr-FR" smtClean="0"/>
              <a:t>Silence isn’t golden ring
19-  NOUS AVONS LA VÉRITÉ  MAIS LA GARDONS </a:t>
            </a:r>
          </a:p>
          <a:p>
            <a:r>
              <a:rPr lang="fr-FR" smtClean="0"/>
              <a:t>We’ve got the truth but hold it in
20-  NE TE DEMANDE PAS S’IL FAUT Y ALLER CAR NOUS SOMMES… </a:t>
            </a:r>
          </a:p>
          <a:p>
            <a:r>
              <a:rPr lang="fr-FR" smtClean="0"/>
              <a:t>No need to wonder if we should go ‘Cause we’ve been…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21-  OUI JE SUIS APPELÉ,APPELÉ  JE SUIS APPELÉ </a:t>
            </a:r>
          </a:p>
          <a:p>
            <a:r>
              <a:rPr lang="fr-FR" smtClean="0"/>
              <a:t>Yes I’m called, called, I’m called I’ve been called, 
22-  JE SUIS APPELÉ </a:t>
            </a:r>
          </a:p>
          <a:p>
            <a:r>
              <a:rPr lang="fr-FR" smtClean="0"/>
              <a:t>I’ve been called, 
23-  JE CONNAIS LE BUT MON ÂME EN EST SURE </a:t>
            </a:r>
          </a:p>
          <a:p>
            <a:r>
              <a:rPr lang="fr-FR" smtClean="0"/>
              <a:t>I know the score My soul is sure
24-  JE SUIS APPELÉ </a:t>
            </a:r>
          </a:p>
          <a:p>
            <a:r>
              <a:rPr lang="fr-FR" smtClean="0"/>
              <a:t>I’ve been called, called, called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COMPTE LES JOURS  COMME DES GRAINS DE SABLE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count the days like grains of sand
2-  JE LE SENS GLISSER DE MES MAINS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 it slipping through my hand
3-  LE CARBURANT BRÛLE  LE TEMPS EST COURT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fuel is burning time is short
4-  JE SAIS SUR QUELLE VOIE  EST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path the world is on
5-  ET ME VOICI NÉ DE NOUVEAU PLUS DE DÉLAI, CAR JE SUIS LÀ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stand as one who’s been reborn There’s no delay while I’m here 
6-  JE CONNAIS LE BUT  MON ÂME EN EST SURE 
I know the score My soul is sure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I’ve been called
	8-  QU’IMPORTE LE PRIX A GAGNER DES ÂMES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No matter the cost To win the lost
	9- 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10-  PAR CELUI  QUI EST SAINT ET À TOUT PAYÉ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By The Holy one who paid it all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APPELÉ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12-  AVEC HARDIESSE CRIER QU’UN SEUL NOM EST PUISSANT POUR SAUVER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 to boldly say There’s only name with the power to save
	13-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Yes I’m called, called, I’m called
	14-  JE SUIS APPELÉ 
	I’ve been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COMMENT POUVONS-NOUS  DIRE AIMER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can we say we love the world
16-  QUAND NOUS RETENONS  LA PERLE PRÉCIEUSE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we hold back the priceless pearl,
17-  LA CLEF DE VIE  QU’IL LEUR FAUT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key to life they need to know?
18-  LE SILENCE N’EST PAS D’OR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Silence isn’t golden ring
19-  NOUS AVONS LA VÉRITÉ  MAIS LA GARDONS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We’ve got the truth but hold it in
20-  NE TE DEMANDE PAS S’IL FAUT Y ALLER CAR NOUS SOMMES…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need to wonder if we should go ‘Cause we’ve been…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Yes I’m called, called, I’m called I’ve been called, 
22-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 
23-  JE CONNAIS LE BUT MON ÂME EN EST SURE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score My soul is sure
24-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 called,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COMPTE LES JOURS  COMME DES GRAINS DE SABLE </a:t>
            </a:r>
          </a:p>
          <a:p>
            <a:r>
              <a:rPr lang="fr-FR" smtClean="0"/>
              <a:t>I count the days like grains of sand
2-  JE LE SENS GLISSER DE MES MAINS </a:t>
            </a:r>
          </a:p>
          <a:p>
            <a:r>
              <a:rPr lang="fr-FR" smtClean="0"/>
              <a:t>Feel it slipping through my hand
3-  LE CARBURANT BRÛLE  LE TEMPS EST COURT </a:t>
            </a:r>
          </a:p>
          <a:p>
            <a:r>
              <a:rPr lang="fr-FR" smtClean="0"/>
              <a:t>The fuel is burning time is short
4-  JE SAIS SUR QUELLE VOIE  EST LE MONDE </a:t>
            </a:r>
          </a:p>
          <a:p>
            <a:r>
              <a:rPr lang="fr-FR" smtClean="0"/>
              <a:t>I know the path the world is on
5-  ET ME VOICI NÉ DE NOUVEAU PLUS DE DÉLAI, CAR JE SUIS LÀ</a:t>
            </a:r>
          </a:p>
          <a:p>
            <a:r>
              <a:rPr lang="fr-FR" smtClean="0"/>
              <a:t>I stand as one who’s been reborn There’s no delay while I’m here 
6-  JE CONNAIS LE BUT  MON ÂME EN EST SURE 
I know the score My soul is sure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7-  JE SUIS APPELÉ </a:t>
            </a:r>
          </a:p>
          <a:p>
            <a:r>
              <a:rPr lang="fr-FR" smtClean="0"/>
              <a:t>	I’ve been called
	8-  QU’IMPORTE LE PRIX A GAGNER DES ÂMES </a:t>
            </a:r>
          </a:p>
          <a:p>
            <a:r>
              <a:rPr lang="fr-FR" smtClean="0"/>
              <a:t>	No matter the cost To win the lost
	9-  APPELÉ </a:t>
            </a:r>
          </a:p>
          <a:p>
            <a:r>
              <a:rPr lang="fr-FR" smtClean="0"/>
              <a:t>	Called
	10-  PAR CELUI  QUI EST SAINT ET À TOUT PAYÉ </a:t>
            </a:r>
          </a:p>
          <a:p>
            <a:r>
              <a:rPr lang="fr-FR" smtClean="0"/>
              <a:t>	By The Holy one who paid it all</a:t>
            </a:r>
          </a:p>
          <a:p>
            <a:r>
              <a:rPr lang="fr-FR" smtClean="0"/>
              <a:t>	11-  APPELÉ  </a:t>
            </a:r>
          </a:p>
          <a:p>
            <a:r>
              <a:rPr lang="fr-FR" smtClean="0"/>
              <a:t>	Called
	12-  AVEC HARDIESSE CRIER QU’UN SEUL NOM EST PUISSANT POUR SAUVER </a:t>
            </a:r>
          </a:p>
          <a:p>
            <a:r>
              <a:rPr lang="fr-FR" smtClean="0"/>
              <a:t>	Called to boldly say There’s only name with the power to save
	13-  OUI JE SUIS APPELÉ,APPELÉ  JE SUIS APPELÉ </a:t>
            </a:r>
          </a:p>
          <a:p>
            <a:r>
              <a:rPr lang="fr-FR" smtClean="0"/>
              <a:t>	Yes I’m called, called, I’m called
	14-  JE SUIS APPELÉ 
	I’ve been called</a:t>
            </a:r>
          </a:p>
          <a:p>
            <a:endParaRPr lang="fr-FR" smtClean="0"/>
          </a:p>
          <a:p>
            <a:r>
              <a:rPr lang="fr-FR" smtClean="0"/>
              <a:t>15-  COMMENT POUVONS-NOUS  DIRE AIMER LE MONDE </a:t>
            </a:r>
          </a:p>
          <a:p>
            <a:r>
              <a:rPr lang="fr-FR" smtClean="0"/>
              <a:t>How can we say we love the world
16-  QUAND NOUS RETENONS  LA PERLE PRÉCIEUSE </a:t>
            </a:r>
          </a:p>
          <a:p>
            <a:r>
              <a:rPr lang="fr-FR" smtClean="0"/>
              <a:t>If we hold back the priceless pearl,
17-  LA CLEF DE VIE  QU’IL LEUR FAUT  </a:t>
            </a:r>
          </a:p>
          <a:p>
            <a:r>
              <a:rPr lang="fr-FR" smtClean="0"/>
              <a:t>The key to life they need to know?
18-  LE SILENCE N’EST PAS D’OR </a:t>
            </a:r>
          </a:p>
          <a:p>
            <a:r>
              <a:rPr lang="fr-FR" smtClean="0"/>
              <a:t>Silence isn’t golden ring
19-  NOUS AVONS LA VÉRITÉ  MAIS LA GARDONS </a:t>
            </a:r>
          </a:p>
          <a:p>
            <a:r>
              <a:rPr lang="fr-FR" smtClean="0"/>
              <a:t>We’ve got the truth but hold it in
20-  NE TE DEMANDE PAS S’IL FAUT Y ALLER CAR NOUS SOMMES… </a:t>
            </a:r>
          </a:p>
          <a:p>
            <a:r>
              <a:rPr lang="fr-FR" smtClean="0"/>
              <a:t>No need to wonder if we should go ‘Cause we’ve been…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21-  OUI JE SUIS APPELÉ,APPELÉ  JE SUIS APPELÉ </a:t>
            </a:r>
          </a:p>
          <a:p>
            <a:r>
              <a:rPr lang="fr-FR" smtClean="0"/>
              <a:t>Yes I’m called, called, I’m called I’ve been called, 
22-  JE SUIS APPELÉ </a:t>
            </a:r>
          </a:p>
          <a:p>
            <a:r>
              <a:rPr lang="fr-FR" smtClean="0"/>
              <a:t>I’ve been called, 
23-  JE CONNAIS LE BUT MON ÂME EN EST SURE </a:t>
            </a:r>
          </a:p>
          <a:p>
            <a:r>
              <a:rPr lang="fr-FR" smtClean="0"/>
              <a:t>I know the score My soul is sure
24-  JE SUIS APPELÉ </a:t>
            </a:r>
          </a:p>
          <a:p>
            <a:r>
              <a:rPr lang="fr-FR" smtClean="0"/>
              <a:t>I’ve been called, called, called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COMPTE LES JOURS  COMME DES GRAINS DE SABLE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count the days like grains of sand
2-  JE LE SENS GLISSER DE MES MAINS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 it slipping through my hand
3-  LE CARBURANT BRÛLE  LE TEMPS EST COURT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fuel is burning time is short
4-  JE SAIS SUR QUELLE VOIE  EST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path the world is on
5-  ET ME VOICI NÉ DE NOUVEAU PLUS DE DÉLAI, CAR JE SUIS LÀ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stand as one who’s been reborn There’s no delay while I’m here 
6-  JE CONNAIS LE BUT  MON ÂME EN EST SURE 
I know the score My soul is sure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I’ve been called
	8-  QU’IMPORTE LE PRIX A GAGNER DES ÂMES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No matter the cost To win the lost
	9- 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10-  PAR CELUI  QUI EST SAINT ET À TOUT PAYÉ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By The Holy one who paid it all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APPELÉ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12-  AVEC HARDIESSE CRIER QU’UN SEUL NOM EST PUISSANT POUR SAUVER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 to boldly say There’s only name with the power to save
	13-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Yes I’m called, called, I’m called
	14-  JE SUIS APPELÉ 
	I’ve been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COMMENT POUVONS-NOUS  DIRE AIMER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can we say we love the world
16-  QUAND NOUS RETENONS  LA PERLE PRÉCIEUSE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we hold back the priceless pearl,
17-  LA CLEF DE VIE  QU’IL LEUR FAUT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key to life they need to know?
18-  LE SILENCE N’EST PAS D’OR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Silence isn’t golden ring
19-  NOUS AVONS LA VÉRITÉ  MAIS LA GARDONS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We’ve got the truth but hold it in
20-  NE TE DEMANDE PAS S’IL FAUT Y ALLER CAR NOUS SOMMES…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need to wonder if we should go ‘Cause we’ve been…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Yes I’m called, called, I’m called I’ve been called, 
22-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 
23-  JE CONNAIS LE BUT MON ÂME EN EST SURE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score My soul is sure
24-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 called,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COMPTE LES JOURS  COMME DES GRAINS DE SABLE </a:t>
            </a:r>
          </a:p>
          <a:p>
            <a:r>
              <a:rPr lang="fr-FR" smtClean="0"/>
              <a:t>I count the days like grains of sand
2-  JE LE SENS GLISSER DE MES MAINS </a:t>
            </a:r>
          </a:p>
          <a:p>
            <a:r>
              <a:rPr lang="fr-FR" smtClean="0"/>
              <a:t>Feel it slipping through my hand
3-  LE CARBURANT BRÛLE  LE TEMPS EST COURT </a:t>
            </a:r>
          </a:p>
          <a:p>
            <a:r>
              <a:rPr lang="fr-FR" smtClean="0"/>
              <a:t>The fuel is burning time is short
4-  JE SAIS SUR QUELLE VOIE  EST LE MONDE </a:t>
            </a:r>
          </a:p>
          <a:p>
            <a:r>
              <a:rPr lang="fr-FR" smtClean="0"/>
              <a:t>I know the path the world is on
5-  ET ME VOICI NÉ DE NOUVEAU PLUS DE DÉLAI, CAR JE SUIS LÀ</a:t>
            </a:r>
          </a:p>
          <a:p>
            <a:r>
              <a:rPr lang="fr-FR" smtClean="0"/>
              <a:t>I stand as one who’s been reborn There’s no delay while I’m here 
6-  JE CONNAIS LE BUT  MON ÂME EN EST SURE 
I know the score My soul is sure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7-  JE SUIS APPELÉ </a:t>
            </a:r>
          </a:p>
          <a:p>
            <a:r>
              <a:rPr lang="fr-FR" smtClean="0"/>
              <a:t>	I’ve been called
	8-  QU’IMPORTE LE PRIX A GAGNER DES ÂMES </a:t>
            </a:r>
          </a:p>
          <a:p>
            <a:r>
              <a:rPr lang="fr-FR" smtClean="0"/>
              <a:t>	No matter the cost To win the lost
	9-  APPELÉ </a:t>
            </a:r>
          </a:p>
          <a:p>
            <a:r>
              <a:rPr lang="fr-FR" smtClean="0"/>
              <a:t>	Called
	10-  PAR CELUI  QUI EST SAINT ET À TOUT PAYÉ </a:t>
            </a:r>
          </a:p>
          <a:p>
            <a:r>
              <a:rPr lang="fr-FR" smtClean="0"/>
              <a:t>	By The Holy one who paid it all</a:t>
            </a:r>
          </a:p>
          <a:p>
            <a:r>
              <a:rPr lang="fr-FR" smtClean="0"/>
              <a:t>	11-  APPELÉ  </a:t>
            </a:r>
          </a:p>
          <a:p>
            <a:r>
              <a:rPr lang="fr-FR" smtClean="0"/>
              <a:t>	Called
	12-  AVEC HARDIESSE CRIER QU’UN SEUL NOM EST PUISSANT POUR SAUVER </a:t>
            </a:r>
          </a:p>
          <a:p>
            <a:r>
              <a:rPr lang="fr-FR" smtClean="0"/>
              <a:t>	Called to boldly say There’s only name with the power to save
	13-  OUI JE SUIS APPELÉ,APPELÉ  JE SUIS APPELÉ </a:t>
            </a:r>
          </a:p>
          <a:p>
            <a:r>
              <a:rPr lang="fr-FR" smtClean="0"/>
              <a:t>	Yes I’m called, called, I’m called
	14-  JE SUIS APPELÉ 
	I’ve been called</a:t>
            </a:r>
          </a:p>
          <a:p>
            <a:endParaRPr lang="fr-FR" smtClean="0"/>
          </a:p>
          <a:p>
            <a:r>
              <a:rPr lang="fr-FR" smtClean="0"/>
              <a:t>15-  COMMENT POUVONS-NOUS  DIRE AIMER LE MONDE </a:t>
            </a:r>
          </a:p>
          <a:p>
            <a:r>
              <a:rPr lang="fr-FR" smtClean="0"/>
              <a:t>How can we say we love the world
16-  QUAND NOUS RETENONS  LA PERLE PRÉCIEUSE </a:t>
            </a:r>
          </a:p>
          <a:p>
            <a:r>
              <a:rPr lang="fr-FR" smtClean="0"/>
              <a:t>If we hold back the priceless pearl,
17-  LA CLEF DE VIE  QU’IL LEUR FAUT  </a:t>
            </a:r>
          </a:p>
          <a:p>
            <a:r>
              <a:rPr lang="fr-FR" smtClean="0"/>
              <a:t>The key to life they need to know?
18-  LE SILENCE N’EST PAS D’OR </a:t>
            </a:r>
          </a:p>
          <a:p>
            <a:r>
              <a:rPr lang="fr-FR" smtClean="0"/>
              <a:t>Silence isn’t golden ring
19-  NOUS AVONS LA VÉRITÉ  MAIS LA GARDONS </a:t>
            </a:r>
          </a:p>
          <a:p>
            <a:r>
              <a:rPr lang="fr-FR" smtClean="0"/>
              <a:t>We’ve got the truth but hold it in
20-  NE TE DEMANDE PAS S’IL FAUT Y ALLER CAR NOUS SOMMES… </a:t>
            </a:r>
          </a:p>
          <a:p>
            <a:r>
              <a:rPr lang="fr-FR" smtClean="0"/>
              <a:t>No need to wonder if we should go ‘Cause we’ve been…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21-  OUI JE SUIS APPELÉ,APPELÉ  JE SUIS APPELÉ </a:t>
            </a:r>
          </a:p>
          <a:p>
            <a:r>
              <a:rPr lang="fr-FR" smtClean="0"/>
              <a:t>Yes I’m called, called, I’m called I’ve been called, 
22-  JE SUIS APPELÉ </a:t>
            </a:r>
          </a:p>
          <a:p>
            <a:r>
              <a:rPr lang="fr-FR" smtClean="0"/>
              <a:t>I’ve been called, 
23-  JE CONNAIS LE BUT MON ÂME EN EST SURE </a:t>
            </a:r>
          </a:p>
          <a:p>
            <a:r>
              <a:rPr lang="fr-FR" smtClean="0"/>
              <a:t>I know the score My soul is sure
24-  JE SUIS APPELÉ </a:t>
            </a:r>
          </a:p>
          <a:p>
            <a:r>
              <a:rPr lang="fr-FR" smtClean="0"/>
              <a:t>I’ve been called, called, called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COMPTE LES JOURS  COMME DES GRAINS DE SABLE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count the days like grains of sand
2-  JE LE SENS GLISSER DE MES MAINS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 it slipping through my hand
3-  LE CARBURANT BRÛLE  LE TEMPS EST COURT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fuel is burning time is short
4-  JE SAIS SUR QUELLE VOIE  EST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path the world is on
5-  ET ME VOICI NÉ DE NOUVEAU PLUS DE DÉLAI, CAR JE SUIS LÀ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stand as one who’s been reborn There’s no delay while I’m here 
6-  JE CONNAIS LE BUT  MON ÂME EN EST SURE 
I know the score My soul is sure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I’ve been called
	8-  QU’IMPORTE LE PRIX A GAGNER DES ÂMES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No matter the cost To win the lost
	9- 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10-  PAR CELUI  QUI EST SAINT ET À TOUT PAYÉ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By The Holy one who paid it all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APPELÉ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12-  AVEC HARDIESSE CRIER QU’UN SEUL NOM EST PUISSANT POUR SAUVER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 to boldly say There’s only name with the power to save
	13-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Yes I’m called, called, I’m called
	14-  JE SUIS APPELÉ 
	I’ve been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COMMENT POUVONS-NOUS  DIRE AIMER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can we say we love the world
16-  QUAND NOUS RETENONS  LA PERLE PRÉCIEUSE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we hold back the priceless pearl,
17-  LA CLEF DE VIE  QU’IL LEUR FAUT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key to life they need to know?
18-  LE SILENCE N’EST PAS D’OR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Silence isn’t golden ring
19-  NOUS AVONS LA VÉRITÉ  MAIS LA GARDONS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We’ve got the truth but hold it in
20-  NE TE DEMANDE PAS S’IL FAUT Y ALLER CAR NOUS SOMMES…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need to wonder if we should go ‘Cause we’ve been…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Yes I’m called, called, I’m called I’ve been called, 
22-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 
23-  JE CONNAIS LE BUT MON ÂME EN EST SURE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score My soul is sure
24-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 called,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COMPTE LES JOURS  COMME DES GRAINS DE SABLE </a:t>
            </a:r>
          </a:p>
          <a:p>
            <a:r>
              <a:rPr lang="fr-FR" smtClean="0"/>
              <a:t>I count the days like grains of sand
2-  JE LE SENS GLISSER DE MES MAINS </a:t>
            </a:r>
          </a:p>
          <a:p>
            <a:r>
              <a:rPr lang="fr-FR" smtClean="0"/>
              <a:t>Feel it slipping through my hand
3-  LE CARBURANT BRÛLE  LE TEMPS EST COURT </a:t>
            </a:r>
          </a:p>
          <a:p>
            <a:r>
              <a:rPr lang="fr-FR" smtClean="0"/>
              <a:t>The fuel is burning time is short
4-  JE SAIS SUR QUELLE VOIE  EST LE MONDE </a:t>
            </a:r>
          </a:p>
          <a:p>
            <a:r>
              <a:rPr lang="fr-FR" smtClean="0"/>
              <a:t>I know the path the world is on
5-  ET ME VOICI NÉ DE NOUVEAU PLUS DE DÉLAI, CAR JE SUIS LÀ</a:t>
            </a:r>
          </a:p>
          <a:p>
            <a:r>
              <a:rPr lang="fr-FR" smtClean="0"/>
              <a:t>I stand as one who’s been reborn There’s no delay while I’m here 
6-  JE CONNAIS LE BUT  MON ÂME EN EST SURE 
I know the score My soul is sure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7-  JE SUIS APPELÉ </a:t>
            </a:r>
          </a:p>
          <a:p>
            <a:r>
              <a:rPr lang="fr-FR" smtClean="0"/>
              <a:t>	I’ve been called
	8-  QU’IMPORTE LE PRIX A GAGNER DES ÂMES </a:t>
            </a:r>
          </a:p>
          <a:p>
            <a:r>
              <a:rPr lang="fr-FR" smtClean="0"/>
              <a:t>	No matter the cost To win the lost
	9-  APPELÉ </a:t>
            </a:r>
          </a:p>
          <a:p>
            <a:r>
              <a:rPr lang="fr-FR" smtClean="0"/>
              <a:t>	Called
	10-  PAR CELUI  QUI EST SAINT ET À TOUT PAYÉ </a:t>
            </a:r>
          </a:p>
          <a:p>
            <a:r>
              <a:rPr lang="fr-FR" smtClean="0"/>
              <a:t>	By The Holy one who paid it all</a:t>
            </a:r>
          </a:p>
          <a:p>
            <a:r>
              <a:rPr lang="fr-FR" smtClean="0"/>
              <a:t>	11-  APPELÉ  </a:t>
            </a:r>
          </a:p>
          <a:p>
            <a:r>
              <a:rPr lang="fr-FR" smtClean="0"/>
              <a:t>	Called
	12-  AVEC HARDIESSE CRIER QU’UN SEUL NOM EST PUISSANT POUR SAUVER </a:t>
            </a:r>
          </a:p>
          <a:p>
            <a:r>
              <a:rPr lang="fr-FR" smtClean="0"/>
              <a:t>	Called to boldly say There’s only name with the power to save
	13-  OUI JE SUIS APPELÉ,APPELÉ  JE SUIS APPELÉ </a:t>
            </a:r>
          </a:p>
          <a:p>
            <a:r>
              <a:rPr lang="fr-FR" smtClean="0"/>
              <a:t>	Yes I’m called, called, I’m called
	14-  JE SUIS APPELÉ 
	I’ve been called</a:t>
            </a:r>
          </a:p>
          <a:p>
            <a:endParaRPr lang="fr-FR" smtClean="0"/>
          </a:p>
          <a:p>
            <a:r>
              <a:rPr lang="fr-FR" smtClean="0"/>
              <a:t>15-  COMMENT POUVONS-NOUS  DIRE AIMER LE MONDE </a:t>
            </a:r>
          </a:p>
          <a:p>
            <a:r>
              <a:rPr lang="fr-FR" smtClean="0"/>
              <a:t>How can we say we love the world
16-  QUAND NOUS RETENONS  LA PERLE PRÉCIEUSE </a:t>
            </a:r>
          </a:p>
          <a:p>
            <a:r>
              <a:rPr lang="fr-FR" smtClean="0"/>
              <a:t>If we hold back the priceless pearl,
17-  LA CLEF DE VIE  QU’IL LEUR FAUT  </a:t>
            </a:r>
          </a:p>
          <a:p>
            <a:r>
              <a:rPr lang="fr-FR" smtClean="0"/>
              <a:t>The key to life they need to know?
18-  LE SILENCE N’EST PAS D’OR </a:t>
            </a:r>
          </a:p>
          <a:p>
            <a:r>
              <a:rPr lang="fr-FR" smtClean="0"/>
              <a:t>Silence isn’t golden ring
19-  NOUS AVONS LA VÉRITÉ  MAIS LA GARDONS </a:t>
            </a:r>
          </a:p>
          <a:p>
            <a:r>
              <a:rPr lang="fr-FR" smtClean="0"/>
              <a:t>We’ve got the truth but hold it in
20-  NE TE DEMANDE PAS S’IL FAUT Y ALLER CAR NOUS SOMMES… </a:t>
            </a:r>
          </a:p>
          <a:p>
            <a:r>
              <a:rPr lang="fr-FR" smtClean="0"/>
              <a:t>No need to wonder if we should go ‘Cause we’ve been…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21-  OUI JE SUIS APPELÉ,APPELÉ  JE SUIS APPELÉ </a:t>
            </a:r>
          </a:p>
          <a:p>
            <a:r>
              <a:rPr lang="fr-FR" smtClean="0"/>
              <a:t>Yes I’m called, called, I’m called I’ve been called, 
22-  JE SUIS APPELÉ </a:t>
            </a:r>
          </a:p>
          <a:p>
            <a:r>
              <a:rPr lang="fr-FR" smtClean="0"/>
              <a:t>I’ve been called, 
23-  JE CONNAIS LE BUT MON ÂME EN EST SURE </a:t>
            </a:r>
          </a:p>
          <a:p>
            <a:r>
              <a:rPr lang="fr-FR" smtClean="0"/>
              <a:t>I know the score My soul is sure
24-  JE SUIS APPELÉ </a:t>
            </a:r>
          </a:p>
          <a:p>
            <a:r>
              <a:rPr lang="fr-FR" smtClean="0"/>
              <a:t>I’ve been called, called, called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COMPTE LES JOURS  COMME DES GRAINS DE SABLE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count the days like grains of sand
2-  JE LE SENS GLISSER DE MES MAINS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 it slipping through my hand
3-  LE CARBURANT BRÛLE  LE TEMPS EST COURT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fuel is burning time is short
4-  JE SAIS SUR QUELLE VOIE  EST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path the world is on
5-  ET ME VOICI NÉ DE NOUVEAU PLUS DE DÉLAI, CAR JE SUIS LÀ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stand as one who’s been reborn There’s no delay while I’m here 
6-  JE CONNAIS LE BUT  MON ÂME EN EST SURE 
I know the score My soul is sure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I’ve been called
	8-  QU’IMPORTE LE PRIX A GAGNER DES ÂMES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No matter the cost To win the lost
	9- 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10-  PAR CELUI  QUI EST SAINT ET À TOUT PAYÉ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By The Holy one who paid it all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APPELÉ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12-  AVEC HARDIESSE CRIER QU’UN SEUL NOM EST PUISSANT POUR SAUVER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 to boldly say There’s only name with the power to save
	13-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Yes I’m called, called, I’m called
	14-  JE SUIS APPELÉ 
	I’ve been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COMMENT POUVONS-NOUS  DIRE AIMER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can we say we love the world
16-  QUAND NOUS RETENONS  LA PERLE PRÉCIEUSE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we hold back the priceless pearl,
17-  LA CLEF DE VIE  QU’IL LEUR FAUT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key to life they need to know?
18-  LE SILENCE N’EST PAS D’OR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Silence isn’t golden ring
19-  NOUS AVONS LA VÉRITÉ  MAIS LA GARDONS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We’ve got the truth but hold it in
20-  NE TE DEMANDE PAS S’IL FAUT Y ALLER CAR NOUS SOMMES…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need to wonder if we should go ‘Cause we’ve been…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Yes I’m called, called, I’m called I’ve been called, 
22-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 
23-  JE CONNAIS LE BUT MON ÂME EN EST SURE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score My soul is sure
24-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 called,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COMPTE LES JOURS  COMME DES GRAINS DE SABLE </a:t>
            </a:r>
          </a:p>
          <a:p>
            <a:r>
              <a:rPr lang="fr-FR" smtClean="0"/>
              <a:t>I count the days like grains of sand
2-  JE LE SENS GLISSER DE MES MAINS </a:t>
            </a:r>
          </a:p>
          <a:p>
            <a:r>
              <a:rPr lang="fr-FR" smtClean="0"/>
              <a:t>Feel it slipping through my hand
3-  LE CARBURANT BRÛLE  LE TEMPS EST COURT </a:t>
            </a:r>
          </a:p>
          <a:p>
            <a:r>
              <a:rPr lang="fr-FR" smtClean="0"/>
              <a:t>The fuel is burning time is short
4-  JE SAIS SUR QUELLE VOIE  EST LE MONDE </a:t>
            </a:r>
          </a:p>
          <a:p>
            <a:r>
              <a:rPr lang="fr-FR" smtClean="0"/>
              <a:t>I know the path the world is on
5-  ET ME VOICI NÉ DE NOUVEAU PLUS DE DÉLAI, CAR JE SUIS LÀ</a:t>
            </a:r>
          </a:p>
          <a:p>
            <a:r>
              <a:rPr lang="fr-FR" smtClean="0"/>
              <a:t>I stand as one who’s been reborn There’s no delay while I’m here 
6-  JE CONNAIS LE BUT  MON ÂME EN EST SURE 
I know the score My soul is sure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7-  JE SUIS APPELÉ </a:t>
            </a:r>
          </a:p>
          <a:p>
            <a:r>
              <a:rPr lang="fr-FR" smtClean="0"/>
              <a:t>	I’ve been called
	8-  QU’IMPORTE LE PRIX A GAGNER DES ÂMES </a:t>
            </a:r>
          </a:p>
          <a:p>
            <a:r>
              <a:rPr lang="fr-FR" smtClean="0"/>
              <a:t>	No matter the cost To win the lost
	9-  APPELÉ </a:t>
            </a:r>
          </a:p>
          <a:p>
            <a:r>
              <a:rPr lang="fr-FR" smtClean="0"/>
              <a:t>	Called
	10-  PAR CELUI  QUI EST SAINT ET À TOUT PAYÉ </a:t>
            </a:r>
          </a:p>
          <a:p>
            <a:r>
              <a:rPr lang="fr-FR" smtClean="0"/>
              <a:t>	By The Holy one who paid it all</a:t>
            </a:r>
          </a:p>
          <a:p>
            <a:r>
              <a:rPr lang="fr-FR" smtClean="0"/>
              <a:t>	11-  APPELÉ  </a:t>
            </a:r>
          </a:p>
          <a:p>
            <a:r>
              <a:rPr lang="fr-FR" smtClean="0"/>
              <a:t>	Called
	12-  AVEC HARDIESSE CRIER QU’UN SEUL NOM EST PUISSANT POUR SAUVER </a:t>
            </a:r>
          </a:p>
          <a:p>
            <a:r>
              <a:rPr lang="fr-FR" smtClean="0"/>
              <a:t>	Called to boldly say There’s only name with the power to save
	13-  OUI JE SUIS APPELÉ,APPELÉ  JE SUIS APPELÉ </a:t>
            </a:r>
          </a:p>
          <a:p>
            <a:r>
              <a:rPr lang="fr-FR" smtClean="0"/>
              <a:t>	Yes I’m called, called, I’m called
	14-  JE SUIS APPELÉ 
	I’ve been called</a:t>
            </a:r>
          </a:p>
          <a:p>
            <a:endParaRPr lang="fr-FR" smtClean="0"/>
          </a:p>
          <a:p>
            <a:r>
              <a:rPr lang="fr-FR" smtClean="0"/>
              <a:t>15-  COMMENT POUVONS-NOUS  DIRE AIMER LE MONDE </a:t>
            </a:r>
          </a:p>
          <a:p>
            <a:r>
              <a:rPr lang="fr-FR" smtClean="0"/>
              <a:t>How can we say we love the world
16-  QUAND NOUS RETENONS  LA PERLE PRÉCIEUSE </a:t>
            </a:r>
          </a:p>
          <a:p>
            <a:r>
              <a:rPr lang="fr-FR" smtClean="0"/>
              <a:t>If we hold back the priceless pearl,
17-  LA CLEF DE VIE  QU’IL LEUR FAUT  </a:t>
            </a:r>
          </a:p>
          <a:p>
            <a:r>
              <a:rPr lang="fr-FR" smtClean="0"/>
              <a:t>The key to life they need to know?
18-  LE SILENCE N’EST PAS D’OR </a:t>
            </a:r>
          </a:p>
          <a:p>
            <a:r>
              <a:rPr lang="fr-FR" smtClean="0"/>
              <a:t>Silence isn’t golden ring
19-  NOUS AVONS LA VÉRITÉ  MAIS LA GARDONS </a:t>
            </a:r>
          </a:p>
          <a:p>
            <a:r>
              <a:rPr lang="fr-FR" smtClean="0"/>
              <a:t>We’ve got the truth but hold it in
20-  NE TE DEMANDE PAS S’IL FAUT Y ALLER CAR NOUS SOMMES… </a:t>
            </a:r>
          </a:p>
          <a:p>
            <a:r>
              <a:rPr lang="fr-FR" smtClean="0"/>
              <a:t>No need to wonder if we should go ‘Cause we’ve been…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21-  OUI JE SUIS APPELÉ,APPELÉ  JE SUIS APPELÉ </a:t>
            </a:r>
          </a:p>
          <a:p>
            <a:r>
              <a:rPr lang="fr-FR" smtClean="0"/>
              <a:t>Yes I’m called, called, I’m called I’ve been called, 
22-  JE SUIS APPELÉ </a:t>
            </a:r>
          </a:p>
          <a:p>
            <a:r>
              <a:rPr lang="fr-FR" smtClean="0"/>
              <a:t>I’ve been called, 
23-  JE CONNAIS LE BUT MON ÂME EN EST SURE </a:t>
            </a:r>
          </a:p>
          <a:p>
            <a:r>
              <a:rPr lang="fr-FR" smtClean="0"/>
              <a:t>I know the score My soul is sure
24-  JE SUIS APPELÉ </a:t>
            </a:r>
          </a:p>
          <a:p>
            <a:r>
              <a:rPr lang="fr-FR" smtClean="0"/>
              <a:t>I’ve been called, called, called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COMPTE LES JOURS  COMME DES GRAINS DE SABLE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count the days like grains of sand
2-  JE LE SENS GLISSER DE MES MAINS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 it slipping through my hand
3-  LE CARBURANT BRÛLE  LE TEMPS EST COURT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fuel is burning time is short
4-  JE SAIS SUR QUELLE VOIE  EST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path the world is on
5-  ET ME VOICI NÉ DE NOUVEAU PLUS DE DÉLAI, CAR JE SUIS LÀ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stand as one who’s been reborn There’s no delay while I’m here 
6-  JE CONNAIS LE BUT  MON ÂME EN EST SURE 
I know the score My soul is sure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I’ve been called
	8-  QU’IMPORTE LE PRIX A GAGNER DES ÂMES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No matter the cost To win the lost
	9- 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10-  PAR CELUI  QUI EST SAINT ET À TOUT PAYÉ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By The Holy one who paid it all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APPELÉ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12-  AVEC HARDIESSE CRIER QU’UN SEUL NOM EST PUISSANT POUR SAUVER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 to boldly say There’s only name with the power to save
	13-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Yes I’m called, called, I’m called
	14-  JE SUIS APPELÉ 
	I’ve been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COMMENT POUVONS-NOUS  DIRE AIMER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can we say we love the world
16-  QUAND NOUS RETENONS  LA PERLE PRÉCIEUSE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we hold back the priceless pearl,
17-  LA CLEF DE VIE  QU’IL LEUR FAUT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key to life they need to know?
18-  LE SILENCE N’EST PAS D’OR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Silence isn’t golden ring
19-  NOUS AVONS LA VÉRITÉ  MAIS LA GARDONS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We’ve got the truth but hold it in
20-  NE TE DEMANDE PAS S’IL FAUT Y ALLER CAR NOUS SOMMES…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need to wonder if we should go ‘Cause we’ve been…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Yes I’m called, called, I’m called I’ve been called, 
22-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 
23-  JE CONNAIS LE BUT MON ÂME EN EST SURE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score My soul is sure
24-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 called,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COMPTE LES JOURS  COMME DES GRAINS DE SABLE </a:t>
            </a:r>
          </a:p>
          <a:p>
            <a:r>
              <a:rPr lang="fr-FR" smtClean="0"/>
              <a:t>I count the days like grains of sand
2-  JE LE SENS GLISSER DE MES MAINS </a:t>
            </a:r>
          </a:p>
          <a:p>
            <a:r>
              <a:rPr lang="fr-FR" smtClean="0"/>
              <a:t>Feel it slipping through my hand
3-  LE CARBURANT BRÛLE  LE TEMPS EST COURT </a:t>
            </a:r>
          </a:p>
          <a:p>
            <a:r>
              <a:rPr lang="fr-FR" smtClean="0"/>
              <a:t>The fuel is burning time is short
4-  JE SAIS SUR QUELLE VOIE  EST LE MONDE </a:t>
            </a:r>
          </a:p>
          <a:p>
            <a:r>
              <a:rPr lang="fr-FR" smtClean="0"/>
              <a:t>I know the path the world is on
5-  ET ME VOICI NÉ DE NOUVEAU PLUS DE DÉLAI, CAR JE SUIS LÀ</a:t>
            </a:r>
          </a:p>
          <a:p>
            <a:r>
              <a:rPr lang="fr-FR" smtClean="0"/>
              <a:t>I stand as one who’s been reborn There’s no delay while I’m here 
6-  JE CONNAIS LE BUT  MON ÂME EN EST SURE 
I know the score My soul is sure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7-  JE SUIS APPELÉ </a:t>
            </a:r>
          </a:p>
          <a:p>
            <a:r>
              <a:rPr lang="fr-FR" smtClean="0"/>
              <a:t>	I’ve been called
	8-  QU’IMPORTE LE PRIX A GAGNER DES ÂMES </a:t>
            </a:r>
          </a:p>
          <a:p>
            <a:r>
              <a:rPr lang="fr-FR" smtClean="0"/>
              <a:t>	No matter the cost To win the lost
	9-  APPELÉ </a:t>
            </a:r>
          </a:p>
          <a:p>
            <a:r>
              <a:rPr lang="fr-FR" smtClean="0"/>
              <a:t>	Called
	10-  PAR CELUI  QUI EST SAINT ET À TOUT PAYÉ </a:t>
            </a:r>
          </a:p>
          <a:p>
            <a:r>
              <a:rPr lang="fr-FR" smtClean="0"/>
              <a:t>	By The Holy one who paid it all</a:t>
            </a:r>
          </a:p>
          <a:p>
            <a:r>
              <a:rPr lang="fr-FR" smtClean="0"/>
              <a:t>	11-  APPELÉ  </a:t>
            </a:r>
          </a:p>
          <a:p>
            <a:r>
              <a:rPr lang="fr-FR" smtClean="0"/>
              <a:t>	Called
	12-  AVEC HARDIESSE CRIER QU’UN SEUL NOM EST PUISSANT POUR SAUVER </a:t>
            </a:r>
          </a:p>
          <a:p>
            <a:r>
              <a:rPr lang="fr-FR" smtClean="0"/>
              <a:t>	Called to boldly say There’s only name with the power to save
	13-  OUI JE SUIS APPELÉ,APPELÉ  JE SUIS APPELÉ </a:t>
            </a:r>
          </a:p>
          <a:p>
            <a:r>
              <a:rPr lang="fr-FR" smtClean="0"/>
              <a:t>	Yes I’m called, called, I’m called
	14-  JE SUIS APPELÉ 
	I’ve been called</a:t>
            </a:r>
          </a:p>
          <a:p>
            <a:endParaRPr lang="fr-FR" smtClean="0"/>
          </a:p>
          <a:p>
            <a:r>
              <a:rPr lang="fr-FR" smtClean="0"/>
              <a:t>15-  COMMENT POUVONS-NOUS  DIRE AIMER LE MONDE </a:t>
            </a:r>
          </a:p>
          <a:p>
            <a:r>
              <a:rPr lang="fr-FR" smtClean="0"/>
              <a:t>How can we say we love the world
16-  QUAND NOUS RETENONS  LA PERLE PRÉCIEUSE </a:t>
            </a:r>
          </a:p>
          <a:p>
            <a:r>
              <a:rPr lang="fr-FR" smtClean="0"/>
              <a:t>If we hold back the priceless pearl,
17-  LA CLEF DE VIE  QU’IL LEUR FAUT  </a:t>
            </a:r>
          </a:p>
          <a:p>
            <a:r>
              <a:rPr lang="fr-FR" smtClean="0"/>
              <a:t>The key to life they need to know?
18-  LE SILENCE N’EST PAS D’OR </a:t>
            </a:r>
          </a:p>
          <a:p>
            <a:r>
              <a:rPr lang="fr-FR" smtClean="0"/>
              <a:t>Silence isn’t golden ring
19-  NOUS AVONS LA VÉRITÉ  MAIS LA GARDONS </a:t>
            </a:r>
          </a:p>
          <a:p>
            <a:r>
              <a:rPr lang="fr-FR" smtClean="0"/>
              <a:t>We’ve got the truth but hold it in
20-  NE TE DEMANDE PAS S’IL FAUT Y ALLER CAR NOUS SOMMES… </a:t>
            </a:r>
          </a:p>
          <a:p>
            <a:r>
              <a:rPr lang="fr-FR" smtClean="0"/>
              <a:t>No need to wonder if we should go ‘Cause we’ve been…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21-  OUI JE SUIS APPELÉ,APPELÉ  JE SUIS APPELÉ </a:t>
            </a:r>
          </a:p>
          <a:p>
            <a:r>
              <a:rPr lang="fr-FR" smtClean="0"/>
              <a:t>Yes I’m called, called, I’m called I’ve been called, 
22-  JE SUIS APPELÉ </a:t>
            </a:r>
          </a:p>
          <a:p>
            <a:r>
              <a:rPr lang="fr-FR" smtClean="0"/>
              <a:t>I’ve been called, 
23-  JE CONNAIS LE BUT MON ÂME EN EST SURE </a:t>
            </a:r>
          </a:p>
          <a:p>
            <a:r>
              <a:rPr lang="fr-FR" smtClean="0"/>
              <a:t>I know the score My soul is sure
24-  JE SUIS APPELÉ </a:t>
            </a:r>
          </a:p>
          <a:p>
            <a:r>
              <a:rPr lang="fr-FR" smtClean="0"/>
              <a:t>I’ve been called, called, called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COMPTE LES JOURS  COMME DES GRAINS DE SABLE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count the days like grains of sand
2-  JE LE SENS GLISSER DE MES MAINS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 it slipping through my hand
3-  LE CARBURANT BRÛLE  LE TEMPS EST COURT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fuel is burning time is short
4-  JE SAIS SUR QUELLE VOIE  EST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path the world is on
5-  ET ME VOICI NÉ DE NOUVEAU PLUS DE DÉLAI, CAR JE SUIS LÀ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stand as one who’s been reborn There’s no delay while I’m here 
6-  JE CONNAIS LE BUT  MON ÂME EN EST SURE 
I know the score My soul is sure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I’ve been called
	8-  QU’IMPORTE LE PRIX A GAGNER DES ÂMES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No matter the cost To win the lost
	9- 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10-  PAR CELUI  QUI EST SAINT ET À TOUT PAYÉ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By The Holy one who paid it all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APPELÉ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12-  AVEC HARDIESSE CRIER QU’UN SEUL NOM EST PUISSANT POUR SAUVER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 to boldly say There’s only name with the power to save
	13-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Yes I’m called, called, I’m called
	14-  JE SUIS APPELÉ 
	I’ve been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COMMENT POUVONS-NOUS  DIRE AIMER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can we say we love the world
16-  QUAND NOUS RETENONS  LA PERLE PRÉCIEUSE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we hold back the priceless pearl,
17-  LA CLEF DE VIE  QU’IL LEUR FAUT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key to life they need to know?
18-  LE SILENCE N’EST PAS D’OR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Silence isn’t golden ring
19-  NOUS AVONS LA VÉRITÉ  MAIS LA GARDONS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We’ve got the truth but hold it in
20-  NE TE DEMANDE PAS S’IL FAUT Y ALLER CAR NOUS SOMMES…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need to wonder if we should go ‘Cause we’ve been…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Yes I’m called, called, I’m called I’ve been called, 
22-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 
23-  JE CONNAIS LE BUT MON ÂME EN EST SURE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score My soul is sure
24-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 called,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COMPTE LES JOURS  COMME DES GRAINS DE SABLE </a:t>
            </a:r>
          </a:p>
          <a:p>
            <a:r>
              <a:rPr lang="fr-FR" smtClean="0"/>
              <a:t>I count the days like grains of sand
2-  JE LE SENS GLISSER DE MES MAINS </a:t>
            </a:r>
          </a:p>
          <a:p>
            <a:r>
              <a:rPr lang="fr-FR" smtClean="0"/>
              <a:t>Feel it slipping through my hand
3-  LE CARBURANT BRÛLE  LE TEMPS EST COURT </a:t>
            </a:r>
          </a:p>
          <a:p>
            <a:r>
              <a:rPr lang="fr-FR" smtClean="0"/>
              <a:t>The fuel is burning time is short
4-  JE SAIS SUR QUELLE VOIE  EST LE MONDE </a:t>
            </a:r>
          </a:p>
          <a:p>
            <a:r>
              <a:rPr lang="fr-FR" smtClean="0"/>
              <a:t>I know the path the world is on
5-  ET ME VOICI NÉ DE NOUVEAU PLUS DE DÉLAI, CAR JE SUIS LÀ</a:t>
            </a:r>
          </a:p>
          <a:p>
            <a:r>
              <a:rPr lang="fr-FR" smtClean="0"/>
              <a:t>I stand as one who’s been reborn There’s no delay while I’m here 
6-  JE CONNAIS LE BUT  MON ÂME EN EST SURE 
I know the score My soul is sure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7-  JE SUIS APPELÉ </a:t>
            </a:r>
          </a:p>
          <a:p>
            <a:r>
              <a:rPr lang="fr-FR" smtClean="0"/>
              <a:t>	I’ve been called
	8-  QU’IMPORTE LE PRIX A GAGNER DES ÂMES </a:t>
            </a:r>
          </a:p>
          <a:p>
            <a:r>
              <a:rPr lang="fr-FR" smtClean="0"/>
              <a:t>	No matter the cost To win the lost
	9-  APPELÉ </a:t>
            </a:r>
          </a:p>
          <a:p>
            <a:r>
              <a:rPr lang="fr-FR" smtClean="0"/>
              <a:t>	Called
	10-  PAR CELUI  QUI EST SAINT ET À TOUT PAYÉ </a:t>
            </a:r>
          </a:p>
          <a:p>
            <a:r>
              <a:rPr lang="fr-FR" smtClean="0"/>
              <a:t>	By The Holy one who paid it all</a:t>
            </a:r>
          </a:p>
          <a:p>
            <a:r>
              <a:rPr lang="fr-FR" smtClean="0"/>
              <a:t>	11-  APPELÉ  </a:t>
            </a:r>
          </a:p>
          <a:p>
            <a:r>
              <a:rPr lang="fr-FR" smtClean="0"/>
              <a:t>	Called
	12-  AVEC HARDIESSE CRIER QU’UN SEUL NOM EST PUISSANT POUR SAUVER </a:t>
            </a:r>
          </a:p>
          <a:p>
            <a:r>
              <a:rPr lang="fr-FR" smtClean="0"/>
              <a:t>	Called to boldly say There’s only name with the power to save
	13-  OUI JE SUIS APPELÉ,APPELÉ  JE SUIS APPELÉ </a:t>
            </a:r>
          </a:p>
          <a:p>
            <a:r>
              <a:rPr lang="fr-FR" smtClean="0"/>
              <a:t>	Yes I’m called, called, I’m called
	14-  JE SUIS APPELÉ 
	I’ve been called</a:t>
            </a:r>
          </a:p>
          <a:p>
            <a:endParaRPr lang="fr-FR" smtClean="0"/>
          </a:p>
          <a:p>
            <a:r>
              <a:rPr lang="fr-FR" smtClean="0"/>
              <a:t>15-  COMMENT POUVONS-NOUS  DIRE AIMER LE MONDE </a:t>
            </a:r>
          </a:p>
          <a:p>
            <a:r>
              <a:rPr lang="fr-FR" smtClean="0"/>
              <a:t>How can we say we love the world
16-  QUAND NOUS RETENONS  LA PERLE PRÉCIEUSE </a:t>
            </a:r>
          </a:p>
          <a:p>
            <a:r>
              <a:rPr lang="fr-FR" smtClean="0"/>
              <a:t>If we hold back the priceless pearl,
17-  LA CLEF DE VIE  QU’IL LEUR FAUT  </a:t>
            </a:r>
          </a:p>
          <a:p>
            <a:r>
              <a:rPr lang="fr-FR" smtClean="0"/>
              <a:t>The key to life they need to know?
18-  LE SILENCE N’EST PAS D’OR </a:t>
            </a:r>
          </a:p>
          <a:p>
            <a:r>
              <a:rPr lang="fr-FR" smtClean="0"/>
              <a:t>Silence isn’t golden ring
19-  NOUS AVONS LA VÉRITÉ  MAIS LA GARDONS </a:t>
            </a:r>
          </a:p>
          <a:p>
            <a:r>
              <a:rPr lang="fr-FR" smtClean="0"/>
              <a:t>We’ve got the truth but hold it in
20-  NE TE DEMANDE PAS S’IL FAUT Y ALLER CAR NOUS SOMMES… </a:t>
            </a:r>
          </a:p>
          <a:p>
            <a:r>
              <a:rPr lang="fr-FR" smtClean="0"/>
              <a:t>No need to wonder if we should go ‘Cause we’ve been…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21-  OUI JE SUIS APPELÉ,APPELÉ  JE SUIS APPELÉ </a:t>
            </a:r>
          </a:p>
          <a:p>
            <a:r>
              <a:rPr lang="fr-FR" smtClean="0"/>
              <a:t>Yes I’m called, called, I’m called I’ve been called, 
22-  JE SUIS APPELÉ </a:t>
            </a:r>
          </a:p>
          <a:p>
            <a:r>
              <a:rPr lang="fr-FR" smtClean="0"/>
              <a:t>I’ve been called, 
23-  JE CONNAIS LE BUT MON ÂME EN EST SURE </a:t>
            </a:r>
          </a:p>
          <a:p>
            <a:r>
              <a:rPr lang="fr-FR" smtClean="0"/>
              <a:t>I know the score My soul is sure
24-  JE SUIS APPELÉ </a:t>
            </a:r>
          </a:p>
          <a:p>
            <a:r>
              <a:rPr lang="fr-FR" smtClean="0"/>
              <a:t>I’ve been called, called, called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COMPTE LES JOURS  COMME DES GRAINS DE SABLE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count the days like grains of sand
2-  JE LE SENS GLISSER DE MES MAINS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 it slipping through my hand
3-  LE CARBURANT BRÛLE  LE TEMPS EST COURT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fuel is burning time is short
4-  JE SAIS SUR QUELLE VOIE  EST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path the world is on
5-  ET ME VOICI NÉ DE NOUVEAU PLUS DE DÉLAI, CAR JE SUIS LÀ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stand as one who’s been reborn There’s no delay while I’m here 
6-  JE CONNAIS LE BUT  MON ÂME EN EST SURE 
I know the score My soul is sure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I’ve been called
	8-  QU’IMPORTE LE PRIX A GAGNER DES ÂMES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No matter the cost To win the lost
	9- 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10-  PAR CELUI  QUI EST SAINT ET À TOUT PAYÉ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By The Holy one who paid it all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APPELÉ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12-  AVEC HARDIESSE CRIER QU’UN SEUL NOM EST PUISSANT POUR SAUVER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 to boldly say There’s only name with the power to save
	13-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Yes I’m called, called, I’m called
	14-  JE SUIS APPELÉ 
	I’ve been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COMMENT POUVONS-NOUS  DIRE AIMER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can we say we love the world
16-  QUAND NOUS RETENONS  LA PERLE PRÉCIEUSE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we hold back the priceless pearl,
17-  LA CLEF DE VIE  QU’IL LEUR FAUT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key to life they need to know?
18-  LE SILENCE N’EST PAS D’OR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Silence isn’t golden ring
19-  NOUS AVONS LA VÉRITÉ  MAIS LA GARDONS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We’ve got the truth but hold it in
20-  NE TE DEMANDE PAS S’IL FAUT Y ALLER CAR NOUS SOMMES…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need to wonder if we should go ‘Cause we’ve been…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Yes I’m called, called, I’m called I’ve been called, 
22-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 
23-  JE CONNAIS LE BUT MON ÂME EN EST SURE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score My soul is sure
24-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 called,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COMPTE LES JOURS  COMME DES GRAINS DE SABLE </a:t>
            </a:r>
          </a:p>
          <a:p>
            <a:r>
              <a:rPr lang="fr-FR" smtClean="0"/>
              <a:t>I count the days like grains of sand
2-  JE LE SENS GLISSER DE MES MAINS </a:t>
            </a:r>
          </a:p>
          <a:p>
            <a:r>
              <a:rPr lang="fr-FR" smtClean="0"/>
              <a:t>Feel it slipping through my hand
3-  LE CARBURANT BRÛLE  LE TEMPS EST COURT </a:t>
            </a:r>
          </a:p>
          <a:p>
            <a:r>
              <a:rPr lang="fr-FR" smtClean="0"/>
              <a:t>The fuel is burning time is short
4-  JE SAIS SUR QUELLE VOIE  EST LE MONDE </a:t>
            </a:r>
          </a:p>
          <a:p>
            <a:r>
              <a:rPr lang="fr-FR" smtClean="0"/>
              <a:t>I know the path the world is on
5-  ET ME VOICI NÉ DE NOUVEAU PLUS DE DÉLAI, CAR JE SUIS LÀ</a:t>
            </a:r>
          </a:p>
          <a:p>
            <a:r>
              <a:rPr lang="fr-FR" smtClean="0"/>
              <a:t>I stand as one who’s been reborn There’s no delay while I’m here 
6-  JE CONNAIS LE BUT  MON ÂME EN EST SURE 
I know the score My soul is sure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7-  JE SUIS APPELÉ </a:t>
            </a:r>
          </a:p>
          <a:p>
            <a:r>
              <a:rPr lang="fr-FR" smtClean="0"/>
              <a:t>	I’ve been called
	8-  QU’IMPORTE LE PRIX A GAGNER DES ÂMES </a:t>
            </a:r>
          </a:p>
          <a:p>
            <a:r>
              <a:rPr lang="fr-FR" smtClean="0"/>
              <a:t>	No matter the cost To win the lost
	9-  APPELÉ </a:t>
            </a:r>
          </a:p>
          <a:p>
            <a:r>
              <a:rPr lang="fr-FR" smtClean="0"/>
              <a:t>	Called
	10-  PAR CELUI  QUI EST SAINT ET À TOUT PAYÉ </a:t>
            </a:r>
          </a:p>
          <a:p>
            <a:r>
              <a:rPr lang="fr-FR" smtClean="0"/>
              <a:t>	By The Holy one who paid it all</a:t>
            </a:r>
          </a:p>
          <a:p>
            <a:r>
              <a:rPr lang="fr-FR" smtClean="0"/>
              <a:t>	11-  APPELÉ  </a:t>
            </a:r>
          </a:p>
          <a:p>
            <a:r>
              <a:rPr lang="fr-FR" smtClean="0"/>
              <a:t>	Called
	12-  AVEC HARDIESSE CRIER QU’UN SEUL NOM EST PUISSANT POUR SAUVER </a:t>
            </a:r>
          </a:p>
          <a:p>
            <a:r>
              <a:rPr lang="fr-FR" smtClean="0"/>
              <a:t>	Called to boldly say There’s only name with the power to save
	13-  OUI JE SUIS APPELÉ,APPELÉ  JE SUIS APPELÉ </a:t>
            </a:r>
          </a:p>
          <a:p>
            <a:r>
              <a:rPr lang="fr-FR" smtClean="0"/>
              <a:t>	Yes I’m called, called, I’m called
	14-  JE SUIS APPELÉ 
	I’ve been called</a:t>
            </a:r>
          </a:p>
          <a:p>
            <a:endParaRPr lang="fr-FR" smtClean="0"/>
          </a:p>
          <a:p>
            <a:r>
              <a:rPr lang="fr-FR" smtClean="0"/>
              <a:t>15-  COMMENT POUVONS-NOUS  DIRE AIMER LE MONDE </a:t>
            </a:r>
          </a:p>
          <a:p>
            <a:r>
              <a:rPr lang="fr-FR" smtClean="0"/>
              <a:t>How can we say we love the world
16-  QUAND NOUS RETENONS  LA PERLE PRÉCIEUSE </a:t>
            </a:r>
          </a:p>
          <a:p>
            <a:r>
              <a:rPr lang="fr-FR" smtClean="0"/>
              <a:t>If we hold back the priceless pearl,
17-  LA CLEF DE VIE  QU’IL LEUR FAUT  </a:t>
            </a:r>
          </a:p>
          <a:p>
            <a:r>
              <a:rPr lang="fr-FR" smtClean="0"/>
              <a:t>The key to life they need to know?
18-  LE SILENCE N’EST PAS D’OR </a:t>
            </a:r>
          </a:p>
          <a:p>
            <a:r>
              <a:rPr lang="fr-FR" smtClean="0"/>
              <a:t>Silence isn’t golden ring
19-  NOUS AVONS LA VÉRITÉ  MAIS LA GARDONS </a:t>
            </a:r>
          </a:p>
          <a:p>
            <a:r>
              <a:rPr lang="fr-FR" smtClean="0"/>
              <a:t>We’ve got the truth but hold it in
20-  NE TE DEMANDE PAS S’IL FAUT Y ALLER CAR NOUS SOMMES… </a:t>
            </a:r>
          </a:p>
          <a:p>
            <a:r>
              <a:rPr lang="fr-FR" smtClean="0"/>
              <a:t>No need to wonder if we should go ‘Cause we’ve been…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21-  OUI JE SUIS APPELÉ,APPELÉ  JE SUIS APPELÉ </a:t>
            </a:r>
          </a:p>
          <a:p>
            <a:r>
              <a:rPr lang="fr-FR" smtClean="0"/>
              <a:t>Yes I’m called, called, I’m called I’ve been called, 
22-  JE SUIS APPELÉ </a:t>
            </a:r>
          </a:p>
          <a:p>
            <a:r>
              <a:rPr lang="fr-FR" smtClean="0"/>
              <a:t>I’ve been called, 
23-  JE CONNAIS LE BUT MON ÂME EN EST SURE </a:t>
            </a:r>
          </a:p>
          <a:p>
            <a:r>
              <a:rPr lang="fr-FR" smtClean="0"/>
              <a:t>I know the score My soul is sure
24-  JE SUIS APPELÉ </a:t>
            </a:r>
          </a:p>
          <a:p>
            <a:r>
              <a:rPr lang="fr-FR" smtClean="0"/>
              <a:t>I’ve been called, called, called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COMPTE LES JOURS  COMME DES GRAINS DE SABLE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count the days like grains of sand
2-  JE LE SENS GLISSER DE MES MAINS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 it slipping through my hand
3-  LE CARBURANT BRÛLE  LE TEMPS EST COURT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fuel is burning time is short
4-  JE SAIS SUR QUELLE VOIE  EST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path the world is on
5-  ET ME VOICI NÉ DE NOUVEAU PLUS DE DÉLAI, CAR JE SUIS LÀ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stand as one who’s been reborn There’s no delay while I’m here 
6-  JE CONNAIS LE BUT  MON ÂME EN EST SURE 
I know the score My soul is sure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I’ve been called
	8-  QU’IMPORTE LE PRIX A GAGNER DES ÂMES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No matter the cost To win the lost
	9- 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10-  PAR CELUI  QUI EST SAINT ET À TOUT PAYÉ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By The Holy one who paid it all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APPELÉ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12-  AVEC HARDIESSE CRIER QU’UN SEUL NOM EST PUISSANT POUR SAUVER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 to boldly say There’s only name with the power to save
	13-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Yes I’m called, called, I’m called
	14-  JE SUIS APPELÉ 
	I’ve been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COMMENT POUVONS-NOUS  DIRE AIMER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can we say we love the world
16-  QUAND NOUS RETENONS  LA PERLE PRÉCIEUSE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we hold back the priceless pearl,
17-  LA CLEF DE VIE  QU’IL LEUR FAUT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key to life they need to know?
18-  LE SILENCE N’EST PAS D’OR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Silence isn’t golden ring
19-  NOUS AVONS LA VÉRITÉ  MAIS LA GARDONS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We’ve got the truth but hold it in
20-  NE TE DEMANDE PAS S’IL FAUT Y ALLER CAR NOUS SOMMES…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need to wonder if we should go ‘Cause we’ve been…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Yes I’m called, called, I’m called I’ve been called, 
22-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 
23-  JE CONNAIS LE BUT MON ÂME EN EST SURE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score My soul is sure
24-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 called,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COMPTE LES JOURS  COMME DES GRAINS DE SABLE </a:t>
            </a:r>
          </a:p>
          <a:p>
            <a:r>
              <a:rPr lang="fr-FR" smtClean="0"/>
              <a:t>I count the days like grains of sand
2-  JE LE SENS GLISSER DE MES MAINS </a:t>
            </a:r>
          </a:p>
          <a:p>
            <a:r>
              <a:rPr lang="fr-FR" smtClean="0"/>
              <a:t>Feel it slipping through my hand
3-  LE CARBURANT BRÛLE  LE TEMPS EST COURT </a:t>
            </a:r>
          </a:p>
          <a:p>
            <a:r>
              <a:rPr lang="fr-FR" smtClean="0"/>
              <a:t>The fuel is burning time is short
4-  JE SAIS SUR QUELLE VOIE  EST LE MONDE </a:t>
            </a:r>
          </a:p>
          <a:p>
            <a:r>
              <a:rPr lang="fr-FR" smtClean="0"/>
              <a:t>I know the path the world is on
5-  ET ME VOICI NÉ DE NOUVEAU PLUS DE DÉLAI, CAR JE SUIS LÀ</a:t>
            </a:r>
          </a:p>
          <a:p>
            <a:r>
              <a:rPr lang="fr-FR" smtClean="0"/>
              <a:t>I stand as one who’s been reborn There’s no delay while I’m here 
6-  JE CONNAIS LE BUT  MON ÂME EN EST SURE 
I know the score My soul is sure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7-  JE SUIS APPELÉ </a:t>
            </a:r>
          </a:p>
          <a:p>
            <a:r>
              <a:rPr lang="fr-FR" smtClean="0"/>
              <a:t>	I’ve been called
	8-  QU’IMPORTE LE PRIX A GAGNER DES ÂMES </a:t>
            </a:r>
          </a:p>
          <a:p>
            <a:r>
              <a:rPr lang="fr-FR" smtClean="0"/>
              <a:t>	No matter the cost To win the lost
	9-  APPELÉ </a:t>
            </a:r>
          </a:p>
          <a:p>
            <a:r>
              <a:rPr lang="fr-FR" smtClean="0"/>
              <a:t>	Called
	10-  PAR CELUI  QUI EST SAINT ET À TOUT PAYÉ </a:t>
            </a:r>
          </a:p>
          <a:p>
            <a:r>
              <a:rPr lang="fr-FR" smtClean="0"/>
              <a:t>	By The Holy one who paid it all</a:t>
            </a:r>
          </a:p>
          <a:p>
            <a:r>
              <a:rPr lang="fr-FR" smtClean="0"/>
              <a:t>	11-  APPELÉ  </a:t>
            </a:r>
          </a:p>
          <a:p>
            <a:r>
              <a:rPr lang="fr-FR" smtClean="0"/>
              <a:t>	Called
	12-  AVEC HARDIESSE CRIER QU’UN SEUL NOM EST PUISSANT POUR SAUVER </a:t>
            </a:r>
          </a:p>
          <a:p>
            <a:r>
              <a:rPr lang="fr-FR" smtClean="0"/>
              <a:t>	Called to boldly say There’s only name with the power to save
	13-  OUI JE SUIS APPELÉ,APPELÉ  JE SUIS APPELÉ </a:t>
            </a:r>
          </a:p>
          <a:p>
            <a:r>
              <a:rPr lang="fr-FR" smtClean="0"/>
              <a:t>	Yes I’m called, called, I’m called
	14-  JE SUIS APPELÉ 
	I’ve been called</a:t>
            </a:r>
          </a:p>
          <a:p>
            <a:endParaRPr lang="fr-FR" smtClean="0"/>
          </a:p>
          <a:p>
            <a:r>
              <a:rPr lang="fr-FR" smtClean="0"/>
              <a:t>15-  COMMENT POUVONS-NOUS  DIRE AIMER LE MONDE </a:t>
            </a:r>
          </a:p>
          <a:p>
            <a:r>
              <a:rPr lang="fr-FR" smtClean="0"/>
              <a:t>How can we say we love the world
16-  QUAND NOUS RETENONS  LA PERLE PRÉCIEUSE </a:t>
            </a:r>
          </a:p>
          <a:p>
            <a:r>
              <a:rPr lang="fr-FR" smtClean="0"/>
              <a:t>If we hold back the priceless pearl,
17-  LA CLEF DE VIE  QU’IL LEUR FAUT  </a:t>
            </a:r>
          </a:p>
          <a:p>
            <a:r>
              <a:rPr lang="fr-FR" smtClean="0"/>
              <a:t>The key to life they need to know?
18-  LE SILENCE N’EST PAS D’OR </a:t>
            </a:r>
          </a:p>
          <a:p>
            <a:r>
              <a:rPr lang="fr-FR" smtClean="0"/>
              <a:t>Silence isn’t golden ring
19-  NOUS AVONS LA VÉRITÉ  MAIS LA GARDONS </a:t>
            </a:r>
          </a:p>
          <a:p>
            <a:r>
              <a:rPr lang="fr-FR" smtClean="0"/>
              <a:t>We’ve got the truth but hold it in
20-  NE TE DEMANDE PAS S’IL FAUT Y ALLER CAR NOUS SOMMES… </a:t>
            </a:r>
          </a:p>
          <a:p>
            <a:r>
              <a:rPr lang="fr-FR" smtClean="0"/>
              <a:t>No need to wonder if we should go ‘Cause we’ve been…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21-  OUI JE SUIS APPELÉ,APPELÉ  JE SUIS APPELÉ </a:t>
            </a:r>
          </a:p>
          <a:p>
            <a:r>
              <a:rPr lang="fr-FR" smtClean="0"/>
              <a:t>Yes I’m called, called, I’m called I’ve been called, 
22-  JE SUIS APPELÉ </a:t>
            </a:r>
          </a:p>
          <a:p>
            <a:r>
              <a:rPr lang="fr-FR" smtClean="0"/>
              <a:t>I’ve been called, 
23-  JE CONNAIS LE BUT MON ÂME EN EST SURE </a:t>
            </a:r>
          </a:p>
          <a:p>
            <a:r>
              <a:rPr lang="fr-FR" smtClean="0"/>
              <a:t>I know the score My soul is sure
24-  JE SUIS APPELÉ </a:t>
            </a:r>
          </a:p>
          <a:p>
            <a:r>
              <a:rPr lang="fr-FR" smtClean="0"/>
              <a:t>I’ve been called, called, called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COMPTE LES JOURS  COMME DES GRAINS DE SABLE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count the days like grains of sand
2-  JE LE SENS GLISSER DE MES MAINS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 it slipping through my hand
3-  LE CARBURANT BRÛLE  LE TEMPS EST COURT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fuel is burning time is short
4-  JE SAIS SUR QUELLE VOIE  EST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path the world is on
5-  ET ME VOICI NÉ DE NOUVEAU PLUS DE DÉLAI, CAR JE SUIS LÀ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stand as one who’s been reborn There’s no delay while I’m here 
6-  JE CONNAIS LE BUT  MON ÂME EN EST SURE 
I know the score My soul is sure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I’ve been called
	8-  QU’IMPORTE LE PRIX A GAGNER DES ÂMES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No matter the cost To win the lost
	9- 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10-  PAR CELUI  QUI EST SAINT ET À TOUT PAYÉ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By The Holy one who paid it all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APPELÉ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12-  AVEC HARDIESSE CRIER QU’UN SEUL NOM EST PUISSANT POUR SAUVER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 to boldly say There’s only name with the power to save
	13-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Yes I’m called, called, I’m called
	14-  JE SUIS APPELÉ 
	I’ve been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COMMENT POUVONS-NOUS  DIRE AIMER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can we say we love the world
16-  QUAND NOUS RETENONS  LA PERLE PRÉCIEUSE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we hold back the priceless pearl,
17-  LA CLEF DE VIE  QU’IL LEUR FAUT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key to life they need to know?
18-  LE SILENCE N’EST PAS D’OR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Silence isn’t golden ring
19-  NOUS AVONS LA VÉRITÉ  MAIS LA GARDONS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We’ve got the truth but hold it in
20-  NE TE DEMANDE PAS S’IL FAUT Y ALLER CAR NOUS SOMMES…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need to wonder if we should go ‘Cause we’ve been…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Yes I’m called, called, I’m called I’ve been called, 
22-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 
23-  JE CONNAIS LE BUT MON ÂME EN EST SURE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score My soul is sure
24-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 called,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COMPTE LES JOURS  COMME DES GRAINS DE SABLE </a:t>
            </a:r>
          </a:p>
          <a:p>
            <a:r>
              <a:rPr lang="fr-FR" smtClean="0"/>
              <a:t>I count the days like grains of sand
2-  JE LE SENS GLISSER DE MES MAINS </a:t>
            </a:r>
          </a:p>
          <a:p>
            <a:r>
              <a:rPr lang="fr-FR" smtClean="0"/>
              <a:t>Feel it slipping through my hand
3-  LE CARBURANT BRÛLE  LE TEMPS EST COURT </a:t>
            </a:r>
          </a:p>
          <a:p>
            <a:r>
              <a:rPr lang="fr-FR" smtClean="0"/>
              <a:t>The fuel is burning time is short
4-  JE SAIS SUR QUELLE VOIE  EST LE MONDE </a:t>
            </a:r>
          </a:p>
          <a:p>
            <a:r>
              <a:rPr lang="fr-FR" smtClean="0"/>
              <a:t>I know the path the world is on
5-  ET ME VOICI NÉ DE NOUVEAU PLUS DE DÉLAI, CAR JE SUIS LÀ</a:t>
            </a:r>
          </a:p>
          <a:p>
            <a:r>
              <a:rPr lang="fr-FR" smtClean="0"/>
              <a:t>I stand as one who’s been reborn There’s no delay while I’m here 
6-  JE CONNAIS LE BUT  MON ÂME EN EST SURE 
I know the score My soul is sure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7-  JE SUIS APPELÉ </a:t>
            </a:r>
          </a:p>
          <a:p>
            <a:r>
              <a:rPr lang="fr-FR" smtClean="0"/>
              <a:t>	I’ve been called
	8-  QU’IMPORTE LE PRIX A GAGNER DES ÂMES </a:t>
            </a:r>
          </a:p>
          <a:p>
            <a:r>
              <a:rPr lang="fr-FR" smtClean="0"/>
              <a:t>	No matter the cost To win the lost
	9-  APPELÉ </a:t>
            </a:r>
          </a:p>
          <a:p>
            <a:r>
              <a:rPr lang="fr-FR" smtClean="0"/>
              <a:t>	Called
	10-  PAR CELUI  QUI EST SAINT ET À TOUT PAYÉ </a:t>
            </a:r>
          </a:p>
          <a:p>
            <a:r>
              <a:rPr lang="fr-FR" smtClean="0"/>
              <a:t>	By The Holy one who paid it all</a:t>
            </a:r>
          </a:p>
          <a:p>
            <a:r>
              <a:rPr lang="fr-FR" smtClean="0"/>
              <a:t>	11-  APPELÉ  </a:t>
            </a:r>
          </a:p>
          <a:p>
            <a:r>
              <a:rPr lang="fr-FR" smtClean="0"/>
              <a:t>	Called
	12-  AVEC HARDIESSE CRIER QU’UN SEUL NOM EST PUISSANT POUR SAUVER </a:t>
            </a:r>
          </a:p>
          <a:p>
            <a:r>
              <a:rPr lang="fr-FR" smtClean="0"/>
              <a:t>	Called to boldly say There’s only name with the power to save
	13-  OUI JE SUIS APPELÉ,APPELÉ  JE SUIS APPELÉ </a:t>
            </a:r>
          </a:p>
          <a:p>
            <a:r>
              <a:rPr lang="fr-FR" smtClean="0"/>
              <a:t>	Yes I’m called, called, I’m called
	14-  JE SUIS APPELÉ 
	I’ve been called</a:t>
            </a:r>
          </a:p>
          <a:p>
            <a:endParaRPr lang="fr-FR" smtClean="0"/>
          </a:p>
          <a:p>
            <a:r>
              <a:rPr lang="fr-FR" smtClean="0"/>
              <a:t>15-  COMMENT POUVONS-NOUS  DIRE AIMER LE MONDE </a:t>
            </a:r>
          </a:p>
          <a:p>
            <a:r>
              <a:rPr lang="fr-FR" smtClean="0"/>
              <a:t>How can we say we love the world
16-  QUAND NOUS RETENONS  LA PERLE PRÉCIEUSE </a:t>
            </a:r>
          </a:p>
          <a:p>
            <a:r>
              <a:rPr lang="fr-FR" smtClean="0"/>
              <a:t>If we hold back the priceless pearl,
17-  LA CLEF DE VIE  QU’IL LEUR FAUT  </a:t>
            </a:r>
          </a:p>
          <a:p>
            <a:r>
              <a:rPr lang="fr-FR" smtClean="0"/>
              <a:t>The key to life they need to know?
18-  LE SILENCE N’EST PAS D’OR </a:t>
            </a:r>
          </a:p>
          <a:p>
            <a:r>
              <a:rPr lang="fr-FR" smtClean="0"/>
              <a:t>Silence isn’t golden ring
19-  NOUS AVONS LA VÉRITÉ  MAIS LA GARDONS </a:t>
            </a:r>
          </a:p>
          <a:p>
            <a:r>
              <a:rPr lang="fr-FR" smtClean="0"/>
              <a:t>We’ve got the truth but hold it in
20-  NE TE DEMANDE PAS S’IL FAUT Y ALLER CAR NOUS SOMMES… </a:t>
            </a:r>
          </a:p>
          <a:p>
            <a:r>
              <a:rPr lang="fr-FR" smtClean="0"/>
              <a:t>No need to wonder if we should go ‘Cause we’ve been…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21-  OUI JE SUIS APPELÉ,APPELÉ  JE SUIS APPELÉ </a:t>
            </a:r>
          </a:p>
          <a:p>
            <a:r>
              <a:rPr lang="fr-FR" smtClean="0"/>
              <a:t>Yes I’m called, called, I’m called I’ve been called, 
22-  JE SUIS APPELÉ </a:t>
            </a:r>
          </a:p>
          <a:p>
            <a:r>
              <a:rPr lang="fr-FR" smtClean="0"/>
              <a:t>I’ve been called, 
23-  JE CONNAIS LE BUT MON ÂME EN EST SURE </a:t>
            </a:r>
          </a:p>
          <a:p>
            <a:r>
              <a:rPr lang="fr-FR" smtClean="0"/>
              <a:t>I know the score My soul is sure
24-  JE SUIS APPELÉ </a:t>
            </a:r>
          </a:p>
          <a:p>
            <a:r>
              <a:rPr lang="fr-FR" smtClean="0"/>
              <a:t>I’ve been called, called, called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COMPTE LES JOURS  COMME DES GRAINS DE SABLE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count the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days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grains of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sand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JE LE SENS GLISSER DE MES MAINS </a:t>
            </a:r>
          </a:p>
          <a:p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slipping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through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hand
3-  LE CARBURANT BRÛLE  LE TEMPS EST COURT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fuel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burning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time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short
4-  JE SAIS SUR QUELLE VOIE  EST LE MONDE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path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world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
5-  ET ME VOICI NÉ DE NOUVEAU PLUS DE DÉLAI, CAR JE SUIS LÀ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stand as one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who’s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been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reborn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There’s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delay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6-  JE CONNAIS LE BUT  MON ÂME EN EST SURE 
I know the score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soul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sure</a:t>
            </a:r>
          </a:p>
          <a:p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SUIS APPELÉ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been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QU’IMPORTE LE PRIX A GAGNER DES ÂMES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No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matter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cost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APPELÉ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PAR CELUI  QUI EST SAINT ET À TOUT PAYÉ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By The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who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paid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APPELÉ 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AVEC HARDIESSE CRIER QU’UN SEUL NOM EST PUISSANT POUR SAUVER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boldly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There’s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only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power to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OUI JE SUIS APPELÉ,APPELÉ  JE SUIS APPELÉ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14-  JE SUIS APPELÉ 
	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been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COMMENT POUVONS-NOUS  DIRE AIMER LE MONDE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love the world
16-  QUAND NOUS RETENONS  LA PERLE PRÉCIEUSE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back the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priceless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pearl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
17-  LA CLEF DE VIE  QU’IL LEUR FAUT 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life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know?
18-  LE SILENCE N’EST PAS D’OR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Silence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isn’t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golden ring
19-  NOUS AVONS LA VÉRITÉ  MAIS LA GARDONS </a:t>
            </a:r>
          </a:p>
          <a:p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We’ve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truth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but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
20-  NE TE DEMANDE PAS S’IL FAUT Y ALLER CAR NOUS SOMMES…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wonder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if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should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go ‘Cause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we’ve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been…</a:t>
            </a:r>
          </a:p>
          <a:p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OUI JE SUIS APPELÉ,APPELÉ  JE SUIS APPELÉ </a:t>
            </a:r>
          </a:p>
          <a:p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been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
22-  JE SUIS APPELÉ </a:t>
            </a:r>
          </a:p>
          <a:p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been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
23-  JE CONNAIS LE BUT MON ÂME EN EST SURE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score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soul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sure
24-  JE SUIS APPELÉ </a:t>
            </a:r>
          </a:p>
          <a:p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been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COMPTE LES JOURS  COMME DES GRAINS DE SABLE </a:t>
            </a:r>
          </a:p>
          <a:p>
            <a:r>
              <a:rPr lang="fr-FR" smtClean="0"/>
              <a:t>I count the days like grains of sand
2-  JE LE SENS GLISSER DE MES MAINS </a:t>
            </a:r>
          </a:p>
          <a:p>
            <a:r>
              <a:rPr lang="fr-FR" smtClean="0"/>
              <a:t>Feel it slipping through my hand
3-  LE CARBURANT BRÛLE  LE TEMPS EST COURT </a:t>
            </a:r>
          </a:p>
          <a:p>
            <a:r>
              <a:rPr lang="fr-FR" smtClean="0"/>
              <a:t>The fuel is burning time is short
4-  JE SAIS SUR QUELLE VOIE  EST LE MONDE </a:t>
            </a:r>
          </a:p>
          <a:p>
            <a:r>
              <a:rPr lang="fr-FR" smtClean="0"/>
              <a:t>I know the path the world is on
5-  ET ME VOICI NÉ DE NOUVEAU PLUS DE DÉLAI, CAR JE SUIS LÀ</a:t>
            </a:r>
          </a:p>
          <a:p>
            <a:r>
              <a:rPr lang="fr-FR" smtClean="0"/>
              <a:t>I stand as one who’s been reborn There’s no delay while I’m here 
6-  JE CONNAIS LE BUT  MON ÂME EN EST SURE 
I know the score My soul is sure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7-  JE SUIS APPELÉ </a:t>
            </a:r>
          </a:p>
          <a:p>
            <a:r>
              <a:rPr lang="fr-FR" smtClean="0"/>
              <a:t>	I’ve been called
	8-  QU’IMPORTE LE PRIX A GAGNER DES ÂMES </a:t>
            </a:r>
          </a:p>
          <a:p>
            <a:r>
              <a:rPr lang="fr-FR" smtClean="0"/>
              <a:t>	No matter the cost To win the lost
	9-  APPELÉ </a:t>
            </a:r>
          </a:p>
          <a:p>
            <a:r>
              <a:rPr lang="fr-FR" smtClean="0"/>
              <a:t>	Called
	10-  PAR CELUI  QUI EST SAINT ET À TOUT PAYÉ </a:t>
            </a:r>
          </a:p>
          <a:p>
            <a:r>
              <a:rPr lang="fr-FR" smtClean="0"/>
              <a:t>	By The Holy one who paid it all</a:t>
            </a:r>
          </a:p>
          <a:p>
            <a:r>
              <a:rPr lang="fr-FR" smtClean="0"/>
              <a:t>	11-  APPELÉ  </a:t>
            </a:r>
          </a:p>
          <a:p>
            <a:r>
              <a:rPr lang="fr-FR" smtClean="0"/>
              <a:t>	Called
	12-  AVEC HARDIESSE CRIER QU’UN SEUL NOM EST PUISSANT POUR SAUVER </a:t>
            </a:r>
          </a:p>
          <a:p>
            <a:r>
              <a:rPr lang="fr-FR" smtClean="0"/>
              <a:t>	Called to boldly say There’s only name with the power to save
	13-  OUI JE SUIS APPELÉ,APPELÉ  JE SUIS APPELÉ </a:t>
            </a:r>
          </a:p>
          <a:p>
            <a:r>
              <a:rPr lang="fr-FR" smtClean="0"/>
              <a:t>	Yes I’m called, called, I’m called
	14-  JE SUIS APPELÉ 
	I’ve been called</a:t>
            </a:r>
          </a:p>
          <a:p>
            <a:endParaRPr lang="fr-FR" smtClean="0"/>
          </a:p>
          <a:p>
            <a:r>
              <a:rPr lang="fr-FR" smtClean="0"/>
              <a:t>15-  COMMENT POUVONS-NOUS  DIRE AIMER LE MONDE </a:t>
            </a:r>
          </a:p>
          <a:p>
            <a:r>
              <a:rPr lang="fr-FR" smtClean="0"/>
              <a:t>How can we say we love the world
16-  QUAND NOUS RETENONS  LA PERLE PRÉCIEUSE </a:t>
            </a:r>
          </a:p>
          <a:p>
            <a:r>
              <a:rPr lang="fr-FR" smtClean="0"/>
              <a:t>If we hold back the priceless pearl,
17-  LA CLEF DE VIE  QU’IL LEUR FAUT  </a:t>
            </a:r>
          </a:p>
          <a:p>
            <a:r>
              <a:rPr lang="fr-FR" smtClean="0"/>
              <a:t>The key to life they need to know?
18-  LE SILENCE N’EST PAS D’OR </a:t>
            </a:r>
          </a:p>
          <a:p>
            <a:r>
              <a:rPr lang="fr-FR" smtClean="0"/>
              <a:t>Silence isn’t golden ring
19-  NOUS AVONS LA VÉRITÉ  MAIS LA GARDONS </a:t>
            </a:r>
          </a:p>
          <a:p>
            <a:r>
              <a:rPr lang="fr-FR" smtClean="0"/>
              <a:t>We’ve got the truth but hold it in
20-  NE TE DEMANDE PAS S’IL FAUT Y ALLER CAR NOUS SOMMES… </a:t>
            </a:r>
          </a:p>
          <a:p>
            <a:r>
              <a:rPr lang="fr-FR" smtClean="0"/>
              <a:t>No need to wonder if we should go ‘Cause we’ve been…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21-  OUI JE SUIS APPELÉ,APPELÉ  JE SUIS APPELÉ </a:t>
            </a:r>
          </a:p>
          <a:p>
            <a:r>
              <a:rPr lang="fr-FR" smtClean="0"/>
              <a:t>Yes I’m called, called, I’m called I’ve been called, 
22-  JE SUIS APPELÉ </a:t>
            </a:r>
          </a:p>
          <a:p>
            <a:r>
              <a:rPr lang="fr-FR" smtClean="0"/>
              <a:t>I’ve been called, 
23-  JE CONNAIS LE BUT MON ÂME EN EST SURE </a:t>
            </a:r>
          </a:p>
          <a:p>
            <a:r>
              <a:rPr lang="fr-FR" smtClean="0"/>
              <a:t>I know the score My soul is sure
24-  JE SUIS APPELÉ </a:t>
            </a:r>
          </a:p>
          <a:p>
            <a:r>
              <a:rPr lang="fr-FR" smtClean="0"/>
              <a:t>I’ve been called, called, called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COMPTE LES JOURS  COMME DES GRAINS DE SABLE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count the days like grains of sand
2-  JE LE SENS GLISSER DE MES MAINS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 it slipping through my hand
3-  LE CARBURANT BRÛLE  LE TEMPS EST COURT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fuel is burning time is short
4-  JE SAIS SUR QUELLE VOIE  EST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path the world is on
5-  ET ME VOICI NÉ DE NOUVEAU PLUS DE DÉLAI, CAR JE SUIS LÀ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stand as one who’s been reborn There’s no delay while I’m here 
6-  JE CONNAIS LE BUT  MON ÂME EN EST SURE 
I know the score My soul is sure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I’ve been called
	8-  QU’IMPORTE LE PRIX A GAGNER DES ÂMES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No matter the cost To win the lost
	9- 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10-  PAR CELUI  QUI EST SAINT ET À TOUT PAYÉ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By The Holy one who paid it all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APPELÉ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12-  AVEC HARDIESSE CRIER QU’UN SEUL NOM EST PUISSANT POUR SAUVER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 to boldly say There’s only name with the power to save
	13-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Yes I’m called, called, I’m called
	14-  JE SUIS APPELÉ 
	I’ve been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COMMENT POUVONS-NOUS  DIRE AIMER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can we say we love the world
16-  QUAND NOUS RETENONS  LA PERLE PRÉCIEUSE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we hold back the priceless pearl,
17-  LA CLEF DE VIE  QU’IL LEUR FAUT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key to life they need to know?
18-  LE SILENCE N’EST PAS D’OR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Silence isn’t golden ring
19-  NOUS AVONS LA VÉRITÉ  MAIS LA GARDONS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We’ve got the truth but hold it in
20-  NE TE DEMANDE PAS S’IL FAUT Y ALLER CAR NOUS SOMMES…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need to wonder if we should go ‘Cause we’ve been…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Yes I’m called, called, I’m called I’ve been called, 
22-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 
23-  JE CONNAIS LE BUT MON ÂME EN EST SURE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score My soul is sure
24-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 called,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COMPTE LES JOURS  COMME DES GRAINS DE SABLE </a:t>
            </a:r>
          </a:p>
          <a:p>
            <a:r>
              <a:rPr lang="fr-FR" smtClean="0"/>
              <a:t>I count the days like grains of sand
2-  JE LE SENS GLISSER DE MES MAINS </a:t>
            </a:r>
          </a:p>
          <a:p>
            <a:r>
              <a:rPr lang="fr-FR" smtClean="0"/>
              <a:t>Feel it slipping through my hand
3-  LE CARBURANT BRÛLE  LE TEMPS EST COURT </a:t>
            </a:r>
          </a:p>
          <a:p>
            <a:r>
              <a:rPr lang="fr-FR" smtClean="0"/>
              <a:t>The fuel is burning time is short
4-  JE SAIS SUR QUELLE VOIE  EST LE MONDE </a:t>
            </a:r>
          </a:p>
          <a:p>
            <a:r>
              <a:rPr lang="fr-FR" smtClean="0"/>
              <a:t>I know the path the world is on
5-  ET ME VOICI NÉ DE NOUVEAU PLUS DE DÉLAI, CAR JE SUIS LÀ</a:t>
            </a:r>
          </a:p>
          <a:p>
            <a:r>
              <a:rPr lang="fr-FR" smtClean="0"/>
              <a:t>I stand as one who’s been reborn There’s no delay while I’m here 
6-  JE CONNAIS LE BUT  MON ÂME EN EST SURE 
I know the score My soul is sure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7-  JE SUIS APPELÉ </a:t>
            </a:r>
          </a:p>
          <a:p>
            <a:r>
              <a:rPr lang="fr-FR" smtClean="0"/>
              <a:t>	I’ve been called
	8-  QU’IMPORTE LE PRIX A GAGNER DES ÂMES </a:t>
            </a:r>
          </a:p>
          <a:p>
            <a:r>
              <a:rPr lang="fr-FR" smtClean="0"/>
              <a:t>	No matter the cost To win the lost
	9-  APPELÉ </a:t>
            </a:r>
          </a:p>
          <a:p>
            <a:r>
              <a:rPr lang="fr-FR" smtClean="0"/>
              <a:t>	Called
	10-  PAR CELUI  QUI EST SAINT ET À TOUT PAYÉ </a:t>
            </a:r>
          </a:p>
          <a:p>
            <a:r>
              <a:rPr lang="fr-FR" smtClean="0"/>
              <a:t>	By The Holy one who paid it all</a:t>
            </a:r>
          </a:p>
          <a:p>
            <a:r>
              <a:rPr lang="fr-FR" smtClean="0"/>
              <a:t>	11-  APPELÉ  </a:t>
            </a:r>
          </a:p>
          <a:p>
            <a:r>
              <a:rPr lang="fr-FR" smtClean="0"/>
              <a:t>	Called
	12-  AVEC HARDIESSE CRIER QU’UN SEUL NOM EST PUISSANT POUR SAUVER </a:t>
            </a:r>
          </a:p>
          <a:p>
            <a:r>
              <a:rPr lang="fr-FR" smtClean="0"/>
              <a:t>	Called to boldly say There’s only name with the power to save
	13-  OUI JE SUIS APPELÉ,APPELÉ  JE SUIS APPELÉ </a:t>
            </a:r>
          </a:p>
          <a:p>
            <a:r>
              <a:rPr lang="fr-FR" smtClean="0"/>
              <a:t>	Yes I’m called, called, I’m called
	14-  JE SUIS APPELÉ 
	I’ve been called</a:t>
            </a:r>
          </a:p>
          <a:p>
            <a:endParaRPr lang="fr-FR" smtClean="0"/>
          </a:p>
          <a:p>
            <a:r>
              <a:rPr lang="fr-FR" smtClean="0"/>
              <a:t>15-  COMMENT POUVONS-NOUS  DIRE AIMER LE MONDE </a:t>
            </a:r>
          </a:p>
          <a:p>
            <a:r>
              <a:rPr lang="fr-FR" smtClean="0"/>
              <a:t>How can we say we love the world
16-  QUAND NOUS RETENONS  LA PERLE PRÉCIEUSE </a:t>
            </a:r>
          </a:p>
          <a:p>
            <a:r>
              <a:rPr lang="fr-FR" smtClean="0"/>
              <a:t>If we hold back the priceless pearl,
17-  LA CLEF DE VIE  QU’IL LEUR FAUT  </a:t>
            </a:r>
          </a:p>
          <a:p>
            <a:r>
              <a:rPr lang="fr-FR" smtClean="0"/>
              <a:t>The key to life they need to know?
18-  LE SILENCE N’EST PAS D’OR </a:t>
            </a:r>
          </a:p>
          <a:p>
            <a:r>
              <a:rPr lang="fr-FR" smtClean="0"/>
              <a:t>Silence isn’t golden ring
19-  NOUS AVONS LA VÉRITÉ  MAIS LA GARDONS </a:t>
            </a:r>
          </a:p>
          <a:p>
            <a:r>
              <a:rPr lang="fr-FR" smtClean="0"/>
              <a:t>We’ve got the truth but hold it in
20-  NE TE DEMANDE PAS S’IL FAUT Y ALLER CAR NOUS SOMMES… </a:t>
            </a:r>
          </a:p>
          <a:p>
            <a:r>
              <a:rPr lang="fr-FR" smtClean="0"/>
              <a:t>No need to wonder if we should go ‘Cause we’ve been…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21-  OUI JE SUIS APPELÉ,APPELÉ  JE SUIS APPELÉ </a:t>
            </a:r>
          </a:p>
          <a:p>
            <a:r>
              <a:rPr lang="fr-FR" smtClean="0"/>
              <a:t>Yes I’m called, called, I’m called I’ve been called, 
22-  JE SUIS APPELÉ </a:t>
            </a:r>
          </a:p>
          <a:p>
            <a:r>
              <a:rPr lang="fr-FR" smtClean="0"/>
              <a:t>I’ve been called, 
23-  JE CONNAIS LE BUT MON ÂME EN EST SURE </a:t>
            </a:r>
          </a:p>
          <a:p>
            <a:r>
              <a:rPr lang="fr-FR" smtClean="0"/>
              <a:t>I know the score My soul is sure
24-  JE SUIS APPELÉ </a:t>
            </a:r>
          </a:p>
          <a:p>
            <a:r>
              <a:rPr lang="fr-FR" smtClean="0"/>
              <a:t>I’ve been called, called, called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COMPTE LES JOURS  COMME DES GRAINS DE SABLE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count the days like grains of sand
2-  JE LE SENS GLISSER DE MES MAINS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 it slipping through my hand
3-  LE CARBURANT BRÛLE  LE TEMPS EST COURT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fuel is burning time is short
4-  JE SAIS SUR QUELLE VOIE  EST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path the world is on
5-  ET ME VOICI NÉ DE NOUVEAU PLUS DE DÉLAI, CAR JE SUIS LÀ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stand as one who’s been reborn There’s no delay while I’m here 
6-  JE CONNAIS LE BUT  MON ÂME EN EST SURE 
I know the score My soul is sure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I’ve been called
	8-  QU’IMPORTE LE PRIX A GAGNER DES ÂMES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No matter the cost To win the lost
	9- 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10-  PAR CELUI  QUI EST SAINT ET À TOUT PAYÉ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By The Holy one who paid it all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APPELÉ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12-  AVEC HARDIESSE CRIER QU’UN SEUL NOM EST PUISSANT POUR SAUVER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 to boldly say There’s only name with the power to save
	13-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Yes I’m called, called, I’m called
	14-  JE SUIS APPELÉ 
	I’ve been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COMMENT POUVONS-NOUS  DIRE AIMER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can we say we love the world
16-  QUAND NOUS RETENONS  LA PERLE PRÉCIEUSE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we hold back the priceless pearl,
17-  LA CLEF DE VIE  QU’IL LEUR FAUT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key to life they need to know?
18-  LE SILENCE N’EST PAS D’OR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Silence isn’t golden ring
19-  NOUS AVONS LA VÉRITÉ  MAIS LA GARDONS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We’ve got the truth but hold it in
20-  NE TE DEMANDE PAS S’IL FAUT Y ALLER CAR NOUS SOMMES…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need to wonder if we should go ‘Cause we’ve been…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Yes I’m called, called, I’m called I’ve been called, 
22-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 
23-  JE CONNAIS LE BUT MON ÂME EN EST SURE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score My soul is sure
24-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 called,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COMPTE LES JOURS  COMME DES GRAINS DE SABLE </a:t>
            </a:r>
          </a:p>
          <a:p>
            <a:r>
              <a:rPr lang="fr-FR" smtClean="0"/>
              <a:t>I count the days like grains of sand
2-  JE LE SENS GLISSER DE MES MAINS </a:t>
            </a:r>
          </a:p>
          <a:p>
            <a:r>
              <a:rPr lang="fr-FR" smtClean="0"/>
              <a:t>Feel it slipping through my hand
3-  LE CARBURANT BRÛLE  LE TEMPS EST COURT </a:t>
            </a:r>
          </a:p>
          <a:p>
            <a:r>
              <a:rPr lang="fr-FR" smtClean="0"/>
              <a:t>The fuel is burning time is short
4-  JE SAIS SUR QUELLE VOIE  EST LE MONDE </a:t>
            </a:r>
          </a:p>
          <a:p>
            <a:r>
              <a:rPr lang="fr-FR" smtClean="0"/>
              <a:t>I know the path the world is on
5-  ET ME VOICI NÉ DE NOUVEAU PLUS DE DÉLAI, CAR JE SUIS LÀ</a:t>
            </a:r>
          </a:p>
          <a:p>
            <a:r>
              <a:rPr lang="fr-FR" smtClean="0"/>
              <a:t>I stand as one who’s been reborn There’s no delay while I’m here 
6-  JE CONNAIS LE BUT  MON ÂME EN EST SURE 
I know the score My soul is sure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7-  JE SUIS APPELÉ </a:t>
            </a:r>
          </a:p>
          <a:p>
            <a:r>
              <a:rPr lang="fr-FR" smtClean="0"/>
              <a:t>	I’ve been called
	8-  QU’IMPORTE LE PRIX A GAGNER DES ÂMES </a:t>
            </a:r>
          </a:p>
          <a:p>
            <a:r>
              <a:rPr lang="fr-FR" smtClean="0"/>
              <a:t>	No matter the cost To win the lost
	9-  APPELÉ </a:t>
            </a:r>
          </a:p>
          <a:p>
            <a:r>
              <a:rPr lang="fr-FR" smtClean="0"/>
              <a:t>	Called
	10-  PAR CELUI  QUI EST SAINT ET À TOUT PAYÉ </a:t>
            </a:r>
          </a:p>
          <a:p>
            <a:r>
              <a:rPr lang="fr-FR" smtClean="0"/>
              <a:t>	By The Holy one who paid it all</a:t>
            </a:r>
          </a:p>
          <a:p>
            <a:r>
              <a:rPr lang="fr-FR" smtClean="0"/>
              <a:t>	11-  APPELÉ  </a:t>
            </a:r>
          </a:p>
          <a:p>
            <a:r>
              <a:rPr lang="fr-FR" smtClean="0"/>
              <a:t>	Called
	12-  AVEC HARDIESSE CRIER QU’UN SEUL NOM EST PUISSANT POUR SAUVER </a:t>
            </a:r>
          </a:p>
          <a:p>
            <a:r>
              <a:rPr lang="fr-FR" smtClean="0"/>
              <a:t>	Called to boldly say There’s only name with the power to save
	13-  OUI JE SUIS APPELÉ,APPELÉ  JE SUIS APPELÉ </a:t>
            </a:r>
          </a:p>
          <a:p>
            <a:r>
              <a:rPr lang="fr-FR" smtClean="0"/>
              <a:t>	Yes I’m called, called, I’m called
	14-  JE SUIS APPELÉ 
	I’ve been called</a:t>
            </a:r>
          </a:p>
          <a:p>
            <a:endParaRPr lang="fr-FR" smtClean="0"/>
          </a:p>
          <a:p>
            <a:r>
              <a:rPr lang="fr-FR" smtClean="0"/>
              <a:t>15-  COMMENT POUVONS-NOUS  DIRE AIMER LE MONDE </a:t>
            </a:r>
          </a:p>
          <a:p>
            <a:r>
              <a:rPr lang="fr-FR" smtClean="0"/>
              <a:t>How can we say we love the world
16-  QUAND NOUS RETENONS  LA PERLE PRÉCIEUSE </a:t>
            </a:r>
          </a:p>
          <a:p>
            <a:r>
              <a:rPr lang="fr-FR" smtClean="0"/>
              <a:t>If we hold back the priceless pearl,
17-  LA CLEF DE VIE  QU’IL LEUR FAUT  </a:t>
            </a:r>
          </a:p>
          <a:p>
            <a:r>
              <a:rPr lang="fr-FR" smtClean="0"/>
              <a:t>The key to life they need to know?
18-  LE SILENCE N’EST PAS D’OR </a:t>
            </a:r>
          </a:p>
          <a:p>
            <a:r>
              <a:rPr lang="fr-FR" smtClean="0"/>
              <a:t>Silence isn’t golden ring
19-  NOUS AVONS LA VÉRITÉ  MAIS LA GARDONS </a:t>
            </a:r>
          </a:p>
          <a:p>
            <a:r>
              <a:rPr lang="fr-FR" smtClean="0"/>
              <a:t>We’ve got the truth but hold it in
20-  NE TE DEMANDE PAS S’IL FAUT Y ALLER CAR NOUS SOMMES… </a:t>
            </a:r>
          </a:p>
          <a:p>
            <a:r>
              <a:rPr lang="fr-FR" smtClean="0"/>
              <a:t>No need to wonder if we should go ‘Cause we’ve been…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21-  OUI JE SUIS APPELÉ,APPELÉ  JE SUIS APPELÉ </a:t>
            </a:r>
          </a:p>
          <a:p>
            <a:r>
              <a:rPr lang="fr-FR" smtClean="0"/>
              <a:t>Yes I’m called, called, I’m called I’ve been called, 
22-  JE SUIS APPELÉ </a:t>
            </a:r>
          </a:p>
          <a:p>
            <a:r>
              <a:rPr lang="fr-FR" smtClean="0"/>
              <a:t>I’ve been called, 
23-  JE CONNAIS LE BUT MON ÂME EN EST SURE </a:t>
            </a:r>
          </a:p>
          <a:p>
            <a:r>
              <a:rPr lang="fr-FR" smtClean="0"/>
              <a:t>I know the score My soul is sure
24-  JE SUIS APPELÉ </a:t>
            </a:r>
          </a:p>
          <a:p>
            <a:r>
              <a:rPr lang="fr-FR" smtClean="0"/>
              <a:t>I’ve been called, called, called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COMPTE LES JOURS  COMME DES GRAINS DE SABLE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count the days like grains of sand
2-  JE LE SENS GLISSER DE MES MAINS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 it slipping through my hand
3-  LE CARBURANT BRÛLE  LE TEMPS EST COURT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fuel is burning time is short
4-  JE SAIS SUR QUELLE VOIE  EST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path the world is on
5-  ET ME VOICI NÉ DE NOUVEAU PLUS DE DÉLAI, CAR JE SUIS LÀ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stand as one who’s been reborn There’s no delay while I’m here 
6-  JE CONNAIS LE BUT  MON ÂME EN EST SURE 
I know the score My soul is sure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I’ve been called
	8-  QU’IMPORTE LE PRIX A GAGNER DES ÂMES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No matter the cost To win the lost
	9- 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10-  PAR CELUI  QUI EST SAINT ET À TOUT PAYÉ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By The Holy one who paid it all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APPELÉ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12-  AVEC HARDIESSE CRIER QU’UN SEUL NOM EST PUISSANT POUR SAUVER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 to boldly say There’s only name with the power to save
	13-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Yes I’m called, called, I’m called
	14-  JE SUIS APPELÉ 
	I’ve been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COMMENT POUVONS-NOUS  DIRE AIMER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can we say we love the world
16-  QUAND NOUS RETENONS  LA PERLE PRÉCIEUSE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we hold back the priceless pearl,
17-  LA CLEF DE VIE  QU’IL LEUR FAUT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key to life they need to know?
18-  LE SILENCE N’EST PAS D’OR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Silence isn’t golden ring
19-  NOUS AVONS LA VÉRITÉ  MAIS LA GARDONS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We’ve got the truth but hold it in
20-  NE TE DEMANDE PAS S’IL FAUT Y ALLER CAR NOUS SOMMES…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need to wonder if we should go ‘Cause we’ve been…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Yes I’m called, called, I’m called I’ve been called, 
22-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 
23-  JE CONNAIS LE BUT MON ÂME EN EST SURE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score My soul is sure
24-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 called,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COMPTE LES JOURS  COMME DES GRAINS DE SABLE </a:t>
            </a:r>
          </a:p>
          <a:p>
            <a:r>
              <a:rPr lang="fr-FR" smtClean="0"/>
              <a:t>I count the days like grains of sand
2-  JE LE SENS GLISSER DE MES MAINS </a:t>
            </a:r>
          </a:p>
          <a:p>
            <a:r>
              <a:rPr lang="fr-FR" smtClean="0"/>
              <a:t>Feel it slipping through my hand
3-  LE CARBURANT BRÛLE  LE TEMPS EST COURT </a:t>
            </a:r>
          </a:p>
          <a:p>
            <a:r>
              <a:rPr lang="fr-FR" smtClean="0"/>
              <a:t>The fuel is burning time is short
4-  JE SAIS SUR QUELLE VOIE  EST LE MONDE </a:t>
            </a:r>
          </a:p>
          <a:p>
            <a:r>
              <a:rPr lang="fr-FR" smtClean="0"/>
              <a:t>I know the path the world is on
5-  ET ME VOICI NÉ DE NOUVEAU PLUS DE DÉLAI, CAR JE SUIS LÀ</a:t>
            </a:r>
          </a:p>
          <a:p>
            <a:r>
              <a:rPr lang="fr-FR" smtClean="0"/>
              <a:t>I stand as one who’s been reborn There’s no delay while I’m here 
6-  JE CONNAIS LE BUT  MON ÂME EN EST SURE 
I know the score My soul is sure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7-  JE SUIS APPELÉ </a:t>
            </a:r>
          </a:p>
          <a:p>
            <a:r>
              <a:rPr lang="fr-FR" smtClean="0"/>
              <a:t>	I’ve been called
	8-  QU’IMPORTE LE PRIX A GAGNER DES ÂMES </a:t>
            </a:r>
          </a:p>
          <a:p>
            <a:r>
              <a:rPr lang="fr-FR" smtClean="0"/>
              <a:t>	No matter the cost To win the lost
	9-  APPELÉ </a:t>
            </a:r>
          </a:p>
          <a:p>
            <a:r>
              <a:rPr lang="fr-FR" smtClean="0"/>
              <a:t>	Called
	10-  PAR CELUI  QUI EST SAINT ET À TOUT PAYÉ </a:t>
            </a:r>
          </a:p>
          <a:p>
            <a:r>
              <a:rPr lang="fr-FR" smtClean="0"/>
              <a:t>	By The Holy one who paid it all</a:t>
            </a:r>
          </a:p>
          <a:p>
            <a:r>
              <a:rPr lang="fr-FR" smtClean="0"/>
              <a:t>	11-  APPELÉ  </a:t>
            </a:r>
          </a:p>
          <a:p>
            <a:r>
              <a:rPr lang="fr-FR" smtClean="0"/>
              <a:t>	Called
	12-  AVEC HARDIESSE CRIER QU’UN SEUL NOM EST PUISSANT POUR SAUVER </a:t>
            </a:r>
          </a:p>
          <a:p>
            <a:r>
              <a:rPr lang="fr-FR" smtClean="0"/>
              <a:t>	Called to boldly say There’s only name with the power to save
	13-  OUI JE SUIS APPELÉ,APPELÉ  JE SUIS APPELÉ </a:t>
            </a:r>
          </a:p>
          <a:p>
            <a:r>
              <a:rPr lang="fr-FR" smtClean="0"/>
              <a:t>	Yes I’m called, called, I’m called
	14-  JE SUIS APPELÉ 
	I’ve been called</a:t>
            </a:r>
          </a:p>
          <a:p>
            <a:endParaRPr lang="fr-FR" smtClean="0"/>
          </a:p>
          <a:p>
            <a:r>
              <a:rPr lang="fr-FR" smtClean="0"/>
              <a:t>15-  COMMENT POUVONS-NOUS  DIRE AIMER LE MONDE </a:t>
            </a:r>
          </a:p>
          <a:p>
            <a:r>
              <a:rPr lang="fr-FR" smtClean="0"/>
              <a:t>How can we say we love the world
16-  QUAND NOUS RETENONS  LA PERLE PRÉCIEUSE </a:t>
            </a:r>
          </a:p>
          <a:p>
            <a:r>
              <a:rPr lang="fr-FR" smtClean="0"/>
              <a:t>If we hold back the priceless pearl,
17-  LA CLEF DE VIE  QU’IL LEUR FAUT  </a:t>
            </a:r>
          </a:p>
          <a:p>
            <a:r>
              <a:rPr lang="fr-FR" smtClean="0"/>
              <a:t>The key to life they need to know?
18-  LE SILENCE N’EST PAS D’OR </a:t>
            </a:r>
          </a:p>
          <a:p>
            <a:r>
              <a:rPr lang="fr-FR" smtClean="0"/>
              <a:t>Silence isn’t golden ring
19-  NOUS AVONS LA VÉRITÉ  MAIS LA GARDONS </a:t>
            </a:r>
          </a:p>
          <a:p>
            <a:r>
              <a:rPr lang="fr-FR" smtClean="0"/>
              <a:t>We’ve got the truth but hold it in
20-  NE TE DEMANDE PAS S’IL FAUT Y ALLER CAR NOUS SOMMES… </a:t>
            </a:r>
          </a:p>
          <a:p>
            <a:r>
              <a:rPr lang="fr-FR" smtClean="0"/>
              <a:t>No need to wonder if we should go ‘Cause we’ve been…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21-  OUI JE SUIS APPELÉ,APPELÉ  JE SUIS APPELÉ </a:t>
            </a:r>
          </a:p>
          <a:p>
            <a:r>
              <a:rPr lang="fr-FR" smtClean="0"/>
              <a:t>Yes I’m called, called, I’m called I’ve been called, 
22-  JE SUIS APPELÉ </a:t>
            </a:r>
          </a:p>
          <a:p>
            <a:r>
              <a:rPr lang="fr-FR" smtClean="0"/>
              <a:t>I’ve been called, 
23-  JE CONNAIS LE BUT MON ÂME EN EST SURE </a:t>
            </a:r>
          </a:p>
          <a:p>
            <a:r>
              <a:rPr lang="fr-FR" smtClean="0"/>
              <a:t>I know the score My soul is sure
24-  JE SUIS APPELÉ </a:t>
            </a:r>
          </a:p>
          <a:p>
            <a:r>
              <a:rPr lang="fr-FR" smtClean="0"/>
              <a:t>I’ve been called, called, called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COMPTE LES JOURS  COMME DES GRAINS DE SABLE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count the days like grains of sand
2-  JE LE SENS GLISSER DE MES MAINS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 it slipping through my hand
3-  LE CARBURANT BRÛLE  LE TEMPS EST COURT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fuel is burning time is short
4-  JE SAIS SUR QUELLE VOIE  EST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path the world is on
5-  ET ME VOICI NÉ DE NOUVEAU PLUS DE DÉLAI, CAR JE SUIS LÀ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stand as one who’s been reborn There’s no delay while I’m here 
6-  JE CONNAIS LE BUT  MON ÂME EN EST SURE 
I know the score My soul is sure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I’ve been called
	8-  QU’IMPORTE LE PRIX A GAGNER DES ÂMES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No matter the cost To win the lost
	9- 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10-  PAR CELUI  QUI EST SAINT ET À TOUT PAYÉ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By The Holy one who paid it all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APPELÉ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
	12-  AVEC HARDIESSE CRIER QU’UN SEUL NOM EST PUISSANT POUR SAUVER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Called to boldly say There’s only name with the power to save
	13-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Yes I’m called, called, I’m called
	14-  JE SUIS APPELÉ 
	I’ve been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COMMENT POUVONS-NOUS  DIRE AIMER LE MONDE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can we say we love the world
16-  QUAND NOUS RETENONS  LA PERLE PRÉCIEUSE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we hold back the priceless pearl,
17-  LA CLEF DE VIE  QU’IL LEUR FAUT 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key to life they need to know?
18-  LE SILENCE N’EST PAS D’OR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Silence isn’t golden ring
19-  NOUS AVONS LA VÉRITÉ  MAIS LA GARDONS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We’ve got the truth but hold it in
20-  NE TE DEMANDE PAS S’IL FAUT Y ALLER CAR NOUS SOMMES…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need to wonder if we should go ‘Cause we’ve been…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OUI JE SUIS APPELÉ,APPELÉ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Yes I’m called, called, I’m called I’ve been called, 
22-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 
23-  JE CONNAIS LE BUT MON ÂME EN EST SURE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score My soul is sure
24-  JE SUIS APPELÉ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 been called, called, called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COMPTE LES JOURS  COMME DES GRAINS DE SABLE </a:t>
            </a:r>
          </a:p>
          <a:p>
            <a:r>
              <a:rPr lang="fr-FR" smtClean="0"/>
              <a:t>I count the days like grains of sand
2-  JE LE SENS GLISSER DE MES MAINS </a:t>
            </a:r>
          </a:p>
          <a:p>
            <a:r>
              <a:rPr lang="fr-FR" smtClean="0"/>
              <a:t>Feel it slipping through my hand
3-  LE CARBURANT BRÛLE  LE TEMPS EST COURT </a:t>
            </a:r>
          </a:p>
          <a:p>
            <a:r>
              <a:rPr lang="fr-FR" smtClean="0"/>
              <a:t>The fuel is burning time is short
4-  JE SAIS SUR QUELLE VOIE  EST LE MONDE </a:t>
            </a:r>
          </a:p>
          <a:p>
            <a:r>
              <a:rPr lang="fr-FR" smtClean="0"/>
              <a:t>I know the path the world is on
5-  ET ME VOICI NÉ DE NOUVEAU PLUS DE DÉLAI, CAR JE SUIS LÀ</a:t>
            </a:r>
          </a:p>
          <a:p>
            <a:r>
              <a:rPr lang="fr-FR" smtClean="0"/>
              <a:t>I stand as one who’s been reborn There’s no delay while I’m here 
6-  JE CONNAIS LE BUT  MON ÂME EN EST SURE 
I know the score My soul is sure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7-  JE SUIS APPELÉ </a:t>
            </a:r>
          </a:p>
          <a:p>
            <a:r>
              <a:rPr lang="fr-FR" smtClean="0"/>
              <a:t>	I’ve been called
	8-  QU’IMPORTE LE PRIX A GAGNER DES ÂMES </a:t>
            </a:r>
          </a:p>
          <a:p>
            <a:r>
              <a:rPr lang="fr-FR" smtClean="0"/>
              <a:t>	No matter the cost To win the lost
	9-  APPELÉ </a:t>
            </a:r>
          </a:p>
          <a:p>
            <a:r>
              <a:rPr lang="fr-FR" smtClean="0"/>
              <a:t>	Called
	10-  PAR CELUI  QUI EST SAINT ET À TOUT PAYÉ </a:t>
            </a:r>
          </a:p>
          <a:p>
            <a:r>
              <a:rPr lang="fr-FR" smtClean="0"/>
              <a:t>	By The Holy one who paid it all</a:t>
            </a:r>
          </a:p>
          <a:p>
            <a:r>
              <a:rPr lang="fr-FR" smtClean="0"/>
              <a:t>	11-  APPELÉ  </a:t>
            </a:r>
          </a:p>
          <a:p>
            <a:r>
              <a:rPr lang="fr-FR" smtClean="0"/>
              <a:t>	Called
	12-  AVEC HARDIESSE CRIER QU’UN SEUL NOM EST PUISSANT POUR SAUVER </a:t>
            </a:r>
          </a:p>
          <a:p>
            <a:r>
              <a:rPr lang="fr-FR" smtClean="0"/>
              <a:t>	Called to boldly say There’s only name with the power to save
	13-  OUI JE SUIS APPELÉ,APPELÉ  JE SUIS APPELÉ </a:t>
            </a:r>
          </a:p>
          <a:p>
            <a:r>
              <a:rPr lang="fr-FR" smtClean="0"/>
              <a:t>	Yes I’m called, called, I’m called
	14-  JE SUIS APPELÉ 
	I’ve been called</a:t>
            </a:r>
          </a:p>
          <a:p>
            <a:endParaRPr lang="fr-FR" smtClean="0"/>
          </a:p>
          <a:p>
            <a:r>
              <a:rPr lang="fr-FR" smtClean="0"/>
              <a:t>15-  COMMENT POUVONS-NOUS  DIRE AIMER LE MONDE </a:t>
            </a:r>
          </a:p>
          <a:p>
            <a:r>
              <a:rPr lang="fr-FR" smtClean="0"/>
              <a:t>How can we say we love the world
16-  QUAND NOUS RETENONS  LA PERLE PRÉCIEUSE </a:t>
            </a:r>
          </a:p>
          <a:p>
            <a:r>
              <a:rPr lang="fr-FR" smtClean="0"/>
              <a:t>If we hold back the priceless pearl,
17-  LA CLEF DE VIE  QU’IL LEUR FAUT  </a:t>
            </a:r>
          </a:p>
          <a:p>
            <a:r>
              <a:rPr lang="fr-FR" smtClean="0"/>
              <a:t>The key to life they need to know?
18-  LE SILENCE N’EST PAS D’OR </a:t>
            </a:r>
          </a:p>
          <a:p>
            <a:r>
              <a:rPr lang="fr-FR" smtClean="0"/>
              <a:t>Silence isn’t golden ring
19-  NOUS AVONS LA VÉRITÉ  MAIS LA GARDONS </a:t>
            </a:r>
          </a:p>
          <a:p>
            <a:r>
              <a:rPr lang="fr-FR" smtClean="0"/>
              <a:t>We’ve got the truth but hold it in
20-  NE TE DEMANDE PAS S’IL FAUT Y ALLER CAR NOUS SOMMES… </a:t>
            </a:r>
          </a:p>
          <a:p>
            <a:r>
              <a:rPr lang="fr-FR" smtClean="0"/>
              <a:t>No need to wonder if we should go ‘Cause we’ve been…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21-  OUI JE SUIS APPELÉ,APPELÉ  JE SUIS APPELÉ </a:t>
            </a:r>
          </a:p>
          <a:p>
            <a:r>
              <a:rPr lang="fr-FR" smtClean="0"/>
              <a:t>Yes I’m called, called, I’m called I’ve been called, 
22-  JE SUIS APPELÉ </a:t>
            </a:r>
          </a:p>
          <a:p>
            <a:r>
              <a:rPr lang="fr-FR" smtClean="0"/>
              <a:t>I’ve been called, 
23-  JE CONNAIS LE BUT MON ÂME EN EST SURE </a:t>
            </a:r>
          </a:p>
          <a:p>
            <a:r>
              <a:rPr lang="fr-FR" smtClean="0"/>
              <a:t>I know the score My soul is sure
24-  JE SUIS APPELÉ </a:t>
            </a:r>
          </a:p>
          <a:p>
            <a:r>
              <a:rPr lang="fr-FR" smtClean="0"/>
              <a:t>I’ve been called, called, called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COMPTE LES JOURS  COMME DES GRAINS DE SABLE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count the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days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grains of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sand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JE LE SENS GLISSER DE MES MAINS </a:t>
            </a:r>
          </a:p>
          <a:p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slipping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through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hand
3-  LE CARBURANT BRÛLE  LE TEMPS EST COURT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fuel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burning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time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short
4-  JE SAIS SUR QUELLE VOIE  EST LE MONDE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path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world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
5-  ET ME VOICI NÉ DE NOUVEAU PLUS DE DÉLAI, CAR JE SUIS LÀ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stand as one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who’s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been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reborn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There’s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delay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6-  JE CONNAIS LE BUT  MON ÂME EN EST SURE 
I know the score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soul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sure</a:t>
            </a:r>
          </a:p>
          <a:p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 JE SUIS APPELÉ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been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QU’IMPORTE LE PRIX A GAGNER DES ÂMES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No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matter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cost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APPELÉ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PAR CELUI  QUI EST SAINT ET À TOUT PAYÉ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By The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who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paid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APPELÉ 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AVEC HARDIESSE CRIER QU’UN SEUL NOM EST PUISSANT POUR SAUVER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boldly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There’s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only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power to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OUI JE SUIS APPELÉ,APPELÉ  JE SUIS APPELÉ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14-  JE SUIS APPELÉ 
	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been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COMMENT POUVONS-NOUS  DIRE AIMER LE MONDE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love the world
16-  QUAND NOUS RETENONS  LA PERLE PRÉCIEUSE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back the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priceless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pearl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
17-  LA CLEF DE VIE  QU’IL LEUR FAUT 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life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know?
18-  LE SILENCE N’EST PAS D’OR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Silence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isn’t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golden ring
19-  NOUS AVONS LA VÉRITÉ  MAIS LA GARDONS </a:t>
            </a:r>
          </a:p>
          <a:p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We’ve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truth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but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
20-  NE TE DEMANDE PAS S’IL FAUT Y ALLER CAR NOUS SOMMES…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wonder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if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should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go ‘Cause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we’ve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been…</a:t>
            </a:r>
          </a:p>
          <a:p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OUI JE SUIS APPELÉ,APPELÉ  JE SUIS APPELÉ </a:t>
            </a:r>
          </a:p>
          <a:p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been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
22-  JE SUIS APPELÉ </a:t>
            </a:r>
          </a:p>
          <a:p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been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
23-  JE CONNAIS LE BUT MON ÂME EN EST SURE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know the score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soul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sure
24-  JE SUIS APPELÉ </a:t>
            </a:r>
          </a:p>
          <a:p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been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COMPTE LES JOURS  COMME DES GRAINS DE SABLE </a:t>
            </a:r>
          </a:p>
          <a:p>
            <a:r>
              <a:rPr lang="fr-FR" smtClean="0"/>
              <a:t>I count the days like grains of sand
2-  JE LE SENS GLISSER DE MES MAINS </a:t>
            </a:r>
          </a:p>
          <a:p>
            <a:r>
              <a:rPr lang="fr-FR" smtClean="0"/>
              <a:t>Feel it slipping through my hand
3-  LE CARBURANT BRÛLE  LE TEMPS EST COURT </a:t>
            </a:r>
          </a:p>
          <a:p>
            <a:r>
              <a:rPr lang="fr-FR" smtClean="0"/>
              <a:t>The fuel is burning time is short
4-  JE SAIS SUR QUELLE VOIE  EST LE MONDE </a:t>
            </a:r>
          </a:p>
          <a:p>
            <a:r>
              <a:rPr lang="fr-FR" smtClean="0"/>
              <a:t>I know the path the world is on
5-  ET ME VOICI NÉ DE NOUVEAU PLUS DE DÉLAI, CAR JE SUIS LÀ</a:t>
            </a:r>
          </a:p>
          <a:p>
            <a:r>
              <a:rPr lang="fr-FR" smtClean="0"/>
              <a:t>I stand as one who’s been reborn There’s no delay while I’m here 
6-  JE CONNAIS LE BUT  MON ÂME EN EST SURE 
I know the score My soul is sure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7-  JE SUIS APPELÉ </a:t>
            </a:r>
          </a:p>
          <a:p>
            <a:r>
              <a:rPr lang="fr-FR" smtClean="0"/>
              <a:t>	I’ve been called
	8-  QU’IMPORTE LE PRIX A GAGNER DES ÂMES </a:t>
            </a:r>
          </a:p>
          <a:p>
            <a:r>
              <a:rPr lang="fr-FR" smtClean="0"/>
              <a:t>	No matter the cost To win the lost
	9-  APPELÉ </a:t>
            </a:r>
          </a:p>
          <a:p>
            <a:r>
              <a:rPr lang="fr-FR" smtClean="0"/>
              <a:t>	Called
	10-  PAR CELUI  QUI EST SAINT ET À TOUT PAYÉ </a:t>
            </a:r>
          </a:p>
          <a:p>
            <a:r>
              <a:rPr lang="fr-FR" smtClean="0"/>
              <a:t>	By The Holy one who paid it all</a:t>
            </a:r>
          </a:p>
          <a:p>
            <a:r>
              <a:rPr lang="fr-FR" smtClean="0"/>
              <a:t>	11-  APPELÉ  </a:t>
            </a:r>
          </a:p>
          <a:p>
            <a:r>
              <a:rPr lang="fr-FR" smtClean="0"/>
              <a:t>	Called
	12-  AVEC HARDIESSE CRIER QU’UN SEUL NOM EST PUISSANT POUR SAUVER </a:t>
            </a:r>
          </a:p>
          <a:p>
            <a:r>
              <a:rPr lang="fr-FR" smtClean="0"/>
              <a:t>	Called to boldly say There’s only name with the power to save
	13-  OUI JE SUIS APPELÉ,APPELÉ  JE SUIS APPELÉ </a:t>
            </a:r>
          </a:p>
          <a:p>
            <a:r>
              <a:rPr lang="fr-FR" smtClean="0"/>
              <a:t>	Yes I’m called, called, I’m called
	14-  JE SUIS APPELÉ 
	I’ve been called</a:t>
            </a:r>
          </a:p>
          <a:p>
            <a:endParaRPr lang="fr-FR" smtClean="0"/>
          </a:p>
          <a:p>
            <a:r>
              <a:rPr lang="fr-FR" smtClean="0"/>
              <a:t>15-  COMMENT POUVONS-NOUS  DIRE AIMER LE MONDE </a:t>
            </a:r>
          </a:p>
          <a:p>
            <a:r>
              <a:rPr lang="fr-FR" smtClean="0"/>
              <a:t>How can we say we love the world
16-  QUAND NOUS RETENONS  LA PERLE PRÉCIEUSE </a:t>
            </a:r>
          </a:p>
          <a:p>
            <a:r>
              <a:rPr lang="fr-FR" smtClean="0"/>
              <a:t>If we hold back the priceless pearl,
17-  LA CLEF DE VIE  QU’IL LEUR FAUT  </a:t>
            </a:r>
          </a:p>
          <a:p>
            <a:r>
              <a:rPr lang="fr-FR" smtClean="0"/>
              <a:t>The key to life they need to know?
18-  LE SILENCE N’EST PAS D’OR </a:t>
            </a:r>
          </a:p>
          <a:p>
            <a:r>
              <a:rPr lang="fr-FR" smtClean="0"/>
              <a:t>Silence isn’t golden ring
19-  NOUS AVONS LA VÉRITÉ  MAIS LA GARDONS </a:t>
            </a:r>
          </a:p>
          <a:p>
            <a:r>
              <a:rPr lang="fr-FR" smtClean="0"/>
              <a:t>We’ve got the truth but hold it in
20-  NE TE DEMANDE PAS S’IL FAUT Y ALLER CAR NOUS SOMMES… </a:t>
            </a:r>
          </a:p>
          <a:p>
            <a:r>
              <a:rPr lang="fr-FR" smtClean="0"/>
              <a:t>No need to wonder if we should go ‘Cause we’ve been…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21-  OUI JE SUIS APPELÉ,APPELÉ  JE SUIS APPELÉ </a:t>
            </a:r>
          </a:p>
          <a:p>
            <a:r>
              <a:rPr lang="fr-FR" smtClean="0"/>
              <a:t>Yes I’m called, called, I’m called I’ve been called, 
22-  JE SUIS APPELÉ </a:t>
            </a:r>
          </a:p>
          <a:p>
            <a:r>
              <a:rPr lang="fr-FR" smtClean="0"/>
              <a:t>I’ve been called, 
23-  JE CONNAIS LE BUT MON ÂME EN EST SURE </a:t>
            </a:r>
          </a:p>
          <a:p>
            <a:r>
              <a:rPr lang="fr-FR" smtClean="0"/>
              <a:t>I know the score My soul is sure
24-  JE SUIS APPELÉ </a:t>
            </a:r>
          </a:p>
          <a:p>
            <a:r>
              <a:rPr lang="fr-FR" smtClean="0"/>
              <a:t>I’ve been called, called, called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COMPTE LES JOURS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DES GRAINS DE SABLE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LE SENS GLISSER DE MES MAINS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CARBURANT BRÛLE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TEMPS EST COURT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SUR QUELLE VOIE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LE MONDE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ME VOICI NÉ DE NOUVEAU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DE DÉLAI, CAR JE SUIS LÀ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CONNAIS LE BUT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ÂME EN EST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SÛRE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APPELÉ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QU’IMPORTE LE PRIX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GAGNER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ÂMES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APPELÉ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CELUI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EST SAINT ET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PAYÉ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APPELÉ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HARDIESSE CRIER QU’UN SEUL NOM EST PUISSANT POUR SAUVER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JE SUIS APPELÉ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, APPELÉ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APPELÉ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APPELÉ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COMMENT POUVONS-NOUS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DIRE AIMER LE MONDE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NOUS RETENONS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PERLE PRÉCIEUSE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CLEF DE VIE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QU’IL LEUR FAUT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SILENCE N’EST PAS D’OR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AVONS LA VÉRITÉ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LA GARDONS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TE DEMANDE PAS S’IL FAUT Y ALLER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NOUS SOMMES…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JE SUIS APPELÉ,APPELÉ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APPELÉ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APPELÉ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CONNAIS LE BUT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ÂME EN EST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SÛRE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APPELÉ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1641</TotalTime>
  <Words>1026</Words>
  <Application>Microsoft Office PowerPoint</Application>
  <PresentationFormat>Affichage à l'écran (4:3)</PresentationFormat>
  <Paragraphs>1671</Paragraphs>
  <Slides>24</Slides>
  <Notes>24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5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CTK_USER09</cp:lastModifiedBy>
  <cp:revision>176</cp:revision>
  <dcterms:created xsi:type="dcterms:W3CDTF">2002-08-17T10:50:50Z</dcterms:created>
  <dcterms:modified xsi:type="dcterms:W3CDTF">2019-09-29T07:49:44Z</dcterms:modified>
</cp:coreProperties>
</file>