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06" r:id="rId2"/>
    <p:sldId id="319" r:id="rId3"/>
    <p:sldId id="320" r:id="rId4"/>
    <p:sldId id="318" r:id="rId5"/>
    <p:sldId id="317" r:id="rId6"/>
    <p:sldId id="321" r:id="rId7"/>
    <p:sldId id="316" r:id="rId8"/>
    <p:sldId id="322" r:id="rId9"/>
    <p:sldId id="315" r:id="rId10"/>
    <p:sldId id="323" r:id="rId11"/>
    <p:sldId id="313" r:id="rId12"/>
    <p:sldId id="324" r:id="rId13"/>
    <p:sldId id="312" r:id="rId14"/>
    <p:sldId id="325" r:id="rId15"/>
    <p:sldId id="311" r:id="rId16"/>
    <p:sldId id="309" r:id="rId17"/>
    <p:sldId id="326" r:id="rId18"/>
    <p:sldId id="327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617" autoAdjust="0"/>
    <p:restoredTop sz="38698" autoAdjust="0"/>
  </p:normalViewPr>
  <p:slideViewPr>
    <p:cSldViewPr>
      <p:cViewPr varScale="1">
        <p:scale>
          <a:sx n="26" d="100"/>
          <a:sy n="26" d="100"/>
        </p:scale>
        <p:origin x="-2478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28/09/2019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41510048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C’EST UNE NOUVELLE JOURNÉE  UNE NOUVELLE SAISON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 new day oh, it's a new time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2-  MA VIE JE VIVRAI  D’UNE NOUVELLE FAÇON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there's a new way I'm gonna live my life
	3-  CE QUI EST ANCIEN EST PASSÉ  ET TOUT EST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All the old has, passed away and new has come
	4-  GLOIRE À DIEU C’EST UNE NOUVELLE JOURNÉE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Thank God, it's a brand new 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QUAND JE REGARDE À HIER  J’AI EN MOI BIEN DES REGRETS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Lookin' back on yesterday there are things that I regret
6-  MAIS JE METS LE PASSÉ DERRIÈRE  ET JE N’OUBLIERAI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 put the past behind me and I never will forget
7-  QUE TU AS COUVERT MES ERREURS  MES RÊVES BRISÉS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covered my mistakes and my broken dreams
8-  MAIS JE VOIS À L’HORIZON  UNE LUMIÈRE S’APPROCHER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over the horizon I see the dawn is drawing near 
9-  OUI, LE SOLEIL S’EST VRAIMENT LEVÉ DEMAIN EST ENFIN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realize the sun did rise tomorrow's finally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QUAND JE ME RÉVEILLE  EN PENSANT À MES FAUTES PASSÉES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when I wake up thinkin' 'bout the things I've done before
11-  LES SOUVENIRS QUI M’EMPRISONNAIENT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Memories I could not escape 
12-  NE ME HANTERONT PLUS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 they can't haunt me anymore  
13-  JE PEUX VIVRE LA TÊTE HAUTE CAR  J’AI ÉTÉ CHANGÉ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I can hold my head up high 'cause I am not the same 
14-  TU AS CHANGÉ MA PERSPECTIVE  AVEC DE NOUVEAUX YEUX JE VOIS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 changed my whole perspective and with new eyes I see
15-  JE SUIS UNE NOUVELLE CRÉATION  PAR CE QUE TU AS FAIT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I've become a new creation 'cause of what You've done for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16-  À CAUSE DE CE QUE TU AS FAIT  MA HONTE EST EFFACÉE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of what You've done for me no, I am not ashamed
17-  MON CŒUR EST FINALEMENT LIBRE  JE SUIS CHANGÉ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heart of mine is finally free I'll never be the same, yeah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x3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C’EST UNE NOUVELLE JOURNÉE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a brand new 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C’EST UNE NOUVELLE JOURNÉE  UNE NOUVELLE SAISON </a:t>
            </a:r>
          </a:p>
          <a:p>
            <a:r>
              <a:rPr lang="fr-FR" smtClean="0"/>
              <a:t>	It's a new day oh, it's a new time</a:t>
            </a:r>
          </a:p>
          <a:p>
            <a:r>
              <a:rPr lang="fr-FR" smtClean="0"/>
              <a:t>	2-  MA VIE JE VIVRAI  D’UNE NOUVELLE FAÇON </a:t>
            </a:r>
          </a:p>
          <a:p>
            <a:r>
              <a:rPr lang="fr-FR" smtClean="0"/>
              <a:t>	And there's a new way I'm gonna live my life
	3-  CE QUI EST ANCIEN EST PASSÉ  ET TOUT EST NOUVEAU </a:t>
            </a:r>
          </a:p>
          <a:p>
            <a:r>
              <a:rPr lang="fr-FR" smtClean="0"/>
              <a:t>	All the old has, passed away and new has come
	4-  GLOIRE À DIEU C’EST UNE NOUVELLE JOURNÉE </a:t>
            </a:r>
          </a:p>
          <a:p>
            <a:r>
              <a:rPr lang="fr-FR" smtClean="0"/>
              <a:t>	Thank God, it's a brand new day</a:t>
            </a:r>
          </a:p>
          <a:p>
            <a:r>
              <a:rPr lang="fr-FR" smtClean="0"/>
              <a:t>
5-  QUAND JE REGARDE À HIER  J’AI EN MOI BIEN DES REGRETS </a:t>
            </a:r>
          </a:p>
          <a:p>
            <a:r>
              <a:rPr lang="fr-FR" smtClean="0"/>
              <a:t>Lookin' back on yesterday there are things that I regret
6-  MAIS JE METS LE PASSÉ DERRIÈRE  ET JE N’OUBLIERAI JAMAIS </a:t>
            </a:r>
          </a:p>
          <a:p>
            <a:r>
              <a:rPr lang="fr-FR" smtClean="0"/>
              <a:t>But I put the past behind me and I never will forget
7-  QUE TU AS COUVERT MES ERREURS  MES RÊVES BRISÉS </a:t>
            </a:r>
          </a:p>
          <a:p>
            <a:r>
              <a:rPr lang="fr-FR" smtClean="0"/>
              <a:t>You have covered my mistakes and my broken dreams
8-  MAIS JE VOIS À L’HORIZON  UNE LUMIÈRE S’APPROCHER DE MOI</a:t>
            </a:r>
          </a:p>
          <a:p>
            <a:r>
              <a:rPr lang="fr-FR" smtClean="0"/>
              <a:t>Now over the horizon I see the dawn is drawing near 
9-  OUI, LE SOLEIL S’EST VRAIMENT LEVÉ DEMAIN EST ENFIN LÀ </a:t>
            </a:r>
          </a:p>
          <a:p>
            <a:r>
              <a:rPr lang="fr-FR" smtClean="0"/>
              <a:t>And I realize the sun did rise tomorrow's finally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10-  QUAND JE ME RÉVEILLE  EN PENSANT À MES FAUTES PASSÉES </a:t>
            </a:r>
          </a:p>
          <a:p>
            <a:r>
              <a:rPr lang="fr-FR" smtClean="0"/>
              <a:t>Now when I wake up thinkin' 'bout the things I've done before
11-  LES SOUVENIRS QUI M’EMPRISONNAIENT</a:t>
            </a:r>
          </a:p>
          <a:p>
            <a:r>
              <a:rPr lang="fr-FR" smtClean="0"/>
              <a:t>Memories I could not escape 
12-  NE ME HANTERONT PLUS JAMAIS</a:t>
            </a:r>
          </a:p>
          <a:p>
            <a:r>
              <a:rPr lang="fr-FR" smtClean="0"/>
              <a:t>Well they can't haunt me anymore  
13-  JE PEUX VIVRE LA TÊTE HAUTE CAR  J’AI ÉTÉ CHANGÉ</a:t>
            </a:r>
          </a:p>
          <a:p>
            <a:r>
              <a:rPr lang="fr-FR" smtClean="0"/>
              <a:t>Now I can hold my head up high 'cause I am not the same 
14-  TU AS CHANGÉ MA PERSPECTIVE  AVEC DE NOUVEAUX YEUX JE VOIS </a:t>
            </a:r>
          </a:p>
          <a:p>
            <a:r>
              <a:rPr lang="fr-FR" smtClean="0"/>
              <a:t>You've changed my whole perspective and with new eyes I see
15-  JE SUIS UNE NOUVELLE CRÉATION  PAR CE QUE TU AS FAIT POUR MOI </a:t>
            </a:r>
          </a:p>
          <a:p>
            <a:r>
              <a:rPr lang="fr-FR" smtClean="0"/>
              <a:t>I've become a new creation 'cause of what You've done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
16-  À CAUSE DE CE QUE TU AS FAIT  MA HONTE EST EFFACÉE </a:t>
            </a:r>
          </a:p>
          <a:p>
            <a:r>
              <a:rPr lang="fr-FR" smtClean="0"/>
              <a:t>'Cause of what You've done for me no, I am not ashamed
17-  MON CŒUR EST FINALEMENT LIBRE  JE SUIS CHANGÉ À JAMAIS </a:t>
            </a:r>
          </a:p>
          <a:p>
            <a:r>
              <a:rPr lang="fr-FR" smtClean="0"/>
              <a:t>This heart of mine is finally free I'll never be the same, yeah</a:t>
            </a:r>
          </a:p>
          <a:p>
            <a:r>
              <a:rPr lang="fr-FR" smtClean="0"/>
              <a:t>
	Refrain x3 
</a:t>
            </a:r>
          </a:p>
          <a:p>
            <a:r>
              <a:rPr lang="fr-FR" smtClean="0"/>
              <a:t>18- C’EST UNE NOUVELLE JOURNÉE</a:t>
            </a:r>
          </a:p>
          <a:p>
            <a:r>
              <a:rPr lang="fr-FR" smtClean="0"/>
              <a:t>It's a brand new day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841990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C’EST UNE NOUVELLE JOURNÉE  UNE NOUVELLE SAISON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 new day oh, it's a new time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2-  MA VIE JE VIVRAI  D’UNE NOUVELLE FAÇON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there's a new way I'm gonna live my life
	3-  CE QUI EST ANCIEN EST PASSÉ  ET TOUT EST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All the old has, passed away and new has come
	4-  GLOIRE À DIEU C’EST UNE NOUVELLE JOURNÉE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Thank God, it's a brand new 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QUAND JE REGARDE À HIER  J’AI EN MOI BIEN DES REGRETS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Lookin' back on yesterday there are things that I regret
6-  MAIS JE METS LE PASSÉ DERRIÈRE  ET JE N’OUBLIERAI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 put the past behind me and I never will forget
7-  QUE TU AS COUVERT MES ERREURS  MES RÊVES BRISÉS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covered my mistakes and my broken dreams
8-  MAIS JE VOIS À L’HORIZON  UNE LUMIÈRE S’APPROCHER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over the horizon I see the dawn is drawing near 
9-  OUI, LE SOLEIL S’EST VRAIMENT LEVÉ DEMAIN EST ENFIN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realize the sun did rise tomorrow's finally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QUAND JE ME RÉVEILLE  EN PENSANT À MES FAUTES PASSÉES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when I wake up thinkin' 'bout the things I've done before
11-  LES SOUVENIRS QUI M’EMPRISONNAIENT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Memories I could not escape 
12-  NE ME HANTERONT PLUS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 they can't haunt me anymore  
13-  JE PEUX VIVRE LA TÊTE HAUTE CAR  J’AI ÉTÉ CHANGÉ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I can hold my head up high 'cause I am not the same 
14-  TU AS CHANGÉ MA PERSPECTIVE  AVEC DE NOUVEAUX YEUX JE VOIS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 changed my whole perspective and with new eyes I see
15-  JE SUIS UNE NOUVELLE CRÉATION  PAR CE QUE TU AS FAIT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I've become a new creation 'cause of what You've done for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16-  À CAUSE DE CE QUE TU AS FAIT  MA HONTE EST EFFACÉE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of what You've done for me no, I am not ashamed
17-  MON CŒUR EST FINALEMENT LIBRE  JE SUIS CHANGÉ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heart of mine is finally free I'll never be the same, yeah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x3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C’EST UNE NOUVELLE JOURNÉE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a brand new 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C’EST UNE NOUVELLE JOURNÉE  UNE NOUVELLE SAISON </a:t>
            </a:r>
          </a:p>
          <a:p>
            <a:r>
              <a:rPr lang="fr-FR" smtClean="0"/>
              <a:t>	It's a new day oh, it's a new time</a:t>
            </a:r>
          </a:p>
          <a:p>
            <a:r>
              <a:rPr lang="fr-FR" smtClean="0"/>
              <a:t>	2-  MA VIE JE VIVRAI  D’UNE NOUVELLE FAÇON </a:t>
            </a:r>
          </a:p>
          <a:p>
            <a:r>
              <a:rPr lang="fr-FR" smtClean="0"/>
              <a:t>	And there's a new way I'm gonna live my life
	3-  CE QUI EST ANCIEN EST PASSÉ  ET TOUT EST NOUVEAU </a:t>
            </a:r>
          </a:p>
          <a:p>
            <a:r>
              <a:rPr lang="fr-FR" smtClean="0"/>
              <a:t>	All the old has, passed away and new has come
	4-  GLOIRE À DIEU C’EST UNE NOUVELLE JOURNÉE </a:t>
            </a:r>
          </a:p>
          <a:p>
            <a:r>
              <a:rPr lang="fr-FR" smtClean="0"/>
              <a:t>	Thank God, it's a brand new day</a:t>
            </a:r>
          </a:p>
          <a:p>
            <a:r>
              <a:rPr lang="fr-FR" smtClean="0"/>
              <a:t>
5-  QUAND JE REGARDE À HIER  J’AI EN MOI BIEN DES REGRETS </a:t>
            </a:r>
          </a:p>
          <a:p>
            <a:r>
              <a:rPr lang="fr-FR" smtClean="0"/>
              <a:t>Lookin' back on yesterday there are things that I regret
6-  MAIS JE METS LE PASSÉ DERRIÈRE  ET JE N’OUBLIERAI JAMAIS </a:t>
            </a:r>
          </a:p>
          <a:p>
            <a:r>
              <a:rPr lang="fr-FR" smtClean="0"/>
              <a:t>But I put the past behind me and I never will forget
7-  QUE TU AS COUVERT MES ERREURS  MES RÊVES BRISÉS </a:t>
            </a:r>
          </a:p>
          <a:p>
            <a:r>
              <a:rPr lang="fr-FR" smtClean="0"/>
              <a:t>You have covered my mistakes and my broken dreams
8-  MAIS JE VOIS À L’HORIZON  UNE LUMIÈRE S’APPROCHER DE MOI</a:t>
            </a:r>
          </a:p>
          <a:p>
            <a:r>
              <a:rPr lang="fr-FR" smtClean="0"/>
              <a:t>Now over the horizon I see the dawn is drawing near 
9-  OUI, LE SOLEIL S’EST VRAIMENT LEVÉ DEMAIN EST ENFIN LÀ </a:t>
            </a:r>
          </a:p>
          <a:p>
            <a:r>
              <a:rPr lang="fr-FR" smtClean="0"/>
              <a:t>And I realize the sun did rise tomorrow's finally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10-  QUAND JE ME RÉVEILLE  EN PENSANT À MES FAUTES PASSÉES </a:t>
            </a:r>
          </a:p>
          <a:p>
            <a:r>
              <a:rPr lang="fr-FR" smtClean="0"/>
              <a:t>Now when I wake up thinkin' 'bout the things I've done before
11-  LES SOUVENIRS QUI M’EMPRISONNAIENT</a:t>
            </a:r>
          </a:p>
          <a:p>
            <a:r>
              <a:rPr lang="fr-FR" smtClean="0"/>
              <a:t>Memories I could not escape 
12-  NE ME HANTERONT PLUS JAMAIS</a:t>
            </a:r>
          </a:p>
          <a:p>
            <a:r>
              <a:rPr lang="fr-FR" smtClean="0"/>
              <a:t>Well they can't haunt me anymore  
13-  JE PEUX VIVRE LA TÊTE HAUTE CAR  J’AI ÉTÉ CHANGÉ</a:t>
            </a:r>
          </a:p>
          <a:p>
            <a:r>
              <a:rPr lang="fr-FR" smtClean="0"/>
              <a:t>Now I can hold my head up high 'cause I am not the same 
14-  TU AS CHANGÉ MA PERSPECTIVE  AVEC DE NOUVEAUX YEUX JE VOIS </a:t>
            </a:r>
          </a:p>
          <a:p>
            <a:r>
              <a:rPr lang="fr-FR" smtClean="0"/>
              <a:t>You've changed my whole perspective and with new eyes I see
15-  JE SUIS UNE NOUVELLE CRÉATION  PAR CE QUE TU AS FAIT POUR MOI </a:t>
            </a:r>
          </a:p>
          <a:p>
            <a:r>
              <a:rPr lang="fr-FR" smtClean="0"/>
              <a:t>I've become a new creation 'cause of what You've done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
16-  À CAUSE DE CE QUE TU AS FAIT  MA HONTE EST EFFACÉE </a:t>
            </a:r>
          </a:p>
          <a:p>
            <a:r>
              <a:rPr lang="fr-FR" smtClean="0"/>
              <a:t>'Cause of what You've done for me no, I am not ashamed
17-  MON CŒUR EST FINALEMENT LIBRE  JE SUIS CHANGÉ À JAMAIS </a:t>
            </a:r>
          </a:p>
          <a:p>
            <a:r>
              <a:rPr lang="fr-FR" smtClean="0"/>
              <a:t>This heart of mine is finally free I'll never be the same, yeah</a:t>
            </a:r>
          </a:p>
          <a:p>
            <a:r>
              <a:rPr lang="fr-FR" smtClean="0"/>
              <a:t>
	Refrain x3 
</a:t>
            </a:r>
          </a:p>
          <a:p>
            <a:r>
              <a:rPr lang="fr-FR" smtClean="0"/>
              <a:t>18- C’EST UNE NOUVELLE JOURNÉE</a:t>
            </a:r>
          </a:p>
          <a:p>
            <a:r>
              <a:rPr lang="fr-FR" smtClean="0"/>
              <a:t>It's a brand new day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730226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C’EST UNE NOUVELLE JOURNÉE  UNE NOUVELLE SAISON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 new day oh, it's a new time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2-  MA VIE JE VIVRAI  D’UNE NOUVELLE FAÇON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there's a new way I'm gonna live my life
	3-  CE QUI EST ANCIEN EST PASSÉ  ET TOUT EST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All the old has, passed away and new has come
	4-  GLOIRE À DIEU C’EST UNE NOUVELLE JOURNÉE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Thank God, it's a brand new 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QUAND JE REGARDE À HIER  J’AI EN MOI BIEN DES REGRETS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Lookin' back on yesterday there are things that I regret
6-  MAIS JE METS LE PASSÉ DERRIÈRE  ET JE N’OUBLIERAI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 put the past behind me and I never will forget
7-  QUE TU AS COUVERT MES ERREURS  MES RÊVES BRISÉS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covered my mistakes and my broken dreams
8-  MAIS JE VOIS À L’HORIZON  UNE LUMIÈRE S’APPROCHER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over the horizon I see the dawn is drawing near 
9-  OUI, LE SOLEIL S’EST VRAIMENT LEVÉ DEMAIN EST ENFIN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realize the sun did rise tomorrow's finally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QUAND JE ME RÉVEILLE  EN PENSANT À MES FAUTES PASSÉES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when I wake up thinkin' 'bout the things I've done before
11-  LES SOUVENIRS QUI M’EMPRISONNAIENT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Memories I could not escape 
12-  NE ME HANTERONT PLUS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 they can't haunt me anymore  
13-  JE PEUX VIVRE LA TÊTE HAUTE CAR  J’AI ÉTÉ CHANGÉ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I can hold my head up high 'cause I am not the same 
14-  TU AS CHANGÉ MA PERSPECTIVE  AVEC DE NOUVEAUX YEUX JE VOIS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 changed my whole perspective and with new eyes I see
15-  JE SUIS UNE NOUVELLE CRÉATION  PAR CE QUE TU AS FAIT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I've become a new creation 'cause of what You've done for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16-  À CAUSE DE CE QUE TU AS FAIT  MA HONTE EST EFFACÉE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of what You've done for me no, I am not ashamed
17-  MON CŒUR EST FINALEMENT LIBRE  JE SUIS CHANGÉ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heart of mine is finally free I'll never be the same, yeah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x3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C’EST UNE NOUVELLE JOURNÉE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a brand new 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C’EST UNE NOUVELLE JOURNÉE  UNE NOUVELLE SAISON </a:t>
            </a:r>
          </a:p>
          <a:p>
            <a:r>
              <a:rPr lang="fr-FR" smtClean="0"/>
              <a:t>	It's a new day oh, it's a new time</a:t>
            </a:r>
          </a:p>
          <a:p>
            <a:r>
              <a:rPr lang="fr-FR" smtClean="0"/>
              <a:t>	2-  MA VIE JE VIVRAI  D’UNE NOUVELLE FAÇON </a:t>
            </a:r>
          </a:p>
          <a:p>
            <a:r>
              <a:rPr lang="fr-FR" smtClean="0"/>
              <a:t>	And there's a new way I'm gonna live my life
	3-  CE QUI EST ANCIEN EST PASSÉ  ET TOUT EST NOUVEAU </a:t>
            </a:r>
          </a:p>
          <a:p>
            <a:r>
              <a:rPr lang="fr-FR" smtClean="0"/>
              <a:t>	All the old has, passed away and new has come
	4-  GLOIRE À DIEU C’EST UNE NOUVELLE JOURNÉE </a:t>
            </a:r>
          </a:p>
          <a:p>
            <a:r>
              <a:rPr lang="fr-FR" smtClean="0"/>
              <a:t>	Thank God, it's a brand new day</a:t>
            </a:r>
          </a:p>
          <a:p>
            <a:r>
              <a:rPr lang="fr-FR" smtClean="0"/>
              <a:t>
5-  QUAND JE REGARDE À HIER  J’AI EN MOI BIEN DES REGRETS </a:t>
            </a:r>
          </a:p>
          <a:p>
            <a:r>
              <a:rPr lang="fr-FR" smtClean="0"/>
              <a:t>Lookin' back on yesterday there are things that I regret
6-  MAIS JE METS LE PASSÉ DERRIÈRE  ET JE N’OUBLIERAI JAMAIS </a:t>
            </a:r>
          </a:p>
          <a:p>
            <a:r>
              <a:rPr lang="fr-FR" smtClean="0"/>
              <a:t>But I put the past behind me and I never will forget
7-  QUE TU AS COUVERT MES ERREURS  MES RÊVES BRISÉS </a:t>
            </a:r>
          </a:p>
          <a:p>
            <a:r>
              <a:rPr lang="fr-FR" smtClean="0"/>
              <a:t>You have covered my mistakes and my broken dreams
8-  MAIS JE VOIS À L’HORIZON  UNE LUMIÈRE S’APPROCHER DE MOI</a:t>
            </a:r>
          </a:p>
          <a:p>
            <a:r>
              <a:rPr lang="fr-FR" smtClean="0"/>
              <a:t>Now over the horizon I see the dawn is drawing near 
9-  OUI, LE SOLEIL S’EST VRAIMENT LEVÉ DEMAIN EST ENFIN LÀ </a:t>
            </a:r>
          </a:p>
          <a:p>
            <a:r>
              <a:rPr lang="fr-FR" smtClean="0"/>
              <a:t>And I realize the sun did rise tomorrow's finally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10-  QUAND JE ME RÉVEILLE  EN PENSANT À MES FAUTES PASSÉES </a:t>
            </a:r>
          </a:p>
          <a:p>
            <a:r>
              <a:rPr lang="fr-FR" smtClean="0"/>
              <a:t>Now when I wake up thinkin' 'bout the things I've done before
11-  LES SOUVENIRS QUI M’EMPRISONNAIENT</a:t>
            </a:r>
          </a:p>
          <a:p>
            <a:r>
              <a:rPr lang="fr-FR" smtClean="0"/>
              <a:t>Memories I could not escape 
12-  NE ME HANTERONT PLUS JAMAIS</a:t>
            </a:r>
          </a:p>
          <a:p>
            <a:r>
              <a:rPr lang="fr-FR" smtClean="0"/>
              <a:t>Well they can't haunt me anymore  
13-  JE PEUX VIVRE LA TÊTE HAUTE CAR  J’AI ÉTÉ CHANGÉ</a:t>
            </a:r>
          </a:p>
          <a:p>
            <a:r>
              <a:rPr lang="fr-FR" smtClean="0"/>
              <a:t>Now I can hold my head up high 'cause I am not the same 
14-  TU AS CHANGÉ MA PERSPECTIVE  AVEC DE NOUVEAUX YEUX JE VOIS </a:t>
            </a:r>
          </a:p>
          <a:p>
            <a:r>
              <a:rPr lang="fr-FR" smtClean="0"/>
              <a:t>You've changed my whole perspective and with new eyes I see
15-  JE SUIS UNE NOUVELLE CRÉATION  PAR CE QUE TU AS FAIT POUR MOI </a:t>
            </a:r>
          </a:p>
          <a:p>
            <a:r>
              <a:rPr lang="fr-FR" smtClean="0"/>
              <a:t>I've become a new creation 'cause of what You've done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
16-  À CAUSE DE CE QUE TU AS FAIT  MA HONTE EST EFFACÉE </a:t>
            </a:r>
          </a:p>
          <a:p>
            <a:r>
              <a:rPr lang="fr-FR" smtClean="0"/>
              <a:t>'Cause of what You've done for me no, I am not ashamed
17-  MON CŒUR EST FINALEMENT LIBRE  JE SUIS CHANGÉ À JAMAIS </a:t>
            </a:r>
          </a:p>
          <a:p>
            <a:r>
              <a:rPr lang="fr-FR" smtClean="0"/>
              <a:t>This heart of mine is finally free I'll never be the same, yeah</a:t>
            </a:r>
          </a:p>
          <a:p>
            <a:r>
              <a:rPr lang="fr-FR" smtClean="0"/>
              <a:t>
	Refrain x3 
</a:t>
            </a:r>
          </a:p>
          <a:p>
            <a:r>
              <a:rPr lang="fr-FR" smtClean="0"/>
              <a:t>18- C’EST UNE NOUVELLE JOURNÉE</a:t>
            </a:r>
          </a:p>
          <a:p>
            <a:r>
              <a:rPr lang="fr-FR" smtClean="0"/>
              <a:t>It's a brand new day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733738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C’EST UNE NOUVELLE JOURNÉE  UNE NOUVELLE SAISON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 new day oh, it's a new time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2-  MA VIE JE VIVRAI  D’UNE NOUVELLE FAÇON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there's a new way I'm gonna live my life
	3-  CE QUI EST ANCIEN EST PASSÉ  ET TOUT EST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All the old has, passed away and new has come
	4-  GLOIRE À DIEU C’EST UNE NOUVELLE JOURNÉE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Thank God, it's a brand new 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QUAND JE REGARDE À HIER  J’AI EN MOI BIEN DES REGRETS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Lookin' back on yesterday there are things that I regret
6-  MAIS JE METS LE PASSÉ DERRIÈRE  ET JE N’OUBLIERAI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 put the past behind me and I never will forget
7-  QUE TU AS COUVERT MES ERREURS  MES RÊVES BRISÉS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covered my mistakes and my broken dreams
8-  MAIS JE VOIS À L’HORIZON  UNE LUMIÈRE S’APPROCHER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over the horizon I see the dawn is drawing near 
9-  OUI, LE SOLEIL S’EST VRAIMENT LEVÉ DEMAIN EST ENFIN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realize the sun did rise tomorrow's finally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QUAND JE ME RÉVEILLE  EN PENSANT À MES FAUTES PASSÉES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when I wake up thinkin' 'bout the things I've done before
11-  LES SOUVENIRS QUI M’EMPRISONNAIENT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Memories I could not escape 
12-  NE ME HANTERONT PLUS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 they can't haunt me anymore  
13-  JE PEUX VIVRE LA TÊTE HAUTE CAR  J’AI ÉTÉ CHANGÉ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I can hold my head up high 'cause I am not the same 
14-  TU AS CHANGÉ MA PERSPECTIVE  AVEC DE NOUVEAUX YEUX JE VOIS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 changed my whole perspective and with new eyes I see
15-  JE SUIS UNE NOUVELLE CRÉATION  PAR CE QUE TU AS FAIT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I've become a new creation 'cause of what You've done for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16-  À CAUSE DE CE QUE TU AS FAIT  MA HONTE EST EFFACÉE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of what You've done for me no, I am not ashamed
17-  MON CŒUR EST FINALEMENT LIBRE  JE SUIS CHANGÉ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heart of mine is finally free I'll never be the same, yeah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x3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C’EST UNE NOUVELLE JOURNÉE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a brand new 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C’EST UNE NOUVELLE JOURNÉE  UNE NOUVELLE SAISON </a:t>
            </a:r>
          </a:p>
          <a:p>
            <a:r>
              <a:rPr lang="fr-FR" smtClean="0"/>
              <a:t>	It's a new day oh, it's a new time</a:t>
            </a:r>
          </a:p>
          <a:p>
            <a:r>
              <a:rPr lang="fr-FR" smtClean="0"/>
              <a:t>	2-  MA VIE JE VIVRAI  D’UNE NOUVELLE FAÇON </a:t>
            </a:r>
          </a:p>
          <a:p>
            <a:r>
              <a:rPr lang="fr-FR" smtClean="0"/>
              <a:t>	And there's a new way I'm gonna live my life
	3-  CE QUI EST ANCIEN EST PASSÉ  ET TOUT EST NOUVEAU </a:t>
            </a:r>
          </a:p>
          <a:p>
            <a:r>
              <a:rPr lang="fr-FR" smtClean="0"/>
              <a:t>	All the old has, passed away and new has come
	4-  GLOIRE À DIEU C’EST UNE NOUVELLE JOURNÉE </a:t>
            </a:r>
          </a:p>
          <a:p>
            <a:r>
              <a:rPr lang="fr-FR" smtClean="0"/>
              <a:t>	Thank God, it's a brand new day</a:t>
            </a:r>
          </a:p>
          <a:p>
            <a:r>
              <a:rPr lang="fr-FR" smtClean="0"/>
              <a:t>
5-  QUAND JE REGARDE À HIER  J’AI EN MOI BIEN DES REGRETS </a:t>
            </a:r>
          </a:p>
          <a:p>
            <a:r>
              <a:rPr lang="fr-FR" smtClean="0"/>
              <a:t>Lookin' back on yesterday there are things that I regret
6-  MAIS JE METS LE PASSÉ DERRIÈRE  ET JE N’OUBLIERAI JAMAIS </a:t>
            </a:r>
          </a:p>
          <a:p>
            <a:r>
              <a:rPr lang="fr-FR" smtClean="0"/>
              <a:t>But I put the past behind me and I never will forget
7-  QUE TU AS COUVERT MES ERREURS  MES RÊVES BRISÉS </a:t>
            </a:r>
          </a:p>
          <a:p>
            <a:r>
              <a:rPr lang="fr-FR" smtClean="0"/>
              <a:t>You have covered my mistakes and my broken dreams
8-  MAIS JE VOIS À L’HORIZON  UNE LUMIÈRE S’APPROCHER DE MOI</a:t>
            </a:r>
          </a:p>
          <a:p>
            <a:r>
              <a:rPr lang="fr-FR" smtClean="0"/>
              <a:t>Now over the horizon I see the dawn is drawing near 
9-  OUI, LE SOLEIL S’EST VRAIMENT LEVÉ DEMAIN EST ENFIN LÀ </a:t>
            </a:r>
          </a:p>
          <a:p>
            <a:r>
              <a:rPr lang="fr-FR" smtClean="0"/>
              <a:t>And I realize the sun did rise tomorrow's finally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10-  QUAND JE ME RÉVEILLE  EN PENSANT À MES FAUTES PASSÉES </a:t>
            </a:r>
          </a:p>
          <a:p>
            <a:r>
              <a:rPr lang="fr-FR" smtClean="0"/>
              <a:t>Now when I wake up thinkin' 'bout the things I've done before
11-  LES SOUVENIRS QUI M’EMPRISONNAIENT</a:t>
            </a:r>
          </a:p>
          <a:p>
            <a:r>
              <a:rPr lang="fr-FR" smtClean="0"/>
              <a:t>Memories I could not escape 
12-  NE ME HANTERONT PLUS JAMAIS</a:t>
            </a:r>
          </a:p>
          <a:p>
            <a:r>
              <a:rPr lang="fr-FR" smtClean="0"/>
              <a:t>Well they can't haunt me anymore  
13-  JE PEUX VIVRE LA TÊTE HAUTE CAR  J’AI ÉTÉ CHANGÉ</a:t>
            </a:r>
          </a:p>
          <a:p>
            <a:r>
              <a:rPr lang="fr-FR" smtClean="0"/>
              <a:t>Now I can hold my head up high 'cause I am not the same 
14-  TU AS CHANGÉ MA PERSPECTIVE  AVEC DE NOUVEAUX YEUX JE VOIS </a:t>
            </a:r>
          </a:p>
          <a:p>
            <a:r>
              <a:rPr lang="fr-FR" smtClean="0"/>
              <a:t>You've changed my whole perspective and with new eyes I see
15-  JE SUIS UNE NOUVELLE CRÉATION  PAR CE QUE TU AS FAIT POUR MOI </a:t>
            </a:r>
          </a:p>
          <a:p>
            <a:r>
              <a:rPr lang="fr-FR" smtClean="0"/>
              <a:t>I've become a new creation 'cause of what You've done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
16-  À CAUSE DE CE QUE TU AS FAIT  MA HONTE EST EFFACÉE </a:t>
            </a:r>
          </a:p>
          <a:p>
            <a:r>
              <a:rPr lang="fr-FR" smtClean="0"/>
              <a:t>'Cause of what You've done for me no, I am not ashamed
17-  MON CŒUR EST FINALEMENT LIBRE  JE SUIS CHANGÉ À JAMAIS </a:t>
            </a:r>
          </a:p>
          <a:p>
            <a:r>
              <a:rPr lang="fr-FR" smtClean="0"/>
              <a:t>This heart of mine is finally free I'll never be the same, yeah</a:t>
            </a:r>
          </a:p>
          <a:p>
            <a:r>
              <a:rPr lang="fr-FR" smtClean="0"/>
              <a:t>
	Refrain x3 
</a:t>
            </a:r>
          </a:p>
          <a:p>
            <a:r>
              <a:rPr lang="fr-FR" smtClean="0"/>
              <a:t>18- C’EST UNE NOUVELLE JOURNÉE</a:t>
            </a:r>
          </a:p>
          <a:p>
            <a:r>
              <a:rPr lang="fr-FR" smtClean="0"/>
              <a:t>It's a brand new day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308057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C’EST UNE NOUVELLE JOURNÉE  UNE NOUVELLE SAISON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 new day oh, it's a new time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2-  MA VIE JE VIVRAI  D’UNE NOUVELLE FAÇON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there's a new way I'm gonna live my life
	3-  CE QUI EST ANCIEN EST PASSÉ  ET TOUT EST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All the old has, passed away and new has come
	4-  GLOIRE À DIEU C’EST UNE NOUVELLE JOURNÉE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Thank God, it's a brand new 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QUAND JE REGARDE À HIER  J’AI EN MOI BIEN DES REGRETS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Lookin' back on yesterday there are things that I regret
6-  MAIS JE METS LE PASSÉ DERRIÈRE  ET JE N’OUBLIERAI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 put the past behind me and I never will forget
7-  QUE TU AS COUVERT MES ERREURS  MES RÊVES BRISÉS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covered my mistakes and my broken dreams
8-  MAIS JE VOIS À L’HORIZON  UNE LUMIÈRE S’APPROCHER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over the horizon I see the dawn is drawing near 
9-  OUI, LE SOLEIL S’EST VRAIMENT LEVÉ DEMAIN EST ENFIN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realize the sun did rise tomorrow's finally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QUAND JE ME RÉVEILLE  EN PENSANT À MES FAUTES PASSÉES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when I wake up thinkin' 'bout the things I've done before
11-  LES SOUVENIRS QUI M’EMPRISONNAIENT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Memories I could not escape 
12-  NE ME HANTERONT PLUS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 they can't haunt me anymore  
13-  JE PEUX VIVRE LA TÊTE HAUTE CAR  J’AI ÉTÉ CHANGÉ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I can hold my head up high 'cause I am not the same 
14-  TU AS CHANGÉ MA PERSPECTIVE  AVEC DE NOUVEAUX YEUX JE VOIS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 changed my whole perspective and with new eyes I see
15-  JE SUIS UNE NOUVELLE CRÉATION  PAR CE QUE TU AS FAIT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I've become a new creation 'cause of what You've done for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16-  À CAUSE DE CE QUE TU AS FAIT  MA HONTE EST EFFACÉE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of what You've done for me no, I am not ashamed
17-  MON CŒUR EST FINALEMENT LIBRE  JE SUIS CHANGÉ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heart of mine is finally free I'll never be the same, yeah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x3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C’EST UNE NOUVELLE JOURNÉE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a brand new 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C’EST UNE NOUVELLE JOURNÉE  UNE NOUVELLE SAISON </a:t>
            </a:r>
          </a:p>
          <a:p>
            <a:r>
              <a:rPr lang="fr-FR" smtClean="0"/>
              <a:t>	It's a new day oh, it's a new time</a:t>
            </a:r>
          </a:p>
          <a:p>
            <a:r>
              <a:rPr lang="fr-FR" smtClean="0"/>
              <a:t>	2-  MA VIE JE VIVRAI  D’UNE NOUVELLE FAÇON </a:t>
            </a:r>
          </a:p>
          <a:p>
            <a:r>
              <a:rPr lang="fr-FR" smtClean="0"/>
              <a:t>	And there's a new way I'm gonna live my life
	3-  CE QUI EST ANCIEN EST PASSÉ  ET TOUT EST NOUVEAU </a:t>
            </a:r>
          </a:p>
          <a:p>
            <a:r>
              <a:rPr lang="fr-FR" smtClean="0"/>
              <a:t>	All the old has, passed away and new has come
	4-  GLOIRE À DIEU C’EST UNE NOUVELLE JOURNÉE </a:t>
            </a:r>
          </a:p>
          <a:p>
            <a:r>
              <a:rPr lang="fr-FR" smtClean="0"/>
              <a:t>	Thank God, it's a brand new day</a:t>
            </a:r>
          </a:p>
          <a:p>
            <a:r>
              <a:rPr lang="fr-FR" smtClean="0"/>
              <a:t>
5-  QUAND JE REGARDE À HIER  J’AI EN MOI BIEN DES REGRETS </a:t>
            </a:r>
          </a:p>
          <a:p>
            <a:r>
              <a:rPr lang="fr-FR" smtClean="0"/>
              <a:t>Lookin' back on yesterday there are things that I regret
6-  MAIS JE METS LE PASSÉ DERRIÈRE  ET JE N’OUBLIERAI JAMAIS </a:t>
            </a:r>
          </a:p>
          <a:p>
            <a:r>
              <a:rPr lang="fr-FR" smtClean="0"/>
              <a:t>But I put the past behind me and I never will forget
7-  QUE TU AS COUVERT MES ERREURS  MES RÊVES BRISÉS </a:t>
            </a:r>
          </a:p>
          <a:p>
            <a:r>
              <a:rPr lang="fr-FR" smtClean="0"/>
              <a:t>You have covered my mistakes and my broken dreams
8-  MAIS JE VOIS À L’HORIZON  UNE LUMIÈRE S’APPROCHER DE MOI</a:t>
            </a:r>
          </a:p>
          <a:p>
            <a:r>
              <a:rPr lang="fr-FR" smtClean="0"/>
              <a:t>Now over the horizon I see the dawn is drawing near 
9-  OUI, LE SOLEIL S’EST VRAIMENT LEVÉ DEMAIN EST ENFIN LÀ </a:t>
            </a:r>
          </a:p>
          <a:p>
            <a:r>
              <a:rPr lang="fr-FR" smtClean="0"/>
              <a:t>And I realize the sun did rise tomorrow's finally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10-  QUAND JE ME RÉVEILLE  EN PENSANT À MES FAUTES PASSÉES </a:t>
            </a:r>
          </a:p>
          <a:p>
            <a:r>
              <a:rPr lang="fr-FR" smtClean="0"/>
              <a:t>Now when I wake up thinkin' 'bout the things I've done before
11-  LES SOUVENIRS QUI M’EMPRISONNAIENT</a:t>
            </a:r>
          </a:p>
          <a:p>
            <a:r>
              <a:rPr lang="fr-FR" smtClean="0"/>
              <a:t>Memories I could not escape 
12-  NE ME HANTERONT PLUS JAMAIS</a:t>
            </a:r>
          </a:p>
          <a:p>
            <a:r>
              <a:rPr lang="fr-FR" smtClean="0"/>
              <a:t>Well they can't haunt me anymore  
13-  JE PEUX VIVRE LA TÊTE HAUTE CAR  J’AI ÉTÉ CHANGÉ</a:t>
            </a:r>
          </a:p>
          <a:p>
            <a:r>
              <a:rPr lang="fr-FR" smtClean="0"/>
              <a:t>Now I can hold my head up high 'cause I am not the same 
14-  TU AS CHANGÉ MA PERSPECTIVE  AVEC DE NOUVEAUX YEUX JE VOIS </a:t>
            </a:r>
          </a:p>
          <a:p>
            <a:r>
              <a:rPr lang="fr-FR" smtClean="0"/>
              <a:t>You've changed my whole perspective and with new eyes I see
15-  JE SUIS UNE NOUVELLE CRÉATION  PAR CE QUE TU AS FAIT POUR MOI </a:t>
            </a:r>
          </a:p>
          <a:p>
            <a:r>
              <a:rPr lang="fr-FR" smtClean="0"/>
              <a:t>I've become a new creation 'cause of what You've done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
16-  À CAUSE DE CE QUE TU AS FAIT  MA HONTE EST EFFACÉE </a:t>
            </a:r>
          </a:p>
          <a:p>
            <a:r>
              <a:rPr lang="fr-FR" smtClean="0"/>
              <a:t>'Cause of what You've done for me no, I am not ashamed
17-  MON CŒUR EST FINALEMENT LIBRE  JE SUIS CHANGÉ À JAMAIS </a:t>
            </a:r>
          </a:p>
          <a:p>
            <a:r>
              <a:rPr lang="fr-FR" smtClean="0"/>
              <a:t>This heart of mine is finally free I'll never be the same, yeah</a:t>
            </a:r>
          </a:p>
          <a:p>
            <a:r>
              <a:rPr lang="fr-FR" smtClean="0"/>
              <a:t>
	Refrain x3 
</a:t>
            </a:r>
          </a:p>
          <a:p>
            <a:r>
              <a:rPr lang="fr-FR" smtClean="0"/>
              <a:t>18- C’EST UNE NOUVELLE JOURNÉE</a:t>
            </a:r>
          </a:p>
          <a:p>
            <a:r>
              <a:rPr lang="fr-FR" smtClean="0"/>
              <a:t>It's a brand new day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134459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C’EST UNE NOUVELLE JOURNÉE  UNE NOUVELLE SAISON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 new day oh, it's a new time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2-  MA VIE JE VIVRAI  D’UNE NOUVELLE FAÇON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there's a new way I'm gonna live my life
	3-  CE QUI EST ANCIEN EST PASSÉ  ET TOUT EST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All the old has, passed away and new has come
	4-  GLOIRE À DIEU C’EST UNE NOUVELLE JOURNÉE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Thank God, it's a brand new 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QUAND JE REGARDE À HIER  J’AI EN MOI BIEN DES REGRETS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Lookin' back on yesterday there are things that I regret
6-  MAIS JE METS LE PASSÉ DERRIÈRE  ET JE N’OUBLIERAI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 put the past behind me and I never will forget
7-  QUE TU AS COUVERT MES ERREURS  MES RÊVES BRISÉS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covered my mistakes and my broken dreams
8-  MAIS JE VOIS À L’HORIZON  UNE LUMIÈRE S’APPROCHER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over the horizon I see the dawn is drawing near 
9-  OUI, LE SOLEIL S’EST VRAIMENT LEVÉ DEMAIN EST ENFIN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realize the sun did rise tomorrow's finally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QUAND JE ME RÉVEILLE  EN PENSANT À MES FAUTES PASSÉES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when I wake up thinkin' 'bout the things I've done before
11-  LES SOUVENIRS QUI M’EMPRISONNAIENT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Memories I could not escape 
12-  NE ME HANTERONT PLUS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 they can't haunt me anymore  
13-  JE PEUX VIVRE LA TÊTE HAUTE CAR  J’AI ÉTÉ CHANGÉ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I can hold my head up high 'cause I am not the same 
14-  TU AS CHANGÉ MA PERSPECTIVE  AVEC DE NOUVEAUX YEUX JE VOIS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 changed my whole perspective and with new eyes I see
15-  JE SUIS UNE NOUVELLE CRÉATION  PAR CE QUE TU AS FAIT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I've become a new creation 'cause of what You've done for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16-  À CAUSE DE CE QUE TU AS FAIT  MA HONTE EST EFFACÉE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of what You've done for me no, I am not ashamed
17-  MON CŒUR EST FINALEMENT LIBRE  JE SUIS CHANGÉ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heart of mine is finally free I'll never be the same, yeah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x3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C’EST UNE NOUVELLE JOURNÉE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a brand new 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C’EST UNE NOUVELLE JOURNÉE  UNE NOUVELLE SAISON </a:t>
            </a:r>
          </a:p>
          <a:p>
            <a:r>
              <a:rPr lang="fr-FR" smtClean="0"/>
              <a:t>	It's a new day oh, it's a new time</a:t>
            </a:r>
          </a:p>
          <a:p>
            <a:r>
              <a:rPr lang="fr-FR" smtClean="0"/>
              <a:t>	2-  MA VIE JE VIVRAI  D’UNE NOUVELLE FAÇON </a:t>
            </a:r>
          </a:p>
          <a:p>
            <a:r>
              <a:rPr lang="fr-FR" smtClean="0"/>
              <a:t>	And there's a new way I'm gonna live my life
	3-  CE QUI EST ANCIEN EST PASSÉ  ET TOUT EST NOUVEAU </a:t>
            </a:r>
          </a:p>
          <a:p>
            <a:r>
              <a:rPr lang="fr-FR" smtClean="0"/>
              <a:t>	All the old has, passed away and new has come
	4-  GLOIRE À DIEU C’EST UNE NOUVELLE JOURNÉE </a:t>
            </a:r>
          </a:p>
          <a:p>
            <a:r>
              <a:rPr lang="fr-FR" smtClean="0"/>
              <a:t>	Thank God, it's a brand new day</a:t>
            </a:r>
          </a:p>
          <a:p>
            <a:r>
              <a:rPr lang="fr-FR" smtClean="0"/>
              <a:t>
5-  QUAND JE REGARDE À HIER  J’AI EN MOI BIEN DES REGRETS </a:t>
            </a:r>
          </a:p>
          <a:p>
            <a:r>
              <a:rPr lang="fr-FR" smtClean="0"/>
              <a:t>Lookin' back on yesterday there are things that I regret
6-  MAIS JE METS LE PASSÉ DERRIÈRE  ET JE N’OUBLIERAI JAMAIS </a:t>
            </a:r>
          </a:p>
          <a:p>
            <a:r>
              <a:rPr lang="fr-FR" smtClean="0"/>
              <a:t>But I put the past behind me and I never will forget
7-  QUE TU AS COUVERT MES ERREURS  MES RÊVES BRISÉS </a:t>
            </a:r>
          </a:p>
          <a:p>
            <a:r>
              <a:rPr lang="fr-FR" smtClean="0"/>
              <a:t>You have covered my mistakes and my broken dreams
8-  MAIS JE VOIS À L’HORIZON  UNE LUMIÈRE S’APPROCHER DE MOI</a:t>
            </a:r>
          </a:p>
          <a:p>
            <a:r>
              <a:rPr lang="fr-FR" smtClean="0"/>
              <a:t>Now over the horizon I see the dawn is drawing near 
9-  OUI, LE SOLEIL S’EST VRAIMENT LEVÉ DEMAIN EST ENFIN LÀ </a:t>
            </a:r>
          </a:p>
          <a:p>
            <a:r>
              <a:rPr lang="fr-FR" smtClean="0"/>
              <a:t>And I realize the sun did rise tomorrow's finally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10-  QUAND JE ME RÉVEILLE  EN PENSANT À MES FAUTES PASSÉES </a:t>
            </a:r>
          </a:p>
          <a:p>
            <a:r>
              <a:rPr lang="fr-FR" smtClean="0"/>
              <a:t>Now when I wake up thinkin' 'bout the things I've done before
11-  LES SOUVENIRS QUI M’EMPRISONNAIENT</a:t>
            </a:r>
          </a:p>
          <a:p>
            <a:r>
              <a:rPr lang="fr-FR" smtClean="0"/>
              <a:t>Memories I could not escape 
12-  NE ME HANTERONT PLUS JAMAIS</a:t>
            </a:r>
          </a:p>
          <a:p>
            <a:r>
              <a:rPr lang="fr-FR" smtClean="0"/>
              <a:t>Well they can't haunt me anymore  
13-  JE PEUX VIVRE LA TÊTE HAUTE CAR  J’AI ÉTÉ CHANGÉ</a:t>
            </a:r>
          </a:p>
          <a:p>
            <a:r>
              <a:rPr lang="fr-FR" smtClean="0"/>
              <a:t>Now I can hold my head up high 'cause I am not the same 
14-  TU AS CHANGÉ MA PERSPECTIVE  AVEC DE NOUVEAUX YEUX JE VOIS </a:t>
            </a:r>
          </a:p>
          <a:p>
            <a:r>
              <a:rPr lang="fr-FR" smtClean="0"/>
              <a:t>You've changed my whole perspective and with new eyes I see
15-  JE SUIS UNE NOUVELLE CRÉATION  PAR CE QUE TU AS FAIT POUR MOI </a:t>
            </a:r>
          </a:p>
          <a:p>
            <a:r>
              <a:rPr lang="fr-FR" smtClean="0"/>
              <a:t>I've become a new creation 'cause of what You've done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
16-  À CAUSE DE CE QUE TU AS FAIT  MA HONTE EST EFFACÉE </a:t>
            </a:r>
          </a:p>
          <a:p>
            <a:r>
              <a:rPr lang="fr-FR" smtClean="0"/>
              <a:t>'Cause of what You've done for me no, I am not ashamed
17-  MON CŒUR EST FINALEMENT LIBRE  JE SUIS CHANGÉ À JAMAIS </a:t>
            </a:r>
          </a:p>
          <a:p>
            <a:r>
              <a:rPr lang="fr-FR" smtClean="0"/>
              <a:t>This heart of mine is finally free I'll never be the same, yeah</a:t>
            </a:r>
          </a:p>
          <a:p>
            <a:r>
              <a:rPr lang="fr-FR" smtClean="0"/>
              <a:t>
	Refrain x3 
</a:t>
            </a:r>
          </a:p>
          <a:p>
            <a:r>
              <a:rPr lang="fr-FR" smtClean="0"/>
              <a:t>18- C’EST UNE NOUVELLE JOURNÉE</a:t>
            </a:r>
          </a:p>
          <a:p>
            <a:r>
              <a:rPr lang="fr-FR" smtClean="0"/>
              <a:t>It's a brand new day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42185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C’EST UNE NOUVELLE JOURNÉE  UNE NOUVELLE SAISON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 new day oh, it's a new time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2-  MA VIE JE VIVRAI  D’UNE NOUVELLE FAÇON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there's a new way I'm gonna live my life
	3-  CE QUI EST ANCIEN EST PASSÉ  ET TOUT EST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All the old has, passed away and new has come
	4-  GLOIRE À DIEU C’EST UNE NOUVELLE JOURNÉE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Thank God, it's a brand new 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QUAND JE REGARDE À HIER  J’AI EN MOI BIEN DES REGRETS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Lookin' back on yesterday there are things that I regret
6-  MAIS JE METS LE PASSÉ DERRIÈRE  ET JE N’OUBLIERAI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 put the past behind me and I never will forget
7-  QUE TU AS COUVERT MES ERREURS  MES RÊVES BRISÉS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covered my mistakes and my broken dreams
8-  MAIS JE VOIS À L’HORIZON  UNE LUMIÈRE S’APPROCHER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over the horizon I see the dawn is drawing near 
9-  OUI, LE SOLEIL S’EST VRAIMENT LEVÉ DEMAIN EST ENFIN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realize the sun did rise tomorrow's finally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QUAND JE ME RÉVEILLE  EN PENSANT À MES FAUTES PASSÉES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when I wake up thinkin' 'bout the things I've done before
11-  LES SOUVENIRS QUI M’EMPRISONNAIENT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Memories I could not escape 
12-  NE ME HANTERONT PLUS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 they can't haunt me anymore  
13-  JE PEUX VIVRE LA TÊTE HAUTE CAR  J’AI ÉTÉ CHANGÉ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I can hold my head up high 'cause I am not the same 
14-  TU AS CHANGÉ MA PERSPECTIVE  AVEC DE NOUVEAUX YEUX JE VOIS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 changed my whole perspective and with new eyes I see
15-  JE SUIS UNE NOUVELLE CRÉATION  PAR CE QUE TU AS FAIT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I've become a new creation 'cause of what You've done for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16-  À CAUSE DE CE QUE TU AS FAIT  MA HONTE EST EFFACÉE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of what You've done for me no, I am not ashamed
17-  MON CŒUR EST FINALEMENT LIBRE  JE SUIS CHANGÉ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heart of mine is finally free I'll never be the same, yeah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x3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C’EST UNE NOUVELLE JOURNÉE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a brand new 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C’EST UNE NOUVELLE JOURNÉE  UNE NOUVELLE SAISON </a:t>
            </a:r>
          </a:p>
          <a:p>
            <a:r>
              <a:rPr lang="fr-FR" smtClean="0"/>
              <a:t>	It's a new day oh, it's a new time</a:t>
            </a:r>
          </a:p>
          <a:p>
            <a:r>
              <a:rPr lang="fr-FR" smtClean="0"/>
              <a:t>	2-  MA VIE JE VIVRAI  D’UNE NOUVELLE FAÇON </a:t>
            </a:r>
          </a:p>
          <a:p>
            <a:r>
              <a:rPr lang="fr-FR" smtClean="0"/>
              <a:t>	And there's a new way I'm gonna live my life
	3-  CE QUI EST ANCIEN EST PASSÉ  ET TOUT EST NOUVEAU </a:t>
            </a:r>
          </a:p>
          <a:p>
            <a:r>
              <a:rPr lang="fr-FR" smtClean="0"/>
              <a:t>	All the old has, passed away and new has come
	4-  GLOIRE À DIEU C’EST UNE NOUVELLE JOURNÉE </a:t>
            </a:r>
          </a:p>
          <a:p>
            <a:r>
              <a:rPr lang="fr-FR" smtClean="0"/>
              <a:t>	Thank God, it's a brand new day</a:t>
            </a:r>
          </a:p>
          <a:p>
            <a:r>
              <a:rPr lang="fr-FR" smtClean="0"/>
              <a:t>
5-  QUAND JE REGARDE À HIER  J’AI EN MOI BIEN DES REGRETS </a:t>
            </a:r>
          </a:p>
          <a:p>
            <a:r>
              <a:rPr lang="fr-FR" smtClean="0"/>
              <a:t>Lookin' back on yesterday there are things that I regret
6-  MAIS JE METS LE PASSÉ DERRIÈRE  ET JE N’OUBLIERAI JAMAIS </a:t>
            </a:r>
          </a:p>
          <a:p>
            <a:r>
              <a:rPr lang="fr-FR" smtClean="0"/>
              <a:t>But I put the past behind me and I never will forget
7-  QUE TU AS COUVERT MES ERREURS  MES RÊVES BRISÉS </a:t>
            </a:r>
          </a:p>
          <a:p>
            <a:r>
              <a:rPr lang="fr-FR" smtClean="0"/>
              <a:t>You have covered my mistakes and my broken dreams
8-  MAIS JE VOIS À L’HORIZON  UNE LUMIÈRE S’APPROCHER DE MOI</a:t>
            </a:r>
          </a:p>
          <a:p>
            <a:r>
              <a:rPr lang="fr-FR" smtClean="0"/>
              <a:t>Now over the horizon I see the dawn is drawing near 
9-  OUI, LE SOLEIL S’EST VRAIMENT LEVÉ DEMAIN EST ENFIN LÀ </a:t>
            </a:r>
          </a:p>
          <a:p>
            <a:r>
              <a:rPr lang="fr-FR" smtClean="0"/>
              <a:t>And I realize the sun did rise tomorrow's finally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10-  QUAND JE ME RÉVEILLE  EN PENSANT À MES FAUTES PASSÉES </a:t>
            </a:r>
          </a:p>
          <a:p>
            <a:r>
              <a:rPr lang="fr-FR" smtClean="0"/>
              <a:t>Now when I wake up thinkin' 'bout the things I've done before
11-  LES SOUVENIRS QUI M’EMPRISONNAIENT</a:t>
            </a:r>
          </a:p>
          <a:p>
            <a:r>
              <a:rPr lang="fr-FR" smtClean="0"/>
              <a:t>Memories I could not escape 
12-  NE ME HANTERONT PLUS JAMAIS</a:t>
            </a:r>
          </a:p>
          <a:p>
            <a:r>
              <a:rPr lang="fr-FR" smtClean="0"/>
              <a:t>Well they can't haunt me anymore  
13-  JE PEUX VIVRE LA TÊTE HAUTE CAR  J’AI ÉTÉ CHANGÉ</a:t>
            </a:r>
          </a:p>
          <a:p>
            <a:r>
              <a:rPr lang="fr-FR" smtClean="0"/>
              <a:t>Now I can hold my head up high 'cause I am not the same 
14-  TU AS CHANGÉ MA PERSPECTIVE  AVEC DE NOUVEAUX YEUX JE VOIS </a:t>
            </a:r>
          </a:p>
          <a:p>
            <a:r>
              <a:rPr lang="fr-FR" smtClean="0"/>
              <a:t>You've changed my whole perspective and with new eyes I see
15-  JE SUIS UNE NOUVELLE CRÉATION  PAR CE QUE TU AS FAIT POUR MOI </a:t>
            </a:r>
          </a:p>
          <a:p>
            <a:r>
              <a:rPr lang="fr-FR" smtClean="0"/>
              <a:t>I've become a new creation 'cause of what You've done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
16-  À CAUSE DE CE QUE TU AS FAIT  MA HONTE EST EFFACÉE </a:t>
            </a:r>
          </a:p>
          <a:p>
            <a:r>
              <a:rPr lang="fr-FR" smtClean="0"/>
              <a:t>'Cause of what You've done for me no, I am not ashamed
17-  MON CŒUR EST FINALEMENT LIBRE  JE SUIS CHANGÉ À JAMAIS </a:t>
            </a:r>
          </a:p>
          <a:p>
            <a:r>
              <a:rPr lang="fr-FR" smtClean="0"/>
              <a:t>This heart of mine is finally free I'll never be the same, yeah</a:t>
            </a:r>
          </a:p>
          <a:p>
            <a:r>
              <a:rPr lang="fr-FR" smtClean="0"/>
              <a:t>
	Refrain x3 
</a:t>
            </a:r>
          </a:p>
          <a:p>
            <a:r>
              <a:rPr lang="fr-FR" smtClean="0"/>
              <a:t>18- C’EST UNE NOUVELLE JOURNÉE</a:t>
            </a:r>
          </a:p>
          <a:p>
            <a:r>
              <a:rPr lang="fr-FR" smtClean="0"/>
              <a:t>It's a brand new day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490373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C’EST UNE NOUVELLE JOURNÉE  UNE NOUVELLE SAISON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 new day oh, it's a new time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2-  MA VIE JE VIVRAI  D’UNE NOUVELLE FAÇON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there's a new way I'm gonna live my life
	3-  CE QUI EST ANCIEN EST PASSÉ  ET TOUT EST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All the old has, passed away and new has come
	4-  GLOIRE À DIEU C’EST UNE NOUVELLE JOURNÉE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Thank God, it's a brand new 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QUAND JE REGARDE À HIER  J’AI EN MOI BIEN DES REGRETS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Lookin' back on yesterday there are things that I regret
6-  MAIS JE METS LE PASSÉ DERRIÈRE  ET JE N’OUBLIERAI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 put the past behind me and I never will forget
7-  QUE TU AS COUVERT MES ERREURS  MES RÊVES BRISÉS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covered my mistakes and my broken dreams
8-  MAIS JE VOIS À L’HORIZON  UNE LUMIÈRE S’APPROCHER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over the horizon I see the dawn is drawing near 
9-  OUI, LE SOLEIL S’EST VRAIMENT LEVÉ DEMAIN EST ENFIN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realize the sun did rise tomorrow's finally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QUAND JE ME RÉVEILLE  EN PENSANT À MES FAUTES PASSÉES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when I wake up thinkin' 'bout the things I've done before
11-  LES SOUVENIRS QUI M’EMPRISONNAIENT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Memories I could not escape 
12-  NE ME HANTERONT PLUS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 they can't haunt me anymore  
13-  JE PEUX VIVRE LA TÊTE HAUTE CAR  J’AI ÉTÉ CHANGÉ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I can hold my head up high 'cause I am not the same 
14-  TU AS CHANGÉ MA PERSPECTIVE  AVEC DE NOUVEAUX YEUX JE VOIS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 changed my whole perspective and with new eyes I see
15-  JE SUIS UNE NOUVELLE CRÉATION  PAR CE QUE TU AS FAIT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I've become a new creation 'cause of what You've done for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16-  À CAUSE DE CE QUE TU AS FAIT  MA HONTE EST EFFACÉE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of what You've done for me no, I am not ashamed
17-  MON CŒUR EST FINALEMENT LIBRE  JE SUIS CHANGÉ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heart of mine is finally free I'll never be the same, yeah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x3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C’EST UNE NOUVELLE JOURNÉE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a brand new 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C’EST UNE NOUVELLE JOURNÉE  UNE NOUVELLE SAISON </a:t>
            </a:r>
          </a:p>
          <a:p>
            <a:r>
              <a:rPr lang="fr-FR" smtClean="0"/>
              <a:t>	It's a new day oh, it's a new time</a:t>
            </a:r>
          </a:p>
          <a:p>
            <a:r>
              <a:rPr lang="fr-FR" smtClean="0"/>
              <a:t>	2-  MA VIE JE VIVRAI  D’UNE NOUVELLE FAÇON </a:t>
            </a:r>
          </a:p>
          <a:p>
            <a:r>
              <a:rPr lang="fr-FR" smtClean="0"/>
              <a:t>	And there's a new way I'm gonna live my life
	3-  CE QUI EST ANCIEN EST PASSÉ  ET TOUT EST NOUVEAU </a:t>
            </a:r>
          </a:p>
          <a:p>
            <a:r>
              <a:rPr lang="fr-FR" smtClean="0"/>
              <a:t>	All the old has, passed away and new has come
	4-  GLOIRE À DIEU C’EST UNE NOUVELLE JOURNÉE </a:t>
            </a:r>
          </a:p>
          <a:p>
            <a:r>
              <a:rPr lang="fr-FR" smtClean="0"/>
              <a:t>	Thank God, it's a brand new day</a:t>
            </a:r>
          </a:p>
          <a:p>
            <a:r>
              <a:rPr lang="fr-FR" smtClean="0"/>
              <a:t>
5-  QUAND JE REGARDE À HIER  J’AI EN MOI BIEN DES REGRETS </a:t>
            </a:r>
          </a:p>
          <a:p>
            <a:r>
              <a:rPr lang="fr-FR" smtClean="0"/>
              <a:t>Lookin' back on yesterday there are things that I regret
6-  MAIS JE METS LE PASSÉ DERRIÈRE  ET JE N’OUBLIERAI JAMAIS </a:t>
            </a:r>
          </a:p>
          <a:p>
            <a:r>
              <a:rPr lang="fr-FR" smtClean="0"/>
              <a:t>But I put the past behind me and I never will forget
7-  QUE TU AS COUVERT MES ERREURS  MES RÊVES BRISÉS </a:t>
            </a:r>
          </a:p>
          <a:p>
            <a:r>
              <a:rPr lang="fr-FR" smtClean="0"/>
              <a:t>You have covered my mistakes and my broken dreams
8-  MAIS JE VOIS À L’HORIZON  UNE LUMIÈRE S’APPROCHER DE MOI</a:t>
            </a:r>
          </a:p>
          <a:p>
            <a:r>
              <a:rPr lang="fr-FR" smtClean="0"/>
              <a:t>Now over the horizon I see the dawn is drawing near 
9-  OUI, LE SOLEIL S’EST VRAIMENT LEVÉ DEMAIN EST ENFIN LÀ </a:t>
            </a:r>
          </a:p>
          <a:p>
            <a:r>
              <a:rPr lang="fr-FR" smtClean="0"/>
              <a:t>And I realize the sun did rise tomorrow's finally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10-  QUAND JE ME RÉVEILLE  EN PENSANT À MES FAUTES PASSÉES </a:t>
            </a:r>
          </a:p>
          <a:p>
            <a:r>
              <a:rPr lang="fr-FR" smtClean="0"/>
              <a:t>Now when I wake up thinkin' 'bout the things I've done before
11-  LES SOUVENIRS QUI M’EMPRISONNAIENT</a:t>
            </a:r>
          </a:p>
          <a:p>
            <a:r>
              <a:rPr lang="fr-FR" smtClean="0"/>
              <a:t>Memories I could not escape 
12-  NE ME HANTERONT PLUS JAMAIS</a:t>
            </a:r>
          </a:p>
          <a:p>
            <a:r>
              <a:rPr lang="fr-FR" smtClean="0"/>
              <a:t>Well they can't haunt me anymore  
13-  JE PEUX VIVRE LA TÊTE HAUTE CAR  J’AI ÉTÉ CHANGÉ</a:t>
            </a:r>
          </a:p>
          <a:p>
            <a:r>
              <a:rPr lang="fr-FR" smtClean="0"/>
              <a:t>Now I can hold my head up high 'cause I am not the same 
14-  TU AS CHANGÉ MA PERSPECTIVE  AVEC DE NOUVEAUX YEUX JE VOIS </a:t>
            </a:r>
          </a:p>
          <a:p>
            <a:r>
              <a:rPr lang="fr-FR" smtClean="0"/>
              <a:t>You've changed my whole perspective and with new eyes I see
15-  JE SUIS UNE NOUVELLE CRÉATION  PAR CE QUE TU AS FAIT POUR MOI </a:t>
            </a:r>
          </a:p>
          <a:p>
            <a:r>
              <a:rPr lang="fr-FR" smtClean="0"/>
              <a:t>I've become a new creation 'cause of what You've done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
16-  À CAUSE DE CE QUE TU AS FAIT  MA HONTE EST EFFACÉE </a:t>
            </a:r>
          </a:p>
          <a:p>
            <a:r>
              <a:rPr lang="fr-FR" smtClean="0"/>
              <a:t>'Cause of what You've done for me no, I am not ashamed
17-  MON CŒUR EST FINALEMENT LIBRE  JE SUIS CHANGÉ À JAMAIS </a:t>
            </a:r>
          </a:p>
          <a:p>
            <a:r>
              <a:rPr lang="fr-FR" smtClean="0"/>
              <a:t>This heart of mine is finally free I'll never be the same, yeah</a:t>
            </a:r>
          </a:p>
          <a:p>
            <a:r>
              <a:rPr lang="fr-FR" smtClean="0"/>
              <a:t>
	Refrain x3 
</a:t>
            </a:r>
          </a:p>
          <a:p>
            <a:r>
              <a:rPr lang="fr-FR" smtClean="0"/>
              <a:t>18- C’EST UNE NOUVELLE JOURNÉE</a:t>
            </a:r>
          </a:p>
          <a:p>
            <a:r>
              <a:rPr lang="fr-FR" smtClean="0"/>
              <a:t>It's a brand new day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378499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C’EST UNE NOUVELLE JOURNÉE  UNE NOUVELLE SAISON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 new day oh, it's a new time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2-  MA VIE JE VIVRAI  D’UNE NOUVELLE FAÇON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there's a new way I'm gonna live my life
	3-  CE QUI EST ANCIEN EST PASSÉ  ET TOUT EST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All the old has, passed away and new has come
	4-  GLOIRE À DIEU C’EST UNE NOUVELLE JOURNÉE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Thank God, it's a brand new 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QUAND JE REGARDE À HIER  J’AI EN MOI BIEN DES REGRETS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Lookin' back on yesterday there are things that I regret
6-  MAIS JE METS LE PASSÉ DERRIÈRE  ET JE N’OUBLIERAI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 put the past behind me and I never will forget
7-  QUE TU AS COUVERT MES ERREURS  MES RÊVES BRISÉS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covered my mistakes and my broken dreams
8-  MAIS JE VOIS À L’HORIZON  UNE LUMIÈRE S’APPROCHER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over the horizon I see the dawn is drawing near 
9-  OUI, LE SOLEIL S’EST VRAIMENT LEVÉ DEMAIN EST ENFIN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realize the sun did rise tomorrow's finally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QUAND JE ME RÉVEILLE  EN PENSANT À MES FAUTES PASSÉES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when I wake up thinkin' 'bout the things I've done before
11-  LES SOUVENIRS QUI M’EMPRISONNAIENT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Memories I could not escape 
12-  NE ME HANTERONT PLUS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 they can't haunt me anymore  
13-  JE PEUX VIVRE LA TÊTE HAUTE CAR  J’AI ÉTÉ CHANGÉ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I can hold my head up high 'cause I am not the same 
14-  TU AS CHANGÉ MA PERSPECTIVE  AVEC DE NOUVEAUX YEUX JE VOIS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 changed my whole perspective and with new eyes I see
15-  JE SUIS UNE NOUVELLE CRÉATION  PAR CE QUE TU AS FAIT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I've become a new creation 'cause of what You've done for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16-  À CAUSE DE CE QUE TU AS FAIT  MA HONTE EST EFFACÉE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of what You've done for me no, I am not ashamed
17-  MON CŒUR EST FINALEMENT LIBRE  JE SUIS CHANGÉ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heart of mine is finally free I'll never be the same, yeah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x3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C’EST UNE NOUVELLE JOURNÉE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a brand new 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C’EST UNE NOUVELLE JOURNÉE  UNE NOUVELLE SAISON </a:t>
            </a:r>
          </a:p>
          <a:p>
            <a:r>
              <a:rPr lang="fr-FR" smtClean="0"/>
              <a:t>	It's a new day oh, it's a new time</a:t>
            </a:r>
          </a:p>
          <a:p>
            <a:r>
              <a:rPr lang="fr-FR" smtClean="0"/>
              <a:t>	2-  MA VIE JE VIVRAI  D’UNE NOUVELLE FAÇON </a:t>
            </a:r>
          </a:p>
          <a:p>
            <a:r>
              <a:rPr lang="fr-FR" smtClean="0"/>
              <a:t>	And there's a new way I'm gonna live my life
	3-  CE QUI EST ANCIEN EST PASSÉ  ET TOUT EST NOUVEAU </a:t>
            </a:r>
          </a:p>
          <a:p>
            <a:r>
              <a:rPr lang="fr-FR" smtClean="0"/>
              <a:t>	All the old has, passed away and new has come
	4-  GLOIRE À DIEU C’EST UNE NOUVELLE JOURNÉE </a:t>
            </a:r>
          </a:p>
          <a:p>
            <a:r>
              <a:rPr lang="fr-FR" smtClean="0"/>
              <a:t>	Thank God, it's a brand new day</a:t>
            </a:r>
          </a:p>
          <a:p>
            <a:r>
              <a:rPr lang="fr-FR" smtClean="0"/>
              <a:t>
5-  QUAND JE REGARDE À HIER  J’AI EN MOI BIEN DES REGRETS </a:t>
            </a:r>
          </a:p>
          <a:p>
            <a:r>
              <a:rPr lang="fr-FR" smtClean="0"/>
              <a:t>Lookin' back on yesterday there are things that I regret
6-  MAIS JE METS LE PASSÉ DERRIÈRE  ET JE N’OUBLIERAI JAMAIS </a:t>
            </a:r>
          </a:p>
          <a:p>
            <a:r>
              <a:rPr lang="fr-FR" smtClean="0"/>
              <a:t>But I put the past behind me and I never will forget
7-  QUE TU AS COUVERT MES ERREURS  MES RÊVES BRISÉS </a:t>
            </a:r>
          </a:p>
          <a:p>
            <a:r>
              <a:rPr lang="fr-FR" smtClean="0"/>
              <a:t>You have covered my mistakes and my broken dreams
8-  MAIS JE VOIS À L’HORIZON  UNE LUMIÈRE S’APPROCHER DE MOI</a:t>
            </a:r>
          </a:p>
          <a:p>
            <a:r>
              <a:rPr lang="fr-FR" smtClean="0"/>
              <a:t>Now over the horizon I see the dawn is drawing near 
9-  OUI, LE SOLEIL S’EST VRAIMENT LEVÉ DEMAIN EST ENFIN LÀ </a:t>
            </a:r>
          </a:p>
          <a:p>
            <a:r>
              <a:rPr lang="fr-FR" smtClean="0"/>
              <a:t>And I realize the sun did rise tomorrow's finally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10-  QUAND JE ME RÉVEILLE  EN PENSANT À MES FAUTES PASSÉES </a:t>
            </a:r>
          </a:p>
          <a:p>
            <a:r>
              <a:rPr lang="fr-FR" smtClean="0"/>
              <a:t>Now when I wake up thinkin' 'bout the things I've done before
11-  LES SOUVENIRS QUI M’EMPRISONNAIENT</a:t>
            </a:r>
          </a:p>
          <a:p>
            <a:r>
              <a:rPr lang="fr-FR" smtClean="0"/>
              <a:t>Memories I could not escape 
12-  NE ME HANTERONT PLUS JAMAIS</a:t>
            </a:r>
          </a:p>
          <a:p>
            <a:r>
              <a:rPr lang="fr-FR" smtClean="0"/>
              <a:t>Well they can't haunt me anymore  
13-  JE PEUX VIVRE LA TÊTE HAUTE CAR  J’AI ÉTÉ CHANGÉ</a:t>
            </a:r>
          </a:p>
          <a:p>
            <a:r>
              <a:rPr lang="fr-FR" smtClean="0"/>
              <a:t>Now I can hold my head up high 'cause I am not the same 
14-  TU AS CHANGÉ MA PERSPECTIVE  AVEC DE NOUVEAUX YEUX JE VOIS </a:t>
            </a:r>
          </a:p>
          <a:p>
            <a:r>
              <a:rPr lang="fr-FR" smtClean="0"/>
              <a:t>You've changed my whole perspective and with new eyes I see
15-  JE SUIS UNE NOUVELLE CRÉATION  PAR CE QUE TU AS FAIT POUR MOI </a:t>
            </a:r>
          </a:p>
          <a:p>
            <a:r>
              <a:rPr lang="fr-FR" smtClean="0"/>
              <a:t>I've become a new creation 'cause of what You've done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
16-  À CAUSE DE CE QUE TU AS FAIT  MA HONTE EST EFFACÉE </a:t>
            </a:r>
          </a:p>
          <a:p>
            <a:r>
              <a:rPr lang="fr-FR" smtClean="0"/>
              <a:t>'Cause of what You've done for me no, I am not ashamed
17-  MON CŒUR EST FINALEMENT LIBRE  JE SUIS CHANGÉ À JAMAIS </a:t>
            </a:r>
          </a:p>
          <a:p>
            <a:r>
              <a:rPr lang="fr-FR" smtClean="0"/>
              <a:t>This heart of mine is finally free I'll never be the same, yeah</a:t>
            </a:r>
          </a:p>
          <a:p>
            <a:r>
              <a:rPr lang="fr-FR" smtClean="0"/>
              <a:t>
	Refrain x3 
</a:t>
            </a:r>
          </a:p>
          <a:p>
            <a:r>
              <a:rPr lang="fr-FR" smtClean="0"/>
              <a:t>18- C’EST UNE NOUVELLE JOURNÉE</a:t>
            </a:r>
          </a:p>
          <a:p>
            <a:r>
              <a:rPr lang="fr-FR" smtClean="0"/>
              <a:t>It's a brand new day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3418538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C’EST UNE NOUVELLE JOURNÉE  UNE NOUVELLE SAISON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 new day oh, it's a new time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2-  MA VIE JE VIVRAI  D’UNE NOUVELLE FAÇON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there's a new way I'm gonna live my life
	3-  CE QUI EST ANCIEN EST PASSÉ  ET TOUT EST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All the old has, passed away and new has come
	4-  GLOIRE À DIEU C’EST UNE NOUVELLE JOURNÉE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Thank God, it's a brand new 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QUAND JE REGARDE À HIER  J’AI EN MOI BIEN DES REGRETS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Lookin' back on yesterday there are things that I regret
6-  MAIS JE METS LE PASSÉ DERRIÈRE  ET JE N’OUBLIERAI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 put the past behind me and I never will forget
7-  QUE TU AS COUVERT MES ERREURS  MES RÊVES BRISÉS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covered my mistakes and my broken dreams
8-  MAIS JE VOIS À L’HORIZON  UNE LUMIÈRE S’APPROCHER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over the horizon I see the dawn is drawing near 
9-  OUI, LE SOLEIL S’EST VRAIMENT LEVÉ DEMAIN EST ENFIN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realize the sun did rise tomorrow's finally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QUAND JE ME RÉVEILLE  EN PENSANT À MES FAUTES PASSÉES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when I wake up thinkin' 'bout the things I've done before
11-  LES SOUVENIRS QUI M’EMPRISONNAIENT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Memories I could not escape 
12-  NE ME HANTERONT PLUS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 they can't haunt me anymore  
13-  JE PEUX VIVRE LA TÊTE HAUTE CAR  J’AI ÉTÉ CHANGÉ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I can hold my head up high 'cause I am not the same 
14-  TU AS CHANGÉ MA PERSPECTIVE  AVEC DE NOUVEAUX YEUX JE VOIS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 changed my whole perspective and with new eyes I see
15-  JE SUIS UNE NOUVELLE CRÉATION  PAR CE QUE TU AS FAIT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I've become a new creation 'cause of what You've done for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16-  À CAUSE DE CE QUE TU AS FAIT  MA HONTE EST EFFACÉE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of what You've done for me no, I am not ashamed
17-  MON CŒUR EST FINALEMENT LIBRE  JE SUIS CHANGÉ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heart of mine is finally free I'll never be the same, yeah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x3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C’EST UNE NOUVELLE JOURNÉE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a brand new 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C’EST UNE NOUVELLE JOURNÉE  UNE NOUVELLE SAISON </a:t>
            </a:r>
          </a:p>
          <a:p>
            <a:r>
              <a:rPr lang="fr-FR" smtClean="0"/>
              <a:t>	It's a new day oh, it's a new time</a:t>
            </a:r>
          </a:p>
          <a:p>
            <a:r>
              <a:rPr lang="fr-FR" smtClean="0"/>
              <a:t>	2-  MA VIE JE VIVRAI  D’UNE NOUVELLE FAÇON </a:t>
            </a:r>
          </a:p>
          <a:p>
            <a:r>
              <a:rPr lang="fr-FR" smtClean="0"/>
              <a:t>	And there's a new way I'm gonna live my life
	3-  CE QUI EST ANCIEN EST PASSÉ  ET TOUT EST NOUVEAU </a:t>
            </a:r>
          </a:p>
          <a:p>
            <a:r>
              <a:rPr lang="fr-FR" smtClean="0"/>
              <a:t>	All the old has, passed away and new has come
	4-  GLOIRE À DIEU C’EST UNE NOUVELLE JOURNÉE </a:t>
            </a:r>
          </a:p>
          <a:p>
            <a:r>
              <a:rPr lang="fr-FR" smtClean="0"/>
              <a:t>	Thank God, it's a brand new day</a:t>
            </a:r>
          </a:p>
          <a:p>
            <a:r>
              <a:rPr lang="fr-FR" smtClean="0"/>
              <a:t>
5-  QUAND JE REGARDE À HIER  J’AI EN MOI BIEN DES REGRETS </a:t>
            </a:r>
          </a:p>
          <a:p>
            <a:r>
              <a:rPr lang="fr-FR" smtClean="0"/>
              <a:t>Lookin' back on yesterday there are things that I regret
6-  MAIS JE METS LE PASSÉ DERRIÈRE  ET JE N’OUBLIERAI JAMAIS </a:t>
            </a:r>
          </a:p>
          <a:p>
            <a:r>
              <a:rPr lang="fr-FR" smtClean="0"/>
              <a:t>But I put the past behind me and I never will forget
7-  QUE TU AS COUVERT MES ERREURS  MES RÊVES BRISÉS </a:t>
            </a:r>
          </a:p>
          <a:p>
            <a:r>
              <a:rPr lang="fr-FR" smtClean="0"/>
              <a:t>You have covered my mistakes and my broken dreams
8-  MAIS JE VOIS À L’HORIZON  UNE LUMIÈRE S’APPROCHER DE MOI</a:t>
            </a:r>
          </a:p>
          <a:p>
            <a:r>
              <a:rPr lang="fr-FR" smtClean="0"/>
              <a:t>Now over the horizon I see the dawn is drawing near 
9-  OUI, LE SOLEIL S’EST VRAIMENT LEVÉ DEMAIN EST ENFIN LÀ </a:t>
            </a:r>
          </a:p>
          <a:p>
            <a:r>
              <a:rPr lang="fr-FR" smtClean="0"/>
              <a:t>And I realize the sun did rise tomorrow's finally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10-  QUAND JE ME RÉVEILLE  EN PENSANT À MES FAUTES PASSÉES </a:t>
            </a:r>
          </a:p>
          <a:p>
            <a:r>
              <a:rPr lang="fr-FR" smtClean="0"/>
              <a:t>Now when I wake up thinkin' 'bout the things I've done before
11-  LES SOUVENIRS QUI M’EMPRISONNAIENT</a:t>
            </a:r>
          </a:p>
          <a:p>
            <a:r>
              <a:rPr lang="fr-FR" smtClean="0"/>
              <a:t>Memories I could not escape 
12-  NE ME HANTERONT PLUS JAMAIS</a:t>
            </a:r>
          </a:p>
          <a:p>
            <a:r>
              <a:rPr lang="fr-FR" smtClean="0"/>
              <a:t>Well they can't haunt me anymore  
13-  JE PEUX VIVRE LA TÊTE HAUTE CAR  J’AI ÉTÉ CHANGÉ</a:t>
            </a:r>
          </a:p>
          <a:p>
            <a:r>
              <a:rPr lang="fr-FR" smtClean="0"/>
              <a:t>Now I can hold my head up high 'cause I am not the same 
14-  TU AS CHANGÉ MA PERSPECTIVE  AVEC DE NOUVEAUX YEUX JE VOIS </a:t>
            </a:r>
          </a:p>
          <a:p>
            <a:r>
              <a:rPr lang="fr-FR" smtClean="0"/>
              <a:t>You've changed my whole perspective and with new eyes I see
15-  JE SUIS UNE NOUVELLE CRÉATION  PAR CE QUE TU AS FAIT POUR MOI </a:t>
            </a:r>
          </a:p>
          <a:p>
            <a:r>
              <a:rPr lang="fr-FR" smtClean="0"/>
              <a:t>I've become a new creation 'cause of what You've done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
16-  À CAUSE DE CE QUE TU AS FAIT  MA HONTE EST EFFACÉE </a:t>
            </a:r>
          </a:p>
          <a:p>
            <a:r>
              <a:rPr lang="fr-FR" smtClean="0"/>
              <a:t>'Cause of what You've done for me no, I am not ashamed
17-  MON CŒUR EST FINALEMENT LIBRE  JE SUIS CHANGÉ À JAMAIS </a:t>
            </a:r>
          </a:p>
          <a:p>
            <a:r>
              <a:rPr lang="fr-FR" smtClean="0"/>
              <a:t>This heart of mine is finally free I'll never be the same, yeah</a:t>
            </a:r>
          </a:p>
          <a:p>
            <a:r>
              <a:rPr lang="fr-FR" smtClean="0"/>
              <a:t>
	Refrain x3 
</a:t>
            </a:r>
          </a:p>
          <a:p>
            <a:r>
              <a:rPr lang="fr-FR" smtClean="0"/>
              <a:t>18- C’EST UNE NOUVELLE JOURNÉE</a:t>
            </a:r>
          </a:p>
          <a:p>
            <a:r>
              <a:rPr lang="fr-FR" smtClean="0"/>
              <a:t>It's a brand new day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9926485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C’EST UNE NOUVELLE JOURNÉE  UNE NOUVELLE SAISON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 new day oh, it's a new time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2-  MA VIE JE VIVRAI  D’UNE NOUVELLE FAÇON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there's a new way I'm gonna live my life
	3-  CE QUI EST ANCIEN EST PASSÉ  ET TOUT EST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All the old has, passed away and new has come
	4-  GLOIRE À DIEU C’EST UNE NOUVELLE JOURNÉE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Thank God, it's a brand new 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QUAND JE REGARDE À HIER  J’AI EN MOI BIEN DES REGRETS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Lookin' back on yesterday there are things that I regret
6-  MAIS JE METS LE PASSÉ DERRIÈRE  ET JE N’OUBLIERAI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 put the past behind me and I never will forget
7-  QUE TU AS COUVERT MES ERREURS  MES RÊVES BRISÉS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covered my mistakes and my broken dreams
8-  MAIS JE VOIS À L’HORIZON  UNE LUMIÈRE S’APPROCHER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over the horizon I see the dawn is drawing near 
9-  OUI, LE SOLEIL S’EST VRAIMENT LEVÉ DEMAIN EST ENFIN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realize the sun did rise tomorrow's finally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QUAND JE ME RÉVEILLE  EN PENSANT À MES FAUTES PASSÉES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when I wake up thinkin' 'bout the things I've done before
11-  LES SOUVENIRS QUI M’EMPRISONNAIENT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Memories I could not escape 
12-  NE ME HANTERONT PLUS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 they can't haunt me anymore  
13-  JE PEUX VIVRE LA TÊTE HAUTE CAR  J’AI ÉTÉ CHANGÉ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I can hold my head up high 'cause I am not the same 
14-  TU AS CHANGÉ MA PERSPECTIVE  AVEC DE NOUVEAUX YEUX JE VOIS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 changed my whole perspective and with new eyes I see
15-  JE SUIS UNE NOUVELLE CRÉATION  PAR CE QUE TU AS FAIT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I've become a new creation 'cause of what You've done for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16-  À CAUSE DE CE QUE TU AS FAIT  MA HONTE EST EFFACÉE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of what You've done for me no, I am not ashamed
17-  MON CŒUR EST FINALEMENT LIBRE  JE SUIS CHANGÉ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heart of mine is finally free I'll never be the same, yeah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x3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C’EST UNE NOUVELLE JOURNÉE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a brand new 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C’EST UNE NOUVELLE JOURNÉE  UNE NOUVELLE SAISON </a:t>
            </a:r>
          </a:p>
          <a:p>
            <a:r>
              <a:rPr lang="fr-FR" smtClean="0"/>
              <a:t>	It's a new day oh, it's a new time</a:t>
            </a:r>
          </a:p>
          <a:p>
            <a:r>
              <a:rPr lang="fr-FR" smtClean="0"/>
              <a:t>	2-  MA VIE JE VIVRAI  D’UNE NOUVELLE FAÇON </a:t>
            </a:r>
          </a:p>
          <a:p>
            <a:r>
              <a:rPr lang="fr-FR" smtClean="0"/>
              <a:t>	And there's a new way I'm gonna live my life
	3-  CE QUI EST ANCIEN EST PASSÉ  ET TOUT EST NOUVEAU </a:t>
            </a:r>
          </a:p>
          <a:p>
            <a:r>
              <a:rPr lang="fr-FR" smtClean="0"/>
              <a:t>	All the old has, passed away and new has come
	4-  GLOIRE À DIEU C’EST UNE NOUVELLE JOURNÉE </a:t>
            </a:r>
          </a:p>
          <a:p>
            <a:r>
              <a:rPr lang="fr-FR" smtClean="0"/>
              <a:t>	Thank God, it's a brand new day</a:t>
            </a:r>
          </a:p>
          <a:p>
            <a:r>
              <a:rPr lang="fr-FR" smtClean="0"/>
              <a:t>
5-  QUAND JE REGARDE À HIER  J’AI EN MOI BIEN DES REGRETS </a:t>
            </a:r>
          </a:p>
          <a:p>
            <a:r>
              <a:rPr lang="fr-FR" smtClean="0"/>
              <a:t>Lookin' back on yesterday there are things that I regret
6-  MAIS JE METS LE PASSÉ DERRIÈRE  ET JE N’OUBLIERAI JAMAIS </a:t>
            </a:r>
          </a:p>
          <a:p>
            <a:r>
              <a:rPr lang="fr-FR" smtClean="0"/>
              <a:t>But I put the past behind me and I never will forget
7-  QUE TU AS COUVERT MES ERREURS  MES RÊVES BRISÉS </a:t>
            </a:r>
          </a:p>
          <a:p>
            <a:r>
              <a:rPr lang="fr-FR" smtClean="0"/>
              <a:t>You have covered my mistakes and my broken dreams
8-  MAIS JE VOIS À L’HORIZON  UNE LUMIÈRE S’APPROCHER DE MOI</a:t>
            </a:r>
          </a:p>
          <a:p>
            <a:r>
              <a:rPr lang="fr-FR" smtClean="0"/>
              <a:t>Now over the horizon I see the dawn is drawing near 
9-  OUI, LE SOLEIL S’EST VRAIMENT LEVÉ DEMAIN EST ENFIN LÀ </a:t>
            </a:r>
          </a:p>
          <a:p>
            <a:r>
              <a:rPr lang="fr-FR" smtClean="0"/>
              <a:t>And I realize the sun did rise tomorrow's finally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10-  QUAND JE ME RÉVEILLE  EN PENSANT À MES FAUTES PASSÉES </a:t>
            </a:r>
          </a:p>
          <a:p>
            <a:r>
              <a:rPr lang="fr-FR" smtClean="0"/>
              <a:t>Now when I wake up thinkin' 'bout the things I've done before
11-  LES SOUVENIRS QUI M’EMPRISONNAIENT</a:t>
            </a:r>
          </a:p>
          <a:p>
            <a:r>
              <a:rPr lang="fr-FR" smtClean="0"/>
              <a:t>Memories I could not escape 
12-  NE ME HANTERONT PLUS JAMAIS</a:t>
            </a:r>
          </a:p>
          <a:p>
            <a:r>
              <a:rPr lang="fr-FR" smtClean="0"/>
              <a:t>Well they can't haunt me anymore  
13-  JE PEUX VIVRE LA TÊTE HAUTE CAR  J’AI ÉTÉ CHANGÉ</a:t>
            </a:r>
          </a:p>
          <a:p>
            <a:r>
              <a:rPr lang="fr-FR" smtClean="0"/>
              <a:t>Now I can hold my head up high 'cause I am not the same 
14-  TU AS CHANGÉ MA PERSPECTIVE  AVEC DE NOUVEAUX YEUX JE VOIS </a:t>
            </a:r>
          </a:p>
          <a:p>
            <a:r>
              <a:rPr lang="fr-FR" smtClean="0"/>
              <a:t>You've changed my whole perspective and with new eyes I see
15-  JE SUIS UNE NOUVELLE CRÉATION  PAR CE QUE TU AS FAIT POUR MOI </a:t>
            </a:r>
          </a:p>
          <a:p>
            <a:r>
              <a:rPr lang="fr-FR" smtClean="0"/>
              <a:t>I've become a new creation 'cause of what You've done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
16-  À CAUSE DE CE QUE TU AS FAIT  MA HONTE EST EFFACÉE </a:t>
            </a:r>
          </a:p>
          <a:p>
            <a:r>
              <a:rPr lang="fr-FR" smtClean="0"/>
              <a:t>'Cause of what You've done for me no, I am not ashamed
17-  MON CŒUR EST FINALEMENT LIBRE  JE SUIS CHANGÉ À JAMAIS </a:t>
            </a:r>
          </a:p>
          <a:p>
            <a:r>
              <a:rPr lang="fr-FR" smtClean="0"/>
              <a:t>This heart of mine is finally free I'll never be the same, yeah</a:t>
            </a:r>
          </a:p>
          <a:p>
            <a:r>
              <a:rPr lang="fr-FR" smtClean="0"/>
              <a:t>
	Refrain x3 
</a:t>
            </a:r>
          </a:p>
          <a:p>
            <a:r>
              <a:rPr lang="fr-FR" smtClean="0"/>
              <a:t>18- C’EST UNE NOUVELLE JOURNÉE</a:t>
            </a:r>
          </a:p>
          <a:p>
            <a:r>
              <a:rPr lang="fr-FR" smtClean="0"/>
              <a:t>It's a brand new day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779557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C’EST UNE NOUVELLE JOURNÉE  UNE NOUVELLE SAISON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 new day oh, it's a new time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2-  MA VIE JE VIVRAI  D’UNE NOUVELLE FAÇON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there's a new way I'm gonna live my life
	3-  CE QUI EST ANCIEN EST PASSÉ  ET TOUT EST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All the old has, passed away and new has come
	4-  GLOIRE À DIEU C’EST UNE NOUVELLE JOURNÉE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Thank God, it's a brand new 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QUAND JE REGARDE À HIER  J’AI EN MOI BIEN DES REGRETS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Lookin' back on yesterday there are things that I regret
6-  MAIS JE METS LE PASSÉ DERRIÈRE  ET JE N’OUBLIERAI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 put the past behind me and I never will forget
7-  QUE TU AS COUVERT MES ERREURS  MES RÊVES BRISÉS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covered my mistakes and my broken dreams
8-  MAIS JE VOIS À L’HORIZON  UNE LUMIÈRE S’APPROCHER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over the horizon I see the dawn is drawing near 
9-  OUI, LE SOLEIL S’EST VRAIMENT LEVÉ DEMAIN EST ENFIN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realize the sun did rise tomorrow's finally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QUAND JE ME RÉVEILLE  EN PENSANT À MES FAUTES PASSÉES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when I wake up thinkin' 'bout the things I've done before
11-  LES SOUVENIRS QUI M’EMPRISONNAIENT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Memories I could not escape 
12-  NE ME HANTERONT PLUS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 they can't haunt me anymore  
13-  JE PEUX VIVRE LA TÊTE HAUTE CAR  J’AI ÉTÉ CHANGÉ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I can hold my head up high 'cause I am not the same 
14-  TU AS CHANGÉ MA PERSPECTIVE  AVEC DE NOUVEAUX YEUX JE VOIS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 changed my whole perspective and with new eyes I see
15-  JE SUIS UNE NOUVELLE CRÉATION  PAR CE QUE TU AS FAIT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I've become a new creation 'cause of what You've done for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16-  À CAUSE DE CE QUE TU AS FAIT  MA HONTE EST EFFACÉE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of what You've done for me no, I am not ashamed
17-  MON CŒUR EST FINALEMENT LIBRE  JE SUIS CHANGÉ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heart of mine is finally free I'll never be the same, yeah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x3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C’EST UNE NOUVELLE JOURNÉE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a brand new 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C’EST UNE NOUVELLE JOURNÉE  UNE NOUVELLE SAISON </a:t>
            </a:r>
          </a:p>
          <a:p>
            <a:r>
              <a:rPr lang="fr-FR" smtClean="0"/>
              <a:t>	It's a new day oh, it's a new time</a:t>
            </a:r>
          </a:p>
          <a:p>
            <a:r>
              <a:rPr lang="fr-FR" smtClean="0"/>
              <a:t>	2-  MA VIE JE VIVRAI  D’UNE NOUVELLE FAÇON </a:t>
            </a:r>
          </a:p>
          <a:p>
            <a:r>
              <a:rPr lang="fr-FR" smtClean="0"/>
              <a:t>	And there's a new way I'm gonna live my life
	3-  CE QUI EST ANCIEN EST PASSÉ  ET TOUT EST NOUVEAU </a:t>
            </a:r>
          </a:p>
          <a:p>
            <a:r>
              <a:rPr lang="fr-FR" smtClean="0"/>
              <a:t>	All the old has, passed away and new has come
	4-  GLOIRE À DIEU C’EST UNE NOUVELLE JOURNÉE </a:t>
            </a:r>
          </a:p>
          <a:p>
            <a:r>
              <a:rPr lang="fr-FR" smtClean="0"/>
              <a:t>	Thank God, it's a brand new day</a:t>
            </a:r>
          </a:p>
          <a:p>
            <a:r>
              <a:rPr lang="fr-FR" smtClean="0"/>
              <a:t>
5-  QUAND JE REGARDE À HIER  J’AI EN MOI BIEN DES REGRETS </a:t>
            </a:r>
          </a:p>
          <a:p>
            <a:r>
              <a:rPr lang="fr-FR" smtClean="0"/>
              <a:t>Lookin' back on yesterday there are things that I regret
6-  MAIS JE METS LE PASSÉ DERRIÈRE  ET JE N’OUBLIERAI JAMAIS </a:t>
            </a:r>
          </a:p>
          <a:p>
            <a:r>
              <a:rPr lang="fr-FR" smtClean="0"/>
              <a:t>But I put the past behind me and I never will forget
7-  QUE TU AS COUVERT MES ERREURS  MES RÊVES BRISÉS </a:t>
            </a:r>
          </a:p>
          <a:p>
            <a:r>
              <a:rPr lang="fr-FR" smtClean="0"/>
              <a:t>You have covered my mistakes and my broken dreams
8-  MAIS JE VOIS À L’HORIZON  UNE LUMIÈRE S’APPROCHER DE MOI</a:t>
            </a:r>
          </a:p>
          <a:p>
            <a:r>
              <a:rPr lang="fr-FR" smtClean="0"/>
              <a:t>Now over the horizon I see the dawn is drawing near 
9-  OUI, LE SOLEIL S’EST VRAIMENT LEVÉ DEMAIN EST ENFIN LÀ </a:t>
            </a:r>
          </a:p>
          <a:p>
            <a:r>
              <a:rPr lang="fr-FR" smtClean="0"/>
              <a:t>And I realize the sun did rise tomorrow's finally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10-  QUAND JE ME RÉVEILLE  EN PENSANT À MES FAUTES PASSÉES </a:t>
            </a:r>
          </a:p>
          <a:p>
            <a:r>
              <a:rPr lang="fr-FR" smtClean="0"/>
              <a:t>Now when I wake up thinkin' 'bout the things I've done before
11-  LES SOUVENIRS QUI M’EMPRISONNAIENT</a:t>
            </a:r>
          </a:p>
          <a:p>
            <a:r>
              <a:rPr lang="fr-FR" smtClean="0"/>
              <a:t>Memories I could not escape 
12-  NE ME HANTERONT PLUS JAMAIS</a:t>
            </a:r>
          </a:p>
          <a:p>
            <a:r>
              <a:rPr lang="fr-FR" smtClean="0"/>
              <a:t>Well they can't haunt me anymore  
13-  JE PEUX VIVRE LA TÊTE HAUTE CAR  J’AI ÉTÉ CHANGÉ</a:t>
            </a:r>
          </a:p>
          <a:p>
            <a:r>
              <a:rPr lang="fr-FR" smtClean="0"/>
              <a:t>Now I can hold my head up high 'cause I am not the same 
14-  TU AS CHANGÉ MA PERSPECTIVE  AVEC DE NOUVEAUX YEUX JE VOIS </a:t>
            </a:r>
          </a:p>
          <a:p>
            <a:r>
              <a:rPr lang="fr-FR" smtClean="0"/>
              <a:t>You've changed my whole perspective and with new eyes I see
15-  JE SUIS UNE NOUVELLE CRÉATION  PAR CE QUE TU AS FAIT POUR MOI </a:t>
            </a:r>
          </a:p>
          <a:p>
            <a:r>
              <a:rPr lang="fr-FR" smtClean="0"/>
              <a:t>I've become a new creation 'cause of what You've done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
16-  À CAUSE DE CE QUE TU AS FAIT  MA HONTE EST EFFACÉE </a:t>
            </a:r>
          </a:p>
          <a:p>
            <a:r>
              <a:rPr lang="fr-FR" smtClean="0"/>
              <a:t>'Cause of what You've done for me no, I am not ashamed
17-  MON CŒUR EST FINALEMENT LIBRE  JE SUIS CHANGÉ À JAMAIS </a:t>
            </a:r>
          </a:p>
          <a:p>
            <a:r>
              <a:rPr lang="fr-FR" smtClean="0"/>
              <a:t>This heart of mine is finally free I'll never be the same, yeah</a:t>
            </a:r>
          </a:p>
          <a:p>
            <a:r>
              <a:rPr lang="fr-FR" smtClean="0"/>
              <a:t>
	Refrain x3 
</a:t>
            </a:r>
          </a:p>
          <a:p>
            <a:r>
              <a:rPr lang="fr-FR" smtClean="0"/>
              <a:t>18- C’EST UNE NOUVELLE JOURNÉE</a:t>
            </a:r>
          </a:p>
          <a:p>
            <a:r>
              <a:rPr lang="fr-FR" smtClean="0"/>
              <a:t>It's a brand new day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4434054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C’EST UNE NOUVELLE JOURNÉE  UNE NOUVELLE SAISON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 new day oh, it's a new time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2-  MA VIE JE VIVRAI  D’UNE NOUVELLE FAÇON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there's a new way I'm gonna live my life
	3-  CE QUI EST ANCIEN EST PASSÉ  ET TOUT EST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All the old has, passed away and new has come
	4-  GLOIRE À DIEU C’EST UNE NOUVELLE JOURNÉE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Thank God, it's a brand new 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QUAND JE REGARDE À HIER  J’AI EN MOI BIEN DES REGRETS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Lookin' back on yesterday there are things that I regret
6-  MAIS JE METS LE PASSÉ DERRIÈRE  ET JE N’OUBLIERAI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 put the past behind me and I never will forget
7-  QUE TU AS COUVERT MES ERREURS  MES RÊVES BRISÉS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covered my mistakes and my broken dreams
8-  MAIS JE VOIS À L’HORIZON  UNE LUMIÈRE S’APPROCHER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over the horizon I see the dawn is drawing near 
9-  OUI, LE SOLEIL S’EST VRAIMENT LEVÉ DEMAIN EST ENFIN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realize the sun did rise tomorrow's finally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QUAND JE ME RÉVEILLE  EN PENSANT À MES FAUTES PASSÉES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when I wake up thinkin' 'bout the things I've done before
11-  LES SOUVENIRS QUI M’EMPRISONNAIENT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Memories I could not escape 
12-  NE ME HANTERONT PLUS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 they can't haunt me anymore  
13-  JE PEUX VIVRE LA TÊTE HAUTE CAR  J’AI ÉTÉ CHANGÉ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I can hold my head up high 'cause I am not the same 
14-  TU AS CHANGÉ MA PERSPECTIVE  AVEC DE NOUVEAUX YEUX JE VOIS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 changed my whole perspective and with new eyes I see
15-  JE SUIS UNE NOUVELLE CRÉATION  PAR CE QUE TU AS FAIT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I've become a new creation 'cause of what You've done for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16-  À CAUSE DE CE QUE TU AS FAIT  MA HONTE EST EFFACÉE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of what You've done for me no, I am not ashamed
17-  MON CŒUR EST FINALEMENT LIBRE  JE SUIS CHANGÉ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heart of mine is finally free I'll never be the same, yeah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x3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C’EST UNE NOUVELLE JOURNÉE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a brand new 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C’EST UNE NOUVELLE JOURNÉE  UNE NOUVELLE SAISON </a:t>
            </a:r>
          </a:p>
          <a:p>
            <a:r>
              <a:rPr lang="fr-FR" smtClean="0"/>
              <a:t>	It's a new day oh, it's a new time</a:t>
            </a:r>
          </a:p>
          <a:p>
            <a:r>
              <a:rPr lang="fr-FR" smtClean="0"/>
              <a:t>	2-  MA VIE JE VIVRAI  D’UNE NOUVELLE FAÇON </a:t>
            </a:r>
          </a:p>
          <a:p>
            <a:r>
              <a:rPr lang="fr-FR" smtClean="0"/>
              <a:t>	And there's a new way I'm gonna live my life
	3-  CE QUI EST ANCIEN EST PASSÉ  ET TOUT EST NOUVEAU </a:t>
            </a:r>
          </a:p>
          <a:p>
            <a:r>
              <a:rPr lang="fr-FR" smtClean="0"/>
              <a:t>	All the old has, passed away and new has come
	4-  GLOIRE À DIEU C’EST UNE NOUVELLE JOURNÉE </a:t>
            </a:r>
          </a:p>
          <a:p>
            <a:r>
              <a:rPr lang="fr-FR" smtClean="0"/>
              <a:t>	Thank God, it's a brand new day</a:t>
            </a:r>
          </a:p>
          <a:p>
            <a:r>
              <a:rPr lang="fr-FR" smtClean="0"/>
              <a:t>
5-  QUAND JE REGARDE À HIER  J’AI EN MOI BIEN DES REGRETS </a:t>
            </a:r>
          </a:p>
          <a:p>
            <a:r>
              <a:rPr lang="fr-FR" smtClean="0"/>
              <a:t>Lookin' back on yesterday there are things that I regret
6-  MAIS JE METS LE PASSÉ DERRIÈRE  ET JE N’OUBLIERAI JAMAIS </a:t>
            </a:r>
          </a:p>
          <a:p>
            <a:r>
              <a:rPr lang="fr-FR" smtClean="0"/>
              <a:t>But I put the past behind me and I never will forget
7-  QUE TU AS COUVERT MES ERREURS  MES RÊVES BRISÉS </a:t>
            </a:r>
          </a:p>
          <a:p>
            <a:r>
              <a:rPr lang="fr-FR" smtClean="0"/>
              <a:t>You have covered my mistakes and my broken dreams
8-  MAIS JE VOIS À L’HORIZON  UNE LUMIÈRE S’APPROCHER DE MOI</a:t>
            </a:r>
          </a:p>
          <a:p>
            <a:r>
              <a:rPr lang="fr-FR" smtClean="0"/>
              <a:t>Now over the horizon I see the dawn is drawing near 
9-  OUI, LE SOLEIL S’EST VRAIMENT LEVÉ DEMAIN EST ENFIN LÀ </a:t>
            </a:r>
          </a:p>
          <a:p>
            <a:r>
              <a:rPr lang="fr-FR" smtClean="0"/>
              <a:t>And I realize the sun did rise tomorrow's finally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10-  QUAND JE ME RÉVEILLE  EN PENSANT À MES FAUTES PASSÉES </a:t>
            </a:r>
          </a:p>
          <a:p>
            <a:r>
              <a:rPr lang="fr-FR" smtClean="0"/>
              <a:t>Now when I wake up thinkin' 'bout the things I've done before
11-  LES SOUVENIRS QUI M’EMPRISONNAIENT</a:t>
            </a:r>
          </a:p>
          <a:p>
            <a:r>
              <a:rPr lang="fr-FR" smtClean="0"/>
              <a:t>Memories I could not escape 
12-  NE ME HANTERONT PLUS JAMAIS</a:t>
            </a:r>
          </a:p>
          <a:p>
            <a:r>
              <a:rPr lang="fr-FR" smtClean="0"/>
              <a:t>Well they can't haunt me anymore  
13-  JE PEUX VIVRE LA TÊTE HAUTE CAR  J’AI ÉTÉ CHANGÉ</a:t>
            </a:r>
          </a:p>
          <a:p>
            <a:r>
              <a:rPr lang="fr-FR" smtClean="0"/>
              <a:t>Now I can hold my head up high 'cause I am not the same 
14-  TU AS CHANGÉ MA PERSPECTIVE  AVEC DE NOUVEAUX YEUX JE VOIS </a:t>
            </a:r>
          </a:p>
          <a:p>
            <a:r>
              <a:rPr lang="fr-FR" smtClean="0"/>
              <a:t>You've changed my whole perspective and with new eyes I see
15-  JE SUIS UNE NOUVELLE CRÉATION  PAR CE QUE TU AS FAIT POUR MOI </a:t>
            </a:r>
          </a:p>
          <a:p>
            <a:r>
              <a:rPr lang="fr-FR" smtClean="0"/>
              <a:t>I've become a new creation 'cause of what You've done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
16-  À CAUSE DE CE QUE TU AS FAIT  MA HONTE EST EFFACÉE </a:t>
            </a:r>
          </a:p>
          <a:p>
            <a:r>
              <a:rPr lang="fr-FR" smtClean="0"/>
              <a:t>'Cause of what You've done for me no, I am not ashamed
17-  MON CŒUR EST FINALEMENT LIBRE  JE SUIS CHANGÉ À JAMAIS </a:t>
            </a:r>
          </a:p>
          <a:p>
            <a:r>
              <a:rPr lang="fr-FR" smtClean="0"/>
              <a:t>This heart of mine is finally free I'll never be the same, yeah</a:t>
            </a:r>
          </a:p>
          <a:p>
            <a:r>
              <a:rPr lang="fr-FR" smtClean="0"/>
              <a:t>
	Refrain x3 
</a:t>
            </a:r>
          </a:p>
          <a:p>
            <a:r>
              <a:rPr lang="fr-FR" smtClean="0"/>
              <a:t>18- C’EST UNE NOUVELLE JOURNÉE</a:t>
            </a:r>
          </a:p>
          <a:p>
            <a:r>
              <a:rPr lang="fr-FR" smtClean="0"/>
              <a:t>It's a brand new day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6103215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C’EST UNE NOUVELLE JOURNÉE  UNE NOUVELLE SAISON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 new day oh, it's a new time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2-  MA VIE JE VIVRAI  D’UNE NOUVELLE FAÇON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there's a new way I'm gonna live my life
	3-  CE QUI EST ANCIEN EST PASSÉ  ET TOUT EST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All the old has, passed away and new has come
	4-  GLOIRE À DIEU C’EST UNE NOUVELLE JOURNÉE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Thank God, it's a brand new 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QUAND JE REGARDE À HIER  J’AI EN MOI BIEN DES REGRETS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Lookin' back on yesterday there are things that I regret
6-  MAIS JE METS LE PASSÉ DERRIÈRE  ET JE N’OUBLIERAI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 put the past behind me and I never will forget
7-  QUE TU AS COUVERT MES ERREURS  MES RÊVES BRISÉS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covered my mistakes and my broken dreams
8-  MAIS JE VOIS À L’HORIZON  UNE LUMIÈRE S’APPROCHER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over the horizon I see the dawn is drawing near 
9-  OUI, LE SOLEIL S’EST VRAIMENT LEVÉ DEMAIN EST ENFIN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realize the sun did rise tomorrow's finally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QUAND JE ME RÉVEILLE  EN PENSANT À MES FAUTES PASSÉES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when I wake up thinkin' 'bout the things I've done before
11-  LES SOUVENIRS QUI M’EMPRISONNAIENT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Memories I could not escape 
12-  NE ME HANTERONT PLUS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 they can't haunt me anymore  
13-  JE PEUX VIVRE LA TÊTE HAUTE CAR  J’AI ÉTÉ CHANGÉ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I can hold my head up high 'cause I am not the same 
14-  TU AS CHANGÉ MA PERSPECTIVE  AVEC DE NOUVEAUX YEUX JE VOIS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 changed my whole perspective and with new eyes I see
15-  JE SUIS UNE NOUVELLE CRÉATION  PAR CE QUE TU AS FAIT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I've become a new creation 'cause of what You've done for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16-  À CAUSE DE CE QUE TU AS FAIT  MA HONTE EST EFFACÉE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of what You've done for me no, I am not ashamed
17-  MON CŒUR EST FINALEMENT LIBRE  JE SUIS CHANGÉ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heart of mine is finally free I'll never be the same, yeah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x3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C’EST UNE NOUVELLE JOURNÉE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a brand new 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C’EST UNE NOUVELLE JOURNÉE  UNE NOUVELLE SAISON </a:t>
            </a:r>
          </a:p>
          <a:p>
            <a:r>
              <a:rPr lang="fr-FR" smtClean="0"/>
              <a:t>	It's a new day oh, it's a new time</a:t>
            </a:r>
          </a:p>
          <a:p>
            <a:r>
              <a:rPr lang="fr-FR" smtClean="0"/>
              <a:t>	2-  MA VIE JE VIVRAI  D’UNE NOUVELLE FAÇON </a:t>
            </a:r>
          </a:p>
          <a:p>
            <a:r>
              <a:rPr lang="fr-FR" smtClean="0"/>
              <a:t>	And there's a new way I'm gonna live my life
	3-  CE QUI EST ANCIEN EST PASSÉ  ET TOUT EST NOUVEAU </a:t>
            </a:r>
          </a:p>
          <a:p>
            <a:r>
              <a:rPr lang="fr-FR" smtClean="0"/>
              <a:t>	All the old has, passed away and new has come
	4-  GLOIRE À DIEU C’EST UNE NOUVELLE JOURNÉE </a:t>
            </a:r>
          </a:p>
          <a:p>
            <a:r>
              <a:rPr lang="fr-FR" smtClean="0"/>
              <a:t>	Thank God, it's a brand new day</a:t>
            </a:r>
          </a:p>
          <a:p>
            <a:r>
              <a:rPr lang="fr-FR" smtClean="0"/>
              <a:t>
5-  QUAND JE REGARDE À HIER  J’AI EN MOI BIEN DES REGRETS </a:t>
            </a:r>
          </a:p>
          <a:p>
            <a:r>
              <a:rPr lang="fr-FR" smtClean="0"/>
              <a:t>Lookin' back on yesterday there are things that I regret
6-  MAIS JE METS LE PASSÉ DERRIÈRE  ET JE N’OUBLIERAI JAMAIS </a:t>
            </a:r>
          </a:p>
          <a:p>
            <a:r>
              <a:rPr lang="fr-FR" smtClean="0"/>
              <a:t>But I put the past behind me and I never will forget
7-  QUE TU AS COUVERT MES ERREURS  MES RÊVES BRISÉS </a:t>
            </a:r>
          </a:p>
          <a:p>
            <a:r>
              <a:rPr lang="fr-FR" smtClean="0"/>
              <a:t>You have covered my mistakes and my broken dreams
8-  MAIS JE VOIS À L’HORIZON  UNE LUMIÈRE S’APPROCHER DE MOI</a:t>
            </a:r>
          </a:p>
          <a:p>
            <a:r>
              <a:rPr lang="fr-FR" smtClean="0"/>
              <a:t>Now over the horizon I see the dawn is drawing near 
9-  OUI, LE SOLEIL S’EST VRAIMENT LEVÉ DEMAIN EST ENFIN LÀ </a:t>
            </a:r>
          </a:p>
          <a:p>
            <a:r>
              <a:rPr lang="fr-FR" smtClean="0"/>
              <a:t>And I realize the sun did rise tomorrow's finally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10-  QUAND JE ME RÉVEILLE  EN PENSANT À MES FAUTES PASSÉES </a:t>
            </a:r>
          </a:p>
          <a:p>
            <a:r>
              <a:rPr lang="fr-FR" smtClean="0"/>
              <a:t>Now when I wake up thinkin' 'bout the things I've done before
11-  LES SOUVENIRS QUI M’EMPRISONNAIENT</a:t>
            </a:r>
          </a:p>
          <a:p>
            <a:r>
              <a:rPr lang="fr-FR" smtClean="0"/>
              <a:t>Memories I could not escape 
12-  NE ME HANTERONT PLUS JAMAIS</a:t>
            </a:r>
          </a:p>
          <a:p>
            <a:r>
              <a:rPr lang="fr-FR" smtClean="0"/>
              <a:t>Well they can't haunt me anymore  
13-  JE PEUX VIVRE LA TÊTE HAUTE CAR  J’AI ÉTÉ CHANGÉ</a:t>
            </a:r>
          </a:p>
          <a:p>
            <a:r>
              <a:rPr lang="fr-FR" smtClean="0"/>
              <a:t>Now I can hold my head up high 'cause I am not the same 
14-  TU AS CHANGÉ MA PERSPECTIVE  AVEC DE NOUVEAUX YEUX JE VOIS </a:t>
            </a:r>
          </a:p>
          <a:p>
            <a:r>
              <a:rPr lang="fr-FR" smtClean="0"/>
              <a:t>You've changed my whole perspective and with new eyes I see
15-  JE SUIS UNE NOUVELLE CRÉATION  PAR CE QUE TU AS FAIT POUR MOI </a:t>
            </a:r>
          </a:p>
          <a:p>
            <a:r>
              <a:rPr lang="fr-FR" smtClean="0"/>
              <a:t>I've become a new creation 'cause of what You've done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
16-  À CAUSE DE CE QUE TU AS FAIT  MA HONTE EST EFFACÉE </a:t>
            </a:r>
          </a:p>
          <a:p>
            <a:r>
              <a:rPr lang="fr-FR" smtClean="0"/>
              <a:t>'Cause of what You've done for me no, I am not ashamed
17-  MON CŒUR EST FINALEMENT LIBRE  JE SUIS CHANGÉ À JAMAIS </a:t>
            </a:r>
          </a:p>
          <a:p>
            <a:r>
              <a:rPr lang="fr-FR" smtClean="0"/>
              <a:t>This heart of mine is finally free I'll never be the same, yeah</a:t>
            </a:r>
          </a:p>
          <a:p>
            <a:r>
              <a:rPr lang="fr-FR" smtClean="0"/>
              <a:t>
	Refrain x3 
</a:t>
            </a:r>
          </a:p>
          <a:p>
            <a:r>
              <a:rPr lang="fr-FR" smtClean="0"/>
              <a:t>18- C’EST UNE NOUVELLE JOURNÉE</a:t>
            </a:r>
          </a:p>
          <a:p>
            <a:r>
              <a:rPr lang="fr-FR" smtClean="0"/>
              <a:t>It's a brand new day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8337900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C’EST UNE NOUVELLE JOURNÉE  UNE NOUVELLE SAISON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 new day oh, it's a new time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2-  MA VIE JE VIVRAI  D’UNE NOUVELLE FAÇON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there's a new way I'm gonna live my life
	3-  CE QUI EST ANCIEN EST PASSÉ  ET TOUT EST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All the old has, passed away and new has come
	4-  GLOIRE À DIEU C’EST UNE NOUVELLE JOURNÉE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Thank God, it's a brand new 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QUAND JE REGARDE À HIER  J’AI EN MOI BIEN DES REGRETS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Lookin' back on yesterday there are things that I regret
6-  MAIS JE METS LE PASSÉ DERRIÈRE  ET JE N’OUBLIERAI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 put the past behind me and I never will forget
7-  QUE TU AS COUVERT MES ERREURS  MES RÊVES BRISÉS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covered my mistakes and my broken dreams
8-  MAIS JE VOIS À L’HORIZON  UNE LUMIÈRE S’APPROCHER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over the horizon I see the dawn is drawing near 
9-  OUI, LE SOLEIL S’EST VRAIMENT LEVÉ DEMAIN EST ENFIN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realize the sun did rise tomorrow's finally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QUAND JE ME RÉVEILLE  EN PENSANT À MES FAUTES PASSÉES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when I wake up thinkin' 'bout the things I've done before
11-  LES SOUVENIRS QUI M’EMPRISONNAIENT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Memories I could not escape 
12-  NE ME HANTERONT PLUS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 they can't haunt me anymore  
13-  JE PEUX VIVRE LA TÊTE HAUTE CAR  J’AI ÉTÉ CHANGÉ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I can hold my head up high 'cause I am not the same 
14-  TU AS CHANGÉ MA PERSPECTIVE  AVEC DE NOUVEAUX YEUX JE VOIS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 changed my whole perspective and with new eyes I see
15-  JE SUIS UNE NOUVELLE CRÉATION  PAR CE QUE TU AS FAIT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I've become a new creation 'cause of what You've done for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16-  À CAUSE DE CE QUE TU AS FAIT  MA HONTE EST EFFACÉE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of what You've done for me no, I am not ashamed
17-  MON CŒUR EST FINALEMENT LIBRE  JE SUIS CHANGÉ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heart of mine is finally free I'll never be the same, yeah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x3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C’EST UNE NOUVELLE JOURNÉE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a brand new 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C’EST UNE NOUVELLE JOURNÉE  UNE NOUVELLE SAISON </a:t>
            </a:r>
          </a:p>
          <a:p>
            <a:r>
              <a:rPr lang="fr-FR" smtClean="0"/>
              <a:t>	It's a new day oh, it's a new time</a:t>
            </a:r>
          </a:p>
          <a:p>
            <a:r>
              <a:rPr lang="fr-FR" smtClean="0"/>
              <a:t>	2-  MA VIE JE VIVRAI  D’UNE NOUVELLE FAÇON </a:t>
            </a:r>
          </a:p>
          <a:p>
            <a:r>
              <a:rPr lang="fr-FR" smtClean="0"/>
              <a:t>	And there's a new way I'm gonna live my life
	3-  CE QUI EST ANCIEN EST PASSÉ  ET TOUT EST NOUVEAU </a:t>
            </a:r>
          </a:p>
          <a:p>
            <a:r>
              <a:rPr lang="fr-FR" smtClean="0"/>
              <a:t>	All the old has, passed away and new has come
	4-  GLOIRE À DIEU C’EST UNE NOUVELLE JOURNÉE </a:t>
            </a:r>
          </a:p>
          <a:p>
            <a:r>
              <a:rPr lang="fr-FR" smtClean="0"/>
              <a:t>	Thank God, it's a brand new day</a:t>
            </a:r>
          </a:p>
          <a:p>
            <a:r>
              <a:rPr lang="fr-FR" smtClean="0"/>
              <a:t>
5-  QUAND JE REGARDE À HIER  J’AI EN MOI BIEN DES REGRETS </a:t>
            </a:r>
          </a:p>
          <a:p>
            <a:r>
              <a:rPr lang="fr-FR" smtClean="0"/>
              <a:t>Lookin' back on yesterday there are things that I regret
6-  MAIS JE METS LE PASSÉ DERRIÈRE  ET JE N’OUBLIERAI JAMAIS </a:t>
            </a:r>
          </a:p>
          <a:p>
            <a:r>
              <a:rPr lang="fr-FR" smtClean="0"/>
              <a:t>But I put the past behind me and I never will forget
7-  QUE TU AS COUVERT MES ERREURS  MES RÊVES BRISÉS </a:t>
            </a:r>
          </a:p>
          <a:p>
            <a:r>
              <a:rPr lang="fr-FR" smtClean="0"/>
              <a:t>You have covered my mistakes and my broken dreams
8-  MAIS JE VOIS À L’HORIZON  UNE LUMIÈRE S’APPROCHER DE MOI</a:t>
            </a:r>
          </a:p>
          <a:p>
            <a:r>
              <a:rPr lang="fr-FR" smtClean="0"/>
              <a:t>Now over the horizon I see the dawn is drawing near 
9-  OUI, LE SOLEIL S’EST VRAIMENT LEVÉ DEMAIN EST ENFIN LÀ </a:t>
            </a:r>
          </a:p>
          <a:p>
            <a:r>
              <a:rPr lang="fr-FR" smtClean="0"/>
              <a:t>And I realize the sun did rise tomorrow's finally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10-  QUAND JE ME RÉVEILLE  EN PENSANT À MES FAUTES PASSÉES </a:t>
            </a:r>
          </a:p>
          <a:p>
            <a:r>
              <a:rPr lang="fr-FR" smtClean="0"/>
              <a:t>Now when I wake up thinkin' 'bout the things I've done before
11-  LES SOUVENIRS QUI M’EMPRISONNAIENT</a:t>
            </a:r>
          </a:p>
          <a:p>
            <a:r>
              <a:rPr lang="fr-FR" smtClean="0"/>
              <a:t>Memories I could not escape 
12-  NE ME HANTERONT PLUS JAMAIS</a:t>
            </a:r>
          </a:p>
          <a:p>
            <a:r>
              <a:rPr lang="fr-FR" smtClean="0"/>
              <a:t>Well they can't haunt me anymore  
13-  JE PEUX VIVRE LA TÊTE HAUTE CAR  J’AI ÉTÉ CHANGÉ</a:t>
            </a:r>
          </a:p>
          <a:p>
            <a:r>
              <a:rPr lang="fr-FR" smtClean="0"/>
              <a:t>Now I can hold my head up high 'cause I am not the same 
14-  TU AS CHANGÉ MA PERSPECTIVE  AVEC DE NOUVEAUX YEUX JE VOIS </a:t>
            </a:r>
          </a:p>
          <a:p>
            <a:r>
              <a:rPr lang="fr-FR" smtClean="0"/>
              <a:t>You've changed my whole perspective and with new eyes I see
15-  JE SUIS UNE NOUVELLE CRÉATION  PAR CE QUE TU AS FAIT POUR MOI </a:t>
            </a:r>
          </a:p>
          <a:p>
            <a:r>
              <a:rPr lang="fr-FR" smtClean="0"/>
              <a:t>I've become a new creation 'cause of what You've done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
16-  À CAUSE DE CE QUE TU AS FAIT  MA HONTE EST EFFACÉE </a:t>
            </a:r>
          </a:p>
          <a:p>
            <a:r>
              <a:rPr lang="fr-FR" smtClean="0"/>
              <a:t>'Cause of what You've done for me no, I am not ashamed
17-  MON CŒUR EST FINALEMENT LIBRE  JE SUIS CHANGÉ À JAMAIS </a:t>
            </a:r>
          </a:p>
          <a:p>
            <a:r>
              <a:rPr lang="fr-FR" smtClean="0"/>
              <a:t>This heart of mine is finally free I'll never be the same, yeah</a:t>
            </a:r>
          </a:p>
          <a:p>
            <a:r>
              <a:rPr lang="fr-FR" smtClean="0"/>
              <a:t>
	Refrain x3 
</a:t>
            </a:r>
          </a:p>
          <a:p>
            <a:r>
              <a:rPr lang="fr-FR" smtClean="0"/>
              <a:t>18- C’EST UNE NOUVELLE JOURNÉE</a:t>
            </a:r>
          </a:p>
          <a:p>
            <a:r>
              <a:rPr lang="fr-FR" smtClean="0"/>
              <a:t>It's a brand new day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5769848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C’EST UNE NOUVELLE JOURNÉE  UNE NOUVELLE SAISON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a new day oh, it's a new time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2-  MA VIE JE VIVRAI  D’UNE NOUVELLE FAÇON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there's a new way I'm gonna live my life
	3-  CE QUI EST ANCIEN EST PASSÉ  ET TOUT EST NOUVEAU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All the old has, passed away and new has come
	4-  GLOIRE À DIEU C’EST UNE NOUVELLE JOURNÉE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Thank God, it's a brand new 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QUAND JE REGARDE À HIER  J’AI EN MOI BIEN DES REGRETS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Lookin' back on yesterday there are things that I regret
6-  MAIS JE METS LE PASSÉ DERRIÈRE  ET JE N’OUBLIERAI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 put the past behind me and I never will forget
7-  QUE TU AS COUVERT MES ERREURS  MES RÊVES BRISÉS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covered my mistakes and my broken dreams
8-  MAIS JE VOIS À L’HORIZON  UNE LUMIÈRE S’APPROCHER DE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over the horizon I see the dawn is drawing near 
9-  OUI, LE SOLEIL S’EST VRAIMENT LEVÉ DEMAIN EST ENFIN LÀ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realize the sun did rise tomorrow's finally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QUAND JE ME RÉVEILLE  EN PENSANT À MES FAUTES PASSÉES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when I wake up thinkin' 'bout the things I've done before
11-  LES SOUVENIRS QUI M’EMPRISONNAIENT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Memories I could not escape 
12-  NE ME HANTERONT PLUS JAMAIS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 they can't haunt me anymore  
13-  JE PEUX VIVRE LA TÊTE HAUTE CAR  J’AI ÉTÉ CHANGÉ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I can hold my head up high 'cause I am not the same 
14-  TU AS CHANGÉ MA PERSPECTIVE  AVEC DE NOUVEAUX YEUX JE VOIS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 changed my whole perspective and with new eyes I see
15-  JE SUIS UNE NOUVELLE CRÉATION  PAR CE QUE TU AS FAIT POUR MOI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I've become a new creation 'cause of what You've done for me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16-  À CAUSE DE CE QUE TU AS FAIT  MA HONTE EST EFFACÉE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of what You've done for me no, I am not ashamed
17-  MON CŒUR EST FINALEMENT LIBRE  JE SUIS CHANGÉ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heart of mine is finally free I'll never be the same, yeah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x3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C’EST UNE NOUVELLE JOURNÉE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a brand new 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C’EST UNE NOUVELLE JOURNÉE  UNE NOUVELLE SAISON </a:t>
            </a:r>
          </a:p>
          <a:p>
            <a:r>
              <a:rPr lang="fr-FR" smtClean="0"/>
              <a:t>	It's a new day oh, it's a new time</a:t>
            </a:r>
          </a:p>
          <a:p>
            <a:r>
              <a:rPr lang="fr-FR" smtClean="0"/>
              <a:t>	2-  MA VIE JE VIVRAI  D’UNE NOUVELLE FAÇON </a:t>
            </a:r>
          </a:p>
          <a:p>
            <a:r>
              <a:rPr lang="fr-FR" smtClean="0"/>
              <a:t>	And there's a new way I'm gonna live my life
	3-  CE QUI EST ANCIEN EST PASSÉ  ET TOUT EST NOUVEAU </a:t>
            </a:r>
          </a:p>
          <a:p>
            <a:r>
              <a:rPr lang="fr-FR" smtClean="0"/>
              <a:t>	All the old has, passed away and new has come
	4-  GLOIRE À DIEU C’EST UNE NOUVELLE JOURNÉE </a:t>
            </a:r>
          </a:p>
          <a:p>
            <a:r>
              <a:rPr lang="fr-FR" smtClean="0"/>
              <a:t>	Thank God, it's a brand new day</a:t>
            </a:r>
          </a:p>
          <a:p>
            <a:r>
              <a:rPr lang="fr-FR" smtClean="0"/>
              <a:t>
5-  QUAND JE REGARDE À HIER  J’AI EN MOI BIEN DES REGRETS </a:t>
            </a:r>
          </a:p>
          <a:p>
            <a:r>
              <a:rPr lang="fr-FR" smtClean="0"/>
              <a:t>Lookin' back on yesterday there are things that I regret
6-  MAIS JE METS LE PASSÉ DERRIÈRE  ET JE N’OUBLIERAI JAMAIS </a:t>
            </a:r>
          </a:p>
          <a:p>
            <a:r>
              <a:rPr lang="fr-FR" smtClean="0"/>
              <a:t>But I put the past behind me and I never will forget
7-  QUE TU AS COUVERT MES ERREURS  MES RÊVES BRISÉS </a:t>
            </a:r>
          </a:p>
          <a:p>
            <a:r>
              <a:rPr lang="fr-FR" smtClean="0"/>
              <a:t>You have covered my mistakes and my broken dreams
8-  MAIS JE VOIS À L’HORIZON  UNE LUMIÈRE S’APPROCHER DE MOI</a:t>
            </a:r>
          </a:p>
          <a:p>
            <a:r>
              <a:rPr lang="fr-FR" smtClean="0"/>
              <a:t>Now over the horizon I see the dawn is drawing near 
9-  OUI, LE SOLEIL S’EST VRAIMENT LEVÉ DEMAIN EST ENFIN LÀ </a:t>
            </a:r>
          </a:p>
          <a:p>
            <a:r>
              <a:rPr lang="fr-FR" smtClean="0"/>
              <a:t>And I realize the sun did rise tomorrow's finally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10-  QUAND JE ME RÉVEILLE  EN PENSANT À MES FAUTES PASSÉES </a:t>
            </a:r>
          </a:p>
          <a:p>
            <a:r>
              <a:rPr lang="fr-FR" smtClean="0"/>
              <a:t>Now when I wake up thinkin' 'bout the things I've done before
11-  LES SOUVENIRS QUI M’EMPRISONNAIENT</a:t>
            </a:r>
          </a:p>
          <a:p>
            <a:r>
              <a:rPr lang="fr-FR" smtClean="0"/>
              <a:t>Memories I could not escape 
12-  NE ME HANTERONT PLUS JAMAIS</a:t>
            </a:r>
          </a:p>
          <a:p>
            <a:r>
              <a:rPr lang="fr-FR" smtClean="0"/>
              <a:t>Well they can't haunt me anymore  
13-  JE PEUX VIVRE LA TÊTE HAUTE CAR  J’AI ÉTÉ CHANGÉ</a:t>
            </a:r>
          </a:p>
          <a:p>
            <a:r>
              <a:rPr lang="fr-FR" smtClean="0"/>
              <a:t>Now I can hold my head up high 'cause I am not the same 
14-  TU AS CHANGÉ MA PERSPECTIVE  AVEC DE NOUVEAUX YEUX JE VOIS </a:t>
            </a:r>
          </a:p>
          <a:p>
            <a:r>
              <a:rPr lang="fr-FR" smtClean="0"/>
              <a:t>You've changed my whole perspective and with new eyes I see
15-  JE SUIS UNE NOUVELLE CRÉATION  PAR CE QUE TU AS FAIT POUR MOI </a:t>
            </a:r>
          </a:p>
          <a:p>
            <a:r>
              <a:rPr lang="fr-FR" smtClean="0"/>
              <a:t>I've become a new creation 'cause of what You've done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
16-  À CAUSE DE CE QUE TU AS FAIT  MA HONTE EST EFFACÉE </a:t>
            </a:r>
          </a:p>
          <a:p>
            <a:r>
              <a:rPr lang="fr-FR" smtClean="0"/>
              <a:t>'Cause of what You've done for me no, I am not ashamed
17-  MON CŒUR EST FINALEMENT LIBRE  JE SUIS CHANGÉ À JAMAIS </a:t>
            </a:r>
          </a:p>
          <a:p>
            <a:r>
              <a:rPr lang="fr-FR" smtClean="0"/>
              <a:t>This heart of mine is finally free I'll never be the same, yeah</a:t>
            </a:r>
          </a:p>
          <a:p>
            <a:r>
              <a:rPr lang="fr-FR" smtClean="0"/>
              <a:t>
	Refrain x3 
</a:t>
            </a:r>
          </a:p>
          <a:p>
            <a:r>
              <a:rPr lang="fr-FR" smtClean="0"/>
              <a:t>18- C’EST UNE NOUVELLE JOURNÉE</a:t>
            </a:r>
          </a:p>
          <a:p>
            <a:r>
              <a:rPr lang="fr-FR" smtClean="0"/>
              <a:t>It's a brand new day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4349146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C’EST UNE NOUVELLE JOURNÉE  UNE NOUVELLE SAISON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new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new time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2-  MA VIE JE VIVRAI  D’UNE NOUVELLE FAÇON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new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gonna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life
	3-  CE QUI EST ANCIEN EST PASSÉ  ET TOUT EST NOUVEAU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All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new has come
	4-  GLOIRE À DIEU C’EST UNE NOUVELLE JOURNÉE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brand new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QUAND JE REGARDE À HIER  J’AI EN MOI BIEN DES REGRETS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back 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yesterday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things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regret
6-  MAIS JE METS LE PASSÉ DERRIÈRE  ET JE N’OUBLIERAI JAMAIS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 put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behind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forget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QUE TU AS COUVERT MES ERREURS  MES RÊVES BRISÉS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mistakes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broken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dreams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MAIS JE VOIS À L’HORIZON  UNE LUMIÈRE S’APPROCHER DE MOI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 the horizon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dawn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drawing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9-  OUI, LE SOLEIL S’EST VRAIMENT LEVÉ DEMAIN EST ENFIN LÀ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realize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tomorrow's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QUAND JE ME RÉVEILLE  EN PENSANT À MES FAUTES PASSÉES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thinkin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'bout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things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LES SOUVENIRS QUI M’EMPRISONNAIENT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Memories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 escape 
12-  NE ME HANTERONT PLUS JAMAIS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haunt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anymore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13-  JE PEUX VIVRE LA TÊTE HAUTE CAR  J’AI ÉTÉ CHANGÉ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'cause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TU AS CHANGÉ MA PERSPECTIVE  AVEC DE NOUVEAUX YEUX JE VOIS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changed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whole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perspective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new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eyes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15-  JE SUIS UNE NOUVELLE CRÉATION  PAR CE QUE TU AS FAIT POUR MOI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new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creation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'cause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me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16-  À CAUSE DE CE QUE TU AS FAIT  MA HONTE EST EFFACÉE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me no,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ashamed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MON CŒUR EST FINALEMENT LIBRE  JE SUIS CHANGÉ À JAMAIS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mine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yeah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x3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C’EST UNE NOUVELLE JOURNÉE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brand new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C’EST UNE NOUVELLE JOURNÉE  UNE NOUVELLE SAISON </a:t>
            </a:r>
          </a:p>
          <a:p>
            <a:r>
              <a:rPr lang="fr-FR" smtClean="0"/>
              <a:t>	It's a new day oh, it's a new time</a:t>
            </a:r>
          </a:p>
          <a:p>
            <a:r>
              <a:rPr lang="fr-FR" smtClean="0"/>
              <a:t>	2-  MA VIE JE VIVRAI  D’UNE NOUVELLE FAÇON </a:t>
            </a:r>
          </a:p>
          <a:p>
            <a:r>
              <a:rPr lang="fr-FR" smtClean="0"/>
              <a:t>	And there's a new way I'm gonna live my life
	3-  CE QUI EST ANCIEN EST PASSÉ  ET TOUT EST NOUVEAU </a:t>
            </a:r>
          </a:p>
          <a:p>
            <a:r>
              <a:rPr lang="fr-FR" smtClean="0"/>
              <a:t>	All the old has, passed away and new has come
	4-  GLOIRE À DIEU C’EST UNE NOUVELLE JOURNÉE </a:t>
            </a:r>
          </a:p>
          <a:p>
            <a:r>
              <a:rPr lang="fr-FR" smtClean="0"/>
              <a:t>	Thank God, it's a brand new day</a:t>
            </a:r>
          </a:p>
          <a:p>
            <a:r>
              <a:rPr lang="fr-FR" smtClean="0"/>
              <a:t>
5-  QUAND JE REGARDE À HIER  J’AI EN MOI BIEN DES REGRETS </a:t>
            </a:r>
          </a:p>
          <a:p>
            <a:r>
              <a:rPr lang="fr-FR" smtClean="0"/>
              <a:t>Lookin' back on yesterday there are things that I regret
6-  MAIS JE METS LE PASSÉ DERRIÈRE  ET JE N’OUBLIERAI JAMAIS </a:t>
            </a:r>
          </a:p>
          <a:p>
            <a:r>
              <a:rPr lang="fr-FR" smtClean="0"/>
              <a:t>But I put the past behind me and I never will forget
7-  QUE TU AS COUVERT MES ERREURS  MES RÊVES BRISÉS </a:t>
            </a:r>
          </a:p>
          <a:p>
            <a:r>
              <a:rPr lang="fr-FR" smtClean="0"/>
              <a:t>You have covered my mistakes and my broken dreams
8-  MAIS JE VOIS À L’HORIZON  UNE LUMIÈRE S’APPROCHER DE MOI</a:t>
            </a:r>
          </a:p>
          <a:p>
            <a:r>
              <a:rPr lang="fr-FR" smtClean="0"/>
              <a:t>Now over the horizon I see the dawn is drawing near 
9-  OUI, LE SOLEIL S’EST VRAIMENT LEVÉ DEMAIN EST ENFIN LÀ </a:t>
            </a:r>
          </a:p>
          <a:p>
            <a:r>
              <a:rPr lang="fr-FR" smtClean="0"/>
              <a:t>And I realize the sun did rise tomorrow's finally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10-  QUAND JE ME RÉVEILLE  EN PENSANT À MES FAUTES PASSÉES </a:t>
            </a:r>
          </a:p>
          <a:p>
            <a:r>
              <a:rPr lang="fr-FR" smtClean="0"/>
              <a:t>Now when I wake up thinkin' 'bout the things I've done before
11-  LES SOUVENIRS QUI M’EMPRISONNAIENT</a:t>
            </a:r>
          </a:p>
          <a:p>
            <a:r>
              <a:rPr lang="fr-FR" smtClean="0"/>
              <a:t>Memories I could not escape 
12-  NE ME HANTERONT PLUS JAMAIS</a:t>
            </a:r>
          </a:p>
          <a:p>
            <a:r>
              <a:rPr lang="fr-FR" smtClean="0"/>
              <a:t>Well they can't haunt me anymore  
13-  JE PEUX VIVRE LA TÊTE HAUTE CAR  J’AI ÉTÉ CHANGÉ</a:t>
            </a:r>
          </a:p>
          <a:p>
            <a:r>
              <a:rPr lang="fr-FR" smtClean="0"/>
              <a:t>Now I can hold my head up high 'cause I am not the same 
14-  TU AS CHANGÉ MA PERSPECTIVE  AVEC DE NOUVEAUX YEUX JE VOIS </a:t>
            </a:r>
          </a:p>
          <a:p>
            <a:r>
              <a:rPr lang="fr-FR" smtClean="0"/>
              <a:t>You've changed my whole perspective and with new eyes I see
15-  JE SUIS UNE NOUVELLE CRÉATION  PAR CE QUE TU AS FAIT POUR MOI </a:t>
            </a:r>
          </a:p>
          <a:p>
            <a:r>
              <a:rPr lang="fr-FR" smtClean="0"/>
              <a:t>I've become a new creation 'cause of what You've done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
16-  À CAUSE DE CE QUE TU AS FAIT  MA HONTE EST EFFACÉE </a:t>
            </a:r>
          </a:p>
          <a:p>
            <a:r>
              <a:rPr lang="fr-FR" smtClean="0"/>
              <a:t>'Cause of what You've done for me no, I am not ashamed
17-  MON CŒUR EST FINALEMENT LIBRE  JE SUIS CHANGÉ À JAMAIS </a:t>
            </a:r>
          </a:p>
          <a:p>
            <a:r>
              <a:rPr lang="fr-FR" smtClean="0"/>
              <a:t>This heart of mine is finally free I'll never be the same, yeah</a:t>
            </a:r>
          </a:p>
          <a:p>
            <a:r>
              <a:rPr lang="fr-FR" smtClean="0"/>
              <a:t>
	Refrain x3 
</a:t>
            </a:r>
          </a:p>
          <a:p>
            <a:r>
              <a:rPr lang="fr-FR" smtClean="0"/>
              <a:t>18- C’EST UNE NOUVELLE JOURNÉE</a:t>
            </a:r>
          </a:p>
          <a:p>
            <a:r>
              <a:rPr lang="fr-FR" smtClean="0"/>
              <a:t>It's a brand new day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2296672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C’EST UNE NOUVELLE JOURNÉE  UNE NOUVELLE SAISON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new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oh,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new time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2-  MA VIE JE VIVRAI  D’UNE NOUVELLE FAÇON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new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gonna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life
	3-  CE QUI EST ANCIEN EST PASSÉ  ET TOUT EST NOUVEAU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All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new has come
	4-  GLOIRE À DIEU C’EST UNE NOUVELLE JOURNÉE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brand new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QUAND JE REGARDE À HIER  J’AI EN MOI BIEN DES REGRETS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back 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yesterday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things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regret
6-  MAIS JE METS LE PASSÉ DERRIÈRE  ET JE N’OUBLIERAI JAMAIS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 put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behind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forget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QUE TU AS COUVERT MES ERREURS  MES RÊVES BRISÉS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mistakes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broken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dreams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MAIS JE VOIS À L’HORIZON  UNE LUMIÈRE S’APPROCHER DE MOI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 the horizon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dawn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drawing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9-  OUI, LE SOLEIL S’EST VRAIMENT LEVÉ DEMAIN EST ENFIN LÀ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realize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tomorrow's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QUAND JE ME RÉVEILLE  EN PENSANT À MES FAUTES PASSÉES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thinkin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'bout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things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LES SOUVENIRS QUI M’EMPRISONNAIENT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Memories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 escape 
12-  NE ME HANTERONT PLUS JAMAIS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haunt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anymore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13-  JE PEUX VIVRE LA TÊTE HAUTE CAR  J’AI ÉTÉ CHANGÉ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'cause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TU AS CHANGÉ MA PERSPECTIVE  AVEC DE NOUVEAUX YEUX JE VOIS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changed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whole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perspective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new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eyes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15-  JE SUIS UNE NOUVELLE CRÉATION  PAR CE QUE TU AS FAIT POUR MOI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new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creation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'cause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me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
16-  À CAUSE DE CE QUE TU AS FAIT  MA HONTE EST EFFACÉE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me no,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ashamed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17-  MON CŒUR EST FINALEMENT LIBRE  JE SUIS CHANGÉ À JAMAIS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mine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yeah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x3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18- C’EST UNE NOUVELLE JOURNÉE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brand new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</a:t>
            </a:r>
          </a:p>
          <a:p>
            <a:r>
              <a:rPr lang="fr-FR" smtClean="0"/>
              <a:t>	1-  C’EST UNE NOUVELLE JOURNÉE  UNE NOUVELLE SAISON </a:t>
            </a:r>
          </a:p>
          <a:p>
            <a:r>
              <a:rPr lang="fr-FR" smtClean="0"/>
              <a:t>	It's a new day oh, it's a new time</a:t>
            </a:r>
          </a:p>
          <a:p>
            <a:r>
              <a:rPr lang="fr-FR" smtClean="0"/>
              <a:t>	2-  MA VIE JE VIVRAI  D’UNE NOUVELLE FAÇON </a:t>
            </a:r>
          </a:p>
          <a:p>
            <a:r>
              <a:rPr lang="fr-FR" smtClean="0"/>
              <a:t>	And there's a new way I'm gonna live my life
	3-  CE QUI EST ANCIEN EST PASSÉ  ET TOUT EST NOUVEAU </a:t>
            </a:r>
          </a:p>
          <a:p>
            <a:r>
              <a:rPr lang="fr-FR" smtClean="0"/>
              <a:t>	All the old has, passed away and new has come
	4-  GLOIRE À DIEU C’EST UNE NOUVELLE JOURNÉE </a:t>
            </a:r>
          </a:p>
          <a:p>
            <a:r>
              <a:rPr lang="fr-FR" smtClean="0"/>
              <a:t>	Thank God, it's a brand new day</a:t>
            </a:r>
          </a:p>
          <a:p>
            <a:r>
              <a:rPr lang="fr-FR" smtClean="0"/>
              <a:t>
5-  QUAND JE REGARDE À HIER  J’AI EN MOI BIEN DES REGRETS </a:t>
            </a:r>
          </a:p>
          <a:p>
            <a:r>
              <a:rPr lang="fr-FR" smtClean="0"/>
              <a:t>Lookin' back on yesterday there are things that I regret
6-  MAIS JE METS LE PASSÉ DERRIÈRE  ET JE N’OUBLIERAI JAMAIS </a:t>
            </a:r>
          </a:p>
          <a:p>
            <a:r>
              <a:rPr lang="fr-FR" smtClean="0"/>
              <a:t>But I put the past behind me and I never will forget
7-  QUE TU AS COUVERT MES ERREURS  MES RÊVES BRISÉS </a:t>
            </a:r>
          </a:p>
          <a:p>
            <a:r>
              <a:rPr lang="fr-FR" smtClean="0"/>
              <a:t>You have covered my mistakes and my broken dreams
8-  MAIS JE VOIS À L’HORIZON  UNE LUMIÈRE S’APPROCHER DE MOI</a:t>
            </a:r>
          </a:p>
          <a:p>
            <a:r>
              <a:rPr lang="fr-FR" smtClean="0"/>
              <a:t>Now over the horizon I see the dawn is drawing near 
9-  OUI, LE SOLEIL S’EST VRAIMENT LEVÉ DEMAIN EST ENFIN LÀ </a:t>
            </a:r>
          </a:p>
          <a:p>
            <a:r>
              <a:rPr lang="fr-FR" smtClean="0"/>
              <a:t>And I realize the sun did rise tomorrow's finally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10-  QUAND JE ME RÉVEILLE  EN PENSANT À MES FAUTES PASSÉES </a:t>
            </a:r>
          </a:p>
          <a:p>
            <a:r>
              <a:rPr lang="fr-FR" smtClean="0"/>
              <a:t>Now when I wake up thinkin' 'bout the things I've done before
11-  LES SOUVENIRS QUI M’EMPRISONNAIENT</a:t>
            </a:r>
          </a:p>
          <a:p>
            <a:r>
              <a:rPr lang="fr-FR" smtClean="0"/>
              <a:t>Memories I could not escape 
12-  NE ME HANTERONT PLUS JAMAIS</a:t>
            </a:r>
          </a:p>
          <a:p>
            <a:r>
              <a:rPr lang="fr-FR" smtClean="0"/>
              <a:t>Well they can't haunt me anymore  
13-  JE PEUX VIVRE LA TÊTE HAUTE CAR  J’AI ÉTÉ CHANGÉ</a:t>
            </a:r>
          </a:p>
          <a:p>
            <a:r>
              <a:rPr lang="fr-FR" smtClean="0"/>
              <a:t>Now I can hold my head up high 'cause I am not the same 
14-  TU AS CHANGÉ MA PERSPECTIVE  AVEC DE NOUVEAUX YEUX JE VOIS </a:t>
            </a:r>
          </a:p>
          <a:p>
            <a:r>
              <a:rPr lang="fr-FR" smtClean="0"/>
              <a:t>You've changed my whole perspective and with new eyes I see
15-  JE SUIS UNE NOUVELLE CRÉATION  PAR CE QUE TU AS FAIT POUR MOI </a:t>
            </a:r>
          </a:p>
          <a:p>
            <a:r>
              <a:rPr lang="fr-FR" smtClean="0"/>
              <a:t>I've become a new creation 'cause of what You've done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
16-  À CAUSE DE CE QUE TU AS FAIT  MA HONTE EST EFFACÉE </a:t>
            </a:r>
          </a:p>
          <a:p>
            <a:r>
              <a:rPr lang="fr-FR" smtClean="0"/>
              <a:t>'Cause of what You've done for me no, I am not ashamed
17-  MON CŒUR EST FINALEMENT LIBRE  JE SUIS CHANGÉ À JAMAIS </a:t>
            </a:r>
          </a:p>
          <a:p>
            <a:r>
              <a:rPr lang="fr-FR" smtClean="0"/>
              <a:t>This heart of mine is finally free I'll never be the same, yeah</a:t>
            </a:r>
          </a:p>
          <a:p>
            <a:r>
              <a:rPr lang="fr-FR" smtClean="0"/>
              <a:t>
	Refrain x3 
</a:t>
            </a:r>
          </a:p>
          <a:p>
            <a:r>
              <a:rPr lang="fr-FR" smtClean="0"/>
              <a:t>18- C’EST UNE NOUVELLE JOURNÉE</a:t>
            </a:r>
          </a:p>
          <a:p>
            <a:r>
              <a:rPr lang="fr-FR" smtClean="0"/>
              <a:t>It's a brand new day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308057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UNE NOUVELLE JOURNÉE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NOUVELLE SAISON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VIE JE VIVRAI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D’UNE NOUVELLE FAÇON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0230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QUI EST ANCIEN EST PASSÉ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TOUT EST NOUVEAU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77193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GLOIRE À DIEU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UNE NOUVELLE JOURNÉE</a:t>
            </a:r>
          </a:p>
        </p:txBody>
      </p:sp>
    </p:spTree>
    <p:extLst>
      <p:ext uri="{BB962C8B-B14F-4D97-AF65-F5344CB8AC3E}">
        <p14:creationId xmlns="" xmlns:p14="http://schemas.microsoft.com/office/powerpoint/2010/main" val="2592148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JE REGARDE À HIER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EN MOI BIEN DES REGRETS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61547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JE METS LE PASSÉ DERRIÈRE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N’OUBLIERAI JAMAIS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63418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TU AS COUVERT MES ERREURS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RÊVES BRISÉS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3328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JE VOIS À L’HORIZON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LUMIÈRE S’APPROCHER DE MOI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93225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LE SOLEIL S’EST VRAIMENT LEVÉ DEMAIN EST ENFIN LÀ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99455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JE ME RÉVEILLE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PENSANT À MES FAUTES PASSÉES</a:t>
            </a:r>
          </a:p>
        </p:txBody>
      </p:sp>
    </p:spTree>
    <p:extLst>
      <p:ext uri="{BB962C8B-B14F-4D97-AF65-F5344CB8AC3E}">
        <p14:creationId xmlns="" xmlns:p14="http://schemas.microsoft.com/office/powerpoint/2010/main" val="4167153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SOUVENIRS QUI M’EMPRISONNAIENT</a:t>
            </a:r>
          </a:p>
        </p:txBody>
      </p:sp>
    </p:spTree>
    <p:extLst>
      <p:ext uri="{BB962C8B-B14F-4D97-AF65-F5344CB8AC3E}">
        <p14:creationId xmlns="" xmlns:p14="http://schemas.microsoft.com/office/powerpoint/2010/main" val="1984760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ME HANTERONT PLUS JAMAIS</a:t>
            </a:r>
          </a:p>
        </p:txBody>
      </p:sp>
    </p:spTree>
    <p:extLst>
      <p:ext uri="{BB962C8B-B14F-4D97-AF65-F5344CB8AC3E}">
        <p14:creationId xmlns="" xmlns:p14="http://schemas.microsoft.com/office/powerpoint/2010/main" val="344762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PEUX VIVRE LA TÊTE HAUTE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J’AI ÉTÉ CHANGÉ</a:t>
            </a:r>
          </a:p>
        </p:txBody>
      </p:sp>
    </p:spTree>
    <p:extLst>
      <p:ext uri="{BB962C8B-B14F-4D97-AF65-F5344CB8AC3E}">
        <p14:creationId xmlns="" xmlns:p14="http://schemas.microsoft.com/office/powerpoint/2010/main" val="1317447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CHANGÉ MA PERSPECTIVE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DE NOUVEAUX YEUX JE VOIS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62617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UNE NOUVELLE CRÉATION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CE QUE TU AS FAIT POUR MOI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05430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CAUSE DE CE QUE TU AS FAIT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HONTE EST EFFACÉE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4354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CŒUR EST FINALEMENT LIBRE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CHANGÉ À JAMAIS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34506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NOUVELLE JOURNÉE</a:t>
            </a:r>
          </a:p>
        </p:txBody>
      </p:sp>
    </p:spTree>
    <p:extLst>
      <p:ext uri="{BB962C8B-B14F-4D97-AF65-F5344CB8AC3E}">
        <p14:creationId xmlns="" xmlns:p14="http://schemas.microsoft.com/office/powerpoint/2010/main" val="2592148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1688</TotalTime>
  <Words>161</Words>
  <Application>Microsoft Office PowerPoint</Application>
  <PresentationFormat>Affichage à l'écran (4:3)</PresentationFormat>
  <Paragraphs>1184</Paragraphs>
  <Slides>18</Slides>
  <Notes>18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Iclustration</cp:lastModifiedBy>
  <cp:revision>183</cp:revision>
  <dcterms:created xsi:type="dcterms:W3CDTF">2002-08-17T10:50:50Z</dcterms:created>
  <dcterms:modified xsi:type="dcterms:W3CDTF">2019-09-28T17:34:36Z</dcterms:modified>
</cp:coreProperties>
</file>