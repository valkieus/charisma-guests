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41" r:id="rId2"/>
    <p:sldId id="350" r:id="rId3"/>
    <p:sldId id="342" r:id="rId4"/>
    <p:sldId id="343" r:id="rId5"/>
    <p:sldId id="349" r:id="rId6"/>
    <p:sldId id="344" r:id="rId7"/>
    <p:sldId id="345" r:id="rId8"/>
    <p:sldId id="346" r:id="rId9"/>
    <p:sldId id="347" r:id="rId10"/>
    <p:sldId id="348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75DBC7-C5B7-4E92-B5BB-DED626AE2447}" v="6" dt="2023-09-22T11:53:09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41090" autoAdjust="0"/>
  </p:normalViewPr>
  <p:slideViewPr>
    <p:cSldViewPr>
      <p:cViewPr varScale="1">
        <p:scale>
          <a:sx n="49" d="100"/>
          <a:sy n="49" d="100"/>
        </p:scale>
        <p:origin x="300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sca EBEH" userId="1f70750b5f848880" providerId="LiveId" clId="{9B75DBC7-C5B7-4E92-B5BB-DED626AE2447}"/>
    <pc:docChg chg="undo redo custSel addSld delSld modSld sldOrd">
      <pc:chgData name="prisca EBEH" userId="1f70750b5f848880" providerId="LiveId" clId="{9B75DBC7-C5B7-4E92-B5BB-DED626AE2447}" dt="2023-09-22T12:18:08.958" v="725" actId="20577"/>
      <pc:docMkLst>
        <pc:docMk/>
      </pc:docMkLst>
      <pc:sldChg chg="modSp mod ord modNotes modNotesTx">
        <pc:chgData name="prisca EBEH" userId="1f70750b5f848880" providerId="LiveId" clId="{9B75DBC7-C5B7-4E92-B5BB-DED626AE2447}" dt="2023-09-22T12:18:08.821" v="709" actId="20577"/>
        <pc:sldMkLst>
          <pc:docMk/>
          <pc:sldMk cId="584140920" sldId="341"/>
        </pc:sldMkLst>
        <pc:spChg chg="mod">
          <ac:chgData name="prisca EBEH" userId="1f70750b5f848880" providerId="LiveId" clId="{9B75DBC7-C5B7-4E92-B5BB-DED626AE2447}" dt="2023-09-22T11:12:55.035" v="430" actId="21"/>
          <ac:spMkLst>
            <pc:docMk/>
            <pc:sldMk cId="584140920" sldId="341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848" v="711" actId="20577"/>
        <pc:sldMkLst>
          <pc:docMk/>
          <pc:sldMk cId="4014170297" sldId="342"/>
        </pc:sldMkLst>
        <pc:spChg chg="mod">
          <ac:chgData name="prisca EBEH" userId="1f70750b5f848880" providerId="LiveId" clId="{9B75DBC7-C5B7-4E92-B5BB-DED626AE2447}" dt="2023-09-22T12:17:56.323" v="707" actId="20577"/>
          <ac:spMkLst>
            <pc:docMk/>
            <pc:sldMk cId="4014170297" sldId="342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864" v="713" actId="20577"/>
        <pc:sldMkLst>
          <pc:docMk/>
          <pc:sldMk cId="2863894207" sldId="343"/>
        </pc:sldMkLst>
        <pc:spChg chg="mod">
          <ac:chgData name="prisca EBEH" userId="1f70750b5f848880" providerId="LiveId" clId="{9B75DBC7-C5B7-4E92-B5BB-DED626AE2447}" dt="2023-09-22T10:50:42.393" v="139" actId="20577"/>
          <ac:spMkLst>
            <pc:docMk/>
            <pc:sldMk cId="2863894207" sldId="343"/>
            <ac:spMk id="3" creationId="{00000000-0000-0000-0000-000000000000}"/>
          </ac:spMkLst>
        </pc:spChg>
      </pc:sldChg>
      <pc:sldChg chg="modSp add mod modNotes modNotesTx">
        <pc:chgData name="prisca EBEH" userId="1f70750b5f848880" providerId="LiveId" clId="{9B75DBC7-C5B7-4E92-B5BB-DED626AE2447}" dt="2023-09-22T12:18:08.895" v="717" actId="20577"/>
        <pc:sldMkLst>
          <pc:docMk/>
          <pc:sldMk cId="1917599573" sldId="344"/>
        </pc:sldMkLst>
        <pc:spChg chg="mod">
          <ac:chgData name="prisca EBEH" userId="1f70750b5f848880" providerId="LiveId" clId="{9B75DBC7-C5B7-4E92-B5BB-DED626AE2447}" dt="2023-09-22T11:08:37.397" v="418" actId="20577"/>
          <ac:spMkLst>
            <pc:docMk/>
            <pc:sldMk cId="1917599573" sldId="344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11" v="719" actId="20577"/>
        <pc:sldMkLst>
          <pc:docMk/>
          <pc:sldMk cId="261958051" sldId="345"/>
        </pc:sldMkLst>
        <pc:spChg chg="mod">
          <ac:chgData name="prisca EBEH" userId="1f70750b5f848880" providerId="LiveId" clId="{9B75DBC7-C5B7-4E92-B5BB-DED626AE2447}" dt="2023-09-22T10:56:19.934" v="217" actId="20577"/>
          <ac:spMkLst>
            <pc:docMk/>
            <pc:sldMk cId="261958051" sldId="345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27" v="721" actId="20577"/>
        <pc:sldMkLst>
          <pc:docMk/>
          <pc:sldMk cId="829087973" sldId="346"/>
        </pc:sldMkLst>
        <pc:spChg chg="mod">
          <ac:chgData name="prisca EBEH" userId="1f70750b5f848880" providerId="LiveId" clId="{9B75DBC7-C5B7-4E92-B5BB-DED626AE2447}" dt="2023-09-22T10:57:07.083" v="254" actId="20577"/>
          <ac:spMkLst>
            <pc:docMk/>
            <pc:sldMk cId="829087973" sldId="346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42" v="723" actId="20577"/>
        <pc:sldMkLst>
          <pc:docMk/>
          <pc:sldMk cId="3370838752" sldId="347"/>
        </pc:sldMkLst>
        <pc:spChg chg="mod">
          <ac:chgData name="prisca EBEH" userId="1f70750b5f848880" providerId="LiveId" clId="{9B75DBC7-C5B7-4E92-B5BB-DED626AE2447}" dt="2023-09-22T10:58:39.202" v="288" actId="20577"/>
          <ac:spMkLst>
            <pc:docMk/>
            <pc:sldMk cId="3370838752" sldId="347"/>
            <ac:spMk id="3" creationId="{00000000-0000-0000-0000-000000000000}"/>
          </ac:spMkLst>
        </pc:spChg>
      </pc:sldChg>
      <pc:sldChg chg="modSp add mod modNotes">
        <pc:chgData name="prisca EBEH" userId="1f70750b5f848880" providerId="LiveId" clId="{9B75DBC7-C5B7-4E92-B5BB-DED626AE2447}" dt="2023-09-22T12:18:08.958" v="725" actId="20577"/>
        <pc:sldMkLst>
          <pc:docMk/>
          <pc:sldMk cId="504406201" sldId="348"/>
        </pc:sldMkLst>
        <pc:spChg chg="mod">
          <ac:chgData name="prisca EBEH" userId="1f70750b5f848880" providerId="LiveId" clId="{9B75DBC7-C5B7-4E92-B5BB-DED626AE2447}" dt="2023-09-22T11:00:12.863" v="330" actId="20577"/>
          <ac:spMkLst>
            <pc:docMk/>
            <pc:sldMk cId="504406201" sldId="348"/>
            <ac:spMk id="3" creationId="{00000000-0000-0000-0000-000000000000}"/>
          </ac:spMkLst>
        </pc:spChg>
      </pc:sldChg>
      <pc:sldChg chg="modSp add mod ord modNotes">
        <pc:chgData name="prisca EBEH" userId="1f70750b5f848880" providerId="LiveId" clId="{9B75DBC7-C5B7-4E92-B5BB-DED626AE2447}" dt="2023-09-22T12:18:08.879" v="715" actId="20577"/>
        <pc:sldMkLst>
          <pc:docMk/>
          <pc:sldMk cId="3272497742" sldId="349"/>
        </pc:sldMkLst>
        <pc:spChg chg="mod">
          <ac:chgData name="prisca EBEH" userId="1f70750b5f848880" providerId="LiveId" clId="{9B75DBC7-C5B7-4E92-B5BB-DED626AE2447}" dt="2023-09-22T11:33:23.572" v="555" actId="20577"/>
          <ac:spMkLst>
            <pc:docMk/>
            <pc:sldMk cId="3272497742" sldId="349"/>
            <ac:spMk id="3" creationId="{00000000-0000-0000-0000-000000000000}"/>
          </ac:spMkLst>
        </pc:spChg>
      </pc:sldChg>
      <pc:sldChg chg="modSp add del mod ord">
        <pc:chgData name="prisca EBEH" userId="1f70750b5f848880" providerId="LiveId" clId="{9B75DBC7-C5B7-4E92-B5BB-DED626AE2447}" dt="2023-09-22T11:13:29.825" v="431" actId="2696"/>
        <pc:sldMkLst>
          <pc:docMk/>
          <pc:sldMk cId="2996722291" sldId="350"/>
        </pc:sldMkLst>
        <pc:spChg chg="mod">
          <ac:chgData name="prisca EBEH" userId="1f70750b5f848880" providerId="LiveId" clId="{9B75DBC7-C5B7-4E92-B5BB-DED626AE2447}" dt="2023-09-22T11:10:03.196" v="422" actId="20577"/>
          <ac:spMkLst>
            <pc:docMk/>
            <pc:sldMk cId="2996722291" sldId="35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journée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saison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vivrai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D’une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façon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Voici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l’ancien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Gloire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Dieu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journée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regarde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n’oublierai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couvert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erreurs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rêves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brisés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l’horizon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lumière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s’approcher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soleil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s’est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vraiment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Demain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enfin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réveille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pensant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fautes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m’emprisonnaient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hanteront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plus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j’ai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été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yeux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fait pour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honte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cœur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finalement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libre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changé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jamais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1120415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889952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744203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132943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116691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3029164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1900428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676857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517785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3544916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1522049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1978794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1557756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11285536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351080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37167513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39143965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6936248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15737893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2885259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16239044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40218187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6276397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35798253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8543561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9856276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5900561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21776548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8110015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1- IT'S A NEW DAY [ C’est une nouvelle journée]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2- OH, IT'S A NEW TIME [ Une nouvelle saison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3- AND THERE'S A NEW WAY [ Ma vie je vivrai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4- I'M GONNA LIVE MY LIFE [ D’une nouvelle façon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5- ALL THE OLD HAS, PASSED AWAY [ Voici, l’ancien est passé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6- AND THE NEW HAS COME [ Et tout est nouveau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7- THANK GOD, IT'S A BRAND NEW DAY [ Gloire à Dieu, c’est une nouvelle journée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LOOKIN' BACK ON YESTERDAY [ Quand je regarde à hier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THERE ARE THINGS THAT I REGRET [ J’ai en moi bien des regrets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10- BUT I PUT THE PAST BEHIND ME [ Mais je mets le passé derrière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AND I NEVER WILL FORGET [ Et je n’oublierai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YOU HAV COVERED MY MISTAKES [ Que Tu as couvert mes erreurs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AND MY BROKEN DREAMS [ Mes rêves brisés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NOW OVER THE HORIZON [ Mais je vois à l’horizon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I SEE THE DAWN IS DRAWING NEAR [ Une lumière s’approcher de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AND I REALIZE THE SUN DID RISE [ Oui, le soleil s’est vraiment levé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TOMORROW'S FINALLY HERE [ Demain est enfin là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NOW WHEN I WAKE UP THINKIN‘ [ Quand je me réveille en pensant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'BOUT THE THINGS I'VE DONE BEFORE  [ À mes fautes passes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MEMORIES I COULD NOT ESCAPE [ Les souvenirs qui m’emprisonnaient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WELL THEY CAN'T HAUNT ME ANYMORE [ Ne me hanteront plus jamais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NOW I CAN HOLD MY HEAD UP HIGH  [ Je peux vivre la tête haute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23- 'CAUSE I AM NOT THE SAME  [ Car j’ai été change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YOU'VE CHANGED MY WHOLE PERSPECTIVE [ Tu as changé ma perspective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AND WITH NEW EYES I SEE  [ Avec de nouveaux yeux je vois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26- I'VE BECOME A NEW CREATION  [ Je suis une nouvelle creation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27- 'CAUSE OF WHAT YOU'VE DONE FOR ME  [ Par ce que Tu as fait pour moi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28- 'CAUSE OF WHAT YOU'VE DONE FOR ME   [ À cause de ce que Tu as fait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NO, I AM NOT ASHAMED   [ Ma honte est efface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30- THIS HEART OF MINE IS FINALLY FREE  [ Mon cœur est finalement libre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31- I'LL NEVER BE THE SAME  [ Je suis changé à jamais ]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en-US" smtClean="0"/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r>
              <a:rPr lang="en-US" smtClean="0"/>
              <a:t>		1- IT'S A NEW DAY [ C’est une nouvelle journée]</a:t>
            </a:r>
          </a:p>
          <a:p>
            <a:r>
              <a:rPr lang="en-US" smtClean="0"/>
              <a:t>		2- OH, IT'S A NEW TIME [ Une nouvelle saison ]</a:t>
            </a:r>
          </a:p>
          <a:p>
            <a:r>
              <a:rPr lang="en-US" smtClean="0"/>
              <a:t>		3- AND THERE'S A NEW WAY [ Ma vie je vivrai ]</a:t>
            </a:r>
          </a:p>
          <a:p>
            <a:r>
              <a:rPr lang="en-US" smtClean="0"/>
              <a:t>		4- I'M GONNA LIVE MY LIFE [ D’une nouvelle façon ]</a:t>
            </a:r>
          </a:p>
          <a:p>
            <a:r>
              <a:rPr lang="en-US" smtClean="0"/>
              <a:t>		5- ALL THE OLD HAS, PASSED AWAY [ Voici, l’ancien est passé ]</a:t>
            </a:r>
          </a:p>
          <a:p>
            <a:r>
              <a:rPr lang="en-US" smtClean="0"/>
              <a:t>		6- AND THE NEW HAS COME [ Et tout est nouveau ]</a:t>
            </a:r>
          </a:p>
          <a:p>
            <a:r>
              <a:rPr lang="en-US" smtClean="0"/>
              <a:t>		7- THANK GOD, IT'S A BRAND NEW DAY [ Gloire à Dieu, c’est une nouvelle journée ]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Couplet 1:</a:t>
            </a:r>
          </a:p>
          <a:p>
            <a:endParaRPr lang="en-US" smtClean="0"/>
          </a:p>
          <a:p>
            <a:r>
              <a:rPr lang="en-US" smtClean="0"/>
              <a:t>8- LOOKIN' BACK ON YESTERDAY [ Quand je regarde à hier ]</a:t>
            </a:r>
          </a:p>
          <a:p>
            <a:r>
              <a:rPr lang="en-US" smtClean="0"/>
              <a:t>9- THERE ARE THINGS THAT I REGRET [ J’ai en moi bien des regrets ]</a:t>
            </a:r>
          </a:p>
          <a:p>
            <a:r>
              <a:rPr lang="en-US" smtClean="0"/>
              <a:t>10- BUT I PUT THE PAST BEHIND ME [ Mais je mets le passé derrière ]</a:t>
            </a:r>
          </a:p>
          <a:p>
            <a:r>
              <a:rPr lang="en-US" smtClean="0"/>
              <a:t>11- AND I NEVER WILL FORGET [ Et je n’oublierai jamais ]</a:t>
            </a:r>
          </a:p>
          <a:p>
            <a:r>
              <a:rPr lang="en-US" smtClean="0"/>
              <a:t>12- YOU HAV COVERED MY MISTAKES [ Que Tu as couvert mes erreurs ]</a:t>
            </a:r>
          </a:p>
          <a:p>
            <a:r>
              <a:rPr lang="en-US" smtClean="0"/>
              <a:t>13- AND MY BROKEN DREAMS [ Mes rêves brisés ]</a:t>
            </a:r>
          </a:p>
          <a:p>
            <a:r>
              <a:rPr lang="en-US" smtClean="0"/>
              <a:t>14- NOW OVER THE HORIZON [ Mais je vois à l’horizon ]</a:t>
            </a:r>
          </a:p>
          <a:p>
            <a:r>
              <a:rPr lang="en-US" smtClean="0"/>
              <a:t>15- I SEE THE DAWN IS DRAWING NEAR [ Une lumière s’approcher de moi ]</a:t>
            </a:r>
          </a:p>
          <a:p>
            <a:r>
              <a:rPr lang="en-US" smtClean="0"/>
              <a:t>16- AND I REALIZE THE SUN DID RISE [ Oui, le soleil s’est vraiment levé ]</a:t>
            </a:r>
          </a:p>
          <a:p>
            <a:r>
              <a:rPr lang="en-US" smtClean="0"/>
              <a:t>17- TOMORROW'S FINALLY HERE [ Demain est enfin là ]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r>
              <a:rPr lang="en-US" smtClean="0"/>
              <a:t> </a:t>
            </a:r>
          </a:p>
          <a:p>
            <a:r>
              <a:rPr lang="en-US" smtClean="0"/>
              <a:t>Couplet 2 :</a:t>
            </a:r>
          </a:p>
          <a:p>
            <a:r>
              <a:rPr lang="en-US" smtClean="0"/>
              <a:t>                                              </a:t>
            </a:r>
          </a:p>
          <a:p>
            <a:r>
              <a:rPr lang="en-US" smtClean="0"/>
              <a:t>18- NOW WHEN I WAKE UP THINKIN‘ [ Quand je me réveille en pensant ]</a:t>
            </a:r>
          </a:p>
          <a:p>
            <a:r>
              <a:rPr lang="en-US" smtClean="0"/>
              <a:t>19- 'BOUT THE THINGS I'VE DONE BEFORE  [ À mes fautes passes ]</a:t>
            </a:r>
          </a:p>
          <a:p>
            <a:r>
              <a:rPr lang="en-US" smtClean="0"/>
              <a:t>20- MEMORIES I COULD NOT ESCAPE [ Les souvenirs qui m’emprisonnaient ]</a:t>
            </a:r>
          </a:p>
          <a:p>
            <a:r>
              <a:rPr lang="en-US" smtClean="0"/>
              <a:t>21- WELL THEY CAN'T HAUNT ME ANYMORE [ Ne me hanteront plus jamais ]</a:t>
            </a:r>
          </a:p>
          <a:p>
            <a:r>
              <a:rPr lang="en-US" smtClean="0"/>
              <a:t>22- NOW I CAN HOLD MY HEAD UP HIGH  [ Je peux vivre la tête haute ]</a:t>
            </a:r>
          </a:p>
          <a:p>
            <a:r>
              <a:rPr lang="en-US" smtClean="0"/>
              <a:t>23- 'CAUSE I AM NOT THE SAME  [ Car j’ai été change ]</a:t>
            </a:r>
          </a:p>
          <a:p>
            <a:r>
              <a:rPr lang="en-US" smtClean="0"/>
              <a:t>24- YOU'VE CHANGED MY WHOLE PERSPECTIVE [ Tu as changé ma perspective ]</a:t>
            </a:r>
          </a:p>
          <a:p>
            <a:r>
              <a:rPr lang="en-US" smtClean="0"/>
              <a:t>25- AND WITH NEW EYES I SEE  [ Avec de nouveaux yeux je vois ]</a:t>
            </a:r>
          </a:p>
          <a:p>
            <a:r>
              <a:rPr lang="en-US" smtClean="0"/>
              <a:t>26- I'VE BECOME A NEW CREATION  [ Je suis une nouvelle creation ]</a:t>
            </a:r>
          </a:p>
          <a:p>
            <a:r>
              <a:rPr lang="en-US" smtClean="0"/>
              <a:t>27- 'CAUSE OF WHAT YOU'VE DONE FOR ME  [ Par ce que Tu as fait pour moi ]</a:t>
            </a:r>
          </a:p>
          <a:p>
            <a:endParaRPr lang="en-US" smtClean="0"/>
          </a:p>
          <a:p>
            <a:r>
              <a:rPr lang="en-US" smtClean="0"/>
              <a:t> </a:t>
            </a:r>
          </a:p>
          <a:p>
            <a:r>
              <a:rPr lang="en-US" smtClean="0"/>
              <a:t>		Refrain :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Pont :</a:t>
            </a:r>
          </a:p>
          <a:p>
            <a:endParaRPr lang="en-US" smtClean="0"/>
          </a:p>
          <a:p>
            <a:r>
              <a:rPr lang="en-US" smtClean="0"/>
              <a:t>28- 'CAUSE OF WHAT YOU'VE DONE FOR ME   [ À cause de ce que Tu as fait ]</a:t>
            </a:r>
          </a:p>
          <a:p>
            <a:r>
              <a:rPr lang="en-US" smtClean="0"/>
              <a:t>29- NO, I AM NOT ASHAMED   [ Ma honte est efface ]</a:t>
            </a:r>
          </a:p>
          <a:p>
            <a:r>
              <a:rPr lang="en-US" smtClean="0"/>
              <a:t>30- THIS HEART OF MINE IS FINALLY FREE  [ Mon cœur est finalement libre ]</a:t>
            </a:r>
          </a:p>
          <a:p>
            <a:r>
              <a:rPr lang="en-US" smtClean="0"/>
              <a:t>31- I'LL NEVER BE THE SAME  [ Je suis changé à jamais ]</a:t>
            </a:r>
          </a:p>
        </p:txBody>
      </p:sp>
    </p:spTree>
    <p:extLst>
      <p:ext uri="{BB962C8B-B14F-4D97-AF65-F5344CB8AC3E}">
        <p14:creationId xmlns:p14="http://schemas.microsoft.com/office/powerpoint/2010/main" val="3696407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IT'S A NEW DAY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c’est une nouvelle journée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 IT'S A NEW TIME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une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nouvelle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saison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770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THERE'S A NEW WAY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 vie 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vivrai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17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GONNA LIVE MY LIFE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d’une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nouvelle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façon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89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THE OLD HAS PASSED AWAY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voici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l’ancien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passé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49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THE NEW HAS COME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tout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nouveau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59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THANK GOD IT'S A BRAND NEW DAY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gloire à dieu, c’est une nouvelle journée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5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LOOKIN' BACK ON YESTERDAY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quand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regarde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à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hier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087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 ARE THINGS THAT I REGRET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j’ai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bien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des regrets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83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I PUT THE PAST BEHIND 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mais je mets le passé derrière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40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I NEVER WILL FORGET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je n’oublierai jamais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5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HAV COVERED MY MISTAKES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as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couvert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erreurs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40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MY BROKEN DREAMS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rêves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brisés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15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NOW OVER THE HORIZON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mais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vois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à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l’horizon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13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SEE THE DAWN IS DRAWING NEAR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une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lumière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s’approcher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de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74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I REALIZE THE SUN DID RISE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oui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le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soleil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s’est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vraiment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levé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87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TOMORROW'S FINALLY HERE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demain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enfin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là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26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NOW WHEN I WAKE UP THINKIN‘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quand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je me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réveille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pensant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74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'BOUT THE THINGS I'VE DONE BEFORE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à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fautes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passes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52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MEMORIES I COULD NOT ESCAPE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les souvenirs qui m’emprisonnaient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92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WELL THEY CAN'T HAUNT ME ANYMORE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ne me hanteront plus jamais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860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NOW I CAN HOLD MY HEAD UP HIGH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peux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vivre la tête haute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94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I AM NOT THE SAME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car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j’ai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été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change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970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YOU'VE CHANGED MY WHOLE PERSPECTIVE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as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changé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ma perspective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903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WITH NEW EYES I SEE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avec de nouveaux yeux je vois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10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I'VE BECOME A NEW CREATION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je suis une nouvelle </a:t>
            </a:r>
            <a:r>
              <a:rPr lang="fr-FR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creation</a:t>
            </a: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71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OF WHAT YOU'VE DONE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par ce que tu as fait pour moi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66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OF WHAT YOU'VE DONE FOR 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à cause de ce que tu as fait ]</a:t>
            </a:r>
            <a:endParaRPr lang="fr-FR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0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 I AM NOT ASHAMED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ma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honte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efface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9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HEART OF MINE IS FINALLY FREE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mon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cœur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finalement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libre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708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I'LL NEVER BE THE SAME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suis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changé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à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jamais</a:t>
            </a: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309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3091</TotalTime>
  <Words>402</Words>
  <Application>Microsoft Office PowerPoint</Application>
  <PresentationFormat>Affichage à l'écran (4:3)</PresentationFormat>
  <Paragraphs>3162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5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215</cp:revision>
  <dcterms:created xsi:type="dcterms:W3CDTF">2002-08-17T10:50:50Z</dcterms:created>
  <dcterms:modified xsi:type="dcterms:W3CDTF">2025-05-11T08:08:43Z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