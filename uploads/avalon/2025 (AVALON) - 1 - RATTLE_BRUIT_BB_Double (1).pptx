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41" r:id="rId2"/>
    <p:sldId id="350" r:id="rId3"/>
    <p:sldId id="342" r:id="rId4"/>
    <p:sldId id="343" r:id="rId5"/>
    <p:sldId id="349" r:id="rId6"/>
    <p:sldId id="344" r:id="rId7"/>
    <p:sldId id="345" r:id="rId8"/>
    <p:sldId id="346" r:id="rId9"/>
    <p:sldId id="347" r:id="rId10"/>
    <p:sldId id="348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377" r:id="rId38"/>
    <p:sldId id="378" r:id="rId39"/>
    <p:sldId id="379" r:id="rId40"/>
    <p:sldId id="380" r:id="rId41"/>
    <p:sldId id="381" r:id="rId42"/>
    <p:sldId id="382" r:id="rId43"/>
    <p:sldId id="383" r:id="rId44"/>
    <p:sldId id="384" r:id="rId45"/>
    <p:sldId id="385" r:id="rId46"/>
    <p:sldId id="386" r:id="rId47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75DBC7-C5B7-4E92-B5BB-DED626AE2447}" v="6" dt="2023-09-22T11:53:09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41090" autoAdjust="0"/>
  </p:normalViewPr>
  <p:slideViewPr>
    <p:cSldViewPr>
      <p:cViewPr>
        <p:scale>
          <a:sx n="41" d="100"/>
          <a:sy n="41" d="100"/>
        </p:scale>
        <p:origin x="2676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92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sca EBEH" userId="1f70750b5f848880" providerId="LiveId" clId="{9B75DBC7-C5B7-4E92-B5BB-DED626AE2447}"/>
    <pc:docChg chg="undo redo custSel addSld delSld modSld sldOrd">
      <pc:chgData name="prisca EBEH" userId="1f70750b5f848880" providerId="LiveId" clId="{9B75DBC7-C5B7-4E92-B5BB-DED626AE2447}" dt="2023-09-22T12:18:08.958" v="725" actId="20577"/>
      <pc:docMkLst>
        <pc:docMk/>
      </pc:docMkLst>
      <pc:sldChg chg="modSp mod ord modNotes modNotesTx">
        <pc:chgData name="prisca EBEH" userId="1f70750b5f848880" providerId="LiveId" clId="{9B75DBC7-C5B7-4E92-B5BB-DED626AE2447}" dt="2023-09-22T12:18:08.821" v="709" actId="20577"/>
        <pc:sldMkLst>
          <pc:docMk/>
          <pc:sldMk cId="584140920" sldId="341"/>
        </pc:sldMkLst>
        <pc:spChg chg="mod">
          <ac:chgData name="prisca EBEH" userId="1f70750b5f848880" providerId="LiveId" clId="{9B75DBC7-C5B7-4E92-B5BB-DED626AE2447}" dt="2023-09-22T11:12:55.035" v="430" actId="21"/>
          <ac:spMkLst>
            <pc:docMk/>
            <pc:sldMk cId="584140920" sldId="341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848" v="711" actId="20577"/>
        <pc:sldMkLst>
          <pc:docMk/>
          <pc:sldMk cId="4014170297" sldId="342"/>
        </pc:sldMkLst>
        <pc:spChg chg="mod">
          <ac:chgData name="prisca EBEH" userId="1f70750b5f848880" providerId="LiveId" clId="{9B75DBC7-C5B7-4E92-B5BB-DED626AE2447}" dt="2023-09-22T12:17:56.323" v="707" actId="20577"/>
          <ac:spMkLst>
            <pc:docMk/>
            <pc:sldMk cId="4014170297" sldId="342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864" v="713" actId="20577"/>
        <pc:sldMkLst>
          <pc:docMk/>
          <pc:sldMk cId="2863894207" sldId="343"/>
        </pc:sldMkLst>
        <pc:spChg chg="mod">
          <ac:chgData name="prisca EBEH" userId="1f70750b5f848880" providerId="LiveId" clId="{9B75DBC7-C5B7-4E92-B5BB-DED626AE2447}" dt="2023-09-22T10:50:42.393" v="139" actId="20577"/>
          <ac:spMkLst>
            <pc:docMk/>
            <pc:sldMk cId="2863894207" sldId="343"/>
            <ac:spMk id="3" creationId="{00000000-0000-0000-0000-000000000000}"/>
          </ac:spMkLst>
        </pc:spChg>
      </pc:sldChg>
      <pc:sldChg chg="modSp add mod modNotes modNotesTx">
        <pc:chgData name="prisca EBEH" userId="1f70750b5f848880" providerId="LiveId" clId="{9B75DBC7-C5B7-4E92-B5BB-DED626AE2447}" dt="2023-09-22T12:18:08.895" v="717" actId="20577"/>
        <pc:sldMkLst>
          <pc:docMk/>
          <pc:sldMk cId="1917599573" sldId="344"/>
        </pc:sldMkLst>
        <pc:spChg chg="mod">
          <ac:chgData name="prisca EBEH" userId="1f70750b5f848880" providerId="LiveId" clId="{9B75DBC7-C5B7-4E92-B5BB-DED626AE2447}" dt="2023-09-22T11:08:37.397" v="418" actId="20577"/>
          <ac:spMkLst>
            <pc:docMk/>
            <pc:sldMk cId="1917599573" sldId="344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11" v="719" actId="20577"/>
        <pc:sldMkLst>
          <pc:docMk/>
          <pc:sldMk cId="261958051" sldId="345"/>
        </pc:sldMkLst>
        <pc:spChg chg="mod">
          <ac:chgData name="prisca EBEH" userId="1f70750b5f848880" providerId="LiveId" clId="{9B75DBC7-C5B7-4E92-B5BB-DED626AE2447}" dt="2023-09-22T10:56:19.934" v="217" actId="20577"/>
          <ac:spMkLst>
            <pc:docMk/>
            <pc:sldMk cId="261958051" sldId="345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27" v="721" actId="20577"/>
        <pc:sldMkLst>
          <pc:docMk/>
          <pc:sldMk cId="829087973" sldId="346"/>
        </pc:sldMkLst>
        <pc:spChg chg="mod">
          <ac:chgData name="prisca EBEH" userId="1f70750b5f848880" providerId="LiveId" clId="{9B75DBC7-C5B7-4E92-B5BB-DED626AE2447}" dt="2023-09-22T10:57:07.083" v="254" actId="20577"/>
          <ac:spMkLst>
            <pc:docMk/>
            <pc:sldMk cId="829087973" sldId="346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42" v="723" actId="20577"/>
        <pc:sldMkLst>
          <pc:docMk/>
          <pc:sldMk cId="3370838752" sldId="347"/>
        </pc:sldMkLst>
        <pc:spChg chg="mod">
          <ac:chgData name="prisca EBEH" userId="1f70750b5f848880" providerId="LiveId" clId="{9B75DBC7-C5B7-4E92-B5BB-DED626AE2447}" dt="2023-09-22T10:58:39.202" v="288" actId="20577"/>
          <ac:spMkLst>
            <pc:docMk/>
            <pc:sldMk cId="3370838752" sldId="347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58" v="725" actId="20577"/>
        <pc:sldMkLst>
          <pc:docMk/>
          <pc:sldMk cId="504406201" sldId="348"/>
        </pc:sldMkLst>
        <pc:spChg chg="mod">
          <ac:chgData name="prisca EBEH" userId="1f70750b5f848880" providerId="LiveId" clId="{9B75DBC7-C5B7-4E92-B5BB-DED626AE2447}" dt="2023-09-22T11:00:12.863" v="330" actId="20577"/>
          <ac:spMkLst>
            <pc:docMk/>
            <pc:sldMk cId="504406201" sldId="348"/>
            <ac:spMk id="3" creationId="{00000000-0000-0000-0000-000000000000}"/>
          </ac:spMkLst>
        </pc:spChg>
      </pc:sldChg>
      <pc:sldChg chg="modSp add mod ord modNotes">
        <pc:chgData name="prisca EBEH" userId="1f70750b5f848880" providerId="LiveId" clId="{9B75DBC7-C5B7-4E92-B5BB-DED626AE2447}" dt="2023-09-22T12:18:08.879" v="715" actId="20577"/>
        <pc:sldMkLst>
          <pc:docMk/>
          <pc:sldMk cId="3272497742" sldId="349"/>
        </pc:sldMkLst>
        <pc:spChg chg="mod">
          <ac:chgData name="prisca EBEH" userId="1f70750b5f848880" providerId="LiveId" clId="{9B75DBC7-C5B7-4E92-B5BB-DED626AE2447}" dt="2023-09-22T11:33:23.572" v="555" actId="20577"/>
          <ac:spMkLst>
            <pc:docMk/>
            <pc:sldMk cId="3272497742" sldId="349"/>
            <ac:spMk id="3" creationId="{00000000-0000-0000-0000-000000000000}"/>
          </ac:spMkLst>
        </pc:spChg>
      </pc:sldChg>
      <pc:sldChg chg="modSp add del mod ord">
        <pc:chgData name="prisca EBEH" userId="1f70750b5f848880" providerId="LiveId" clId="{9B75DBC7-C5B7-4E92-B5BB-DED626AE2447}" dt="2023-09-22T11:13:29.825" v="431" actId="2696"/>
        <pc:sldMkLst>
          <pc:docMk/>
          <pc:sldMk cId="2996722291" sldId="350"/>
        </pc:sldMkLst>
        <pc:spChg chg="mod">
          <ac:chgData name="prisca EBEH" userId="1f70750b5f848880" providerId="LiveId" clId="{9B75DBC7-C5B7-4E92-B5BB-DED626AE2447}" dt="2023-09-22T11:10:03.196" v="422" actId="20577"/>
          <ac:spMkLst>
            <pc:docMk/>
            <pc:sldMk cId="2996722291" sldId="35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20415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89952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44203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32943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6691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29164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00428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76857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517785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44916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52204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78794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57756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28553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1080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63454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915436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051744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523293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658223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2019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975709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302155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476530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5881106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816317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860551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370600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090354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171529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668856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638959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676591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9644415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30889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5912718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9416585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842636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009972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2516330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234760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288142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674736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Samedi jour de silence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semblait terminé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Mais jamais rien d’impossible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N’a pu T’arrêter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vendredi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[Dimanche est terrassée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jamais rien d’impossib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[N’a pu T’arrêter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redonne la vie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oui je vivrai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ossements qui retentit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Pentecôte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[Tu ne seras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sitôt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Oui, la résurrection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coule dans mes veines aussi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crois qu’il y a un autre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là juste ici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Dieu est fort pour sauver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guérir et délivrer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Restaurer ce qu’Il veut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comme Il l’entend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Demande à cet homme jeté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os d’Élisée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n’y a rien pour Lui qui soit trop grand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[Demande à cette pierre roulée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peut se passer]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[Quand Dieu ordonne de bouger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agit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[Oui, Il agit maintenant ]  x2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[Maintenant,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vis/Vivez, vivez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[Ossements, obéissez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Entends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Vois la louange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redonne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Ouvre la tombe, je sortirai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oui je vivrai ]     x3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Entends le bruit des ossements qui retentit ]</a:t>
            </a:r>
            <a:b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689301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SATURDAY WAS SILENT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jour de silence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SURELY IT WAS THROUGH [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semblait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BUT SINCE WHEN HAS IMPOSSIBLE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EVER STOPPED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FRIDAY'S DISAPPOINTMENT  [ La mort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vendredi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IS SUNDAY'S EMPTY TOMB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Dimanche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terrassée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SINCE WHEN HAS IMPOSSIBLE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d’impossible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EVER STOPPED YOU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T’arrêter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DRY BONES RATTLING  [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THIS IS THE SOUND OF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PENTECOSTAL FIRE  [ Le feu de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Pentecôte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STIRRING SOMETHING NEW   [ a soufflé un vent nouveau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YOU'RE NOT GONNA RUN OUT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seras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à court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OF MIRACLES ANYTIME SOON   [ de miracle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</a:t>
            </a: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tôt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YEAH, RESURRECTION POWER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résurrection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RUNS IN MY VEINS TOO AND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veines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I BELIEVE THERE'S ANOTHER MIRACLE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miracle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HERE IN THIS ROOM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3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MY GOD IS ABLE TO SAVE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sauver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AND DELIVER AND HEAL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guérir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délivrer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AND RESTORE ANYTHING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Restaurer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qu’Il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THAT HE WANTS TO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l’entend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JUST ASK THE MAN WHO WAS THROWN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homme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ON THE BONES OF ELISHA  [ sur les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d’Élisée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IF THERE'S ANYTHING THAT HE CAN'T DO  [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trop grand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JUST ASK THE STONE THAT WAS ROLLED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pierre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roulée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AT THE TOMB IN THE GARDEN  [Ce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passer]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WHAT HAPPENS WHEN GOD SAYS TO MOVE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bouger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35- I FEEL HIM MOVING IT NOW [ Et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36- I FEEL HIM DOING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Il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x2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37- DO IT NOW, DO IT NOW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38- LIVE (LIVE), LIVE (LIVE)  [ Vis, vis/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39- DRY BONES HEAR THE WORD OF THE LORD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obéissez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 Seigneur ]        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40- THIS IS THE SOUND OF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41- DRY BONES RATTLING  [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42- THIS IS THE PRAISE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43- MAKE A DEAD MAN WALK AGAIN  [ au mort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redonne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vie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44- OPEN THE GRAVE, I'M COMING OUT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Ouvre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sortirai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45- I'M GONNA LIVE, GONNA LIVE AGAIN  [ Car à nouveau,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x3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46- THIS IS THE SOUND OF DRY BONES RATTLING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bruit des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ossements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retentit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  <a:b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SATURDAY WAS SILENT [ Samedi jour de silence ]</a:t>
            </a:r>
            <a:br>
              <a:rPr lang="en-US" smtClean="0"/>
            </a:br>
            <a:r>
              <a:rPr lang="en-US" smtClean="0"/>
              <a:t>2- SURELY IT WAS THROUGH [ Tout semblait terminé ]</a:t>
            </a:r>
            <a:br>
              <a:rPr lang="en-US" smtClean="0"/>
            </a:br>
            <a:r>
              <a:rPr lang="en-US" smtClean="0"/>
              <a:t>3- BUT SINCE WHEN HAS IMPOSSIBLE [ Mais jamais rien d’impossible ]</a:t>
            </a:r>
            <a:br>
              <a:rPr lang="en-US" smtClean="0"/>
            </a:br>
            <a:r>
              <a:rPr lang="en-US" smtClean="0"/>
              <a:t>4- EVER STOPPED YOU  [ N’a pu T’arrêter ]</a:t>
            </a:r>
            <a:br>
              <a:rPr lang="en-US" smtClean="0"/>
            </a:br>
            <a:r>
              <a:rPr lang="en-US" smtClean="0"/>
              <a:t>5- FRIDAY'S DISAPPOINTMENT  [ La mort de vendredi ]</a:t>
            </a:r>
            <a:br>
              <a:rPr lang="en-US" smtClean="0"/>
            </a:br>
            <a:r>
              <a:rPr lang="en-US" smtClean="0"/>
              <a:t>6- IS SUNDAY'S EMPTY TOMB  [Dimanche est terrassée ]</a:t>
            </a:r>
            <a:br>
              <a:rPr lang="en-US" smtClean="0"/>
            </a:br>
            <a:r>
              <a:rPr lang="en-US" smtClean="0"/>
              <a:t>7- SINCE WHEN HAS IMPOSSIBLE  [Car jamais rien d’impossib ]</a:t>
            </a:r>
            <a:br>
              <a:rPr lang="en-US" smtClean="0"/>
            </a:br>
            <a:r>
              <a:rPr lang="en-US" smtClean="0"/>
              <a:t>8- EVER STOPPED YOU [N’a pu T’arrêter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9- THIS IS THE SOUND OF [ Entends le bruit ]</a:t>
            </a:r>
          </a:p>
          <a:p>
            <a:r>
              <a:rPr lang="en-US" smtClean="0"/>
              <a:t>		10- DRY BONES RATTLING  [ des ossements qui retentit ]</a:t>
            </a:r>
            <a:br>
              <a:rPr lang="en-US" smtClean="0"/>
            </a:br>
            <a:r>
              <a:rPr lang="en-US" smtClean="0"/>
              <a:t>		11- THIS IS THE PRAISE [ Vois la louange qui ]</a:t>
            </a:r>
          </a:p>
          <a:p>
            <a:r>
              <a:rPr lang="en-US" smtClean="0"/>
              <a:t>		12- MAKE A DEAD MAN WALK AGAIN  [ au mort redonne la vie ]</a:t>
            </a:r>
            <a:br>
              <a:rPr lang="en-US" smtClean="0"/>
            </a:br>
            <a:r>
              <a:rPr lang="en-US" smtClean="0"/>
              <a:t>		13- OPEN THE GRAVE, I'M COMING OUT  [ Ouvre la tombe, je sortirai ]</a:t>
            </a:r>
            <a:br>
              <a:rPr lang="en-US" smtClean="0"/>
            </a:br>
            <a:r>
              <a:rPr lang="en-US" smtClean="0"/>
              <a:t>		14- I'M GONNA LIVE, GONNA LIVE AGAIN  [ Car à nouveau, oui je vivrai ]</a:t>
            </a:r>
            <a:br>
              <a:rPr lang="en-US" smtClean="0"/>
            </a:br>
            <a:r>
              <a:rPr lang="en-US" smtClean="0"/>
              <a:t>		15- THIS IS THE SOUND OF  [ Entends le bruit ]</a:t>
            </a:r>
          </a:p>
          <a:p>
            <a:r>
              <a:rPr lang="en-US" smtClean="0"/>
              <a:t>		16- DRY BONES RATTLING  [ des ossements qui retentit ]</a:t>
            </a:r>
          </a:p>
          <a:p>
            <a:r>
              <a:rPr lang="en-US" smtClean="0"/>
              <a:t>		</a:t>
            </a:r>
          </a:p>
          <a:p>
            <a:r>
              <a:rPr lang="en-US" smtClean="0"/>
              <a:t>				</a:t>
            </a:r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PENTECOSTAL FIRE  [ Le feu de la Pentecôte ]</a:t>
            </a:r>
          </a:p>
          <a:p>
            <a:r>
              <a:rPr lang="en-US" smtClean="0"/>
              <a:t>18- STIRRING SOMETHING NEW   [ a soufflé un vent nouveau ]</a:t>
            </a:r>
            <a:br>
              <a:rPr lang="en-US" smtClean="0"/>
            </a:br>
            <a:r>
              <a:rPr lang="en-US" smtClean="0"/>
              <a:t>19- YOU'RE NOT GONNA RUN OUT  [Tu ne seras pas à court ]</a:t>
            </a:r>
          </a:p>
          <a:p>
            <a:r>
              <a:rPr lang="en-US" smtClean="0"/>
              <a:t>20- OF MIRACLES ANYTIME SOON   [ de miracle de sitôt ]</a:t>
            </a:r>
            <a:br>
              <a:rPr lang="en-US" smtClean="0"/>
            </a:br>
            <a:r>
              <a:rPr lang="en-US" smtClean="0"/>
              <a:t>21- YEAH, RESURRECTION POWER  [ Oui, la résurrection ]</a:t>
            </a:r>
          </a:p>
          <a:p>
            <a:r>
              <a:rPr lang="en-US" smtClean="0"/>
              <a:t>22- RUNS IN MY VEINS TOO AND [ coule dans mes veines aussi ]</a:t>
            </a:r>
            <a:br>
              <a:rPr lang="en-US" smtClean="0"/>
            </a:br>
            <a:r>
              <a:rPr lang="en-US" smtClean="0"/>
              <a:t>23- I BELIEVE THERE'S ANOTHER MIRACLE  [ Je crois qu’il y a un autre miracle ]</a:t>
            </a:r>
          </a:p>
          <a:p>
            <a:r>
              <a:rPr lang="en-US" smtClean="0"/>
              <a:t>24- HERE IN THIS ROOM [ là juste ici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Couplet 3 :</a:t>
            </a:r>
          </a:p>
          <a:p>
            <a:endParaRPr lang="en-US" smtClean="0"/>
          </a:p>
          <a:p>
            <a:r>
              <a:rPr lang="en-US" smtClean="0"/>
              <a:t>25- MY GOD IS ABLE TO SAVE [ Mon Dieu est fort pour sauver ]</a:t>
            </a:r>
          </a:p>
          <a:p>
            <a:r>
              <a:rPr lang="en-US" smtClean="0"/>
              <a:t>26- AND DELIVER AND HEAL  [ guérir et délivrer ]</a:t>
            </a:r>
            <a:br>
              <a:rPr lang="en-US" smtClean="0"/>
            </a:br>
            <a:r>
              <a:rPr lang="en-US" smtClean="0"/>
              <a:t>27- AND RESTORE ANYTHING [ Restaurer ce qu’Il veut ]</a:t>
            </a:r>
          </a:p>
          <a:p>
            <a:r>
              <a:rPr lang="en-US" smtClean="0"/>
              <a:t>28- THAT HE WANTS TO [ comme Il l’entend ]</a:t>
            </a:r>
            <a:br>
              <a:rPr lang="en-US" smtClean="0"/>
            </a:br>
            <a:r>
              <a:rPr lang="en-US" smtClean="0"/>
              <a:t>29- JUST ASK THE MAN WHO WAS THROWN  [ Demande à cet homme jeté ]</a:t>
            </a:r>
          </a:p>
          <a:p>
            <a:r>
              <a:rPr lang="en-US" smtClean="0"/>
              <a:t>30- ON THE BONES OF ELISHA  [ sur les os d’Élisée ]</a:t>
            </a:r>
            <a:br>
              <a:rPr lang="en-US" smtClean="0"/>
            </a:br>
            <a:r>
              <a:rPr lang="en-US" smtClean="0"/>
              <a:t>31- IF THERE'S ANYTHING THAT HE CAN'T DO  [ Il n’y a rien pour Lui qui soit trop grand ]</a:t>
            </a:r>
            <a:br>
              <a:rPr lang="en-US" smtClean="0"/>
            </a:br>
            <a:r>
              <a:rPr lang="en-US" smtClean="0"/>
              <a:t>32- JUST ASK THE STONE THAT WAS ROLLED  [Demande à cette pierre roulée ]</a:t>
            </a:r>
            <a:br>
              <a:rPr lang="en-US" smtClean="0"/>
            </a:br>
            <a:r>
              <a:rPr lang="en-US" smtClean="0"/>
              <a:t>33- AT THE TOMB IN THE GARDEN  [Ce qui peut se passer]</a:t>
            </a:r>
            <a:br>
              <a:rPr lang="en-US" smtClean="0"/>
            </a:br>
            <a:r>
              <a:rPr lang="en-US" smtClean="0"/>
              <a:t>34- WHAT HAPPENS WHEN GOD SAYS TO MOVE  [Quand Dieu ordonne de bouger ]</a:t>
            </a:r>
          </a:p>
          <a:p>
            <a:r>
              <a:rPr lang="en-US" smtClean="0"/>
              <a:t>35- I FEEL HIM MOVING IT NOW [ Et Il agit maintenant ]</a:t>
            </a:r>
          </a:p>
          <a:p>
            <a:r>
              <a:rPr lang="en-US" smtClean="0"/>
              <a:t>36- I FEEL HIM DOING IT NOW  [Oui, Il agit maintenant ]  x2</a:t>
            </a:r>
            <a:br>
              <a:rPr lang="en-US" smtClean="0"/>
            </a:br>
            <a:r>
              <a:rPr lang="en-US" smtClean="0"/>
              <a:t>37- DO IT NOW, DO IT NOW  [Maintenant, maintenant ]</a:t>
            </a:r>
          </a:p>
          <a:p>
            <a:r>
              <a:rPr lang="en-US" smtClean="0"/>
              <a:t>                                           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38- LIVE (LIVE), LIVE (LIVE)  [ Vis, vis/Vivez, vivez ]</a:t>
            </a:r>
            <a:br>
              <a:rPr lang="en-US" smtClean="0"/>
            </a:br>
            <a:r>
              <a:rPr lang="en-US" smtClean="0"/>
              <a:t>39- DRY BONES HEAR THE WORD OF THE LORD  [Ossements, obéissez au Seigneur ]              X4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r>
              <a:rPr lang="en-US" smtClean="0"/>
              <a:t>		40- THIS IS THE SOUND OF [ Entends le bruit ]</a:t>
            </a:r>
          </a:p>
          <a:p>
            <a:r>
              <a:rPr lang="en-US" smtClean="0"/>
              <a:t>		41- DRY BONES RATTLING  [ des ossements qui retentit ]</a:t>
            </a:r>
            <a:br>
              <a:rPr lang="en-US" smtClean="0"/>
            </a:br>
            <a:r>
              <a:rPr lang="en-US" smtClean="0"/>
              <a:t>		42- THIS IS THE PRAISE [ Vois la louange qui ]</a:t>
            </a:r>
          </a:p>
          <a:p>
            <a:r>
              <a:rPr lang="en-US" smtClean="0"/>
              <a:t>		43- MAKE A DEAD MAN WALK AGAIN  [ au mort redonne la vie ]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44- OPEN THE GRAVE, I'M COMING OUT  [ Ouvre la tombe, je sortirai ]</a:t>
            </a:r>
            <a:br>
              <a:rPr lang="en-US" smtClean="0"/>
            </a:br>
            <a:r>
              <a:rPr lang="en-US" smtClean="0"/>
              <a:t>		45- I'M GONNA LIVE, GONNA LIVE AGAIN  [ Car à nouveau, oui je vivrai ]     x3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	46- THIS IS THE SOUND OF DRY BONES RATTLING  [ Entends le bruit des ossements qui retentit ]</a:t>
            </a:r>
            <a:br>
              <a:rPr lang="en-US" smtClean="0"/>
            </a:br>
            <a:r>
              <a:rPr lang="en-US" smtClean="0"/>
              <a:t>						</a:t>
            </a:r>
          </a:p>
          <a:p>
            <a:r>
              <a:rPr lang="en-US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52825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SATURDAY WAS SILENT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Samedi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jour de silence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SURELY IT WAS THROUGH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semblait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terminé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77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SINCE WHEN HAS IMPOSSIBLE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ais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jamais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rien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d’impossible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17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 STOPPED YOU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n’a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pu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t’arrêter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89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FRIDAY'S DISAPPOINTMENT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mort de vendredi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49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IS SUNDAY'S EMPTY TOMB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imanche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terrassée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9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SINCE WHEN HAS IMPOSSIBLE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Car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jamais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rien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d’impossible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5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 STOPPED YOU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n’a pu t’arrêter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08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SOUND OF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ntends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 bruit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83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DRY BONES RATTLING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des ossements qui retentit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40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PRAISE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louange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qui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5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MAKE A DEAD MAN WALK AGAIN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au mort redonne la vie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40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OPEN THE GRAVE, I'M COMING 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Ouvre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 tombe je sortirai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15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GONNA LIVE, GONNA LIVE AGAIN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à nouveau oui je vivrai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13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SOUND OF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ntends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 bruit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74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DRY BONES RATTLING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des ossements qui retentit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7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PENTECOSTAL FIRE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feu de la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Pentecôte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09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fr-FR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STIRRING SOMETHING NEW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 soufflé un vent nouveau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520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NOT GONNA RUN 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 seras pas à court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37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487488" y="5445224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OF MIRACLES ANYTIME SOON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 miracle de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 tôt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78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YEAH RESURRECTION POWER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Oui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 résurrection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11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fr-FR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RUNS IN MY VEINS TOO AND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coule dans mes veines aussi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1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BELIEVE THERE'S ANOTHER MIRACLE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crois qu’il y a un autre miracle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53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HERE IN THIS ROOM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là juste ici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70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 GOD IS ABLE TO SAVE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Mon </a:t>
            </a:r>
            <a:r>
              <a:rPr lang="en-US" alt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ieu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fort pour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sauver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57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DELIVER AND HEAL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guérir et délivrer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96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RESTORE ANYTHING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restaurer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qu’Il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veut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95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en-US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THAT HE WANTS TO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comme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l’entend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59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JUST ASK THE MAN WHO WAS THROWN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demande à cet homme jeté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778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ON THE BONES OF ELISHA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sur les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d’</a:t>
            </a:r>
            <a:r>
              <a:rPr lang="en-US" altLang="fr-FR" sz="3200" cap="all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é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lisée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4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en-US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IF THERE'S ANYTHING THAT HE CAN'T DO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il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n’y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a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rien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pour </a:t>
            </a:r>
            <a:r>
              <a:rPr lang="en-US" alt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ui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qui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soit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trop grand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11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551384" y="5498271"/>
            <a:ext cx="11305256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JUST ASK THE STONE THAT WAS ROLLED </a:t>
            </a:r>
            <a:endParaRPr lang="en-US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Demande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à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cette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pierre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roulée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9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AT THE TOMB IN THE GARDEN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qui peut se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passer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29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59496" y="5445224"/>
            <a:ext cx="9324528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HAPPENS WHEN GOD SAYS TO MOVE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ieu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ordonne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de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bouger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07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FEEL HIM MOVING IT NOW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et il agit maintenant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85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FEEL HIM DOING IT NOW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oui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agit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maintenant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24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DO IT NOW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aintenant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15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LIVE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Vis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87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DRY BONES HEAR THE WORD OF THE LORD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ssements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,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obéissez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au seigneur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07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SOUND OF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ntends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 bruit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71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fr-FR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DRY BONES RATTLING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des ossements qui retentit ]</a:t>
            </a:r>
            <a:endParaRPr lang="en-US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15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9827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PRAISE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Vois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 louange qui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06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fr-FR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MAKE A DEAD MAN WALK AGAIN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au mort redonne la vie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66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fr-FR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OPEN THE GRAVE, I'M COMING 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Ouvre </a:t>
            </a: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 tombe je sortirai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891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055072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fr-FR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GONNA LIVE, GONNA LIVE AGAIN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à nouveau oui je vivrai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30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551384" y="5157192"/>
            <a:ext cx="10980712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en-US" alt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THE SOUND OF DRY BONES RATTLING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ntends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 bruit des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ossements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qui </a:t>
            </a:r>
            <a:r>
              <a:rPr lang="en-US" alt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retentit</a:t>
            </a:r>
            <a:r>
              <a:rPr lang="en-US" alt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fr-FR" alt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12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3367</TotalTime>
  <Words>1716</Words>
  <Application>Microsoft Office PowerPoint</Application>
  <PresentationFormat>Grand écran</PresentationFormat>
  <Paragraphs>4517</Paragraphs>
  <Slides>46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0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242</cp:revision>
  <dcterms:created xsi:type="dcterms:W3CDTF">2002-08-17T10:50:50Z</dcterms:created>
  <dcterms:modified xsi:type="dcterms:W3CDTF">2025-05-11T10:57:10Z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