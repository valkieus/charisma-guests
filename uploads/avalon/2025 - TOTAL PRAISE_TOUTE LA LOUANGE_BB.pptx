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6" r:id="rId2"/>
    <p:sldId id="307" r:id="rId3"/>
    <p:sldId id="308" r:id="rId4"/>
    <p:sldId id="309" r:id="rId5"/>
    <p:sldId id="310" r:id="rId6"/>
    <p:sldId id="312" r:id="rId7"/>
    <p:sldId id="313" r:id="rId8"/>
    <p:sldId id="314" r:id="rId9"/>
    <p:sldId id="315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17" autoAdjust="0"/>
    <p:restoredTop sz="38698" autoAdjust="0"/>
  </p:normalViewPr>
  <p:slideViewPr>
    <p:cSldViewPr>
      <p:cViewPr varScale="1">
        <p:scale>
          <a:sx n="46" d="100"/>
          <a:sy n="46" d="100"/>
        </p:scale>
        <p:origin x="32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18741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75602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5676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LORD, I WILL LIFT 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j’élèverai mes yeux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MINE EYES TO THE HILLS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vers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la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montagne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KNOWING MY HELP IS COMING FROM YOU 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sachant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que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l’aide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 me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viendra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-12723" y="5517232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PEACE 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Ta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paix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GIVE ME IN TIME OF THE STORM 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 donnes quand viennent les tempêtes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SOURCE OF MY 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STRENGTH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la source de ma force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STRENGTH OF MY LIFE 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la force de ma vie ]</a:t>
            </a:r>
          </a:p>
        </p:txBody>
      </p:sp>
    </p:spTree>
    <p:extLst>
      <p:ext uri="{BB962C8B-B14F-4D97-AF65-F5344CB8AC3E}">
        <p14:creationId xmlns:p14="http://schemas.microsoft.com/office/powerpoint/2010/main" val="12866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LIFT MY HANDS IN TOTAL PRAISE TO YOU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l’élève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mains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louanges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b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3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Amen ]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/>
            </a:r>
            <a:b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6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509</Words>
  <Application>Microsoft Office PowerPoint</Application>
  <PresentationFormat>Affichage à l'écran (4:3)</PresentationFormat>
  <Paragraphs>238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178</cp:revision>
  <dcterms:created xsi:type="dcterms:W3CDTF">2002-08-17T10:50:50Z</dcterms:created>
  <dcterms:modified xsi:type="dcterms:W3CDTF">2025-05-11T11:46:14Z</dcterms:modified>
</cp:coreProperties>
</file>