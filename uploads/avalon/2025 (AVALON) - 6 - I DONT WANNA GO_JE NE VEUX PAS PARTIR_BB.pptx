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7" autoAdjust="0"/>
    <p:restoredTop sz="38698" autoAdjust="0"/>
  </p:normalViewPr>
  <p:slideViewPr>
    <p:cSldViewPr>
      <p:cViewPr varScale="1">
        <p:scale>
          <a:sx n="43" d="100"/>
          <a:sy n="43" d="100"/>
        </p:scale>
        <p:origin x="2844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seigneur pour te 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toi 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ta 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tu 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toi 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toi 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695974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882425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967627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912589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514614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286258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338586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347595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070751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seigneur pour te 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toi 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ta 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tu 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toi 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toi 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37756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seigneur pour te 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toi 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ta 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tu 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toi 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toi 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136288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624427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604461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786961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seigneur pour te 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toi 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ta 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tu 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toi 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toi 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991435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37741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607322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777466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275389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6684014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724176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110173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seigneur pour te 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toi 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ta 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tu 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toi 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toi 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6543964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8546100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8506210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1357222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545983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seigneur pour te 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toi 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ta 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tu 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toi 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toi 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8565433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6524446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57358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7344313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595966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964651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1345007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86534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1254018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0385683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</a:t>
            </a:r>
            <a:r>
              <a:rPr lang="fr-FR" b="0" dirty="0" smtClean="0"/>
              <a:t>Seigneur </a:t>
            </a:r>
            <a:r>
              <a:rPr lang="fr-FR" b="0" dirty="0" smtClean="0"/>
              <a:t>pour </a:t>
            </a:r>
            <a:r>
              <a:rPr lang="fr-FR" b="0" dirty="0" smtClean="0"/>
              <a:t>Te </a:t>
            </a:r>
            <a:r>
              <a:rPr lang="fr-FR" b="0" dirty="0" smtClean="0"/>
              <a:t>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</a:t>
            </a:r>
            <a:r>
              <a:rPr lang="fr-FR" b="0" dirty="0" smtClean="0"/>
              <a:t>Tu </a:t>
            </a:r>
            <a:r>
              <a:rPr lang="fr-FR" b="0" dirty="0" smtClean="0"/>
              <a:t>n’y es pas ]
	8- 'CAUSE I KNOW THAT ME WITHOUT YOU [ je sais que moi sans </a:t>
            </a:r>
            <a:r>
              <a:rPr lang="fr-FR" b="0" dirty="0" smtClean="0"/>
              <a:t>Toi </a:t>
            </a:r>
            <a:r>
              <a:rPr lang="fr-FR" b="0" dirty="0" smtClean="0"/>
              <a:t>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</a:t>
            </a:r>
            <a:r>
              <a:rPr lang="fr-FR" b="0" dirty="0" smtClean="0"/>
              <a:t>Toi </a:t>
            </a:r>
            <a:r>
              <a:rPr lang="fr-FR" b="0" dirty="0" smtClean="0"/>
              <a:t>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</a:t>
            </a:r>
            <a:r>
              <a:rPr lang="fr-FR" b="0" dirty="0" smtClean="0"/>
              <a:t>Toi </a:t>
            </a:r>
            <a:r>
              <a:rPr lang="fr-FR" b="0" dirty="0" smtClean="0"/>
              <a:t>]
16- I'LL WALK YOU'LL LEAD ME [ </a:t>
            </a:r>
            <a:r>
              <a:rPr lang="fr-FR" b="0" dirty="0" smtClean="0"/>
              <a:t>Tu </a:t>
            </a:r>
            <a:r>
              <a:rPr lang="fr-FR" b="0" dirty="0" smtClean="0"/>
              <a:t>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</a:t>
            </a:r>
            <a:r>
              <a:rPr lang="fr-FR" b="0" dirty="0" smtClean="0"/>
              <a:t>Te </a:t>
            </a:r>
            <a:r>
              <a:rPr lang="fr-FR" b="0" dirty="0" smtClean="0"/>
              <a:t>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</a:t>
            </a:r>
            <a:r>
              <a:rPr lang="fr-FR" b="0" dirty="0" smtClean="0"/>
              <a:t>Ta </a:t>
            </a:r>
            <a:r>
              <a:rPr lang="fr-FR" b="0" dirty="0" smtClean="0"/>
              <a:t>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</a:t>
            </a:r>
            <a:r>
              <a:rPr lang="fr-FR" b="0" dirty="0" smtClean="0"/>
              <a:t>Tu </a:t>
            </a:r>
            <a:r>
              <a:rPr lang="fr-FR" b="0" dirty="0" smtClean="0"/>
              <a:t>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</a:t>
            </a:r>
            <a:r>
              <a:rPr lang="fr-FR" b="0" dirty="0" smtClean="0"/>
              <a:t>Tu </a:t>
            </a:r>
            <a:r>
              <a:rPr lang="fr-FR" b="0" dirty="0" smtClean="0"/>
              <a:t>n’y es pas ]
	27- 'CAUSE I KNOW THAT ME WITHOUT YOU [ je sais que moi sans </a:t>
            </a:r>
            <a:r>
              <a:rPr lang="fr-FR" b="0" dirty="0" smtClean="0"/>
              <a:t>Toi </a:t>
            </a:r>
            <a:r>
              <a:rPr lang="fr-FR" b="0" dirty="0" smtClean="0"/>
              <a:t>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</a:t>
            </a:r>
            <a:r>
              <a:rPr lang="fr-FR" b="0" dirty="0" smtClean="0"/>
              <a:t>Toi </a:t>
            </a:r>
            <a:r>
              <a:rPr lang="fr-FR" b="0" dirty="0" smtClean="0"/>
              <a:t>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</a:t>
            </a:r>
            <a:r>
              <a:rPr lang="fr-FR" b="0" dirty="0" smtClean="0"/>
              <a:t>Ton </a:t>
            </a:r>
            <a:r>
              <a:rPr lang="fr-FR" b="0" dirty="0" smtClean="0"/>
              <a:t>toucher  sans </a:t>
            </a:r>
            <a:r>
              <a:rPr lang="fr-FR" b="0" dirty="0" smtClean="0"/>
              <a:t>Ton </a:t>
            </a:r>
            <a:r>
              <a:rPr lang="fr-FR" b="0" dirty="0" smtClean="0"/>
              <a:t>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</a:t>
            </a:r>
            <a:r>
              <a:rPr lang="fr-FR" b="0" dirty="0" smtClean="0"/>
              <a:t>Toi </a:t>
            </a:r>
            <a:r>
              <a:rPr lang="fr-FR" b="0" dirty="0" smtClean="0"/>
              <a:t>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767340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CHANGED MY WORLD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changé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mon monde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YOU CAME TO ME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venant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14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DROVE A PASSION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as mis de la passion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42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MY SOUL DOWN DEEP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 fond de mon âme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49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LORD TO FOLLOW YOU IN EVERYTHING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eigneur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suivre en toute chose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58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DON'T WANT TO GO SOMEWHERE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veux pas partir là-bas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25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I KNOW THAT YOU'RE NOT THERE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sais que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n’y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00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THAT ME WITHOUT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sais que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sans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4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IS A LIE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cela n’existe pas ] 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5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DON'T WANT TO WALK THAT ROAD   [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n’irai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sur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cette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31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 A MILLION MILES FROM HOME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finir trop loin de chez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00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CAUSE MY HEART NEEDS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Car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 cœur désire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77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BE WHERE YOU ARE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être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avec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3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I DON'T WANT TO GO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veux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partir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44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COME WHATEVER, I'LL STICK WITH YOU [ quoi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qu’il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arrivera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serai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près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66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I'LL WALK YOU'LL LEAD 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guideras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03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CALL ME CRAZY OR A FOOL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qu’importe si on me croit fou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8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FOREVER I PROMISE YOU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car pour toujours, je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promets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88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055440" y="5373216"/>
            <a:ext cx="1004460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WITHOUT YOUR TOUCH, WITHOUT YOUR LOVE  [ sans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Ton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toucher sans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Ton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amour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39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FILLING ME LIKE AN OCEAN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qui remplit comme un océan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61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YOUR GRACE IS ENOUGH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Ta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grâce est assez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7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ENOUGH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assez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5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NEVER WANT TO GO SOMEWHERE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ne pas partir là-bas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51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3245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I KNOW THAT YOU'RE NOT THERE. NO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sais que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n’y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85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DON'T WANT TO GO SOMEWHERE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veux pas partir là-bas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16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I KNOW THAT YOU'RE NOT THERE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sais que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n’y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4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THAT ME WITHOUT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sais que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sans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31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IS A LIE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cela n’existe pas ] 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81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DON'T WANT TO WALK THAT ROAD   [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n’irai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sur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cette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51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 A MILLION MILES FROM HOME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finir trop loin de chez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89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CAUSE MY HEART NEEDS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car mon cœur désire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14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BE WHERE YOU ARE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être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avec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65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I DON'T WANT TO GO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veux pas partir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66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127448" y="5373216"/>
            <a:ext cx="1011661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WITHOUT YOUR TOUCH, WITHOUT YOUR LOVE  [ sans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Ton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toucher sans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Ton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amour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8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FILLING ME LIKE AN OCEAN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qui remplit comme un océan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48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YOUR GRACE IS ENOUGH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Ta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grâce est assez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97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ENOUGH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assez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62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DON'T WANT TO GO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veux pas partir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41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DON'T WANT TO BE THERE WITHOUT YOU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veux pas partir là-bas sans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Toi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94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</TotalTime>
  <Words>2389</Words>
  <Application>Microsoft Office PowerPoint</Application>
  <PresentationFormat>Grand écran</PresentationFormat>
  <Paragraphs>2647</Paragraphs>
  <Slides>39</Slides>
  <Notes>39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3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189</cp:revision>
  <dcterms:created xsi:type="dcterms:W3CDTF">2002-08-17T10:50:50Z</dcterms:created>
  <dcterms:modified xsi:type="dcterms:W3CDTF">2025-05-11T11:51:47Z</dcterms:modified>
</cp:coreProperties>
</file>