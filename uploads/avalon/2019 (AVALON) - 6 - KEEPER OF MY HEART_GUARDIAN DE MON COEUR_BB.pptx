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5" r:id="rId20"/>
    <p:sldId id="324" r:id="rId21"/>
    <p:sldId id="326" r:id="rId22"/>
    <p:sldId id="327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617" autoAdjust="0"/>
    <p:restoredTop sz="45839" autoAdjust="0"/>
  </p:normalViewPr>
  <p:slideViewPr>
    <p:cSldViewPr>
      <p:cViewPr varScale="1">
        <p:scale>
          <a:sx n="39" d="100"/>
          <a:sy n="39" d="100"/>
        </p:scale>
        <p:origin x="-45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29/09/2019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JE ME DEMANDAIS QU’A DONC L’AVENIR POUR MOI ? </a:t>
            </a:r>
          </a:p>
          <a:p>
            <a:r>
              <a:rPr lang="fr-FR" b="0" dirty="0" err="1" smtClean="0"/>
              <a:t>I've</a:t>
            </a:r>
            <a:r>
              <a:rPr lang="fr-FR" b="0" dirty="0" smtClean="0"/>
              <a:t> been </a:t>
            </a:r>
            <a:r>
              <a:rPr lang="fr-FR" b="0" dirty="0" err="1" smtClean="0"/>
              <a:t>wonderin</a:t>
            </a:r>
            <a:r>
              <a:rPr lang="fr-FR" b="0" dirty="0" smtClean="0"/>
              <a:t>‘ </a:t>
            </a:r>
            <a:r>
              <a:rPr lang="fr-FR" b="0" dirty="0" err="1" smtClean="0"/>
              <a:t>What</a:t>
            </a:r>
            <a:r>
              <a:rPr lang="fr-FR" b="0" dirty="0" smtClean="0"/>
              <a:t> </a:t>
            </a:r>
            <a:r>
              <a:rPr lang="fr-FR" b="0" dirty="0" err="1" smtClean="0"/>
              <a:t>does</a:t>
            </a:r>
            <a:r>
              <a:rPr lang="fr-FR" b="0" dirty="0" smtClean="0"/>
              <a:t> the future </a:t>
            </a:r>
            <a:r>
              <a:rPr lang="fr-FR" b="0" dirty="0" err="1" smtClean="0"/>
              <a:t>hold</a:t>
            </a:r>
            <a:r>
              <a:rPr lang="fr-FR" b="0" dirty="0" smtClean="0"/>
              <a:t>?
2-  COMME SI JE POUVAIS CONTRÔLER QUOI QUE CE SOIT </a:t>
            </a:r>
          </a:p>
          <a:p>
            <a:r>
              <a:rPr lang="fr-FR" b="0" dirty="0" err="1" smtClean="0"/>
              <a:t>Somehow</a:t>
            </a:r>
            <a:r>
              <a:rPr lang="fr-FR" b="0" dirty="0" smtClean="0"/>
              <a:t> </a:t>
            </a:r>
            <a:r>
              <a:rPr lang="fr-FR" b="0" dirty="0" err="1" smtClean="0"/>
              <a:t>thinkin</a:t>
            </a:r>
            <a:r>
              <a:rPr lang="fr-FR" b="0" dirty="0" smtClean="0"/>
              <a:t>‘ </a:t>
            </a:r>
            <a:r>
              <a:rPr lang="fr-FR" b="0" dirty="0" err="1" smtClean="0"/>
              <a:t>I'm</a:t>
            </a:r>
            <a:r>
              <a:rPr lang="fr-FR" b="0" dirty="0" smtClean="0"/>
              <a:t> the one in control
3-  MAIS SOUDAIN TU PARAIS PRENDS TOUS LES PLANS QUE J’AI FAITS </a:t>
            </a:r>
          </a:p>
          <a:p>
            <a:r>
              <a:rPr lang="fr-FR" b="0" dirty="0" smtClean="0"/>
              <a:t>But </a:t>
            </a:r>
            <a:r>
              <a:rPr lang="fr-FR" b="0" dirty="0" err="1" smtClean="0"/>
              <a:t>there</a:t>
            </a:r>
            <a:r>
              <a:rPr lang="fr-FR" b="0" dirty="0" smtClean="0"/>
              <a:t> You go </a:t>
            </a:r>
            <a:r>
              <a:rPr lang="fr-FR" b="0" dirty="0" err="1" smtClean="0"/>
              <a:t>again</a:t>
            </a:r>
            <a:r>
              <a:rPr lang="fr-FR" b="0" dirty="0" smtClean="0"/>
              <a:t> </a:t>
            </a:r>
            <a:r>
              <a:rPr lang="fr-FR" b="0" dirty="0" err="1" smtClean="0"/>
              <a:t>Taking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planned</a:t>
            </a:r>
            <a:r>
              <a:rPr lang="fr-FR" b="0" dirty="0" smtClean="0"/>
              <a:t>
4-  POUR ME LES ARRACHER M’APPRENDRE À LES LAISSER </a:t>
            </a:r>
          </a:p>
          <a:p>
            <a:r>
              <a:rPr lang="fr-FR" b="0" dirty="0" err="1" smtClean="0"/>
              <a:t>Throwin</a:t>
            </a:r>
            <a:r>
              <a:rPr lang="fr-FR" b="0" dirty="0" smtClean="0"/>
              <a:t>' </a:t>
            </a:r>
            <a:r>
              <a:rPr lang="fr-FR" b="0" dirty="0" err="1" smtClean="0"/>
              <a:t>it</a:t>
            </a:r>
            <a:r>
              <a:rPr lang="fr-FR" b="0" dirty="0" smtClean="0"/>
              <a:t> out the </a:t>
            </a:r>
            <a:r>
              <a:rPr lang="fr-FR" b="0" dirty="0" err="1" smtClean="0"/>
              <a:t>window</a:t>
            </a:r>
            <a:r>
              <a:rPr lang="fr-FR" b="0" dirty="0" smtClean="0"/>
              <a:t> </a:t>
            </a:r>
            <a:r>
              <a:rPr lang="fr-FR" b="0" dirty="0" err="1" smtClean="0"/>
              <a:t>Showin</a:t>
            </a:r>
            <a:r>
              <a:rPr lang="fr-FR" b="0" dirty="0" smtClean="0"/>
              <a:t>' me how to let go
5-  TON PLAN EST PLUS PARFAIT  QUE LE MIEN </a:t>
            </a:r>
          </a:p>
          <a:p>
            <a:r>
              <a:rPr lang="fr-FR" b="0" dirty="0" err="1" smtClean="0"/>
              <a:t>What</a:t>
            </a:r>
            <a:r>
              <a:rPr lang="fr-FR" b="0" dirty="0" smtClean="0"/>
              <a:t> You have for me </a:t>
            </a:r>
            <a:r>
              <a:rPr lang="fr-FR" b="0" dirty="0" err="1" smtClean="0"/>
              <a:t>is</a:t>
            </a:r>
            <a:r>
              <a:rPr lang="fr-FR" b="0" dirty="0" smtClean="0"/>
              <a:t> best
6-  TU NE ME DONNERAS JAMAIS MOINS   </a:t>
            </a:r>
          </a:p>
          <a:p>
            <a:r>
              <a:rPr lang="fr-FR" b="0" dirty="0" smtClean="0"/>
              <a:t>You </a:t>
            </a:r>
            <a:r>
              <a:rPr lang="fr-FR" b="0" dirty="0" err="1" smtClean="0"/>
              <a:t>will</a:t>
            </a:r>
            <a:r>
              <a:rPr lang="fr-FR" b="0" dirty="0" smtClean="0"/>
              <a:t> </a:t>
            </a:r>
            <a:r>
              <a:rPr lang="fr-FR" b="0" dirty="0" err="1" smtClean="0"/>
              <a:t>never</a:t>
            </a:r>
            <a:r>
              <a:rPr lang="fr-FR" b="0" dirty="0" smtClean="0"/>
              <a:t> </a:t>
            </a:r>
            <a:r>
              <a:rPr lang="fr-FR" b="0" dirty="0" err="1" smtClean="0"/>
              <a:t>give</a:t>
            </a:r>
            <a:r>
              <a:rPr lang="fr-FR" b="0" dirty="0" smtClean="0"/>
              <a:t> me </a:t>
            </a:r>
            <a:r>
              <a:rPr lang="fr-FR" b="0" dirty="0" err="1" smtClean="0"/>
              <a:t>less</a:t>
            </a:r>
            <a:r>
              <a:rPr lang="fr-FR" b="0" dirty="0" smtClean="0"/>
              <a:t>
7-  J’APPRENDS À TOUT DÉLAISSER  EH </a:t>
            </a:r>
            <a:r>
              <a:rPr lang="fr-FR" b="0" dirty="0" err="1" smtClean="0"/>
              <a:t>EH</a:t>
            </a:r>
            <a:r>
              <a:rPr lang="fr-FR" b="0" dirty="0" smtClean="0"/>
              <a:t> </a:t>
            </a:r>
            <a:r>
              <a:rPr lang="fr-FR" b="0" dirty="0" err="1" smtClean="0"/>
              <a:t>EH</a:t>
            </a:r>
            <a:r>
              <a:rPr lang="fr-FR" b="0" dirty="0" smtClean="0"/>
              <a:t>  
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learning</a:t>
            </a:r>
            <a:r>
              <a:rPr lang="fr-FR" b="0" dirty="0" smtClean="0"/>
              <a:t> how to let go, oh, oh, oh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8-  GARDIEN DE MON CŒUR PÈRE DE TOUTE ÉTOILE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Father</a:t>
            </a:r>
            <a:r>
              <a:rPr lang="fr-FR" b="0" dirty="0" smtClean="0"/>
              <a:t> of the stars
	9-  TU AS QUITTÉ LE CIEL POUR MOI </a:t>
            </a:r>
          </a:p>
          <a:p>
            <a:r>
              <a:rPr lang="fr-FR" b="0" dirty="0" smtClean="0"/>
              <a:t>	You </a:t>
            </a:r>
            <a:r>
              <a:rPr lang="fr-FR" b="0" dirty="0" err="1" smtClean="0"/>
              <a:t>traded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 (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me)</a:t>
            </a:r>
          </a:p>
          <a:p>
            <a:r>
              <a:rPr lang="fr-FR" b="0" dirty="0" smtClean="0"/>
              <a:t>
	10-  SOUTIEN DE MON ÂME TU DIS QUE JE SUIS À TOI </a:t>
            </a:r>
          </a:p>
          <a:p>
            <a:r>
              <a:rPr lang="fr-FR" b="0" dirty="0" smtClean="0"/>
              <a:t>	Lifter of </a:t>
            </a:r>
            <a:r>
              <a:rPr lang="fr-FR" b="0" dirty="0" err="1" smtClean="0"/>
              <a:t>my</a:t>
            </a:r>
            <a:r>
              <a:rPr lang="fr-FR" b="0" dirty="0" smtClean="0"/>
              <a:t> soul You call me as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own</a:t>
            </a:r>
            <a:r>
              <a:rPr lang="fr-FR" b="0" dirty="0" smtClean="0"/>
              <a:t>
	11-  NON RIEN N’ÉGALE  TON AMOUR POUR MOI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Nothing</a:t>
            </a:r>
            <a:r>
              <a:rPr lang="fr-FR" b="0" dirty="0" smtClean="0"/>
              <a:t> compares to how You love me (Compares to how You love me)
	12-  GARDIEN DE MON CŒUR  (Mon cœur, mon cœur)  x2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(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,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)</a:t>
            </a:r>
          </a:p>
          <a:p>
            <a:r>
              <a:rPr lang="fr-FR" b="0" dirty="0" smtClean="0"/>
              <a:t>
13-  MAINTENANT JE VOIS AVEC TANT DE CLARTÉ </a:t>
            </a:r>
          </a:p>
          <a:p>
            <a:r>
              <a:rPr lang="fr-FR" b="0" dirty="0" err="1" smtClean="0"/>
              <a:t>Now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seein</a:t>
            </a:r>
            <a:r>
              <a:rPr lang="fr-FR" b="0" dirty="0" smtClean="0"/>
              <a:t>‘ </a:t>
            </a:r>
            <a:r>
              <a:rPr lang="fr-FR" b="0" dirty="0" err="1" smtClean="0"/>
              <a:t>With</a:t>
            </a:r>
            <a:r>
              <a:rPr lang="fr-FR" b="0" dirty="0" smtClean="0"/>
              <a:t> </a:t>
            </a:r>
            <a:r>
              <a:rPr lang="fr-FR" b="0" dirty="0" err="1" smtClean="0"/>
              <a:t>eyes</a:t>
            </a:r>
            <a:r>
              <a:rPr lang="fr-FR" b="0" dirty="0" smtClean="0"/>
              <a:t> full of </a:t>
            </a:r>
            <a:r>
              <a:rPr lang="fr-FR" b="0" dirty="0" err="1" smtClean="0"/>
              <a:t>clarity</a:t>
            </a:r>
            <a:r>
              <a:rPr lang="fr-FR" b="0" dirty="0" smtClean="0"/>
              <a:t>
14-  JE VIS POUR PLUS QUE CE QUI EST DEVANT MOI </a:t>
            </a:r>
          </a:p>
          <a:p>
            <a:r>
              <a:rPr lang="fr-FR" b="0" dirty="0" smtClean="0"/>
              <a:t>Living for more </a:t>
            </a:r>
            <a:r>
              <a:rPr lang="fr-FR" b="0" dirty="0" err="1" smtClean="0"/>
              <a:t>Than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</a:t>
            </a:r>
            <a:r>
              <a:rPr lang="fr-FR" b="0" dirty="0" err="1" smtClean="0"/>
              <a:t>what's</a:t>
            </a:r>
            <a:r>
              <a:rPr lang="fr-FR" b="0" dirty="0" smtClean="0"/>
              <a:t> in front of me
15-  ET ENCORE TU PARAIS JE TE DONNE TOUT CE QUE J’AI </a:t>
            </a:r>
          </a:p>
          <a:p>
            <a:r>
              <a:rPr lang="fr-FR" b="0" dirty="0" err="1" smtClean="0"/>
              <a:t>Here</a:t>
            </a:r>
            <a:r>
              <a:rPr lang="fr-FR" b="0" dirty="0" smtClean="0"/>
              <a:t> </a:t>
            </a:r>
            <a:r>
              <a:rPr lang="fr-FR" b="0" dirty="0" err="1" smtClean="0"/>
              <a:t>we</a:t>
            </a:r>
            <a:r>
              <a:rPr lang="fr-FR" b="0" dirty="0" smtClean="0"/>
              <a:t> go </a:t>
            </a:r>
            <a:r>
              <a:rPr lang="fr-FR" b="0" dirty="0" err="1" smtClean="0"/>
              <a:t>again</a:t>
            </a:r>
            <a:r>
              <a:rPr lang="fr-FR" b="0" dirty="0" smtClean="0"/>
              <a:t> I </a:t>
            </a:r>
            <a:r>
              <a:rPr lang="fr-FR" b="0" dirty="0" err="1" smtClean="0"/>
              <a:t>give</a:t>
            </a:r>
            <a:r>
              <a:rPr lang="fr-FR" b="0" dirty="0" smtClean="0"/>
              <a:t> You </a:t>
            </a:r>
            <a:r>
              <a:rPr lang="fr-FR" b="0" dirty="0" err="1" smtClean="0"/>
              <a:t>everything</a:t>
            </a:r>
            <a:r>
              <a:rPr lang="fr-FR" b="0" dirty="0" smtClean="0"/>
              <a:t> I </a:t>
            </a:r>
            <a:r>
              <a:rPr lang="fr-FR" b="0" dirty="0" err="1" smtClean="0"/>
              <a:t>am</a:t>
            </a:r>
            <a:r>
              <a:rPr lang="fr-FR" b="0" dirty="0" smtClean="0"/>
              <a:t>
16-  C’EST LÀ QUE JE ME SOUMETS (C’est là que je me soumets)</a:t>
            </a:r>
          </a:p>
          <a:p>
            <a:r>
              <a:rPr lang="fr-FR" b="0" dirty="0" smtClean="0"/>
              <a:t>This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where</a:t>
            </a:r>
            <a:r>
              <a:rPr lang="fr-FR" b="0" dirty="0" smtClean="0"/>
              <a:t> I let go (This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where</a:t>
            </a:r>
            <a:r>
              <a:rPr lang="fr-FR" b="0" dirty="0" smtClean="0"/>
              <a:t> I let go)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17-  GARDIEN DE MON CŒUR PÈRE DE TOUTE ÉTOILE</a:t>
            </a:r>
          </a:p>
          <a:p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Father</a:t>
            </a:r>
            <a:r>
              <a:rPr lang="fr-FR" b="0" dirty="0" smtClean="0"/>
              <a:t> of the stars
18-  ENCORE TU PARAIS, PRENDS TOUS  LES PLANS QUE J’AI FAITS </a:t>
            </a:r>
          </a:p>
          <a:p>
            <a:r>
              <a:rPr lang="fr-FR" b="0" dirty="0" smtClean="0"/>
              <a:t>You </a:t>
            </a:r>
            <a:r>
              <a:rPr lang="fr-FR" b="0" dirty="0" err="1" smtClean="0"/>
              <a:t>traded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 (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me)
19-  GARDIEN DE MON CŒUR</a:t>
            </a:r>
          </a:p>
          <a:p>
            <a:r>
              <a:rPr lang="fr-FR" b="0" dirty="0" smtClean="0"/>
              <a:t>Lifter of </a:t>
            </a:r>
            <a:r>
              <a:rPr lang="fr-FR" b="0" dirty="0" err="1" smtClean="0"/>
              <a:t>my</a:t>
            </a:r>
            <a:r>
              <a:rPr lang="fr-FR" b="0" dirty="0" smtClean="0"/>
              <a:t> soul
20-  ENCORE TU PARAIS  POUR ME LES ARRACHER </a:t>
            </a:r>
          </a:p>
          <a:p>
            <a:r>
              <a:rPr lang="fr-FR" b="0" dirty="0" smtClean="0"/>
              <a:t>You call me as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own</a:t>
            </a:r>
            <a:r>
              <a:rPr lang="fr-FR" b="0" dirty="0" smtClean="0"/>
              <a:t> </a:t>
            </a:r>
            <a:r>
              <a:rPr lang="fr-FR" b="0" dirty="0" err="1" smtClean="0"/>
              <a:t>Nothing</a:t>
            </a:r>
            <a:r>
              <a:rPr lang="fr-FR" b="0" dirty="0" smtClean="0"/>
              <a:t> compares to how You love me
21-  GARDIEN DE MON CŒUR </a:t>
            </a:r>
          </a:p>
          <a:p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
22-  ENCORE TU PARAIS, PRENDS TOUS  LES PLANS QUE J’AI FAITS </a:t>
            </a:r>
          </a:p>
          <a:p>
            <a:r>
              <a:rPr lang="fr-FR" b="0" dirty="0" smtClean="0"/>
              <a:t>(There You go </a:t>
            </a:r>
            <a:r>
              <a:rPr lang="fr-FR" b="0" dirty="0" err="1" smtClean="0"/>
              <a:t>again</a:t>
            </a:r>
            <a:r>
              <a:rPr lang="fr-FR" b="0" dirty="0" smtClean="0"/>
              <a:t>, </a:t>
            </a:r>
            <a:r>
              <a:rPr lang="fr-FR" b="0" dirty="0" err="1" smtClean="0"/>
              <a:t>taking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planned</a:t>
            </a:r>
            <a:r>
              <a:rPr lang="fr-FR" b="0" dirty="0" smtClean="0"/>
              <a:t>)
23-  GARDIEN DE MON CŒUR </a:t>
            </a:r>
          </a:p>
          <a:p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
24-  ENCORE TU PARAIS POUR M’APPRENDRE À LES LAISSER </a:t>
            </a:r>
          </a:p>
          <a:p>
            <a:r>
              <a:rPr lang="fr-FR" b="0" dirty="0" smtClean="0"/>
              <a:t>(There You go </a:t>
            </a:r>
            <a:r>
              <a:rPr lang="fr-FR" b="0" dirty="0" err="1" smtClean="0"/>
              <a:t>again</a:t>
            </a:r>
            <a:r>
              <a:rPr lang="fr-FR" b="0" dirty="0" smtClean="0"/>
              <a:t>, </a:t>
            </a:r>
            <a:r>
              <a:rPr lang="fr-FR" b="0" dirty="0" err="1" smtClean="0"/>
              <a:t>throwin</a:t>
            </a:r>
            <a:r>
              <a:rPr lang="fr-FR" b="0" dirty="0" smtClean="0"/>
              <a:t>' </a:t>
            </a:r>
            <a:r>
              <a:rPr lang="fr-FR" b="0" dirty="0" err="1" smtClean="0"/>
              <a:t>it</a:t>
            </a:r>
            <a:r>
              <a:rPr lang="fr-FR" b="0" dirty="0" smtClean="0"/>
              <a:t> out the </a:t>
            </a:r>
            <a:r>
              <a:rPr lang="fr-FR" b="0" dirty="0" err="1" smtClean="0"/>
              <a:t>window</a:t>
            </a:r>
            <a:r>
              <a:rPr lang="fr-FR" b="0" dirty="0" smtClean="0"/>
              <a:t>)</a:t>
            </a:r>
          </a:p>
          <a:p>
            <a:r>
              <a:rPr lang="fr-FR" b="0" dirty="0" smtClean="0"/>
              <a:t>
25-  TOUJOURS, TOUJOURS POUR MOI  x2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
26-  JE SAIS QUE TU ES </a:t>
            </a:r>
          </a:p>
          <a:p>
            <a:r>
              <a:rPr lang="fr-FR" b="0" dirty="0" smtClean="0"/>
              <a:t>I know </a:t>
            </a:r>
            <a:r>
              <a:rPr lang="fr-FR" b="0" dirty="0" err="1" smtClean="0"/>
              <a:t>that</a:t>
            </a:r>
            <a:r>
              <a:rPr lang="fr-FR" b="0" dirty="0" smtClean="0"/>
              <a:t> You are</a:t>
            </a:r>
          </a:p>
          <a:p>
            <a:r>
              <a:rPr lang="fr-FR" b="0" dirty="0" smtClean="0"/>
              <a:t>
27-  TOUJOURS, TOUJOURS POUR MOI QUAND JE SUIS À MON PIRE 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worst</a:t>
            </a:r>
            <a:r>
              <a:rPr lang="fr-FR" b="0" dirty="0" smtClean="0"/>
              <a:t>
28-  TOUJOURS, TOUJOURS POUR MOI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
29-  QUAND JE SUIS À MON PIRE  OU À MON MEILLEUR  </a:t>
            </a:r>
          </a:p>
          <a:p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worst</a:t>
            </a:r>
            <a:r>
              <a:rPr lang="fr-FR" b="0" dirty="0" smtClean="0"/>
              <a:t>, yeah,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best
30-  TOUJOURS, TOUJOURS POUR MOI À MON MEILLEUR, JE SAIS QUE TU ES 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best I know </a:t>
            </a:r>
            <a:r>
              <a:rPr lang="fr-FR" b="0" dirty="0" err="1" smtClean="0"/>
              <a:t>that</a:t>
            </a:r>
            <a:r>
              <a:rPr lang="fr-FR" b="0" dirty="0" smtClean="0"/>
              <a:t> You are
31-  TOUJOURS, TOUJOURS POUR MOI QUAND JE N’AI PLUS RIEN D’AUTRE 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got</a:t>
            </a:r>
            <a:r>
              <a:rPr lang="fr-FR" b="0" dirty="0" smtClean="0"/>
              <a:t> </a:t>
            </a:r>
            <a:r>
              <a:rPr lang="fr-FR" b="0" dirty="0" err="1" smtClean="0"/>
              <a:t>nothing</a:t>
            </a:r>
            <a:r>
              <a:rPr lang="fr-FR" b="0" dirty="0" smtClean="0"/>
              <a:t> </a:t>
            </a:r>
            <a:r>
              <a:rPr lang="fr-FR" b="0" dirty="0" err="1" smtClean="0"/>
              <a:t>left</a:t>
            </a:r>
            <a:endParaRPr lang="fr-FR" b="0" dirty="0" smtClean="0"/>
          </a:p>
          <a:p>
            <a:r>
              <a:rPr lang="fr-FR" b="0" dirty="0" smtClean="0"/>
              <a:t> </a:t>
            </a:r>
          </a:p>
          <a:p>
            <a:r>
              <a:rPr lang="fr-FR" b="0" dirty="0" smtClean="0"/>
              <a:t>	Refrain: x2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JE ME DEMANDAIS QU’A DONC L’AVENIR POUR MOI ? </a:t>
            </a:r>
          </a:p>
          <a:p>
            <a:r>
              <a:rPr lang="fr-FR" b="0" dirty="0" err="1" smtClean="0"/>
              <a:t>I've</a:t>
            </a:r>
            <a:r>
              <a:rPr lang="fr-FR" b="0" dirty="0" smtClean="0"/>
              <a:t> been </a:t>
            </a:r>
            <a:r>
              <a:rPr lang="fr-FR" b="0" dirty="0" err="1" smtClean="0"/>
              <a:t>wonderin</a:t>
            </a:r>
            <a:r>
              <a:rPr lang="fr-FR" b="0" dirty="0" smtClean="0"/>
              <a:t>‘ </a:t>
            </a:r>
            <a:r>
              <a:rPr lang="fr-FR" b="0" dirty="0" err="1" smtClean="0"/>
              <a:t>What</a:t>
            </a:r>
            <a:r>
              <a:rPr lang="fr-FR" b="0" dirty="0" smtClean="0"/>
              <a:t> </a:t>
            </a:r>
            <a:r>
              <a:rPr lang="fr-FR" b="0" dirty="0" err="1" smtClean="0"/>
              <a:t>does</a:t>
            </a:r>
            <a:r>
              <a:rPr lang="fr-FR" b="0" dirty="0" smtClean="0"/>
              <a:t> the future </a:t>
            </a:r>
            <a:r>
              <a:rPr lang="fr-FR" b="0" dirty="0" err="1" smtClean="0"/>
              <a:t>hold</a:t>
            </a:r>
            <a:r>
              <a:rPr lang="fr-FR" b="0" dirty="0" smtClean="0"/>
              <a:t>?
2-  COMME SI JE POUVAIS CONTRÔLER QUOI QUE CE SOIT </a:t>
            </a:r>
          </a:p>
          <a:p>
            <a:r>
              <a:rPr lang="fr-FR" b="0" dirty="0" err="1" smtClean="0"/>
              <a:t>Somehow</a:t>
            </a:r>
            <a:r>
              <a:rPr lang="fr-FR" b="0" dirty="0" smtClean="0"/>
              <a:t> </a:t>
            </a:r>
            <a:r>
              <a:rPr lang="fr-FR" b="0" dirty="0" err="1" smtClean="0"/>
              <a:t>thinkin</a:t>
            </a:r>
            <a:r>
              <a:rPr lang="fr-FR" b="0" dirty="0" smtClean="0"/>
              <a:t>‘ </a:t>
            </a:r>
            <a:r>
              <a:rPr lang="fr-FR" b="0" dirty="0" err="1" smtClean="0"/>
              <a:t>I'm</a:t>
            </a:r>
            <a:r>
              <a:rPr lang="fr-FR" b="0" dirty="0" smtClean="0"/>
              <a:t> the one in control
3-  MAIS SOUDAIN TU PARAIS PRENDS TOUS LES PLANS QUE J’AI FAITS </a:t>
            </a:r>
          </a:p>
          <a:p>
            <a:r>
              <a:rPr lang="fr-FR" b="0" dirty="0" smtClean="0"/>
              <a:t>But </a:t>
            </a:r>
            <a:r>
              <a:rPr lang="fr-FR" b="0" dirty="0" err="1" smtClean="0"/>
              <a:t>there</a:t>
            </a:r>
            <a:r>
              <a:rPr lang="fr-FR" b="0" dirty="0" smtClean="0"/>
              <a:t> You go </a:t>
            </a:r>
            <a:r>
              <a:rPr lang="fr-FR" b="0" dirty="0" err="1" smtClean="0"/>
              <a:t>again</a:t>
            </a:r>
            <a:r>
              <a:rPr lang="fr-FR" b="0" dirty="0" smtClean="0"/>
              <a:t> </a:t>
            </a:r>
            <a:r>
              <a:rPr lang="fr-FR" b="0" dirty="0" err="1" smtClean="0"/>
              <a:t>Taking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planned</a:t>
            </a:r>
            <a:r>
              <a:rPr lang="fr-FR" b="0" dirty="0" smtClean="0"/>
              <a:t>
4-  POUR ME LES ARRACHER M’APPRENDRE À LES LAISSER </a:t>
            </a:r>
          </a:p>
          <a:p>
            <a:r>
              <a:rPr lang="fr-FR" b="0" dirty="0" err="1" smtClean="0"/>
              <a:t>Throwin</a:t>
            </a:r>
            <a:r>
              <a:rPr lang="fr-FR" b="0" dirty="0" smtClean="0"/>
              <a:t>' </a:t>
            </a:r>
            <a:r>
              <a:rPr lang="fr-FR" b="0" dirty="0" err="1" smtClean="0"/>
              <a:t>it</a:t>
            </a:r>
            <a:r>
              <a:rPr lang="fr-FR" b="0" dirty="0" smtClean="0"/>
              <a:t> out the </a:t>
            </a:r>
            <a:r>
              <a:rPr lang="fr-FR" b="0" dirty="0" err="1" smtClean="0"/>
              <a:t>window</a:t>
            </a:r>
            <a:r>
              <a:rPr lang="fr-FR" b="0" dirty="0" smtClean="0"/>
              <a:t> </a:t>
            </a:r>
            <a:r>
              <a:rPr lang="fr-FR" b="0" dirty="0" err="1" smtClean="0"/>
              <a:t>Showin</a:t>
            </a:r>
            <a:r>
              <a:rPr lang="fr-FR" b="0" dirty="0" smtClean="0"/>
              <a:t>' me how to let go
5-  TON PLAN EST PLUS PARFAIT  QUE LE MIEN </a:t>
            </a:r>
          </a:p>
          <a:p>
            <a:r>
              <a:rPr lang="fr-FR" b="0" dirty="0" err="1" smtClean="0"/>
              <a:t>What</a:t>
            </a:r>
            <a:r>
              <a:rPr lang="fr-FR" b="0" dirty="0" smtClean="0"/>
              <a:t> You have for me </a:t>
            </a:r>
            <a:r>
              <a:rPr lang="fr-FR" b="0" dirty="0" err="1" smtClean="0"/>
              <a:t>is</a:t>
            </a:r>
            <a:r>
              <a:rPr lang="fr-FR" b="0" dirty="0" smtClean="0"/>
              <a:t> best
6-  TU NE ME DONNERAS JAMAIS MOINS   </a:t>
            </a:r>
          </a:p>
          <a:p>
            <a:r>
              <a:rPr lang="fr-FR" b="0" dirty="0" smtClean="0"/>
              <a:t>You </a:t>
            </a:r>
            <a:r>
              <a:rPr lang="fr-FR" b="0" dirty="0" err="1" smtClean="0"/>
              <a:t>will</a:t>
            </a:r>
            <a:r>
              <a:rPr lang="fr-FR" b="0" dirty="0" smtClean="0"/>
              <a:t> </a:t>
            </a:r>
            <a:r>
              <a:rPr lang="fr-FR" b="0" dirty="0" err="1" smtClean="0"/>
              <a:t>never</a:t>
            </a:r>
            <a:r>
              <a:rPr lang="fr-FR" b="0" dirty="0" smtClean="0"/>
              <a:t> </a:t>
            </a:r>
            <a:r>
              <a:rPr lang="fr-FR" b="0" dirty="0" err="1" smtClean="0"/>
              <a:t>give</a:t>
            </a:r>
            <a:r>
              <a:rPr lang="fr-FR" b="0" dirty="0" smtClean="0"/>
              <a:t> me </a:t>
            </a:r>
            <a:r>
              <a:rPr lang="fr-FR" b="0" dirty="0" err="1" smtClean="0"/>
              <a:t>less</a:t>
            </a:r>
            <a:r>
              <a:rPr lang="fr-FR" b="0" dirty="0" smtClean="0"/>
              <a:t>
7-  J’APPRENDS À TOUT DÉLAISSER  EH </a:t>
            </a:r>
            <a:r>
              <a:rPr lang="fr-FR" b="0" dirty="0" err="1" smtClean="0"/>
              <a:t>EH</a:t>
            </a:r>
            <a:r>
              <a:rPr lang="fr-FR" b="0" dirty="0" smtClean="0"/>
              <a:t> </a:t>
            </a:r>
            <a:r>
              <a:rPr lang="fr-FR" b="0" dirty="0" err="1" smtClean="0"/>
              <a:t>EH</a:t>
            </a:r>
            <a:r>
              <a:rPr lang="fr-FR" b="0" dirty="0" smtClean="0"/>
              <a:t>  
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learning</a:t>
            </a:r>
            <a:r>
              <a:rPr lang="fr-FR" b="0" dirty="0" smtClean="0"/>
              <a:t> how to let go, oh, oh, oh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8-  GARDIEN DE MON CŒUR PÈRE DE TOUTE ÉTOILE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Father</a:t>
            </a:r>
            <a:r>
              <a:rPr lang="fr-FR" b="0" dirty="0" smtClean="0"/>
              <a:t> of the stars
	9-  TU AS QUITTÉ LE CIEL POUR MOI </a:t>
            </a:r>
          </a:p>
          <a:p>
            <a:r>
              <a:rPr lang="fr-FR" b="0" dirty="0" smtClean="0"/>
              <a:t>	You </a:t>
            </a:r>
            <a:r>
              <a:rPr lang="fr-FR" b="0" dirty="0" err="1" smtClean="0"/>
              <a:t>traded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 (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me)</a:t>
            </a:r>
          </a:p>
          <a:p>
            <a:r>
              <a:rPr lang="fr-FR" b="0" dirty="0" smtClean="0"/>
              <a:t>
	10-  SOUTIEN DE MON ÂME TU DIS QUE JE SUIS À TOI </a:t>
            </a:r>
          </a:p>
          <a:p>
            <a:r>
              <a:rPr lang="fr-FR" b="0" dirty="0" smtClean="0"/>
              <a:t>	Lifter of </a:t>
            </a:r>
            <a:r>
              <a:rPr lang="fr-FR" b="0" dirty="0" err="1" smtClean="0"/>
              <a:t>my</a:t>
            </a:r>
            <a:r>
              <a:rPr lang="fr-FR" b="0" dirty="0" smtClean="0"/>
              <a:t> soul You call me as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own</a:t>
            </a:r>
            <a:r>
              <a:rPr lang="fr-FR" b="0" dirty="0" smtClean="0"/>
              <a:t>
	11-  NON RIEN N’ÉGALE  TON AMOUR POUR MOI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Nothing</a:t>
            </a:r>
            <a:r>
              <a:rPr lang="fr-FR" b="0" dirty="0" smtClean="0"/>
              <a:t> compares to how You love me (Compares to how You love me)
	12-  GARDIEN DE MON CŒUR  (Mon cœur, mon cœur)  x2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(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,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)</a:t>
            </a:r>
          </a:p>
          <a:p>
            <a:r>
              <a:rPr lang="fr-FR" b="0" dirty="0" smtClean="0"/>
              <a:t>
13-  MAINTENANT JE VOIS AVEC TANT DE CLARTÉ </a:t>
            </a:r>
          </a:p>
          <a:p>
            <a:r>
              <a:rPr lang="fr-FR" b="0" dirty="0" err="1" smtClean="0"/>
              <a:t>Now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seein</a:t>
            </a:r>
            <a:r>
              <a:rPr lang="fr-FR" b="0" dirty="0" smtClean="0"/>
              <a:t>‘ </a:t>
            </a:r>
            <a:r>
              <a:rPr lang="fr-FR" b="0" dirty="0" err="1" smtClean="0"/>
              <a:t>With</a:t>
            </a:r>
            <a:r>
              <a:rPr lang="fr-FR" b="0" dirty="0" smtClean="0"/>
              <a:t> </a:t>
            </a:r>
            <a:r>
              <a:rPr lang="fr-FR" b="0" dirty="0" err="1" smtClean="0"/>
              <a:t>eyes</a:t>
            </a:r>
            <a:r>
              <a:rPr lang="fr-FR" b="0" dirty="0" smtClean="0"/>
              <a:t> full of </a:t>
            </a:r>
            <a:r>
              <a:rPr lang="fr-FR" b="0" dirty="0" err="1" smtClean="0"/>
              <a:t>clarity</a:t>
            </a:r>
            <a:r>
              <a:rPr lang="fr-FR" b="0" dirty="0" smtClean="0"/>
              <a:t>
14-  JE VIS POUR PLUS QUE CE QUI EST DEVANT MOI </a:t>
            </a:r>
          </a:p>
          <a:p>
            <a:r>
              <a:rPr lang="fr-FR" b="0" dirty="0" smtClean="0"/>
              <a:t>Living for more </a:t>
            </a:r>
            <a:r>
              <a:rPr lang="fr-FR" b="0" dirty="0" err="1" smtClean="0"/>
              <a:t>Than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</a:t>
            </a:r>
            <a:r>
              <a:rPr lang="fr-FR" b="0" dirty="0" err="1" smtClean="0"/>
              <a:t>what's</a:t>
            </a:r>
            <a:r>
              <a:rPr lang="fr-FR" b="0" dirty="0" smtClean="0"/>
              <a:t> in front of me
15-  ET ENCORE TU PARAIS JE TE DONNE TOUT CE QUE J’AI </a:t>
            </a:r>
          </a:p>
          <a:p>
            <a:r>
              <a:rPr lang="fr-FR" b="0" dirty="0" err="1" smtClean="0"/>
              <a:t>Here</a:t>
            </a:r>
            <a:r>
              <a:rPr lang="fr-FR" b="0" dirty="0" smtClean="0"/>
              <a:t> </a:t>
            </a:r>
            <a:r>
              <a:rPr lang="fr-FR" b="0" dirty="0" err="1" smtClean="0"/>
              <a:t>we</a:t>
            </a:r>
            <a:r>
              <a:rPr lang="fr-FR" b="0" dirty="0" smtClean="0"/>
              <a:t> go </a:t>
            </a:r>
            <a:r>
              <a:rPr lang="fr-FR" b="0" dirty="0" err="1" smtClean="0"/>
              <a:t>again</a:t>
            </a:r>
            <a:r>
              <a:rPr lang="fr-FR" b="0" dirty="0" smtClean="0"/>
              <a:t> I </a:t>
            </a:r>
            <a:r>
              <a:rPr lang="fr-FR" b="0" dirty="0" err="1" smtClean="0"/>
              <a:t>give</a:t>
            </a:r>
            <a:r>
              <a:rPr lang="fr-FR" b="0" dirty="0" smtClean="0"/>
              <a:t> You </a:t>
            </a:r>
            <a:r>
              <a:rPr lang="fr-FR" b="0" dirty="0" err="1" smtClean="0"/>
              <a:t>everything</a:t>
            </a:r>
            <a:r>
              <a:rPr lang="fr-FR" b="0" dirty="0" smtClean="0"/>
              <a:t> I </a:t>
            </a:r>
            <a:r>
              <a:rPr lang="fr-FR" b="0" dirty="0" err="1" smtClean="0"/>
              <a:t>am</a:t>
            </a:r>
            <a:r>
              <a:rPr lang="fr-FR" b="0" dirty="0" smtClean="0"/>
              <a:t>
16-  C’EST LÀ QUE JE ME SOUMETS (C’est là que je me soumets)</a:t>
            </a:r>
          </a:p>
          <a:p>
            <a:r>
              <a:rPr lang="fr-FR" b="0" dirty="0" smtClean="0"/>
              <a:t>This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where</a:t>
            </a:r>
            <a:r>
              <a:rPr lang="fr-FR" b="0" dirty="0" smtClean="0"/>
              <a:t> I let go (This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where</a:t>
            </a:r>
            <a:r>
              <a:rPr lang="fr-FR" b="0" dirty="0" smtClean="0"/>
              <a:t> I let go)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17-  GARDIEN DE MON CŒUR PÈRE DE TOUTE ÉTOILE</a:t>
            </a:r>
          </a:p>
          <a:p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Father</a:t>
            </a:r>
            <a:r>
              <a:rPr lang="fr-FR" b="0" dirty="0" smtClean="0"/>
              <a:t> of the stars
18-  ENCORE TU PARAIS, PRENDS TOUS  LES PLANS QUE J’AI FAITS </a:t>
            </a:r>
          </a:p>
          <a:p>
            <a:r>
              <a:rPr lang="fr-FR" b="0" dirty="0" smtClean="0"/>
              <a:t>You </a:t>
            </a:r>
            <a:r>
              <a:rPr lang="fr-FR" b="0" dirty="0" err="1" smtClean="0"/>
              <a:t>traded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 (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me)
19-  GARDIEN DE MON CŒUR</a:t>
            </a:r>
          </a:p>
          <a:p>
            <a:r>
              <a:rPr lang="fr-FR" b="0" dirty="0" smtClean="0"/>
              <a:t>Lifter of </a:t>
            </a:r>
            <a:r>
              <a:rPr lang="fr-FR" b="0" dirty="0" err="1" smtClean="0"/>
              <a:t>my</a:t>
            </a:r>
            <a:r>
              <a:rPr lang="fr-FR" b="0" dirty="0" smtClean="0"/>
              <a:t> soul
20-  ENCORE TU PARAIS  POUR ME LES ARRACHER </a:t>
            </a:r>
          </a:p>
          <a:p>
            <a:r>
              <a:rPr lang="fr-FR" b="0" dirty="0" smtClean="0"/>
              <a:t>You call me as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own</a:t>
            </a:r>
            <a:r>
              <a:rPr lang="fr-FR" b="0" dirty="0" smtClean="0"/>
              <a:t> </a:t>
            </a:r>
            <a:r>
              <a:rPr lang="fr-FR" b="0" dirty="0" err="1" smtClean="0"/>
              <a:t>Nothing</a:t>
            </a:r>
            <a:r>
              <a:rPr lang="fr-FR" b="0" dirty="0" smtClean="0"/>
              <a:t> compares to how You love me
21-  GARDIEN DE MON CŒUR </a:t>
            </a:r>
          </a:p>
          <a:p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
22-  ENCORE TU PARAIS, PRENDS TOUS  LES PLANS QUE J’AI FAITS </a:t>
            </a:r>
          </a:p>
          <a:p>
            <a:r>
              <a:rPr lang="fr-FR" b="0" dirty="0" smtClean="0"/>
              <a:t>(There You go </a:t>
            </a:r>
            <a:r>
              <a:rPr lang="fr-FR" b="0" dirty="0" err="1" smtClean="0"/>
              <a:t>again</a:t>
            </a:r>
            <a:r>
              <a:rPr lang="fr-FR" b="0" dirty="0" smtClean="0"/>
              <a:t>, </a:t>
            </a:r>
            <a:r>
              <a:rPr lang="fr-FR" b="0" dirty="0" err="1" smtClean="0"/>
              <a:t>taking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planned</a:t>
            </a:r>
            <a:r>
              <a:rPr lang="fr-FR" b="0" dirty="0" smtClean="0"/>
              <a:t>)
23-  GARDIEN DE MON CŒUR </a:t>
            </a:r>
          </a:p>
          <a:p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
24-  ENCORE TU PARAIS POUR M’APPRENDRE À LES LAISSER </a:t>
            </a:r>
          </a:p>
          <a:p>
            <a:r>
              <a:rPr lang="fr-FR" b="0" dirty="0" smtClean="0"/>
              <a:t>(There You go </a:t>
            </a:r>
            <a:r>
              <a:rPr lang="fr-FR" b="0" dirty="0" err="1" smtClean="0"/>
              <a:t>again</a:t>
            </a:r>
            <a:r>
              <a:rPr lang="fr-FR" b="0" dirty="0" smtClean="0"/>
              <a:t>, </a:t>
            </a:r>
            <a:r>
              <a:rPr lang="fr-FR" b="0" dirty="0" err="1" smtClean="0"/>
              <a:t>throwin</a:t>
            </a:r>
            <a:r>
              <a:rPr lang="fr-FR" b="0" dirty="0" smtClean="0"/>
              <a:t>' </a:t>
            </a:r>
            <a:r>
              <a:rPr lang="fr-FR" b="0" dirty="0" err="1" smtClean="0"/>
              <a:t>it</a:t>
            </a:r>
            <a:r>
              <a:rPr lang="fr-FR" b="0" dirty="0" smtClean="0"/>
              <a:t> out the </a:t>
            </a:r>
            <a:r>
              <a:rPr lang="fr-FR" b="0" dirty="0" err="1" smtClean="0"/>
              <a:t>window</a:t>
            </a:r>
            <a:r>
              <a:rPr lang="fr-FR" b="0" dirty="0" smtClean="0"/>
              <a:t>)</a:t>
            </a:r>
          </a:p>
          <a:p>
            <a:r>
              <a:rPr lang="fr-FR" b="0" dirty="0" smtClean="0"/>
              <a:t>
25-  TOUJOURS, TOUJOURS POUR MOI  x2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
26-  JE SAIS QUE TU ES </a:t>
            </a:r>
          </a:p>
          <a:p>
            <a:r>
              <a:rPr lang="fr-FR" b="0" dirty="0" smtClean="0"/>
              <a:t>I know </a:t>
            </a:r>
            <a:r>
              <a:rPr lang="fr-FR" b="0" dirty="0" err="1" smtClean="0"/>
              <a:t>that</a:t>
            </a:r>
            <a:r>
              <a:rPr lang="fr-FR" b="0" dirty="0" smtClean="0"/>
              <a:t> You are</a:t>
            </a:r>
          </a:p>
          <a:p>
            <a:r>
              <a:rPr lang="fr-FR" b="0" dirty="0" smtClean="0"/>
              <a:t>
27-  TOUJOURS, TOUJOURS POUR MOI QUAND JE SUIS À MON PIRE 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worst</a:t>
            </a:r>
            <a:r>
              <a:rPr lang="fr-FR" b="0" dirty="0" smtClean="0"/>
              <a:t>
28-  TOUJOURS, TOUJOURS POUR MOI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
29-  QUAND JE SUIS À MON PIRE  OU À MON MEILLEUR  </a:t>
            </a:r>
          </a:p>
          <a:p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worst</a:t>
            </a:r>
            <a:r>
              <a:rPr lang="fr-FR" b="0" dirty="0" smtClean="0"/>
              <a:t>, yeah,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best
30-  TOUJOURS, TOUJOURS POUR MOI À MON MEILLEUR, JE SAIS QUE TU ES 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best I know </a:t>
            </a:r>
            <a:r>
              <a:rPr lang="fr-FR" b="0" dirty="0" err="1" smtClean="0"/>
              <a:t>that</a:t>
            </a:r>
            <a:r>
              <a:rPr lang="fr-FR" b="0" dirty="0" smtClean="0"/>
              <a:t> You are
31-  TOUJOURS, TOUJOURS POUR MOI QUAND JE N’AI PLUS RIEN D’AUTRE 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got</a:t>
            </a:r>
            <a:r>
              <a:rPr lang="fr-FR" b="0" dirty="0" smtClean="0"/>
              <a:t> </a:t>
            </a:r>
            <a:r>
              <a:rPr lang="fr-FR" b="0" dirty="0" err="1" smtClean="0"/>
              <a:t>nothing</a:t>
            </a:r>
            <a:r>
              <a:rPr lang="fr-FR" b="0" dirty="0" smtClean="0"/>
              <a:t> </a:t>
            </a:r>
            <a:r>
              <a:rPr lang="fr-FR" b="0" dirty="0" err="1" smtClean="0"/>
              <a:t>left</a:t>
            </a:r>
            <a:endParaRPr lang="fr-FR" b="0" dirty="0" smtClean="0"/>
          </a:p>
          <a:p>
            <a:r>
              <a:rPr lang="fr-FR" b="0" dirty="0" smtClean="0"/>
              <a:t> </a:t>
            </a:r>
          </a:p>
          <a:p>
            <a:r>
              <a:rPr lang="fr-FR" b="0" dirty="0" smtClean="0"/>
              <a:t>	Refrain: x2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dirty="0" err="1" smtClean="0"/>
              <a:t>I've</a:t>
            </a:r>
            <a:r>
              <a:rPr lang="fr-FR" b="0" dirty="0" smtClean="0"/>
              <a:t> been </a:t>
            </a:r>
            <a:r>
              <a:rPr lang="fr-FR" b="0" dirty="0" err="1" smtClean="0"/>
              <a:t>wonderin</a:t>
            </a:r>
            <a:r>
              <a:rPr lang="fr-FR" b="0" dirty="0" smtClean="0"/>
              <a:t>‘ </a:t>
            </a:r>
            <a:r>
              <a:rPr lang="fr-FR" b="0" dirty="0" err="1" smtClean="0"/>
              <a:t>What</a:t>
            </a:r>
            <a:r>
              <a:rPr lang="fr-FR" b="0" dirty="0" smtClean="0"/>
              <a:t> </a:t>
            </a:r>
            <a:r>
              <a:rPr lang="fr-FR" b="0" dirty="0" err="1" smtClean="0"/>
              <a:t>does</a:t>
            </a:r>
            <a:r>
              <a:rPr lang="fr-FR" b="0" dirty="0" smtClean="0"/>
              <a:t> the future </a:t>
            </a:r>
            <a:r>
              <a:rPr lang="fr-FR" b="0" dirty="0" err="1" smtClean="0"/>
              <a:t>hold</a:t>
            </a:r>
            <a:r>
              <a:rPr lang="fr-FR" b="0" dirty="0" smtClean="0"/>
              <a:t>?
2-  COMME SI JE POUVAIS CONTRÔLER QUOI QUE CE SOIT </a:t>
            </a:r>
          </a:p>
          <a:p>
            <a:r>
              <a:rPr lang="fr-FR" b="0" dirty="0" err="1" smtClean="0"/>
              <a:t>Somehow</a:t>
            </a:r>
            <a:r>
              <a:rPr lang="fr-FR" b="0" dirty="0" smtClean="0"/>
              <a:t> </a:t>
            </a:r>
            <a:r>
              <a:rPr lang="fr-FR" b="0" dirty="0" err="1" smtClean="0"/>
              <a:t>thinkin</a:t>
            </a:r>
            <a:r>
              <a:rPr lang="fr-FR" b="0" dirty="0" smtClean="0"/>
              <a:t>‘ </a:t>
            </a:r>
            <a:r>
              <a:rPr lang="fr-FR" b="0" dirty="0" err="1" smtClean="0"/>
              <a:t>I'm</a:t>
            </a:r>
            <a:r>
              <a:rPr lang="fr-FR" b="0" dirty="0" smtClean="0"/>
              <a:t> the one in control
3-  MAIS SOUDAIN TU PARAIS PRENDS TOUS LES PLANS QUE J’AI FAITS </a:t>
            </a:r>
          </a:p>
          <a:p>
            <a:r>
              <a:rPr lang="fr-FR" b="0" dirty="0" smtClean="0"/>
              <a:t>But </a:t>
            </a:r>
            <a:r>
              <a:rPr lang="fr-FR" b="0" dirty="0" err="1" smtClean="0"/>
              <a:t>there</a:t>
            </a:r>
            <a:r>
              <a:rPr lang="fr-FR" b="0" dirty="0" smtClean="0"/>
              <a:t> You go </a:t>
            </a:r>
            <a:r>
              <a:rPr lang="fr-FR" b="0" dirty="0" err="1" smtClean="0"/>
              <a:t>again</a:t>
            </a:r>
            <a:r>
              <a:rPr lang="fr-FR" b="0" dirty="0" smtClean="0"/>
              <a:t> </a:t>
            </a:r>
            <a:r>
              <a:rPr lang="fr-FR" b="0" dirty="0" err="1" smtClean="0"/>
              <a:t>Taking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planned</a:t>
            </a:r>
            <a:r>
              <a:rPr lang="fr-FR" b="0" dirty="0" smtClean="0"/>
              <a:t>
4-  POUR ME LES ARRACHER M’APPRENDRE À LES LAISSER </a:t>
            </a:r>
          </a:p>
          <a:p>
            <a:r>
              <a:rPr lang="fr-FR" b="0" dirty="0" err="1" smtClean="0"/>
              <a:t>Throwin</a:t>
            </a:r>
            <a:r>
              <a:rPr lang="fr-FR" b="0" dirty="0" smtClean="0"/>
              <a:t>' </a:t>
            </a:r>
            <a:r>
              <a:rPr lang="fr-FR" b="0" dirty="0" err="1" smtClean="0"/>
              <a:t>it</a:t>
            </a:r>
            <a:r>
              <a:rPr lang="fr-FR" b="0" dirty="0" smtClean="0"/>
              <a:t> out the </a:t>
            </a:r>
            <a:r>
              <a:rPr lang="fr-FR" b="0" dirty="0" err="1" smtClean="0"/>
              <a:t>window</a:t>
            </a:r>
            <a:r>
              <a:rPr lang="fr-FR" b="0" dirty="0" smtClean="0"/>
              <a:t> </a:t>
            </a:r>
            <a:r>
              <a:rPr lang="fr-FR" b="0" dirty="0" err="1" smtClean="0"/>
              <a:t>Showin</a:t>
            </a:r>
            <a:r>
              <a:rPr lang="fr-FR" b="0" dirty="0" smtClean="0"/>
              <a:t>' me how to let go
5-  TON PLAN EST PLUS PARFAIT  QUE LE MIEN </a:t>
            </a:r>
          </a:p>
          <a:p>
            <a:r>
              <a:rPr lang="fr-FR" b="0" dirty="0" err="1" smtClean="0"/>
              <a:t>What</a:t>
            </a:r>
            <a:r>
              <a:rPr lang="fr-FR" b="0" dirty="0" smtClean="0"/>
              <a:t> You have for me </a:t>
            </a:r>
            <a:r>
              <a:rPr lang="fr-FR" b="0" dirty="0" err="1" smtClean="0"/>
              <a:t>is</a:t>
            </a:r>
            <a:r>
              <a:rPr lang="fr-FR" b="0" dirty="0" smtClean="0"/>
              <a:t> best
6-  TU NE ME DONNERAS JAMAIS MOINS   </a:t>
            </a:r>
          </a:p>
          <a:p>
            <a:r>
              <a:rPr lang="fr-FR" b="0" dirty="0" smtClean="0"/>
              <a:t>You </a:t>
            </a:r>
            <a:r>
              <a:rPr lang="fr-FR" b="0" dirty="0" err="1" smtClean="0"/>
              <a:t>will</a:t>
            </a:r>
            <a:r>
              <a:rPr lang="fr-FR" b="0" dirty="0" smtClean="0"/>
              <a:t> </a:t>
            </a:r>
            <a:r>
              <a:rPr lang="fr-FR" b="0" dirty="0" err="1" smtClean="0"/>
              <a:t>never</a:t>
            </a:r>
            <a:r>
              <a:rPr lang="fr-FR" b="0" dirty="0" smtClean="0"/>
              <a:t> </a:t>
            </a:r>
            <a:r>
              <a:rPr lang="fr-FR" b="0" dirty="0" err="1" smtClean="0"/>
              <a:t>give</a:t>
            </a:r>
            <a:r>
              <a:rPr lang="fr-FR" b="0" dirty="0" smtClean="0"/>
              <a:t> me </a:t>
            </a:r>
            <a:r>
              <a:rPr lang="fr-FR" b="0" dirty="0" err="1" smtClean="0"/>
              <a:t>less</a:t>
            </a:r>
            <a:r>
              <a:rPr lang="fr-FR" b="0" dirty="0" smtClean="0"/>
              <a:t>
7-  J’APPRENDS À TOUT DÉLAISSER  EH </a:t>
            </a:r>
            <a:r>
              <a:rPr lang="fr-FR" b="0" dirty="0" err="1" smtClean="0"/>
              <a:t>EH</a:t>
            </a:r>
            <a:r>
              <a:rPr lang="fr-FR" b="0" dirty="0" smtClean="0"/>
              <a:t> </a:t>
            </a:r>
            <a:r>
              <a:rPr lang="fr-FR" b="0" dirty="0" err="1" smtClean="0"/>
              <a:t>EH</a:t>
            </a:r>
            <a:r>
              <a:rPr lang="fr-FR" b="0" dirty="0" smtClean="0"/>
              <a:t>  
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learning</a:t>
            </a:r>
            <a:r>
              <a:rPr lang="fr-FR" b="0" dirty="0" smtClean="0"/>
              <a:t> how to let go, oh, oh, oh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8-  GARDIEN DE MON CŒUR PÈRE DE TOUTE ÉTOILE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Father</a:t>
            </a:r>
            <a:r>
              <a:rPr lang="fr-FR" b="0" dirty="0" smtClean="0"/>
              <a:t> of the stars
	9-  TU AS QUITTÉ LE CIEL POUR MOI </a:t>
            </a:r>
          </a:p>
          <a:p>
            <a:r>
              <a:rPr lang="fr-FR" b="0" dirty="0" smtClean="0"/>
              <a:t>	You </a:t>
            </a:r>
            <a:r>
              <a:rPr lang="fr-FR" b="0" dirty="0" err="1" smtClean="0"/>
              <a:t>traded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 (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me)</a:t>
            </a:r>
          </a:p>
          <a:p>
            <a:r>
              <a:rPr lang="fr-FR" b="0" dirty="0" smtClean="0"/>
              <a:t>
	10-  SOUTIEN DE MON ÂME TU DIS QUE JE SUIS À TOI </a:t>
            </a:r>
          </a:p>
          <a:p>
            <a:r>
              <a:rPr lang="fr-FR" b="0" dirty="0" smtClean="0"/>
              <a:t>	Lifter of </a:t>
            </a:r>
            <a:r>
              <a:rPr lang="fr-FR" b="0" dirty="0" err="1" smtClean="0"/>
              <a:t>my</a:t>
            </a:r>
            <a:r>
              <a:rPr lang="fr-FR" b="0" dirty="0" smtClean="0"/>
              <a:t> soul You call me as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own</a:t>
            </a:r>
            <a:r>
              <a:rPr lang="fr-FR" b="0" dirty="0" smtClean="0"/>
              <a:t>
	11-  NON RIEN N’ÉGALE  TON AMOUR POUR MOI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Nothing</a:t>
            </a:r>
            <a:r>
              <a:rPr lang="fr-FR" b="0" dirty="0" smtClean="0"/>
              <a:t> compares to how You love me (Compares to how You love me)
	12-  GARDIEN DE MON CŒUR  (Mon cœur, mon cœur)  x2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(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,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)</a:t>
            </a:r>
          </a:p>
          <a:p>
            <a:r>
              <a:rPr lang="fr-FR" b="0" dirty="0" smtClean="0"/>
              <a:t>
13-  MAINTENANT JE VOIS AVEC TANT DE CLARTÉ </a:t>
            </a:r>
          </a:p>
          <a:p>
            <a:r>
              <a:rPr lang="fr-FR" b="0" dirty="0" err="1" smtClean="0"/>
              <a:t>Now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seein</a:t>
            </a:r>
            <a:r>
              <a:rPr lang="fr-FR" b="0" dirty="0" smtClean="0"/>
              <a:t>‘ </a:t>
            </a:r>
            <a:r>
              <a:rPr lang="fr-FR" b="0" dirty="0" err="1" smtClean="0"/>
              <a:t>With</a:t>
            </a:r>
            <a:r>
              <a:rPr lang="fr-FR" b="0" dirty="0" smtClean="0"/>
              <a:t> </a:t>
            </a:r>
            <a:r>
              <a:rPr lang="fr-FR" b="0" dirty="0" err="1" smtClean="0"/>
              <a:t>eyes</a:t>
            </a:r>
            <a:r>
              <a:rPr lang="fr-FR" b="0" dirty="0" smtClean="0"/>
              <a:t> full of </a:t>
            </a:r>
            <a:r>
              <a:rPr lang="fr-FR" b="0" dirty="0" err="1" smtClean="0"/>
              <a:t>clarity</a:t>
            </a:r>
            <a:r>
              <a:rPr lang="fr-FR" b="0" dirty="0" smtClean="0"/>
              <a:t>
14-  JE VIS POUR PLUS QUE CE QUI EST DEVANT MOI </a:t>
            </a:r>
          </a:p>
          <a:p>
            <a:r>
              <a:rPr lang="fr-FR" b="0" dirty="0" smtClean="0"/>
              <a:t>Living for more </a:t>
            </a:r>
            <a:r>
              <a:rPr lang="fr-FR" b="0" dirty="0" err="1" smtClean="0"/>
              <a:t>Than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</a:t>
            </a:r>
            <a:r>
              <a:rPr lang="fr-FR" b="0" dirty="0" err="1" smtClean="0"/>
              <a:t>what's</a:t>
            </a:r>
            <a:r>
              <a:rPr lang="fr-FR" b="0" dirty="0" smtClean="0"/>
              <a:t> in front of me
15-  ET ENCORE TU PARAIS JE TE DONNE TOUT CE QUE J’AI </a:t>
            </a:r>
          </a:p>
          <a:p>
            <a:r>
              <a:rPr lang="fr-FR" b="0" dirty="0" err="1" smtClean="0"/>
              <a:t>Here</a:t>
            </a:r>
            <a:r>
              <a:rPr lang="fr-FR" b="0" dirty="0" smtClean="0"/>
              <a:t> </a:t>
            </a:r>
            <a:r>
              <a:rPr lang="fr-FR" b="0" dirty="0" err="1" smtClean="0"/>
              <a:t>we</a:t>
            </a:r>
            <a:r>
              <a:rPr lang="fr-FR" b="0" dirty="0" smtClean="0"/>
              <a:t> go </a:t>
            </a:r>
            <a:r>
              <a:rPr lang="fr-FR" b="0" dirty="0" err="1" smtClean="0"/>
              <a:t>again</a:t>
            </a:r>
            <a:r>
              <a:rPr lang="fr-FR" b="0" dirty="0" smtClean="0"/>
              <a:t> I </a:t>
            </a:r>
            <a:r>
              <a:rPr lang="fr-FR" b="0" dirty="0" err="1" smtClean="0"/>
              <a:t>give</a:t>
            </a:r>
            <a:r>
              <a:rPr lang="fr-FR" b="0" dirty="0" smtClean="0"/>
              <a:t> You </a:t>
            </a:r>
            <a:r>
              <a:rPr lang="fr-FR" b="0" dirty="0" err="1" smtClean="0"/>
              <a:t>everything</a:t>
            </a:r>
            <a:r>
              <a:rPr lang="fr-FR" b="0" dirty="0" smtClean="0"/>
              <a:t> I </a:t>
            </a:r>
            <a:r>
              <a:rPr lang="fr-FR" b="0" dirty="0" err="1" smtClean="0"/>
              <a:t>am</a:t>
            </a:r>
            <a:r>
              <a:rPr lang="fr-FR" b="0" dirty="0" smtClean="0"/>
              <a:t>
16-  C’EST LÀ QUE JE ME SOUMETS (C’est là que je me soumets)</a:t>
            </a:r>
          </a:p>
          <a:p>
            <a:r>
              <a:rPr lang="fr-FR" b="0" dirty="0" smtClean="0"/>
              <a:t>This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where</a:t>
            </a:r>
            <a:r>
              <a:rPr lang="fr-FR" b="0" dirty="0" smtClean="0"/>
              <a:t> I let go (This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where</a:t>
            </a:r>
            <a:r>
              <a:rPr lang="fr-FR" b="0" dirty="0" smtClean="0"/>
              <a:t> I let go)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17-  GARDIEN DE MON CŒUR PÈRE DE TOUTE ÉTOILE</a:t>
            </a:r>
          </a:p>
          <a:p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Father</a:t>
            </a:r>
            <a:r>
              <a:rPr lang="fr-FR" b="0" dirty="0" smtClean="0"/>
              <a:t> of the stars
18-  ENCORE TU PARAIS, PRENDS TOUS  LES PLANS QUE J’AI FAITS </a:t>
            </a:r>
          </a:p>
          <a:p>
            <a:r>
              <a:rPr lang="fr-FR" b="0" dirty="0" smtClean="0"/>
              <a:t>You </a:t>
            </a:r>
            <a:r>
              <a:rPr lang="fr-FR" b="0" dirty="0" err="1" smtClean="0"/>
              <a:t>traded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 (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me)
19-  GARDIEN DE MON CŒUR</a:t>
            </a:r>
          </a:p>
          <a:p>
            <a:r>
              <a:rPr lang="fr-FR" b="0" dirty="0" smtClean="0"/>
              <a:t>Lifter of </a:t>
            </a:r>
            <a:r>
              <a:rPr lang="fr-FR" b="0" dirty="0" err="1" smtClean="0"/>
              <a:t>my</a:t>
            </a:r>
            <a:r>
              <a:rPr lang="fr-FR" b="0" dirty="0" smtClean="0"/>
              <a:t> soul
20-  ENCORE TU PARAIS  POUR ME LES ARRACHER </a:t>
            </a:r>
          </a:p>
          <a:p>
            <a:r>
              <a:rPr lang="fr-FR" b="0" dirty="0" smtClean="0"/>
              <a:t>You call me as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own</a:t>
            </a:r>
            <a:r>
              <a:rPr lang="fr-FR" b="0" dirty="0" smtClean="0"/>
              <a:t> </a:t>
            </a:r>
            <a:r>
              <a:rPr lang="fr-FR" b="0" dirty="0" err="1" smtClean="0"/>
              <a:t>Nothing</a:t>
            </a:r>
            <a:r>
              <a:rPr lang="fr-FR" b="0" dirty="0" smtClean="0"/>
              <a:t> compares to how You love me
21-  GARDIEN DE MON CŒUR </a:t>
            </a:r>
          </a:p>
          <a:p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
22-  ENCORE TU PARAIS, PRENDS TOUS  LES PLANS QUE J’AI FAITS </a:t>
            </a:r>
          </a:p>
          <a:p>
            <a:r>
              <a:rPr lang="fr-FR" b="0" dirty="0" smtClean="0"/>
              <a:t>(There You go </a:t>
            </a:r>
            <a:r>
              <a:rPr lang="fr-FR" b="0" dirty="0" err="1" smtClean="0"/>
              <a:t>again</a:t>
            </a:r>
            <a:r>
              <a:rPr lang="fr-FR" b="0" dirty="0" smtClean="0"/>
              <a:t>, </a:t>
            </a:r>
            <a:r>
              <a:rPr lang="fr-FR" b="0" dirty="0" err="1" smtClean="0"/>
              <a:t>taking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planned</a:t>
            </a:r>
            <a:r>
              <a:rPr lang="fr-FR" b="0" dirty="0" smtClean="0"/>
              <a:t>)
23-  GARDIEN DE MON CŒUR </a:t>
            </a:r>
          </a:p>
          <a:p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
24-  ENCORE TU PARAIS POUR M’APPRENDRE À LES LAISSER </a:t>
            </a:r>
          </a:p>
          <a:p>
            <a:r>
              <a:rPr lang="fr-FR" b="0" dirty="0" smtClean="0"/>
              <a:t>(There You go </a:t>
            </a:r>
            <a:r>
              <a:rPr lang="fr-FR" b="0" dirty="0" err="1" smtClean="0"/>
              <a:t>again</a:t>
            </a:r>
            <a:r>
              <a:rPr lang="fr-FR" b="0" dirty="0" smtClean="0"/>
              <a:t>, </a:t>
            </a:r>
            <a:r>
              <a:rPr lang="fr-FR" b="0" dirty="0" err="1" smtClean="0"/>
              <a:t>throwin</a:t>
            </a:r>
            <a:r>
              <a:rPr lang="fr-FR" b="0" dirty="0" smtClean="0"/>
              <a:t>' </a:t>
            </a:r>
            <a:r>
              <a:rPr lang="fr-FR" b="0" dirty="0" err="1" smtClean="0"/>
              <a:t>it</a:t>
            </a:r>
            <a:r>
              <a:rPr lang="fr-FR" b="0" dirty="0" smtClean="0"/>
              <a:t> out the </a:t>
            </a:r>
            <a:r>
              <a:rPr lang="fr-FR" b="0" dirty="0" err="1" smtClean="0"/>
              <a:t>window</a:t>
            </a:r>
            <a:r>
              <a:rPr lang="fr-FR" b="0" dirty="0" smtClean="0"/>
              <a:t>)</a:t>
            </a:r>
          </a:p>
          <a:p>
            <a:r>
              <a:rPr lang="fr-FR" b="0" dirty="0" smtClean="0"/>
              <a:t>
25-  TOUJOURS, TOUJOURS POUR MOI  x2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
26-  JE SAIS QUE TU ES </a:t>
            </a:r>
          </a:p>
          <a:p>
            <a:r>
              <a:rPr lang="fr-FR" b="0" dirty="0" smtClean="0"/>
              <a:t>I know </a:t>
            </a:r>
            <a:r>
              <a:rPr lang="fr-FR" b="0" dirty="0" err="1" smtClean="0"/>
              <a:t>that</a:t>
            </a:r>
            <a:r>
              <a:rPr lang="fr-FR" b="0" dirty="0" smtClean="0"/>
              <a:t> You are</a:t>
            </a:r>
          </a:p>
          <a:p>
            <a:r>
              <a:rPr lang="fr-FR" b="0" dirty="0" smtClean="0"/>
              <a:t>
27-  TOUJOURS, TOUJOURS POUR MOI QUAND JE SUIS À MON PIRE 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worst</a:t>
            </a:r>
            <a:r>
              <a:rPr lang="fr-FR" b="0" dirty="0" smtClean="0"/>
              <a:t>
28-  TOUJOURS, TOUJOURS POUR MOI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
29-  QUAND JE SUIS À MON PIRE  OU À MON MEILLEUR  </a:t>
            </a:r>
          </a:p>
          <a:p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worst</a:t>
            </a:r>
            <a:r>
              <a:rPr lang="fr-FR" b="0" dirty="0" smtClean="0"/>
              <a:t>, yeah,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best
30-  TOUJOURS, TOUJOURS POUR MOI À MON MEILLEUR, JE SAIS QUE TU ES 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best I know </a:t>
            </a:r>
            <a:r>
              <a:rPr lang="fr-FR" b="0" dirty="0" err="1" smtClean="0"/>
              <a:t>that</a:t>
            </a:r>
            <a:r>
              <a:rPr lang="fr-FR" b="0" dirty="0" smtClean="0"/>
              <a:t> You are
31-  TOUJOURS, TOUJOURS POUR MOI QUAND JE N’AI PLUS RIEN D’AUTRE 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got</a:t>
            </a:r>
            <a:r>
              <a:rPr lang="fr-FR" b="0" dirty="0" smtClean="0"/>
              <a:t> </a:t>
            </a:r>
            <a:r>
              <a:rPr lang="fr-FR" b="0" dirty="0" err="1" smtClean="0"/>
              <a:t>nothing</a:t>
            </a:r>
            <a:r>
              <a:rPr lang="fr-FR" b="0" dirty="0" smtClean="0"/>
              <a:t> </a:t>
            </a:r>
            <a:r>
              <a:rPr lang="fr-FR" b="0" dirty="0" err="1" smtClean="0"/>
              <a:t>left</a:t>
            </a:r>
            <a:endParaRPr lang="fr-FR" b="0" dirty="0" smtClean="0"/>
          </a:p>
          <a:p>
            <a:r>
              <a:rPr lang="fr-FR" b="0" dirty="0" smtClean="0"/>
              <a:t> </a:t>
            </a:r>
          </a:p>
          <a:p>
            <a:r>
              <a:rPr lang="fr-FR" b="0" dirty="0" smtClean="0"/>
              <a:t>	Refrain: x2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ME DEMANDAIS QU’A DONC L’AVENIR POUR MOI ? </a:t>
            </a:r>
          </a:p>
          <a:p>
            <a:r>
              <a:rPr lang="fr-FR" b="0" smtClean="0"/>
              <a:t>I've been wonderin‘ What does the future hold?
2-  COMME SI JE POUVAIS CONTRÔLER QUOI QUE CE SOIT </a:t>
            </a:r>
          </a:p>
          <a:p>
            <a:r>
              <a:rPr lang="fr-FR" b="0" smtClean="0"/>
              <a:t>Somehow thinkin‘ I'm the one in control
3-  MAIS SOUDAIN TU PARAIS PRENDS TOUS LES PLANS QUE J’AI FAITS </a:t>
            </a:r>
          </a:p>
          <a:p>
            <a:r>
              <a:rPr lang="fr-FR" b="0" smtClean="0"/>
              <a:t>But there You go again Taking everything I've planned
4-  POUR ME LES ARRACHER M’APPRENDRE À LES LAISSER </a:t>
            </a:r>
          </a:p>
          <a:p>
            <a:r>
              <a:rPr lang="fr-FR" b="0" smtClean="0"/>
              <a:t>Throwin' it out the window Showin' me how to let go
5-  TON PLAN EST PLUS PARFAIT  QUE LE MIEN </a:t>
            </a:r>
          </a:p>
          <a:p>
            <a:r>
              <a:rPr lang="fr-FR" b="0" smtClean="0"/>
              <a:t>What You have for me is best
6-  TU NE ME DONNERAS JAMAIS MOINS   </a:t>
            </a:r>
          </a:p>
          <a:p>
            <a:r>
              <a:rPr lang="fr-FR" b="0" smtClean="0"/>
              <a:t>You will never give me less
7-  J’APPRENDS À TOUT DÉLAISSER  EH EH EH  
I'm learning how to let go, oh, oh, oh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r>
              <a:rPr lang="fr-FR" b="0" smtClean="0"/>
              <a:t>	8-  GARDIEN DE MON CŒUR PÈRE DE TOUTE ÉTOILE </a:t>
            </a:r>
          </a:p>
          <a:p>
            <a:r>
              <a:rPr lang="fr-FR" b="0" smtClean="0"/>
              <a:t>	Keeper of my heart Father of the stars
	9-  TU AS QUITTÉ LE CIEL POUR MOI </a:t>
            </a:r>
          </a:p>
          <a:p>
            <a:r>
              <a:rPr lang="fr-FR" b="0" smtClean="0"/>
              <a:t>	You traded heaven just to hold me (Heaven just to hold me)</a:t>
            </a:r>
          </a:p>
          <a:p>
            <a:r>
              <a:rPr lang="fr-FR" b="0" smtClean="0"/>
              <a:t>
	10-  SOUTIEN DE MON ÂME TU DIS QUE JE SUIS À TOI </a:t>
            </a:r>
          </a:p>
          <a:p>
            <a:r>
              <a:rPr lang="fr-FR" b="0" smtClean="0"/>
              <a:t>	Lifter of my soul You call me as Your own
	11-  NON RIEN N’ÉGALE  TON AMOUR POUR MOI</a:t>
            </a:r>
          </a:p>
          <a:p>
            <a:r>
              <a:rPr lang="fr-FR" b="0" smtClean="0"/>
              <a:t>	Nothing compares to how You love me (Compares to how You love me)
	12-  GARDIEN DE MON CŒUR  (Mon cœur, mon cœur)  x2</a:t>
            </a:r>
          </a:p>
          <a:p>
            <a:r>
              <a:rPr lang="fr-FR" b="0" smtClean="0"/>
              <a:t>	Keeper of my heart (My heart, my heart)</a:t>
            </a:r>
          </a:p>
          <a:p>
            <a:r>
              <a:rPr lang="fr-FR" b="0" smtClean="0"/>
              <a:t>
13-  MAINTENANT JE VOIS AVEC TANT DE CLARTÉ </a:t>
            </a:r>
          </a:p>
          <a:p>
            <a:r>
              <a:rPr lang="fr-FR" b="0" smtClean="0"/>
              <a:t>Now I'm seein‘ With eyes full of clarity
14-  JE VIS POUR PLUS QUE CE QUI EST DEVANT MOI </a:t>
            </a:r>
          </a:p>
          <a:p>
            <a:r>
              <a:rPr lang="fr-FR" b="0" smtClean="0"/>
              <a:t>Living for more Than just what's in front of me
15-  ET ENCORE TU PARAIS JE TE DONNE TOUT CE QUE J’AI </a:t>
            </a:r>
          </a:p>
          <a:p>
            <a:r>
              <a:rPr lang="fr-FR" b="0" smtClean="0"/>
              <a:t>Here we go again I give You everything I am
16-  C’EST LÀ QUE JE ME SOUMETS (C’est là que je me soumets)</a:t>
            </a:r>
          </a:p>
          <a:p>
            <a:r>
              <a:rPr lang="fr-FR" b="0" smtClean="0"/>
              <a:t>This is where I let go (This is where I let go)</a:t>
            </a:r>
          </a:p>
          <a:p>
            <a:endParaRPr lang="fr-FR" b="0" smtClean="0"/>
          </a:p>
          <a:p>
            <a:r>
              <a:rPr lang="fr-FR" b="0" smtClean="0"/>
              <a:t>	Refrain:</a:t>
            </a:r>
          </a:p>
          <a:p>
            <a:endParaRPr lang="fr-FR" b="0" smtClean="0"/>
          </a:p>
          <a:p>
            <a:r>
              <a:rPr lang="fr-FR" b="0" smtClean="0"/>
              <a:t>17-  GARDIEN DE MON CŒUR PÈRE DE TOUTE ÉTOILE</a:t>
            </a:r>
          </a:p>
          <a:p>
            <a:r>
              <a:rPr lang="fr-FR" b="0" smtClean="0"/>
              <a:t>Keeper of my heart Father of the stars
18-  ENCORE TU PARAIS, PRENDS TOUS  LES PLANS QUE J’AI FAITS </a:t>
            </a:r>
          </a:p>
          <a:p>
            <a:r>
              <a:rPr lang="fr-FR" b="0" smtClean="0"/>
              <a:t>You traded heaven just to hold me (Heaven just to hold me)
19-  GARDIEN DE MON CŒUR</a:t>
            </a:r>
          </a:p>
          <a:p>
            <a:r>
              <a:rPr lang="fr-FR" b="0" smtClean="0"/>
              <a:t>Lifter of my soul
20-  ENCORE TU PARAIS  POUR ME LES ARRACHER </a:t>
            </a:r>
          </a:p>
          <a:p>
            <a:r>
              <a:rPr lang="fr-FR" b="0" smtClean="0"/>
              <a:t>You call me as Your own Nothing compares to how You love me
21-  GARDIEN DE MON CŒUR </a:t>
            </a:r>
          </a:p>
          <a:p>
            <a:r>
              <a:rPr lang="fr-FR" b="0" smtClean="0"/>
              <a:t>Keeper of my heart
22-  ENCORE TU PARAIS, PRENDS TOUS  LES PLANS QUE J’AI FAITS </a:t>
            </a:r>
          </a:p>
          <a:p>
            <a:r>
              <a:rPr lang="fr-FR" b="0" smtClean="0"/>
              <a:t>(There You go again, taking everything I've planned)
23-  GARDIEN DE MON CŒUR </a:t>
            </a:r>
          </a:p>
          <a:p>
            <a:r>
              <a:rPr lang="fr-FR" b="0" smtClean="0"/>
              <a:t>Keeper of my heart
24-  ENCORE TU PARAIS POUR M’APPRENDRE À LES LAISSER </a:t>
            </a:r>
          </a:p>
          <a:p>
            <a:r>
              <a:rPr lang="fr-FR" b="0" smtClean="0"/>
              <a:t>(There You go again, throwin' it out the window)</a:t>
            </a:r>
          </a:p>
          <a:p>
            <a:r>
              <a:rPr lang="fr-FR" b="0" smtClean="0"/>
              <a:t>
25-  TOUJOURS, TOUJOURS POUR MOI  x2</a:t>
            </a:r>
          </a:p>
          <a:p>
            <a:r>
              <a:rPr lang="fr-FR" b="0" smtClean="0"/>
              <a:t>Always, always for me
26-  JE SAIS QUE TU ES </a:t>
            </a:r>
          </a:p>
          <a:p>
            <a:r>
              <a:rPr lang="fr-FR" b="0" smtClean="0"/>
              <a:t>I know that You are</a:t>
            </a:r>
          </a:p>
          <a:p>
            <a:r>
              <a:rPr lang="fr-FR" b="0" smtClean="0"/>
              <a:t>
27-  TOUJOURS, TOUJOURS POUR MOI QUAND JE SUIS À MON PIRE  </a:t>
            </a:r>
          </a:p>
          <a:p>
            <a:r>
              <a:rPr lang="fr-FR" b="0" smtClean="0"/>
              <a:t>Always, always for me When I'm at my worst
28-  TOUJOURS, TOUJOURS POUR MOI </a:t>
            </a:r>
          </a:p>
          <a:p>
            <a:r>
              <a:rPr lang="fr-FR" b="0" smtClean="0"/>
              <a:t>Always, always for me
29-  QUAND JE SUIS À MON PIRE  OU À MON MEILLEUR  </a:t>
            </a:r>
          </a:p>
          <a:p>
            <a:r>
              <a:rPr lang="fr-FR" b="0" smtClean="0"/>
              <a:t>When I'm at my worst, yeah, when I'm at my best
30-  TOUJOURS, TOUJOURS POUR MOI À MON MEILLEUR, JE SAIS QUE TU ES  </a:t>
            </a:r>
          </a:p>
          <a:p>
            <a:r>
              <a:rPr lang="fr-FR" b="0" smtClean="0"/>
              <a:t>Always, always for me At my best I know that You are
31-  TOUJOURS, TOUJOURS POUR MOI QUAND JE N’AI PLUS RIEN D’AUTRE  </a:t>
            </a:r>
          </a:p>
          <a:p>
            <a:r>
              <a:rPr lang="fr-FR" b="0" smtClean="0"/>
              <a:t>Always, always for me When I've got nothing left</a:t>
            </a:r>
          </a:p>
          <a:p>
            <a:r>
              <a:rPr lang="fr-FR" b="0" smtClean="0"/>
              <a:t> </a:t>
            </a:r>
          </a:p>
          <a:p>
            <a:r>
              <a:rPr lang="fr-FR" b="0" smtClean="0"/>
              <a:t>	Refrain: x2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JE ME DEMANDAIS QU’A DONC L’AVENIR POUR MOI ? </a:t>
            </a:r>
          </a:p>
          <a:p>
            <a:r>
              <a:rPr lang="fr-FR" b="0" dirty="0" err="1" smtClean="0"/>
              <a:t>I've</a:t>
            </a:r>
            <a:r>
              <a:rPr lang="fr-FR" b="0" dirty="0" smtClean="0"/>
              <a:t> been </a:t>
            </a:r>
            <a:r>
              <a:rPr lang="fr-FR" b="0" dirty="0" err="1" smtClean="0"/>
              <a:t>wonderin</a:t>
            </a:r>
            <a:r>
              <a:rPr lang="fr-FR" b="0" dirty="0" smtClean="0"/>
              <a:t>‘ </a:t>
            </a:r>
            <a:r>
              <a:rPr lang="fr-FR" b="0" dirty="0" err="1" smtClean="0"/>
              <a:t>What</a:t>
            </a:r>
            <a:r>
              <a:rPr lang="fr-FR" b="0" dirty="0" smtClean="0"/>
              <a:t> </a:t>
            </a:r>
            <a:r>
              <a:rPr lang="fr-FR" b="0" dirty="0" err="1" smtClean="0"/>
              <a:t>does</a:t>
            </a:r>
            <a:r>
              <a:rPr lang="fr-FR" b="0" dirty="0" smtClean="0"/>
              <a:t> the future </a:t>
            </a:r>
            <a:r>
              <a:rPr lang="fr-FR" b="0" dirty="0" err="1" smtClean="0"/>
              <a:t>hold</a:t>
            </a:r>
            <a:r>
              <a:rPr lang="fr-FR" b="0" dirty="0" smtClean="0"/>
              <a:t>?
2-  COMME SI JE POUVAIS CONTRÔLER QUOI QUE CE SOIT </a:t>
            </a:r>
          </a:p>
          <a:p>
            <a:r>
              <a:rPr lang="fr-FR" b="0" dirty="0" err="1" smtClean="0"/>
              <a:t>Somehow</a:t>
            </a:r>
            <a:r>
              <a:rPr lang="fr-FR" b="0" dirty="0" smtClean="0"/>
              <a:t> </a:t>
            </a:r>
            <a:r>
              <a:rPr lang="fr-FR" b="0" dirty="0" err="1" smtClean="0"/>
              <a:t>thinkin</a:t>
            </a:r>
            <a:r>
              <a:rPr lang="fr-FR" b="0" dirty="0" smtClean="0"/>
              <a:t>‘ </a:t>
            </a:r>
            <a:r>
              <a:rPr lang="fr-FR" b="0" dirty="0" err="1" smtClean="0"/>
              <a:t>I'm</a:t>
            </a:r>
            <a:r>
              <a:rPr lang="fr-FR" b="0" dirty="0" smtClean="0"/>
              <a:t> the one in control
3-  MAIS SOUDAIN TU PARAIS PRENDS TOUS LES PLANS QUE J’AI FAITS </a:t>
            </a:r>
          </a:p>
          <a:p>
            <a:r>
              <a:rPr lang="fr-FR" b="0" dirty="0" smtClean="0"/>
              <a:t>But </a:t>
            </a:r>
            <a:r>
              <a:rPr lang="fr-FR" b="0" dirty="0" err="1" smtClean="0"/>
              <a:t>there</a:t>
            </a:r>
            <a:r>
              <a:rPr lang="fr-FR" b="0" dirty="0" smtClean="0"/>
              <a:t> You go </a:t>
            </a:r>
            <a:r>
              <a:rPr lang="fr-FR" b="0" dirty="0" err="1" smtClean="0"/>
              <a:t>again</a:t>
            </a:r>
            <a:r>
              <a:rPr lang="fr-FR" b="0" dirty="0" smtClean="0"/>
              <a:t> </a:t>
            </a:r>
            <a:r>
              <a:rPr lang="fr-FR" b="0" dirty="0" err="1" smtClean="0"/>
              <a:t>Taking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planned</a:t>
            </a:r>
            <a:r>
              <a:rPr lang="fr-FR" b="0" dirty="0" smtClean="0"/>
              <a:t>
4-  POUR ME LES ARRACHER M’APPRENDRE À LES LAISSER </a:t>
            </a:r>
          </a:p>
          <a:p>
            <a:r>
              <a:rPr lang="fr-FR" b="0" dirty="0" err="1" smtClean="0"/>
              <a:t>Throwin</a:t>
            </a:r>
            <a:r>
              <a:rPr lang="fr-FR" b="0" dirty="0" smtClean="0"/>
              <a:t>' </a:t>
            </a:r>
            <a:r>
              <a:rPr lang="fr-FR" b="0" dirty="0" err="1" smtClean="0"/>
              <a:t>it</a:t>
            </a:r>
            <a:r>
              <a:rPr lang="fr-FR" b="0" dirty="0" smtClean="0"/>
              <a:t> out the </a:t>
            </a:r>
            <a:r>
              <a:rPr lang="fr-FR" b="0" dirty="0" err="1" smtClean="0"/>
              <a:t>window</a:t>
            </a:r>
            <a:r>
              <a:rPr lang="fr-FR" b="0" dirty="0" smtClean="0"/>
              <a:t> </a:t>
            </a:r>
            <a:r>
              <a:rPr lang="fr-FR" b="0" dirty="0" err="1" smtClean="0"/>
              <a:t>Showin</a:t>
            </a:r>
            <a:r>
              <a:rPr lang="fr-FR" b="0" dirty="0" smtClean="0"/>
              <a:t>' me how to let go
5-  TON PLAN EST PLUS PARFAIT  QUE LE MIEN </a:t>
            </a:r>
          </a:p>
          <a:p>
            <a:r>
              <a:rPr lang="fr-FR" b="0" dirty="0" err="1" smtClean="0"/>
              <a:t>What</a:t>
            </a:r>
            <a:r>
              <a:rPr lang="fr-FR" b="0" dirty="0" smtClean="0"/>
              <a:t> You have for me </a:t>
            </a:r>
            <a:r>
              <a:rPr lang="fr-FR" b="0" dirty="0" err="1" smtClean="0"/>
              <a:t>is</a:t>
            </a:r>
            <a:r>
              <a:rPr lang="fr-FR" b="0" dirty="0" smtClean="0"/>
              <a:t> best
6-  TU NE ME DONNERAS JAMAIS MOINS   </a:t>
            </a:r>
          </a:p>
          <a:p>
            <a:r>
              <a:rPr lang="fr-FR" b="0" dirty="0" smtClean="0"/>
              <a:t>You </a:t>
            </a:r>
            <a:r>
              <a:rPr lang="fr-FR" b="0" dirty="0" err="1" smtClean="0"/>
              <a:t>will</a:t>
            </a:r>
            <a:r>
              <a:rPr lang="fr-FR" b="0" dirty="0" smtClean="0"/>
              <a:t> </a:t>
            </a:r>
            <a:r>
              <a:rPr lang="fr-FR" b="0" dirty="0" err="1" smtClean="0"/>
              <a:t>never</a:t>
            </a:r>
            <a:r>
              <a:rPr lang="fr-FR" b="0" dirty="0" smtClean="0"/>
              <a:t> </a:t>
            </a:r>
            <a:r>
              <a:rPr lang="fr-FR" b="0" dirty="0" err="1" smtClean="0"/>
              <a:t>give</a:t>
            </a:r>
            <a:r>
              <a:rPr lang="fr-FR" b="0" dirty="0" smtClean="0"/>
              <a:t> me </a:t>
            </a:r>
            <a:r>
              <a:rPr lang="fr-FR" b="0" dirty="0" err="1" smtClean="0"/>
              <a:t>less</a:t>
            </a:r>
            <a:r>
              <a:rPr lang="fr-FR" b="0" dirty="0" smtClean="0"/>
              <a:t>
7-  J’APPRENDS À TOUT DÉLAISSER  EH </a:t>
            </a:r>
            <a:r>
              <a:rPr lang="fr-FR" b="0" dirty="0" err="1" smtClean="0"/>
              <a:t>EH</a:t>
            </a:r>
            <a:r>
              <a:rPr lang="fr-FR" b="0" dirty="0" smtClean="0"/>
              <a:t> </a:t>
            </a:r>
            <a:r>
              <a:rPr lang="fr-FR" b="0" dirty="0" err="1" smtClean="0"/>
              <a:t>EH</a:t>
            </a:r>
            <a:r>
              <a:rPr lang="fr-FR" b="0" dirty="0" smtClean="0"/>
              <a:t>  
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learning</a:t>
            </a:r>
            <a:r>
              <a:rPr lang="fr-FR" b="0" dirty="0" smtClean="0"/>
              <a:t> how to let go, oh, oh, oh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r>
              <a:rPr lang="fr-FR" b="0" dirty="0" smtClean="0"/>
              <a:t>	8-  GARDIEN DE MON CŒUR PÈRE DE TOUTE ÉTOILE 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Father</a:t>
            </a:r>
            <a:r>
              <a:rPr lang="fr-FR" b="0" dirty="0" smtClean="0"/>
              <a:t> of the stars
	9-  TU AS QUITTÉ LE CIEL POUR MOI </a:t>
            </a:r>
          </a:p>
          <a:p>
            <a:r>
              <a:rPr lang="fr-FR" b="0" dirty="0" smtClean="0"/>
              <a:t>	You </a:t>
            </a:r>
            <a:r>
              <a:rPr lang="fr-FR" b="0" dirty="0" err="1" smtClean="0"/>
              <a:t>traded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 (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me)</a:t>
            </a:r>
          </a:p>
          <a:p>
            <a:r>
              <a:rPr lang="fr-FR" b="0" dirty="0" smtClean="0"/>
              <a:t>
	10-  SOUTIEN DE MON ÂME TU DIS QUE JE SUIS À TOI </a:t>
            </a:r>
          </a:p>
          <a:p>
            <a:r>
              <a:rPr lang="fr-FR" b="0" dirty="0" smtClean="0"/>
              <a:t>	Lifter of </a:t>
            </a:r>
            <a:r>
              <a:rPr lang="fr-FR" b="0" dirty="0" err="1" smtClean="0"/>
              <a:t>my</a:t>
            </a:r>
            <a:r>
              <a:rPr lang="fr-FR" b="0" dirty="0" smtClean="0"/>
              <a:t> soul You call me as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own</a:t>
            </a:r>
            <a:r>
              <a:rPr lang="fr-FR" b="0" dirty="0" smtClean="0"/>
              <a:t>
	11-  NON RIEN N’ÉGALE  TON AMOUR POUR MOI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Nothing</a:t>
            </a:r>
            <a:r>
              <a:rPr lang="fr-FR" b="0" dirty="0" smtClean="0"/>
              <a:t> compares to how You love me (Compares to how You love me)
	12-  GARDIEN DE MON CŒUR  (Mon cœur, mon cœur)  x2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(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,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)</a:t>
            </a:r>
          </a:p>
          <a:p>
            <a:r>
              <a:rPr lang="fr-FR" b="0" dirty="0" smtClean="0"/>
              <a:t>
13-  MAINTENANT JE VOIS AVEC TANT DE CLARTÉ </a:t>
            </a:r>
          </a:p>
          <a:p>
            <a:r>
              <a:rPr lang="fr-FR" b="0" dirty="0" err="1" smtClean="0"/>
              <a:t>Now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seein</a:t>
            </a:r>
            <a:r>
              <a:rPr lang="fr-FR" b="0" dirty="0" smtClean="0"/>
              <a:t>‘ </a:t>
            </a:r>
            <a:r>
              <a:rPr lang="fr-FR" b="0" dirty="0" err="1" smtClean="0"/>
              <a:t>With</a:t>
            </a:r>
            <a:r>
              <a:rPr lang="fr-FR" b="0" dirty="0" smtClean="0"/>
              <a:t> </a:t>
            </a:r>
            <a:r>
              <a:rPr lang="fr-FR" b="0" dirty="0" err="1" smtClean="0"/>
              <a:t>eyes</a:t>
            </a:r>
            <a:r>
              <a:rPr lang="fr-FR" b="0" dirty="0" smtClean="0"/>
              <a:t> full of </a:t>
            </a:r>
            <a:r>
              <a:rPr lang="fr-FR" b="0" dirty="0" err="1" smtClean="0"/>
              <a:t>clarity</a:t>
            </a:r>
            <a:r>
              <a:rPr lang="fr-FR" b="0" dirty="0" smtClean="0"/>
              <a:t>
14-  JE VIS POUR PLUS QUE CE QUI EST DEVANT MOI </a:t>
            </a:r>
          </a:p>
          <a:p>
            <a:r>
              <a:rPr lang="fr-FR" b="0" dirty="0" smtClean="0"/>
              <a:t>Living for more </a:t>
            </a:r>
            <a:r>
              <a:rPr lang="fr-FR" b="0" dirty="0" err="1" smtClean="0"/>
              <a:t>Than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</a:t>
            </a:r>
            <a:r>
              <a:rPr lang="fr-FR" b="0" dirty="0" err="1" smtClean="0"/>
              <a:t>what's</a:t>
            </a:r>
            <a:r>
              <a:rPr lang="fr-FR" b="0" dirty="0" smtClean="0"/>
              <a:t> in front of me
15-  ET ENCORE TU PARAIS JE TE DONNE TOUT CE QUE J’AI </a:t>
            </a:r>
          </a:p>
          <a:p>
            <a:r>
              <a:rPr lang="fr-FR" b="0" dirty="0" err="1" smtClean="0"/>
              <a:t>Here</a:t>
            </a:r>
            <a:r>
              <a:rPr lang="fr-FR" b="0" dirty="0" smtClean="0"/>
              <a:t> </a:t>
            </a:r>
            <a:r>
              <a:rPr lang="fr-FR" b="0" dirty="0" err="1" smtClean="0"/>
              <a:t>we</a:t>
            </a:r>
            <a:r>
              <a:rPr lang="fr-FR" b="0" dirty="0" smtClean="0"/>
              <a:t> go </a:t>
            </a:r>
            <a:r>
              <a:rPr lang="fr-FR" b="0" dirty="0" err="1" smtClean="0"/>
              <a:t>again</a:t>
            </a:r>
            <a:r>
              <a:rPr lang="fr-FR" b="0" dirty="0" smtClean="0"/>
              <a:t> I </a:t>
            </a:r>
            <a:r>
              <a:rPr lang="fr-FR" b="0" dirty="0" err="1" smtClean="0"/>
              <a:t>give</a:t>
            </a:r>
            <a:r>
              <a:rPr lang="fr-FR" b="0" dirty="0" smtClean="0"/>
              <a:t> You </a:t>
            </a:r>
            <a:r>
              <a:rPr lang="fr-FR" b="0" dirty="0" err="1" smtClean="0"/>
              <a:t>everything</a:t>
            </a:r>
            <a:r>
              <a:rPr lang="fr-FR" b="0" dirty="0" smtClean="0"/>
              <a:t> I </a:t>
            </a:r>
            <a:r>
              <a:rPr lang="fr-FR" b="0" dirty="0" err="1" smtClean="0"/>
              <a:t>am</a:t>
            </a:r>
            <a:r>
              <a:rPr lang="fr-FR" b="0" dirty="0" smtClean="0"/>
              <a:t>
16-  C’EST LÀ QUE JE ME SOUMETS (C’est là que je me soumets)</a:t>
            </a:r>
          </a:p>
          <a:p>
            <a:r>
              <a:rPr lang="fr-FR" b="0" dirty="0" smtClean="0"/>
              <a:t>This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where</a:t>
            </a:r>
            <a:r>
              <a:rPr lang="fr-FR" b="0" dirty="0" smtClean="0"/>
              <a:t> I let go (This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where</a:t>
            </a:r>
            <a:r>
              <a:rPr lang="fr-FR" b="0" dirty="0" smtClean="0"/>
              <a:t> I let go)</a:t>
            </a:r>
          </a:p>
          <a:p>
            <a:endParaRPr lang="fr-FR" b="0" dirty="0" smtClean="0"/>
          </a:p>
          <a:p>
            <a:r>
              <a:rPr lang="fr-FR" b="0" dirty="0" smtClean="0"/>
              <a:t>	Refrain:</a:t>
            </a:r>
          </a:p>
          <a:p>
            <a:endParaRPr lang="fr-FR" b="0" dirty="0" smtClean="0"/>
          </a:p>
          <a:p>
            <a:r>
              <a:rPr lang="fr-FR" b="0" dirty="0" smtClean="0"/>
              <a:t>17-  GARDIEN DE MON CŒUR PÈRE DE TOUTE ÉTOILE</a:t>
            </a:r>
          </a:p>
          <a:p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 </a:t>
            </a:r>
            <a:r>
              <a:rPr lang="fr-FR" b="0" dirty="0" err="1" smtClean="0"/>
              <a:t>Father</a:t>
            </a:r>
            <a:r>
              <a:rPr lang="fr-FR" b="0" dirty="0" smtClean="0"/>
              <a:t> of the stars
18-  ENCORE TU PARAIS, PRENDS TOUS  LES PLANS QUE J’AI FAITS </a:t>
            </a:r>
          </a:p>
          <a:p>
            <a:r>
              <a:rPr lang="fr-FR" b="0" dirty="0" smtClean="0"/>
              <a:t>You </a:t>
            </a:r>
            <a:r>
              <a:rPr lang="fr-FR" b="0" dirty="0" err="1" smtClean="0"/>
              <a:t>traded</a:t>
            </a:r>
            <a:r>
              <a:rPr lang="fr-FR" b="0" dirty="0" smtClean="0"/>
              <a:t>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 (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just</a:t>
            </a:r>
            <a:r>
              <a:rPr lang="fr-FR" b="0" dirty="0" smtClean="0"/>
              <a:t> to </a:t>
            </a:r>
            <a:r>
              <a:rPr lang="fr-FR" b="0" dirty="0" err="1" smtClean="0"/>
              <a:t>hold</a:t>
            </a:r>
            <a:r>
              <a:rPr lang="fr-FR" b="0" dirty="0" smtClean="0"/>
              <a:t> me)
19-  GARDIEN DE MON CŒUR</a:t>
            </a:r>
          </a:p>
          <a:p>
            <a:r>
              <a:rPr lang="fr-FR" b="0" dirty="0" smtClean="0"/>
              <a:t>Lifter of </a:t>
            </a:r>
            <a:r>
              <a:rPr lang="fr-FR" b="0" dirty="0" err="1" smtClean="0"/>
              <a:t>my</a:t>
            </a:r>
            <a:r>
              <a:rPr lang="fr-FR" b="0" dirty="0" smtClean="0"/>
              <a:t> soul
20-  ENCORE TU PARAIS  POUR ME LES ARRACHER </a:t>
            </a:r>
          </a:p>
          <a:p>
            <a:r>
              <a:rPr lang="fr-FR" b="0" dirty="0" smtClean="0"/>
              <a:t>You call me as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own</a:t>
            </a:r>
            <a:r>
              <a:rPr lang="fr-FR" b="0" dirty="0" smtClean="0"/>
              <a:t> </a:t>
            </a:r>
            <a:r>
              <a:rPr lang="fr-FR" b="0" dirty="0" err="1" smtClean="0"/>
              <a:t>Nothing</a:t>
            </a:r>
            <a:r>
              <a:rPr lang="fr-FR" b="0" dirty="0" smtClean="0"/>
              <a:t> compares to how You love me
21-  GARDIEN DE MON CŒUR </a:t>
            </a:r>
          </a:p>
          <a:p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
22-  ENCORE TU PARAIS, PRENDS TOUS  LES PLANS QUE J’AI FAITS </a:t>
            </a:r>
          </a:p>
          <a:p>
            <a:r>
              <a:rPr lang="fr-FR" b="0" dirty="0" smtClean="0"/>
              <a:t>(There You go </a:t>
            </a:r>
            <a:r>
              <a:rPr lang="fr-FR" b="0" dirty="0" err="1" smtClean="0"/>
              <a:t>again</a:t>
            </a:r>
            <a:r>
              <a:rPr lang="fr-FR" b="0" dirty="0" smtClean="0"/>
              <a:t>, </a:t>
            </a:r>
            <a:r>
              <a:rPr lang="fr-FR" b="0" dirty="0" err="1" smtClean="0"/>
              <a:t>taking</a:t>
            </a:r>
            <a:r>
              <a:rPr lang="fr-FR" b="0" dirty="0" smtClean="0"/>
              <a:t> </a:t>
            </a:r>
            <a:r>
              <a:rPr lang="fr-FR" b="0" dirty="0" err="1" smtClean="0"/>
              <a:t>everything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planned</a:t>
            </a:r>
            <a:r>
              <a:rPr lang="fr-FR" b="0" dirty="0" smtClean="0"/>
              <a:t>)
23-  GARDIEN DE MON CŒUR </a:t>
            </a:r>
          </a:p>
          <a:p>
            <a:r>
              <a:rPr lang="fr-FR" b="0" dirty="0" err="1" smtClean="0"/>
              <a:t>Keeper</a:t>
            </a:r>
            <a:r>
              <a:rPr lang="fr-FR" b="0" dirty="0" smtClean="0"/>
              <a:t>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
24-  ENCORE TU PARAIS POUR M’APPRENDRE À LES LAISSER </a:t>
            </a:r>
          </a:p>
          <a:p>
            <a:r>
              <a:rPr lang="fr-FR" b="0" dirty="0" smtClean="0"/>
              <a:t>(There You go </a:t>
            </a:r>
            <a:r>
              <a:rPr lang="fr-FR" b="0" dirty="0" err="1" smtClean="0"/>
              <a:t>again</a:t>
            </a:r>
            <a:r>
              <a:rPr lang="fr-FR" b="0" dirty="0" smtClean="0"/>
              <a:t>, </a:t>
            </a:r>
            <a:r>
              <a:rPr lang="fr-FR" b="0" dirty="0" err="1" smtClean="0"/>
              <a:t>throwin</a:t>
            </a:r>
            <a:r>
              <a:rPr lang="fr-FR" b="0" dirty="0" smtClean="0"/>
              <a:t>' </a:t>
            </a:r>
            <a:r>
              <a:rPr lang="fr-FR" b="0" dirty="0" err="1" smtClean="0"/>
              <a:t>it</a:t>
            </a:r>
            <a:r>
              <a:rPr lang="fr-FR" b="0" dirty="0" smtClean="0"/>
              <a:t> out the </a:t>
            </a:r>
            <a:r>
              <a:rPr lang="fr-FR" b="0" dirty="0" err="1" smtClean="0"/>
              <a:t>window</a:t>
            </a:r>
            <a:r>
              <a:rPr lang="fr-FR" b="0" dirty="0" smtClean="0"/>
              <a:t>)</a:t>
            </a:r>
          </a:p>
          <a:p>
            <a:r>
              <a:rPr lang="fr-FR" b="0" dirty="0" smtClean="0"/>
              <a:t>
25-  TOUJOURS, TOUJOURS POUR MOI  x2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
26-  JE SAIS QUE TU ES </a:t>
            </a:r>
          </a:p>
          <a:p>
            <a:r>
              <a:rPr lang="fr-FR" b="0" dirty="0" smtClean="0"/>
              <a:t>I know </a:t>
            </a:r>
            <a:r>
              <a:rPr lang="fr-FR" b="0" dirty="0" err="1" smtClean="0"/>
              <a:t>that</a:t>
            </a:r>
            <a:r>
              <a:rPr lang="fr-FR" b="0" dirty="0" smtClean="0"/>
              <a:t> You are</a:t>
            </a:r>
          </a:p>
          <a:p>
            <a:r>
              <a:rPr lang="fr-FR" b="0" dirty="0" smtClean="0"/>
              <a:t>
27-  TOUJOURS, TOUJOURS POUR MOI QUAND JE SUIS À MON PIRE 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worst</a:t>
            </a:r>
            <a:r>
              <a:rPr lang="fr-FR" b="0" dirty="0" smtClean="0"/>
              <a:t>
28-  TOUJOURS, TOUJOURS POUR MOI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
29-  QUAND JE SUIS À MON PIRE  OU À MON MEILLEUR  </a:t>
            </a:r>
          </a:p>
          <a:p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worst</a:t>
            </a:r>
            <a:r>
              <a:rPr lang="fr-FR" b="0" dirty="0" smtClean="0"/>
              <a:t>, yeah,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I'm</a:t>
            </a:r>
            <a:r>
              <a:rPr lang="fr-FR" b="0" dirty="0" smtClean="0"/>
              <a:t>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best
30-  TOUJOURS, TOUJOURS POUR MOI À MON MEILLEUR, JE SAIS QUE TU ES 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 </a:t>
            </a:r>
            <a:r>
              <a:rPr lang="fr-FR" b="0" dirty="0" err="1" smtClean="0"/>
              <a:t>At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best I know </a:t>
            </a:r>
            <a:r>
              <a:rPr lang="fr-FR" b="0" dirty="0" err="1" smtClean="0"/>
              <a:t>that</a:t>
            </a:r>
            <a:r>
              <a:rPr lang="fr-FR" b="0" dirty="0" smtClean="0"/>
              <a:t> You are
31-  TOUJOURS, TOUJOURS POUR MOI QUAND JE N’AI PLUS RIEN D’AUTRE  </a:t>
            </a:r>
          </a:p>
          <a:p>
            <a:r>
              <a:rPr lang="fr-FR" b="0" dirty="0" err="1" smtClean="0"/>
              <a:t>Always</a:t>
            </a:r>
            <a:r>
              <a:rPr lang="fr-FR" b="0" dirty="0" smtClean="0"/>
              <a:t>, </a:t>
            </a:r>
            <a:r>
              <a:rPr lang="fr-FR" b="0" dirty="0" err="1" smtClean="0"/>
              <a:t>always</a:t>
            </a:r>
            <a:r>
              <a:rPr lang="fr-FR" b="0" dirty="0" smtClean="0"/>
              <a:t> for me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I've</a:t>
            </a:r>
            <a:r>
              <a:rPr lang="fr-FR" b="0" dirty="0" smtClean="0"/>
              <a:t> </a:t>
            </a:r>
            <a:r>
              <a:rPr lang="fr-FR" b="0" dirty="0" err="1" smtClean="0"/>
              <a:t>got</a:t>
            </a:r>
            <a:r>
              <a:rPr lang="fr-FR" b="0" dirty="0" smtClean="0"/>
              <a:t> </a:t>
            </a:r>
            <a:r>
              <a:rPr lang="fr-FR" b="0" dirty="0" err="1" smtClean="0"/>
              <a:t>nothing</a:t>
            </a:r>
            <a:r>
              <a:rPr lang="fr-FR" b="0" dirty="0" smtClean="0"/>
              <a:t> </a:t>
            </a:r>
            <a:r>
              <a:rPr lang="fr-FR" b="0" dirty="0" err="1" smtClean="0"/>
              <a:t>left</a:t>
            </a:r>
            <a:endParaRPr lang="fr-FR" b="0" dirty="0" smtClean="0"/>
          </a:p>
          <a:p>
            <a:r>
              <a:rPr lang="fr-FR" b="0" dirty="0" smtClean="0"/>
              <a:t> </a:t>
            </a:r>
          </a:p>
          <a:p>
            <a:r>
              <a:rPr lang="fr-FR" b="0" dirty="0" smtClean="0"/>
              <a:t>	Refrain: x2</a:t>
            </a: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 DEMANDAIS QU’A DONC L’AVENIR POUR MOI ? </a:t>
            </a:r>
          </a:p>
          <a:p>
            <a:r>
              <a:rPr lang="fr-FR" smtClean="0"/>
              <a:t>I've been wonderin‘ What does the future hold?
2-  COMME SI JE POUVAIS CONTRÔLER QUOI QUE CE SOIT </a:t>
            </a:r>
          </a:p>
          <a:p>
            <a:r>
              <a:rPr lang="fr-FR" smtClean="0"/>
              <a:t>Somehow thinkin‘ I'm the one in control
3-  MAIS SOUDAIN TU PARAIS PRENDS TOUS LES PLANS QUE J’AI FAITS </a:t>
            </a:r>
          </a:p>
          <a:p>
            <a:r>
              <a:rPr lang="fr-FR" smtClean="0"/>
              <a:t>But there You go again Taking everything I've planned
4-  POUR ME LES ARRACHER M’APPRENDRE À LES LAISSER </a:t>
            </a:r>
          </a:p>
          <a:p>
            <a:r>
              <a:rPr lang="fr-FR" smtClean="0"/>
              <a:t>Throwin' it out the window Showin' me how to let go
5-  TON PLAN EST PLUS PARFAIT  QUE LE MIEN </a:t>
            </a:r>
          </a:p>
          <a:p>
            <a:r>
              <a:rPr lang="fr-FR" smtClean="0"/>
              <a:t>What You have for me is best
6-  TU NE ME DONNERAS JAMAIS MOINS   </a:t>
            </a:r>
          </a:p>
          <a:p>
            <a:r>
              <a:rPr lang="fr-FR" smtClean="0"/>
              <a:t>You will never give me less
7-  J’APPRENDS À TOUT DÉLAISSER  EH EH EH  
I'm learning how to let go, oh, oh, oh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8-  GARDIEN DE MON CŒUR PÈRE DE TOUTE ÉTOILE </a:t>
            </a:r>
          </a:p>
          <a:p>
            <a:r>
              <a:rPr lang="fr-FR" smtClean="0"/>
              <a:t>	Keeper of my heart Father of the stars
	9-  TU AS QUITTÉ LE CIEL POUR MOI </a:t>
            </a:r>
          </a:p>
          <a:p>
            <a:r>
              <a:rPr lang="fr-FR" smtClean="0"/>
              <a:t>	You traded heaven just to hold me (Heaven just to hold me)</a:t>
            </a:r>
          </a:p>
          <a:p>
            <a:r>
              <a:rPr lang="fr-FR" smtClean="0"/>
              <a:t>
	10-  SOUTIEN DE MON ÂME TU DIS QUE JE SUIS À TOI </a:t>
            </a:r>
          </a:p>
          <a:p>
            <a:r>
              <a:rPr lang="fr-FR" smtClean="0"/>
              <a:t>	Lifter of my soul You call me as Your own
	11-  NON RIEN N’ÉGALE  TON AMOUR POUR MOI</a:t>
            </a:r>
          </a:p>
          <a:p>
            <a:r>
              <a:rPr lang="fr-FR" smtClean="0"/>
              <a:t>	Nothing compares to how You love me (Compares to how You love me)
	12-  GARDIEN DE MON CŒUR  (Mon cœur, mon cœur)  x2</a:t>
            </a:r>
          </a:p>
          <a:p>
            <a:r>
              <a:rPr lang="fr-FR" smtClean="0"/>
              <a:t>	Keeper of my heart (My heart, my heart)</a:t>
            </a:r>
          </a:p>
          <a:p>
            <a:r>
              <a:rPr lang="fr-FR" smtClean="0"/>
              <a:t>
13-  MAINTENANT JE VOIS AVEC TANT DE CLARTÉ </a:t>
            </a:r>
          </a:p>
          <a:p>
            <a:r>
              <a:rPr lang="fr-FR" smtClean="0"/>
              <a:t>Now I'm seein‘ With eyes full of clarity
14-  JE VIS POUR PLUS QUE CE QUI EST DEVANT MOI </a:t>
            </a:r>
          </a:p>
          <a:p>
            <a:r>
              <a:rPr lang="fr-FR" smtClean="0"/>
              <a:t>Living for more Than just what's in front of me
15-  ET ENCORE TU PARAIS JE TE DONNE TOUT CE QUE J’AI </a:t>
            </a:r>
          </a:p>
          <a:p>
            <a:r>
              <a:rPr lang="fr-FR" smtClean="0"/>
              <a:t>Here we go again I give You everything I am
16-  C’EST LÀ QUE JE ME SOUMETS (C’est là que je me soumets)</a:t>
            </a:r>
          </a:p>
          <a:p>
            <a:r>
              <a:rPr lang="fr-FR" smtClean="0"/>
              <a:t>This is where I let go (This is where I let go)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17-  GARDIEN DE MON CŒUR PÈRE DE TOUTE ÉTOILE</a:t>
            </a:r>
          </a:p>
          <a:p>
            <a:r>
              <a:rPr lang="fr-FR" smtClean="0"/>
              <a:t>Keeper of my heart Father of the stars
18-  ENCORE TU PARAIS, PRENDS TOUS  LES PLANS QUE J’AI FAITS </a:t>
            </a:r>
          </a:p>
          <a:p>
            <a:r>
              <a:rPr lang="fr-FR" smtClean="0"/>
              <a:t>You traded heaven just to hold me (Heaven just to hold me)
19-  GARDIEN DE MON CŒUR</a:t>
            </a:r>
          </a:p>
          <a:p>
            <a:r>
              <a:rPr lang="fr-FR" smtClean="0"/>
              <a:t>Lifter of my soul
20-  ENCORE TU PARAIS  POUR ME LES ARRACHER </a:t>
            </a:r>
          </a:p>
          <a:p>
            <a:r>
              <a:rPr lang="fr-FR" smtClean="0"/>
              <a:t>You call me as Your own Nothing compares to how You love me
21-  GARDIEN DE MON CŒUR </a:t>
            </a:r>
          </a:p>
          <a:p>
            <a:r>
              <a:rPr lang="fr-FR" smtClean="0"/>
              <a:t>Keeper of my heart
22-  ENCORE TU PARAIS, PRENDS TOUS  LES PLANS QUE J’AI FAITS </a:t>
            </a:r>
          </a:p>
          <a:p>
            <a:r>
              <a:rPr lang="fr-FR" smtClean="0"/>
              <a:t>(There You go again, taking everything I've planned)
23-  GARDIEN DE MON CŒUR </a:t>
            </a:r>
          </a:p>
          <a:p>
            <a:r>
              <a:rPr lang="fr-FR" smtClean="0"/>
              <a:t>Keeper of my heart
24-  ENCORE TU PARAIS POUR M’APPRENDRE À LES LAISSER </a:t>
            </a:r>
          </a:p>
          <a:p>
            <a:r>
              <a:rPr lang="fr-FR" smtClean="0"/>
              <a:t>(There You go again, throwin' it out the window)</a:t>
            </a:r>
          </a:p>
          <a:p>
            <a:r>
              <a:rPr lang="fr-FR" smtClean="0"/>
              <a:t>
25-  TOUJOURS, TOUJOURS POUR MOI  x2</a:t>
            </a:r>
          </a:p>
          <a:p>
            <a:r>
              <a:rPr lang="fr-FR" smtClean="0"/>
              <a:t>Always, always for me
26-  JE SAIS QUE TU ES </a:t>
            </a:r>
          </a:p>
          <a:p>
            <a:r>
              <a:rPr lang="fr-FR" smtClean="0"/>
              <a:t>I know that You are</a:t>
            </a:r>
          </a:p>
          <a:p>
            <a:r>
              <a:rPr lang="fr-FR" smtClean="0"/>
              <a:t>
27-  TOUJOURS, TOUJOURS POUR MOI QUAND JE SUIS À MON PIRE  </a:t>
            </a:r>
          </a:p>
          <a:p>
            <a:r>
              <a:rPr lang="fr-FR" smtClean="0"/>
              <a:t>Always, always for me When I'm at my worst
28-  TOUJOURS, TOUJOURS POUR MOI </a:t>
            </a:r>
          </a:p>
          <a:p>
            <a:r>
              <a:rPr lang="fr-FR" smtClean="0"/>
              <a:t>Always, always for me
29-  QUAND JE SUIS À MON PIRE  OU À MON MEILLEUR  </a:t>
            </a:r>
          </a:p>
          <a:p>
            <a:r>
              <a:rPr lang="fr-FR" smtClean="0"/>
              <a:t>When I'm at my worst, yeah, when I'm at my best
30-  TOUJOURS, TOUJOURS POUR MOI À MON MEILLEUR, JE SAIS QUE TU ES  </a:t>
            </a:r>
          </a:p>
          <a:p>
            <a:r>
              <a:rPr lang="fr-FR" smtClean="0"/>
              <a:t>Always, always for me At my best I know that You are
31-  TOUJOURS, TOUJOURS POUR MOI QUAND JE N’AI PLUS RIEN D’AUTRE  </a:t>
            </a:r>
          </a:p>
          <a:p>
            <a:r>
              <a:rPr lang="fr-FR" smtClean="0"/>
              <a:t>Always, always for me When I've got nothing left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	Refrain: x2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DEMANDAIS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QU’A DONC L’AVENIR POUR MOI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SI JE POUVAIS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CONTRÔLER QUOI QUE CE SOIT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SOUDAIN TU PARAIS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PRENDS TOUS LES PLANS QUE J’AI FAITS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ME LES ARRACHER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M’APPRENDRE À LES LAISSER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PLAN EST PLUS PARFAIT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MIEN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NE ME DONNERAS JAMAIS MOINS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J’APPRENDS À TOUT DÉLAISSER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EH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GARDIEN DE MON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PÈRE DE TOUTE ÉTOILE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QUITTÉ LE CIEL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SOUTIEN DE MON ÂME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DIS QUE JE SUIS À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NON RIEN N’ÉGALE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GARDIEN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 JE VOIS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TANT DE CLARTÉ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VIS POUR PLUS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CE QUI EST DEVANT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ENCORE TU PARAIS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DONNE TOUT CE QUE J’AI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LÀ QUE JE ME SOUMETS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GARDIEN DE MON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PÈRE DE TOUTE ÉTOILE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ENCORE TU PARAIS, PRENDS TOUS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PLANS QUE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GARDIEN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ENCORE TU PARAIS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ME LES ARRACHER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GARDIEN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ENCORE TU PARAIS, PRENDS TOUS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PLANS QUE J’AI FAITS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GARDIEN DE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ENCORE TU PARAIS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M’APPRENDRE À LES LAISSER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TOUJOURS, TOUJOURS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TU ES</a:t>
            </a: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TOUJOURS, TOUJOURS POUR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SUIS À MON PIRE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TOUJOURS, TOUJOURS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SUIS À MON PIRE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À MON MEILLEUR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TOUJOURS, TOUJOURS POUR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MON MEILLEUR, JE SAIS QUE TU ES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TOUJOURS, TOUJOURS POUR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N’AI PLUS RIEN D’AUTRE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</TotalTime>
  <Words>784</Words>
  <Application>Microsoft Office PowerPoint</Application>
  <PresentationFormat>Affichage à l'écran (4:3)</PresentationFormat>
  <Paragraphs>2780</Paragraphs>
  <Slides>31</Slides>
  <Notes>31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2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178</cp:revision>
  <dcterms:created xsi:type="dcterms:W3CDTF">2002-08-17T10:50:50Z</dcterms:created>
  <dcterms:modified xsi:type="dcterms:W3CDTF">2019-09-29T10:39:08Z</dcterms:modified>
</cp:coreProperties>
</file>