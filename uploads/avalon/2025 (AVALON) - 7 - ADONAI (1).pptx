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29" r:id="rId23"/>
    <p:sldId id="330" r:id="rId24"/>
    <p:sldId id="331" r:id="rId25"/>
    <p:sldId id="327" r:id="rId26"/>
    <p:sldId id="328" r:id="rId27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17" autoAdjust="0"/>
    <p:restoredTop sz="42192" autoAdjust="0"/>
  </p:normalViewPr>
  <p:slideViewPr>
    <p:cSldViewPr>
      <p:cViewPr varScale="1">
        <p:scale>
          <a:sx n="37" d="100"/>
          <a:sy n="37" d="100"/>
        </p:scale>
        <p:origin x="636" y="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11/05/2025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45233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adonaï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
14- YOU ARE THE MAKER OF EACH MOMENT [ auteur de chaque instant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coeur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tout tremblant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reign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Majesty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ET EN MOI  CES MIRACLES TU AS FAITS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miracles in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23-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25-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827481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356532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282699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adonaï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
14- YOU ARE THE MAKER OF EACH MOMENT [ auteur de chaque instant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coeur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tout tremblant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reign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Majesty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ET EN MOI  CES MIRACLES TU AS FAITS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miracles in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23-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25-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437625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780357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616367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633381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321609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7930096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adonaï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
14- YOU ARE THE MAKER OF EACH MOMENT [ auteur de chaque instant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coeur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tout tremblant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reign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Majesty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ET EN MOI  CES MIRACLES TU AS FAITS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miracles in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23-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25-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412993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11325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079824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adonaï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
14- YOU ARE THE MAKER OF EACH MOMENT [ auteur de chaque instant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coeur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tout tremblant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reign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Majesty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ET EN MOI  CES MIRACLES TU AS FAITS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miracles in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23-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25-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4199383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435001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0880187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7267239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8740214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7153434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[adonaï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my adonai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coeur tout tremblant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17-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18-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19-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age to age you reign in Majesty
21-  ET EN MOI  CES MIRACLES TU AS FAITS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today You're making miracles in 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Adonai, I lift up my heart and I cry
23- 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Adonai
24-  AUTEUR DE CHAQUE INSTANT PÈRE MA LIBERTÉ, MON ESPOIR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each moment, Father of my hope and freedom
25-  OH ! MON ADONAÏ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my Adonai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1394528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adonaï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
14- YOU ARE THE MAKER OF EACH MOMENT [ auteur de chaque instant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coeur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tout tremblant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reign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Majesty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ET EN MOI  CES MIRACLES TU AS FAITS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miracles in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23-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25-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8445559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adonaï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
14- YOU ARE THE MAKER OF EACH MOMENT [ auteur de chaque instant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coeur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tout tremblant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reign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Majesty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ET EN MOI  CES MIRACLES TU AS FAITS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miracles in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23-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25-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25062864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adonaï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
14- YOU ARE THE MAKER OF EACH MOMENT [ auteur de chaque instant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coeur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tout tremblant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SEASTU APPELLES À TRAVERS LES MONTAGNES ET LES MERS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reign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Majesty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ET EN MOI  CES MIRACLES TU AS FAITS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miracles in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23-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25-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7141097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adonaï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
14- YOU ARE THE MAKER OF EACH MOMENT [ auteur de chaque instant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coeur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tout tremblant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SEAS TU 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APPELLES À TRAVERS LES MONTAGNES ET LES MERS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reign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Majesty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ET EN MOI  CES MIRACLES TU AS FAITS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miracles in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23-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25-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867411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ONE SINGLE DROP OF RAIN  [ une seule goutte de pluie ]
2- YOUR SALTY TEAR [ d’une seule de tes larmes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BECAME BLUE OCEAN [ tu crées un océan ]
4- ONE TINY GRAIN OF SAND [ et un seul grain de sable ]
5- TURNING IN YOUR HAND  [ entre tes mains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A WORLD IN MOTION [ devient un monde en mouvement ]
7- YOU'RE OUT BEYOND [ tu es plus loin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THE FURTHEST MORNING STAR [ que les plus lointaines étoiles ]
9- CLOSE ENOUGH TO HOLD ME [ mais assez près pour me tenir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IN YOUR ARMS  [ dans tes bras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ADONAI [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adonaï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I LIFT UP MY HEART AND I CRY [ je lève mes mains  et je pleure ] 
13- MON ADONAÏ [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
14- YOU ARE THE MAKER OF EACH MOMENT [ auteur de chaque instant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FATHER OF MY HOPE AND FREEDOM  [ père ma liberté, mon espoir ]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OH ! MON ADONAÏ [oh,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ONE TIMID FAITHFUL KNOCK [ un timide battement résonne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RESOUNDS UPON THE ROCK OF AGES [ sur le rocher des âges ]
19- ONE TREMBLING HEART AND SOUL [ et un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coeur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tout tremblant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BECOMES A SERVANT [ devient un serviteur 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BOLD AND COURAGEOUS [ rempli de courage ]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22-  YOU CALL ACROSS THE MOUNTAINS AND THE 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SEAS TU 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APPELLES À TRAVERS LES MONTAGNES ET LES MERS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I ANSWER FROM THE DEEPEST PART OF ME JE TE RÉPONDS DU PLUS PROFOND DE MOI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20-  OH ! D’ÂGE EN ÂGE  TU RÈGNES EN MAJESTÉ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reign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Majesty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ET EN MOI  CES MIRACLES TU AS FAITS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miracles in 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ADONAÏ, JE LÈVE MES MAINS  ET JE PLEURE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lift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23-  MON ADONAÏ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24-  AUTEUR DE CHAQUE INSTANT PÈRE MA LIBERTÉ, MON ESPOIR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the Maker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25-  OH ! MON ADONAÏ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Adonai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ONE SINGLE DROP OF RAIN  [ une seule goutte de pluie ]
2- YOUR SALTY TEAR [ d’une seule de tes larmes ]</a:t>
            </a:r>
          </a:p>
          <a:p>
            <a:r>
              <a:rPr lang="fr-FR" smtClean="0"/>
              <a:t>3- BECAME BLUE OCEAN [ tu crées un océan ]
4- ONE TINY GRAIN OF SAND [ et un seul grain de sable ]
5- TURNING IN YOUR HAND  [ entre tes mains ]</a:t>
            </a:r>
          </a:p>
          <a:p>
            <a:r>
              <a:rPr lang="fr-FR" smtClean="0"/>
              <a:t>6- A WORLD IN MOTION [ devient un monde en mouvement ]
7- YOU'RE OUT BEYOND [ tu es plus loin ]</a:t>
            </a:r>
          </a:p>
          <a:p>
            <a:r>
              <a:rPr lang="fr-FR" smtClean="0"/>
              <a:t>8- THE FURTHEST MORNING STAR [ que les plus lointaines étoiles ]
9- CLOSE ENOUGH TO HOLD ME [ mais assez près pour me tenir ]</a:t>
            </a:r>
          </a:p>
          <a:p>
            <a:r>
              <a:rPr lang="fr-FR" smtClean="0"/>
              <a:t>10- IN YOUR ARMS  [ dans tes bras ]</a:t>
            </a:r>
          </a:p>
          <a:p>
            <a:endParaRPr lang="fr-FR" smtClean="0"/>
          </a:p>
          <a:p>
            <a:r>
              <a:rPr lang="fr-FR" smtClean="0"/>
              <a:t>
11- ADONAI [adonaï ]</a:t>
            </a:r>
          </a:p>
          <a:p>
            <a:r>
              <a:rPr lang="fr-FR" smtClean="0"/>
              <a:t>12- I LIFT UP MY HEART AND I CRY [ je lève mes mains  et je pleure ] 
13- MON ADONAÏ [ my adonai ]
14- YOU ARE THE MAKER OF EACH MOMENT [ auteur de chaque instant ]</a:t>
            </a:r>
          </a:p>
          <a:p>
            <a:r>
              <a:rPr lang="fr-FR" smtClean="0"/>
              <a:t>15- FATHER OF MY HOPE AND FREEDOM  [ père ma liberté, mon espoir ] </a:t>
            </a:r>
          </a:p>
          <a:p>
            <a:r>
              <a:rPr lang="fr-FR" smtClean="0"/>
              <a:t>
16-  OH ! MON ADONAÏ [oh, my adonai ]</a:t>
            </a:r>
          </a:p>
          <a:p>
            <a:endParaRPr lang="fr-FR" smtClean="0"/>
          </a:p>
          <a:p>
            <a:r>
              <a:rPr lang="fr-FR" smtClean="0"/>
              <a:t>
17- ONE TIMID FAITHFUL KNOCK [ un timide battement résonne ]</a:t>
            </a:r>
          </a:p>
          <a:p>
            <a:r>
              <a:rPr lang="fr-FR" smtClean="0"/>
              <a:t>18- RESOUNDS UPON THE ROCK OF AGES [ sur le rocher des âges ]
19- ONE TREMBLING HEART AND SOUL [ et un coeur tout tremblant ]</a:t>
            </a:r>
          </a:p>
          <a:p>
            <a:r>
              <a:rPr lang="fr-FR" smtClean="0"/>
              <a:t>20- BECOMES A SERVANT [ devient un serviteur ]</a:t>
            </a:r>
          </a:p>
          <a:p>
            <a:r>
              <a:rPr lang="fr-FR" smtClean="0"/>
              <a:t>21- BOLD AND COURAGEOUS [ rempli de courage ]</a:t>
            </a:r>
          </a:p>
          <a:p>
            <a:endParaRPr lang="fr-FR" smtClean="0"/>
          </a:p>
          <a:p>
            <a:r>
              <a:rPr lang="fr-FR" smtClean="0"/>
              <a:t>22-  YOU CALL ACROSS THE MOUNTAINS AND THE SEASTU APPELLES À TRAVERS LES MONTAGNES ET LES MERS </a:t>
            </a:r>
          </a:p>
          <a:p>
            <a:r>
              <a:rPr lang="fr-FR" smtClean="0"/>
              <a:t>23- I ANSWER FROM THE DEEPEST PART OF ME JE TE RÉPONDS DU PLUS PROFOND DE MOI </a:t>
            </a:r>
          </a:p>
          <a:p>
            <a:r>
              <a:rPr lang="fr-FR" smtClean="0"/>
              <a:t>
16-  ADONAÏ, JE LÈVE MES MAINS  ET JE PLEURE </a:t>
            </a:r>
          </a:p>
          <a:p>
            <a:r>
              <a:rPr lang="fr-FR" smtClean="0"/>
              <a:t>Adonai, I lift up my heart and I cry
17-  MON ADONAÏ </a:t>
            </a:r>
          </a:p>
          <a:p>
            <a:r>
              <a:rPr lang="fr-FR" smtClean="0"/>
              <a:t>My Adonai
18-  AUTEUR DE CHAQUE INSTANT PÈRE MA LIBERTÉ, MON ESPOIR </a:t>
            </a:r>
          </a:p>
          <a:p>
            <a:r>
              <a:rPr lang="fr-FR" smtClean="0"/>
              <a:t>You are the Maker of each moment, Father of my hope and freedom
19-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20-  OH ! D’ÂGE EN ÂGE  TU RÈGNES EN MAJESTÉ </a:t>
            </a:r>
          </a:p>
          <a:p>
            <a:r>
              <a:rPr lang="fr-FR" smtClean="0"/>
              <a:t>From age to age you reign in Majesty
21-  ET EN MOI  CES MIRACLES TU AS FAITS</a:t>
            </a:r>
          </a:p>
          <a:p>
            <a:r>
              <a:rPr lang="fr-FR" smtClean="0"/>
              <a:t>And today You're making miracles in me</a:t>
            </a:r>
          </a:p>
          <a:p>
            <a:r>
              <a:rPr lang="fr-FR" smtClean="0"/>
              <a:t>
22-  ADONAÏ, JE LÈVE MES MAINS  ET JE PLEURE </a:t>
            </a:r>
          </a:p>
          <a:p>
            <a:r>
              <a:rPr lang="fr-FR" smtClean="0"/>
              <a:t>Adonai, I lift up my heart and I cry
23-  MON ADONAÏ </a:t>
            </a:r>
          </a:p>
          <a:p>
            <a:r>
              <a:rPr lang="fr-FR" smtClean="0"/>
              <a:t>My Adonai
24-  AUTEUR DE CHAQUE INSTANT PÈRE MA LIBERTÉ, MON ESPOIR </a:t>
            </a:r>
          </a:p>
          <a:p>
            <a:r>
              <a:rPr lang="fr-FR" smtClean="0"/>
              <a:t>You are the Maker of each moment, Father of my hope and freedom
25-  OH ! MON ADONAÏ </a:t>
            </a:r>
          </a:p>
          <a:p>
            <a:r>
              <a:rPr lang="fr-FR" smtClean="0"/>
              <a:t>Oh, my Adonai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256621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ONE SINGLE DROP OF RAIN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une seule goutte de pluie ] 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YOUR SALTY TEAR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d’une seule de </a:t>
            </a: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larmes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809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BECAME BLUE OCEAN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crées un océan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453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ONE TINY GRAIN OF SAND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et un seul grain de sable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57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TURNING IN YOUR HAND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entre </a:t>
            </a:r>
            <a:r>
              <a:rPr lang="en-US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mains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995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 WORLD IN MOTION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devient un monde en mouvement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301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YOU'RE OUT BEYOND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 plus loin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916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FURTHEST MORNING STAR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que les plus lointaines étoiles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391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CLOSE ENOUGH TO HOLD 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mais assez près pour me tenir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353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 YOUR ARMS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dans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Tes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bras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879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ADONAI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[Adonaï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363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LIFT UP MY HEART AND I CRY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lève mes mains  et je pleure ] 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835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MON ADONAÏ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my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fr-FR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</a:t>
            </a:r>
            <a:r>
              <a:rPr lang="fr-FR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donai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615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THE MAKER OF EACH MOMENT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auteur de chaque instant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544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FATHER OF MY HOPE AND FREEDOM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père ma liberté mon espoir ] 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320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 ! MON ADONAÏ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oh my </a:t>
            </a:r>
            <a:r>
              <a:rPr lang="en-US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donai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780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ONE TIMID FAITHFUL KNOCK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un timide battement résonne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617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RESOUNDS UPON THE ROCK OF AGES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sur le rocher des âges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303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ONE TREMBLING HEART AND SOUL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et un coeur tout tremblant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99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BECOMES A SERVANT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devient un serviteur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843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BECOMES A SERVANT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devient un serviteur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739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BOLD AND COURAGEOUS </a:t>
            </a:r>
            <a:endParaRPr lang="fr-FR" sz="32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[rempli de courage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64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66664" y="5301208"/>
            <a:ext cx="12025336" cy="113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CALL ACROSS THE MOUNTAINS AND THE SEAS</a:t>
            </a:r>
            <a:endParaRPr lang="fr-FR" sz="32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appelles à travers les montagnes et les mers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556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66664" y="5301208"/>
            <a:ext cx="12025336" cy="113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ANSWER FROM THE DEEPEST PART OF ME </a:t>
            </a:r>
            <a:endParaRPr lang="fr-FR" sz="32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te réponds du plus profond de moi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81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1624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820009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1774</TotalTime>
  <Words>894</Words>
  <Application>Microsoft Office PowerPoint</Application>
  <PresentationFormat>Grand écran</PresentationFormat>
  <Paragraphs>1584</Paragraphs>
  <Slides>26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193</cp:revision>
  <dcterms:created xsi:type="dcterms:W3CDTF">2002-08-17T10:50:50Z</dcterms:created>
  <dcterms:modified xsi:type="dcterms:W3CDTF">2025-05-11T10:37:37Z</dcterms:modified>
</cp:coreProperties>
</file>