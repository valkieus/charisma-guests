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06" r:id="rId2"/>
    <p:sldId id="307" r:id="rId3"/>
    <p:sldId id="308" r:id="rId4"/>
    <p:sldId id="309" r:id="rId5"/>
    <p:sldId id="310" r:id="rId6"/>
    <p:sldId id="312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7" autoAdjust="0"/>
    <p:restoredTop sz="38698" autoAdjust="0"/>
  </p:normalViewPr>
  <p:slideViewPr>
    <p:cSldViewPr>
      <p:cViewPr varScale="1">
        <p:scale>
          <a:sx n="46" d="100"/>
          <a:sy n="46" d="100"/>
        </p:scale>
        <p:origin x="324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11/05/2025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J’ÉLÈVERAI MES YEUX  VERS LA MONTAGNE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lift, mine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eyes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hills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SACHANT QUE L’AIDE  ME VIENDRA DE TOI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help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3-  TA PAIX TU ME DONNES QUAND VIENNENT LES TEMPÊTES 
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You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in time of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storm</a:t>
            </a: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LA SOURCE DE MA FORCE TU ES LA FORCE DE MA VIE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source of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strength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strength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life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J’ÉLÈVE MES MAINS EN LOUANGES À TOI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lift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in total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J’ÉLÈVERAI MES YEUX  VERS LA MONTAGNE </a:t>
            </a:r>
          </a:p>
          <a:p>
            <a:r>
              <a:rPr lang="fr-FR" smtClean="0"/>
              <a:t>Lord, I will lift, mine eyes to the hills
2-  SACHANT QUE L’AIDE  ME VIENDRA DE TOI </a:t>
            </a:r>
          </a:p>
          <a:p>
            <a:r>
              <a:rPr lang="fr-FR" smtClean="0"/>
              <a:t>Knowing my help is coming from You
3-  TA PAIX TU ME DONNES QUAND VIENNENT LES TEMPÊTES 
Your peace, You give me in time of the storm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LA SOURCE DE MA FORCE TU ES LA FORCE DE MA VIE </a:t>
            </a:r>
          </a:p>
          <a:p>
            <a:r>
              <a:rPr lang="fr-FR" smtClean="0"/>
              <a:t>	You are the source of my strength You are the strength of my life</a:t>
            </a:r>
          </a:p>
          <a:p>
            <a:r>
              <a:rPr lang="fr-FR" smtClean="0"/>
              <a:t>	5-  J’ÉLÈVE MES MAINS EN LOUANGES À TOI</a:t>
            </a:r>
            <a:br>
              <a:rPr lang="fr-FR" smtClean="0"/>
            </a:br>
            <a:r>
              <a:rPr lang="fr-FR" smtClean="0"/>
              <a:t>	 I lift my hands in total praise to You</a:t>
            </a:r>
          </a:p>
          <a:p>
            <a:endParaRPr lang="fr-FR" smtClean="0"/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J’ÉLÈVERAI MES YEUX  VERS LA MONTAGNE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lift, mine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eyes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hills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SACHANT QUE L’AIDE  ME VIENDRA DE TOI </a:t>
            </a:r>
          </a:p>
          <a:p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help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3-  TA PAIX TU ME DONNES QUAND VIENNENT LES TEMPÊTES 
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You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in time of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storm</a:t>
            </a: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LA SOURCE DE MA FORCE TU ES LA FORCE DE MA VIE 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source of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strength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strength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life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J’ÉLÈVE MES MAINS EN LOUANGES À TOI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lift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in total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J’ÉLÈVERAI MES YEUX  VERS LA MONTAGNE </a:t>
            </a:r>
          </a:p>
          <a:p>
            <a:r>
              <a:rPr lang="fr-FR" smtClean="0"/>
              <a:t>Lord, I will lift, mine eyes to the hills
2-  SACHANT QUE L’AIDE  ME VIENDRA DE TOI </a:t>
            </a:r>
          </a:p>
          <a:p>
            <a:r>
              <a:rPr lang="fr-FR" smtClean="0"/>
              <a:t>Knowing my help is coming from You
3-  TA PAIX TU ME DONNES QUAND VIENNENT LES TEMPÊTES 
Your peace, You give me in time of the storm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LA SOURCE DE MA FORCE TU ES LA FORCE DE MA VIE </a:t>
            </a:r>
          </a:p>
          <a:p>
            <a:r>
              <a:rPr lang="fr-FR" smtClean="0"/>
              <a:t>	You are the source of my strength You are the strength of my life</a:t>
            </a:r>
          </a:p>
          <a:p>
            <a:r>
              <a:rPr lang="fr-FR" smtClean="0"/>
              <a:t>	5-  J’ÉLÈVE MES MAINS EN LOUANGES À TOI</a:t>
            </a:r>
            <a:br>
              <a:rPr lang="fr-FR" smtClean="0"/>
            </a:br>
            <a:r>
              <a:rPr lang="fr-FR" smtClean="0"/>
              <a:t>	 I lift my hands in total praise to You</a:t>
            </a:r>
          </a:p>
          <a:p>
            <a:endParaRPr lang="fr-FR" smtClean="0"/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J’ÉLÈVERAI MES YEUX  VERS LA MONTAGNE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Lord, I will lift, mine eyes to the hills
2-  SACHANT QUE L’AIDE  ME VIENDRA DE TOI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Knowing my help is coming from You
3-  TA PAIX TU ME DONNES QUAND VIENNENT LES TEMPÊTES 
Your peace, You give me in time of the storm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LA SOURCE DE MA FORCE TU ES LA FORCE DE MA VIE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source of my strength You are the strength of my life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J’ÉLÈVE MES MAINS EN LOUANGES À TOI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lift my hands in total praise to You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J’ÉLÈVERAI MES YEUX  VERS LA MONTAGNE </a:t>
            </a:r>
          </a:p>
          <a:p>
            <a:r>
              <a:rPr lang="fr-FR" smtClean="0"/>
              <a:t>Lord, I will lift, mine eyes to the hills
2-  SACHANT QUE L’AIDE  ME VIENDRA DE TOI </a:t>
            </a:r>
          </a:p>
          <a:p>
            <a:r>
              <a:rPr lang="fr-FR" smtClean="0"/>
              <a:t>Knowing my help is coming from You
3-  TA PAIX TU ME DONNES QUAND VIENNENT LES TEMPÊTES 
Your peace, You give me in time of the storm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LA SOURCE DE MA FORCE TU ES LA FORCE DE MA VIE </a:t>
            </a:r>
          </a:p>
          <a:p>
            <a:r>
              <a:rPr lang="fr-FR" smtClean="0"/>
              <a:t>	You are the source of my strength You are the strength of my life</a:t>
            </a:r>
          </a:p>
          <a:p>
            <a:r>
              <a:rPr lang="fr-FR" smtClean="0"/>
              <a:t>	5-  J’ÉLÈVE MES MAINS EN LOUANGES À TOI</a:t>
            </a:r>
            <a:br>
              <a:rPr lang="fr-FR" smtClean="0"/>
            </a:br>
            <a:r>
              <a:rPr lang="fr-FR" smtClean="0"/>
              <a:t>	 I lift my hands in total praise to You</a:t>
            </a:r>
          </a:p>
          <a:p>
            <a:endParaRPr lang="fr-FR" smtClean="0"/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J’ÉLÈVERAI MES YEUX  VERS LA MONTAGNE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Lord, I will lift, mine eyes to the hills
2-  SACHANT QUE L’AIDE  ME VIENDRA DE TOI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Knowing my help is coming from You
3-  TA PAIX TU ME DONNES QUAND VIENNENT LES TEMPÊTES 
Your peace, You give me in time of the storm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LA SOURCE DE MA FORCE TU ES LA FORCE DE MA VIE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source of my strength You are the strength of my life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J’ÉLÈVE MES MAINS EN LOUANGES À TOI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lift my hands in total praise to You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J’ÉLÈVERAI MES YEUX  VERS LA MONTAGNE </a:t>
            </a:r>
          </a:p>
          <a:p>
            <a:r>
              <a:rPr lang="fr-FR" smtClean="0"/>
              <a:t>Lord, I will lift, mine eyes to the hills
2-  SACHANT QUE L’AIDE  ME VIENDRA DE TOI </a:t>
            </a:r>
          </a:p>
          <a:p>
            <a:r>
              <a:rPr lang="fr-FR" smtClean="0"/>
              <a:t>Knowing my help is coming from You
3-  TA PAIX TU ME DONNES QUAND VIENNENT LES TEMPÊTES 
Your peace, You give me in time of the storm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LA SOURCE DE MA FORCE TU ES LA FORCE DE MA VIE </a:t>
            </a:r>
          </a:p>
          <a:p>
            <a:r>
              <a:rPr lang="fr-FR" smtClean="0"/>
              <a:t>	You are the source of my strength You are the strength of my life</a:t>
            </a:r>
          </a:p>
          <a:p>
            <a:r>
              <a:rPr lang="fr-FR" smtClean="0"/>
              <a:t>	5-  J’ÉLÈVE MES MAINS EN LOUANGES À TOI</a:t>
            </a:r>
            <a:br>
              <a:rPr lang="fr-FR" smtClean="0"/>
            </a:br>
            <a:r>
              <a:rPr lang="fr-FR" smtClean="0"/>
              <a:t>	 I lift my hands in total praise to You</a:t>
            </a:r>
          </a:p>
          <a:p>
            <a:endParaRPr lang="fr-FR" smtClean="0"/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J’ÉLÈVERAI MES YEUX  VERS LA MONTAGNE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Lord, I will lift, mine eyes to the hills
2-  SACHANT QUE L’AIDE  ME VIENDRA DE TOI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Knowing my help is coming from You
3-  TA PAIX TU ME DONNES QUAND VIENNENT LES TEMPÊTES 
Your peace, You give me in time of the storm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LA SOURCE DE MA FORCE TU ES LA FORCE DE MA VIE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source of my strength You are the strength of my life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J’ÉLÈVE MES MAINS EN LOUANGES À TOI</a:t>
            </a:r>
            <a:b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lift my hands in total praise to You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AMEN, AMEN</a:t>
            </a:r>
          </a:p>
          <a:p>
            <a:endParaRPr lang="fr-FR" sz="1200" b="0" i="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J’ÉLÈVERAI MES YEUX  VERS LA MONTAGNE </a:t>
            </a:r>
          </a:p>
          <a:p>
            <a:r>
              <a:rPr lang="fr-FR" smtClean="0"/>
              <a:t>Lord, I will lift, mine eyes to the hills
2-  SACHANT QUE L’AIDE  ME VIENDRA DE TOI </a:t>
            </a:r>
          </a:p>
          <a:p>
            <a:r>
              <a:rPr lang="fr-FR" smtClean="0"/>
              <a:t>Knowing my help is coming from You
3-  TA PAIX TU ME DONNES QUAND VIENNENT LES TEMPÊTES 
Your peace, You give me in time of the storm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LA SOURCE DE MA FORCE TU ES LA FORCE DE MA VIE </a:t>
            </a:r>
          </a:p>
          <a:p>
            <a:r>
              <a:rPr lang="fr-FR" smtClean="0"/>
              <a:t>	You are the source of my strength You are the strength of my life</a:t>
            </a:r>
          </a:p>
          <a:p>
            <a:r>
              <a:rPr lang="fr-FR" smtClean="0"/>
              <a:t>	5-  J’ÉLÈVE MES MAINS EN LOUANGES À TOI</a:t>
            </a:r>
            <a:br>
              <a:rPr lang="fr-FR" smtClean="0"/>
            </a:br>
            <a:r>
              <a:rPr lang="fr-FR" smtClean="0"/>
              <a:t>	 I lift my hands in total praise to You</a:t>
            </a:r>
          </a:p>
          <a:p>
            <a:endParaRPr lang="fr-FR" smtClean="0"/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J’ÉLÈVERAI MES YEUX  VERS LA MONTAGNE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Lord, I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lift, mine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eyes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hills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SACHANT QUE L’AIDE  ME VIENDRA DE TOI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help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coming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3-  TA PAIX TU ME DONNES QUAND VIENNENT LES TEMPÊTES 
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peace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You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in time of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storm</a:t>
            </a: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LA SOURCE DE MA FORCE TU ES LA FORCE DE MA VIE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the source of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strength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the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strength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5-  J’ÉLÈVE MES MAINS EN LOUANGES À TOI</a:t>
            </a:r>
            <a:b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I lift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in total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Couplet: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Refrain: x2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6-  AMEN, AMEN </a:t>
            </a:r>
            <a:r>
              <a:rPr lang="fr-F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AMEN</a:t>
            </a: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AMEN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J’ÉLÈVERAI MES YEUX  VERS LA MONTAGNE </a:t>
            </a:r>
          </a:p>
          <a:p>
            <a:r>
              <a:rPr lang="fr-FR" smtClean="0"/>
              <a:t>Lord, I will lift, mine eyes to the hills
2-  SACHANT QUE L’AIDE  ME VIENDRA DE TOI </a:t>
            </a:r>
          </a:p>
          <a:p>
            <a:r>
              <a:rPr lang="fr-FR" smtClean="0"/>
              <a:t>Knowing my help is coming from You
3-  TA PAIX TU ME DONNES QUAND VIENNENT LES TEMPÊTES 
Your peace, You give me in time of the storm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LA SOURCE DE MA FORCE TU ES LA FORCE DE MA VIE </a:t>
            </a:r>
          </a:p>
          <a:p>
            <a:r>
              <a:rPr lang="fr-FR" smtClean="0"/>
              <a:t>	You are the source of my strength You are the strength of my life</a:t>
            </a:r>
          </a:p>
          <a:p>
            <a:r>
              <a:rPr lang="fr-FR" smtClean="0"/>
              <a:t>	5-  J’ÉLÈVE MES MAINS EN LOUANGES À TOI</a:t>
            </a:r>
            <a:br>
              <a:rPr lang="fr-FR" smtClean="0"/>
            </a:br>
            <a:r>
              <a:rPr lang="fr-FR" smtClean="0"/>
              <a:t>	 I lift my hands in total praise to You</a:t>
            </a:r>
          </a:p>
          <a:p>
            <a:endParaRPr lang="fr-FR" smtClean="0"/>
          </a:p>
          <a:p>
            <a:r>
              <a:rPr lang="fr-FR" smtClean="0"/>
              <a:t>Couplet: </a:t>
            </a:r>
          </a:p>
          <a:p>
            <a:endParaRPr lang="fr-FR" smtClean="0"/>
          </a:p>
          <a:p>
            <a:r>
              <a:rPr lang="fr-FR" smtClean="0"/>
              <a:t>Refrain: x2</a:t>
            </a:r>
          </a:p>
          <a:p>
            <a:r>
              <a:rPr lang="fr-FR" smtClean="0"/>
              <a:t>
6-  AMEN, AMEN AMEN, AMEN</a:t>
            </a:r>
          </a:p>
          <a:p>
            <a:endParaRPr lang="fr-FR" smtClean="0"/>
          </a:p>
          <a:p>
            <a:r>
              <a:rPr lang="fr-FR" smtClean="0"/>
              <a:t>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J’ÉLÈVERAI MES YEUX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VERS LA MONTAGNE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SACHANT QUE L’AIDE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ME VIENDRA DE TOI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TA PAIX TU ME DONNES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QUAND VIENNENT LES TEMPÊTES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ES LA SOURCE DE MA FORCE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TU ES LA FORCE DE MA VIE</a:t>
            </a: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J’ÉLÈVE MES MAINS EN LOUANGE À TOI</a:t>
            </a:r>
            <a:b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5461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AMEN, AMEN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AMEN, AMEN</a:t>
            </a:r>
          </a:p>
          <a:p>
            <a:pPr algn="ctr">
              <a:lnSpc>
                <a:spcPct val="90000"/>
              </a:lnSpc>
              <a:defRPr/>
            </a:pPr>
            <a:endParaRPr lang="fr-FR" sz="3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265</Words>
  <Application>Microsoft Office PowerPoint</Application>
  <PresentationFormat>Affichage à l'écran (4:3)</PresentationFormat>
  <Paragraphs>191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174</cp:revision>
  <dcterms:created xsi:type="dcterms:W3CDTF">2002-08-17T10:50:50Z</dcterms:created>
  <dcterms:modified xsi:type="dcterms:W3CDTF">2025-05-11T10:10:02Z</dcterms:modified>
</cp:coreProperties>
</file>