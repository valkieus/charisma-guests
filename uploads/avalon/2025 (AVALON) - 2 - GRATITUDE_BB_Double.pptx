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1090" autoAdjust="0"/>
  </p:normalViewPr>
  <p:slideViewPr>
    <p:cSldViewPr>
      <p:cViewPr varScale="1">
        <p:scale>
          <a:sx n="46" d="100"/>
          <a:sy n="46" d="100"/>
        </p:scale>
        <p:origin x="301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28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32448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469674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598140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420739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350773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76589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6877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0256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873990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620488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860633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060904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708084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415221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164260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970413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869779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019018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9470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225028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567565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156479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835842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623562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170972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71045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MY WORDS FALL SHORT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plus de mots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GOT NOTHING NEW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d’inattendu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6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HOW COULD I EXPRESS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déclarer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22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MY GRATITUDE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gratitude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02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COULD SING THESE SONGS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pourrais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chanter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02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I OFTEN DO </a:t>
            </a:r>
          </a:p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pt-BR" alt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'adorer Jésus </a:t>
            </a: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pt-B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73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EVERY SONG MUST END </a:t>
            </a:r>
          </a:p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ce chant prend fin ]</a:t>
            </a:r>
            <a:endParaRPr lang="pt-B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YOU NEVER DO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continues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96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THROW UP MY HANDS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’adore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3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PRAISE YOU AGAIN AND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’aimer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encore et encore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1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′CAUSE ALL THAT I HAVE IS 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qui me reste, c'est un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2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Alléluia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7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KNOW IT'S NOT MUCH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donner plus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0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I′VE NOTHING ELSE FIT FOR A KING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rien ne se mesure à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93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EXCEPT FOR A HEART SINGING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peux que chanter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6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Alléluia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59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GOT ONE RESPONSE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levant mes bras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7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GOT JUST ONE MOVE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prends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position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79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MY ARM STRETCHED WIDE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louerai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583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WILL WORSHIP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décision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545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COME ON, MY SOUL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llez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âme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49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DON′T YOU GET SHY ON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sois pas timide maintenant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546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LIFT UP YOUR SONG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hante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chanson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98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YOU′VE GOT A LION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il y a un lion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462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INSIDE OF THOSE LUNGS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dans tes poumons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98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GET UP AND 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ève-toi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66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Loue </a:t>
            </a:r>
            <a:r>
              <a:rPr lang="fr-FR" alt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 </a:t>
            </a:r>
            <a:r>
              <a:rPr lang="fr-FR" alt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 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4543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5097</Words>
  <Application>Microsoft Office PowerPoint</Application>
  <PresentationFormat>Affichage à l'écran (4:3)</PresentationFormat>
  <Paragraphs>2808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228</cp:revision>
  <dcterms:created xsi:type="dcterms:W3CDTF">2002-08-17T10:50:50Z</dcterms:created>
  <dcterms:modified xsi:type="dcterms:W3CDTF">2025-05-11T11:03:32Z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