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306" r:id="rId2"/>
    <p:sldId id="307" r:id="rId3"/>
    <p:sldId id="308" r:id="rId4"/>
    <p:sldId id="309" r:id="rId5"/>
    <p:sldId id="311" r:id="rId6"/>
    <p:sldId id="312" r:id="rId7"/>
    <p:sldId id="313" r:id="rId8"/>
    <p:sldId id="314" r:id="rId9"/>
    <p:sldId id="315" r:id="rId10"/>
    <p:sldId id="316" r:id="rId11"/>
    <p:sldId id="317" r:id="rId12"/>
    <p:sldId id="318" r:id="rId13"/>
    <p:sldId id="319" r:id="rId14"/>
    <p:sldId id="320" r:id="rId15"/>
    <p:sldId id="321" r:id="rId16"/>
    <p:sldId id="322" r:id="rId17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9617" autoAdjust="0"/>
    <p:restoredTop sz="43043" autoAdjust="0"/>
  </p:normalViewPr>
  <p:slideViewPr>
    <p:cSldViewPr>
      <p:cViewPr>
        <p:scale>
          <a:sx n="35" d="100"/>
          <a:sy n="35" d="100"/>
        </p:scale>
        <p:origin x="-510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3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DBCF637-A6AD-4758-8371-19EDEFB4AAE6}" type="datetimeFigureOut">
              <a:rPr lang="fr-FR"/>
              <a:pPr>
                <a:defRPr/>
              </a:pPr>
              <a:t>28/09/2019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B516598-CD51-4708-99B5-B31EE015290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dirty="0" smtClean="0"/>
              <a:t>1-  QUI PARMI NOUS  N’A JAMAIS ÉTÉ BRISÉ</a:t>
            </a:r>
          </a:p>
          <a:p>
            <a:r>
              <a:rPr lang="fr-FR" b="0" dirty="0" err="1" smtClean="0"/>
              <a:t>Who</a:t>
            </a:r>
            <a:r>
              <a:rPr lang="fr-FR" b="0" dirty="0" smtClean="0"/>
              <a:t> </a:t>
            </a:r>
            <a:r>
              <a:rPr lang="fr-FR" b="0" dirty="0" err="1" smtClean="0"/>
              <a:t>here</a:t>
            </a:r>
            <a:r>
              <a:rPr lang="fr-FR" b="0" dirty="0" smtClean="0"/>
              <a:t> </a:t>
            </a:r>
            <a:r>
              <a:rPr lang="fr-FR" b="0" dirty="0" err="1" smtClean="0"/>
              <a:t>among</a:t>
            </a:r>
            <a:r>
              <a:rPr lang="fr-FR" b="0" dirty="0" smtClean="0"/>
              <a:t> us has not been </a:t>
            </a:r>
            <a:r>
              <a:rPr lang="fr-FR" b="0" dirty="0" err="1" smtClean="0"/>
              <a:t>broken</a:t>
            </a:r>
            <a:r>
              <a:rPr lang="fr-FR" b="0" dirty="0" smtClean="0"/>
              <a:t/>
            </a:r>
            <a:br>
              <a:rPr lang="fr-FR" b="0" dirty="0" smtClean="0"/>
            </a:br>
            <a:r>
              <a:rPr lang="fr-FR" b="0" dirty="0" smtClean="0"/>
              <a:t>2-  QUI PARMI NOUS  EST SANS PEINE NI PÉCHÉ </a:t>
            </a:r>
          </a:p>
          <a:p>
            <a:r>
              <a:rPr lang="fr-FR" b="0" dirty="0" err="1" smtClean="0"/>
              <a:t>Who</a:t>
            </a:r>
            <a:r>
              <a:rPr lang="fr-FR" b="0" dirty="0" smtClean="0"/>
              <a:t> </a:t>
            </a:r>
            <a:r>
              <a:rPr lang="fr-FR" b="0" dirty="0" err="1" smtClean="0"/>
              <a:t>here</a:t>
            </a:r>
            <a:r>
              <a:rPr lang="fr-FR" b="0" dirty="0" smtClean="0"/>
              <a:t> </a:t>
            </a:r>
            <a:r>
              <a:rPr lang="fr-FR" b="0" dirty="0" err="1" smtClean="0"/>
              <a:t>among</a:t>
            </a:r>
            <a:r>
              <a:rPr lang="fr-FR" b="0" dirty="0" smtClean="0"/>
              <a:t> us </a:t>
            </a:r>
            <a:r>
              <a:rPr lang="fr-FR" b="0" dirty="0" err="1" smtClean="0"/>
              <a:t>is</a:t>
            </a:r>
            <a:r>
              <a:rPr lang="fr-FR" b="0" dirty="0" smtClean="0"/>
              <a:t> </a:t>
            </a:r>
            <a:r>
              <a:rPr lang="fr-FR" b="0" dirty="0" err="1" smtClean="0"/>
              <a:t>without</a:t>
            </a:r>
            <a:r>
              <a:rPr lang="fr-FR" b="0" dirty="0" smtClean="0"/>
              <a:t> </a:t>
            </a:r>
            <a:r>
              <a:rPr lang="fr-FR" b="0" dirty="0" err="1" smtClean="0"/>
              <a:t>guilt</a:t>
            </a:r>
            <a:r>
              <a:rPr lang="fr-FR" b="0" dirty="0" smtClean="0"/>
              <a:t> or pain</a:t>
            </a:r>
          </a:p>
          <a:p>
            <a:r>
              <a:rPr lang="fr-FR" b="0" dirty="0" smtClean="0"/>
              <a:t>3-  SI SOUVENT LIVRÉS  À NOS TRANSGRESSIONS</a:t>
            </a:r>
          </a:p>
          <a:p>
            <a:r>
              <a:rPr lang="fr-FR" b="0" dirty="0" smtClean="0"/>
              <a:t>So </a:t>
            </a:r>
            <a:r>
              <a:rPr lang="fr-FR" b="0" dirty="0" err="1" smtClean="0"/>
              <a:t>oft</a:t>
            </a:r>
            <a:r>
              <a:rPr lang="fr-FR" b="0" dirty="0" smtClean="0"/>
              <a:t>' </a:t>
            </a:r>
            <a:r>
              <a:rPr lang="fr-FR" b="0" dirty="0" err="1" smtClean="0"/>
              <a:t>abandoned</a:t>
            </a:r>
            <a:r>
              <a:rPr lang="fr-FR" b="0" dirty="0" smtClean="0"/>
              <a:t> by </a:t>
            </a:r>
            <a:r>
              <a:rPr lang="fr-FR" b="0" dirty="0" err="1" smtClean="0"/>
              <a:t>our</a:t>
            </a:r>
            <a:r>
              <a:rPr lang="fr-FR" b="0" dirty="0" smtClean="0"/>
              <a:t> transgressions</a:t>
            </a:r>
            <a:br>
              <a:rPr lang="fr-FR" b="0" dirty="0" smtClean="0"/>
            </a:br>
            <a:r>
              <a:rPr lang="fr-FR" b="0" dirty="0" smtClean="0"/>
              <a:t>4-  ET SI VRAIMENT LA GRACE EXISTE ELLE FUT CRÉÉE POUR DE TELLES VIES</a:t>
            </a:r>
            <a:br>
              <a:rPr lang="fr-FR" b="0" dirty="0" smtClean="0"/>
            </a:br>
            <a:r>
              <a:rPr lang="fr-FR" b="0" dirty="0" smtClean="0"/>
              <a:t> If </a:t>
            </a:r>
            <a:r>
              <a:rPr lang="fr-FR" b="0" dirty="0" err="1" smtClean="0"/>
              <a:t>such</a:t>
            </a:r>
            <a:r>
              <a:rPr lang="fr-FR" b="0" dirty="0" smtClean="0"/>
              <a:t> a </a:t>
            </a:r>
            <a:r>
              <a:rPr lang="fr-FR" b="0" dirty="0" err="1" smtClean="0"/>
              <a:t>thing</a:t>
            </a:r>
            <a:r>
              <a:rPr lang="fr-FR" b="0" dirty="0" smtClean="0"/>
              <a:t> as </a:t>
            </a:r>
            <a:r>
              <a:rPr lang="fr-FR" b="0" dirty="0" err="1" smtClean="0"/>
              <a:t>grace</a:t>
            </a:r>
            <a:r>
              <a:rPr lang="fr-FR" b="0" dirty="0" smtClean="0"/>
              <a:t> </a:t>
            </a:r>
            <a:r>
              <a:rPr lang="fr-FR" b="0" dirty="0" err="1" smtClean="0"/>
              <a:t>exists</a:t>
            </a:r>
            <a:r>
              <a:rPr lang="fr-FR" b="0" dirty="0" smtClean="0"/>
              <a:t> </a:t>
            </a:r>
            <a:r>
              <a:rPr lang="fr-FR" b="0" dirty="0" err="1" smtClean="0"/>
              <a:t>Then</a:t>
            </a:r>
            <a:r>
              <a:rPr lang="fr-FR" b="0" dirty="0" smtClean="0"/>
              <a:t> </a:t>
            </a:r>
            <a:r>
              <a:rPr lang="fr-FR" b="0" dirty="0" err="1" smtClean="0"/>
              <a:t>grace</a:t>
            </a:r>
            <a:r>
              <a:rPr lang="fr-FR" b="0" dirty="0" smtClean="0"/>
              <a:t> </a:t>
            </a:r>
            <a:r>
              <a:rPr lang="fr-FR" b="0" dirty="0" err="1" smtClean="0"/>
              <a:t>was</a:t>
            </a:r>
            <a:r>
              <a:rPr lang="fr-FR" b="0" dirty="0" smtClean="0"/>
              <a:t> made for </a:t>
            </a:r>
            <a:r>
              <a:rPr lang="fr-FR" b="0" dirty="0" err="1" smtClean="0"/>
              <a:t>lives</a:t>
            </a:r>
            <a:r>
              <a:rPr lang="fr-FR" b="0" dirty="0" smtClean="0"/>
              <a:t> </a:t>
            </a:r>
            <a:r>
              <a:rPr lang="fr-FR" b="0" dirty="0" err="1" smtClean="0"/>
              <a:t>like</a:t>
            </a:r>
            <a:r>
              <a:rPr lang="fr-FR" b="0" dirty="0" smtClean="0"/>
              <a:t> </a:t>
            </a:r>
            <a:r>
              <a:rPr lang="fr-FR" b="0" dirty="0" err="1" smtClean="0"/>
              <a:t>this</a:t>
            </a:r>
            <a:endParaRPr lang="fr-FR" b="0" dirty="0" smtClean="0"/>
          </a:p>
          <a:p>
            <a:r>
              <a:rPr lang="fr-FR" b="0" dirty="0" smtClean="0"/>
              <a:t> </a:t>
            </a:r>
          </a:p>
          <a:p>
            <a:r>
              <a:rPr lang="fr-FR" b="0" dirty="0" smtClean="0"/>
              <a:t>	Refrain:
	5-  IL N'Y A PAS D'ÉTRANGERS NI DE REJETÉS</a:t>
            </a:r>
          </a:p>
          <a:p>
            <a:r>
              <a:rPr lang="fr-FR" b="0" dirty="0" smtClean="0"/>
              <a:t>	There are no </a:t>
            </a:r>
            <a:r>
              <a:rPr lang="fr-FR" b="0" dirty="0" err="1" smtClean="0"/>
              <a:t>strangers</a:t>
            </a:r>
            <a:r>
              <a:rPr lang="fr-FR" b="0" dirty="0" smtClean="0"/>
              <a:t> There are no </a:t>
            </a:r>
            <a:r>
              <a:rPr lang="fr-FR" b="0" dirty="0" err="1" smtClean="0"/>
              <a:t>outcasts</a:t>
            </a:r>
            <a:r>
              <a:rPr lang="fr-FR" b="0" dirty="0" smtClean="0"/>
              <a:t>
	6-  IL N'Y A PAS D'ORPHELINS  EN DIEU</a:t>
            </a:r>
          </a:p>
          <a:p>
            <a:r>
              <a:rPr lang="fr-FR" b="0" dirty="0" smtClean="0"/>
              <a:t>	There are no </a:t>
            </a:r>
            <a:r>
              <a:rPr lang="fr-FR" b="0" dirty="0" err="1" smtClean="0"/>
              <a:t>orphans</a:t>
            </a:r>
            <a:r>
              <a:rPr lang="fr-FR" b="0" dirty="0" smtClean="0"/>
              <a:t> of </a:t>
            </a:r>
            <a:r>
              <a:rPr lang="fr-FR" b="0" dirty="0" err="1" smtClean="0"/>
              <a:t>God</a:t>
            </a:r>
            <a:r>
              <a:rPr lang="fr-FR" b="0" dirty="0" smtClean="0"/>
              <a:t/>
            </a:r>
            <a:br>
              <a:rPr lang="fr-FR" b="0" dirty="0" smtClean="0"/>
            </a:br>
            <a:r>
              <a:rPr lang="fr-FR" b="0" dirty="0" smtClean="0"/>
              <a:t>	7-  BEAUCOUP SONT TOMBÉS  MAIS ALLÉLUIA </a:t>
            </a:r>
          </a:p>
          <a:p>
            <a:r>
              <a:rPr lang="fr-FR" b="0" dirty="0" smtClean="0"/>
              <a:t>	So </a:t>
            </a:r>
            <a:r>
              <a:rPr lang="fr-FR" b="0" dirty="0" err="1" smtClean="0"/>
              <a:t>many</a:t>
            </a:r>
            <a:r>
              <a:rPr lang="fr-FR" b="0" dirty="0" smtClean="0"/>
              <a:t> </a:t>
            </a:r>
            <a:r>
              <a:rPr lang="fr-FR" b="0" dirty="0" err="1" smtClean="0"/>
              <a:t>fallen</a:t>
            </a:r>
            <a:r>
              <a:rPr lang="fr-FR" b="0" dirty="0" smtClean="0"/>
              <a:t>, but </a:t>
            </a:r>
            <a:r>
              <a:rPr lang="fr-FR" b="0" dirty="0" err="1" smtClean="0"/>
              <a:t>hallelujah</a:t>
            </a:r>
            <a:endParaRPr lang="fr-FR" b="0" dirty="0" smtClean="0"/>
          </a:p>
          <a:p>
            <a:r>
              <a:rPr lang="fr-FR" b="0" dirty="0" smtClean="0"/>
              <a:t>	8-  IL N'Y A PAS D'ORPHELINS  EN DIEU</a:t>
            </a:r>
            <a:br>
              <a:rPr lang="fr-FR" b="0" dirty="0" smtClean="0"/>
            </a:br>
            <a:r>
              <a:rPr lang="fr-FR" b="0" dirty="0" smtClean="0"/>
              <a:t>	 There are no </a:t>
            </a:r>
            <a:r>
              <a:rPr lang="fr-FR" b="0" dirty="0" err="1" smtClean="0"/>
              <a:t>orphans</a:t>
            </a:r>
            <a:r>
              <a:rPr lang="fr-FR" b="0" dirty="0" smtClean="0"/>
              <a:t> of </a:t>
            </a:r>
            <a:r>
              <a:rPr lang="fr-FR" b="0" dirty="0" err="1" smtClean="0"/>
              <a:t>God</a:t>
            </a:r>
            <a:r>
              <a:rPr lang="fr-FR" b="0" dirty="0" smtClean="0"/>
              <a:t/>
            </a:r>
            <a:br>
              <a:rPr lang="fr-FR" b="0" dirty="0" smtClean="0"/>
            </a:br>
            <a:r>
              <a:rPr lang="fr-FR" b="0" dirty="0" smtClean="0"/>
              <a:t>
9-  VIENS, TOI L'OUBLIÉ  REÇOIS L'AFFECTION </a:t>
            </a:r>
          </a:p>
          <a:p>
            <a:r>
              <a:rPr lang="fr-FR" b="0" dirty="0" smtClean="0"/>
              <a:t>Come </a:t>
            </a:r>
            <a:r>
              <a:rPr lang="fr-FR" b="0" dirty="0" err="1" smtClean="0"/>
              <a:t>ye</a:t>
            </a:r>
            <a:r>
              <a:rPr lang="fr-FR" b="0" dirty="0" smtClean="0"/>
              <a:t> </a:t>
            </a:r>
            <a:r>
              <a:rPr lang="fr-FR" b="0" dirty="0" err="1" smtClean="0"/>
              <a:t>unwanted</a:t>
            </a:r>
            <a:r>
              <a:rPr lang="fr-FR" b="0" dirty="0" smtClean="0"/>
              <a:t> and </a:t>
            </a:r>
            <a:r>
              <a:rPr lang="fr-FR" b="0" dirty="0" err="1" smtClean="0"/>
              <a:t>find</a:t>
            </a:r>
            <a:r>
              <a:rPr lang="fr-FR" b="0" dirty="0" smtClean="0"/>
              <a:t> affection</a:t>
            </a:r>
          </a:p>
          <a:p>
            <a:r>
              <a:rPr lang="fr-FR" b="0" dirty="0" smtClean="0"/>
              <a:t>10-  VIENS, TOI QUI EST CHARGÉ VIENS REPOSER TA TÊTE</a:t>
            </a:r>
          </a:p>
          <a:p>
            <a:r>
              <a:rPr lang="fr-FR" b="0" dirty="0" smtClean="0"/>
              <a:t>Come all </a:t>
            </a:r>
            <a:r>
              <a:rPr lang="fr-FR" b="0" dirty="0" err="1" smtClean="0"/>
              <a:t>ye</a:t>
            </a:r>
            <a:r>
              <a:rPr lang="fr-FR" b="0" dirty="0" smtClean="0"/>
              <a:t> </a:t>
            </a:r>
            <a:r>
              <a:rPr lang="fr-FR" b="0" dirty="0" err="1" smtClean="0"/>
              <a:t>weary</a:t>
            </a:r>
            <a:r>
              <a:rPr lang="fr-FR" b="0" dirty="0" smtClean="0"/>
              <a:t>, come and </a:t>
            </a:r>
            <a:r>
              <a:rPr lang="fr-FR" b="0" dirty="0" err="1" smtClean="0"/>
              <a:t>lay</a:t>
            </a:r>
            <a:r>
              <a:rPr lang="fr-FR" b="0" dirty="0" smtClean="0"/>
              <a:t> down </a:t>
            </a:r>
            <a:r>
              <a:rPr lang="fr-FR" b="0" dirty="0" err="1" smtClean="0"/>
              <a:t>your</a:t>
            </a:r>
            <a:r>
              <a:rPr lang="fr-FR" b="0" dirty="0" smtClean="0"/>
              <a:t> </a:t>
            </a:r>
            <a:r>
              <a:rPr lang="fr-FR" b="0" dirty="0" err="1" smtClean="0"/>
              <a:t>head</a:t>
            </a:r>
            <a:r>
              <a:rPr lang="fr-FR" b="0" dirty="0" smtClean="0"/>
              <a:t> 
11-  VIENS, TOI QUI EST HONTEUX  TU ES MON FRÈRE </a:t>
            </a:r>
          </a:p>
          <a:p>
            <a:r>
              <a:rPr lang="fr-FR" b="0" dirty="0" smtClean="0"/>
              <a:t>Come </a:t>
            </a:r>
            <a:r>
              <a:rPr lang="fr-FR" b="0" dirty="0" err="1" smtClean="0"/>
              <a:t>ye</a:t>
            </a:r>
            <a:r>
              <a:rPr lang="fr-FR" b="0" dirty="0" smtClean="0"/>
              <a:t> </a:t>
            </a:r>
            <a:r>
              <a:rPr lang="fr-FR" b="0" dirty="0" err="1" smtClean="0"/>
              <a:t>unworthy</a:t>
            </a:r>
            <a:r>
              <a:rPr lang="fr-FR" b="0" dirty="0" smtClean="0"/>
              <a:t>, </a:t>
            </a:r>
            <a:r>
              <a:rPr lang="fr-FR" b="0" dirty="0" err="1" smtClean="0"/>
              <a:t>you</a:t>
            </a:r>
            <a:r>
              <a:rPr lang="fr-FR" b="0" dirty="0" smtClean="0"/>
              <a:t> are </a:t>
            </a:r>
            <a:r>
              <a:rPr lang="fr-FR" b="0" dirty="0" err="1" smtClean="0"/>
              <a:t>my</a:t>
            </a:r>
            <a:r>
              <a:rPr lang="fr-FR" b="0" dirty="0" smtClean="0"/>
              <a:t> </a:t>
            </a:r>
            <a:r>
              <a:rPr lang="fr-FR" b="0" dirty="0" err="1" smtClean="0"/>
              <a:t>brother</a:t>
            </a:r>
            <a:r>
              <a:rPr lang="fr-FR" b="0" dirty="0" smtClean="0"/>
              <a:t>
12-  ET SI VRAIMENT LA GRACE EXISTE ELLE FUT CRÉÉE POUR DE TELLES VIES 
If </a:t>
            </a:r>
            <a:r>
              <a:rPr lang="fr-FR" b="0" dirty="0" err="1" smtClean="0"/>
              <a:t>such</a:t>
            </a:r>
            <a:r>
              <a:rPr lang="fr-FR" b="0" dirty="0" smtClean="0"/>
              <a:t> a </a:t>
            </a:r>
            <a:r>
              <a:rPr lang="fr-FR" b="0" dirty="0" err="1" smtClean="0"/>
              <a:t>thing</a:t>
            </a:r>
            <a:r>
              <a:rPr lang="fr-FR" b="0" dirty="0" smtClean="0"/>
              <a:t> as </a:t>
            </a:r>
            <a:r>
              <a:rPr lang="fr-FR" b="0" dirty="0" err="1" smtClean="0"/>
              <a:t>grace</a:t>
            </a:r>
            <a:r>
              <a:rPr lang="fr-FR" b="0" dirty="0" smtClean="0"/>
              <a:t> </a:t>
            </a:r>
            <a:r>
              <a:rPr lang="fr-FR" b="0" dirty="0" err="1" smtClean="0"/>
              <a:t>exists</a:t>
            </a:r>
            <a:r>
              <a:rPr lang="fr-FR" b="0" dirty="0" smtClean="0"/>
              <a:t> </a:t>
            </a:r>
            <a:r>
              <a:rPr lang="fr-FR" b="0" dirty="0" err="1" smtClean="0"/>
              <a:t>Then</a:t>
            </a:r>
            <a:r>
              <a:rPr lang="fr-FR" b="0" dirty="0" smtClean="0"/>
              <a:t> </a:t>
            </a:r>
            <a:r>
              <a:rPr lang="fr-FR" b="0" dirty="0" err="1" smtClean="0"/>
              <a:t>grace</a:t>
            </a:r>
            <a:r>
              <a:rPr lang="fr-FR" b="0" dirty="0" smtClean="0"/>
              <a:t> </a:t>
            </a:r>
            <a:r>
              <a:rPr lang="fr-FR" b="0" dirty="0" err="1" smtClean="0"/>
              <a:t>was</a:t>
            </a:r>
            <a:r>
              <a:rPr lang="fr-FR" b="0" dirty="0" smtClean="0"/>
              <a:t> made for </a:t>
            </a:r>
            <a:r>
              <a:rPr lang="fr-FR" b="0" dirty="0" err="1" smtClean="0"/>
              <a:t>lives</a:t>
            </a:r>
            <a:r>
              <a:rPr lang="fr-FR" b="0" dirty="0" smtClean="0"/>
              <a:t> </a:t>
            </a:r>
            <a:r>
              <a:rPr lang="fr-FR" b="0" dirty="0" err="1" smtClean="0"/>
              <a:t>like</a:t>
            </a:r>
            <a:r>
              <a:rPr lang="fr-FR" b="0" dirty="0" smtClean="0"/>
              <a:t> </a:t>
            </a:r>
            <a:r>
              <a:rPr lang="fr-FR" b="0" dirty="0" err="1" smtClean="0"/>
              <a:t>this</a:t>
            </a:r>
            <a:endParaRPr lang="fr-FR" b="0" dirty="0" smtClean="0"/>
          </a:p>
          <a:p>
            <a:r>
              <a:rPr lang="fr-FR" b="0" dirty="0" smtClean="0"/>
              <a:t> </a:t>
            </a:r>
          </a:p>
          <a:p>
            <a:endParaRPr lang="fr-FR" b="0" dirty="0" smtClean="0"/>
          </a:p>
          <a:p>
            <a:r>
              <a:rPr lang="fr-FR" b="0" dirty="0" smtClean="0"/>
              <a:t>	Refrain:</a:t>
            </a:r>
          </a:p>
          <a:p>
            <a:endParaRPr lang="fr-FR" b="0" dirty="0" smtClean="0"/>
          </a:p>
          <a:p>
            <a:r>
              <a:rPr lang="fr-FR" b="0" dirty="0" smtClean="0"/>
              <a:t>13-  Ô CHER PÈRE REGARDE-NOUS </a:t>
            </a:r>
          </a:p>
          <a:p>
            <a:r>
              <a:rPr lang="fr-FR" b="0" dirty="0" smtClean="0"/>
              <a:t>O </a:t>
            </a:r>
            <a:r>
              <a:rPr lang="fr-FR" b="0" dirty="0" err="1" smtClean="0"/>
              <a:t>blessed</a:t>
            </a:r>
            <a:r>
              <a:rPr lang="fr-FR" b="0" dirty="0" smtClean="0"/>
              <a:t> </a:t>
            </a:r>
            <a:r>
              <a:rPr lang="fr-FR" b="0" dirty="0" err="1" smtClean="0"/>
              <a:t>Father</a:t>
            </a:r>
            <a:r>
              <a:rPr lang="fr-FR" b="0" dirty="0" smtClean="0"/>
              <a:t>, look down </a:t>
            </a:r>
            <a:r>
              <a:rPr lang="fr-FR" b="0" dirty="0" err="1" smtClean="0"/>
              <a:t>upon</a:t>
            </a:r>
            <a:r>
              <a:rPr lang="fr-FR" b="0" dirty="0" smtClean="0"/>
              <a:t> us
14-  NOUS SOMMES TES ENFANTS  PERDUS SANS TON AMOUR </a:t>
            </a:r>
          </a:p>
          <a:p>
            <a:r>
              <a:rPr lang="fr-FR" b="0" dirty="0" err="1" smtClean="0"/>
              <a:t>We</a:t>
            </a:r>
            <a:r>
              <a:rPr lang="fr-FR" b="0" dirty="0" smtClean="0"/>
              <a:t> are </a:t>
            </a:r>
            <a:r>
              <a:rPr lang="fr-FR" b="0" dirty="0" err="1" smtClean="0"/>
              <a:t>Your</a:t>
            </a:r>
            <a:r>
              <a:rPr lang="fr-FR" b="0" dirty="0" smtClean="0"/>
              <a:t> </a:t>
            </a:r>
            <a:r>
              <a:rPr lang="fr-FR" b="0" dirty="0" err="1" smtClean="0"/>
              <a:t>children</a:t>
            </a:r>
            <a:r>
              <a:rPr lang="fr-FR" b="0" dirty="0" smtClean="0"/>
              <a:t>, </a:t>
            </a:r>
            <a:r>
              <a:rPr lang="fr-FR" b="0" dirty="0" err="1" smtClean="0"/>
              <a:t>we</a:t>
            </a:r>
            <a:r>
              <a:rPr lang="fr-FR" b="0" dirty="0" smtClean="0"/>
              <a:t> </a:t>
            </a:r>
            <a:r>
              <a:rPr lang="fr-FR" b="0" dirty="0" err="1" smtClean="0"/>
              <a:t>need</a:t>
            </a:r>
            <a:r>
              <a:rPr lang="fr-FR" b="0" dirty="0" smtClean="0"/>
              <a:t> </a:t>
            </a:r>
            <a:r>
              <a:rPr lang="fr-FR" b="0" dirty="0" err="1" smtClean="0"/>
              <a:t>Your</a:t>
            </a:r>
            <a:r>
              <a:rPr lang="fr-FR" b="0" dirty="0" smtClean="0"/>
              <a:t> love
15-  NOUS COURONS  DEVANT TON TRÔNE DE GRACE</a:t>
            </a:r>
          </a:p>
          <a:p>
            <a:r>
              <a:rPr lang="fr-FR" b="0" dirty="0" err="1" smtClean="0"/>
              <a:t>We</a:t>
            </a:r>
            <a:r>
              <a:rPr lang="fr-FR" b="0" dirty="0" smtClean="0"/>
              <a:t> </a:t>
            </a:r>
            <a:r>
              <a:rPr lang="fr-FR" b="0" dirty="0" err="1" smtClean="0"/>
              <a:t>run</a:t>
            </a:r>
            <a:r>
              <a:rPr lang="fr-FR" b="0" dirty="0" smtClean="0"/>
              <a:t> </a:t>
            </a:r>
            <a:r>
              <a:rPr lang="fr-FR" b="0" dirty="0" err="1" smtClean="0"/>
              <a:t>before</a:t>
            </a:r>
            <a:r>
              <a:rPr lang="fr-FR" b="0" dirty="0" smtClean="0"/>
              <a:t> </a:t>
            </a:r>
            <a:r>
              <a:rPr lang="fr-FR" b="0" dirty="0" err="1" smtClean="0"/>
              <a:t>Your</a:t>
            </a:r>
            <a:r>
              <a:rPr lang="fr-FR" b="0" dirty="0" smtClean="0"/>
              <a:t> </a:t>
            </a:r>
            <a:r>
              <a:rPr lang="fr-FR" b="0" dirty="0" err="1" smtClean="0"/>
              <a:t>throne</a:t>
            </a:r>
            <a:r>
              <a:rPr lang="fr-FR" b="0" dirty="0" smtClean="0"/>
              <a:t> of </a:t>
            </a:r>
            <a:r>
              <a:rPr lang="fr-FR" b="0" dirty="0" err="1" smtClean="0"/>
              <a:t>mercy</a:t>
            </a:r>
            <a:r>
              <a:rPr lang="fr-FR" b="0" dirty="0" smtClean="0"/>
              <a:t/>
            </a:r>
            <a:br>
              <a:rPr lang="fr-FR" b="0" dirty="0" smtClean="0"/>
            </a:br>
            <a:r>
              <a:rPr lang="fr-FR" b="0" dirty="0" smtClean="0"/>
              <a:t>16-  RECHERCHANT TA FACE  POUR NOUS ÉLEVER</a:t>
            </a:r>
            <a:br>
              <a:rPr lang="fr-FR" b="0" dirty="0" smtClean="0"/>
            </a:br>
            <a:r>
              <a:rPr lang="fr-FR" b="0" dirty="0" smtClean="0"/>
              <a:t> And </a:t>
            </a:r>
            <a:r>
              <a:rPr lang="fr-FR" b="0" dirty="0" err="1" smtClean="0"/>
              <a:t>seek</a:t>
            </a:r>
            <a:r>
              <a:rPr lang="fr-FR" b="0" dirty="0" smtClean="0"/>
              <a:t> </a:t>
            </a:r>
            <a:r>
              <a:rPr lang="fr-FR" b="0" dirty="0" err="1" smtClean="0"/>
              <a:t>Your</a:t>
            </a:r>
            <a:r>
              <a:rPr lang="fr-FR" b="0" dirty="0" smtClean="0"/>
              <a:t> face to </a:t>
            </a:r>
            <a:r>
              <a:rPr lang="fr-FR" b="0" dirty="0" err="1" smtClean="0"/>
              <a:t>rise</a:t>
            </a:r>
            <a:r>
              <a:rPr lang="fr-FR" b="0" dirty="0" smtClean="0"/>
              <a:t> </a:t>
            </a:r>
            <a:r>
              <a:rPr lang="fr-FR" b="0" dirty="0" err="1" smtClean="0"/>
              <a:t>above</a:t>
            </a:r>
            <a:endParaRPr lang="fr-FR" b="0" dirty="0" smtClean="0"/>
          </a:p>
          <a:p>
            <a:r>
              <a:rPr lang="fr-FR" b="0" dirty="0" smtClean="0"/>
              <a:t> </a:t>
            </a:r>
          </a:p>
          <a:p>
            <a:r>
              <a:rPr lang="fr-FR" b="0" dirty="0" smtClean="0"/>
              <a:t>	Refrain:   x2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QUI PARMI NOUS  N’A JAMAIS ÉTÉ BRISÉ</a:t>
            </a:r>
          </a:p>
          <a:p>
            <a:r>
              <a:rPr lang="fr-FR" smtClean="0"/>
              <a:t>Who here among us has not been broken</a:t>
            </a:r>
            <a:br>
              <a:rPr lang="fr-FR" smtClean="0"/>
            </a:br>
            <a:r>
              <a:rPr lang="fr-FR" smtClean="0"/>
              <a:t>2-  QUI PARMI NOUS  EST SANS PEINE NI PÉCHÉ </a:t>
            </a:r>
          </a:p>
          <a:p>
            <a:r>
              <a:rPr lang="fr-FR" smtClean="0"/>
              <a:t>Who here among us is without guilt or pain</a:t>
            </a:r>
          </a:p>
          <a:p>
            <a:r>
              <a:rPr lang="fr-FR" smtClean="0"/>
              <a:t>3-  SI SOUVENT LIVRÉS  À NOS TRANSGRESSIONS</a:t>
            </a:r>
          </a:p>
          <a:p>
            <a:r>
              <a:rPr lang="fr-FR" smtClean="0"/>
              <a:t>So oft' abandoned by our transgressions</a:t>
            </a:r>
            <a:br>
              <a:rPr lang="fr-FR" smtClean="0"/>
            </a:br>
            <a:r>
              <a:rPr lang="fr-FR" smtClean="0"/>
              <a:t>4-  ET SI VRAIMENT LA GRACE EXISTE ELLE FUT CRÉÉE POUR DE TELLES VIES</a:t>
            </a:r>
            <a:br>
              <a:rPr lang="fr-FR" smtClean="0"/>
            </a:br>
            <a:r>
              <a:rPr lang="fr-FR" smtClean="0"/>
              <a:t> If such a thing as grace exists Then grace was made for lives like this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	Refrain:
	5-  IL N'Y A PAS D'ÉTRANGERS NI DE REJETÉS</a:t>
            </a:r>
          </a:p>
          <a:p>
            <a:r>
              <a:rPr lang="fr-FR" smtClean="0"/>
              <a:t>	There are no strangers There are no outcasts
	6-  IL N'Y A PAS D'ORPHELINS  EN DIEU</a:t>
            </a:r>
          </a:p>
          <a:p>
            <a:r>
              <a:rPr lang="fr-FR" smtClean="0"/>
              <a:t>	There are no orphans of God</a:t>
            </a:r>
            <a:br>
              <a:rPr lang="fr-FR" smtClean="0"/>
            </a:br>
            <a:r>
              <a:rPr lang="fr-FR" smtClean="0"/>
              <a:t>	7-  BEAUCOUP SONT TOMBÉS  MAIS ALLÉLUIA </a:t>
            </a:r>
          </a:p>
          <a:p>
            <a:r>
              <a:rPr lang="fr-FR" smtClean="0"/>
              <a:t>	So many fallen, but hallelujah</a:t>
            </a:r>
          </a:p>
          <a:p>
            <a:r>
              <a:rPr lang="fr-FR" smtClean="0"/>
              <a:t>	8-  IL N'Y A PAS D'ORPHELINS  EN DIEU</a:t>
            </a:r>
            <a:br>
              <a:rPr lang="fr-FR" smtClean="0"/>
            </a:br>
            <a:r>
              <a:rPr lang="fr-FR" smtClean="0"/>
              <a:t>	 There are no orphans of God</a:t>
            </a:r>
            <a:br>
              <a:rPr lang="fr-FR" smtClean="0"/>
            </a:br>
            <a:r>
              <a:rPr lang="fr-FR" smtClean="0"/>
              <a:t>
9-  VIENS, TOI L'OUBLIÉ  REÇOIS L'AFFECTION </a:t>
            </a:r>
          </a:p>
          <a:p>
            <a:r>
              <a:rPr lang="fr-FR" smtClean="0"/>
              <a:t>Come ye unwanted and find affection</a:t>
            </a:r>
          </a:p>
          <a:p>
            <a:r>
              <a:rPr lang="fr-FR" smtClean="0"/>
              <a:t>10-  VIENS, TOI QUI EST CHARGÉ VIENS REPOSER TA TÊTE</a:t>
            </a:r>
          </a:p>
          <a:p>
            <a:r>
              <a:rPr lang="fr-FR" smtClean="0"/>
              <a:t>Come all ye weary, come and lay down your head 
11-  VIENS, TOI QUI EST HONTEUX  TU ES MON FRÈRE </a:t>
            </a:r>
          </a:p>
          <a:p>
            <a:r>
              <a:rPr lang="fr-FR" smtClean="0"/>
              <a:t>Come ye unworthy, you are my brother
12-  ET SI VRAIMENT LA GRACE EXISTE ELLE FUT CRÉÉE POUR DE TELLES VIES 
If such a thing as grace exists Then grace was made for lives like this</a:t>
            </a:r>
          </a:p>
          <a:p>
            <a:r>
              <a:rPr lang="fr-FR" smtClean="0"/>
              <a:t> 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13-  Ô CHER PÈRE REGARDE-NOUS </a:t>
            </a:r>
          </a:p>
          <a:p>
            <a:r>
              <a:rPr lang="fr-FR" smtClean="0"/>
              <a:t>O blessed Father, look down upon us
14-  NOUS SOMMES TES ENFANTS  PERDUS SANS TON AMOUR </a:t>
            </a:r>
          </a:p>
          <a:p>
            <a:r>
              <a:rPr lang="fr-FR" smtClean="0"/>
              <a:t>We are Your children, we need Your love
15-  NOUS COURONS  DEVANT TON TRÔNE DE GRACE</a:t>
            </a:r>
          </a:p>
          <a:p>
            <a:r>
              <a:rPr lang="fr-FR" smtClean="0"/>
              <a:t>We run before Your throne of mercy</a:t>
            </a:r>
            <a:br>
              <a:rPr lang="fr-FR" smtClean="0"/>
            </a:br>
            <a:r>
              <a:rPr lang="fr-FR" smtClean="0"/>
              <a:t>16-  RECHERCHANT TA FACE  POUR NOUS ÉLEVER</a:t>
            </a:r>
            <a:br>
              <a:rPr lang="fr-FR" smtClean="0"/>
            </a:br>
            <a:r>
              <a:rPr lang="fr-FR" smtClean="0"/>
              <a:t> And seek Your face to rise above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	Refrain:   x2</a:t>
            </a:r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QUI PARMI NOUS  N’A JAMAIS ÉTÉ BRISÉ</a:t>
            </a:r>
          </a:p>
          <a:p>
            <a:r>
              <a:rPr lang="fr-FR" b="0" smtClean="0"/>
              <a:t>Who here among us has not been broken</a:t>
            </a:r>
            <a:br>
              <a:rPr lang="fr-FR" b="0" smtClean="0"/>
            </a:br>
            <a:r>
              <a:rPr lang="fr-FR" b="0" smtClean="0"/>
              <a:t>2-  QUI PARMI NOUS  EST SANS PEINE NI PÉCHÉ </a:t>
            </a:r>
          </a:p>
          <a:p>
            <a:r>
              <a:rPr lang="fr-FR" b="0" smtClean="0"/>
              <a:t>Who here among us is without guilt or pain</a:t>
            </a:r>
          </a:p>
          <a:p>
            <a:r>
              <a:rPr lang="fr-FR" b="0" smtClean="0"/>
              <a:t>3-  SI SOUVENT LIVRÉS  À NOS TRANSGRESSIONS</a:t>
            </a:r>
          </a:p>
          <a:p>
            <a:r>
              <a:rPr lang="fr-FR" b="0" smtClean="0"/>
              <a:t>So oft' abandoned by our transgressions</a:t>
            </a:r>
            <a:br>
              <a:rPr lang="fr-FR" b="0" smtClean="0"/>
            </a:br>
            <a:r>
              <a:rPr lang="fr-FR" b="0" smtClean="0"/>
              <a:t>4-  ET SI VRAIMENT LA GRACE EXISTE ELLE FUT CRÉÉE POUR DE TELLES VIES</a:t>
            </a:r>
            <a:br>
              <a:rPr lang="fr-FR" b="0" smtClean="0"/>
            </a:br>
            <a:r>
              <a:rPr lang="fr-FR" b="0" smtClean="0"/>
              <a:t> If such a thing as grace exists Then grace was made for lives like this</a:t>
            </a:r>
          </a:p>
          <a:p>
            <a:r>
              <a:rPr lang="fr-FR" b="0" smtClean="0"/>
              <a:t> </a:t>
            </a:r>
          </a:p>
          <a:p>
            <a:r>
              <a:rPr lang="fr-FR" b="0" smtClean="0"/>
              <a:t>	Refrain:
	5-  IL N'Y A PAS D'ÉTRANGERS NI DE REJETÉS</a:t>
            </a:r>
          </a:p>
          <a:p>
            <a:r>
              <a:rPr lang="fr-FR" b="0" smtClean="0"/>
              <a:t>	There are no strangers There are no outcasts
	6-  IL N'Y A PAS D'ORPHELINS  EN DIEU</a:t>
            </a:r>
          </a:p>
          <a:p>
            <a:r>
              <a:rPr lang="fr-FR" b="0" smtClean="0"/>
              <a:t>	There are no orphans of God</a:t>
            </a:r>
            <a:br>
              <a:rPr lang="fr-FR" b="0" smtClean="0"/>
            </a:br>
            <a:r>
              <a:rPr lang="fr-FR" b="0" smtClean="0"/>
              <a:t>	7-  BEAUCOUP SONT TOMBÉS  MAIS ALLÉLUIA </a:t>
            </a:r>
          </a:p>
          <a:p>
            <a:r>
              <a:rPr lang="fr-FR" b="0" smtClean="0"/>
              <a:t>	So many fallen, but hallelujah</a:t>
            </a:r>
          </a:p>
          <a:p>
            <a:r>
              <a:rPr lang="fr-FR" b="0" smtClean="0"/>
              <a:t>	8-  IL N'Y A PAS D'ORPHELINS  EN DIEU</a:t>
            </a:r>
            <a:br>
              <a:rPr lang="fr-FR" b="0" smtClean="0"/>
            </a:br>
            <a:r>
              <a:rPr lang="fr-FR" b="0" smtClean="0"/>
              <a:t>	 There are no orphans of God</a:t>
            </a:r>
            <a:br>
              <a:rPr lang="fr-FR" b="0" smtClean="0"/>
            </a:br>
            <a:r>
              <a:rPr lang="fr-FR" b="0" smtClean="0"/>
              <a:t>
9-  VIENS, TOI L'OUBLIÉ  REÇOIS L'AFFECTION </a:t>
            </a:r>
          </a:p>
          <a:p>
            <a:r>
              <a:rPr lang="fr-FR" b="0" smtClean="0"/>
              <a:t>Come ye unwanted and find affection</a:t>
            </a:r>
          </a:p>
          <a:p>
            <a:r>
              <a:rPr lang="fr-FR" b="0" smtClean="0"/>
              <a:t>10-  VIENS, TOI QUI EST CHARGÉ VIENS REPOSER TA TÊTE</a:t>
            </a:r>
          </a:p>
          <a:p>
            <a:r>
              <a:rPr lang="fr-FR" b="0" smtClean="0"/>
              <a:t>Come all ye weary, come and lay down your head 
11-  VIENS, TOI QUI EST HONTEUX  TU ES MON FRÈRE </a:t>
            </a:r>
          </a:p>
          <a:p>
            <a:r>
              <a:rPr lang="fr-FR" b="0" smtClean="0"/>
              <a:t>Come ye unworthy, you are my brother
12-  ET SI VRAIMENT LA GRACE EXISTE ELLE FUT CRÉÉE POUR DE TELLES VIES 
If such a thing as grace exists Then grace was made for lives like this</a:t>
            </a:r>
          </a:p>
          <a:p>
            <a:r>
              <a:rPr lang="fr-FR" b="0" smtClean="0"/>
              <a:t> 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13-  Ô CHER PÈRE REGARDE-NOUS </a:t>
            </a:r>
          </a:p>
          <a:p>
            <a:r>
              <a:rPr lang="fr-FR" b="0" smtClean="0"/>
              <a:t>O blessed Father, look down upon us
14-  NOUS SOMMES TES ENFANTS  PERDUS SANS TON AMOUR </a:t>
            </a:r>
          </a:p>
          <a:p>
            <a:r>
              <a:rPr lang="fr-FR" b="0" smtClean="0"/>
              <a:t>We are Your children, we need Your love
15-  NOUS COURONS  DEVANT TON TRÔNE DE GRACE</a:t>
            </a:r>
          </a:p>
          <a:p>
            <a:r>
              <a:rPr lang="fr-FR" b="0" smtClean="0"/>
              <a:t>We run before Your throne of mercy</a:t>
            </a:r>
            <a:br>
              <a:rPr lang="fr-FR" b="0" smtClean="0"/>
            </a:br>
            <a:r>
              <a:rPr lang="fr-FR" b="0" smtClean="0"/>
              <a:t>16-  RECHERCHANT TA FACE  POUR NOUS ÉLEVER</a:t>
            </a:r>
            <a:br>
              <a:rPr lang="fr-FR" b="0" smtClean="0"/>
            </a:br>
            <a:r>
              <a:rPr lang="fr-FR" b="0" smtClean="0"/>
              <a:t> And seek Your face to rise above</a:t>
            </a:r>
          </a:p>
          <a:p>
            <a:r>
              <a:rPr lang="fr-FR" b="0" smtClean="0"/>
              <a:t> </a:t>
            </a:r>
          </a:p>
          <a:p>
            <a:r>
              <a:rPr lang="fr-FR" b="0" smtClean="0"/>
              <a:t>	Refrain:   x2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QUI PARMI NOUS  N’A JAMAIS ÉTÉ BRISÉ</a:t>
            </a:r>
          </a:p>
          <a:p>
            <a:r>
              <a:rPr lang="fr-FR" smtClean="0"/>
              <a:t>Who here among us has not been broken</a:t>
            </a:r>
            <a:br>
              <a:rPr lang="fr-FR" smtClean="0"/>
            </a:br>
            <a:r>
              <a:rPr lang="fr-FR" smtClean="0"/>
              <a:t>2-  QUI PARMI NOUS  EST SANS PEINE NI PÉCHÉ </a:t>
            </a:r>
          </a:p>
          <a:p>
            <a:r>
              <a:rPr lang="fr-FR" smtClean="0"/>
              <a:t>Who here among us is without guilt or pain</a:t>
            </a:r>
          </a:p>
          <a:p>
            <a:r>
              <a:rPr lang="fr-FR" smtClean="0"/>
              <a:t>3-  SI SOUVENT LIVRÉS  À NOS TRANSGRESSIONS</a:t>
            </a:r>
          </a:p>
          <a:p>
            <a:r>
              <a:rPr lang="fr-FR" smtClean="0"/>
              <a:t>So oft' abandoned by our transgressions</a:t>
            </a:r>
            <a:br>
              <a:rPr lang="fr-FR" smtClean="0"/>
            </a:br>
            <a:r>
              <a:rPr lang="fr-FR" smtClean="0"/>
              <a:t>4-  ET SI VRAIMENT LA GRACE EXISTE ELLE FUT CRÉÉE POUR DE TELLES VIES</a:t>
            </a:r>
            <a:br>
              <a:rPr lang="fr-FR" smtClean="0"/>
            </a:br>
            <a:r>
              <a:rPr lang="fr-FR" smtClean="0"/>
              <a:t> If such a thing as grace exists Then grace was made for lives like this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	Refrain:
	5-  IL N'Y A PAS D'ÉTRANGERS NI DE REJETÉS</a:t>
            </a:r>
          </a:p>
          <a:p>
            <a:r>
              <a:rPr lang="fr-FR" smtClean="0"/>
              <a:t>	There are no strangers There are no outcasts
	6-  IL N'Y A PAS D'ORPHELINS  EN DIEU</a:t>
            </a:r>
          </a:p>
          <a:p>
            <a:r>
              <a:rPr lang="fr-FR" smtClean="0"/>
              <a:t>	There are no orphans of God</a:t>
            </a:r>
            <a:br>
              <a:rPr lang="fr-FR" smtClean="0"/>
            </a:br>
            <a:r>
              <a:rPr lang="fr-FR" smtClean="0"/>
              <a:t>	7-  BEAUCOUP SONT TOMBÉS  MAIS ALLÉLUIA </a:t>
            </a:r>
          </a:p>
          <a:p>
            <a:r>
              <a:rPr lang="fr-FR" smtClean="0"/>
              <a:t>	So many fallen, but hallelujah</a:t>
            </a:r>
          </a:p>
          <a:p>
            <a:r>
              <a:rPr lang="fr-FR" smtClean="0"/>
              <a:t>	8-  IL N'Y A PAS D'ORPHELINS  EN DIEU</a:t>
            </a:r>
            <a:br>
              <a:rPr lang="fr-FR" smtClean="0"/>
            </a:br>
            <a:r>
              <a:rPr lang="fr-FR" smtClean="0"/>
              <a:t>	 There are no orphans of God</a:t>
            </a:r>
            <a:br>
              <a:rPr lang="fr-FR" smtClean="0"/>
            </a:br>
            <a:r>
              <a:rPr lang="fr-FR" smtClean="0"/>
              <a:t>
9-  VIENS, TOI L'OUBLIÉ  REÇOIS L'AFFECTION </a:t>
            </a:r>
          </a:p>
          <a:p>
            <a:r>
              <a:rPr lang="fr-FR" smtClean="0"/>
              <a:t>Come ye unwanted and find affection</a:t>
            </a:r>
          </a:p>
          <a:p>
            <a:r>
              <a:rPr lang="fr-FR" smtClean="0"/>
              <a:t>10-  VIENS, TOI QUI EST CHARGÉ VIENS REPOSER TA TÊTE</a:t>
            </a:r>
          </a:p>
          <a:p>
            <a:r>
              <a:rPr lang="fr-FR" smtClean="0"/>
              <a:t>Come all ye weary, come and lay down your head 
11-  VIENS, TOI QUI EST HONTEUX  TU ES MON FRÈRE </a:t>
            </a:r>
          </a:p>
          <a:p>
            <a:r>
              <a:rPr lang="fr-FR" smtClean="0"/>
              <a:t>Come ye unworthy, you are my brother
12-  ET SI VRAIMENT LA GRACE EXISTE ELLE FUT CRÉÉE POUR DE TELLES VIES 
If such a thing as grace exists Then grace was made for lives like this</a:t>
            </a:r>
          </a:p>
          <a:p>
            <a:r>
              <a:rPr lang="fr-FR" smtClean="0"/>
              <a:t> 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13-  Ô CHER PÈRE REGARDE-NOUS </a:t>
            </a:r>
          </a:p>
          <a:p>
            <a:r>
              <a:rPr lang="fr-FR" smtClean="0"/>
              <a:t>O blessed Father, look down upon us
14-  NOUS SOMMES TES ENFANTS  PERDUS SANS TON AMOUR </a:t>
            </a:r>
          </a:p>
          <a:p>
            <a:r>
              <a:rPr lang="fr-FR" smtClean="0"/>
              <a:t>We are Your children, we need Your love
15-  NOUS COURONS  DEVANT TON TRÔNE DE GRACE</a:t>
            </a:r>
          </a:p>
          <a:p>
            <a:r>
              <a:rPr lang="fr-FR" smtClean="0"/>
              <a:t>We run before Your throne of mercy</a:t>
            </a:r>
            <a:br>
              <a:rPr lang="fr-FR" smtClean="0"/>
            </a:br>
            <a:r>
              <a:rPr lang="fr-FR" smtClean="0"/>
              <a:t>16-  RECHERCHANT TA FACE  POUR NOUS ÉLEVER</a:t>
            </a:r>
            <a:br>
              <a:rPr lang="fr-FR" smtClean="0"/>
            </a:br>
            <a:r>
              <a:rPr lang="fr-FR" smtClean="0"/>
              <a:t> And seek Your face to rise above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	Refrain:   x2</a:t>
            </a:r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QUI PARMI NOUS  N’A JAMAIS ÉTÉ BRISÉ</a:t>
            </a:r>
          </a:p>
          <a:p>
            <a:r>
              <a:rPr lang="fr-FR" b="0" smtClean="0"/>
              <a:t>Who here among us has not been broken</a:t>
            </a:r>
            <a:br>
              <a:rPr lang="fr-FR" b="0" smtClean="0"/>
            </a:br>
            <a:r>
              <a:rPr lang="fr-FR" b="0" smtClean="0"/>
              <a:t>2-  QUI PARMI NOUS  EST SANS PEINE NI PÉCHÉ </a:t>
            </a:r>
          </a:p>
          <a:p>
            <a:r>
              <a:rPr lang="fr-FR" b="0" smtClean="0"/>
              <a:t>Who here among us is without guilt or pain</a:t>
            </a:r>
          </a:p>
          <a:p>
            <a:r>
              <a:rPr lang="fr-FR" b="0" smtClean="0"/>
              <a:t>3-  SI SOUVENT LIVRÉS  À NOS TRANSGRESSIONS</a:t>
            </a:r>
          </a:p>
          <a:p>
            <a:r>
              <a:rPr lang="fr-FR" b="0" smtClean="0"/>
              <a:t>So oft' abandoned by our transgressions</a:t>
            </a:r>
            <a:br>
              <a:rPr lang="fr-FR" b="0" smtClean="0"/>
            </a:br>
            <a:r>
              <a:rPr lang="fr-FR" b="0" smtClean="0"/>
              <a:t>4-  ET SI VRAIMENT LA GRACE EXISTE ELLE FUT CRÉÉE POUR DE TELLES VIES</a:t>
            </a:r>
            <a:br>
              <a:rPr lang="fr-FR" b="0" smtClean="0"/>
            </a:br>
            <a:r>
              <a:rPr lang="fr-FR" b="0" smtClean="0"/>
              <a:t> If such a thing as grace exists Then grace was made for lives like this</a:t>
            </a:r>
          </a:p>
          <a:p>
            <a:r>
              <a:rPr lang="fr-FR" b="0" smtClean="0"/>
              <a:t> </a:t>
            </a:r>
          </a:p>
          <a:p>
            <a:r>
              <a:rPr lang="fr-FR" b="0" smtClean="0"/>
              <a:t>	Refrain:
	5-  IL N'Y A PAS D'ÉTRANGERS NI DE REJETÉS</a:t>
            </a:r>
          </a:p>
          <a:p>
            <a:r>
              <a:rPr lang="fr-FR" b="0" smtClean="0"/>
              <a:t>	There are no strangers There are no outcasts
	6-  IL N'Y A PAS D'ORPHELINS  EN DIEU</a:t>
            </a:r>
          </a:p>
          <a:p>
            <a:r>
              <a:rPr lang="fr-FR" b="0" smtClean="0"/>
              <a:t>	There are no orphans of God</a:t>
            </a:r>
            <a:br>
              <a:rPr lang="fr-FR" b="0" smtClean="0"/>
            </a:br>
            <a:r>
              <a:rPr lang="fr-FR" b="0" smtClean="0"/>
              <a:t>	7-  BEAUCOUP SONT TOMBÉS  MAIS ALLÉLUIA </a:t>
            </a:r>
          </a:p>
          <a:p>
            <a:r>
              <a:rPr lang="fr-FR" b="0" smtClean="0"/>
              <a:t>	So many fallen, but hallelujah</a:t>
            </a:r>
          </a:p>
          <a:p>
            <a:r>
              <a:rPr lang="fr-FR" b="0" smtClean="0"/>
              <a:t>	8-  IL N'Y A PAS D'ORPHELINS  EN DIEU</a:t>
            </a:r>
            <a:br>
              <a:rPr lang="fr-FR" b="0" smtClean="0"/>
            </a:br>
            <a:r>
              <a:rPr lang="fr-FR" b="0" smtClean="0"/>
              <a:t>	 There are no orphans of God</a:t>
            </a:r>
            <a:br>
              <a:rPr lang="fr-FR" b="0" smtClean="0"/>
            </a:br>
            <a:r>
              <a:rPr lang="fr-FR" b="0" smtClean="0"/>
              <a:t>
9-  VIENS, TOI L'OUBLIÉ  REÇOIS L'AFFECTION </a:t>
            </a:r>
          </a:p>
          <a:p>
            <a:r>
              <a:rPr lang="fr-FR" b="0" smtClean="0"/>
              <a:t>Come ye unwanted and find affection</a:t>
            </a:r>
          </a:p>
          <a:p>
            <a:r>
              <a:rPr lang="fr-FR" b="0" smtClean="0"/>
              <a:t>10-  VIENS, TOI QUI EST CHARGÉ VIENS REPOSER TA TÊTE</a:t>
            </a:r>
          </a:p>
          <a:p>
            <a:r>
              <a:rPr lang="fr-FR" b="0" smtClean="0"/>
              <a:t>Come all ye weary, come and lay down your head 
11-  VIENS, TOI QUI EST HONTEUX  TU ES MON FRÈRE </a:t>
            </a:r>
          </a:p>
          <a:p>
            <a:r>
              <a:rPr lang="fr-FR" b="0" smtClean="0"/>
              <a:t>Come ye unworthy, you are my brother
12-  ET SI VRAIMENT LA GRACE EXISTE ELLE FUT CRÉÉE POUR DE TELLES VIES 
If such a thing as grace exists Then grace was made for lives like this</a:t>
            </a:r>
          </a:p>
          <a:p>
            <a:r>
              <a:rPr lang="fr-FR" b="0" smtClean="0"/>
              <a:t> 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13-  Ô CHER PÈRE REGARDE-NOUS </a:t>
            </a:r>
          </a:p>
          <a:p>
            <a:r>
              <a:rPr lang="fr-FR" b="0" smtClean="0"/>
              <a:t>O blessed Father, look down upon us
14-  NOUS SOMMES TES ENFANTS  PERDUS SANS TON AMOUR </a:t>
            </a:r>
          </a:p>
          <a:p>
            <a:r>
              <a:rPr lang="fr-FR" b="0" smtClean="0"/>
              <a:t>We are Your children, we need Your love
15-  NOUS COURONS  DEVANT TON TRÔNE DE GRACE</a:t>
            </a:r>
          </a:p>
          <a:p>
            <a:r>
              <a:rPr lang="fr-FR" b="0" smtClean="0"/>
              <a:t>We run before Your throne of mercy</a:t>
            </a:r>
            <a:br>
              <a:rPr lang="fr-FR" b="0" smtClean="0"/>
            </a:br>
            <a:r>
              <a:rPr lang="fr-FR" b="0" smtClean="0"/>
              <a:t>16-  RECHERCHANT TA FACE  POUR NOUS ÉLEVER</a:t>
            </a:r>
            <a:br>
              <a:rPr lang="fr-FR" b="0" smtClean="0"/>
            </a:br>
            <a:r>
              <a:rPr lang="fr-FR" b="0" smtClean="0"/>
              <a:t> And seek Your face to rise above</a:t>
            </a:r>
          </a:p>
          <a:p>
            <a:r>
              <a:rPr lang="fr-FR" b="0" smtClean="0"/>
              <a:t> </a:t>
            </a:r>
          </a:p>
          <a:p>
            <a:r>
              <a:rPr lang="fr-FR" b="0" smtClean="0"/>
              <a:t>	Refrain:   x2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QUI PARMI NOUS  N’A JAMAIS ÉTÉ BRISÉ</a:t>
            </a:r>
          </a:p>
          <a:p>
            <a:r>
              <a:rPr lang="fr-FR" smtClean="0"/>
              <a:t>Who here among us has not been broken</a:t>
            </a:r>
            <a:br>
              <a:rPr lang="fr-FR" smtClean="0"/>
            </a:br>
            <a:r>
              <a:rPr lang="fr-FR" smtClean="0"/>
              <a:t>2-  QUI PARMI NOUS  EST SANS PEINE NI PÉCHÉ </a:t>
            </a:r>
          </a:p>
          <a:p>
            <a:r>
              <a:rPr lang="fr-FR" smtClean="0"/>
              <a:t>Who here among us is without guilt or pain</a:t>
            </a:r>
          </a:p>
          <a:p>
            <a:r>
              <a:rPr lang="fr-FR" smtClean="0"/>
              <a:t>3-  SI SOUVENT LIVRÉS  À NOS TRANSGRESSIONS</a:t>
            </a:r>
          </a:p>
          <a:p>
            <a:r>
              <a:rPr lang="fr-FR" smtClean="0"/>
              <a:t>So oft' abandoned by our transgressions</a:t>
            </a:r>
            <a:br>
              <a:rPr lang="fr-FR" smtClean="0"/>
            </a:br>
            <a:r>
              <a:rPr lang="fr-FR" smtClean="0"/>
              <a:t>4-  ET SI VRAIMENT LA GRACE EXISTE ELLE FUT CRÉÉE POUR DE TELLES VIES</a:t>
            </a:r>
            <a:br>
              <a:rPr lang="fr-FR" smtClean="0"/>
            </a:br>
            <a:r>
              <a:rPr lang="fr-FR" smtClean="0"/>
              <a:t> If such a thing as grace exists Then grace was made for lives like this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	Refrain:
	5-  IL N'Y A PAS D'ÉTRANGERS NI DE REJETÉS</a:t>
            </a:r>
          </a:p>
          <a:p>
            <a:r>
              <a:rPr lang="fr-FR" smtClean="0"/>
              <a:t>	There are no strangers There are no outcasts
	6-  IL N'Y A PAS D'ORPHELINS  EN DIEU</a:t>
            </a:r>
          </a:p>
          <a:p>
            <a:r>
              <a:rPr lang="fr-FR" smtClean="0"/>
              <a:t>	There are no orphans of God</a:t>
            </a:r>
            <a:br>
              <a:rPr lang="fr-FR" smtClean="0"/>
            </a:br>
            <a:r>
              <a:rPr lang="fr-FR" smtClean="0"/>
              <a:t>	7-  BEAUCOUP SONT TOMBÉS  MAIS ALLÉLUIA </a:t>
            </a:r>
          </a:p>
          <a:p>
            <a:r>
              <a:rPr lang="fr-FR" smtClean="0"/>
              <a:t>	So many fallen, but hallelujah</a:t>
            </a:r>
          </a:p>
          <a:p>
            <a:r>
              <a:rPr lang="fr-FR" smtClean="0"/>
              <a:t>	8-  IL N'Y A PAS D'ORPHELINS  EN DIEU</a:t>
            </a:r>
            <a:br>
              <a:rPr lang="fr-FR" smtClean="0"/>
            </a:br>
            <a:r>
              <a:rPr lang="fr-FR" smtClean="0"/>
              <a:t>	 There are no orphans of God</a:t>
            </a:r>
            <a:br>
              <a:rPr lang="fr-FR" smtClean="0"/>
            </a:br>
            <a:r>
              <a:rPr lang="fr-FR" smtClean="0"/>
              <a:t>
9-  VIENS, TOI L'OUBLIÉ  REÇOIS L'AFFECTION </a:t>
            </a:r>
          </a:p>
          <a:p>
            <a:r>
              <a:rPr lang="fr-FR" smtClean="0"/>
              <a:t>Come ye unwanted and find affection</a:t>
            </a:r>
          </a:p>
          <a:p>
            <a:r>
              <a:rPr lang="fr-FR" smtClean="0"/>
              <a:t>10-  VIENS, TOI QUI EST CHARGÉ VIENS REPOSER TA TÊTE</a:t>
            </a:r>
          </a:p>
          <a:p>
            <a:r>
              <a:rPr lang="fr-FR" smtClean="0"/>
              <a:t>Come all ye weary, come and lay down your head 
11-  VIENS, TOI QUI EST HONTEUX  TU ES MON FRÈRE </a:t>
            </a:r>
          </a:p>
          <a:p>
            <a:r>
              <a:rPr lang="fr-FR" smtClean="0"/>
              <a:t>Come ye unworthy, you are my brother
12-  ET SI VRAIMENT LA GRACE EXISTE ELLE FUT CRÉÉE POUR DE TELLES VIES 
If such a thing as grace exists Then grace was made for lives like this</a:t>
            </a:r>
          </a:p>
          <a:p>
            <a:r>
              <a:rPr lang="fr-FR" smtClean="0"/>
              <a:t> 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13-  Ô CHER PÈRE REGARDE-NOUS </a:t>
            </a:r>
          </a:p>
          <a:p>
            <a:r>
              <a:rPr lang="fr-FR" smtClean="0"/>
              <a:t>O blessed Father, look down upon us
14-  NOUS SOMMES TES ENFANTS  PERDUS SANS TON AMOUR </a:t>
            </a:r>
          </a:p>
          <a:p>
            <a:r>
              <a:rPr lang="fr-FR" smtClean="0"/>
              <a:t>We are Your children, we need Your love
15-  NOUS COURONS  DEVANT TON TRÔNE DE GRACE</a:t>
            </a:r>
          </a:p>
          <a:p>
            <a:r>
              <a:rPr lang="fr-FR" smtClean="0"/>
              <a:t>We run before Your throne of mercy</a:t>
            </a:r>
            <a:br>
              <a:rPr lang="fr-FR" smtClean="0"/>
            </a:br>
            <a:r>
              <a:rPr lang="fr-FR" smtClean="0"/>
              <a:t>16-  RECHERCHANT TA FACE  POUR NOUS ÉLEVER</a:t>
            </a:r>
            <a:br>
              <a:rPr lang="fr-FR" smtClean="0"/>
            </a:br>
            <a:r>
              <a:rPr lang="fr-FR" smtClean="0"/>
              <a:t> And seek Your face to rise above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	Refrain:   x2</a:t>
            </a:r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QUI PARMI NOUS  N’A JAMAIS ÉTÉ BRISÉ</a:t>
            </a:r>
          </a:p>
          <a:p>
            <a:r>
              <a:rPr lang="fr-FR" b="0" smtClean="0"/>
              <a:t>Who here among us has not been broken</a:t>
            </a:r>
            <a:br>
              <a:rPr lang="fr-FR" b="0" smtClean="0"/>
            </a:br>
            <a:r>
              <a:rPr lang="fr-FR" b="0" smtClean="0"/>
              <a:t>2-  QUI PARMI NOUS  EST SANS PEINE NI PÉCHÉ </a:t>
            </a:r>
          </a:p>
          <a:p>
            <a:r>
              <a:rPr lang="fr-FR" b="0" smtClean="0"/>
              <a:t>Who here among us is without guilt or pain</a:t>
            </a:r>
          </a:p>
          <a:p>
            <a:r>
              <a:rPr lang="fr-FR" b="0" smtClean="0"/>
              <a:t>3-  SI SOUVENT LIVRÉS  À NOS TRANSGRESSIONS</a:t>
            </a:r>
          </a:p>
          <a:p>
            <a:r>
              <a:rPr lang="fr-FR" b="0" smtClean="0"/>
              <a:t>So oft' abandoned by our transgressions</a:t>
            </a:r>
            <a:br>
              <a:rPr lang="fr-FR" b="0" smtClean="0"/>
            </a:br>
            <a:r>
              <a:rPr lang="fr-FR" b="0" smtClean="0"/>
              <a:t>4-  ET SI VRAIMENT LA GRACE EXISTE ELLE FUT CRÉÉE POUR DE TELLES VIES</a:t>
            </a:r>
            <a:br>
              <a:rPr lang="fr-FR" b="0" smtClean="0"/>
            </a:br>
            <a:r>
              <a:rPr lang="fr-FR" b="0" smtClean="0"/>
              <a:t> If such a thing as grace exists Then grace was made for lives like this</a:t>
            </a:r>
          </a:p>
          <a:p>
            <a:r>
              <a:rPr lang="fr-FR" b="0" smtClean="0"/>
              <a:t> </a:t>
            </a:r>
          </a:p>
          <a:p>
            <a:r>
              <a:rPr lang="fr-FR" b="0" smtClean="0"/>
              <a:t>	Refrain:
	5-  IL N'Y A PAS D'ÉTRANGERS NI DE REJETÉS</a:t>
            </a:r>
          </a:p>
          <a:p>
            <a:r>
              <a:rPr lang="fr-FR" b="0" smtClean="0"/>
              <a:t>	There are no strangers There are no outcasts
	6-  IL N'Y A PAS D'ORPHELINS  EN DIEU</a:t>
            </a:r>
          </a:p>
          <a:p>
            <a:r>
              <a:rPr lang="fr-FR" b="0" smtClean="0"/>
              <a:t>	There are no orphans of God</a:t>
            </a:r>
            <a:br>
              <a:rPr lang="fr-FR" b="0" smtClean="0"/>
            </a:br>
            <a:r>
              <a:rPr lang="fr-FR" b="0" smtClean="0"/>
              <a:t>	7-  BEAUCOUP SONT TOMBÉS  MAIS ALLÉLUIA </a:t>
            </a:r>
          </a:p>
          <a:p>
            <a:r>
              <a:rPr lang="fr-FR" b="0" smtClean="0"/>
              <a:t>	So many fallen, but hallelujah</a:t>
            </a:r>
          </a:p>
          <a:p>
            <a:r>
              <a:rPr lang="fr-FR" b="0" smtClean="0"/>
              <a:t>	8-  IL N'Y A PAS D'ORPHELINS  EN DIEU</a:t>
            </a:r>
            <a:br>
              <a:rPr lang="fr-FR" b="0" smtClean="0"/>
            </a:br>
            <a:r>
              <a:rPr lang="fr-FR" b="0" smtClean="0"/>
              <a:t>	 There are no orphans of God</a:t>
            </a:r>
            <a:br>
              <a:rPr lang="fr-FR" b="0" smtClean="0"/>
            </a:br>
            <a:r>
              <a:rPr lang="fr-FR" b="0" smtClean="0"/>
              <a:t>
9-  VIENS, TOI L'OUBLIÉ  REÇOIS L'AFFECTION </a:t>
            </a:r>
          </a:p>
          <a:p>
            <a:r>
              <a:rPr lang="fr-FR" b="0" smtClean="0"/>
              <a:t>Come ye unwanted and find affection</a:t>
            </a:r>
          </a:p>
          <a:p>
            <a:r>
              <a:rPr lang="fr-FR" b="0" smtClean="0"/>
              <a:t>10-  VIENS, TOI QUI EST CHARGÉ VIENS REPOSER TA TÊTE</a:t>
            </a:r>
          </a:p>
          <a:p>
            <a:r>
              <a:rPr lang="fr-FR" b="0" smtClean="0"/>
              <a:t>Come all ye weary, come and lay down your head 
11-  VIENS, TOI QUI EST HONTEUX  TU ES MON FRÈRE </a:t>
            </a:r>
          </a:p>
          <a:p>
            <a:r>
              <a:rPr lang="fr-FR" b="0" smtClean="0"/>
              <a:t>Come ye unworthy, you are my brother
12-  ET SI VRAIMENT LA GRACE EXISTE ELLE FUT CRÉÉE POUR DE TELLES VIES 
If such a thing as grace exists Then grace was made for lives like this</a:t>
            </a:r>
          </a:p>
          <a:p>
            <a:r>
              <a:rPr lang="fr-FR" b="0" smtClean="0"/>
              <a:t> 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13-  Ô CHER PÈRE REGARDE-NOUS </a:t>
            </a:r>
          </a:p>
          <a:p>
            <a:r>
              <a:rPr lang="fr-FR" b="0" smtClean="0"/>
              <a:t>O blessed Father, look down upon us
14-  NOUS SOMMES TES ENFANTS  PERDUS SANS TON AMOUR </a:t>
            </a:r>
          </a:p>
          <a:p>
            <a:r>
              <a:rPr lang="fr-FR" b="0" smtClean="0"/>
              <a:t>We are Your children, we need Your love
15-  NOUS COURONS  DEVANT TON TRÔNE DE GRACE</a:t>
            </a:r>
          </a:p>
          <a:p>
            <a:r>
              <a:rPr lang="fr-FR" b="0" smtClean="0"/>
              <a:t>We run before Your throne of mercy</a:t>
            </a:r>
            <a:br>
              <a:rPr lang="fr-FR" b="0" smtClean="0"/>
            </a:br>
            <a:r>
              <a:rPr lang="fr-FR" b="0" smtClean="0"/>
              <a:t>16-  RECHERCHANT TA FACE  POUR NOUS ÉLEVER</a:t>
            </a:r>
            <a:br>
              <a:rPr lang="fr-FR" b="0" smtClean="0"/>
            </a:br>
            <a:r>
              <a:rPr lang="fr-FR" b="0" smtClean="0"/>
              <a:t> And seek Your face to rise above</a:t>
            </a:r>
          </a:p>
          <a:p>
            <a:r>
              <a:rPr lang="fr-FR" b="0" smtClean="0"/>
              <a:t> </a:t>
            </a:r>
          </a:p>
          <a:p>
            <a:r>
              <a:rPr lang="fr-FR" b="0" smtClean="0"/>
              <a:t>	Refrain:   x2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QUI PARMI NOUS  N’A JAMAIS ÉTÉ BRISÉ</a:t>
            </a:r>
          </a:p>
          <a:p>
            <a:r>
              <a:rPr lang="fr-FR" smtClean="0"/>
              <a:t>Who here among us has not been broken</a:t>
            </a:r>
            <a:br>
              <a:rPr lang="fr-FR" smtClean="0"/>
            </a:br>
            <a:r>
              <a:rPr lang="fr-FR" smtClean="0"/>
              <a:t>2-  QUI PARMI NOUS  EST SANS PEINE NI PÉCHÉ </a:t>
            </a:r>
          </a:p>
          <a:p>
            <a:r>
              <a:rPr lang="fr-FR" smtClean="0"/>
              <a:t>Who here among us is without guilt or pain</a:t>
            </a:r>
          </a:p>
          <a:p>
            <a:r>
              <a:rPr lang="fr-FR" smtClean="0"/>
              <a:t>3-  SI SOUVENT LIVRÉS  À NOS TRANSGRESSIONS</a:t>
            </a:r>
          </a:p>
          <a:p>
            <a:r>
              <a:rPr lang="fr-FR" smtClean="0"/>
              <a:t>So oft' abandoned by our transgressions</a:t>
            </a:r>
            <a:br>
              <a:rPr lang="fr-FR" smtClean="0"/>
            </a:br>
            <a:r>
              <a:rPr lang="fr-FR" smtClean="0"/>
              <a:t>4-  ET SI VRAIMENT LA GRACE EXISTE ELLE FUT CRÉÉE POUR DE TELLES VIES</a:t>
            </a:r>
            <a:br>
              <a:rPr lang="fr-FR" smtClean="0"/>
            </a:br>
            <a:r>
              <a:rPr lang="fr-FR" smtClean="0"/>
              <a:t> If such a thing as grace exists Then grace was made for lives like this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	Refrain:
	5-  IL N'Y A PAS D'ÉTRANGERS NI DE REJETÉS</a:t>
            </a:r>
          </a:p>
          <a:p>
            <a:r>
              <a:rPr lang="fr-FR" smtClean="0"/>
              <a:t>	There are no strangers There are no outcasts
	6-  IL N'Y A PAS D'ORPHELINS  EN DIEU</a:t>
            </a:r>
          </a:p>
          <a:p>
            <a:r>
              <a:rPr lang="fr-FR" smtClean="0"/>
              <a:t>	There are no orphans of God</a:t>
            </a:r>
            <a:br>
              <a:rPr lang="fr-FR" smtClean="0"/>
            </a:br>
            <a:r>
              <a:rPr lang="fr-FR" smtClean="0"/>
              <a:t>	7-  BEAUCOUP SONT TOMBÉS  MAIS ALLÉLUIA </a:t>
            </a:r>
          </a:p>
          <a:p>
            <a:r>
              <a:rPr lang="fr-FR" smtClean="0"/>
              <a:t>	So many fallen, but hallelujah</a:t>
            </a:r>
          </a:p>
          <a:p>
            <a:r>
              <a:rPr lang="fr-FR" smtClean="0"/>
              <a:t>	8-  IL N'Y A PAS D'ORPHELINS  EN DIEU</a:t>
            </a:r>
            <a:br>
              <a:rPr lang="fr-FR" smtClean="0"/>
            </a:br>
            <a:r>
              <a:rPr lang="fr-FR" smtClean="0"/>
              <a:t>	 There are no orphans of God</a:t>
            </a:r>
            <a:br>
              <a:rPr lang="fr-FR" smtClean="0"/>
            </a:br>
            <a:r>
              <a:rPr lang="fr-FR" smtClean="0"/>
              <a:t>
9-  VIENS, TOI L'OUBLIÉ  REÇOIS L'AFFECTION </a:t>
            </a:r>
          </a:p>
          <a:p>
            <a:r>
              <a:rPr lang="fr-FR" smtClean="0"/>
              <a:t>Come ye unwanted and find affection</a:t>
            </a:r>
          </a:p>
          <a:p>
            <a:r>
              <a:rPr lang="fr-FR" smtClean="0"/>
              <a:t>10-  VIENS, TOI QUI EST CHARGÉ VIENS REPOSER TA TÊTE</a:t>
            </a:r>
          </a:p>
          <a:p>
            <a:r>
              <a:rPr lang="fr-FR" smtClean="0"/>
              <a:t>Come all ye weary, come and lay down your head 
11-  VIENS, TOI QUI EST HONTEUX  TU ES MON FRÈRE </a:t>
            </a:r>
          </a:p>
          <a:p>
            <a:r>
              <a:rPr lang="fr-FR" smtClean="0"/>
              <a:t>Come ye unworthy, you are my brother
12-  ET SI VRAIMENT LA GRACE EXISTE ELLE FUT CRÉÉE POUR DE TELLES VIES 
If such a thing as grace exists Then grace was made for lives like this</a:t>
            </a:r>
          </a:p>
          <a:p>
            <a:r>
              <a:rPr lang="fr-FR" smtClean="0"/>
              <a:t> 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13-  Ô CHER PÈRE REGARDE-NOUS </a:t>
            </a:r>
          </a:p>
          <a:p>
            <a:r>
              <a:rPr lang="fr-FR" smtClean="0"/>
              <a:t>O blessed Father, look down upon us
14-  NOUS SOMMES TES ENFANTS  PERDUS SANS TON AMOUR </a:t>
            </a:r>
          </a:p>
          <a:p>
            <a:r>
              <a:rPr lang="fr-FR" smtClean="0"/>
              <a:t>We are Your children, we need Your love
15-  NOUS COURONS  DEVANT TON TRÔNE DE GRACE</a:t>
            </a:r>
          </a:p>
          <a:p>
            <a:r>
              <a:rPr lang="fr-FR" smtClean="0"/>
              <a:t>We run before Your throne of mercy</a:t>
            </a:r>
            <a:br>
              <a:rPr lang="fr-FR" smtClean="0"/>
            </a:br>
            <a:r>
              <a:rPr lang="fr-FR" smtClean="0"/>
              <a:t>16-  RECHERCHANT TA FACE  POUR NOUS ÉLEVER</a:t>
            </a:r>
            <a:br>
              <a:rPr lang="fr-FR" smtClean="0"/>
            </a:br>
            <a:r>
              <a:rPr lang="fr-FR" smtClean="0"/>
              <a:t> And seek Your face to rise above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	Refrain:   x2</a:t>
            </a:r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QUI PARMI NOUS  N’A JAMAIS ÉTÉ BRISÉ</a:t>
            </a:r>
          </a:p>
          <a:p>
            <a:r>
              <a:rPr lang="fr-FR" b="0" smtClean="0"/>
              <a:t>Who here among us has not been broken</a:t>
            </a:r>
            <a:br>
              <a:rPr lang="fr-FR" b="0" smtClean="0"/>
            </a:br>
            <a:r>
              <a:rPr lang="fr-FR" b="0" smtClean="0"/>
              <a:t>2-  QUI PARMI NOUS  EST SANS PEINE NI PÉCHÉ </a:t>
            </a:r>
          </a:p>
          <a:p>
            <a:r>
              <a:rPr lang="fr-FR" b="0" smtClean="0"/>
              <a:t>Who here among us is without guilt or pain</a:t>
            </a:r>
          </a:p>
          <a:p>
            <a:r>
              <a:rPr lang="fr-FR" b="0" smtClean="0"/>
              <a:t>3-  SI SOUVENT LIVRÉS  À NOS TRANSGRESSIONS</a:t>
            </a:r>
          </a:p>
          <a:p>
            <a:r>
              <a:rPr lang="fr-FR" b="0" smtClean="0"/>
              <a:t>So oft' abandoned by our transgressions</a:t>
            </a:r>
            <a:br>
              <a:rPr lang="fr-FR" b="0" smtClean="0"/>
            </a:br>
            <a:r>
              <a:rPr lang="fr-FR" b="0" smtClean="0"/>
              <a:t>4-  ET SI VRAIMENT LA GRACE EXISTE ELLE FUT CRÉÉE POUR DE TELLES VIES</a:t>
            </a:r>
            <a:br>
              <a:rPr lang="fr-FR" b="0" smtClean="0"/>
            </a:br>
            <a:r>
              <a:rPr lang="fr-FR" b="0" smtClean="0"/>
              <a:t> If such a thing as grace exists Then grace was made for lives like this</a:t>
            </a:r>
          </a:p>
          <a:p>
            <a:r>
              <a:rPr lang="fr-FR" b="0" smtClean="0"/>
              <a:t> </a:t>
            </a:r>
          </a:p>
          <a:p>
            <a:r>
              <a:rPr lang="fr-FR" b="0" smtClean="0"/>
              <a:t>	Refrain:
	5-  IL N'Y A PAS D'ÉTRANGERS NI DE REJETÉS</a:t>
            </a:r>
          </a:p>
          <a:p>
            <a:r>
              <a:rPr lang="fr-FR" b="0" smtClean="0"/>
              <a:t>	There are no strangers There are no outcasts
	6-  IL N'Y A PAS D'ORPHELINS  EN DIEU</a:t>
            </a:r>
          </a:p>
          <a:p>
            <a:r>
              <a:rPr lang="fr-FR" b="0" smtClean="0"/>
              <a:t>	There are no orphans of God</a:t>
            </a:r>
            <a:br>
              <a:rPr lang="fr-FR" b="0" smtClean="0"/>
            </a:br>
            <a:r>
              <a:rPr lang="fr-FR" b="0" smtClean="0"/>
              <a:t>	7-  BEAUCOUP SONT TOMBÉS  MAIS ALLÉLUIA </a:t>
            </a:r>
          </a:p>
          <a:p>
            <a:r>
              <a:rPr lang="fr-FR" b="0" smtClean="0"/>
              <a:t>	So many fallen, but hallelujah</a:t>
            </a:r>
          </a:p>
          <a:p>
            <a:r>
              <a:rPr lang="fr-FR" b="0" smtClean="0"/>
              <a:t>	8-  IL N'Y A PAS D'ORPHELINS  EN DIEU</a:t>
            </a:r>
            <a:br>
              <a:rPr lang="fr-FR" b="0" smtClean="0"/>
            </a:br>
            <a:r>
              <a:rPr lang="fr-FR" b="0" smtClean="0"/>
              <a:t>	 There are no orphans of God</a:t>
            </a:r>
            <a:br>
              <a:rPr lang="fr-FR" b="0" smtClean="0"/>
            </a:br>
            <a:r>
              <a:rPr lang="fr-FR" b="0" smtClean="0"/>
              <a:t>
9-  VIENS, TOI L'OUBLIÉ  REÇOIS L'AFFECTION </a:t>
            </a:r>
          </a:p>
          <a:p>
            <a:r>
              <a:rPr lang="fr-FR" b="0" smtClean="0"/>
              <a:t>Come ye unwanted and find affection</a:t>
            </a:r>
          </a:p>
          <a:p>
            <a:r>
              <a:rPr lang="fr-FR" b="0" smtClean="0"/>
              <a:t>10-  VIENS, TOI QUI EST CHARGÉ VIENS REPOSER TA TÊTE</a:t>
            </a:r>
          </a:p>
          <a:p>
            <a:r>
              <a:rPr lang="fr-FR" b="0" smtClean="0"/>
              <a:t>Come all ye weary, come and lay down your head 
11-  VIENS, TOI QUI EST HONTEUX  TU ES MON FRÈRE </a:t>
            </a:r>
          </a:p>
          <a:p>
            <a:r>
              <a:rPr lang="fr-FR" b="0" smtClean="0"/>
              <a:t>Come ye unworthy, you are my brother
12-  ET SI VRAIMENT LA GRACE EXISTE ELLE FUT CRÉÉE POUR DE TELLES VIES 
If such a thing as grace exists Then grace was made for lives like this</a:t>
            </a:r>
          </a:p>
          <a:p>
            <a:r>
              <a:rPr lang="fr-FR" b="0" smtClean="0"/>
              <a:t> 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13-  Ô CHER PÈRE REGARDE-NOUS </a:t>
            </a:r>
          </a:p>
          <a:p>
            <a:r>
              <a:rPr lang="fr-FR" b="0" smtClean="0"/>
              <a:t>O blessed Father, look down upon us
14-  NOUS SOMMES TES ENFANTS  PERDUS SANS TON AMOUR </a:t>
            </a:r>
          </a:p>
          <a:p>
            <a:r>
              <a:rPr lang="fr-FR" b="0" smtClean="0"/>
              <a:t>We are Your children, we need Your love
15-  NOUS COURONS  DEVANT TON TRÔNE DE GRACE</a:t>
            </a:r>
          </a:p>
          <a:p>
            <a:r>
              <a:rPr lang="fr-FR" b="0" smtClean="0"/>
              <a:t>We run before Your throne of mercy</a:t>
            </a:r>
            <a:br>
              <a:rPr lang="fr-FR" b="0" smtClean="0"/>
            </a:br>
            <a:r>
              <a:rPr lang="fr-FR" b="0" smtClean="0"/>
              <a:t>16-  RECHERCHANT TA FACE  POUR NOUS ÉLEVER</a:t>
            </a:r>
            <a:br>
              <a:rPr lang="fr-FR" b="0" smtClean="0"/>
            </a:br>
            <a:r>
              <a:rPr lang="fr-FR" b="0" smtClean="0"/>
              <a:t> And seek Your face to rise above</a:t>
            </a:r>
          </a:p>
          <a:p>
            <a:r>
              <a:rPr lang="fr-FR" b="0" smtClean="0"/>
              <a:t> </a:t>
            </a:r>
          </a:p>
          <a:p>
            <a:r>
              <a:rPr lang="fr-FR" b="0" smtClean="0"/>
              <a:t>	Refrain:   x2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QUI PARMI NOUS  N’A JAMAIS ÉTÉ BRISÉ</a:t>
            </a:r>
          </a:p>
          <a:p>
            <a:r>
              <a:rPr lang="fr-FR" smtClean="0"/>
              <a:t>Who here among us has not been broken</a:t>
            </a:r>
            <a:br>
              <a:rPr lang="fr-FR" smtClean="0"/>
            </a:br>
            <a:r>
              <a:rPr lang="fr-FR" smtClean="0"/>
              <a:t>2-  QUI PARMI NOUS  EST SANS PEINE NI PÉCHÉ </a:t>
            </a:r>
          </a:p>
          <a:p>
            <a:r>
              <a:rPr lang="fr-FR" smtClean="0"/>
              <a:t>Who here among us is without guilt or pain</a:t>
            </a:r>
          </a:p>
          <a:p>
            <a:r>
              <a:rPr lang="fr-FR" smtClean="0"/>
              <a:t>3-  SI SOUVENT LIVRÉS  À NOS TRANSGRESSIONS</a:t>
            </a:r>
          </a:p>
          <a:p>
            <a:r>
              <a:rPr lang="fr-FR" smtClean="0"/>
              <a:t>So oft' abandoned by our transgressions</a:t>
            </a:r>
            <a:br>
              <a:rPr lang="fr-FR" smtClean="0"/>
            </a:br>
            <a:r>
              <a:rPr lang="fr-FR" smtClean="0"/>
              <a:t>4-  ET SI VRAIMENT LA GRACE EXISTE ELLE FUT CRÉÉE POUR DE TELLES VIES</a:t>
            </a:r>
            <a:br>
              <a:rPr lang="fr-FR" smtClean="0"/>
            </a:br>
            <a:r>
              <a:rPr lang="fr-FR" smtClean="0"/>
              <a:t> If such a thing as grace exists Then grace was made for lives like this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	Refrain:
	5-  IL N'Y A PAS D'ÉTRANGERS NI DE REJETÉS</a:t>
            </a:r>
          </a:p>
          <a:p>
            <a:r>
              <a:rPr lang="fr-FR" smtClean="0"/>
              <a:t>	There are no strangers There are no outcasts
	6-  IL N'Y A PAS D'ORPHELINS  EN DIEU</a:t>
            </a:r>
          </a:p>
          <a:p>
            <a:r>
              <a:rPr lang="fr-FR" smtClean="0"/>
              <a:t>	There are no orphans of God</a:t>
            </a:r>
            <a:br>
              <a:rPr lang="fr-FR" smtClean="0"/>
            </a:br>
            <a:r>
              <a:rPr lang="fr-FR" smtClean="0"/>
              <a:t>	7-  BEAUCOUP SONT TOMBÉS  MAIS ALLÉLUIA </a:t>
            </a:r>
          </a:p>
          <a:p>
            <a:r>
              <a:rPr lang="fr-FR" smtClean="0"/>
              <a:t>	So many fallen, but hallelujah</a:t>
            </a:r>
          </a:p>
          <a:p>
            <a:r>
              <a:rPr lang="fr-FR" smtClean="0"/>
              <a:t>	8-  IL N'Y A PAS D'ORPHELINS  EN DIEU</a:t>
            </a:r>
            <a:br>
              <a:rPr lang="fr-FR" smtClean="0"/>
            </a:br>
            <a:r>
              <a:rPr lang="fr-FR" smtClean="0"/>
              <a:t>	 There are no orphans of God</a:t>
            </a:r>
            <a:br>
              <a:rPr lang="fr-FR" smtClean="0"/>
            </a:br>
            <a:r>
              <a:rPr lang="fr-FR" smtClean="0"/>
              <a:t>
9-  VIENS, TOI L'OUBLIÉ  REÇOIS L'AFFECTION </a:t>
            </a:r>
          </a:p>
          <a:p>
            <a:r>
              <a:rPr lang="fr-FR" smtClean="0"/>
              <a:t>Come ye unwanted and find affection</a:t>
            </a:r>
          </a:p>
          <a:p>
            <a:r>
              <a:rPr lang="fr-FR" smtClean="0"/>
              <a:t>10-  VIENS, TOI QUI EST CHARGÉ VIENS REPOSER TA TÊTE</a:t>
            </a:r>
          </a:p>
          <a:p>
            <a:r>
              <a:rPr lang="fr-FR" smtClean="0"/>
              <a:t>Come all ye weary, come and lay down your head 
11-  VIENS, TOI QUI EST HONTEUX  TU ES MON FRÈRE </a:t>
            </a:r>
          </a:p>
          <a:p>
            <a:r>
              <a:rPr lang="fr-FR" smtClean="0"/>
              <a:t>Come ye unworthy, you are my brother
12-  ET SI VRAIMENT LA GRACE EXISTE ELLE FUT CRÉÉE POUR DE TELLES VIES 
If such a thing as grace exists Then grace was made for lives like this</a:t>
            </a:r>
          </a:p>
          <a:p>
            <a:r>
              <a:rPr lang="fr-FR" smtClean="0"/>
              <a:t> 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13-  Ô CHER PÈRE REGARDE-NOUS </a:t>
            </a:r>
          </a:p>
          <a:p>
            <a:r>
              <a:rPr lang="fr-FR" smtClean="0"/>
              <a:t>O blessed Father, look down upon us
14-  NOUS SOMMES TES ENFANTS  PERDUS SANS TON AMOUR </a:t>
            </a:r>
          </a:p>
          <a:p>
            <a:r>
              <a:rPr lang="fr-FR" smtClean="0"/>
              <a:t>We are Your children, we need Your love
15-  NOUS COURONS  DEVANT TON TRÔNE DE GRACE</a:t>
            </a:r>
          </a:p>
          <a:p>
            <a:r>
              <a:rPr lang="fr-FR" smtClean="0"/>
              <a:t>We run before Your throne of mercy</a:t>
            </a:r>
            <a:br>
              <a:rPr lang="fr-FR" smtClean="0"/>
            </a:br>
            <a:r>
              <a:rPr lang="fr-FR" smtClean="0"/>
              <a:t>16-  RECHERCHANT TA FACE  POUR NOUS ÉLEVER</a:t>
            </a:r>
            <a:br>
              <a:rPr lang="fr-FR" smtClean="0"/>
            </a:br>
            <a:r>
              <a:rPr lang="fr-FR" smtClean="0"/>
              <a:t> And seek Your face to rise above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	Refrain:   x2</a:t>
            </a:r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QUI PARMI NOUS  N’A JAMAIS ÉTÉ BRISÉ</a:t>
            </a:r>
          </a:p>
          <a:p>
            <a:r>
              <a:rPr lang="fr-FR" b="0" dirty="0" err="1" smtClean="0"/>
              <a:t>Who</a:t>
            </a:r>
            <a:r>
              <a:rPr lang="fr-FR" b="0" dirty="0" smtClean="0"/>
              <a:t> </a:t>
            </a:r>
            <a:r>
              <a:rPr lang="fr-FR" b="0" dirty="0" err="1" smtClean="0"/>
              <a:t>here</a:t>
            </a:r>
            <a:r>
              <a:rPr lang="fr-FR" b="0" dirty="0" smtClean="0"/>
              <a:t> </a:t>
            </a:r>
            <a:r>
              <a:rPr lang="fr-FR" b="0" dirty="0" err="1" smtClean="0"/>
              <a:t>among</a:t>
            </a:r>
            <a:r>
              <a:rPr lang="fr-FR" b="0" dirty="0" smtClean="0"/>
              <a:t> us has not been </a:t>
            </a:r>
            <a:r>
              <a:rPr lang="fr-FR" b="0" dirty="0" err="1" smtClean="0"/>
              <a:t>broken</a:t>
            </a:r>
            <a:r>
              <a:rPr lang="fr-FR" b="0" dirty="0" smtClean="0"/>
              <a:t/>
            </a:r>
            <a:br>
              <a:rPr lang="fr-FR" b="0" dirty="0" smtClean="0"/>
            </a:br>
            <a:r>
              <a:rPr lang="fr-FR" b="0" dirty="0" smtClean="0"/>
              <a:t>2-  QUI PARMI NOUS  EST SANS PEINE NI PÉCHÉ </a:t>
            </a:r>
          </a:p>
          <a:p>
            <a:r>
              <a:rPr lang="fr-FR" b="0" dirty="0" err="1" smtClean="0"/>
              <a:t>Who</a:t>
            </a:r>
            <a:r>
              <a:rPr lang="fr-FR" b="0" dirty="0" smtClean="0"/>
              <a:t> </a:t>
            </a:r>
            <a:r>
              <a:rPr lang="fr-FR" b="0" dirty="0" err="1" smtClean="0"/>
              <a:t>here</a:t>
            </a:r>
            <a:r>
              <a:rPr lang="fr-FR" b="0" dirty="0" smtClean="0"/>
              <a:t> </a:t>
            </a:r>
            <a:r>
              <a:rPr lang="fr-FR" b="0" dirty="0" err="1" smtClean="0"/>
              <a:t>among</a:t>
            </a:r>
            <a:r>
              <a:rPr lang="fr-FR" b="0" dirty="0" smtClean="0"/>
              <a:t> us </a:t>
            </a:r>
            <a:r>
              <a:rPr lang="fr-FR" b="0" dirty="0" err="1" smtClean="0"/>
              <a:t>is</a:t>
            </a:r>
            <a:r>
              <a:rPr lang="fr-FR" b="0" dirty="0" smtClean="0"/>
              <a:t> </a:t>
            </a:r>
            <a:r>
              <a:rPr lang="fr-FR" b="0" dirty="0" err="1" smtClean="0"/>
              <a:t>without</a:t>
            </a:r>
            <a:r>
              <a:rPr lang="fr-FR" b="0" dirty="0" smtClean="0"/>
              <a:t> </a:t>
            </a:r>
            <a:r>
              <a:rPr lang="fr-FR" b="0" dirty="0" err="1" smtClean="0"/>
              <a:t>guilt</a:t>
            </a:r>
            <a:r>
              <a:rPr lang="fr-FR" b="0" dirty="0" smtClean="0"/>
              <a:t> or pain</a:t>
            </a:r>
          </a:p>
          <a:p>
            <a:r>
              <a:rPr lang="fr-FR" b="0" dirty="0" smtClean="0"/>
              <a:t>3-  SI SOUVENT LIVRÉS  À NOS TRANSGRESSIONS</a:t>
            </a:r>
          </a:p>
          <a:p>
            <a:r>
              <a:rPr lang="fr-FR" b="0" dirty="0" smtClean="0"/>
              <a:t>So </a:t>
            </a:r>
            <a:r>
              <a:rPr lang="fr-FR" b="0" dirty="0" err="1" smtClean="0"/>
              <a:t>oft</a:t>
            </a:r>
            <a:r>
              <a:rPr lang="fr-FR" b="0" dirty="0" smtClean="0"/>
              <a:t>' </a:t>
            </a:r>
            <a:r>
              <a:rPr lang="fr-FR" b="0" dirty="0" err="1" smtClean="0"/>
              <a:t>abandoned</a:t>
            </a:r>
            <a:r>
              <a:rPr lang="fr-FR" b="0" dirty="0" smtClean="0"/>
              <a:t> by </a:t>
            </a:r>
            <a:r>
              <a:rPr lang="fr-FR" b="0" dirty="0" err="1" smtClean="0"/>
              <a:t>our</a:t>
            </a:r>
            <a:r>
              <a:rPr lang="fr-FR" b="0" dirty="0" smtClean="0"/>
              <a:t> transgressions</a:t>
            </a:r>
            <a:br>
              <a:rPr lang="fr-FR" b="0" dirty="0" smtClean="0"/>
            </a:br>
            <a:r>
              <a:rPr lang="fr-FR" b="0" dirty="0" smtClean="0"/>
              <a:t>4-  ET SI VRAIMENT LA GRACE EXISTE ELLE FUT CRÉÉE POUR DE TELLES VIES</a:t>
            </a:r>
            <a:br>
              <a:rPr lang="fr-FR" b="0" dirty="0" smtClean="0"/>
            </a:br>
            <a:r>
              <a:rPr lang="fr-FR" b="0" dirty="0" smtClean="0"/>
              <a:t> If </a:t>
            </a:r>
            <a:r>
              <a:rPr lang="fr-FR" b="0" dirty="0" err="1" smtClean="0"/>
              <a:t>such</a:t>
            </a:r>
            <a:r>
              <a:rPr lang="fr-FR" b="0" dirty="0" smtClean="0"/>
              <a:t> a </a:t>
            </a:r>
            <a:r>
              <a:rPr lang="fr-FR" b="0" dirty="0" err="1" smtClean="0"/>
              <a:t>thing</a:t>
            </a:r>
            <a:r>
              <a:rPr lang="fr-FR" b="0" dirty="0" smtClean="0"/>
              <a:t> as </a:t>
            </a:r>
            <a:r>
              <a:rPr lang="fr-FR" b="0" dirty="0" err="1" smtClean="0"/>
              <a:t>grace</a:t>
            </a:r>
            <a:r>
              <a:rPr lang="fr-FR" b="0" dirty="0" smtClean="0"/>
              <a:t> </a:t>
            </a:r>
            <a:r>
              <a:rPr lang="fr-FR" b="0" dirty="0" err="1" smtClean="0"/>
              <a:t>exists</a:t>
            </a:r>
            <a:r>
              <a:rPr lang="fr-FR" b="0" dirty="0" smtClean="0"/>
              <a:t> </a:t>
            </a:r>
            <a:r>
              <a:rPr lang="fr-FR" b="0" dirty="0" err="1" smtClean="0"/>
              <a:t>Then</a:t>
            </a:r>
            <a:r>
              <a:rPr lang="fr-FR" b="0" dirty="0" smtClean="0"/>
              <a:t> </a:t>
            </a:r>
            <a:r>
              <a:rPr lang="fr-FR" b="0" dirty="0" err="1" smtClean="0"/>
              <a:t>grace</a:t>
            </a:r>
            <a:r>
              <a:rPr lang="fr-FR" b="0" dirty="0" smtClean="0"/>
              <a:t> </a:t>
            </a:r>
            <a:r>
              <a:rPr lang="fr-FR" b="0" dirty="0" err="1" smtClean="0"/>
              <a:t>was</a:t>
            </a:r>
            <a:r>
              <a:rPr lang="fr-FR" b="0" dirty="0" smtClean="0"/>
              <a:t> made for </a:t>
            </a:r>
            <a:r>
              <a:rPr lang="fr-FR" b="0" dirty="0" err="1" smtClean="0"/>
              <a:t>lives</a:t>
            </a:r>
            <a:r>
              <a:rPr lang="fr-FR" b="0" dirty="0" smtClean="0"/>
              <a:t> </a:t>
            </a:r>
            <a:r>
              <a:rPr lang="fr-FR" b="0" dirty="0" err="1" smtClean="0"/>
              <a:t>like</a:t>
            </a:r>
            <a:r>
              <a:rPr lang="fr-FR" b="0" dirty="0" smtClean="0"/>
              <a:t> </a:t>
            </a:r>
            <a:r>
              <a:rPr lang="fr-FR" b="0" dirty="0" err="1" smtClean="0"/>
              <a:t>this</a:t>
            </a:r>
            <a:endParaRPr lang="fr-FR" b="0" dirty="0" smtClean="0"/>
          </a:p>
          <a:p>
            <a:r>
              <a:rPr lang="fr-FR" b="0" dirty="0" smtClean="0"/>
              <a:t> </a:t>
            </a:r>
          </a:p>
          <a:p>
            <a:r>
              <a:rPr lang="fr-FR" b="0" dirty="0" smtClean="0"/>
              <a:t>	Refrain:
	5-  IL N'Y A PAS D'ÉTRANGERS NI DE REJETÉS</a:t>
            </a:r>
          </a:p>
          <a:p>
            <a:r>
              <a:rPr lang="fr-FR" b="0" dirty="0" smtClean="0"/>
              <a:t>	There are no </a:t>
            </a:r>
            <a:r>
              <a:rPr lang="fr-FR" b="0" dirty="0" err="1" smtClean="0"/>
              <a:t>strangers</a:t>
            </a:r>
            <a:r>
              <a:rPr lang="fr-FR" b="0" dirty="0" smtClean="0"/>
              <a:t> There are no </a:t>
            </a:r>
            <a:r>
              <a:rPr lang="fr-FR" b="0" dirty="0" err="1" smtClean="0"/>
              <a:t>outcasts</a:t>
            </a:r>
            <a:r>
              <a:rPr lang="fr-FR" b="0" dirty="0" smtClean="0"/>
              <a:t>
	6-  IL N'Y A PAS D'ORPHELINS  EN DIEU</a:t>
            </a:r>
          </a:p>
          <a:p>
            <a:r>
              <a:rPr lang="fr-FR" b="0" dirty="0" smtClean="0"/>
              <a:t>	There are no </a:t>
            </a:r>
            <a:r>
              <a:rPr lang="fr-FR" b="0" dirty="0" err="1" smtClean="0"/>
              <a:t>orphans</a:t>
            </a:r>
            <a:r>
              <a:rPr lang="fr-FR" b="0" dirty="0" smtClean="0"/>
              <a:t> of </a:t>
            </a:r>
            <a:r>
              <a:rPr lang="fr-FR" b="0" dirty="0" err="1" smtClean="0"/>
              <a:t>God</a:t>
            </a:r>
            <a:r>
              <a:rPr lang="fr-FR" b="0" dirty="0" smtClean="0"/>
              <a:t/>
            </a:r>
            <a:br>
              <a:rPr lang="fr-FR" b="0" dirty="0" smtClean="0"/>
            </a:br>
            <a:r>
              <a:rPr lang="fr-FR" b="0" dirty="0" smtClean="0"/>
              <a:t>	7-  BEAUCOUP SONT TOMBÉS  MAIS ALLÉLUIA </a:t>
            </a:r>
          </a:p>
          <a:p>
            <a:r>
              <a:rPr lang="fr-FR" b="0" dirty="0" smtClean="0"/>
              <a:t>	So </a:t>
            </a:r>
            <a:r>
              <a:rPr lang="fr-FR" b="0" dirty="0" err="1" smtClean="0"/>
              <a:t>many</a:t>
            </a:r>
            <a:r>
              <a:rPr lang="fr-FR" b="0" dirty="0" smtClean="0"/>
              <a:t> </a:t>
            </a:r>
            <a:r>
              <a:rPr lang="fr-FR" b="0" dirty="0" err="1" smtClean="0"/>
              <a:t>fallen</a:t>
            </a:r>
            <a:r>
              <a:rPr lang="fr-FR" b="0" dirty="0" smtClean="0"/>
              <a:t>, but </a:t>
            </a:r>
            <a:r>
              <a:rPr lang="fr-FR" b="0" dirty="0" err="1" smtClean="0"/>
              <a:t>hallelujah</a:t>
            </a:r>
            <a:endParaRPr lang="fr-FR" b="0" dirty="0" smtClean="0"/>
          </a:p>
          <a:p>
            <a:r>
              <a:rPr lang="fr-FR" b="0" dirty="0" smtClean="0"/>
              <a:t>	8-  IL N'Y A PAS D'ORPHELINS  EN DIEU</a:t>
            </a:r>
            <a:br>
              <a:rPr lang="fr-FR" b="0" dirty="0" smtClean="0"/>
            </a:br>
            <a:r>
              <a:rPr lang="fr-FR" b="0" dirty="0" smtClean="0"/>
              <a:t>	 There are no </a:t>
            </a:r>
            <a:r>
              <a:rPr lang="fr-FR" b="0" dirty="0" err="1" smtClean="0"/>
              <a:t>orphans</a:t>
            </a:r>
            <a:r>
              <a:rPr lang="fr-FR" b="0" dirty="0" smtClean="0"/>
              <a:t> of </a:t>
            </a:r>
            <a:r>
              <a:rPr lang="fr-FR" b="0" dirty="0" err="1" smtClean="0"/>
              <a:t>God</a:t>
            </a:r>
            <a:r>
              <a:rPr lang="fr-FR" b="0" dirty="0" smtClean="0"/>
              <a:t/>
            </a:r>
            <a:br>
              <a:rPr lang="fr-FR" b="0" dirty="0" smtClean="0"/>
            </a:br>
            <a:r>
              <a:rPr lang="fr-FR" b="0" dirty="0" smtClean="0"/>
              <a:t>
9-  VIENS, TOI L'OUBLIÉ  REÇOIS L'AFFECTION </a:t>
            </a:r>
          </a:p>
          <a:p>
            <a:r>
              <a:rPr lang="fr-FR" b="0" dirty="0" smtClean="0"/>
              <a:t>Come </a:t>
            </a:r>
            <a:r>
              <a:rPr lang="fr-FR" b="0" dirty="0" err="1" smtClean="0"/>
              <a:t>ye</a:t>
            </a:r>
            <a:r>
              <a:rPr lang="fr-FR" b="0" dirty="0" smtClean="0"/>
              <a:t> </a:t>
            </a:r>
            <a:r>
              <a:rPr lang="fr-FR" b="0" dirty="0" err="1" smtClean="0"/>
              <a:t>unwanted</a:t>
            </a:r>
            <a:r>
              <a:rPr lang="fr-FR" b="0" dirty="0" smtClean="0"/>
              <a:t> and </a:t>
            </a:r>
            <a:r>
              <a:rPr lang="fr-FR" b="0" dirty="0" err="1" smtClean="0"/>
              <a:t>find</a:t>
            </a:r>
            <a:r>
              <a:rPr lang="fr-FR" b="0" dirty="0" smtClean="0"/>
              <a:t> affection</a:t>
            </a:r>
          </a:p>
          <a:p>
            <a:r>
              <a:rPr lang="fr-FR" b="0" dirty="0" smtClean="0"/>
              <a:t>10-  VIENS, TOI QUI EST CHARGÉ VIENS REPOSER TA TÊTE</a:t>
            </a:r>
          </a:p>
          <a:p>
            <a:r>
              <a:rPr lang="fr-FR" b="0" dirty="0" smtClean="0"/>
              <a:t>Come all </a:t>
            </a:r>
            <a:r>
              <a:rPr lang="fr-FR" b="0" dirty="0" err="1" smtClean="0"/>
              <a:t>ye</a:t>
            </a:r>
            <a:r>
              <a:rPr lang="fr-FR" b="0" dirty="0" smtClean="0"/>
              <a:t> </a:t>
            </a:r>
            <a:r>
              <a:rPr lang="fr-FR" b="0" dirty="0" err="1" smtClean="0"/>
              <a:t>weary</a:t>
            </a:r>
            <a:r>
              <a:rPr lang="fr-FR" b="0" dirty="0" smtClean="0"/>
              <a:t>, come and </a:t>
            </a:r>
            <a:r>
              <a:rPr lang="fr-FR" b="0" dirty="0" err="1" smtClean="0"/>
              <a:t>lay</a:t>
            </a:r>
            <a:r>
              <a:rPr lang="fr-FR" b="0" dirty="0" smtClean="0"/>
              <a:t> down </a:t>
            </a:r>
            <a:r>
              <a:rPr lang="fr-FR" b="0" dirty="0" err="1" smtClean="0"/>
              <a:t>your</a:t>
            </a:r>
            <a:r>
              <a:rPr lang="fr-FR" b="0" dirty="0" smtClean="0"/>
              <a:t> </a:t>
            </a:r>
            <a:r>
              <a:rPr lang="fr-FR" b="0" dirty="0" err="1" smtClean="0"/>
              <a:t>head</a:t>
            </a:r>
            <a:r>
              <a:rPr lang="fr-FR" b="0" dirty="0" smtClean="0"/>
              <a:t> 
11-  VIENS, TOI QUI EST HONTEUX  TU ES MON FRÈRE </a:t>
            </a:r>
          </a:p>
          <a:p>
            <a:r>
              <a:rPr lang="fr-FR" b="0" dirty="0" smtClean="0"/>
              <a:t>Come </a:t>
            </a:r>
            <a:r>
              <a:rPr lang="fr-FR" b="0" dirty="0" err="1" smtClean="0"/>
              <a:t>ye</a:t>
            </a:r>
            <a:r>
              <a:rPr lang="fr-FR" b="0" dirty="0" smtClean="0"/>
              <a:t> </a:t>
            </a:r>
            <a:r>
              <a:rPr lang="fr-FR" b="0" dirty="0" err="1" smtClean="0"/>
              <a:t>unworthy</a:t>
            </a:r>
            <a:r>
              <a:rPr lang="fr-FR" b="0" dirty="0" smtClean="0"/>
              <a:t>, </a:t>
            </a:r>
            <a:r>
              <a:rPr lang="fr-FR" b="0" dirty="0" err="1" smtClean="0"/>
              <a:t>you</a:t>
            </a:r>
            <a:r>
              <a:rPr lang="fr-FR" b="0" dirty="0" smtClean="0"/>
              <a:t> are </a:t>
            </a:r>
            <a:r>
              <a:rPr lang="fr-FR" b="0" dirty="0" err="1" smtClean="0"/>
              <a:t>my</a:t>
            </a:r>
            <a:r>
              <a:rPr lang="fr-FR" b="0" dirty="0" smtClean="0"/>
              <a:t> </a:t>
            </a:r>
            <a:r>
              <a:rPr lang="fr-FR" b="0" dirty="0" err="1" smtClean="0"/>
              <a:t>brother</a:t>
            </a:r>
            <a:r>
              <a:rPr lang="fr-FR" b="0" dirty="0" smtClean="0"/>
              <a:t>
12-  ET SI VRAIMENT LA GRACE EXISTE ELLE FUT CRÉÉE POUR DE TELLES VIES 
If </a:t>
            </a:r>
            <a:r>
              <a:rPr lang="fr-FR" b="0" dirty="0" err="1" smtClean="0"/>
              <a:t>such</a:t>
            </a:r>
            <a:r>
              <a:rPr lang="fr-FR" b="0" dirty="0" smtClean="0"/>
              <a:t> a </a:t>
            </a:r>
            <a:r>
              <a:rPr lang="fr-FR" b="0" dirty="0" err="1" smtClean="0"/>
              <a:t>thing</a:t>
            </a:r>
            <a:r>
              <a:rPr lang="fr-FR" b="0" dirty="0" smtClean="0"/>
              <a:t> as </a:t>
            </a:r>
            <a:r>
              <a:rPr lang="fr-FR" b="0" dirty="0" err="1" smtClean="0"/>
              <a:t>grace</a:t>
            </a:r>
            <a:r>
              <a:rPr lang="fr-FR" b="0" dirty="0" smtClean="0"/>
              <a:t> </a:t>
            </a:r>
            <a:r>
              <a:rPr lang="fr-FR" b="0" dirty="0" err="1" smtClean="0"/>
              <a:t>exists</a:t>
            </a:r>
            <a:r>
              <a:rPr lang="fr-FR" b="0" dirty="0" smtClean="0"/>
              <a:t> </a:t>
            </a:r>
            <a:r>
              <a:rPr lang="fr-FR" b="0" dirty="0" err="1" smtClean="0"/>
              <a:t>Then</a:t>
            </a:r>
            <a:r>
              <a:rPr lang="fr-FR" b="0" dirty="0" smtClean="0"/>
              <a:t> </a:t>
            </a:r>
            <a:r>
              <a:rPr lang="fr-FR" b="0" dirty="0" err="1" smtClean="0"/>
              <a:t>grace</a:t>
            </a:r>
            <a:r>
              <a:rPr lang="fr-FR" b="0" dirty="0" smtClean="0"/>
              <a:t> </a:t>
            </a:r>
            <a:r>
              <a:rPr lang="fr-FR" b="0" dirty="0" err="1" smtClean="0"/>
              <a:t>was</a:t>
            </a:r>
            <a:r>
              <a:rPr lang="fr-FR" b="0" dirty="0" smtClean="0"/>
              <a:t> made for </a:t>
            </a:r>
            <a:r>
              <a:rPr lang="fr-FR" b="0" dirty="0" err="1" smtClean="0"/>
              <a:t>lives</a:t>
            </a:r>
            <a:r>
              <a:rPr lang="fr-FR" b="0" dirty="0" smtClean="0"/>
              <a:t> </a:t>
            </a:r>
            <a:r>
              <a:rPr lang="fr-FR" b="0" dirty="0" err="1" smtClean="0"/>
              <a:t>like</a:t>
            </a:r>
            <a:r>
              <a:rPr lang="fr-FR" b="0" dirty="0" smtClean="0"/>
              <a:t> </a:t>
            </a:r>
            <a:r>
              <a:rPr lang="fr-FR" b="0" dirty="0" err="1" smtClean="0"/>
              <a:t>this</a:t>
            </a:r>
            <a:endParaRPr lang="fr-FR" b="0" dirty="0" smtClean="0"/>
          </a:p>
          <a:p>
            <a:r>
              <a:rPr lang="fr-FR" b="0" dirty="0" smtClean="0"/>
              <a:t> </a:t>
            </a:r>
          </a:p>
          <a:p>
            <a:endParaRPr lang="fr-FR" b="0" dirty="0" smtClean="0"/>
          </a:p>
          <a:p>
            <a:r>
              <a:rPr lang="fr-FR" b="0" dirty="0" smtClean="0"/>
              <a:t>	Refrain:</a:t>
            </a:r>
          </a:p>
          <a:p>
            <a:endParaRPr lang="fr-FR" b="0" dirty="0" smtClean="0"/>
          </a:p>
          <a:p>
            <a:r>
              <a:rPr lang="fr-FR" b="0" dirty="0" smtClean="0"/>
              <a:t>13-  Ô CHER PÈRE REGARDE-NOUS </a:t>
            </a:r>
          </a:p>
          <a:p>
            <a:r>
              <a:rPr lang="fr-FR" b="0" dirty="0" smtClean="0"/>
              <a:t>O </a:t>
            </a:r>
            <a:r>
              <a:rPr lang="fr-FR" b="0" dirty="0" err="1" smtClean="0"/>
              <a:t>blessed</a:t>
            </a:r>
            <a:r>
              <a:rPr lang="fr-FR" b="0" dirty="0" smtClean="0"/>
              <a:t> </a:t>
            </a:r>
            <a:r>
              <a:rPr lang="fr-FR" b="0" dirty="0" err="1" smtClean="0"/>
              <a:t>Father</a:t>
            </a:r>
            <a:r>
              <a:rPr lang="fr-FR" b="0" dirty="0" smtClean="0"/>
              <a:t>, look down </a:t>
            </a:r>
            <a:r>
              <a:rPr lang="fr-FR" b="0" dirty="0" err="1" smtClean="0"/>
              <a:t>upon</a:t>
            </a:r>
            <a:r>
              <a:rPr lang="fr-FR" b="0" dirty="0" smtClean="0"/>
              <a:t> us
14-  NOUS SOMMES TES ENFANTS  PERDUS SANS TON AMOUR </a:t>
            </a:r>
          </a:p>
          <a:p>
            <a:r>
              <a:rPr lang="fr-FR" b="0" dirty="0" err="1" smtClean="0"/>
              <a:t>We</a:t>
            </a:r>
            <a:r>
              <a:rPr lang="fr-FR" b="0" dirty="0" smtClean="0"/>
              <a:t> are </a:t>
            </a:r>
            <a:r>
              <a:rPr lang="fr-FR" b="0" dirty="0" err="1" smtClean="0"/>
              <a:t>Your</a:t>
            </a:r>
            <a:r>
              <a:rPr lang="fr-FR" b="0" dirty="0" smtClean="0"/>
              <a:t> </a:t>
            </a:r>
            <a:r>
              <a:rPr lang="fr-FR" b="0" dirty="0" err="1" smtClean="0"/>
              <a:t>children</a:t>
            </a:r>
            <a:r>
              <a:rPr lang="fr-FR" b="0" dirty="0" smtClean="0"/>
              <a:t>, </a:t>
            </a:r>
            <a:r>
              <a:rPr lang="fr-FR" b="0" dirty="0" err="1" smtClean="0"/>
              <a:t>we</a:t>
            </a:r>
            <a:r>
              <a:rPr lang="fr-FR" b="0" dirty="0" smtClean="0"/>
              <a:t> </a:t>
            </a:r>
            <a:r>
              <a:rPr lang="fr-FR" b="0" dirty="0" err="1" smtClean="0"/>
              <a:t>need</a:t>
            </a:r>
            <a:r>
              <a:rPr lang="fr-FR" b="0" dirty="0" smtClean="0"/>
              <a:t> </a:t>
            </a:r>
            <a:r>
              <a:rPr lang="fr-FR" b="0" dirty="0" err="1" smtClean="0"/>
              <a:t>Your</a:t>
            </a:r>
            <a:r>
              <a:rPr lang="fr-FR" b="0" dirty="0" smtClean="0"/>
              <a:t> love
15-  NOUS COURONS  DEVANT TON TRÔNE DE GRACE</a:t>
            </a:r>
          </a:p>
          <a:p>
            <a:r>
              <a:rPr lang="fr-FR" b="0" dirty="0" err="1" smtClean="0"/>
              <a:t>We</a:t>
            </a:r>
            <a:r>
              <a:rPr lang="fr-FR" b="0" dirty="0" smtClean="0"/>
              <a:t> </a:t>
            </a:r>
            <a:r>
              <a:rPr lang="fr-FR" b="0" dirty="0" err="1" smtClean="0"/>
              <a:t>run</a:t>
            </a:r>
            <a:r>
              <a:rPr lang="fr-FR" b="0" dirty="0" smtClean="0"/>
              <a:t> </a:t>
            </a:r>
            <a:r>
              <a:rPr lang="fr-FR" b="0" dirty="0" err="1" smtClean="0"/>
              <a:t>before</a:t>
            </a:r>
            <a:r>
              <a:rPr lang="fr-FR" b="0" dirty="0" smtClean="0"/>
              <a:t> </a:t>
            </a:r>
            <a:r>
              <a:rPr lang="fr-FR" b="0" dirty="0" err="1" smtClean="0"/>
              <a:t>Your</a:t>
            </a:r>
            <a:r>
              <a:rPr lang="fr-FR" b="0" dirty="0" smtClean="0"/>
              <a:t> </a:t>
            </a:r>
            <a:r>
              <a:rPr lang="fr-FR" b="0" dirty="0" err="1" smtClean="0"/>
              <a:t>throne</a:t>
            </a:r>
            <a:r>
              <a:rPr lang="fr-FR" b="0" dirty="0" smtClean="0"/>
              <a:t> of </a:t>
            </a:r>
            <a:r>
              <a:rPr lang="fr-FR" b="0" dirty="0" err="1" smtClean="0"/>
              <a:t>mercy</a:t>
            </a:r>
            <a:r>
              <a:rPr lang="fr-FR" b="0" dirty="0" smtClean="0"/>
              <a:t/>
            </a:r>
            <a:br>
              <a:rPr lang="fr-FR" b="0" dirty="0" smtClean="0"/>
            </a:br>
            <a:r>
              <a:rPr lang="fr-FR" b="0" dirty="0" smtClean="0"/>
              <a:t>16-  RECHERCHANT TA FACE  POUR NOUS ÉLEVER</a:t>
            </a:r>
            <a:br>
              <a:rPr lang="fr-FR" b="0" dirty="0" smtClean="0"/>
            </a:br>
            <a:r>
              <a:rPr lang="fr-FR" b="0" dirty="0" smtClean="0"/>
              <a:t> And </a:t>
            </a:r>
            <a:r>
              <a:rPr lang="fr-FR" b="0" dirty="0" err="1" smtClean="0"/>
              <a:t>seek</a:t>
            </a:r>
            <a:r>
              <a:rPr lang="fr-FR" b="0" dirty="0" smtClean="0"/>
              <a:t> </a:t>
            </a:r>
            <a:r>
              <a:rPr lang="fr-FR" b="0" dirty="0" err="1" smtClean="0"/>
              <a:t>Your</a:t>
            </a:r>
            <a:r>
              <a:rPr lang="fr-FR" b="0" dirty="0" smtClean="0"/>
              <a:t> face to </a:t>
            </a:r>
            <a:r>
              <a:rPr lang="fr-FR" b="0" dirty="0" err="1" smtClean="0"/>
              <a:t>rise</a:t>
            </a:r>
            <a:r>
              <a:rPr lang="fr-FR" b="0" dirty="0" smtClean="0"/>
              <a:t> </a:t>
            </a:r>
            <a:r>
              <a:rPr lang="fr-FR" b="0" dirty="0" err="1" smtClean="0"/>
              <a:t>above</a:t>
            </a:r>
            <a:endParaRPr lang="fr-FR" b="0" dirty="0" smtClean="0"/>
          </a:p>
          <a:p>
            <a:r>
              <a:rPr lang="fr-FR" b="0" dirty="0" smtClean="0"/>
              <a:t> </a:t>
            </a:r>
          </a:p>
          <a:p>
            <a:r>
              <a:rPr lang="fr-FR" b="0" dirty="0" smtClean="0"/>
              <a:t>	Refrain:   x2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QUI PARMI NOUS  N’A JAMAIS ÉTÉ BRISÉ</a:t>
            </a:r>
          </a:p>
          <a:p>
            <a:r>
              <a:rPr lang="fr-FR" smtClean="0"/>
              <a:t>Who here among us has not been broken</a:t>
            </a:r>
            <a:br>
              <a:rPr lang="fr-FR" smtClean="0"/>
            </a:br>
            <a:r>
              <a:rPr lang="fr-FR" smtClean="0"/>
              <a:t>2-  QUI PARMI NOUS  EST SANS PEINE NI PÉCHÉ </a:t>
            </a:r>
          </a:p>
          <a:p>
            <a:r>
              <a:rPr lang="fr-FR" smtClean="0"/>
              <a:t>Who here among us is without guilt or pain</a:t>
            </a:r>
          </a:p>
          <a:p>
            <a:r>
              <a:rPr lang="fr-FR" smtClean="0"/>
              <a:t>3-  SI SOUVENT LIVRÉS  À NOS TRANSGRESSIONS</a:t>
            </a:r>
          </a:p>
          <a:p>
            <a:r>
              <a:rPr lang="fr-FR" smtClean="0"/>
              <a:t>So oft' abandoned by our transgressions</a:t>
            </a:r>
            <a:br>
              <a:rPr lang="fr-FR" smtClean="0"/>
            </a:br>
            <a:r>
              <a:rPr lang="fr-FR" smtClean="0"/>
              <a:t>4-  ET SI VRAIMENT LA GRACE EXISTE ELLE FUT CRÉÉE POUR DE TELLES VIES</a:t>
            </a:r>
            <a:br>
              <a:rPr lang="fr-FR" smtClean="0"/>
            </a:br>
            <a:r>
              <a:rPr lang="fr-FR" smtClean="0"/>
              <a:t> If such a thing as grace exists Then grace was made for lives like this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	Refrain:
	5-  IL N'Y A PAS D'ÉTRANGERS NI DE REJETÉS</a:t>
            </a:r>
          </a:p>
          <a:p>
            <a:r>
              <a:rPr lang="fr-FR" smtClean="0"/>
              <a:t>	There are no strangers There are no outcasts
	6-  IL N'Y A PAS D'ORPHELINS  EN DIEU</a:t>
            </a:r>
          </a:p>
          <a:p>
            <a:r>
              <a:rPr lang="fr-FR" smtClean="0"/>
              <a:t>	There are no orphans of God</a:t>
            </a:r>
            <a:br>
              <a:rPr lang="fr-FR" smtClean="0"/>
            </a:br>
            <a:r>
              <a:rPr lang="fr-FR" smtClean="0"/>
              <a:t>	7-  BEAUCOUP SONT TOMBÉS  MAIS ALLÉLUIA </a:t>
            </a:r>
          </a:p>
          <a:p>
            <a:r>
              <a:rPr lang="fr-FR" smtClean="0"/>
              <a:t>	So many fallen, but hallelujah</a:t>
            </a:r>
          </a:p>
          <a:p>
            <a:r>
              <a:rPr lang="fr-FR" smtClean="0"/>
              <a:t>	8-  IL N'Y A PAS D'ORPHELINS  EN DIEU</a:t>
            </a:r>
            <a:br>
              <a:rPr lang="fr-FR" smtClean="0"/>
            </a:br>
            <a:r>
              <a:rPr lang="fr-FR" smtClean="0"/>
              <a:t>	 There are no orphans of God</a:t>
            </a:r>
            <a:br>
              <a:rPr lang="fr-FR" smtClean="0"/>
            </a:br>
            <a:r>
              <a:rPr lang="fr-FR" smtClean="0"/>
              <a:t>
9-  VIENS, TOI L'OUBLIÉ  REÇOIS L'AFFECTION </a:t>
            </a:r>
          </a:p>
          <a:p>
            <a:r>
              <a:rPr lang="fr-FR" smtClean="0"/>
              <a:t>Come ye unwanted and find affection</a:t>
            </a:r>
          </a:p>
          <a:p>
            <a:r>
              <a:rPr lang="fr-FR" smtClean="0"/>
              <a:t>10-  VIENS, TOI QUI EST CHARGÉ VIENS REPOSER TA TÊTE</a:t>
            </a:r>
          </a:p>
          <a:p>
            <a:r>
              <a:rPr lang="fr-FR" smtClean="0"/>
              <a:t>Come all ye weary, come and lay down your head 
11-  VIENS, TOI QUI EST HONTEUX  TU ES MON FRÈRE </a:t>
            </a:r>
          </a:p>
          <a:p>
            <a:r>
              <a:rPr lang="fr-FR" smtClean="0"/>
              <a:t>Come ye unworthy, you are my brother
12-  ET SI VRAIMENT LA GRACE EXISTE ELLE FUT CRÉÉE POUR DE TELLES VIES 
If such a thing as grace exists Then grace was made for lives like this</a:t>
            </a:r>
          </a:p>
          <a:p>
            <a:r>
              <a:rPr lang="fr-FR" smtClean="0"/>
              <a:t> 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13-  Ô CHER PÈRE REGARDE-NOUS </a:t>
            </a:r>
          </a:p>
          <a:p>
            <a:r>
              <a:rPr lang="fr-FR" smtClean="0"/>
              <a:t>O blessed Father, look down upon us
14-  NOUS SOMMES TES ENFANTS  PERDUS SANS TON AMOUR </a:t>
            </a:r>
          </a:p>
          <a:p>
            <a:r>
              <a:rPr lang="fr-FR" smtClean="0"/>
              <a:t>We are Your children, we need Your love
15-  NOUS COURONS  DEVANT TON TRÔNE DE GRACE</a:t>
            </a:r>
          </a:p>
          <a:p>
            <a:r>
              <a:rPr lang="fr-FR" smtClean="0"/>
              <a:t>We run before Your throne of mercy</a:t>
            </a:r>
            <a:br>
              <a:rPr lang="fr-FR" smtClean="0"/>
            </a:br>
            <a:r>
              <a:rPr lang="fr-FR" smtClean="0"/>
              <a:t>16-  RECHERCHANT TA FACE  POUR NOUS ÉLEVER</a:t>
            </a:r>
            <a:br>
              <a:rPr lang="fr-FR" smtClean="0"/>
            </a:br>
            <a:r>
              <a:rPr lang="fr-FR" smtClean="0"/>
              <a:t> And seek Your face to rise above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	Refrain:   x2</a:t>
            </a:r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QUI PARMI NOUS  N’A JAMAIS ÉTÉ BRISÉ</a:t>
            </a:r>
          </a:p>
          <a:p>
            <a:r>
              <a:rPr lang="fr-FR" b="0" smtClean="0"/>
              <a:t>Who here among us has not been broken</a:t>
            </a:r>
            <a:br>
              <a:rPr lang="fr-FR" b="0" smtClean="0"/>
            </a:br>
            <a:r>
              <a:rPr lang="fr-FR" b="0" smtClean="0"/>
              <a:t>2-  QUI PARMI NOUS  EST SANS PEINE NI PÉCHÉ </a:t>
            </a:r>
          </a:p>
          <a:p>
            <a:r>
              <a:rPr lang="fr-FR" b="0" smtClean="0"/>
              <a:t>Who here among us is without guilt or pain</a:t>
            </a:r>
          </a:p>
          <a:p>
            <a:r>
              <a:rPr lang="fr-FR" b="0" smtClean="0"/>
              <a:t>3-  SI SOUVENT LIVRÉS  À NOS TRANSGRESSIONS</a:t>
            </a:r>
          </a:p>
          <a:p>
            <a:r>
              <a:rPr lang="fr-FR" b="0" smtClean="0"/>
              <a:t>So oft' abandoned by our transgressions</a:t>
            </a:r>
            <a:br>
              <a:rPr lang="fr-FR" b="0" smtClean="0"/>
            </a:br>
            <a:r>
              <a:rPr lang="fr-FR" b="0" smtClean="0"/>
              <a:t>4-  ET SI VRAIMENT LA GRACE EXISTE ELLE FUT CRÉÉE POUR DE TELLES VIES</a:t>
            </a:r>
            <a:br>
              <a:rPr lang="fr-FR" b="0" smtClean="0"/>
            </a:br>
            <a:r>
              <a:rPr lang="fr-FR" b="0" smtClean="0"/>
              <a:t> If such a thing as grace exists Then grace was made for lives like this</a:t>
            </a:r>
          </a:p>
          <a:p>
            <a:r>
              <a:rPr lang="fr-FR" b="0" smtClean="0"/>
              <a:t> </a:t>
            </a:r>
          </a:p>
          <a:p>
            <a:r>
              <a:rPr lang="fr-FR" b="0" smtClean="0"/>
              <a:t>	Refrain:
	5-  IL N'Y A PAS D'ÉTRANGERS NI DE REJETÉS</a:t>
            </a:r>
          </a:p>
          <a:p>
            <a:r>
              <a:rPr lang="fr-FR" b="0" smtClean="0"/>
              <a:t>	There are no strangers There are no outcasts
	6-  IL N'Y A PAS D'ORPHELINS  EN DIEU</a:t>
            </a:r>
          </a:p>
          <a:p>
            <a:r>
              <a:rPr lang="fr-FR" b="0" smtClean="0"/>
              <a:t>	There are no orphans of God</a:t>
            </a:r>
            <a:br>
              <a:rPr lang="fr-FR" b="0" smtClean="0"/>
            </a:br>
            <a:r>
              <a:rPr lang="fr-FR" b="0" smtClean="0"/>
              <a:t>	7-  BEAUCOUP SONT TOMBÉS  MAIS ALLÉLUIA </a:t>
            </a:r>
          </a:p>
          <a:p>
            <a:r>
              <a:rPr lang="fr-FR" b="0" smtClean="0"/>
              <a:t>	So many fallen, but hallelujah</a:t>
            </a:r>
          </a:p>
          <a:p>
            <a:r>
              <a:rPr lang="fr-FR" b="0" smtClean="0"/>
              <a:t>	8-  IL N'Y A PAS D'ORPHELINS  EN DIEU</a:t>
            </a:r>
            <a:br>
              <a:rPr lang="fr-FR" b="0" smtClean="0"/>
            </a:br>
            <a:r>
              <a:rPr lang="fr-FR" b="0" smtClean="0"/>
              <a:t>	 There are no orphans of God</a:t>
            </a:r>
            <a:br>
              <a:rPr lang="fr-FR" b="0" smtClean="0"/>
            </a:br>
            <a:r>
              <a:rPr lang="fr-FR" b="0" smtClean="0"/>
              <a:t>
9-  VIENS, TOI L'OUBLIÉ  REÇOIS L'AFFECTION </a:t>
            </a:r>
          </a:p>
          <a:p>
            <a:r>
              <a:rPr lang="fr-FR" b="0" smtClean="0"/>
              <a:t>Come ye unwanted and find affection</a:t>
            </a:r>
          </a:p>
          <a:p>
            <a:r>
              <a:rPr lang="fr-FR" b="0" smtClean="0"/>
              <a:t>10-  VIENS, TOI QUI EST CHARGÉ VIENS REPOSER TA TÊTE</a:t>
            </a:r>
          </a:p>
          <a:p>
            <a:r>
              <a:rPr lang="fr-FR" b="0" smtClean="0"/>
              <a:t>Come all ye weary, come and lay down your head 
11-  VIENS, TOI QUI EST HONTEUX  TU ES MON FRÈRE </a:t>
            </a:r>
          </a:p>
          <a:p>
            <a:r>
              <a:rPr lang="fr-FR" b="0" smtClean="0"/>
              <a:t>Come ye unworthy, you are my brother
12-  ET SI VRAIMENT LA GRACE EXISTE ELLE FUT CRÉÉE POUR DE TELLES VIES 
If such a thing as grace exists Then grace was made for lives like this</a:t>
            </a:r>
          </a:p>
          <a:p>
            <a:r>
              <a:rPr lang="fr-FR" b="0" smtClean="0"/>
              <a:t> 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13-  Ô CHER PÈRE REGARDE-NOUS </a:t>
            </a:r>
          </a:p>
          <a:p>
            <a:r>
              <a:rPr lang="fr-FR" b="0" smtClean="0"/>
              <a:t>O blessed Father, look down upon us
14-  NOUS SOMMES TES ENFANTS  PERDUS SANS TON AMOUR </a:t>
            </a:r>
          </a:p>
          <a:p>
            <a:r>
              <a:rPr lang="fr-FR" b="0" smtClean="0"/>
              <a:t>We are Your children, we need Your love
15-  NOUS COURONS  DEVANT TON TRÔNE DE GRACE</a:t>
            </a:r>
          </a:p>
          <a:p>
            <a:r>
              <a:rPr lang="fr-FR" b="0" smtClean="0"/>
              <a:t>We run before Your throne of mercy</a:t>
            </a:r>
            <a:br>
              <a:rPr lang="fr-FR" b="0" smtClean="0"/>
            </a:br>
            <a:r>
              <a:rPr lang="fr-FR" b="0" smtClean="0"/>
              <a:t>16-  RECHERCHANT TA FACE  POUR NOUS ÉLEVER</a:t>
            </a:r>
            <a:br>
              <a:rPr lang="fr-FR" b="0" smtClean="0"/>
            </a:br>
            <a:r>
              <a:rPr lang="fr-FR" b="0" smtClean="0"/>
              <a:t> And seek Your face to rise above</a:t>
            </a:r>
          </a:p>
          <a:p>
            <a:r>
              <a:rPr lang="fr-FR" b="0" smtClean="0"/>
              <a:t> </a:t>
            </a:r>
          </a:p>
          <a:p>
            <a:r>
              <a:rPr lang="fr-FR" b="0" smtClean="0"/>
              <a:t>	Refrain:   x2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QUI PARMI NOUS  N’A JAMAIS ÉTÉ BRISÉ</a:t>
            </a:r>
          </a:p>
          <a:p>
            <a:r>
              <a:rPr lang="fr-FR" smtClean="0"/>
              <a:t>Who here among us has not been broken</a:t>
            </a:r>
            <a:br>
              <a:rPr lang="fr-FR" smtClean="0"/>
            </a:br>
            <a:r>
              <a:rPr lang="fr-FR" smtClean="0"/>
              <a:t>2-  QUI PARMI NOUS  EST SANS PEINE NI PÉCHÉ </a:t>
            </a:r>
          </a:p>
          <a:p>
            <a:r>
              <a:rPr lang="fr-FR" smtClean="0"/>
              <a:t>Who here among us is without guilt or pain</a:t>
            </a:r>
          </a:p>
          <a:p>
            <a:r>
              <a:rPr lang="fr-FR" smtClean="0"/>
              <a:t>3-  SI SOUVENT LIVRÉS  À NOS TRANSGRESSIONS</a:t>
            </a:r>
          </a:p>
          <a:p>
            <a:r>
              <a:rPr lang="fr-FR" smtClean="0"/>
              <a:t>So oft' abandoned by our transgressions</a:t>
            </a:r>
            <a:br>
              <a:rPr lang="fr-FR" smtClean="0"/>
            </a:br>
            <a:r>
              <a:rPr lang="fr-FR" smtClean="0"/>
              <a:t>4-  ET SI VRAIMENT LA GRACE EXISTE ELLE FUT CRÉÉE POUR DE TELLES VIES</a:t>
            </a:r>
            <a:br>
              <a:rPr lang="fr-FR" smtClean="0"/>
            </a:br>
            <a:r>
              <a:rPr lang="fr-FR" smtClean="0"/>
              <a:t> If such a thing as grace exists Then grace was made for lives like this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	Refrain:
	5-  IL N'Y A PAS D'ÉTRANGERS NI DE REJETÉS</a:t>
            </a:r>
          </a:p>
          <a:p>
            <a:r>
              <a:rPr lang="fr-FR" smtClean="0"/>
              <a:t>	There are no strangers There are no outcasts
	6-  IL N'Y A PAS D'ORPHELINS  EN DIEU</a:t>
            </a:r>
          </a:p>
          <a:p>
            <a:r>
              <a:rPr lang="fr-FR" smtClean="0"/>
              <a:t>	There are no orphans of God</a:t>
            </a:r>
            <a:br>
              <a:rPr lang="fr-FR" smtClean="0"/>
            </a:br>
            <a:r>
              <a:rPr lang="fr-FR" smtClean="0"/>
              <a:t>	7-  BEAUCOUP SONT TOMBÉS  MAIS ALLÉLUIA </a:t>
            </a:r>
          </a:p>
          <a:p>
            <a:r>
              <a:rPr lang="fr-FR" smtClean="0"/>
              <a:t>	So many fallen, but hallelujah</a:t>
            </a:r>
          </a:p>
          <a:p>
            <a:r>
              <a:rPr lang="fr-FR" smtClean="0"/>
              <a:t>	8-  IL N'Y A PAS D'ORPHELINS  EN DIEU</a:t>
            </a:r>
            <a:br>
              <a:rPr lang="fr-FR" smtClean="0"/>
            </a:br>
            <a:r>
              <a:rPr lang="fr-FR" smtClean="0"/>
              <a:t>	 There are no orphans of God</a:t>
            </a:r>
            <a:br>
              <a:rPr lang="fr-FR" smtClean="0"/>
            </a:br>
            <a:r>
              <a:rPr lang="fr-FR" smtClean="0"/>
              <a:t>
9-  VIENS, TOI L'OUBLIÉ  REÇOIS L'AFFECTION </a:t>
            </a:r>
          </a:p>
          <a:p>
            <a:r>
              <a:rPr lang="fr-FR" smtClean="0"/>
              <a:t>Come ye unwanted and find affection</a:t>
            </a:r>
          </a:p>
          <a:p>
            <a:r>
              <a:rPr lang="fr-FR" smtClean="0"/>
              <a:t>10-  VIENS, TOI QUI EST CHARGÉ VIENS REPOSER TA TÊTE</a:t>
            </a:r>
          </a:p>
          <a:p>
            <a:r>
              <a:rPr lang="fr-FR" smtClean="0"/>
              <a:t>Come all ye weary, come and lay down your head 
11-  VIENS, TOI QUI EST HONTEUX  TU ES MON FRÈRE </a:t>
            </a:r>
          </a:p>
          <a:p>
            <a:r>
              <a:rPr lang="fr-FR" smtClean="0"/>
              <a:t>Come ye unworthy, you are my brother
12-  ET SI VRAIMENT LA GRACE EXISTE ELLE FUT CRÉÉE POUR DE TELLES VIES 
If such a thing as grace exists Then grace was made for lives like this</a:t>
            </a:r>
          </a:p>
          <a:p>
            <a:r>
              <a:rPr lang="fr-FR" smtClean="0"/>
              <a:t> 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13-  Ô CHER PÈRE REGARDE-NOUS </a:t>
            </a:r>
          </a:p>
          <a:p>
            <a:r>
              <a:rPr lang="fr-FR" smtClean="0"/>
              <a:t>O blessed Father, look down upon us
14-  NOUS SOMMES TES ENFANTS  PERDUS SANS TON AMOUR </a:t>
            </a:r>
          </a:p>
          <a:p>
            <a:r>
              <a:rPr lang="fr-FR" smtClean="0"/>
              <a:t>We are Your children, we need Your love
15-  NOUS COURONS  DEVANT TON TRÔNE DE GRACE</a:t>
            </a:r>
          </a:p>
          <a:p>
            <a:r>
              <a:rPr lang="fr-FR" smtClean="0"/>
              <a:t>We run before Your throne of mercy</a:t>
            </a:r>
            <a:br>
              <a:rPr lang="fr-FR" smtClean="0"/>
            </a:br>
            <a:r>
              <a:rPr lang="fr-FR" smtClean="0"/>
              <a:t>16-  RECHERCHANT TA FACE  POUR NOUS ÉLEVER</a:t>
            </a:r>
            <a:br>
              <a:rPr lang="fr-FR" smtClean="0"/>
            </a:br>
            <a:r>
              <a:rPr lang="fr-FR" smtClean="0"/>
              <a:t> And seek Your face to rise above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	Refrain:   x2</a:t>
            </a:r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QUI PARMI NOUS  N’A JAMAIS ÉTÉ BRISÉ</a:t>
            </a:r>
          </a:p>
          <a:p>
            <a:r>
              <a:rPr lang="fr-FR" b="0" smtClean="0"/>
              <a:t>Who here among us has not been broken</a:t>
            </a:r>
            <a:br>
              <a:rPr lang="fr-FR" b="0" smtClean="0"/>
            </a:br>
            <a:r>
              <a:rPr lang="fr-FR" b="0" smtClean="0"/>
              <a:t>2-  QUI PARMI NOUS  EST SANS PEINE NI PÉCHÉ </a:t>
            </a:r>
          </a:p>
          <a:p>
            <a:r>
              <a:rPr lang="fr-FR" b="0" smtClean="0"/>
              <a:t>Who here among us is without guilt or pain</a:t>
            </a:r>
          </a:p>
          <a:p>
            <a:r>
              <a:rPr lang="fr-FR" b="0" smtClean="0"/>
              <a:t>3-  SI SOUVENT LIVRÉS  À NOS TRANSGRESSIONS</a:t>
            </a:r>
          </a:p>
          <a:p>
            <a:r>
              <a:rPr lang="fr-FR" b="0" smtClean="0"/>
              <a:t>So oft' abandoned by our transgressions</a:t>
            </a:r>
            <a:br>
              <a:rPr lang="fr-FR" b="0" smtClean="0"/>
            </a:br>
            <a:r>
              <a:rPr lang="fr-FR" b="0" smtClean="0"/>
              <a:t>4-  ET SI VRAIMENT LA GRACE EXISTE ELLE FUT CRÉÉE POUR DE TELLES VIES</a:t>
            </a:r>
            <a:br>
              <a:rPr lang="fr-FR" b="0" smtClean="0"/>
            </a:br>
            <a:r>
              <a:rPr lang="fr-FR" b="0" smtClean="0"/>
              <a:t> If such a thing as grace exists Then grace was made for lives like this</a:t>
            </a:r>
          </a:p>
          <a:p>
            <a:r>
              <a:rPr lang="fr-FR" b="0" smtClean="0"/>
              <a:t> </a:t>
            </a:r>
          </a:p>
          <a:p>
            <a:r>
              <a:rPr lang="fr-FR" b="0" smtClean="0"/>
              <a:t>	Refrain:
	5-  IL N'Y A PAS D'ÉTRANGERS NI DE REJETÉS</a:t>
            </a:r>
          </a:p>
          <a:p>
            <a:r>
              <a:rPr lang="fr-FR" b="0" smtClean="0"/>
              <a:t>	There are no strangers There are no outcasts
	6-  IL N'Y A PAS D'ORPHELINS  EN DIEU</a:t>
            </a:r>
          </a:p>
          <a:p>
            <a:r>
              <a:rPr lang="fr-FR" b="0" smtClean="0"/>
              <a:t>	There are no orphans of God</a:t>
            </a:r>
            <a:br>
              <a:rPr lang="fr-FR" b="0" smtClean="0"/>
            </a:br>
            <a:r>
              <a:rPr lang="fr-FR" b="0" smtClean="0"/>
              <a:t>	7-  BEAUCOUP SONT TOMBÉS  MAIS ALLÉLUIA </a:t>
            </a:r>
          </a:p>
          <a:p>
            <a:r>
              <a:rPr lang="fr-FR" b="0" smtClean="0"/>
              <a:t>	So many fallen, but hallelujah</a:t>
            </a:r>
          </a:p>
          <a:p>
            <a:r>
              <a:rPr lang="fr-FR" b="0" smtClean="0"/>
              <a:t>	8-  IL N'Y A PAS D'ORPHELINS  EN DIEU</a:t>
            </a:r>
            <a:br>
              <a:rPr lang="fr-FR" b="0" smtClean="0"/>
            </a:br>
            <a:r>
              <a:rPr lang="fr-FR" b="0" smtClean="0"/>
              <a:t>	 There are no orphans of God</a:t>
            </a:r>
            <a:br>
              <a:rPr lang="fr-FR" b="0" smtClean="0"/>
            </a:br>
            <a:r>
              <a:rPr lang="fr-FR" b="0" smtClean="0"/>
              <a:t>
9-  VIENS, TOI L'OUBLIÉ  REÇOIS L'AFFECTION </a:t>
            </a:r>
          </a:p>
          <a:p>
            <a:r>
              <a:rPr lang="fr-FR" b="0" smtClean="0"/>
              <a:t>Come ye unwanted and find affection</a:t>
            </a:r>
          </a:p>
          <a:p>
            <a:r>
              <a:rPr lang="fr-FR" b="0" smtClean="0"/>
              <a:t>10-  VIENS, TOI QUI EST CHARGÉ VIENS REPOSER TA TÊTE</a:t>
            </a:r>
          </a:p>
          <a:p>
            <a:r>
              <a:rPr lang="fr-FR" b="0" smtClean="0"/>
              <a:t>Come all ye weary, come and lay down your head 
11-  VIENS, TOI QUI EST HONTEUX  TU ES MON FRÈRE </a:t>
            </a:r>
          </a:p>
          <a:p>
            <a:r>
              <a:rPr lang="fr-FR" b="0" smtClean="0"/>
              <a:t>Come ye unworthy, you are my brother
12-  ET SI VRAIMENT LA GRACE EXISTE ELLE FUT CRÉÉE POUR DE TELLES VIES 
If such a thing as grace exists Then grace was made for lives like this</a:t>
            </a:r>
          </a:p>
          <a:p>
            <a:r>
              <a:rPr lang="fr-FR" b="0" smtClean="0"/>
              <a:t> 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13-  Ô CHER PÈRE REGARDE-NOUS </a:t>
            </a:r>
          </a:p>
          <a:p>
            <a:r>
              <a:rPr lang="fr-FR" b="0" smtClean="0"/>
              <a:t>O blessed Father, look down upon us
14-  NOUS SOMMES TES ENFANTS  PERDUS SANS TON AMOUR </a:t>
            </a:r>
          </a:p>
          <a:p>
            <a:r>
              <a:rPr lang="fr-FR" b="0" smtClean="0"/>
              <a:t>We are Your children, we need Your love
15-  NOUS COURONS  DEVANT TON TRÔNE DE GRACE</a:t>
            </a:r>
          </a:p>
          <a:p>
            <a:r>
              <a:rPr lang="fr-FR" b="0" smtClean="0"/>
              <a:t>We run before Your throne of mercy</a:t>
            </a:r>
            <a:br>
              <a:rPr lang="fr-FR" b="0" smtClean="0"/>
            </a:br>
            <a:r>
              <a:rPr lang="fr-FR" b="0" smtClean="0"/>
              <a:t>16-  RECHERCHANT TA FACE  POUR NOUS ÉLEVER</a:t>
            </a:r>
            <a:br>
              <a:rPr lang="fr-FR" b="0" smtClean="0"/>
            </a:br>
            <a:r>
              <a:rPr lang="fr-FR" b="0" smtClean="0"/>
              <a:t> And seek Your face to rise above</a:t>
            </a:r>
          </a:p>
          <a:p>
            <a:r>
              <a:rPr lang="fr-FR" b="0" smtClean="0"/>
              <a:t> </a:t>
            </a:r>
          </a:p>
          <a:p>
            <a:r>
              <a:rPr lang="fr-FR" b="0" smtClean="0"/>
              <a:t>	Refrain:   x2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QUI PARMI NOUS  N’A JAMAIS ÉTÉ BRISÉ</a:t>
            </a:r>
          </a:p>
          <a:p>
            <a:r>
              <a:rPr lang="fr-FR" smtClean="0"/>
              <a:t>Who here among us has not been broken</a:t>
            </a:r>
            <a:br>
              <a:rPr lang="fr-FR" smtClean="0"/>
            </a:br>
            <a:r>
              <a:rPr lang="fr-FR" smtClean="0"/>
              <a:t>2-  QUI PARMI NOUS  EST SANS PEINE NI PÉCHÉ </a:t>
            </a:r>
          </a:p>
          <a:p>
            <a:r>
              <a:rPr lang="fr-FR" smtClean="0"/>
              <a:t>Who here among us is without guilt or pain</a:t>
            </a:r>
          </a:p>
          <a:p>
            <a:r>
              <a:rPr lang="fr-FR" smtClean="0"/>
              <a:t>3-  SI SOUVENT LIVRÉS  À NOS TRANSGRESSIONS</a:t>
            </a:r>
          </a:p>
          <a:p>
            <a:r>
              <a:rPr lang="fr-FR" smtClean="0"/>
              <a:t>So oft' abandoned by our transgressions</a:t>
            </a:r>
            <a:br>
              <a:rPr lang="fr-FR" smtClean="0"/>
            </a:br>
            <a:r>
              <a:rPr lang="fr-FR" smtClean="0"/>
              <a:t>4-  ET SI VRAIMENT LA GRACE EXISTE ELLE FUT CRÉÉE POUR DE TELLES VIES</a:t>
            </a:r>
            <a:br>
              <a:rPr lang="fr-FR" smtClean="0"/>
            </a:br>
            <a:r>
              <a:rPr lang="fr-FR" smtClean="0"/>
              <a:t> If such a thing as grace exists Then grace was made for lives like this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	Refrain:
	5-  IL N'Y A PAS D'ÉTRANGERS NI DE REJETÉS</a:t>
            </a:r>
          </a:p>
          <a:p>
            <a:r>
              <a:rPr lang="fr-FR" smtClean="0"/>
              <a:t>	There are no strangers There are no outcasts
	6-  IL N'Y A PAS D'ORPHELINS  EN DIEU</a:t>
            </a:r>
          </a:p>
          <a:p>
            <a:r>
              <a:rPr lang="fr-FR" smtClean="0"/>
              <a:t>	There are no orphans of God</a:t>
            </a:r>
            <a:br>
              <a:rPr lang="fr-FR" smtClean="0"/>
            </a:br>
            <a:r>
              <a:rPr lang="fr-FR" smtClean="0"/>
              <a:t>	7-  BEAUCOUP SONT TOMBÉS  MAIS ALLÉLUIA </a:t>
            </a:r>
          </a:p>
          <a:p>
            <a:r>
              <a:rPr lang="fr-FR" smtClean="0"/>
              <a:t>	So many fallen, but hallelujah</a:t>
            </a:r>
          </a:p>
          <a:p>
            <a:r>
              <a:rPr lang="fr-FR" smtClean="0"/>
              <a:t>	8-  IL N'Y A PAS D'ORPHELINS  EN DIEU</a:t>
            </a:r>
            <a:br>
              <a:rPr lang="fr-FR" smtClean="0"/>
            </a:br>
            <a:r>
              <a:rPr lang="fr-FR" smtClean="0"/>
              <a:t>	 There are no orphans of God</a:t>
            </a:r>
            <a:br>
              <a:rPr lang="fr-FR" smtClean="0"/>
            </a:br>
            <a:r>
              <a:rPr lang="fr-FR" smtClean="0"/>
              <a:t>
9-  VIENS, TOI L'OUBLIÉ  REÇOIS L'AFFECTION </a:t>
            </a:r>
          </a:p>
          <a:p>
            <a:r>
              <a:rPr lang="fr-FR" smtClean="0"/>
              <a:t>Come ye unwanted and find affection</a:t>
            </a:r>
          </a:p>
          <a:p>
            <a:r>
              <a:rPr lang="fr-FR" smtClean="0"/>
              <a:t>10-  VIENS, TOI QUI EST CHARGÉ VIENS REPOSER TA TÊTE</a:t>
            </a:r>
          </a:p>
          <a:p>
            <a:r>
              <a:rPr lang="fr-FR" smtClean="0"/>
              <a:t>Come all ye weary, come and lay down your head 
11-  VIENS, TOI QUI EST HONTEUX  TU ES MON FRÈRE </a:t>
            </a:r>
          </a:p>
          <a:p>
            <a:r>
              <a:rPr lang="fr-FR" smtClean="0"/>
              <a:t>Come ye unworthy, you are my brother
12-  ET SI VRAIMENT LA GRACE EXISTE ELLE FUT CRÉÉE POUR DE TELLES VIES 
If such a thing as grace exists Then grace was made for lives like this</a:t>
            </a:r>
          </a:p>
          <a:p>
            <a:r>
              <a:rPr lang="fr-FR" smtClean="0"/>
              <a:t> 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13-  Ô CHER PÈRE REGARDE-NOUS </a:t>
            </a:r>
          </a:p>
          <a:p>
            <a:r>
              <a:rPr lang="fr-FR" smtClean="0"/>
              <a:t>O blessed Father, look down upon us
14-  NOUS SOMMES TES ENFANTS  PERDUS SANS TON AMOUR </a:t>
            </a:r>
          </a:p>
          <a:p>
            <a:r>
              <a:rPr lang="fr-FR" smtClean="0"/>
              <a:t>We are Your children, we need Your love
15-  NOUS COURONS  DEVANT TON TRÔNE DE GRACE</a:t>
            </a:r>
          </a:p>
          <a:p>
            <a:r>
              <a:rPr lang="fr-FR" smtClean="0"/>
              <a:t>We run before Your throne of mercy</a:t>
            </a:r>
            <a:br>
              <a:rPr lang="fr-FR" smtClean="0"/>
            </a:br>
            <a:r>
              <a:rPr lang="fr-FR" smtClean="0"/>
              <a:t>16-  RECHERCHANT TA FACE  POUR NOUS ÉLEVER</a:t>
            </a:r>
            <a:br>
              <a:rPr lang="fr-FR" smtClean="0"/>
            </a:br>
            <a:r>
              <a:rPr lang="fr-FR" smtClean="0"/>
              <a:t> And seek Your face to rise above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	Refrain:   x2</a:t>
            </a:r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QUI PARMI NOUS  N’A JAMAIS ÉTÉ BRISÉ</a:t>
            </a:r>
          </a:p>
          <a:p>
            <a:r>
              <a:rPr lang="fr-FR" b="0" smtClean="0"/>
              <a:t>Who here among us has not been broken</a:t>
            </a:r>
            <a:br>
              <a:rPr lang="fr-FR" b="0" smtClean="0"/>
            </a:br>
            <a:r>
              <a:rPr lang="fr-FR" b="0" smtClean="0"/>
              <a:t>2-  QUI PARMI NOUS  EST SANS PEINE NI PÉCHÉ </a:t>
            </a:r>
          </a:p>
          <a:p>
            <a:r>
              <a:rPr lang="fr-FR" b="0" smtClean="0"/>
              <a:t>Who here among us is without guilt or pain</a:t>
            </a:r>
          </a:p>
          <a:p>
            <a:r>
              <a:rPr lang="fr-FR" b="0" smtClean="0"/>
              <a:t>3-  SI SOUVENT LIVRÉS  À NOS TRANSGRESSIONS</a:t>
            </a:r>
          </a:p>
          <a:p>
            <a:r>
              <a:rPr lang="fr-FR" b="0" smtClean="0"/>
              <a:t>So oft' abandoned by our transgressions</a:t>
            </a:r>
            <a:br>
              <a:rPr lang="fr-FR" b="0" smtClean="0"/>
            </a:br>
            <a:r>
              <a:rPr lang="fr-FR" b="0" smtClean="0"/>
              <a:t>4-  ET SI VRAIMENT LA GRACE EXISTE ELLE FUT CRÉÉE POUR DE TELLES VIES</a:t>
            </a:r>
            <a:br>
              <a:rPr lang="fr-FR" b="0" smtClean="0"/>
            </a:br>
            <a:r>
              <a:rPr lang="fr-FR" b="0" smtClean="0"/>
              <a:t> If such a thing as grace exists Then grace was made for lives like this</a:t>
            </a:r>
          </a:p>
          <a:p>
            <a:r>
              <a:rPr lang="fr-FR" b="0" smtClean="0"/>
              <a:t> </a:t>
            </a:r>
          </a:p>
          <a:p>
            <a:r>
              <a:rPr lang="fr-FR" b="0" smtClean="0"/>
              <a:t>	Refrain:
	5-  IL N'Y A PAS D'ÉTRANGERS NI DE REJETÉS</a:t>
            </a:r>
          </a:p>
          <a:p>
            <a:r>
              <a:rPr lang="fr-FR" b="0" smtClean="0"/>
              <a:t>	There are no strangers There are no outcasts
	6-  IL N'Y A PAS D'ORPHELINS  EN DIEU</a:t>
            </a:r>
          </a:p>
          <a:p>
            <a:r>
              <a:rPr lang="fr-FR" b="0" smtClean="0"/>
              <a:t>	There are no orphans of God</a:t>
            </a:r>
            <a:br>
              <a:rPr lang="fr-FR" b="0" smtClean="0"/>
            </a:br>
            <a:r>
              <a:rPr lang="fr-FR" b="0" smtClean="0"/>
              <a:t>	7-  BEAUCOUP SONT TOMBÉS  MAIS ALLÉLUIA </a:t>
            </a:r>
          </a:p>
          <a:p>
            <a:r>
              <a:rPr lang="fr-FR" b="0" smtClean="0"/>
              <a:t>	So many fallen, but hallelujah</a:t>
            </a:r>
          </a:p>
          <a:p>
            <a:r>
              <a:rPr lang="fr-FR" b="0" smtClean="0"/>
              <a:t>	8-  IL N'Y A PAS D'ORPHELINS  EN DIEU</a:t>
            </a:r>
            <a:br>
              <a:rPr lang="fr-FR" b="0" smtClean="0"/>
            </a:br>
            <a:r>
              <a:rPr lang="fr-FR" b="0" smtClean="0"/>
              <a:t>	 There are no orphans of God</a:t>
            </a:r>
            <a:br>
              <a:rPr lang="fr-FR" b="0" smtClean="0"/>
            </a:br>
            <a:r>
              <a:rPr lang="fr-FR" b="0" smtClean="0"/>
              <a:t>
9-  VIENS, TOI L'OUBLIÉ  REÇOIS L'AFFECTION </a:t>
            </a:r>
          </a:p>
          <a:p>
            <a:r>
              <a:rPr lang="fr-FR" b="0" smtClean="0"/>
              <a:t>Come ye unwanted and find affection</a:t>
            </a:r>
          </a:p>
          <a:p>
            <a:r>
              <a:rPr lang="fr-FR" b="0" smtClean="0"/>
              <a:t>10-  VIENS, TOI QUI EST CHARGÉ VIENS REPOSER TA TÊTE</a:t>
            </a:r>
          </a:p>
          <a:p>
            <a:r>
              <a:rPr lang="fr-FR" b="0" smtClean="0"/>
              <a:t>Come all ye weary, come and lay down your head 
11-  VIENS, TOI QUI EST HONTEUX  TU ES MON FRÈRE </a:t>
            </a:r>
          </a:p>
          <a:p>
            <a:r>
              <a:rPr lang="fr-FR" b="0" smtClean="0"/>
              <a:t>Come ye unworthy, you are my brother
12-  ET SI VRAIMENT LA GRACE EXISTE ELLE FUT CRÉÉE POUR DE TELLES VIES 
If such a thing as grace exists Then grace was made for lives like this</a:t>
            </a:r>
          </a:p>
          <a:p>
            <a:r>
              <a:rPr lang="fr-FR" b="0" smtClean="0"/>
              <a:t> 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13-  Ô CHER PÈRE REGARDE-NOUS </a:t>
            </a:r>
          </a:p>
          <a:p>
            <a:r>
              <a:rPr lang="fr-FR" b="0" smtClean="0"/>
              <a:t>O blessed Father, look down upon us
14-  NOUS SOMMES TES ENFANTS  PERDUS SANS TON AMOUR </a:t>
            </a:r>
          </a:p>
          <a:p>
            <a:r>
              <a:rPr lang="fr-FR" b="0" smtClean="0"/>
              <a:t>We are Your children, we need Your love
15-  NOUS COURONS  DEVANT TON TRÔNE DE GRACE</a:t>
            </a:r>
          </a:p>
          <a:p>
            <a:r>
              <a:rPr lang="fr-FR" b="0" smtClean="0"/>
              <a:t>We run before Your throne of mercy</a:t>
            </a:r>
            <a:br>
              <a:rPr lang="fr-FR" b="0" smtClean="0"/>
            </a:br>
            <a:r>
              <a:rPr lang="fr-FR" b="0" smtClean="0"/>
              <a:t>16-  RECHERCHANT TA FACE  POUR NOUS ÉLEVER</a:t>
            </a:r>
            <a:br>
              <a:rPr lang="fr-FR" b="0" smtClean="0"/>
            </a:br>
            <a:r>
              <a:rPr lang="fr-FR" b="0" smtClean="0"/>
              <a:t> And seek Your face to rise above</a:t>
            </a:r>
          </a:p>
          <a:p>
            <a:r>
              <a:rPr lang="fr-FR" b="0" smtClean="0"/>
              <a:t> </a:t>
            </a:r>
          </a:p>
          <a:p>
            <a:r>
              <a:rPr lang="fr-FR" b="0" smtClean="0"/>
              <a:t>	Refrain:   x2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QUI PARMI NOUS  N’A JAMAIS ÉTÉ BRISÉ</a:t>
            </a:r>
          </a:p>
          <a:p>
            <a:r>
              <a:rPr lang="fr-FR" smtClean="0"/>
              <a:t>Who here among us has not been broken</a:t>
            </a:r>
            <a:br>
              <a:rPr lang="fr-FR" smtClean="0"/>
            </a:br>
            <a:r>
              <a:rPr lang="fr-FR" smtClean="0"/>
              <a:t>2-  QUI PARMI NOUS  EST SANS PEINE NI PÉCHÉ </a:t>
            </a:r>
          </a:p>
          <a:p>
            <a:r>
              <a:rPr lang="fr-FR" smtClean="0"/>
              <a:t>Who here among us is without guilt or pain</a:t>
            </a:r>
          </a:p>
          <a:p>
            <a:r>
              <a:rPr lang="fr-FR" smtClean="0"/>
              <a:t>3-  SI SOUVENT LIVRÉS  À NOS TRANSGRESSIONS</a:t>
            </a:r>
          </a:p>
          <a:p>
            <a:r>
              <a:rPr lang="fr-FR" smtClean="0"/>
              <a:t>So oft' abandoned by our transgressions</a:t>
            </a:r>
            <a:br>
              <a:rPr lang="fr-FR" smtClean="0"/>
            </a:br>
            <a:r>
              <a:rPr lang="fr-FR" smtClean="0"/>
              <a:t>4-  ET SI VRAIMENT LA GRACE EXISTE ELLE FUT CRÉÉE POUR DE TELLES VIES</a:t>
            </a:r>
            <a:br>
              <a:rPr lang="fr-FR" smtClean="0"/>
            </a:br>
            <a:r>
              <a:rPr lang="fr-FR" smtClean="0"/>
              <a:t> If such a thing as grace exists Then grace was made for lives like this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	Refrain:
	5-  IL N'Y A PAS D'ÉTRANGERS NI DE REJETÉS</a:t>
            </a:r>
          </a:p>
          <a:p>
            <a:r>
              <a:rPr lang="fr-FR" smtClean="0"/>
              <a:t>	There are no strangers There are no outcasts
	6-  IL N'Y A PAS D'ORPHELINS  EN DIEU</a:t>
            </a:r>
          </a:p>
          <a:p>
            <a:r>
              <a:rPr lang="fr-FR" smtClean="0"/>
              <a:t>	There are no orphans of God</a:t>
            </a:r>
            <a:br>
              <a:rPr lang="fr-FR" smtClean="0"/>
            </a:br>
            <a:r>
              <a:rPr lang="fr-FR" smtClean="0"/>
              <a:t>	7-  BEAUCOUP SONT TOMBÉS  MAIS ALLÉLUIA </a:t>
            </a:r>
          </a:p>
          <a:p>
            <a:r>
              <a:rPr lang="fr-FR" smtClean="0"/>
              <a:t>	So many fallen, but hallelujah</a:t>
            </a:r>
          </a:p>
          <a:p>
            <a:r>
              <a:rPr lang="fr-FR" smtClean="0"/>
              <a:t>	8-  IL N'Y A PAS D'ORPHELINS  EN DIEU</a:t>
            </a:r>
            <a:br>
              <a:rPr lang="fr-FR" smtClean="0"/>
            </a:br>
            <a:r>
              <a:rPr lang="fr-FR" smtClean="0"/>
              <a:t>	 There are no orphans of God</a:t>
            </a:r>
            <a:br>
              <a:rPr lang="fr-FR" smtClean="0"/>
            </a:br>
            <a:r>
              <a:rPr lang="fr-FR" smtClean="0"/>
              <a:t>
9-  VIENS, TOI L'OUBLIÉ  REÇOIS L'AFFECTION </a:t>
            </a:r>
          </a:p>
          <a:p>
            <a:r>
              <a:rPr lang="fr-FR" smtClean="0"/>
              <a:t>Come ye unwanted and find affection</a:t>
            </a:r>
          </a:p>
          <a:p>
            <a:r>
              <a:rPr lang="fr-FR" smtClean="0"/>
              <a:t>10-  VIENS, TOI QUI EST CHARGÉ VIENS REPOSER TA TÊTE</a:t>
            </a:r>
          </a:p>
          <a:p>
            <a:r>
              <a:rPr lang="fr-FR" smtClean="0"/>
              <a:t>Come all ye weary, come and lay down your head 
11-  VIENS, TOI QUI EST HONTEUX  TU ES MON FRÈRE </a:t>
            </a:r>
          </a:p>
          <a:p>
            <a:r>
              <a:rPr lang="fr-FR" smtClean="0"/>
              <a:t>Come ye unworthy, you are my brother
12-  ET SI VRAIMENT LA GRACE EXISTE ELLE FUT CRÉÉE POUR DE TELLES VIES 
If such a thing as grace exists Then grace was made for lives like this</a:t>
            </a:r>
          </a:p>
          <a:p>
            <a:r>
              <a:rPr lang="fr-FR" smtClean="0"/>
              <a:t> 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13-  Ô CHER PÈRE REGARDE-NOUS </a:t>
            </a:r>
          </a:p>
          <a:p>
            <a:r>
              <a:rPr lang="fr-FR" smtClean="0"/>
              <a:t>O blessed Father, look down upon us
14-  NOUS SOMMES TES ENFANTS  PERDUS SANS TON AMOUR </a:t>
            </a:r>
          </a:p>
          <a:p>
            <a:r>
              <a:rPr lang="fr-FR" smtClean="0"/>
              <a:t>We are Your children, we need Your love
15-  NOUS COURONS  DEVANT TON TRÔNE DE GRACE</a:t>
            </a:r>
          </a:p>
          <a:p>
            <a:r>
              <a:rPr lang="fr-FR" smtClean="0"/>
              <a:t>We run before Your throne of mercy</a:t>
            </a:r>
            <a:br>
              <a:rPr lang="fr-FR" smtClean="0"/>
            </a:br>
            <a:r>
              <a:rPr lang="fr-FR" smtClean="0"/>
              <a:t>16-  RECHERCHANT TA FACE  POUR NOUS ÉLEVER</a:t>
            </a:r>
            <a:br>
              <a:rPr lang="fr-FR" smtClean="0"/>
            </a:br>
            <a:r>
              <a:rPr lang="fr-FR" smtClean="0"/>
              <a:t> And seek Your face to rise above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	Refrain:   x2</a:t>
            </a:r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QUI PARMI NOUS  N’A JAMAIS ÉTÉ BRISÉ</a:t>
            </a:r>
          </a:p>
          <a:p>
            <a:r>
              <a:rPr lang="fr-FR" b="0" smtClean="0"/>
              <a:t>Who here among us has not been broken</a:t>
            </a:r>
            <a:br>
              <a:rPr lang="fr-FR" b="0" smtClean="0"/>
            </a:br>
            <a:r>
              <a:rPr lang="fr-FR" b="0" smtClean="0"/>
              <a:t>2-  QUI PARMI NOUS  EST SANS PEINE NI PÉCHÉ </a:t>
            </a:r>
          </a:p>
          <a:p>
            <a:r>
              <a:rPr lang="fr-FR" b="0" smtClean="0"/>
              <a:t>Who here among us is without guilt or pain</a:t>
            </a:r>
          </a:p>
          <a:p>
            <a:r>
              <a:rPr lang="fr-FR" b="0" smtClean="0"/>
              <a:t>3-  SI SOUVENT LIVRÉS  À NOS TRANSGRESSIONS</a:t>
            </a:r>
          </a:p>
          <a:p>
            <a:r>
              <a:rPr lang="fr-FR" b="0" smtClean="0"/>
              <a:t>So oft' abandoned by our transgressions</a:t>
            </a:r>
            <a:br>
              <a:rPr lang="fr-FR" b="0" smtClean="0"/>
            </a:br>
            <a:r>
              <a:rPr lang="fr-FR" b="0" smtClean="0"/>
              <a:t>4-  ET SI VRAIMENT LA GRACE EXISTE ELLE FUT CRÉÉE POUR DE TELLES VIES</a:t>
            </a:r>
            <a:br>
              <a:rPr lang="fr-FR" b="0" smtClean="0"/>
            </a:br>
            <a:r>
              <a:rPr lang="fr-FR" b="0" smtClean="0"/>
              <a:t> If such a thing as grace exists Then grace was made for lives like this</a:t>
            </a:r>
          </a:p>
          <a:p>
            <a:r>
              <a:rPr lang="fr-FR" b="0" smtClean="0"/>
              <a:t> </a:t>
            </a:r>
          </a:p>
          <a:p>
            <a:r>
              <a:rPr lang="fr-FR" b="0" smtClean="0"/>
              <a:t>	Refrain:
	5-  IL N'Y A PAS D'ÉTRANGERS NI DE REJETÉS</a:t>
            </a:r>
          </a:p>
          <a:p>
            <a:r>
              <a:rPr lang="fr-FR" b="0" smtClean="0"/>
              <a:t>	There are no strangers There are no outcasts
	6-  IL N'Y A PAS D'ORPHELINS  EN DIEU</a:t>
            </a:r>
          </a:p>
          <a:p>
            <a:r>
              <a:rPr lang="fr-FR" b="0" smtClean="0"/>
              <a:t>	There are no orphans of God</a:t>
            </a:r>
            <a:br>
              <a:rPr lang="fr-FR" b="0" smtClean="0"/>
            </a:br>
            <a:r>
              <a:rPr lang="fr-FR" b="0" smtClean="0"/>
              <a:t>	7-  BEAUCOUP SONT TOMBÉS  MAIS ALLÉLUIA </a:t>
            </a:r>
          </a:p>
          <a:p>
            <a:r>
              <a:rPr lang="fr-FR" b="0" smtClean="0"/>
              <a:t>	So many fallen, but hallelujah</a:t>
            </a:r>
          </a:p>
          <a:p>
            <a:r>
              <a:rPr lang="fr-FR" b="0" smtClean="0"/>
              <a:t>	8-  IL N'Y A PAS D'ORPHELINS  EN DIEU</a:t>
            </a:r>
            <a:br>
              <a:rPr lang="fr-FR" b="0" smtClean="0"/>
            </a:br>
            <a:r>
              <a:rPr lang="fr-FR" b="0" smtClean="0"/>
              <a:t>	 There are no orphans of God</a:t>
            </a:r>
            <a:br>
              <a:rPr lang="fr-FR" b="0" smtClean="0"/>
            </a:br>
            <a:r>
              <a:rPr lang="fr-FR" b="0" smtClean="0"/>
              <a:t>
9-  VIENS, TOI L'OUBLIÉ  REÇOIS L'AFFECTION </a:t>
            </a:r>
          </a:p>
          <a:p>
            <a:r>
              <a:rPr lang="fr-FR" b="0" smtClean="0"/>
              <a:t>Come ye unwanted and find affection</a:t>
            </a:r>
          </a:p>
          <a:p>
            <a:r>
              <a:rPr lang="fr-FR" b="0" smtClean="0"/>
              <a:t>10-  VIENS, TOI QUI EST CHARGÉ VIENS REPOSER TA TÊTE</a:t>
            </a:r>
          </a:p>
          <a:p>
            <a:r>
              <a:rPr lang="fr-FR" b="0" smtClean="0"/>
              <a:t>Come all ye weary, come and lay down your head 
11-  VIENS, TOI QUI EST HONTEUX  TU ES MON FRÈRE </a:t>
            </a:r>
          </a:p>
          <a:p>
            <a:r>
              <a:rPr lang="fr-FR" b="0" smtClean="0"/>
              <a:t>Come ye unworthy, you are my brother
12-  ET SI VRAIMENT LA GRACE EXISTE ELLE FUT CRÉÉE POUR DE TELLES VIES 
If such a thing as grace exists Then grace was made for lives like this</a:t>
            </a:r>
          </a:p>
          <a:p>
            <a:r>
              <a:rPr lang="fr-FR" b="0" smtClean="0"/>
              <a:t> 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13-  Ô CHER PÈRE REGARDE-NOUS </a:t>
            </a:r>
          </a:p>
          <a:p>
            <a:r>
              <a:rPr lang="fr-FR" b="0" smtClean="0"/>
              <a:t>O blessed Father, look down upon us
14-  NOUS SOMMES TES ENFANTS  PERDUS SANS TON AMOUR </a:t>
            </a:r>
          </a:p>
          <a:p>
            <a:r>
              <a:rPr lang="fr-FR" b="0" smtClean="0"/>
              <a:t>We are Your children, we need Your love
15-  NOUS COURONS  DEVANT TON TRÔNE DE GRACE</a:t>
            </a:r>
          </a:p>
          <a:p>
            <a:r>
              <a:rPr lang="fr-FR" b="0" smtClean="0"/>
              <a:t>We run before Your throne of mercy</a:t>
            </a:r>
            <a:br>
              <a:rPr lang="fr-FR" b="0" smtClean="0"/>
            </a:br>
            <a:r>
              <a:rPr lang="fr-FR" b="0" smtClean="0"/>
              <a:t>16-  RECHERCHANT TA FACE  POUR NOUS ÉLEVER</a:t>
            </a:r>
            <a:br>
              <a:rPr lang="fr-FR" b="0" smtClean="0"/>
            </a:br>
            <a:r>
              <a:rPr lang="fr-FR" b="0" smtClean="0"/>
              <a:t> And seek Your face to rise above</a:t>
            </a:r>
          </a:p>
          <a:p>
            <a:r>
              <a:rPr lang="fr-FR" b="0" smtClean="0"/>
              <a:t> </a:t>
            </a:r>
          </a:p>
          <a:p>
            <a:r>
              <a:rPr lang="fr-FR" b="0" smtClean="0"/>
              <a:t>	Refrain:   x2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QUI PARMI NOUS  N’A JAMAIS ÉTÉ BRISÉ</a:t>
            </a:r>
          </a:p>
          <a:p>
            <a:r>
              <a:rPr lang="fr-FR" smtClean="0"/>
              <a:t>Who here among us has not been broken</a:t>
            </a:r>
            <a:br>
              <a:rPr lang="fr-FR" smtClean="0"/>
            </a:br>
            <a:r>
              <a:rPr lang="fr-FR" smtClean="0"/>
              <a:t>2-  QUI PARMI NOUS  EST SANS PEINE NI PÉCHÉ </a:t>
            </a:r>
          </a:p>
          <a:p>
            <a:r>
              <a:rPr lang="fr-FR" smtClean="0"/>
              <a:t>Who here among us is without guilt or pain</a:t>
            </a:r>
          </a:p>
          <a:p>
            <a:r>
              <a:rPr lang="fr-FR" smtClean="0"/>
              <a:t>3-  SI SOUVENT LIVRÉS  À NOS TRANSGRESSIONS</a:t>
            </a:r>
          </a:p>
          <a:p>
            <a:r>
              <a:rPr lang="fr-FR" smtClean="0"/>
              <a:t>So oft' abandoned by our transgressions</a:t>
            </a:r>
            <a:br>
              <a:rPr lang="fr-FR" smtClean="0"/>
            </a:br>
            <a:r>
              <a:rPr lang="fr-FR" smtClean="0"/>
              <a:t>4-  ET SI VRAIMENT LA GRACE EXISTE ELLE FUT CRÉÉE POUR DE TELLES VIES</a:t>
            </a:r>
            <a:br>
              <a:rPr lang="fr-FR" smtClean="0"/>
            </a:br>
            <a:r>
              <a:rPr lang="fr-FR" smtClean="0"/>
              <a:t> If such a thing as grace exists Then grace was made for lives like this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	Refrain:
	5-  IL N'Y A PAS D'ÉTRANGERS NI DE REJETÉS</a:t>
            </a:r>
          </a:p>
          <a:p>
            <a:r>
              <a:rPr lang="fr-FR" smtClean="0"/>
              <a:t>	There are no strangers There are no outcasts
	6-  IL N'Y A PAS D'ORPHELINS  EN DIEU</a:t>
            </a:r>
          </a:p>
          <a:p>
            <a:r>
              <a:rPr lang="fr-FR" smtClean="0"/>
              <a:t>	There are no orphans of God</a:t>
            </a:r>
            <a:br>
              <a:rPr lang="fr-FR" smtClean="0"/>
            </a:br>
            <a:r>
              <a:rPr lang="fr-FR" smtClean="0"/>
              <a:t>	7-  BEAUCOUP SONT TOMBÉS  MAIS ALLÉLUIA </a:t>
            </a:r>
          </a:p>
          <a:p>
            <a:r>
              <a:rPr lang="fr-FR" smtClean="0"/>
              <a:t>	So many fallen, but hallelujah</a:t>
            </a:r>
          </a:p>
          <a:p>
            <a:r>
              <a:rPr lang="fr-FR" smtClean="0"/>
              <a:t>	8-  IL N'Y A PAS D'ORPHELINS  EN DIEU</a:t>
            </a:r>
            <a:br>
              <a:rPr lang="fr-FR" smtClean="0"/>
            </a:br>
            <a:r>
              <a:rPr lang="fr-FR" smtClean="0"/>
              <a:t>	 There are no orphans of God</a:t>
            </a:r>
            <a:br>
              <a:rPr lang="fr-FR" smtClean="0"/>
            </a:br>
            <a:r>
              <a:rPr lang="fr-FR" smtClean="0"/>
              <a:t>
9-  VIENS, TOI L'OUBLIÉ  REÇOIS L'AFFECTION </a:t>
            </a:r>
          </a:p>
          <a:p>
            <a:r>
              <a:rPr lang="fr-FR" smtClean="0"/>
              <a:t>Come ye unwanted and find affection</a:t>
            </a:r>
          </a:p>
          <a:p>
            <a:r>
              <a:rPr lang="fr-FR" smtClean="0"/>
              <a:t>10-  VIENS, TOI QUI EST CHARGÉ VIENS REPOSER TA TÊTE</a:t>
            </a:r>
          </a:p>
          <a:p>
            <a:r>
              <a:rPr lang="fr-FR" smtClean="0"/>
              <a:t>Come all ye weary, come and lay down your head 
11-  VIENS, TOI QUI EST HONTEUX  TU ES MON FRÈRE </a:t>
            </a:r>
          </a:p>
          <a:p>
            <a:r>
              <a:rPr lang="fr-FR" smtClean="0"/>
              <a:t>Come ye unworthy, you are my brother
12-  ET SI VRAIMENT LA GRACE EXISTE ELLE FUT CRÉÉE POUR DE TELLES VIES 
If such a thing as grace exists Then grace was made for lives like this</a:t>
            </a:r>
          </a:p>
          <a:p>
            <a:r>
              <a:rPr lang="fr-FR" smtClean="0"/>
              <a:t> 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13-  Ô CHER PÈRE REGARDE-NOUS </a:t>
            </a:r>
          </a:p>
          <a:p>
            <a:r>
              <a:rPr lang="fr-FR" smtClean="0"/>
              <a:t>O blessed Father, look down upon us
14-  NOUS SOMMES TES ENFANTS  PERDUS SANS TON AMOUR </a:t>
            </a:r>
          </a:p>
          <a:p>
            <a:r>
              <a:rPr lang="fr-FR" smtClean="0"/>
              <a:t>We are Your children, we need Your love
15-  NOUS COURONS  DEVANT TON TRÔNE DE GRACE</a:t>
            </a:r>
          </a:p>
          <a:p>
            <a:r>
              <a:rPr lang="fr-FR" smtClean="0"/>
              <a:t>We run before Your throne of mercy</a:t>
            </a:r>
            <a:br>
              <a:rPr lang="fr-FR" smtClean="0"/>
            </a:br>
            <a:r>
              <a:rPr lang="fr-FR" smtClean="0"/>
              <a:t>16-  RECHERCHANT TA FACE  POUR NOUS ÉLEVER</a:t>
            </a:r>
            <a:br>
              <a:rPr lang="fr-FR" smtClean="0"/>
            </a:br>
            <a:r>
              <a:rPr lang="fr-FR" smtClean="0"/>
              <a:t> And seek Your face to rise above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	Refrain:   x2</a:t>
            </a:r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QUI PARMI NOUS  N’A JAMAIS ÉTÉ BRISÉ</a:t>
            </a:r>
          </a:p>
          <a:p>
            <a:r>
              <a:rPr lang="fr-FR" b="0" smtClean="0"/>
              <a:t>Who here among us has not been broken</a:t>
            </a:r>
            <a:br>
              <a:rPr lang="fr-FR" b="0" smtClean="0"/>
            </a:br>
            <a:r>
              <a:rPr lang="fr-FR" b="0" smtClean="0"/>
              <a:t>2-  QUI PARMI NOUS  EST SANS PEINE NI PÉCHÉ </a:t>
            </a:r>
          </a:p>
          <a:p>
            <a:r>
              <a:rPr lang="fr-FR" b="0" smtClean="0"/>
              <a:t>Who here among us is without guilt or pain</a:t>
            </a:r>
          </a:p>
          <a:p>
            <a:r>
              <a:rPr lang="fr-FR" b="0" smtClean="0"/>
              <a:t>3-  SI SOUVENT LIVRÉS  À NOS TRANSGRESSIONS</a:t>
            </a:r>
          </a:p>
          <a:p>
            <a:r>
              <a:rPr lang="fr-FR" b="0" smtClean="0"/>
              <a:t>So oft' abandoned by our transgressions</a:t>
            </a:r>
            <a:br>
              <a:rPr lang="fr-FR" b="0" smtClean="0"/>
            </a:br>
            <a:r>
              <a:rPr lang="fr-FR" b="0" smtClean="0"/>
              <a:t>4-  ET SI VRAIMENT LA GRACE EXISTE ELLE FUT CRÉÉE POUR DE TELLES VIES</a:t>
            </a:r>
            <a:br>
              <a:rPr lang="fr-FR" b="0" smtClean="0"/>
            </a:br>
            <a:r>
              <a:rPr lang="fr-FR" b="0" smtClean="0"/>
              <a:t> If such a thing as grace exists Then grace was made for lives like this</a:t>
            </a:r>
          </a:p>
          <a:p>
            <a:r>
              <a:rPr lang="fr-FR" b="0" smtClean="0"/>
              <a:t> </a:t>
            </a:r>
          </a:p>
          <a:p>
            <a:r>
              <a:rPr lang="fr-FR" b="0" smtClean="0"/>
              <a:t>	Refrain:
	5-  IL N'Y A PAS D'ÉTRANGERS NI DE REJETÉS</a:t>
            </a:r>
          </a:p>
          <a:p>
            <a:r>
              <a:rPr lang="fr-FR" b="0" smtClean="0"/>
              <a:t>	There are no strangers There are no outcasts
	6-  IL N'Y A PAS D'ORPHELINS  EN DIEU</a:t>
            </a:r>
          </a:p>
          <a:p>
            <a:r>
              <a:rPr lang="fr-FR" b="0" smtClean="0"/>
              <a:t>	There are no orphans of God</a:t>
            </a:r>
            <a:br>
              <a:rPr lang="fr-FR" b="0" smtClean="0"/>
            </a:br>
            <a:r>
              <a:rPr lang="fr-FR" b="0" smtClean="0"/>
              <a:t>	7-  BEAUCOUP SONT TOMBÉS  MAIS ALLÉLUIA </a:t>
            </a:r>
          </a:p>
          <a:p>
            <a:r>
              <a:rPr lang="fr-FR" b="0" smtClean="0"/>
              <a:t>	So many fallen, but hallelujah</a:t>
            </a:r>
          </a:p>
          <a:p>
            <a:r>
              <a:rPr lang="fr-FR" b="0" smtClean="0"/>
              <a:t>	8-  IL N'Y A PAS D'ORPHELINS  EN DIEU</a:t>
            </a:r>
            <a:br>
              <a:rPr lang="fr-FR" b="0" smtClean="0"/>
            </a:br>
            <a:r>
              <a:rPr lang="fr-FR" b="0" smtClean="0"/>
              <a:t>	 There are no orphans of God</a:t>
            </a:r>
            <a:br>
              <a:rPr lang="fr-FR" b="0" smtClean="0"/>
            </a:br>
            <a:r>
              <a:rPr lang="fr-FR" b="0" smtClean="0"/>
              <a:t>
9-  VIENS, TOI L'OUBLIÉ  REÇOIS L'AFFECTION </a:t>
            </a:r>
          </a:p>
          <a:p>
            <a:r>
              <a:rPr lang="fr-FR" b="0" smtClean="0"/>
              <a:t>Come ye unwanted and find affection</a:t>
            </a:r>
          </a:p>
          <a:p>
            <a:r>
              <a:rPr lang="fr-FR" b="0" smtClean="0"/>
              <a:t>10-  VIENS, TOI QUI EST CHARGÉ VIENS REPOSER TA TÊTE</a:t>
            </a:r>
          </a:p>
          <a:p>
            <a:r>
              <a:rPr lang="fr-FR" b="0" smtClean="0"/>
              <a:t>Come all ye weary, come and lay down your head 
11-  VIENS, TOI QUI EST HONTEUX  TU ES MON FRÈRE </a:t>
            </a:r>
          </a:p>
          <a:p>
            <a:r>
              <a:rPr lang="fr-FR" b="0" smtClean="0"/>
              <a:t>Come ye unworthy, you are my brother
12-  ET SI VRAIMENT LA GRACE EXISTE ELLE FUT CRÉÉE POUR DE TELLES VIES 
If such a thing as grace exists Then grace was made for lives like this</a:t>
            </a:r>
          </a:p>
          <a:p>
            <a:r>
              <a:rPr lang="fr-FR" b="0" smtClean="0"/>
              <a:t> 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13-  Ô CHER PÈRE REGARDE-NOUS </a:t>
            </a:r>
          </a:p>
          <a:p>
            <a:r>
              <a:rPr lang="fr-FR" b="0" smtClean="0"/>
              <a:t>O blessed Father, look down upon us
14-  NOUS SOMMES TES ENFANTS  PERDUS SANS TON AMOUR </a:t>
            </a:r>
          </a:p>
          <a:p>
            <a:r>
              <a:rPr lang="fr-FR" b="0" smtClean="0"/>
              <a:t>We are Your children, we need Your love
15-  NOUS COURONS  DEVANT TON TRÔNE DE GRACE</a:t>
            </a:r>
          </a:p>
          <a:p>
            <a:r>
              <a:rPr lang="fr-FR" b="0" smtClean="0"/>
              <a:t>We run before Your throne of mercy</a:t>
            </a:r>
            <a:br>
              <a:rPr lang="fr-FR" b="0" smtClean="0"/>
            </a:br>
            <a:r>
              <a:rPr lang="fr-FR" b="0" smtClean="0"/>
              <a:t>16-  RECHERCHANT TA FACE  POUR NOUS ÉLEVER</a:t>
            </a:r>
            <a:br>
              <a:rPr lang="fr-FR" b="0" smtClean="0"/>
            </a:br>
            <a:r>
              <a:rPr lang="fr-FR" b="0" smtClean="0"/>
              <a:t> And seek Your face to rise above</a:t>
            </a:r>
          </a:p>
          <a:p>
            <a:r>
              <a:rPr lang="fr-FR" b="0" smtClean="0"/>
              <a:t> </a:t>
            </a:r>
          </a:p>
          <a:p>
            <a:r>
              <a:rPr lang="fr-FR" b="0" smtClean="0"/>
              <a:t>	Refrain:   x2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QUI PARMI NOUS  N’A JAMAIS ÉTÉ BRISÉ</a:t>
            </a:r>
          </a:p>
          <a:p>
            <a:r>
              <a:rPr lang="fr-FR" smtClean="0"/>
              <a:t>Who here among us has not been broken</a:t>
            </a:r>
            <a:br>
              <a:rPr lang="fr-FR" smtClean="0"/>
            </a:br>
            <a:r>
              <a:rPr lang="fr-FR" smtClean="0"/>
              <a:t>2-  QUI PARMI NOUS  EST SANS PEINE NI PÉCHÉ </a:t>
            </a:r>
          </a:p>
          <a:p>
            <a:r>
              <a:rPr lang="fr-FR" smtClean="0"/>
              <a:t>Who here among us is without guilt or pain</a:t>
            </a:r>
          </a:p>
          <a:p>
            <a:r>
              <a:rPr lang="fr-FR" smtClean="0"/>
              <a:t>3-  SI SOUVENT LIVRÉS  À NOS TRANSGRESSIONS</a:t>
            </a:r>
          </a:p>
          <a:p>
            <a:r>
              <a:rPr lang="fr-FR" smtClean="0"/>
              <a:t>So oft' abandoned by our transgressions</a:t>
            </a:r>
            <a:br>
              <a:rPr lang="fr-FR" smtClean="0"/>
            </a:br>
            <a:r>
              <a:rPr lang="fr-FR" smtClean="0"/>
              <a:t>4-  ET SI VRAIMENT LA GRACE EXISTE ELLE FUT CRÉÉE POUR DE TELLES VIES</a:t>
            </a:r>
            <a:br>
              <a:rPr lang="fr-FR" smtClean="0"/>
            </a:br>
            <a:r>
              <a:rPr lang="fr-FR" smtClean="0"/>
              <a:t> If such a thing as grace exists Then grace was made for lives like this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	Refrain:
	5-  IL N'Y A PAS D'ÉTRANGERS NI DE REJETÉS</a:t>
            </a:r>
          </a:p>
          <a:p>
            <a:r>
              <a:rPr lang="fr-FR" smtClean="0"/>
              <a:t>	There are no strangers There are no outcasts
	6-  IL N'Y A PAS D'ORPHELINS  EN DIEU</a:t>
            </a:r>
          </a:p>
          <a:p>
            <a:r>
              <a:rPr lang="fr-FR" smtClean="0"/>
              <a:t>	There are no orphans of God</a:t>
            </a:r>
            <a:br>
              <a:rPr lang="fr-FR" smtClean="0"/>
            </a:br>
            <a:r>
              <a:rPr lang="fr-FR" smtClean="0"/>
              <a:t>	7-  BEAUCOUP SONT TOMBÉS  MAIS ALLÉLUIA </a:t>
            </a:r>
          </a:p>
          <a:p>
            <a:r>
              <a:rPr lang="fr-FR" smtClean="0"/>
              <a:t>	So many fallen, but hallelujah</a:t>
            </a:r>
          </a:p>
          <a:p>
            <a:r>
              <a:rPr lang="fr-FR" smtClean="0"/>
              <a:t>	8-  IL N'Y A PAS D'ORPHELINS  EN DIEU</a:t>
            </a:r>
            <a:br>
              <a:rPr lang="fr-FR" smtClean="0"/>
            </a:br>
            <a:r>
              <a:rPr lang="fr-FR" smtClean="0"/>
              <a:t>	 There are no orphans of God</a:t>
            </a:r>
            <a:br>
              <a:rPr lang="fr-FR" smtClean="0"/>
            </a:br>
            <a:r>
              <a:rPr lang="fr-FR" smtClean="0"/>
              <a:t>
9-  VIENS, TOI L'OUBLIÉ  REÇOIS L'AFFECTION </a:t>
            </a:r>
          </a:p>
          <a:p>
            <a:r>
              <a:rPr lang="fr-FR" smtClean="0"/>
              <a:t>Come ye unwanted and find affection</a:t>
            </a:r>
          </a:p>
          <a:p>
            <a:r>
              <a:rPr lang="fr-FR" smtClean="0"/>
              <a:t>10-  VIENS, TOI QUI EST CHARGÉ VIENS REPOSER TA TÊTE</a:t>
            </a:r>
          </a:p>
          <a:p>
            <a:r>
              <a:rPr lang="fr-FR" smtClean="0"/>
              <a:t>Come all ye weary, come and lay down your head 
11-  VIENS, TOI QUI EST HONTEUX  TU ES MON FRÈRE </a:t>
            </a:r>
          </a:p>
          <a:p>
            <a:r>
              <a:rPr lang="fr-FR" smtClean="0"/>
              <a:t>Come ye unworthy, you are my brother
12-  ET SI VRAIMENT LA GRACE EXISTE ELLE FUT CRÉÉE POUR DE TELLES VIES 
If such a thing as grace exists Then grace was made for lives like this</a:t>
            </a:r>
          </a:p>
          <a:p>
            <a:r>
              <a:rPr lang="fr-FR" smtClean="0"/>
              <a:t> 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13-  Ô CHER PÈRE REGARDE-NOUS </a:t>
            </a:r>
          </a:p>
          <a:p>
            <a:r>
              <a:rPr lang="fr-FR" smtClean="0"/>
              <a:t>O blessed Father, look down upon us
14-  NOUS SOMMES TES ENFANTS  PERDUS SANS TON AMOUR </a:t>
            </a:r>
          </a:p>
          <a:p>
            <a:r>
              <a:rPr lang="fr-FR" smtClean="0"/>
              <a:t>We are Your children, we need Your love
15-  NOUS COURONS  DEVANT TON TRÔNE DE GRACE</a:t>
            </a:r>
          </a:p>
          <a:p>
            <a:r>
              <a:rPr lang="fr-FR" smtClean="0"/>
              <a:t>We run before Your throne of mercy</a:t>
            </a:r>
            <a:br>
              <a:rPr lang="fr-FR" smtClean="0"/>
            </a:br>
            <a:r>
              <a:rPr lang="fr-FR" smtClean="0"/>
              <a:t>16-  RECHERCHANT TA FACE  POUR NOUS ÉLEVER</a:t>
            </a:r>
            <a:br>
              <a:rPr lang="fr-FR" smtClean="0"/>
            </a:br>
            <a:r>
              <a:rPr lang="fr-FR" smtClean="0"/>
              <a:t> And seek Your face to rise above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	Refrain:   x2</a:t>
            </a:r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QUI PARMI NOUS  N’A JAMAIS ÉTÉ BRISÉ</a:t>
            </a:r>
          </a:p>
          <a:p>
            <a:r>
              <a:rPr lang="fr-FR" b="0" smtClean="0"/>
              <a:t>Who here among us has not been broken</a:t>
            </a:r>
            <a:br>
              <a:rPr lang="fr-FR" b="0" smtClean="0"/>
            </a:br>
            <a:r>
              <a:rPr lang="fr-FR" b="0" smtClean="0"/>
              <a:t>2-  QUI PARMI NOUS  EST SANS PEINE NI PÉCHÉ </a:t>
            </a:r>
          </a:p>
          <a:p>
            <a:r>
              <a:rPr lang="fr-FR" b="0" smtClean="0"/>
              <a:t>Who here among us is without guilt or pain</a:t>
            </a:r>
          </a:p>
          <a:p>
            <a:r>
              <a:rPr lang="fr-FR" b="0" smtClean="0"/>
              <a:t>3-  SI SOUVENT LIVRÉS  À NOS TRANSGRESSIONS</a:t>
            </a:r>
          </a:p>
          <a:p>
            <a:r>
              <a:rPr lang="fr-FR" b="0" smtClean="0"/>
              <a:t>So oft' abandoned by our transgressions</a:t>
            </a:r>
            <a:br>
              <a:rPr lang="fr-FR" b="0" smtClean="0"/>
            </a:br>
            <a:r>
              <a:rPr lang="fr-FR" b="0" smtClean="0"/>
              <a:t>4-  ET SI VRAIMENT LA GRACE EXISTE ELLE FUT CRÉÉE POUR DE TELLES VIES</a:t>
            </a:r>
            <a:br>
              <a:rPr lang="fr-FR" b="0" smtClean="0"/>
            </a:br>
            <a:r>
              <a:rPr lang="fr-FR" b="0" smtClean="0"/>
              <a:t> If such a thing as grace exists Then grace was made for lives like this</a:t>
            </a:r>
          </a:p>
          <a:p>
            <a:r>
              <a:rPr lang="fr-FR" b="0" smtClean="0"/>
              <a:t> </a:t>
            </a:r>
          </a:p>
          <a:p>
            <a:r>
              <a:rPr lang="fr-FR" b="0" smtClean="0"/>
              <a:t>	Refrain:
	5-  IL N'Y A PAS D'ÉTRANGERS NI DE REJETÉS</a:t>
            </a:r>
          </a:p>
          <a:p>
            <a:r>
              <a:rPr lang="fr-FR" b="0" smtClean="0"/>
              <a:t>	There are no strangers There are no outcasts
	6-  IL N'Y A PAS D'ORPHELINS  EN DIEU</a:t>
            </a:r>
          </a:p>
          <a:p>
            <a:r>
              <a:rPr lang="fr-FR" b="0" smtClean="0"/>
              <a:t>	There are no orphans of God</a:t>
            </a:r>
            <a:br>
              <a:rPr lang="fr-FR" b="0" smtClean="0"/>
            </a:br>
            <a:r>
              <a:rPr lang="fr-FR" b="0" smtClean="0"/>
              <a:t>	7-  BEAUCOUP SONT TOMBÉS  MAIS ALLÉLUIA </a:t>
            </a:r>
          </a:p>
          <a:p>
            <a:r>
              <a:rPr lang="fr-FR" b="0" smtClean="0"/>
              <a:t>	So many fallen, but hallelujah</a:t>
            </a:r>
          </a:p>
          <a:p>
            <a:r>
              <a:rPr lang="fr-FR" b="0" smtClean="0"/>
              <a:t>	8-  IL N'Y A PAS D'ORPHELINS  EN DIEU</a:t>
            </a:r>
            <a:br>
              <a:rPr lang="fr-FR" b="0" smtClean="0"/>
            </a:br>
            <a:r>
              <a:rPr lang="fr-FR" b="0" smtClean="0"/>
              <a:t>	 There are no orphans of God</a:t>
            </a:r>
            <a:br>
              <a:rPr lang="fr-FR" b="0" smtClean="0"/>
            </a:br>
            <a:r>
              <a:rPr lang="fr-FR" b="0" smtClean="0"/>
              <a:t>
9-  VIENS, TOI L'OUBLIÉ  REÇOIS L'AFFECTION </a:t>
            </a:r>
          </a:p>
          <a:p>
            <a:r>
              <a:rPr lang="fr-FR" b="0" smtClean="0"/>
              <a:t>Come ye unwanted and find affection</a:t>
            </a:r>
          </a:p>
          <a:p>
            <a:r>
              <a:rPr lang="fr-FR" b="0" smtClean="0"/>
              <a:t>10-  VIENS, TOI QUI EST CHARGÉ VIENS REPOSER TA TÊTE</a:t>
            </a:r>
          </a:p>
          <a:p>
            <a:r>
              <a:rPr lang="fr-FR" b="0" smtClean="0"/>
              <a:t>Come all ye weary, come and lay down your head 
11-  VIENS, TOI QUI EST HONTEUX  TU ES MON FRÈRE </a:t>
            </a:r>
          </a:p>
          <a:p>
            <a:r>
              <a:rPr lang="fr-FR" b="0" smtClean="0"/>
              <a:t>Come ye unworthy, you are my brother
12-  ET SI VRAIMENT LA GRACE EXISTE ELLE FUT CRÉÉE POUR DE TELLES VIES 
If such a thing as grace exists Then grace was made for lives like this</a:t>
            </a:r>
          </a:p>
          <a:p>
            <a:r>
              <a:rPr lang="fr-FR" b="0" smtClean="0"/>
              <a:t> 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13-  Ô CHER PÈRE REGARDE-NOUS </a:t>
            </a:r>
          </a:p>
          <a:p>
            <a:r>
              <a:rPr lang="fr-FR" b="0" smtClean="0"/>
              <a:t>O blessed Father, look down upon us
14-  NOUS SOMMES TES ENFANTS  PERDUS SANS TON AMOUR </a:t>
            </a:r>
          </a:p>
          <a:p>
            <a:r>
              <a:rPr lang="fr-FR" b="0" smtClean="0"/>
              <a:t>We are Your children, we need Your love
15-  NOUS COURONS  DEVANT TON TRÔNE DE GRACE</a:t>
            </a:r>
          </a:p>
          <a:p>
            <a:r>
              <a:rPr lang="fr-FR" b="0" smtClean="0"/>
              <a:t>We run before Your throne of mercy</a:t>
            </a:r>
            <a:br>
              <a:rPr lang="fr-FR" b="0" smtClean="0"/>
            </a:br>
            <a:r>
              <a:rPr lang="fr-FR" b="0" smtClean="0"/>
              <a:t>16-  RECHERCHANT TA FACE  POUR NOUS ÉLEVER</a:t>
            </a:r>
            <a:br>
              <a:rPr lang="fr-FR" b="0" smtClean="0"/>
            </a:br>
            <a:r>
              <a:rPr lang="fr-FR" b="0" smtClean="0"/>
              <a:t> And seek Your face to rise above</a:t>
            </a:r>
          </a:p>
          <a:p>
            <a:r>
              <a:rPr lang="fr-FR" b="0" smtClean="0"/>
              <a:t> </a:t>
            </a:r>
          </a:p>
          <a:p>
            <a:r>
              <a:rPr lang="fr-FR" b="0" smtClean="0"/>
              <a:t>	Refrain:   x2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QUI PARMI NOUS  N’A JAMAIS ÉTÉ BRISÉ</a:t>
            </a:r>
          </a:p>
          <a:p>
            <a:r>
              <a:rPr lang="fr-FR" smtClean="0"/>
              <a:t>Who here among us has not been broken</a:t>
            </a:r>
            <a:br>
              <a:rPr lang="fr-FR" smtClean="0"/>
            </a:br>
            <a:r>
              <a:rPr lang="fr-FR" smtClean="0"/>
              <a:t>2-  QUI PARMI NOUS  EST SANS PEINE NI PÉCHÉ </a:t>
            </a:r>
          </a:p>
          <a:p>
            <a:r>
              <a:rPr lang="fr-FR" smtClean="0"/>
              <a:t>Who here among us is without guilt or pain</a:t>
            </a:r>
          </a:p>
          <a:p>
            <a:r>
              <a:rPr lang="fr-FR" smtClean="0"/>
              <a:t>3-  SI SOUVENT LIVRÉS  À NOS TRANSGRESSIONS</a:t>
            </a:r>
          </a:p>
          <a:p>
            <a:r>
              <a:rPr lang="fr-FR" smtClean="0"/>
              <a:t>So oft' abandoned by our transgressions</a:t>
            </a:r>
            <a:br>
              <a:rPr lang="fr-FR" smtClean="0"/>
            </a:br>
            <a:r>
              <a:rPr lang="fr-FR" smtClean="0"/>
              <a:t>4-  ET SI VRAIMENT LA GRACE EXISTE ELLE FUT CRÉÉE POUR DE TELLES VIES</a:t>
            </a:r>
            <a:br>
              <a:rPr lang="fr-FR" smtClean="0"/>
            </a:br>
            <a:r>
              <a:rPr lang="fr-FR" smtClean="0"/>
              <a:t> If such a thing as grace exists Then grace was made for lives like this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	Refrain:
	5-  IL N'Y A PAS D'ÉTRANGERS NI DE REJETÉS</a:t>
            </a:r>
          </a:p>
          <a:p>
            <a:r>
              <a:rPr lang="fr-FR" smtClean="0"/>
              <a:t>	There are no strangers There are no outcasts
	6-  IL N'Y A PAS D'ORPHELINS  EN DIEU</a:t>
            </a:r>
          </a:p>
          <a:p>
            <a:r>
              <a:rPr lang="fr-FR" smtClean="0"/>
              <a:t>	There are no orphans of God</a:t>
            </a:r>
            <a:br>
              <a:rPr lang="fr-FR" smtClean="0"/>
            </a:br>
            <a:r>
              <a:rPr lang="fr-FR" smtClean="0"/>
              <a:t>	7-  BEAUCOUP SONT TOMBÉS  MAIS ALLÉLUIA </a:t>
            </a:r>
          </a:p>
          <a:p>
            <a:r>
              <a:rPr lang="fr-FR" smtClean="0"/>
              <a:t>	So many fallen, but hallelujah</a:t>
            </a:r>
          </a:p>
          <a:p>
            <a:r>
              <a:rPr lang="fr-FR" smtClean="0"/>
              <a:t>	8-  IL N'Y A PAS D'ORPHELINS  EN DIEU</a:t>
            </a:r>
            <a:br>
              <a:rPr lang="fr-FR" smtClean="0"/>
            </a:br>
            <a:r>
              <a:rPr lang="fr-FR" smtClean="0"/>
              <a:t>	 There are no orphans of God</a:t>
            </a:r>
            <a:br>
              <a:rPr lang="fr-FR" smtClean="0"/>
            </a:br>
            <a:r>
              <a:rPr lang="fr-FR" smtClean="0"/>
              <a:t>
9-  VIENS, TOI L'OUBLIÉ  REÇOIS L'AFFECTION </a:t>
            </a:r>
          </a:p>
          <a:p>
            <a:r>
              <a:rPr lang="fr-FR" smtClean="0"/>
              <a:t>Come ye unwanted and find affection</a:t>
            </a:r>
          </a:p>
          <a:p>
            <a:r>
              <a:rPr lang="fr-FR" smtClean="0"/>
              <a:t>10-  VIENS, TOI QUI EST CHARGÉ VIENS REPOSER TA TÊTE</a:t>
            </a:r>
          </a:p>
          <a:p>
            <a:r>
              <a:rPr lang="fr-FR" smtClean="0"/>
              <a:t>Come all ye weary, come and lay down your head 
11-  VIENS, TOI QUI EST HONTEUX  TU ES MON FRÈRE </a:t>
            </a:r>
          </a:p>
          <a:p>
            <a:r>
              <a:rPr lang="fr-FR" smtClean="0"/>
              <a:t>Come ye unworthy, you are my brother
12-  ET SI VRAIMENT LA GRACE EXISTE ELLE FUT CRÉÉE POUR DE TELLES VIES 
If such a thing as grace exists Then grace was made for lives like this</a:t>
            </a:r>
          </a:p>
          <a:p>
            <a:r>
              <a:rPr lang="fr-FR" smtClean="0"/>
              <a:t> 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13-  Ô CHER PÈRE REGARDE-NOUS </a:t>
            </a:r>
          </a:p>
          <a:p>
            <a:r>
              <a:rPr lang="fr-FR" smtClean="0"/>
              <a:t>O blessed Father, look down upon us
14-  NOUS SOMMES TES ENFANTS  PERDUS SANS TON AMOUR </a:t>
            </a:r>
          </a:p>
          <a:p>
            <a:r>
              <a:rPr lang="fr-FR" smtClean="0"/>
              <a:t>We are Your children, we need Your love
15-  NOUS COURONS  DEVANT TON TRÔNE DE GRACE</a:t>
            </a:r>
          </a:p>
          <a:p>
            <a:r>
              <a:rPr lang="fr-FR" smtClean="0"/>
              <a:t>We run before Your throne of mercy</a:t>
            </a:r>
            <a:br>
              <a:rPr lang="fr-FR" smtClean="0"/>
            </a:br>
            <a:r>
              <a:rPr lang="fr-FR" smtClean="0"/>
              <a:t>16-  RECHERCHANT TA FACE  POUR NOUS ÉLEVER</a:t>
            </a:r>
            <a:br>
              <a:rPr lang="fr-FR" smtClean="0"/>
            </a:br>
            <a:r>
              <a:rPr lang="fr-FR" smtClean="0"/>
              <a:t> And seek Your face to rise above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	Refrain:   x2</a:t>
            </a:r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QUI PARMI NOUS  N’A JAMAIS ÉTÉ BRISÉ</a:t>
            </a:r>
          </a:p>
          <a:p>
            <a:r>
              <a:rPr lang="fr-FR" b="0" smtClean="0"/>
              <a:t>Who here among us has not been broken</a:t>
            </a:r>
            <a:br>
              <a:rPr lang="fr-FR" b="0" smtClean="0"/>
            </a:br>
            <a:r>
              <a:rPr lang="fr-FR" b="0" smtClean="0"/>
              <a:t>2-  QUI PARMI NOUS  EST SANS PEINE NI PÉCHÉ </a:t>
            </a:r>
          </a:p>
          <a:p>
            <a:r>
              <a:rPr lang="fr-FR" b="0" smtClean="0"/>
              <a:t>Who here among us is without guilt or pain</a:t>
            </a:r>
          </a:p>
          <a:p>
            <a:r>
              <a:rPr lang="fr-FR" b="0" smtClean="0"/>
              <a:t>3-  SI SOUVENT LIVRÉS  À NOS TRANSGRESSIONS</a:t>
            </a:r>
          </a:p>
          <a:p>
            <a:r>
              <a:rPr lang="fr-FR" b="0" smtClean="0"/>
              <a:t>So oft' abandoned by our transgressions</a:t>
            </a:r>
            <a:br>
              <a:rPr lang="fr-FR" b="0" smtClean="0"/>
            </a:br>
            <a:r>
              <a:rPr lang="fr-FR" b="0" smtClean="0"/>
              <a:t>4-  ET SI VRAIMENT LA GRACE EXISTE ELLE FUT CRÉÉE POUR DE TELLES VIES</a:t>
            </a:r>
            <a:br>
              <a:rPr lang="fr-FR" b="0" smtClean="0"/>
            </a:br>
            <a:r>
              <a:rPr lang="fr-FR" b="0" smtClean="0"/>
              <a:t> If such a thing as grace exists Then grace was made for lives like this</a:t>
            </a:r>
          </a:p>
          <a:p>
            <a:r>
              <a:rPr lang="fr-FR" b="0" smtClean="0"/>
              <a:t> </a:t>
            </a:r>
          </a:p>
          <a:p>
            <a:r>
              <a:rPr lang="fr-FR" b="0" smtClean="0"/>
              <a:t>	Refrain:
	5-  IL N'Y A PAS D'ÉTRANGERS NI DE REJETÉS</a:t>
            </a:r>
          </a:p>
          <a:p>
            <a:r>
              <a:rPr lang="fr-FR" b="0" smtClean="0"/>
              <a:t>	There are no strangers There are no outcasts
	6-  IL N'Y A PAS D'ORPHELINS  EN DIEU</a:t>
            </a:r>
          </a:p>
          <a:p>
            <a:r>
              <a:rPr lang="fr-FR" b="0" smtClean="0"/>
              <a:t>	There are no orphans of God</a:t>
            </a:r>
            <a:br>
              <a:rPr lang="fr-FR" b="0" smtClean="0"/>
            </a:br>
            <a:r>
              <a:rPr lang="fr-FR" b="0" smtClean="0"/>
              <a:t>	7-  BEAUCOUP SONT TOMBÉS  MAIS ALLÉLUIA </a:t>
            </a:r>
          </a:p>
          <a:p>
            <a:r>
              <a:rPr lang="fr-FR" b="0" smtClean="0"/>
              <a:t>	So many fallen, but hallelujah</a:t>
            </a:r>
          </a:p>
          <a:p>
            <a:r>
              <a:rPr lang="fr-FR" b="0" smtClean="0"/>
              <a:t>	8-  IL N'Y A PAS D'ORPHELINS  EN DIEU</a:t>
            </a:r>
            <a:br>
              <a:rPr lang="fr-FR" b="0" smtClean="0"/>
            </a:br>
            <a:r>
              <a:rPr lang="fr-FR" b="0" smtClean="0"/>
              <a:t>	 There are no orphans of God</a:t>
            </a:r>
            <a:br>
              <a:rPr lang="fr-FR" b="0" smtClean="0"/>
            </a:br>
            <a:r>
              <a:rPr lang="fr-FR" b="0" smtClean="0"/>
              <a:t>
9-  VIENS, TOI L'OUBLIÉ  REÇOIS L'AFFECTION </a:t>
            </a:r>
          </a:p>
          <a:p>
            <a:r>
              <a:rPr lang="fr-FR" b="0" smtClean="0"/>
              <a:t>Come ye unwanted and find affection</a:t>
            </a:r>
          </a:p>
          <a:p>
            <a:r>
              <a:rPr lang="fr-FR" b="0" smtClean="0"/>
              <a:t>10-  VIENS, TOI QUI EST CHARGÉ VIENS REPOSER TA TÊTE</a:t>
            </a:r>
          </a:p>
          <a:p>
            <a:r>
              <a:rPr lang="fr-FR" b="0" smtClean="0"/>
              <a:t>Come all ye weary, come and lay down your head 
11-  VIENS, TOI QUI EST HONTEUX  TU ES MON FRÈRE </a:t>
            </a:r>
          </a:p>
          <a:p>
            <a:r>
              <a:rPr lang="fr-FR" b="0" smtClean="0"/>
              <a:t>Come ye unworthy, you are my brother
12-  ET SI VRAIMENT LA GRACE EXISTE ELLE FUT CRÉÉE POUR DE TELLES VIES 
If such a thing as grace exists Then grace was made for lives like this</a:t>
            </a:r>
          </a:p>
          <a:p>
            <a:r>
              <a:rPr lang="fr-FR" b="0" smtClean="0"/>
              <a:t> 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13-  Ô CHER PÈRE REGARDE-NOUS </a:t>
            </a:r>
          </a:p>
          <a:p>
            <a:r>
              <a:rPr lang="fr-FR" b="0" smtClean="0"/>
              <a:t>O blessed Father, look down upon us
14-  NOUS SOMMES TES ENFANTS  PERDUS SANS TON AMOUR </a:t>
            </a:r>
          </a:p>
          <a:p>
            <a:r>
              <a:rPr lang="fr-FR" b="0" smtClean="0"/>
              <a:t>We are Your children, we need Your love
15-  NOUS COURONS  DEVANT TON TRÔNE DE GRACE</a:t>
            </a:r>
          </a:p>
          <a:p>
            <a:r>
              <a:rPr lang="fr-FR" b="0" smtClean="0"/>
              <a:t>We run before Your throne of mercy</a:t>
            </a:r>
            <a:br>
              <a:rPr lang="fr-FR" b="0" smtClean="0"/>
            </a:br>
            <a:r>
              <a:rPr lang="fr-FR" b="0" smtClean="0"/>
              <a:t>16-  RECHERCHANT TA FACE  POUR NOUS ÉLEVER</a:t>
            </a:r>
            <a:br>
              <a:rPr lang="fr-FR" b="0" smtClean="0"/>
            </a:br>
            <a:r>
              <a:rPr lang="fr-FR" b="0" smtClean="0"/>
              <a:t> And seek Your face to rise above</a:t>
            </a:r>
          </a:p>
          <a:p>
            <a:r>
              <a:rPr lang="fr-FR" b="0" smtClean="0"/>
              <a:t> </a:t>
            </a:r>
          </a:p>
          <a:p>
            <a:r>
              <a:rPr lang="fr-FR" b="0" smtClean="0"/>
              <a:t>	Refrain:   x2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QUI PARMI NOUS  N’A JAMAIS ÉTÉ BRISÉ</a:t>
            </a:r>
          </a:p>
          <a:p>
            <a:r>
              <a:rPr lang="fr-FR" smtClean="0"/>
              <a:t>Who here among us has not been broken</a:t>
            </a:r>
            <a:br>
              <a:rPr lang="fr-FR" smtClean="0"/>
            </a:br>
            <a:r>
              <a:rPr lang="fr-FR" smtClean="0"/>
              <a:t>2-  QUI PARMI NOUS  EST SANS PEINE NI PÉCHÉ </a:t>
            </a:r>
          </a:p>
          <a:p>
            <a:r>
              <a:rPr lang="fr-FR" smtClean="0"/>
              <a:t>Who here among us is without guilt or pain</a:t>
            </a:r>
          </a:p>
          <a:p>
            <a:r>
              <a:rPr lang="fr-FR" smtClean="0"/>
              <a:t>3-  SI SOUVENT LIVRÉS  À NOS TRANSGRESSIONS</a:t>
            </a:r>
          </a:p>
          <a:p>
            <a:r>
              <a:rPr lang="fr-FR" smtClean="0"/>
              <a:t>So oft' abandoned by our transgressions</a:t>
            </a:r>
            <a:br>
              <a:rPr lang="fr-FR" smtClean="0"/>
            </a:br>
            <a:r>
              <a:rPr lang="fr-FR" smtClean="0"/>
              <a:t>4-  ET SI VRAIMENT LA GRACE EXISTE ELLE FUT CRÉÉE POUR DE TELLES VIES</a:t>
            </a:r>
            <a:br>
              <a:rPr lang="fr-FR" smtClean="0"/>
            </a:br>
            <a:r>
              <a:rPr lang="fr-FR" smtClean="0"/>
              <a:t> If such a thing as grace exists Then grace was made for lives like this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	Refrain:
	5-  IL N'Y A PAS D'ÉTRANGERS NI DE REJETÉS</a:t>
            </a:r>
          </a:p>
          <a:p>
            <a:r>
              <a:rPr lang="fr-FR" smtClean="0"/>
              <a:t>	There are no strangers There are no outcasts
	6-  IL N'Y A PAS D'ORPHELINS  EN DIEU</a:t>
            </a:r>
          </a:p>
          <a:p>
            <a:r>
              <a:rPr lang="fr-FR" smtClean="0"/>
              <a:t>	There are no orphans of God</a:t>
            </a:r>
            <a:br>
              <a:rPr lang="fr-FR" smtClean="0"/>
            </a:br>
            <a:r>
              <a:rPr lang="fr-FR" smtClean="0"/>
              <a:t>	7-  BEAUCOUP SONT TOMBÉS  MAIS ALLÉLUIA </a:t>
            </a:r>
          </a:p>
          <a:p>
            <a:r>
              <a:rPr lang="fr-FR" smtClean="0"/>
              <a:t>	So many fallen, but hallelujah</a:t>
            </a:r>
          </a:p>
          <a:p>
            <a:r>
              <a:rPr lang="fr-FR" smtClean="0"/>
              <a:t>	8-  IL N'Y A PAS D'ORPHELINS  EN DIEU</a:t>
            </a:r>
            <a:br>
              <a:rPr lang="fr-FR" smtClean="0"/>
            </a:br>
            <a:r>
              <a:rPr lang="fr-FR" smtClean="0"/>
              <a:t>	 There are no orphans of God</a:t>
            </a:r>
            <a:br>
              <a:rPr lang="fr-FR" smtClean="0"/>
            </a:br>
            <a:r>
              <a:rPr lang="fr-FR" smtClean="0"/>
              <a:t>
9-  VIENS, TOI L'OUBLIÉ  REÇOIS L'AFFECTION </a:t>
            </a:r>
          </a:p>
          <a:p>
            <a:r>
              <a:rPr lang="fr-FR" smtClean="0"/>
              <a:t>Come ye unwanted and find affection</a:t>
            </a:r>
          </a:p>
          <a:p>
            <a:r>
              <a:rPr lang="fr-FR" smtClean="0"/>
              <a:t>10-  VIENS, TOI QUI EST CHARGÉ VIENS REPOSER TA TÊTE</a:t>
            </a:r>
          </a:p>
          <a:p>
            <a:r>
              <a:rPr lang="fr-FR" smtClean="0"/>
              <a:t>Come all ye weary, come and lay down your head 
11-  VIENS, TOI QUI EST HONTEUX  TU ES MON FRÈRE </a:t>
            </a:r>
          </a:p>
          <a:p>
            <a:r>
              <a:rPr lang="fr-FR" smtClean="0"/>
              <a:t>Come ye unworthy, you are my brother
12-  ET SI VRAIMENT LA GRACE EXISTE ELLE FUT CRÉÉE POUR DE TELLES VIES 
If such a thing as grace exists Then grace was made for lives like this</a:t>
            </a:r>
          </a:p>
          <a:p>
            <a:r>
              <a:rPr lang="fr-FR" smtClean="0"/>
              <a:t> 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13-  Ô CHER PÈRE REGARDE-NOUS </a:t>
            </a:r>
          </a:p>
          <a:p>
            <a:r>
              <a:rPr lang="fr-FR" smtClean="0"/>
              <a:t>O blessed Father, look down upon us
14-  NOUS SOMMES TES ENFANTS  PERDUS SANS TON AMOUR </a:t>
            </a:r>
          </a:p>
          <a:p>
            <a:r>
              <a:rPr lang="fr-FR" smtClean="0"/>
              <a:t>We are Your children, we need Your love
15-  NOUS COURONS  DEVANT TON TRÔNE DE GRACE</a:t>
            </a:r>
          </a:p>
          <a:p>
            <a:r>
              <a:rPr lang="fr-FR" smtClean="0"/>
              <a:t>We run before Your throne of mercy</a:t>
            </a:r>
            <a:br>
              <a:rPr lang="fr-FR" smtClean="0"/>
            </a:br>
            <a:r>
              <a:rPr lang="fr-FR" smtClean="0"/>
              <a:t>16-  RECHERCHANT TA FACE  POUR NOUS ÉLEVER</a:t>
            </a:r>
            <a:br>
              <a:rPr lang="fr-FR" smtClean="0"/>
            </a:br>
            <a:r>
              <a:rPr lang="fr-FR" smtClean="0"/>
              <a:t> And seek Your face to rise above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	Refrain:   x2</a:t>
            </a:r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QUI PARMI NOUS  N’A JAMAIS ÉTÉ BRISÉ</a:t>
            </a:r>
          </a:p>
          <a:p>
            <a:r>
              <a:rPr lang="fr-FR" b="0" smtClean="0"/>
              <a:t>Who here among us has not been broken</a:t>
            </a:r>
            <a:br>
              <a:rPr lang="fr-FR" b="0" smtClean="0"/>
            </a:br>
            <a:r>
              <a:rPr lang="fr-FR" b="0" smtClean="0"/>
              <a:t>2-  QUI PARMI NOUS  EST SANS PEINE NI PÉCHÉ </a:t>
            </a:r>
          </a:p>
          <a:p>
            <a:r>
              <a:rPr lang="fr-FR" b="0" smtClean="0"/>
              <a:t>Who here among us is without guilt or pain</a:t>
            </a:r>
          </a:p>
          <a:p>
            <a:r>
              <a:rPr lang="fr-FR" b="0" smtClean="0"/>
              <a:t>3-  SI SOUVENT LIVRÉS  À NOS TRANSGRESSIONS</a:t>
            </a:r>
          </a:p>
          <a:p>
            <a:r>
              <a:rPr lang="fr-FR" b="0" smtClean="0"/>
              <a:t>So oft' abandoned by our transgressions</a:t>
            </a:r>
            <a:br>
              <a:rPr lang="fr-FR" b="0" smtClean="0"/>
            </a:br>
            <a:r>
              <a:rPr lang="fr-FR" b="0" smtClean="0"/>
              <a:t>4-  ET SI VRAIMENT LA GRACE EXISTE ELLE FUT CRÉÉE POUR DE TELLES VIES</a:t>
            </a:r>
            <a:br>
              <a:rPr lang="fr-FR" b="0" smtClean="0"/>
            </a:br>
            <a:r>
              <a:rPr lang="fr-FR" b="0" smtClean="0"/>
              <a:t> If such a thing as grace exists Then grace was made for lives like this</a:t>
            </a:r>
          </a:p>
          <a:p>
            <a:r>
              <a:rPr lang="fr-FR" b="0" smtClean="0"/>
              <a:t> </a:t>
            </a:r>
          </a:p>
          <a:p>
            <a:r>
              <a:rPr lang="fr-FR" b="0" smtClean="0"/>
              <a:t>	Refrain:
	5-  IL N'Y A PAS D'ÉTRANGERS NI DE REJETÉS</a:t>
            </a:r>
          </a:p>
          <a:p>
            <a:r>
              <a:rPr lang="fr-FR" b="0" smtClean="0"/>
              <a:t>	There are no strangers There are no outcasts
	6-  IL N'Y A PAS D'ORPHELINS  EN DIEU</a:t>
            </a:r>
          </a:p>
          <a:p>
            <a:r>
              <a:rPr lang="fr-FR" b="0" smtClean="0"/>
              <a:t>	There are no orphans of God</a:t>
            </a:r>
            <a:br>
              <a:rPr lang="fr-FR" b="0" smtClean="0"/>
            </a:br>
            <a:r>
              <a:rPr lang="fr-FR" b="0" smtClean="0"/>
              <a:t>	7-  BEAUCOUP SONT TOMBÉS  MAIS ALLÉLUIA </a:t>
            </a:r>
          </a:p>
          <a:p>
            <a:r>
              <a:rPr lang="fr-FR" b="0" smtClean="0"/>
              <a:t>	So many fallen, but hallelujah</a:t>
            </a:r>
          </a:p>
          <a:p>
            <a:r>
              <a:rPr lang="fr-FR" b="0" smtClean="0"/>
              <a:t>	8-  IL N'Y A PAS D'ORPHELINS  EN DIEU</a:t>
            </a:r>
            <a:br>
              <a:rPr lang="fr-FR" b="0" smtClean="0"/>
            </a:br>
            <a:r>
              <a:rPr lang="fr-FR" b="0" smtClean="0"/>
              <a:t>	 There are no orphans of God</a:t>
            </a:r>
            <a:br>
              <a:rPr lang="fr-FR" b="0" smtClean="0"/>
            </a:br>
            <a:r>
              <a:rPr lang="fr-FR" b="0" smtClean="0"/>
              <a:t>
9-  VIENS, TOI L'OUBLIÉ  REÇOIS L'AFFECTION </a:t>
            </a:r>
          </a:p>
          <a:p>
            <a:r>
              <a:rPr lang="fr-FR" b="0" smtClean="0"/>
              <a:t>Come ye unwanted and find affection</a:t>
            </a:r>
          </a:p>
          <a:p>
            <a:r>
              <a:rPr lang="fr-FR" b="0" smtClean="0"/>
              <a:t>10-  VIENS, TOI QUI EST CHARGÉ VIENS REPOSER TA TÊTE</a:t>
            </a:r>
          </a:p>
          <a:p>
            <a:r>
              <a:rPr lang="fr-FR" b="0" smtClean="0"/>
              <a:t>Come all ye weary, come and lay down your head 
11-  VIENS, TOI QUI EST HONTEUX  TU ES MON FRÈRE </a:t>
            </a:r>
          </a:p>
          <a:p>
            <a:r>
              <a:rPr lang="fr-FR" b="0" smtClean="0"/>
              <a:t>Come ye unworthy, you are my brother
12-  ET SI VRAIMENT LA GRACE EXISTE ELLE FUT CRÉÉE POUR DE TELLES VIES 
If such a thing as grace exists Then grace was made for lives like this</a:t>
            </a:r>
          </a:p>
          <a:p>
            <a:r>
              <a:rPr lang="fr-FR" b="0" smtClean="0"/>
              <a:t> 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13-  Ô CHER PÈRE REGARDE-NOUS </a:t>
            </a:r>
          </a:p>
          <a:p>
            <a:r>
              <a:rPr lang="fr-FR" b="0" smtClean="0"/>
              <a:t>O blessed Father, look down upon us
14-  NOUS SOMMES TES ENFANTS  PERDUS SANS TON AMOUR </a:t>
            </a:r>
          </a:p>
          <a:p>
            <a:r>
              <a:rPr lang="fr-FR" b="0" smtClean="0"/>
              <a:t>We are Your children, we need Your love
15-  NOUS COURONS  DEVANT TON TRÔNE DE GRACE</a:t>
            </a:r>
          </a:p>
          <a:p>
            <a:r>
              <a:rPr lang="fr-FR" b="0" smtClean="0"/>
              <a:t>We run before Your throne of mercy</a:t>
            </a:r>
            <a:br>
              <a:rPr lang="fr-FR" b="0" smtClean="0"/>
            </a:br>
            <a:r>
              <a:rPr lang="fr-FR" b="0" smtClean="0"/>
              <a:t>16-  RECHERCHANT TA FACE  POUR NOUS ÉLEVER</a:t>
            </a:r>
            <a:br>
              <a:rPr lang="fr-FR" b="0" smtClean="0"/>
            </a:br>
            <a:r>
              <a:rPr lang="fr-FR" b="0" smtClean="0"/>
              <a:t> And seek Your face to rise above</a:t>
            </a:r>
          </a:p>
          <a:p>
            <a:r>
              <a:rPr lang="fr-FR" b="0" smtClean="0"/>
              <a:t> </a:t>
            </a:r>
          </a:p>
          <a:p>
            <a:r>
              <a:rPr lang="fr-FR" b="0" smtClean="0"/>
              <a:t>	Refrain:   x2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QUI PARMI NOUS  N’A JAMAIS ÉTÉ BRISÉ</a:t>
            </a:r>
          </a:p>
          <a:p>
            <a:r>
              <a:rPr lang="fr-FR" smtClean="0"/>
              <a:t>Who here among us has not been broken</a:t>
            </a:r>
            <a:br>
              <a:rPr lang="fr-FR" smtClean="0"/>
            </a:br>
            <a:r>
              <a:rPr lang="fr-FR" smtClean="0"/>
              <a:t>2-  QUI PARMI NOUS  EST SANS PEINE NI PÉCHÉ </a:t>
            </a:r>
          </a:p>
          <a:p>
            <a:r>
              <a:rPr lang="fr-FR" smtClean="0"/>
              <a:t>Who here among us is without guilt or pain</a:t>
            </a:r>
          </a:p>
          <a:p>
            <a:r>
              <a:rPr lang="fr-FR" smtClean="0"/>
              <a:t>3-  SI SOUVENT LIVRÉS  À NOS TRANSGRESSIONS</a:t>
            </a:r>
          </a:p>
          <a:p>
            <a:r>
              <a:rPr lang="fr-FR" smtClean="0"/>
              <a:t>So oft' abandoned by our transgressions</a:t>
            </a:r>
            <a:br>
              <a:rPr lang="fr-FR" smtClean="0"/>
            </a:br>
            <a:r>
              <a:rPr lang="fr-FR" smtClean="0"/>
              <a:t>4-  ET SI VRAIMENT LA GRACE EXISTE ELLE FUT CRÉÉE POUR DE TELLES VIES</a:t>
            </a:r>
            <a:br>
              <a:rPr lang="fr-FR" smtClean="0"/>
            </a:br>
            <a:r>
              <a:rPr lang="fr-FR" smtClean="0"/>
              <a:t> If such a thing as grace exists Then grace was made for lives like this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	Refrain:
	5-  IL N'Y A PAS D'ÉTRANGERS NI DE REJETÉS</a:t>
            </a:r>
          </a:p>
          <a:p>
            <a:r>
              <a:rPr lang="fr-FR" smtClean="0"/>
              <a:t>	There are no strangers There are no outcasts
	6-  IL N'Y A PAS D'ORPHELINS  EN DIEU</a:t>
            </a:r>
          </a:p>
          <a:p>
            <a:r>
              <a:rPr lang="fr-FR" smtClean="0"/>
              <a:t>	There are no orphans of God</a:t>
            </a:r>
            <a:br>
              <a:rPr lang="fr-FR" smtClean="0"/>
            </a:br>
            <a:r>
              <a:rPr lang="fr-FR" smtClean="0"/>
              <a:t>	7-  BEAUCOUP SONT TOMBÉS  MAIS ALLÉLUIA </a:t>
            </a:r>
          </a:p>
          <a:p>
            <a:r>
              <a:rPr lang="fr-FR" smtClean="0"/>
              <a:t>	So many fallen, but hallelujah</a:t>
            </a:r>
          </a:p>
          <a:p>
            <a:r>
              <a:rPr lang="fr-FR" smtClean="0"/>
              <a:t>	8-  IL N'Y A PAS D'ORPHELINS  EN DIEU</a:t>
            </a:r>
            <a:br>
              <a:rPr lang="fr-FR" smtClean="0"/>
            </a:br>
            <a:r>
              <a:rPr lang="fr-FR" smtClean="0"/>
              <a:t>	 There are no orphans of God</a:t>
            </a:r>
            <a:br>
              <a:rPr lang="fr-FR" smtClean="0"/>
            </a:br>
            <a:r>
              <a:rPr lang="fr-FR" smtClean="0"/>
              <a:t>
9-  VIENS, TOI L'OUBLIÉ  REÇOIS L'AFFECTION </a:t>
            </a:r>
          </a:p>
          <a:p>
            <a:r>
              <a:rPr lang="fr-FR" smtClean="0"/>
              <a:t>Come ye unwanted and find affection</a:t>
            </a:r>
          </a:p>
          <a:p>
            <a:r>
              <a:rPr lang="fr-FR" smtClean="0"/>
              <a:t>10-  VIENS, TOI QUI EST CHARGÉ VIENS REPOSER TA TÊTE</a:t>
            </a:r>
          </a:p>
          <a:p>
            <a:r>
              <a:rPr lang="fr-FR" smtClean="0"/>
              <a:t>Come all ye weary, come and lay down your head 
11-  VIENS, TOI QUI EST HONTEUX  TU ES MON FRÈRE </a:t>
            </a:r>
          </a:p>
          <a:p>
            <a:r>
              <a:rPr lang="fr-FR" smtClean="0"/>
              <a:t>Come ye unworthy, you are my brother
12-  ET SI VRAIMENT LA GRACE EXISTE ELLE FUT CRÉÉE POUR DE TELLES VIES 
If such a thing as grace exists Then grace was made for lives like this</a:t>
            </a:r>
          </a:p>
          <a:p>
            <a:r>
              <a:rPr lang="fr-FR" smtClean="0"/>
              <a:t> 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13-  Ô CHER PÈRE REGARDE-NOUS </a:t>
            </a:r>
          </a:p>
          <a:p>
            <a:r>
              <a:rPr lang="fr-FR" smtClean="0"/>
              <a:t>O blessed Father, look down upon us
14-  NOUS SOMMES TES ENFANTS  PERDUS SANS TON AMOUR </a:t>
            </a:r>
          </a:p>
          <a:p>
            <a:r>
              <a:rPr lang="fr-FR" smtClean="0"/>
              <a:t>We are Your children, we need Your love
15-  NOUS COURONS  DEVANT TON TRÔNE DE GRACE</a:t>
            </a:r>
          </a:p>
          <a:p>
            <a:r>
              <a:rPr lang="fr-FR" smtClean="0"/>
              <a:t>We run before Your throne of mercy</a:t>
            </a:r>
            <a:br>
              <a:rPr lang="fr-FR" smtClean="0"/>
            </a:br>
            <a:r>
              <a:rPr lang="fr-FR" smtClean="0"/>
              <a:t>16-  RECHERCHANT TA FACE  POUR NOUS ÉLEVER</a:t>
            </a:r>
            <a:br>
              <a:rPr lang="fr-FR" smtClean="0"/>
            </a:br>
            <a:r>
              <a:rPr lang="fr-FR" smtClean="0"/>
              <a:t> And seek Your face to rise above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	Refrain:   x2</a:t>
            </a:r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QUI PARMI NOUS  N’A JAMAIS ÉTÉ BRISÉ</a:t>
            </a:r>
          </a:p>
          <a:p>
            <a:r>
              <a:rPr lang="fr-FR" b="0" smtClean="0"/>
              <a:t>Who here among us has not been broken</a:t>
            </a:r>
            <a:br>
              <a:rPr lang="fr-FR" b="0" smtClean="0"/>
            </a:br>
            <a:r>
              <a:rPr lang="fr-FR" b="0" smtClean="0"/>
              <a:t>2-  QUI PARMI NOUS  EST SANS PEINE NI PÉCHÉ </a:t>
            </a:r>
          </a:p>
          <a:p>
            <a:r>
              <a:rPr lang="fr-FR" b="0" smtClean="0"/>
              <a:t>Who here among us is without guilt or pain</a:t>
            </a:r>
          </a:p>
          <a:p>
            <a:r>
              <a:rPr lang="fr-FR" b="0" smtClean="0"/>
              <a:t>3-  SI SOUVENT LIVRÉS  À NOS TRANSGRESSIONS</a:t>
            </a:r>
          </a:p>
          <a:p>
            <a:r>
              <a:rPr lang="fr-FR" b="0" smtClean="0"/>
              <a:t>So oft' abandoned by our transgressions</a:t>
            </a:r>
            <a:br>
              <a:rPr lang="fr-FR" b="0" smtClean="0"/>
            </a:br>
            <a:r>
              <a:rPr lang="fr-FR" b="0" smtClean="0"/>
              <a:t>4-  ET SI VRAIMENT LA GRACE EXISTE ELLE FUT CRÉÉE POUR DE TELLES VIES</a:t>
            </a:r>
            <a:br>
              <a:rPr lang="fr-FR" b="0" smtClean="0"/>
            </a:br>
            <a:r>
              <a:rPr lang="fr-FR" b="0" smtClean="0"/>
              <a:t> If such a thing as grace exists Then grace was made for lives like this</a:t>
            </a:r>
          </a:p>
          <a:p>
            <a:r>
              <a:rPr lang="fr-FR" b="0" smtClean="0"/>
              <a:t> </a:t>
            </a:r>
          </a:p>
          <a:p>
            <a:r>
              <a:rPr lang="fr-FR" b="0" smtClean="0"/>
              <a:t>	Refrain:
	5-  IL N'Y A PAS D'ÉTRANGERS NI DE REJETÉS</a:t>
            </a:r>
          </a:p>
          <a:p>
            <a:r>
              <a:rPr lang="fr-FR" b="0" smtClean="0"/>
              <a:t>	There are no strangers There are no outcasts
	6-  IL N'Y A PAS D'ORPHELINS  EN DIEU</a:t>
            </a:r>
          </a:p>
          <a:p>
            <a:r>
              <a:rPr lang="fr-FR" b="0" smtClean="0"/>
              <a:t>	There are no orphans of God</a:t>
            </a:r>
            <a:br>
              <a:rPr lang="fr-FR" b="0" smtClean="0"/>
            </a:br>
            <a:r>
              <a:rPr lang="fr-FR" b="0" smtClean="0"/>
              <a:t>	7-  BEAUCOUP SONT TOMBÉS  MAIS ALLÉLUIA </a:t>
            </a:r>
          </a:p>
          <a:p>
            <a:r>
              <a:rPr lang="fr-FR" b="0" smtClean="0"/>
              <a:t>	So many fallen, but hallelujah</a:t>
            </a:r>
          </a:p>
          <a:p>
            <a:r>
              <a:rPr lang="fr-FR" b="0" smtClean="0"/>
              <a:t>	8-  IL N'Y A PAS D'ORPHELINS  EN DIEU</a:t>
            </a:r>
            <a:br>
              <a:rPr lang="fr-FR" b="0" smtClean="0"/>
            </a:br>
            <a:r>
              <a:rPr lang="fr-FR" b="0" smtClean="0"/>
              <a:t>	 There are no orphans of God</a:t>
            </a:r>
            <a:br>
              <a:rPr lang="fr-FR" b="0" smtClean="0"/>
            </a:br>
            <a:r>
              <a:rPr lang="fr-FR" b="0" smtClean="0"/>
              <a:t>
9-  VIENS, TOI L'OUBLIÉ  REÇOIS L'AFFECTION </a:t>
            </a:r>
          </a:p>
          <a:p>
            <a:r>
              <a:rPr lang="fr-FR" b="0" smtClean="0"/>
              <a:t>Come ye unwanted and find affection</a:t>
            </a:r>
          </a:p>
          <a:p>
            <a:r>
              <a:rPr lang="fr-FR" b="0" smtClean="0"/>
              <a:t>10-  VIENS, TOI QUI EST CHARGÉ VIENS REPOSER TA TÊTE</a:t>
            </a:r>
          </a:p>
          <a:p>
            <a:r>
              <a:rPr lang="fr-FR" b="0" smtClean="0"/>
              <a:t>Come all ye weary, come and lay down your head 
11-  VIENS, TOI QUI EST HONTEUX  TU ES MON FRÈRE </a:t>
            </a:r>
          </a:p>
          <a:p>
            <a:r>
              <a:rPr lang="fr-FR" b="0" smtClean="0"/>
              <a:t>Come ye unworthy, you are my brother
12-  ET SI VRAIMENT LA GRACE EXISTE ELLE FUT CRÉÉE POUR DE TELLES VIES 
If such a thing as grace exists Then grace was made for lives like this</a:t>
            </a:r>
          </a:p>
          <a:p>
            <a:r>
              <a:rPr lang="fr-FR" b="0" smtClean="0"/>
              <a:t> 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13-  Ô CHER PÈRE REGARDE-NOUS </a:t>
            </a:r>
          </a:p>
          <a:p>
            <a:r>
              <a:rPr lang="fr-FR" b="0" smtClean="0"/>
              <a:t>O blessed Father, look down upon us
14-  NOUS SOMMES TES ENFANTS  PERDUS SANS TON AMOUR </a:t>
            </a:r>
          </a:p>
          <a:p>
            <a:r>
              <a:rPr lang="fr-FR" b="0" smtClean="0"/>
              <a:t>We are Your children, we need Your love
15-  NOUS COURONS  DEVANT TON TRÔNE DE GRACE</a:t>
            </a:r>
          </a:p>
          <a:p>
            <a:r>
              <a:rPr lang="fr-FR" b="0" smtClean="0"/>
              <a:t>We run before Your throne of mercy</a:t>
            </a:r>
            <a:br>
              <a:rPr lang="fr-FR" b="0" smtClean="0"/>
            </a:br>
            <a:r>
              <a:rPr lang="fr-FR" b="0" smtClean="0"/>
              <a:t>16-  RECHERCHANT TA FACE  POUR NOUS ÉLEVER</a:t>
            </a:r>
            <a:br>
              <a:rPr lang="fr-FR" b="0" smtClean="0"/>
            </a:br>
            <a:r>
              <a:rPr lang="fr-FR" b="0" smtClean="0"/>
              <a:t> And seek Your face to rise above</a:t>
            </a:r>
          </a:p>
          <a:p>
            <a:r>
              <a:rPr lang="fr-FR" b="0" smtClean="0"/>
              <a:t> </a:t>
            </a:r>
          </a:p>
          <a:p>
            <a:r>
              <a:rPr lang="fr-FR" b="0" smtClean="0"/>
              <a:t>	Refrain:   x2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QUI PARMI NOUS  N’A JAMAIS ÉTÉ BRISÉ</a:t>
            </a:r>
          </a:p>
          <a:p>
            <a:r>
              <a:rPr lang="fr-FR" smtClean="0"/>
              <a:t>Who here among us has not been broken</a:t>
            </a:r>
            <a:br>
              <a:rPr lang="fr-FR" smtClean="0"/>
            </a:br>
            <a:r>
              <a:rPr lang="fr-FR" smtClean="0"/>
              <a:t>2-  QUI PARMI NOUS  EST SANS PEINE NI PÉCHÉ </a:t>
            </a:r>
          </a:p>
          <a:p>
            <a:r>
              <a:rPr lang="fr-FR" smtClean="0"/>
              <a:t>Who here among us is without guilt or pain</a:t>
            </a:r>
          </a:p>
          <a:p>
            <a:r>
              <a:rPr lang="fr-FR" smtClean="0"/>
              <a:t>3-  SI SOUVENT LIVRÉS  À NOS TRANSGRESSIONS</a:t>
            </a:r>
          </a:p>
          <a:p>
            <a:r>
              <a:rPr lang="fr-FR" smtClean="0"/>
              <a:t>So oft' abandoned by our transgressions</a:t>
            </a:r>
            <a:br>
              <a:rPr lang="fr-FR" smtClean="0"/>
            </a:br>
            <a:r>
              <a:rPr lang="fr-FR" smtClean="0"/>
              <a:t>4-  ET SI VRAIMENT LA GRACE EXISTE ELLE FUT CRÉÉE POUR DE TELLES VIES</a:t>
            </a:r>
            <a:br>
              <a:rPr lang="fr-FR" smtClean="0"/>
            </a:br>
            <a:r>
              <a:rPr lang="fr-FR" smtClean="0"/>
              <a:t> If such a thing as grace exists Then grace was made for lives like this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	Refrain:
	5-  IL N'Y A PAS D'ÉTRANGERS NI DE REJETÉS</a:t>
            </a:r>
          </a:p>
          <a:p>
            <a:r>
              <a:rPr lang="fr-FR" smtClean="0"/>
              <a:t>	There are no strangers There are no outcasts
	6-  IL N'Y A PAS D'ORPHELINS  EN DIEU</a:t>
            </a:r>
          </a:p>
          <a:p>
            <a:r>
              <a:rPr lang="fr-FR" smtClean="0"/>
              <a:t>	There are no orphans of God</a:t>
            </a:r>
            <a:br>
              <a:rPr lang="fr-FR" smtClean="0"/>
            </a:br>
            <a:r>
              <a:rPr lang="fr-FR" smtClean="0"/>
              <a:t>	7-  BEAUCOUP SONT TOMBÉS  MAIS ALLÉLUIA </a:t>
            </a:r>
          </a:p>
          <a:p>
            <a:r>
              <a:rPr lang="fr-FR" smtClean="0"/>
              <a:t>	So many fallen, but hallelujah</a:t>
            </a:r>
          </a:p>
          <a:p>
            <a:r>
              <a:rPr lang="fr-FR" smtClean="0"/>
              <a:t>	8-  IL N'Y A PAS D'ORPHELINS  EN DIEU</a:t>
            </a:r>
            <a:br>
              <a:rPr lang="fr-FR" smtClean="0"/>
            </a:br>
            <a:r>
              <a:rPr lang="fr-FR" smtClean="0"/>
              <a:t>	 There are no orphans of God</a:t>
            </a:r>
            <a:br>
              <a:rPr lang="fr-FR" smtClean="0"/>
            </a:br>
            <a:r>
              <a:rPr lang="fr-FR" smtClean="0"/>
              <a:t>
9-  VIENS, TOI L'OUBLIÉ  REÇOIS L'AFFECTION </a:t>
            </a:r>
          </a:p>
          <a:p>
            <a:r>
              <a:rPr lang="fr-FR" smtClean="0"/>
              <a:t>Come ye unwanted and find affection</a:t>
            </a:r>
          </a:p>
          <a:p>
            <a:r>
              <a:rPr lang="fr-FR" smtClean="0"/>
              <a:t>10-  VIENS, TOI QUI EST CHARGÉ VIENS REPOSER TA TÊTE</a:t>
            </a:r>
          </a:p>
          <a:p>
            <a:r>
              <a:rPr lang="fr-FR" smtClean="0"/>
              <a:t>Come all ye weary, come and lay down your head 
11-  VIENS, TOI QUI EST HONTEUX  TU ES MON FRÈRE </a:t>
            </a:r>
          </a:p>
          <a:p>
            <a:r>
              <a:rPr lang="fr-FR" smtClean="0"/>
              <a:t>Come ye unworthy, you are my brother
12-  ET SI VRAIMENT LA GRACE EXISTE ELLE FUT CRÉÉE POUR DE TELLES VIES 
If such a thing as grace exists Then grace was made for lives like this</a:t>
            </a:r>
          </a:p>
          <a:p>
            <a:r>
              <a:rPr lang="fr-FR" smtClean="0"/>
              <a:t> 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13-  Ô CHER PÈRE REGARDE-NOUS </a:t>
            </a:r>
          </a:p>
          <a:p>
            <a:r>
              <a:rPr lang="fr-FR" smtClean="0"/>
              <a:t>O blessed Father, look down upon us
14-  NOUS SOMMES TES ENFANTS  PERDUS SANS TON AMOUR </a:t>
            </a:r>
          </a:p>
          <a:p>
            <a:r>
              <a:rPr lang="fr-FR" smtClean="0"/>
              <a:t>We are Your children, we need Your love
15-  NOUS COURONS  DEVANT TON TRÔNE DE GRACE</a:t>
            </a:r>
          </a:p>
          <a:p>
            <a:r>
              <a:rPr lang="fr-FR" smtClean="0"/>
              <a:t>We run before Your throne of mercy</a:t>
            </a:r>
            <a:br>
              <a:rPr lang="fr-FR" smtClean="0"/>
            </a:br>
            <a:r>
              <a:rPr lang="fr-FR" smtClean="0"/>
              <a:t>16-  RECHERCHANT TA FACE  POUR NOUS ÉLEVER</a:t>
            </a:r>
            <a:br>
              <a:rPr lang="fr-FR" smtClean="0"/>
            </a:br>
            <a:r>
              <a:rPr lang="fr-FR" smtClean="0"/>
              <a:t> And seek Your face to rise above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	Refrain:   x2</a:t>
            </a:r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QUI PARMI NOUS  N’A JAMAIS ÉTÉ BRISÉ</a:t>
            </a:r>
          </a:p>
          <a:p>
            <a:r>
              <a:rPr lang="fr-FR" b="0" smtClean="0"/>
              <a:t>Who here among us has not been broken</a:t>
            </a:r>
            <a:br>
              <a:rPr lang="fr-FR" b="0" smtClean="0"/>
            </a:br>
            <a:r>
              <a:rPr lang="fr-FR" b="0" smtClean="0"/>
              <a:t>2-  QUI PARMI NOUS  EST SANS PEINE NI PÉCHÉ </a:t>
            </a:r>
          </a:p>
          <a:p>
            <a:r>
              <a:rPr lang="fr-FR" b="0" smtClean="0"/>
              <a:t>Who here among us is without guilt or pain</a:t>
            </a:r>
          </a:p>
          <a:p>
            <a:r>
              <a:rPr lang="fr-FR" b="0" smtClean="0"/>
              <a:t>3-  SI SOUVENT LIVRÉS  À NOS TRANSGRESSIONS</a:t>
            </a:r>
          </a:p>
          <a:p>
            <a:r>
              <a:rPr lang="fr-FR" b="0" smtClean="0"/>
              <a:t>So oft' abandoned by our transgressions</a:t>
            </a:r>
            <a:br>
              <a:rPr lang="fr-FR" b="0" smtClean="0"/>
            </a:br>
            <a:r>
              <a:rPr lang="fr-FR" b="0" smtClean="0"/>
              <a:t>4-  ET SI VRAIMENT LA GRACE EXISTE ELLE FUT CRÉÉE POUR DE TELLES VIES</a:t>
            </a:r>
            <a:br>
              <a:rPr lang="fr-FR" b="0" smtClean="0"/>
            </a:br>
            <a:r>
              <a:rPr lang="fr-FR" b="0" smtClean="0"/>
              <a:t> If such a thing as grace exists Then grace was made for lives like this</a:t>
            </a:r>
          </a:p>
          <a:p>
            <a:r>
              <a:rPr lang="fr-FR" b="0" smtClean="0"/>
              <a:t> </a:t>
            </a:r>
          </a:p>
          <a:p>
            <a:r>
              <a:rPr lang="fr-FR" b="0" smtClean="0"/>
              <a:t>	Refrain:
	5-  IL N'Y A PAS D'ÉTRANGERS NI DE REJETÉS</a:t>
            </a:r>
          </a:p>
          <a:p>
            <a:r>
              <a:rPr lang="fr-FR" b="0" smtClean="0"/>
              <a:t>	There are no strangers There are no outcasts
	6-  IL N'Y A PAS D'ORPHELINS  EN DIEU</a:t>
            </a:r>
          </a:p>
          <a:p>
            <a:r>
              <a:rPr lang="fr-FR" b="0" smtClean="0"/>
              <a:t>	There are no orphans of God</a:t>
            </a:r>
            <a:br>
              <a:rPr lang="fr-FR" b="0" smtClean="0"/>
            </a:br>
            <a:r>
              <a:rPr lang="fr-FR" b="0" smtClean="0"/>
              <a:t>	7-  BEAUCOUP SONT TOMBÉS  MAIS ALLÉLUIA </a:t>
            </a:r>
          </a:p>
          <a:p>
            <a:r>
              <a:rPr lang="fr-FR" b="0" smtClean="0"/>
              <a:t>	So many fallen, but hallelujah</a:t>
            </a:r>
          </a:p>
          <a:p>
            <a:r>
              <a:rPr lang="fr-FR" b="0" smtClean="0"/>
              <a:t>	8-  IL N'Y A PAS D'ORPHELINS  EN DIEU</a:t>
            </a:r>
            <a:br>
              <a:rPr lang="fr-FR" b="0" smtClean="0"/>
            </a:br>
            <a:r>
              <a:rPr lang="fr-FR" b="0" smtClean="0"/>
              <a:t>	 There are no orphans of God</a:t>
            </a:r>
            <a:br>
              <a:rPr lang="fr-FR" b="0" smtClean="0"/>
            </a:br>
            <a:r>
              <a:rPr lang="fr-FR" b="0" smtClean="0"/>
              <a:t>
9-  VIENS, TOI L'OUBLIÉ  REÇOIS L'AFFECTION </a:t>
            </a:r>
          </a:p>
          <a:p>
            <a:r>
              <a:rPr lang="fr-FR" b="0" smtClean="0"/>
              <a:t>Come ye unwanted and find affection</a:t>
            </a:r>
          </a:p>
          <a:p>
            <a:r>
              <a:rPr lang="fr-FR" b="0" smtClean="0"/>
              <a:t>10-  VIENS, TOI QUI EST CHARGÉ VIENS REPOSER TA TÊTE</a:t>
            </a:r>
          </a:p>
          <a:p>
            <a:r>
              <a:rPr lang="fr-FR" b="0" smtClean="0"/>
              <a:t>Come all ye weary, come and lay down your head 
11-  VIENS, TOI QUI EST HONTEUX  TU ES MON FRÈRE </a:t>
            </a:r>
          </a:p>
          <a:p>
            <a:r>
              <a:rPr lang="fr-FR" b="0" smtClean="0"/>
              <a:t>Come ye unworthy, you are my brother
12-  ET SI VRAIMENT LA GRACE EXISTE ELLE FUT CRÉÉE POUR DE TELLES VIES 
If such a thing as grace exists Then grace was made for lives like this</a:t>
            </a:r>
          </a:p>
          <a:p>
            <a:r>
              <a:rPr lang="fr-FR" b="0" smtClean="0"/>
              <a:t> 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13-  Ô CHER PÈRE REGARDE-NOUS </a:t>
            </a:r>
          </a:p>
          <a:p>
            <a:r>
              <a:rPr lang="fr-FR" b="0" smtClean="0"/>
              <a:t>O blessed Father, look down upon us
14-  NOUS SOMMES TES ENFANTS  PERDUS SANS TON AMOUR </a:t>
            </a:r>
          </a:p>
          <a:p>
            <a:r>
              <a:rPr lang="fr-FR" b="0" smtClean="0"/>
              <a:t>We are Your children, we need Your love
15-  NOUS COURONS  DEVANT TON TRÔNE DE GRACE</a:t>
            </a:r>
          </a:p>
          <a:p>
            <a:r>
              <a:rPr lang="fr-FR" b="0" smtClean="0"/>
              <a:t>We run before Your throne of mercy</a:t>
            </a:r>
            <a:br>
              <a:rPr lang="fr-FR" b="0" smtClean="0"/>
            </a:br>
            <a:r>
              <a:rPr lang="fr-FR" b="0" smtClean="0"/>
              <a:t>16-  RECHERCHANT TA FACE  POUR NOUS ÉLEVER</a:t>
            </a:r>
            <a:br>
              <a:rPr lang="fr-FR" b="0" smtClean="0"/>
            </a:br>
            <a:r>
              <a:rPr lang="fr-FR" b="0" smtClean="0"/>
              <a:t> And seek Your face to rise above</a:t>
            </a:r>
          </a:p>
          <a:p>
            <a:r>
              <a:rPr lang="fr-FR" b="0" smtClean="0"/>
              <a:t> </a:t>
            </a:r>
          </a:p>
          <a:p>
            <a:r>
              <a:rPr lang="fr-FR" b="0" smtClean="0"/>
              <a:t>	Refrain:   x2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QUI PARMI NOUS  N’A JAMAIS ÉTÉ BRISÉ</a:t>
            </a:r>
          </a:p>
          <a:p>
            <a:r>
              <a:rPr lang="fr-FR" smtClean="0"/>
              <a:t>Who here among us has not been broken</a:t>
            </a:r>
            <a:br>
              <a:rPr lang="fr-FR" smtClean="0"/>
            </a:br>
            <a:r>
              <a:rPr lang="fr-FR" smtClean="0"/>
              <a:t>2-  QUI PARMI NOUS  EST SANS PEINE NI PÉCHÉ </a:t>
            </a:r>
          </a:p>
          <a:p>
            <a:r>
              <a:rPr lang="fr-FR" smtClean="0"/>
              <a:t>Who here among us is without guilt or pain</a:t>
            </a:r>
          </a:p>
          <a:p>
            <a:r>
              <a:rPr lang="fr-FR" smtClean="0"/>
              <a:t>3-  SI SOUVENT LIVRÉS  À NOS TRANSGRESSIONS</a:t>
            </a:r>
          </a:p>
          <a:p>
            <a:r>
              <a:rPr lang="fr-FR" smtClean="0"/>
              <a:t>So oft' abandoned by our transgressions</a:t>
            </a:r>
            <a:br>
              <a:rPr lang="fr-FR" smtClean="0"/>
            </a:br>
            <a:r>
              <a:rPr lang="fr-FR" smtClean="0"/>
              <a:t>4-  ET SI VRAIMENT LA GRACE EXISTE ELLE FUT CRÉÉE POUR DE TELLES VIES</a:t>
            </a:r>
            <a:br>
              <a:rPr lang="fr-FR" smtClean="0"/>
            </a:br>
            <a:r>
              <a:rPr lang="fr-FR" smtClean="0"/>
              <a:t> If such a thing as grace exists Then grace was made for lives like this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	Refrain:
	5-  IL N'Y A PAS D'ÉTRANGERS NI DE REJETÉS</a:t>
            </a:r>
          </a:p>
          <a:p>
            <a:r>
              <a:rPr lang="fr-FR" smtClean="0"/>
              <a:t>	There are no strangers There are no outcasts
	6-  IL N'Y A PAS D'ORPHELINS  EN DIEU</a:t>
            </a:r>
          </a:p>
          <a:p>
            <a:r>
              <a:rPr lang="fr-FR" smtClean="0"/>
              <a:t>	There are no orphans of God</a:t>
            </a:r>
            <a:br>
              <a:rPr lang="fr-FR" smtClean="0"/>
            </a:br>
            <a:r>
              <a:rPr lang="fr-FR" smtClean="0"/>
              <a:t>	7-  BEAUCOUP SONT TOMBÉS  MAIS ALLÉLUIA </a:t>
            </a:r>
          </a:p>
          <a:p>
            <a:r>
              <a:rPr lang="fr-FR" smtClean="0"/>
              <a:t>	So many fallen, but hallelujah</a:t>
            </a:r>
          </a:p>
          <a:p>
            <a:r>
              <a:rPr lang="fr-FR" smtClean="0"/>
              <a:t>	8-  IL N'Y A PAS D'ORPHELINS  EN DIEU</a:t>
            </a:r>
            <a:br>
              <a:rPr lang="fr-FR" smtClean="0"/>
            </a:br>
            <a:r>
              <a:rPr lang="fr-FR" smtClean="0"/>
              <a:t>	 There are no orphans of God</a:t>
            </a:r>
            <a:br>
              <a:rPr lang="fr-FR" smtClean="0"/>
            </a:br>
            <a:r>
              <a:rPr lang="fr-FR" smtClean="0"/>
              <a:t>
9-  VIENS, TOI L'OUBLIÉ  REÇOIS L'AFFECTION </a:t>
            </a:r>
          </a:p>
          <a:p>
            <a:r>
              <a:rPr lang="fr-FR" smtClean="0"/>
              <a:t>Come ye unwanted and find affection</a:t>
            </a:r>
          </a:p>
          <a:p>
            <a:r>
              <a:rPr lang="fr-FR" smtClean="0"/>
              <a:t>10-  VIENS, TOI QUI EST CHARGÉ VIENS REPOSER TA TÊTE</a:t>
            </a:r>
          </a:p>
          <a:p>
            <a:r>
              <a:rPr lang="fr-FR" smtClean="0"/>
              <a:t>Come all ye weary, come and lay down your head 
11-  VIENS, TOI QUI EST HONTEUX  TU ES MON FRÈRE </a:t>
            </a:r>
          </a:p>
          <a:p>
            <a:r>
              <a:rPr lang="fr-FR" smtClean="0"/>
              <a:t>Come ye unworthy, you are my brother
12-  ET SI VRAIMENT LA GRACE EXISTE ELLE FUT CRÉÉE POUR DE TELLES VIES 
If such a thing as grace exists Then grace was made for lives like this</a:t>
            </a:r>
          </a:p>
          <a:p>
            <a:r>
              <a:rPr lang="fr-FR" smtClean="0"/>
              <a:t> 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13-  Ô CHER PÈRE REGARDE-NOUS </a:t>
            </a:r>
          </a:p>
          <a:p>
            <a:r>
              <a:rPr lang="fr-FR" smtClean="0"/>
              <a:t>O blessed Father, look down upon us
14-  NOUS SOMMES TES ENFANTS  PERDUS SANS TON AMOUR </a:t>
            </a:r>
          </a:p>
          <a:p>
            <a:r>
              <a:rPr lang="fr-FR" smtClean="0"/>
              <a:t>We are Your children, we need Your love
15-  NOUS COURONS  DEVANT TON TRÔNE DE GRACE</a:t>
            </a:r>
          </a:p>
          <a:p>
            <a:r>
              <a:rPr lang="fr-FR" smtClean="0"/>
              <a:t>We run before Your throne of mercy</a:t>
            </a:r>
            <a:br>
              <a:rPr lang="fr-FR" smtClean="0"/>
            </a:br>
            <a:r>
              <a:rPr lang="fr-FR" smtClean="0"/>
              <a:t>16-  RECHERCHANT TA FACE  POUR NOUS ÉLEVER</a:t>
            </a:r>
            <a:br>
              <a:rPr lang="fr-FR" smtClean="0"/>
            </a:br>
            <a:r>
              <a:rPr lang="fr-FR" smtClean="0"/>
              <a:t> And seek Your face to rise above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	Refrain:   x2</a:t>
            </a:r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5CC59E-7D1E-4F01-9F56-5E381E9D621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7821F4-FCF3-4E59-99F6-41BA84B2C09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240ECE-20E6-4946-A7EF-79E7396C5CD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8BC1BB-849D-43A7-B866-1CB92D567A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EC5B45-4095-4228-BDBC-2A56430323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1E1DA2-E99B-4B4C-9271-FCE4A8903E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0BA51E-E4AE-4097-89B8-F79FBA162A8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B32D6D-9D18-4971-9E34-6BC0833C02B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D728AC-FBA5-4A8B-8058-AB296DE2A77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3DB35A-6AB0-4873-B73C-8E6E224E5D0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3231ED-B4C7-4F0B-A493-3E9A104EEE7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7AEA990-3CAF-4C04-AF86-A9B781D94F8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 PARMI NOUS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N’A JAMAIS ÉTÉ BRISÉ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 PARMI NOUS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EST SANS PEINE NI PÉCHÉ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SI SOUVENT LIVRÉS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NOS TRANSGRESSIONS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SI VRAIMENT LA GRACE EXISTE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ELLE FUT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CRÉÉE POUR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TELLES VIES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>
              <a:lnSpc>
                <a:spcPct val="90000"/>
              </a:lnSpc>
              <a:defRPr/>
            </a:pP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N'Y A PAS D'ÉTRANGERS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NI DE REJETÉS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N'Y A PAS D'ORPHELINS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DIEU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BEAUCOUP SONT TOMBÉS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MAIS ALLÉLUIA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N'Y A PAS D'ORPHELINS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DIEU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VIENS,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TOI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L’OUBLIÉ 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REÇOIS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L’AFFECTION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VIENS,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TOI QUI EST CHARGÉ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VIENS REPOSER TA TÊTE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VIENS,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TOI QUI EST HONTEUX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TU ES MON FRÈRE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SI VRAIMENT LA GRACE EXISTE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ELLE FUT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CRÉÉE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DE TELLES VIES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Ô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CHER PÈRE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REGARDE-NOUS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SOMMES TES ENFANTS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PERDUS SANS TON AMOUR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COURONS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DEVANT TON TRÔNE DE GRACE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RECHERCHANT TA FACE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NOUS ÉLEVER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1627</TotalTime>
  <Words>628</Words>
  <Application>Microsoft Office PowerPoint</Application>
  <PresentationFormat>Affichage à l'écran (4:3)</PresentationFormat>
  <Paragraphs>830</Paragraphs>
  <Slides>16</Slides>
  <Notes>16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17" baseType="lpstr"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</cp:lastModifiedBy>
  <cp:revision>173</cp:revision>
  <dcterms:created xsi:type="dcterms:W3CDTF">2002-08-17T10:50:50Z</dcterms:created>
  <dcterms:modified xsi:type="dcterms:W3CDTF">2019-09-28T13:10:45Z</dcterms:modified>
</cp:coreProperties>
</file>