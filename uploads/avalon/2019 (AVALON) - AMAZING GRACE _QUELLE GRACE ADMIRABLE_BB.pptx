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8" r:id="rId13"/>
    <p:sldId id="267" r:id="rId14"/>
    <p:sldId id="269" r:id="rId15"/>
    <p:sldId id="270" r:id="rId16"/>
    <p:sldId id="271" r:id="rId17"/>
    <p:sldId id="276" r:id="rId18"/>
    <p:sldId id="277" r:id="rId19"/>
    <p:sldId id="275" r:id="rId20"/>
    <p:sldId id="272" r:id="rId21"/>
    <p:sldId id="274" r:id="rId22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836" autoAdjust="0"/>
    <p:restoredTop sz="44624" autoAdjust="0"/>
  </p:normalViewPr>
  <p:slideViewPr>
    <p:cSldViewPr>
      <p:cViewPr varScale="1">
        <p:scale>
          <a:sx n="38" d="100"/>
          <a:sy n="38" d="100"/>
        </p:scale>
        <p:origin x="-61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75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DE8E8A7-DAFD-4D36-906C-16D6FF082FCD}" type="datetimeFigureOut">
              <a:rPr lang="fr-FR"/>
              <a:pPr>
                <a:defRPr/>
              </a:pPr>
              <a:t>29/09/2019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D752DFA-7BB3-4E64-9EBA-4E28C4DBB23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QUELLE GRÂCE ADMIRABLE ET SANS ÉGAL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Amazing grace! How sweet the sound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POUR QUE JE SOIS SAUVÉ J’ÉTAIS SI LOIN, IL M’A TROUVÉ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That saved a wretch like me! I once was lost, but now am found;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JE NE SUIS PLUS AVEUGLE                                  x3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Was blind, but now I see.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CETTE GRÂCE SI GRANDE M’A RASSURÉ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'Twas grace that taught my heart to fear,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ELLE ME CONDUIT CHAQUE JOUR MON SAUVEUR A TOUT PAYÉ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And grace my fears relieved; How precious did that grace appear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JE LE LOUE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hour I first believed!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MON DIEU, MON SAUVEUR M’A RACHETÉ SA GRÂCE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SUIS PLUS AVEUGLE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The Lord has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SES PROMESSES SONT VRAIES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promised good to me His word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MON ESPOIR, MON SECOURS IL EST MA FORCE, MON BOUCLIER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my hope secures He will my shield and portion be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LUMIÈRE SUR MON SENTIER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As long as life endures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13-  MES CHAÎNES SONT BRISÉES JE SUIS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chains are gone, I've been set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14-  MON DIEU, MON SAUVEUR M’A RACHETÉ SA GRÂCE INONDE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My God, my Savior has ransomed me And like a flood His mercy reigns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15-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Unending love, Amazing grace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16-  TES CHAÎNES SONT BRISÉES TU ES LIBÉRÉ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17-  TON DIEU, TON SAUVEUR T’A RACHETÉ SA GRÂCE INONDE TA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18-  QUEL GRAND AMOUR, AMOUR INFINI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19-  BIENTÔT, CETTE TERRE DISPARAÎTRA PLUS DE JOUR, PLUS DE NUIT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20-  MAIS MON SAUVEUR ME REPRENDRA RAPPELLERA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21- 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22-  POUR TOUJOURS AVEC LUI POUR TOUJOURS AVEC LUI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QUELLE GRÂCE ADMIRABLE ET SANS ÉGAL</a:t>
            </a:r>
          </a:p>
          <a:p>
            <a:r>
              <a:rPr lang="fr-FR" smtClean="0"/>
              <a:t>Amazing grace! How sweet the sound</a:t>
            </a:r>
          </a:p>
          <a:p>
            <a:r>
              <a:rPr lang="fr-FR" smtClean="0"/>
              <a:t>2-  POUR QUE JE SOIS SAUVÉ J’ÉTAIS SI LOIN, IL M’A TROUVÉ</a:t>
            </a:r>
          </a:p>
          <a:p>
            <a:r>
              <a:rPr lang="fr-FR" smtClean="0"/>
              <a:t>That saved a wretch like me! I once was lost, but now am found;</a:t>
            </a:r>
          </a:p>
          <a:p>
            <a:r>
              <a:rPr lang="fr-FR" smtClean="0"/>
              <a:t>3-  JE NE SUIS PLUS AVEUGLE                                  x3</a:t>
            </a:r>
          </a:p>
          <a:p>
            <a:r>
              <a:rPr lang="fr-FR" smtClean="0"/>
              <a:t>Was blind, but now I see.</a:t>
            </a:r>
          </a:p>
          <a:p>
            <a:endParaRPr lang="fr-FR" smtClean="0"/>
          </a:p>
          <a:p>
            <a:r>
              <a:rPr lang="fr-FR" smtClean="0"/>
              <a:t>4-  CETTE GRÂCE SI GRANDE M’A RASSURÉ</a:t>
            </a:r>
          </a:p>
          <a:p>
            <a:r>
              <a:rPr lang="fr-FR" smtClean="0"/>
              <a:t>'Twas grace that taught my heart to fear,</a:t>
            </a:r>
          </a:p>
          <a:p>
            <a:r>
              <a:rPr lang="fr-FR" smtClean="0"/>
              <a:t>5-  ELLE ME CONDUIT CHAQUE JOUR MON SAUVEUR A TOUT PAYÉ</a:t>
            </a:r>
          </a:p>
          <a:p>
            <a:r>
              <a:rPr lang="fr-FR" smtClean="0"/>
              <a:t>And grace my fears relieved; How precious did that grace appear</a:t>
            </a:r>
          </a:p>
          <a:p>
            <a:r>
              <a:rPr lang="fr-FR" smtClean="0"/>
              <a:t>6-  JE LE LOUE POUR TOUJOURS</a:t>
            </a:r>
          </a:p>
          <a:p>
            <a:r>
              <a:rPr lang="fr-FR" smtClean="0"/>
              <a:t>The hour I first believed!</a:t>
            </a:r>
          </a:p>
          <a:p>
            <a:endParaRPr lang="fr-FR" smtClean="0"/>
          </a:p>
          <a:p>
            <a:r>
              <a:rPr lang="fr-FR" smtClean="0"/>
              <a:t>	7-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8-  MON DIEU, MON SAUVEUR M’A RACHETÉ SA GRÂCE </a:t>
            </a:r>
          </a:p>
          <a:p>
            <a:r>
              <a:rPr lang="fr-FR" smtClean="0"/>
              <a:t>	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9-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9-  JE NE SUIS PLUS AVEUGLE</a:t>
            </a:r>
          </a:p>
          <a:p>
            <a:r>
              <a:rPr lang="fr-FR" smtClean="0"/>
              <a:t>The Lord has</a:t>
            </a:r>
          </a:p>
          <a:p>
            <a:r>
              <a:rPr lang="fr-FR" smtClean="0"/>
              <a:t>10-  SES PROMESSES SONT VRAIES POUR TOUJOURS</a:t>
            </a:r>
          </a:p>
          <a:p>
            <a:r>
              <a:rPr lang="fr-FR" smtClean="0"/>
              <a:t>promised good to me His word </a:t>
            </a:r>
          </a:p>
          <a:p>
            <a:r>
              <a:rPr lang="fr-FR" smtClean="0"/>
              <a:t>11-  MON ESPOIR, MON SECOURS IL EST MA FORCE, MON BOUCLIER</a:t>
            </a:r>
          </a:p>
          <a:p>
            <a:r>
              <a:rPr lang="fr-FR" smtClean="0"/>
              <a:t>my hope secures He will my shield and portion be</a:t>
            </a:r>
          </a:p>
          <a:p>
            <a:r>
              <a:rPr lang="fr-FR" smtClean="0"/>
              <a:t>12-  LUMIÈRE SUR MON SENTIER</a:t>
            </a:r>
          </a:p>
          <a:p>
            <a:r>
              <a:rPr lang="fr-FR" smtClean="0"/>
              <a:t>As long as life endures</a:t>
            </a:r>
          </a:p>
          <a:p>
            <a:endParaRPr lang="fr-FR" smtClean="0"/>
          </a:p>
          <a:p>
            <a:r>
              <a:rPr lang="fr-FR" smtClean="0"/>
              <a:t>	13-  MES CHAÎNES SONT BRISÉES JE SUIS LIBÉRÉ</a:t>
            </a:r>
          </a:p>
          <a:p>
            <a:r>
              <a:rPr lang="fr-FR" smtClean="0"/>
              <a:t>	My chains are gone, I've been set free</a:t>
            </a:r>
          </a:p>
          <a:p>
            <a:r>
              <a:rPr lang="fr-FR" smtClean="0"/>
              <a:t>	14-  MON DIEU, MON SAUVEUR M’A RACHETÉ SA GRÂCE INONDE MA VIE</a:t>
            </a:r>
          </a:p>
          <a:p>
            <a:r>
              <a:rPr lang="fr-FR" smtClean="0"/>
              <a:t>	My God, my Savior has ransomed me And like a flood His mercy reigns</a:t>
            </a:r>
          </a:p>
          <a:p>
            <a:r>
              <a:rPr lang="fr-FR" smtClean="0"/>
              <a:t>	15-  QUEL GRAND AMOUR, AMOUR INFINI</a:t>
            </a:r>
          </a:p>
          <a:p>
            <a:r>
              <a:rPr lang="fr-FR" smtClean="0"/>
              <a:t>	Unending love, Amazing grace</a:t>
            </a:r>
          </a:p>
          <a:p>
            <a:endParaRPr lang="fr-FR" smtClean="0"/>
          </a:p>
          <a:p>
            <a:r>
              <a:rPr lang="fr-FR" smtClean="0"/>
              <a:t>	16-  TES CHAÎNES SONT BRISÉES TU ES LIBÉRÉ</a:t>
            </a:r>
          </a:p>
          <a:p>
            <a:r>
              <a:rPr lang="fr-FR" smtClean="0"/>
              <a:t>	17-  TON DIEU, TON SAUVEUR T’A RACHETÉ SA GRÂCE INONDE TA VIE</a:t>
            </a:r>
          </a:p>
          <a:p>
            <a:r>
              <a:rPr lang="fr-FR" smtClean="0"/>
              <a:t>	18-  QUEL GRAND AMOUR, AMOUR INFINI</a:t>
            </a:r>
          </a:p>
          <a:p>
            <a:endParaRPr lang="fr-FR" smtClean="0"/>
          </a:p>
          <a:p>
            <a:r>
              <a:rPr lang="fr-FR" smtClean="0"/>
              <a:t>19-  BIENTÔT, CETTE TERRE DISPARAÎTRA PLUS DE JOUR, PLUS DE NUIT</a:t>
            </a:r>
          </a:p>
          <a:p>
            <a:r>
              <a:rPr lang="fr-FR" smtClean="0"/>
              <a:t>20-  MAIS MON SAUVEUR ME REPRENDRA RAPPELLERA</a:t>
            </a:r>
          </a:p>
          <a:p>
            <a:r>
              <a:rPr lang="fr-FR" smtClean="0"/>
              <a:t>21-  POUR TOUJOURS AVEC LUI</a:t>
            </a:r>
          </a:p>
          <a:p>
            <a:r>
              <a:rPr lang="fr-FR" smtClean="0"/>
              <a:t>22-  POUR TOUJOURS AVEC LUI POUR TOUJOURS AVEC LUI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1ED36-A9E2-47D0-BA56-4BD22A2E32A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603E4-D328-4380-8225-00FA65EFB4D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13C32-BD0A-4B28-9630-183418DF8AE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7611C-FF9A-4FA9-B72E-36BD0EF05C2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DECA43-1A2F-453A-B1AE-08B731A534E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B05DE8-B9DE-479C-9008-776124CB5A9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5DA2B-4093-490F-B0B5-D5D76620D43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711968-2147-4C68-8C4B-0AD14DA560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BBF7D-9C22-4A8E-8AB2-F311DCD0A64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8A799-0A23-4891-8760-0FDF5A0F9B1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682046-F205-45AE-946C-D3F27F3838B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DC35BE8-F169-4E96-AC7C-20B9B405404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QUELLE GRÂCE ADMIRABLE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SANS ÉGAL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QUE JE SOIS SAUVÉ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J’ÉTAIS SI LOIN, IL M’A TROUVÉ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SUIS PLUS AVEUGLÉ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CETTE GRÂCE SI GRANDE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M’A RASSURÉE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ELLE ME CONDUIT CHAQUE JOUR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SAUVEUR A TOUT PAYÉ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LE LOUERAI POUR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MES CHAÎNES SONT BRISÉES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LIBÉRÉ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DIEU, MON SAUVEUR M’A RACHETÉ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 GRÂCE INONDE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 GRAND AMOUR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AMOUR INFINI</a:t>
            </a:r>
          </a:p>
        </p:txBody>
      </p:sp>
      <p:sp>
        <p:nvSpPr>
          <p:cNvPr id="102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10244" name="Rectangle 1"/>
          <p:cNvSpPr>
            <a:spLocks noChangeArrowheads="1"/>
          </p:cNvSpPr>
          <p:nvPr/>
        </p:nvSpPr>
        <p:spPr bwMode="auto">
          <a:xfrm>
            <a:off x="0" y="98425"/>
            <a:ext cx="20701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fr-FR" sz="1100">
                <a:latin typeface="Arial" charset="0"/>
                <a:ea typeface="Times New Roman" pitchFamily="18" charset="0"/>
                <a:cs typeface="Arial" charset="0"/>
              </a:rPr>
              <a:t>JE NE SUIS PLUS AVEUGLE</a:t>
            </a:r>
            <a:endParaRPr lang="fr-FR">
              <a:ea typeface="Times New Roman" pitchFamily="18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SES PROMESSES SONT VRAIES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ESPOIR, MON SECOURS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EST MA FORCE, MON BOUCLIER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LUMIÈRE SUR MON SENTIER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MES CHAÎNES SONT BRISÉES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LIBÉRÉ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DIEU, MON SAUVEUR M’A RACHETÉ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 GRÂCE INONDE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 GRAND AMOUR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AMOUR INFINI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TES CHAÎNES SONT BRISÉES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LIBÉRÉ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 DIEU, TON SAUVEUR T’A RACHETÉ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 GRÂCE INONDE TA VIE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 GRAND AMOUR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AMOUR INFINI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BIENTÔT, CETTE TERRE DISPARAÎTRA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PLUS DE JOUR, PLUS DE NUIT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MON SAUVEUR ME REPRENDRA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TOUJOURS AVEC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4786</Words>
  <Application>Microsoft Office PowerPoint</Application>
  <PresentationFormat>Affichage à l'écran (4:3)</PresentationFormat>
  <Paragraphs>1970</Paragraphs>
  <Slides>21</Slides>
  <Notes>21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59</cp:revision>
  <dcterms:created xsi:type="dcterms:W3CDTF">2002-08-17T11:00:44Z</dcterms:created>
  <dcterms:modified xsi:type="dcterms:W3CDTF">2019-09-29T10:43:07Z</dcterms:modified>
</cp:coreProperties>
</file>