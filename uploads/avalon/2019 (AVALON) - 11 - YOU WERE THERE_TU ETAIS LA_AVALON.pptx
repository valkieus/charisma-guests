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06" r:id="rId2"/>
    <p:sldId id="335" r:id="rId3"/>
    <p:sldId id="334" r:id="rId4"/>
    <p:sldId id="336" r:id="rId5"/>
    <p:sldId id="333" r:id="rId6"/>
    <p:sldId id="332" r:id="rId7"/>
    <p:sldId id="331" r:id="rId8"/>
    <p:sldId id="330" r:id="rId9"/>
    <p:sldId id="328" r:id="rId10"/>
    <p:sldId id="338" r:id="rId11"/>
    <p:sldId id="327" r:id="rId12"/>
    <p:sldId id="339" r:id="rId13"/>
    <p:sldId id="326" r:id="rId14"/>
    <p:sldId id="325" r:id="rId15"/>
    <p:sldId id="324" r:id="rId16"/>
    <p:sldId id="323" r:id="rId17"/>
    <p:sldId id="321" r:id="rId18"/>
    <p:sldId id="320" r:id="rId19"/>
    <p:sldId id="319" r:id="rId20"/>
    <p:sldId id="318" r:id="rId21"/>
    <p:sldId id="340" r:id="rId22"/>
    <p:sldId id="317" r:id="rId23"/>
    <p:sldId id="341" r:id="rId24"/>
    <p:sldId id="315" r:id="rId25"/>
    <p:sldId id="314" r:id="rId26"/>
    <p:sldId id="313" r:id="rId27"/>
    <p:sldId id="312" r:id="rId28"/>
    <p:sldId id="311" r:id="rId29"/>
    <p:sldId id="342" r:id="rId30"/>
    <p:sldId id="310" r:id="rId31"/>
    <p:sldId id="343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456" autoAdjust="0"/>
    <p:restoredTop sz="41346" autoAdjust="0"/>
  </p:normalViewPr>
  <p:slideViewPr>
    <p:cSldViewPr>
      <p:cViewPr varScale="1">
        <p:scale>
          <a:sx n="41" d="100"/>
          <a:sy n="41" d="100"/>
        </p:scale>
        <p:origin x="-54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544091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DAVID FACE À GOLIATH LÀ SUR CETTE COLLINE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David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face Goliath on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J'IMAGINE QU'IL A DÛ TREMBLER JUSQU'À L'INSTANT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shook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OÙ TU AS PRIS SA MAIN  POUR LE FORTIFIER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tight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danger's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TU ÉTAIS LÀ  TU ÉTAIS TOUJOURS LÀ 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TU ÉTAIS LÀ QUAND LE PIRE COMBAT SEMBLAIT PERDU D'AVANCE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OH ! TU ÉTAIS LÀ TU ÉTAIS TOUJOURS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10-  PRÊT À TUER ABRAHAM LEVANT SON COUTEAU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knife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hand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DANS SA SOUVERAINETÉ DIEU AVAIT UN PLUS GRAND PLAN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sovereignty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plans
12-  ET JUSTE À TEMPS TU POURVUS À L'AGNEAU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time,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unclear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TU ÉTAIS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TU ÉTAIS LÀ QUAND L'OBÉISSANCE SEMBLAIT N'AVOIR AUCUN SENS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obedience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16-  OH ! TU ÉTAIS LÀ TU ÉTAIS TOUJOURS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high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
18-  ET QUE TOI SEUL TIENS L'UNIVERS ET L'EMPÊCHE DE S'EFFONDRER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crumbling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QUE TU ES DIEU, ET MÊME INCOMPRIS TU ÉTAIS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You, There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blameless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cross
21-  TU AS PRÉFÉRÉ MOURIR QUE NOUS LAISSER PÉRIR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CHAQUE MOMENT, ET TOUTES CES COÏNCIDENCES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coincidence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QUAND TU ES MORT ONT PRIS LEUR SENS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ÉTAIS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26-  TU ÉTAIS LE ROI TRIOMPHANT TU ÉTAIS POUR DAVID SA PUISSANCE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Victor and the King,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power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swing
	27-  TU ÉTAIS LA PAIX POUR ABRAHAM TU ES LE DIEU QUI NOUS COMPREND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Abraham,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28-  LA FORCE QUAND  NOUS N'EN AVONS PAS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none
	29-  CELUI QUI EST SAINT ET LE VIVANT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Lamb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82822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DAVID FACE À GOLIATH LÀ SUR CETTE COLLINE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David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face Goliath on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J'IMAGINE QU'IL A DÛ TREMBLER JUSQU'À L'INSTANT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shook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OÙ TU AS PRIS SA MAIN  POUR LE FORTIFIER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tight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danger's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TU ÉTAIS LÀ  TU ÉTAIS TOUJOURS LÀ 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TU ÉTAIS LÀ QUAND LE PIRE COMBAT SEMBLAIT PERDU D'AVANCE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OH ! TU ÉTAIS LÀ TU ÉTAIS TOUJOURS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10-  PRÊT À TUER ABRAHAM LEVANT SON COUTEAU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knife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hand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DANS SA SOUVERAINETÉ DIEU AVAIT UN PLUS GRAND PLAN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sovereignty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plans
12-  ET JUSTE À TEMPS TU POURVUS À L'AGNEAU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time,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unclear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TU ÉTAIS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TU ÉTAIS LÀ QUAND L'OBÉISSANCE SEMBLAIT N'AVOIR AUCUN SENS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obedience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16-  OH ! TU ÉTAIS LÀ TU ÉTAIS TOUJOURS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high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
18-  ET QUE TOI SEUL TIENS L'UNIVERS ET L'EMPÊCHE DE S'EFFONDRER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crumbling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QUE TU ES DIEU, ET MÊME INCOMPRIS TU ÉTAIS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You, There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blameless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cross
21-  TU AS PRÉFÉRÉ MOURIR QUE NOUS LAISSER PÉRIR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CHAQUE MOMENT, ET TOUTES CES COÏNCIDENCES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coincidence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QUAND TU ES MORT ONT PRIS LEUR SENS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ÉTAIS LÀ, TU ÉTAIS TOUJOURS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26-  TU ÉTAIS LE ROI TRIOMPHANT TU ÉTAIS POUR DAVID SA PUISSANCE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Victor and the King,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power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swing
	27-  TU ÉTAIS LA PAIX POUR ABRAHAM TU ES LE DIEU QUI NOUS COMPREND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Abraham,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28-  LA FORCE QUAND  NOUS N'EN AVONS PAS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none
	29-  CELUI QUI EST SAINT ET LE VIVANT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Lamb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and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652812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438533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329793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941902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85097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47995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574419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995708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76980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378876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587622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360934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305357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929599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788416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53327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380660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894941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4075872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806895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235501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8509395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3938951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8200939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1181743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300092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922828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96292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25500635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ME DEMANDE CE QU'A RESSENTI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wonder how it must have felt
2-  DAVID FACE À GOLIATH LÀ SUR CETTE COLLINE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David stood to face Goliath on a hill
3-  J'IMAGINE QU'IL A DÛ TREMBLER JUSQU'À L'INSTANT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imagine that he shook with all his might
4-  OÙ TU AS PRIS SA MAIN  POUR LE FORTIFIER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 You took his hand, and held on tight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5-  TU ÉTAIS, TU ÉTAIS LÀ DANS LES PIÈGES ET LES DANGERS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'Cause You were there, You were there, In the midst of danger's snare
	6-  TU ÉTAIS LÀ  TU ÉTAIS TOUJOURS LÀ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7-  TU ÉTAIS LÀ QUAND LE PIRE COMBAT SEMBLAIT PERDU D'AVANCE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the hardest fight, Seemed so out of reach
	8-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SUR CETTE MONTAGNE SE TENAIT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there he stood upon that hill 
10-  PRÊT À TUER ABRAHAM LEVANT SON COUTEAU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Abraham with knife in hand was poised to kill
11-  DANS SA SOUVERAINETÉ DIEU AVAIT UN PLUS GRAND PLAN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God in all his sovereignty had bigger plans
12-  ET JUSTE À TEMPS TU POURVUS À L'AGNEAU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just in time, You brought a lamb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13-  TU ÉTAIS LÀ, TU ÉTAIS LÀ AU MILIEU DE L'INCERTITUDE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'Cause You were there You were there, In the midst of the unclear
	14-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15-  TU ÉTAIS LÀ QUAND L'OBÉISSANCE SEMBLAIT N'AVOIR AUCUN SENS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 when obedience, Seemed to not make sense
	16-  OH ! TU ÉTAIS LÀ TU ÉTAIS TOUJOURS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always there, You were always there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N'AI-JE PAS APPRIS QUE MES VOIES SONT MOINS ÉLEVÉES QUE LES TIENNES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haven't I learned that my ways Aren't as high as Yours are
18-  ET QUE TOI SEUL TIENS L'UNIVERS ET L'EMPÊCHE DE S'EFFONDRER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You alone keep the universe, From crumbling into dust
19-  QUE TU ES DIEU, ET MÊME INCOMPRIS TU ÉTAIS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God and though we would Not have understood You, There You were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CLOUÉ, INNOCENT SUR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blameless on a cross
21-  TU AS PRÉFÉRÉ MOURIR QUE NOUS LAISSER PÉRIR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would rather die than leave us in the dark
22-  CHAQUE MOMENT, ET TOUTES CES COÏNCIDENCES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moment, every planned coincidence
23-  QUAND TU ES MORT ONT PRIS LEUR SENS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all makes sense, With Your last breath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 
	24-  TU ÉTAIS LÀ, TU ÉTAIS LÀ AU PIRE MOMENT DE L'HISTOIRE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During history's darkest hour
	25-  TU ÉTAIS LÀ, TU ÉTAIS TOUJOURS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there, You were there always
	26-  TU ÉTAIS LE ROI TRIOMPHANT TU ÉTAIS POUR DAVID SA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Victor and the King, You were the power in David's swing
	27-  TU ÉTAIS LA PAIX POUR ABRAHAM TU ES LE DIEU QUI NOUS COMPREND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 the calm in Abraham, You are the God who understands
	28-  LA FORCE QUAND  NOUS N'EN AVONS PAS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strength when we have none
	29-  CELUI QUI EST SAINT ET LE VIVANT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are the living, Holy one
	30-  TU ÉTAIS, TU ES ET TU SERAS L' AGNEAU DE DIEU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You were, You are and You will always be the Risen Lamb of God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31- TU ÉTAIS, TU ES ET TU SERAS  x5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were, You are and You will always be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DEMANDE CE QU'A RESSENTI </a:t>
            </a:r>
          </a:p>
          <a:p>
            <a:r>
              <a:rPr lang="fr-FR" smtClean="0"/>
              <a:t>I wonder how it must have felt
2-  DAVID FACE À GOLIATH LÀ SUR CETTE COLLINE </a:t>
            </a:r>
          </a:p>
          <a:p>
            <a:r>
              <a:rPr lang="fr-FR" smtClean="0"/>
              <a:t>When David stood to face Goliath on a hill
3-  J'IMAGINE QU'IL A DÛ TREMBLER JUSQU'À L'INSTANT </a:t>
            </a:r>
          </a:p>
          <a:p>
            <a:r>
              <a:rPr lang="fr-FR" smtClean="0"/>
              <a:t>I imagine that he shook with all his might
4-  OÙ TU AS PRIS SA MAIN  POUR LE FORTIFIER</a:t>
            </a:r>
          </a:p>
          <a:p>
            <a:r>
              <a:rPr lang="fr-FR" smtClean="0"/>
              <a:t>Until You took his hand, and held on tight</a:t>
            </a:r>
          </a:p>
          <a:p>
            <a:endParaRPr lang="fr-FR" smtClean="0"/>
          </a:p>
          <a:p>
            <a:r>
              <a:rPr lang="fr-FR" smtClean="0"/>
              <a:t>	Refrain:
	5-  TU ÉTAIS, TU ÉTAIS LÀ DANS LES PIÈGES ET LES DANGERS  </a:t>
            </a:r>
          </a:p>
          <a:p>
            <a:r>
              <a:rPr lang="fr-FR" smtClean="0"/>
              <a:t>	 'Cause You were there, You were there, In the midst of danger's snare
	6-  TU ÉTAIS LÀ  TU ÉTAIS TOUJOURS LÀ </a:t>
            </a:r>
            <a:br>
              <a:rPr lang="fr-FR" smtClean="0"/>
            </a:br>
            <a:r>
              <a:rPr lang="fr-FR" smtClean="0"/>
              <a:t>	You were there, You were there always
	7-  TU ÉTAIS LÀ QUAND LE PIRE COMBAT SEMBLAIT PERDU D'AVANCE </a:t>
            </a:r>
          </a:p>
          <a:p>
            <a:r>
              <a:rPr lang="fr-FR" smtClean="0"/>
              <a:t>	You were there when the hardest fight, Seemed so out of reach
	8-  OH ! TU ÉTAIS LÀ TU ÉTAIS TOUJOURS LÀ, TU ÉTAIS TOUJOURS LÀ </a:t>
            </a:r>
          </a:p>
          <a:p>
            <a:r>
              <a:rPr lang="fr-FR" smtClean="0"/>
              <a:t>	Oh, You were there, You were always there, You were always there</a:t>
            </a:r>
          </a:p>
          <a:p>
            <a:r>
              <a:rPr lang="fr-FR" smtClean="0"/>
              <a:t>
9-  SUR CETTE MONTAGNE SE TENAIT</a:t>
            </a:r>
          </a:p>
          <a:p>
            <a:r>
              <a:rPr lang="fr-FR" smtClean="0"/>
              <a:t>So there he stood upon that hill 
10-  PRÊT À TUER ABRAHAM LEVANT SON COUTEAU </a:t>
            </a:r>
          </a:p>
          <a:p>
            <a:r>
              <a:rPr lang="fr-FR" smtClean="0"/>
              <a:t>Abraham with knife in hand was poised to kill
11-  DANS SA SOUVERAINETÉ DIEU AVAIT UN PLUS GRAND PLAN </a:t>
            </a:r>
          </a:p>
          <a:p>
            <a:r>
              <a:rPr lang="fr-FR" smtClean="0"/>
              <a:t>But God in all his sovereignty had bigger plans
12-  ET JUSTE À TEMPS TU POURVUS À L'AGNEAU </a:t>
            </a:r>
          </a:p>
          <a:p>
            <a:r>
              <a:rPr lang="fr-FR" smtClean="0"/>
              <a:t>And just in time, You brought a lamb</a:t>
            </a:r>
          </a:p>
          <a:p>
            <a:endParaRPr lang="fr-FR" smtClean="0"/>
          </a:p>
          <a:p>
            <a:r>
              <a:rPr lang="fr-FR" smtClean="0"/>
              <a:t>	Refrain:
	13-  TU ÉTAIS LÀ, TU ÉTAIS LÀ AU MILIEU DE L'INCERTITUDE  </a:t>
            </a:r>
          </a:p>
          <a:p>
            <a:r>
              <a:rPr lang="fr-FR" smtClean="0"/>
              <a:t>	'Cause You were there You were there, In the midst of the unclear
	14-  TU ÉTAIS LÀ, TU ÉTAIS TOUJOURS LÀ </a:t>
            </a:r>
          </a:p>
          <a:p>
            <a:r>
              <a:rPr lang="fr-FR" smtClean="0"/>
              <a:t>	You were there, you were there always
	15-  TU ÉTAIS LÀ QUAND L'OBÉISSANCE SEMBLAIT N'AVOIR AUCUN SENS </a:t>
            </a:r>
          </a:p>
          <a:p>
            <a:r>
              <a:rPr lang="fr-FR" smtClean="0"/>
              <a:t>	You were there when obedience, Seemed to not make sense
	16-  OH ! TU ÉTAIS LÀ TU ÉTAIS TOUJOURS LÀ, TU ÉTAIS TOUJOURS LÀ </a:t>
            </a:r>
          </a:p>
          <a:p>
            <a:r>
              <a:rPr lang="fr-FR" smtClean="0"/>
              <a:t>	You were there, You were always there, You were always there</a:t>
            </a:r>
          </a:p>
          <a:p>
            <a:r>
              <a:rPr lang="fr-FR" smtClean="0"/>
              <a:t>
17-  N'AI-JE PAS APPRIS QUE MES VOIES SONT MOINS ÉLEVÉES QUE LES TIENNES </a:t>
            </a:r>
          </a:p>
          <a:p>
            <a:r>
              <a:rPr lang="fr-FR" smtClean="0"/>
              <a:t>So haven't I learned that my ways Aren't as high as Yours are
18-  ET QUE TOI SEUL TIENS L'UNIVERS ET L'EMPÊCHE DE S'EFFONDRER </a:t>
            </a:r>
          </a:p>
          <a:p>
            <a:r>
              <a:rPr lang="fr-FR" smtClean="0"/>
              <a:t>And You alone keep the universe, From crumbling into dust
19-  QUE TU ES DIEU, ET MÊME INCOMPRIS TU ÉTAIS LÀ </a:t>
            </a:r>
          </a:p>
          <a:p>
            <a:r>
              <a:rPr lang="fr-FR" smtClean="0"/>
              <a:t>You are God and though we would Not have understood You, There You were</a:t>
            </a:r>
          </a:p>
          <a:p>
            <a:r>
              <a:rPr lang="fr-FR" smtClean="0"/>
              <a:t>
20-  CLOUÉ, INNOCENT SUR LA CROIX </a:t>
            </a:r>
          </a:p>
          <a:p>
            <a:r>
              <a:rPr lang="fr-FR" smtClean="0"/>
              <a:t>Hanging blameless on a cross
21-  TU AS PRÉFÉRÉ MOURIR QUE NOUS LAISSER PÉRIR </a:t>
            </a:r>
          </a:p>
          <a:p>
            <a:r>
              <a:rPr lang="fr-FR" smtClean="0"/>
              <a:t>You would rather die than leave us in the dark
22-  CHAQUE MOMENT, ET TOUTES CES COÏNCIDENCES </a:t>
            </a:r>
          </a:p>
          <a:p>
            <a:r>
              <a:rPr lang="fr-FR" smtClean="0"/>
              <a:t>Every moment, every planned coincidence
23-  QUAND TU ES MORT ONT PRIS LEUR SENS</a:t>
            </a:r>
          </a:p>
          <a:p>
            <a:r>
              <a:rPr lang="fr-FR" smtClean="0"/>
              <a:t>Just all makes sense, With Your last breath</a:t>
            </a:r>
          </a:p>
          <a:p>
            <a:endParaRPr lang="fr-FR" smtClean="0"/>
          </a:p>
          <a:p>
            <a:r>
              <a:rPr lang="fr-FR" smtClean="0"/>
              <a:t>	Refrain:  
	24-  TU ÉTAIS LÀ, TU ÉTAIS LÀ AU PIRE MOMENT DE L'HISTOIRE  </a:t>
            </a:r>
          </a:p>
          <a:p>
            <a:r>
              <a:rPr lang="fr-FR" smtClean="0"/>
              <a:t>	You were there, You were there During history's darkest hour
	25-  TU ÉTAIS LÀ, TU ÉTAIS TOUJOURS LÀ </a:t>
            </a:r>
          </a:p>
          <a:p>
            <a:r>
              <a:rPr lang="fr-FR" smtClean="0"/>
              <a:t>	You were there, You were there always
	26-  TU ÉTAIS LE ROI TRIOMPHANT TU ÉTAIS POUR DAVID SA PUISSANCE </a:t>
            </a:r>
          </a:p>
          <a:p>
            <a:r>
              <a:rPr lang="fr-FR" smtClean="0"/>
              <a:t>	You were the Victor and the King, You were the power in David's swing
	27-  TU ÉTAIS LA PAIX POUR ABRAHAM TU ES LE DIEU QUI NOUS COMPREND </a:t>
            </a:r>
          </a:p>
          <a:p>
            <a:r>
              <a:rPr lang="fr-FR" smtClean="0"/>
              <a:t>	You were the calm in Abraham, You are the God who understands
	28-  LA FORCE QUAND  NOUS N'EN AVONS PAS </a:t>
            </a:r>
          </a:p>
          <a:p>
            <a:r>
              <a:rPr lang="fr-FR" smtClean="0"/>
              <a:t>	You are the strength when we have none
	29-  CELUI QUI EST SAINT ET LE VIVANT </a:t>
            </a:r>
          </a:p>
          <a:p>
            <a:r>
              <a:rPr lang="fr-FR" smtClean="0"/>
              <a:t>	You are the living, Holy one
	30-  TU ÉTAIS, TU ES ET TU SERAS L' AGNEAU DE DIEU RESSUSCITÉ </a:t>
            </a:r>
          </a:p>
          <a:p>
            <a:r>
              <a:rPr lang="fr-FR" smtClean="0"/>
              <a:t>	You were, You are and You will always be the Risen Lamb of God</a:t>
            </a:r>
          </a:p>
          <a:p>
            <a:endParaRPr lang="fr-FR" smtClean="0"/>
          </a:p>
          <a:p>
            <a:r>
              <a:rPr lang="fr-FR" smtClean="0"/>
              <a:t>31- TU ÉTAIS, TU ES ET TU SERAS  x5</a:t>
            </a:r>
          </a:p>
          <a:p>
            <a:r>
              <a:rPr lang="fr-FR" smtClean="0"/>
              <a:t>You were, You are and You will always be 
</a:t>
            </a:r>
          </a:p>
        </p:txBody>
      </p:sp>
    </p:spTree>
    <p:extLst>
      <p:ext uri="{BB962C8B-B14F-4D97-AF65-F5344CB8AC3E}">
        <p14:creationId xmlns="" xmlns:p14="http://schemas.microsoft.com/office/powerpoint/2010/main" val="114896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DEMANDE CE QU'A RESSENTI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DAVID FACE À GOLIATH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SUR CETTE COLLINE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208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J'IMAGINE QU'IL A DÛ TREMBLER JUSQU'À L'INSTANT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350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AS PRIS SA MAIN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FORTIFIER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970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ÉTAIS, TU ÉTAIS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PIÈGES ET LES DANGERS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1052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ÉTAIS TOUJOURS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283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 QUAND LE PIRE COMBAT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SEMBLAIT PERDU D'AVANCE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914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! TU ÉTAIS LÀ, TU ÉTAIS TOUJOURS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TOUJOURS LÀ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587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CETTE MONTAGNE SE TENAIT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8496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 À TUER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ABRAHAM LEVANT SON COUTEAU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5626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SA SOUVERAINETÉ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AVAIT UN PLUS GRAND PLAN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411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JUSTE À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POURVUS À L'AGNEAU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08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LÀ, TU ÉTAIS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MILIEU DE L'INCERTITUDE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7639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LÀ, TU ÉTAIS TOUJOURS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272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 QUAND L'OBÉISSANCE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SEMBLAIT N'AVOIR AUCUN SENS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7871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 ! TU ÉTAIS LÀ, TU ÉTAIS TOUJOURS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TOUJOURS LÀ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165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N'AI-JE PAS APPRIS QUE MES VOIES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MOINS ÉLEVÉES QUE LES TIENNES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5439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TOI SEUL TIENS L'UNIVERS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L'EMPÊCHE DE S'EFFONDRER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5340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DIEU, ET MÊME INCOMPRIS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075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CLOUÉ, INNOCENT SUR LA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45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PRÉFÉRÉ MOURIR QUE NOUS LAISSER PÉRIR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570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MOMENT, ET TOUTES CES COÏNCIDENCES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6608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ES MORT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PRIS LEUR SENS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791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LÀ, TU ÉTAIS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PIRE MOMENT DE L'HISTOIRE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671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LÀ, TU ÉTAIS TOUJOURS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561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LE ROI TRIOMPHANT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POUR DAVID SA PUISSANCE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666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 LA PAIX POUR ABRAHAM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DIEU QUI NOUS COMPREND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081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FORCE QUAND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N'EN AVONS PAS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166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EST SAINT ET LE VIVANT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685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ÉTAIS, TU ES ET TU SERAS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 AGNEAU DE DIEU RESSUSCITÉ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392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ÉTAIS, TU ES ET TU SERAS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1010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1129</Words>
  <Application>Microsoft Office PowerPoint</Application>
  <PresentationFormat>Affichage à l'écran (4:3)</PresentationFormat>
  <Paragraphs>2656</Paragraphs>
  <Slides>31</Slides>
  <Notes>31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CTK_USER09</cp:lastModifiedBy>
  <cp:revision>182</cp:revision>
  <dcterms:created xsi:type="dcterms:W3CDTF">2002-08-17T10:50:50Z</dcterms:created>
  <dcterms:modified xsi:type="dcterms:W3CDTF">2019-09-29T07:39:36Z</dcterms:modified>
</cp:coreProperties>
</file>