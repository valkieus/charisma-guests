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62" r:id="rId3"/>
    <p:sldId id="263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878" autoAdjust="0"/>
    <p:restoredTop sz="90929"/>
  </p:normalViewPr>
  <p:slideViewPr>
    <p:cSldViewPr>
      <p:cViewPr>
        <p:scale>
          <a:sx n="40" d="100"/>
          <a:sy n="40" d="100"/>
        </p:scale>
        <p:origin x="-1950" y="-1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5" name="Image 4" descr="Lo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56" y="0"/>
            <a:ext cx="5629447" cy="7764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4" name="Image 3" descr="McBray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6" y="-357214"/>
            <a:ext cx="8143914" cy="10858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5" name="Image 4" descr="Rocc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5400000">
            <a:off x="-2500358" y="1142980"/>
            <a:ext cx="13716064" cy="10287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3</Words>
  <Application>Microsoft Office PowerPoint</Application>
  <PresentationFormat>Affichage à l'écran (4:3)</PresentationFormat>
  <Paragraphs>3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81</cp:revision>
  <dcterms:created xsi:type="dcterms:W3CDTF">2002-08-17T12:16:38Z</dcterms:created>
  <dcterms:modified xsi:type="dcterms:W3CDTF">2019-09-29T07:12:18Z</dcterms:modified>
</cp:coreProperties>
</file>