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07" r:id="rId2"/>
    <p:sldId id="306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  <p:sldId id="328" r:id="rId2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inimized">
    <p:restoredLeft sz="19617" autoAdjust="0"/>
    <p:restoredTop sz="38698" autoAdjust="0"/>
  </p:normalViewPr>
  <p:slideViewPr>
    <p:cSldViewPr>
      <p:cViewPr>
        <p:scale>
          <a:sx n="32" d="100"/>
          <a:sy n="32" d="100"/>
        </p:scale>
        <p:origin x="-600" y="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28/09/2019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DANS UN MOMENT DE SOLITUDE  IL EST NÉ </a:t>
            </a:r>
          </a:p>
          <a:p>
            <a:r>
              <a:rPr lang="fr-FR" b="0" smtClean="0"/>
              <a:t>In the solitary moment of His birth
2-  DANS CE PAYS DÉPOUILLÉ </a:t>
            </a:r>
          </a:p>
          <a:p>
            <a:r>
              <a:rPr lang="fr-FR" b="0" smtClean="0"/>
              <a:t>On this barren dusty land
3-  LE CIEL A DONNÉ  À LA TERRE UN BAISER </a:t>
            </a:r>
          </a:p>
          <a:p>
            <a:r>
              <a:rPr lang="fr-FR" b="0" smtClean="0"/>
              <a:t>All of heaven kissed the face of the earth
4-  DANS UN MIRACLE D'AMOUR DIEU EST DEVENU HOMME  
With a miracle of love God became a man</a:t>
            </a:r>
            <a:br>
              <a:rPr lang="fr-FR" b="0" smtClean="0"/>
            </a:br>
            <a:r>
              <a:rPr lang="fr-FR" b="0" smtClean="0"/>
              <a:t>5-  MAIS IL FUT REJETÉ  POUR MOURIR FINALEMENT </a:t>
            </a:r>
          </a:p>
          <a:p>
            <a:r>
              <a:rPr lang="fr-FR" b="0" smtClean="0"/>
              <a:t>But He was sent away to draw his final breath
6-  LUI QUI N'AVAIT QUE TRENTE-TROIS ANS </a:t>
            </a:r>
          </a:p>
          <a:p>
            <a:r>
              <a:rPr lang="fr-FR" b="0" smtClean="0"/>
              <a:t>When he was only thirty-three
7-  ET EN MOURANT  AINSI DE LA MORT D'UN BRIGAND </a:t>
            </a:r>
          </a:p>
          <a:p>
            <a:r>
              <a:rPr lang="fr-FR" b="0" smtClean="0"/>
              <a:t>And in the shame of dying a criminal's death</a:t>
            </a:r>
          </a:p>
          <a:p>
            <a:r>
              <a:rPr lang="fr-FR" b="0" smtClean="0"/>
              <a:t>8-  IL A PURIFIÉ CE MONDE AFFLIGÉ ET DANS SA SOUFFRANCE JE VOIS  </a:t>
            </a:r>
          </a:p>
          <a:p>
            <a:r>
              <a:rPr lang="fr-FR" b="0" smtClean="0"/>
              <a:t>He cleansed an angry world And in his suffering I see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9-  LA GLOIRE DE SON SANG </a:t>
            </a:r>
          </a:p>
          <a:p>
            <a:r>
              <a:rPr lang="fr-FR" b="0" smtClean="0"/>
              <a:t>	The glory of the blood
	10-  LA BEAUTÉ DE CE CORPS QUI FUT BRISÉ POUR NOUS PARDONNER  </a:t>
            </a:r>
          </a:p>
          <a:p>
            <a:r>
              <a:rPr lang="fr-FR" b="0" smtClean="0"/>
              <a:t>	The beauty of the body That was broken for our forgiveness
	11-  LA GLOIRE DE SON AMOUR PARFAIT </a:t>
            </a:r>
          </a:p>
          <a:p>
            <a:r>
              <a:rPr lang="fr-FR" b="0" smtClean="0"/>
              <a:t>	The glory of His perfect love
	12-  C'EST LE CŒUR DE CETTE HISTOIRE LA GLOIRE DE SON SANG  </a:t>
            </a:r>
          </a:p>
          <a:p>
            <a:r>
              <a:rPr lang="fr-FR" b="0" smtClean="0"/>
              <a:t>	Is the heart of the story The glory of the blood
</a:t>
            </a:r>
          </a:p>
          <a:p>
            <a:r>
              <a:rPr lang="fr-FR" b="0" smtClean="0"/>
              <a:t>13-   J'AI TENTÉ PAR MOI-MÊME  DE TROUVER LE SALUT </a:t>
            </a:r>
          </a:p>
          <a:p>
            <a:r>
              <a:rPr lang="fr-FR" b="0" smtClean="0"/>
              <a:t>I have tried to find salvation on my own
14-   RECHERCHANT  QUELQUE CHOSE DE VRAI </a:t>
            </a:r>
          </a:p>
          <a:p>
            <a:r>
              <a:rPr lang="fr-FR" b="0" smtClean="0"/>
              <a:t>In a search for something real
15-  AU FOND DE MOI CE CŒUR  COUPABLE ET DÉÇU </a:t>
            </a:r>
          </a:p>
          <a:p>
            <a:r>
              <a:rPr lang="fr-FR" b="0" smtClean="0"/>
              <a:t>There's a guilty heart inside this flesh and bone
16-  A DÉCOUVERT SA GRÂCE  ET JE PEUX RESSENTIR 
I fall upon his grace And I begin to feel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QUAND JE FERME MES YEUX  JE PEUX LE VOIR SUR CETTE CROIX </a:t>
            </a:r>
          </a:p>
          <a:p>
            <a:r>
              <a:rPr lang="fr-FR" b="0" smtClean="0"/>
              <a:t>And when I close my eyes I can see Him hanging there
18-  L' AGNEAU DE DIEU BLESSÉ </a:t>
            </a:r>
          </a:p>
          <a:p>
            <a:r>
              <a:rPr lang="fr-FR" b="0" smtClean="0"/>
              <a:t>Oh the precious wounded Lamb of God
19-  TOUTE LA MAJESTÉ DE CE MONDE  NE PEUT SE COMPARER</a:t>
            </a:r>
          </a:p>
          <a:p>
            <a:r>
              <a:rPr lang="fr-FR" b="0" smtClean="0"/>
              <a:t>And all the majesty in this world can not compare  
20-  À LA GLOIRE  </a:t>
            </a:r>
          </a:p>
          <a:p>
            <a:r>
              <a:rPr lang="fr-FR" b="0" smtClean="0"/>
              <a:t>to the glory
21-  LA BEAUTÉ DE CE CORPS QUI FUT BRISÉ POUR NOUS PARDONNER   </a:t>
            </a:r>
          </a:p>
          <a:p>
            <a:r>
              <a:rPr lang="fr-FR" b="0" smtClean="0"/>
              <a:t>The beauty of the body That was broken for our forgiveness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22-  IL FUT REJETÉ  POUR MOURIR FINALEMENT </a:t>
            </a:r>
          </a:p>
          <a:p>
            <a:r>
              <a:rPr lang="fr-FR" b="0" smtClean="0"/>
              <a:t>He was sent away to draw His final breath
23-  LUI QUI N'AVAIT QUE TRENTE-TROIS ANS </a:t>
            </a:r>
          </a:p>
          <a:p>
            <a:r>
              <a:rPr lang="fr-FR" b="0" smtClean="0"/>
              <a:t>When He was only thirty-three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DANS UN MOMENT DE SOLITUDE  IL EST NÉ </a:t>
            </a:r>
          </a:p>
          <a:p>
            <a:r>
              <a:rPr lang="fr-FR" b="0" smtClean="0"/>
              <a:t>In the solitary moment of His birth
2-  DANS CE PAYS DÉPOUILLÉ </a:t>
            </a:r>
          </a:p>
          <a:p>
            <a:r>
              <a:rPr lang="fr-FR" b="0" smtClean="0"/>
              <a:t>On this barren dusty land
3-  LE CIEL A DONNÉ  À LA TERRE UN BAISER </a:t>
            </a:r>
          </a:p>
          <a:p>
            <a:r>
              <a:rPr lang="fr-FR" b="0" smtClean="0"/>
              <a:t>All of heaven kissed the face of the earth
4-  DANS UN MIRACLE D'AMOUR DIEU EST DEVENU HOMME  
With a miracle of love God became a man</a:t>
            </a:r>
            <a:br>
              <a:rPr lang="fr-FR" b="0" smtClean="0"/>
            </a:br>
            <a:r>
              <a:rPr lang="fr-FR" b="0" smtClean="0"/>
              <a:t>5-  MAIS IL FUT REJETÉ  POUR MOURIR FINALEMENT </a:t>
            </a:r>
          </a:p>
          <a:p>
            <a:r>
              <a:rPr lang="fr-FR" b="0" smtClean="0"/>
              <a:t>But He was sent away to draw his final breath
6-  LUI QUI N'AVAIT QUE TRENTE-TROIS ANS </a:t>
            </a:r>
          </a:p>
          <a:p>
            <a:r>
              <a:rPr lang="fr-FR" b="0" smtClean="0"/>
              <a:t>When he was only thirty-three
7-  ET EN MOURANT  AINSI DE LA MORT D'UN BRIGAND </a:t>
            </a:r>
          </a:p>
          <a:p>
            <a:r>
              <a:rPr lang="fr-FR" b="0" smtClean="0"/>
              <a:t>And in the shame of dying a criminal's death</a:t>
            </a:r>
          </a:p>
          <a:p>
            <a:r>
              <a:rPr lang="fr-FR" b="0" smtClean="0"/>
              <a:t>8-  IL A PURIFIÉ CE MONDE AFFLIGÉ ET DANS SA SOUFFRANCE JE VOIS  </a:t>
            </a:r>
          </a:p>
          <a:p>
            <a:r>
              <a:rPr lang="fr-FR" b="0" smtClean="0"/>
              <a:t>He cleansed an angry world And in his suffering I see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9-  LA GLOIRE DE SON SANG </a:t>
            </a:r>
          </a:p>
          <a:p>
            <a:r>
              <a:rPr lang="fr-FR" b="0" smtClean="0"/>
              <a:t>	The glory of the blood
	10-  LA BEAUTÉ DE CE CORPS QUI FUT BRISÉ POUR NOUS PARDONNER  </a:t>
            </a:r>
          </a:p>
          <a:p>
            <a:r>
              <a:rPr lang="fr-FR" b="0" smtClean="0"/>
              <a:t>	The beauty of the body That was broken for our forgiveness
	11-  LA GLOIRE DE SON AMOUR PARFAIT </a:t>
            </a:r>
          </a:p>
          <a:p>
            <a:r>
              <a:rPr lang="fr-FR" b="0" smtClean="0"/>
              <a:t>	The glory of His perfect love
	12-  C'EST LE CŒUR DE CETTE HISTOIRE LA GLOIRE DE SON SANG  </a:t>
            </a:r>
          </a:p>
          <a:p>
            <a:r>
              <a:rPr lang="fr-FR" b="0" smtClean="0"/>
              <a:t>	Is the heart of the story The glory of the blood
</a:t>
            </a:r>
          </a:p>
          <a:p>
            <a:r>
              <a:rPr lang="fr-FR" b="0" smtClean="0"/>
              <a:t>13-   J'AI TENTÉ PAR MOI-MÊME  DE TROUVER LE SALUT </a:t>
            </a:r>
          </a:p>
          <a:p>
            <a:r>
              <a:rPr lang="fr-FR" b="0" smtClean="0"/>
              <a:t>I have tried to find salvation on my own
14-   RECHERCHANT  QUELQUE CHOSE DE VRAI </a:t>
            </a:r>
          </a:p>
          <a:p>
            <a:r>
              <a:rPr lang="fr-FR" b="0" smtClean="0"/>
              <a:t>In a search for something real
15-  AU FOND DE MOI CE CŒUR  COUPABLE ET DÉÇU </a:t>
            </a:r>
          </a:p>
          <a:p>
            <a:r>
              <a:rPr lang="fr-FR" b="0" smtClean="0"/>
              <a:t>There's a guilty heart inside this flesh and bone
16-  A DÉCOUVERT SA GRÂCE  ET JE PEUX RESSENTIR 
I fall upon his grace And I begin to feel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QUAND JE FERME MES YEUX  JE PEUX LE VOIR SUR CETTE CROIX </a:t>
            </a:r>
          </a:p>
          <a:p>
            <a:r>
              <a:rPr lang="fr-FR" b="0" smtClean="0"/>
              <a:t>And when I close my eyes I can see Him hanging there
18-  L' AGNEAU DE DIEU BLESSÉ </a:t>
            </a:r>
          </a:p>
          <a:p>
            <a:r>
              <a:rPr lang="fr-FR" b="0" smtClean="0"/>
              <a:t>Oh the precious wounded Lamb of God
19-  TOUTE LA MAJESTÉ DE CE MONDE  NE PEUT SE COMPARER</a:t>
            </a:r>
          </a:p>
          <a:p>
            <a:r>
              <a:rPr lang="fr-FR" b="0" smtClean="0"/>
              <a:t>And all the majesty in this world can not compare  
20-  À LA GLOIRE  </a:t>
            </a:r>
          </a:p>
          <a:p>
            <a:r>
              <a:rPr lang="fr-FR" b="0" smtClean="0"/>
              <a:t>to the glory
21-  LA BEAUTÉ DE CE CORPS QUI FUT BRISÉ POUR NOUS PARDONNER   </a:t>
            </a:r>
          </a:p>
          <a:p>
            <a:r>
              <a:rPr lang="fr-FR" b="0" smtClean="0"/>
              <a:t>The beauty of the body That was broken for our forgiveness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22-  IL FUT REJETÉ  POUR MOURIR FINALEMENT </a:t>
            </a:r>
          </a:p>
          <a:p>
            <a:r>
              <a:rPr lang="fr-FR" b="0" smtClean="0"/>
              <a:t>He was sent away to draw His final breath
23-  LUI QUI N'AVAIT QUE TRENTE-TROIS ANS </a:t>
            </a:r>
          </a:p>
          <a:p>
            <a:r>
              <a:rPr lang="fr-FR" b="0" smtClean="0"/>
              <a:t>When He was only thirty-three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DANS UN MOMENT DE SOLITUDE  IL EST NÉ </a:t>
            </a:r>
          </a:p>
          <a:p>
            <a:r>
              <a:rPr lang="fr-FR" b="0" smtClean="0"/>
              <a:t>In the solitary moment of His birth
2-  DANS CE PAYS DÉPOUILLÉ </a:t>
            </a:r>
          </a:p>
          <a:p>
            <a:r>
              <a:rPr lang="fr-FR" b="0" smtClean="0"/>
              <a:t>On this barren dusty land
3-  LE CIEL A DONNÉ  À LA TERRE UN BAISER </a:t>
            </a:r>
          </a:p>
          <a:p>
            <a:r>
              <a:rPr lang="fr-FR" b="0" smtClean="0"/>
              <a:t>All of heaven kissed the face of the earth
4-  DANS UN MIRACLE D'AMOUR DIEU EST DEVENU HOMME  
With a miracle of love God became a man</a:t>
            </a:r>
            <a:br>
              <a:rPr lang="fr-FR" b="0" smtClean="0"/>
            </a:br>
            <a:r>
              <a:rPr lang="fr-FR" b="0" smtClean="0"/>
              <a:t>5-  MAIS IL FUT REJETÉ  POUR MOURIR FINALEMENT </a:t>
            </a:r>
          </a:p>
          <a:p>
            <a:r>
              <a:rPr lang="fr-FR" b="0" smtClean="0"/>
              <a:t>But He was sent away to draw his final breath
6-  LUI QUI N'AVAIT QUE TRENTE-TROIS ANS </a:t>
            </a:r>
          </a:p>
          <a:p>
            <a:r>
              <a:rPr lang="fr-FR" b="0" smtClean="0"/>
              <a:t>When he was only thirty-three
7-  ET EN MOURANT  AINSI DE LA MORT D'UN BRIGAND </a:t>
            </a:r>
          </a:p>
          <a:p>
            <a:r>
              <a:rPr lang="fr-FR" b="0" smtClean="0"/>
              <a:t>And in the shame of dying a criminal's death</a:t>
            </a:r>
          </a:p>
          <a:p>
            <a:r>
              <a:rPr lang="fr-FR" b="0" smtClean="0"/>
              <a:t>8-  IL A PURIFIÉ CE MONDE AFFLIGÉ ET DANS SA SOUFFRANCE JE VOIS  </a:t>
            </a:r>
          </a:p>
          <a:p>
            <a:r>
              <a:rPr lang="fr-FR" b="0" smtClean="0"/>
              <a:t>He cleansed an angry world And in his suffering I see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9-  LA GLOIRE DE SON SANG </a:t>
            </a:r>
          </a:p>
          <a:p>
            <a:r>
              <a:rPr lang="fr-FR" b="0" smtClean="0"/>
              <a:t>	The glory of the blood
	10-  LA BEAUTÉ DE CE CORPS QUI FUT BRISÉ POUR NOUS PARDONNER  </a:t>
            </a:r>
          </a:p>
          <a:p>
            <a:r>
              <a:rPr lang="fr-FR" b="0" smtClean="0"/>
              <a:t>	The beauty of the body That was broken for our forgiveness
	11-  LA GLOIRE DE SON AMOUR PARFAIT </a:t>
            </a:r>
          </a:p>
          <a:p>
            <a:r>
              <a:rPr lang="fr-FR" b="0" smtClean="0"/>
              <a:t>	The glory of His perfect love
	12-  C'EST LE CŒUR DE CETTE HISTOIRE LA GLOIRE DE SON SANG  </a:t>
            </a:r>
          </a:p>
          <a:p>
            <a:r>
              <a:rPr lang="fr-FR" b="0" smtClean="0"/>
              <a:t>	Is the heart of the story The glory of the blood
</a:t>
            </a:r>
          </a:p>
          <a:p>
            <a:r>
              <a:rPr lang="fr-FR" b="0" smtClean="0"/>
              <a:t>13-   J'AI TENTÉ PAR MOI-MÊME  DE TROUVER LE SALUT </a:t>
            </a:r>
          </a:p>
          <a:p>
            <a:r>
              <a:rPr lang="fr-FR" b="0" smtClean="0"/>
              <a:t>I have tried to find salvation on my own
14-   RECHERCHANT  QUELQUE CHOSE DE VRAI </a:t>
            </a:r>
          </a:p>
          <a:p>
            <a:r>
              <a:rPr lang="fr-FR" b="0" smtClean="0"/>
              <a:t>In a search for something real
15-  AU FOND DE MOI CE CŒUR  COUPABLE ET DÉÇU </a:t>
            </a:r>
          </a:p>
          <a:p>
            <a:r>
              <a:rPr lang="fr-FR" b="0" smtClean="0"/>
              <a:t>There's a guilty heart inside this flesh and bone
16-  A DÉCOUVERT SA GRÂCE  ET JE PEUX RESSENTIR 
I fall upon his grace And I begin to feel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QUAND JE FERME MES YEUX  JE PEUX LE VOIR SUR CETTE CROIX </a:t>
            </a:r>
          </a:p>
          <a:p>
            <a:r>
              <a:rPr lang="fr-FR" b="0" smtClean="0"/>
              <a:t>And when I close my eyes I can see Him hanging there
18-  L' AGNEAU DE DIEU BLESSÉ </a:t>
            </a:r>
          </a:p>
          <a:p>
            <a:r>
              <a:rPr lang="fr-FR" b="0" smtClean="0"/>
              <a:t>Oh the precious wounded Lamb of God
19-  TOUTE LA MAJESTÉ DE CE MONDE  NE PEUT SE COMPARER</a:t>
            </a:r>
          </a:p>
          <a:p>
            <a:r>
              <a:rPr lang="fr-FR" b="0" smtClean="0"/>
              <a:t>And all the majesty in this world can not compare  
20-  À LA GLOIRE  </a:t>
            </a:r>
          </a:p>
          <a:p>
            <a:r>
              <a:rPr lang="fr-FR" b="0" smtClean="0"/>
              <a:t>to the glory
21-  LA BEAUTÉ DE CE CORPS QUI FUT BRISÉ POUR NOUS PARDONNER   </a:t>
            </a:r>
          </a:p>
          <a:p>
            <a:r>
              <a:rPr lang="fr-FR" b="0" smtClean="0"/>
              <a:t>The beauty of the body That was broken for our forgiveness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22-  IL FUT REJETÉ  POUR MOURIR FINALEMENT </a:t>
            </a:r>
          </a:p>
          <a:p>
            <a:r>
              <a:rPr lang="fr-FR" b="0" smtClean="0"/>
              <a:t>He was sent away to draw His final breath
23-  LUI QUI N'AVAIT QUE TRENTE-TROIS ANS </a:t>
            </a:r>
          </a:p>
          <a:p>
            <a:r>
              <a:rPr lang="fr-FR" b="0" smtClean="0"/>
              <a:t>When He was only thirty-three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DANS UN MOMENT DE SOLITUDE  IL EST NÉ </a:t>
            </a:r>
          </a:p>
          <a:p>
            <a:r>
              <a:rPr lang="fr-FR" b="0" smtClean="0"/>
              <a:t>In the solitary moment of His birth
2-  DANS CE PAYS DÉPOUILLÉ </a:t>
            </a:r>
          </a:p>
          <a:p>
            <a:r>
              <a:rPr lang="fr-FR" b="0" smtClean="0"/>
              <a:t>On this barren dusty land
3-  LE CIEL A DONNÉ  À LA TERRE UN BAISER </a:t>
            </a:r>
          </a:p>
          <a:p>
            <a:r>
              <a:rPr lang="fr-FR" b="0" smtClean="0"/>
              <a:t>All of heaven kissed the face of the earth
4-  DANS UN MIRACLE D'AMOUR DIEU EST DEVENU HOMME  
With a miracle of love God became a man</a:t>
            </a:r>
            <a:br>
              <a:rPr lang="fr-FR" b="0" smtClean="0"/>
            </a:br>
            <a:r>
              <a:rPr lang="fr-FR" b="0" smtClean="0"/>
              <a:t>5-  MAIS IL FUT REJETÉ  POUR MOURIR FINALEMENT </a:t>
            </a:r>
          </a:p>
          <a:p>
            <a:r>
              <a:rPr lang="fr-FR" b="0" smtClean="0"/>
              <a:t>But He was sent away to draw his final breath
6-  LUI QUI N'AVAIT QUE TRENTE-TROIS ANS </a:t>
            </a:r>
          </a:p>
          <a:p>
            <a:r>
              <a:rPr lang="fr-FR" b="0" smtClean="0"/>
              <a:t>When he was only thirty-three
7-  ET EN MOURANT  AINSI DE LA MORT D'UN BRIGAND </a:t>
            </a:r>
          </a:p>
          <a:p>
            <a:r>
              <a:rPr lang="fr-FR" b="0" smtClean="0"/>
              <a:t>And in the shame of dying a criminal's death</a:t>
            </a:r>
          </a:p>
          <a:p>
            <a:r>
              <a:rPr lang="fr-FR" b="0" smtClean="0"/>
              <a:t>8-  IL A PURIFIÉ CE MONDE AFFLIGÉ ET DANS SA SOUFFRANCE JE VOIS  </a:t>
            </a:r>
          </a:p>
          <a:p>
            <a:r>
              <a:rPr lang="fr-FR" b="0" smtClean="0"/>
              <a:t>He cleansed an angry world And in his suffering I see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9-  LA GLOIRE DE SON SANG </a:t>
            </a:r>
          </a:p>
          <a:p>
            <a:r>
              <a:rPr lang="fr-FR" b="0" smtClean="0"/>
              <a:t>	The glory of the blood
	10-  LA BEAUTÉ DE CE CORPS QUI FUT BRISÉ POUR NOUS PARDONNER  </a:t>
            </a:r>
          </a:p>
          <a:p>
            <a:r>
              <a:rPr lang="fr-FR" b="0" smtClean="0"/>
              <a:t>	The beauty of the body That was broken for our forgiveness
	11-  LA GLOIRE DE SON AMOUR PARFAIT </a:t>
            </a:r>
          </a:p>
          <a:p>
            <a:r>
              <a:rPr lang="fr-FR" b="0" smtClean="0"/>
              <a:t>	The glory of His perfect love
	12-  C'EST LE CŒUR DE CETTE HISTOIRE LA GLOIRE DE SON SANG  </a:t>
            </a:r>
          </a:p>
          <a:p>
            <a:r>
              <a:rPr lang="fr-FR" b="0" smtClean="0"/>
              <a:t>	Is the heart of the story The glory of the blood
</a:t>
            </a:r>
          </a:p>
          <a:p>
            <a:r>
              <a:rPr lang="fr-FR" b="0" smtClean="0"/>
              <a:t>13-   J'AI TENTÉ PAR MOI-MÊME  DE TROUVER LE SALUT </a:t>
            </a:r>
          </a:p>
          <a:p>
            <a:r>
              <a:rPr lang="fr-FR" b="0" smtClean="0"/>
              <a:t>I have tried to find salvation on my own
14-   RECHERCHANT  QUELQUE CHOSE DE VRAI </a:t>
            </a:r>
          </a:p>
          <a:p>
            <a:r>
              <a:rPr lang="fr-FR" b="0" smtClean="0"/>
              <a:t>In a search for something real
15-  AU FOND DE MOI CE CŒUR  COUPABLE ET DÉÇU </a:t>
            </a:r>
          </a:p>
          <a:p>
            <a:r>
              <a:rPr lang="fr-FR" b="0" smtClean="0"/>
              <a:t>There's a guilty heart inside this flesh and bone
16-  A DÉCOUVERT SA GRÂCE  ET JE PEUX RESSENTIR 
I fall upon his grace And I begin to feel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QUAND JE FERME MES YEUX  JE PEUX LE VOIR SUR CETTE CROIX </a:t>
            </a:r>
          </a:p>
          <a:p>
            <a:r>
              <a:rPr lang="fr-FR" b="0" smtClean="0"/>
              <a:t>And when I close my eyes I can see Him hanging there
18-  L' AGNEAU DE DIEU BLESSÉ </a:t>
            </a:r>
          </a:p>
          <a:p>
            <a:r>
              <a:rPr lang="fr-FR" b="0" smtClean="0"/>
              <a:t>Oh the precious wounded Lamb of God
19-  TOUTE LA MAJESTÉ DE CE MONDE  NE PEUT SE COMPARER</a:t>
            </a:r>
          </a:p>
          <a:p>
            <a:r>
              <a:rPr lang="fr-FR" b="0" smtClean="0"/>
              <a:t>And all the majesty in this world can not compare  
20-  À LA GLOIRE  </a:t>
            </a:r>
          </a:p>
          <a:p>
            <a:r>
              <a:rPr lang="fr-FR" b="0" smtClean="0"/>
              <a:t>to the glory
21-  LA BEAUTÉ DE CE CORPS QUI FUT BRISÉ POUR NOUS PARDONNER   </a:t>
            </a:r>
          </a:p>
          <a:p>
            <a:r>
              <a:rPr lang="fr-FR" b="0" smtClean="0"/>
              <a:t>The beauty of the body That was broken for our forgiveness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22-  IL FUT REJETÉ  POUR MOURIR FINALEMENT </a:t>
            </a:r>
          </a:p>
          <a:p>
            <a:r>
              <a:rPr lang="fr-FR" b="0" smtClean="0"/>
              <a:t>He was sent away to draw His final breath
23-  LUI QUI N'AVAIT QUE TRENTE-TROIS ANS </a:t>
            </a:r>
          </a:p>
          <a:p>
            <a:r>
              <a:rPr lang="fr-FR" b="0" smtClean="0"/>
              <a:t>When He was only thirty-three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DANS UN MOMENT DE SOLITUDE  IL EST NÉ </a:t>
            </a:r>
          </a:p>
          <a:p>
            <a:r>
              <a:rPr lang="fr-FR" b="0" smtClean="0"/>
              <a:t>In the solitary moment of His birth
2-  DANS CE PAYS DÉPOUILLÉ </a:t>
            </a:r>
          </a:p>
          <a:p>
            <a:r>
              <a:rPr lang="fr-FR" b="0" smtClean="0"/>
              <a:t>On this barren dusty land
3-  LE CIEL A DONNÉ  À LA TERRE UN BAISER </a:t>
            </a:r>
          </a:p>
          <a:p>
            <a:r>
              <a:rPr lang="fr-FR" b="0" smtClean="0"/>
              <a:t>All of heaven kissed the face of the earth
4-  DANS UN MIRACLE D'AMOUR DIEU EST DEVENU HOMME  
With a miracle of love God became a man</a:t>
            </a:r>
            <a:br>
              <a:rPr lang="fr-FR" b="0" smtClean="0"/>
            </a:br>
            <a:r>
              <a:rPr lang="fr-FR" b="0" smtClean="0"/>
              <a:t>5-  MAIS IL FUT REJETÉ  POUR MOURIR FINALEMENT </a:t>
            </a:r>
          </a:p>
          <a:p>
            <a:r>
              <a:rPr lang="fr-FR" b="0" smtClean="0"/>
              <a:t>But He was sent away to draw his final breath
6-  LUI QUI N'AVAIT QUE TRENTE-TROIS ANS </a:t>
            </a:r>
          </a:p>
          <a:p>
            <a:r>
              <a:rPr lang="fr-FR" b="0" smtClean="0"/>
              <a:t>When he was only thirty-three
7-  ET EN MOURANT  AINSI DE LA MORT D'UN BRIGAND </a:t>
            </a:r>
          </a:p>
          <a:p>
            <a:r>
              <a:rPr lang="fr-FR" b="0" smtClean="0"/>
              <a:t>And in the shame of dying a criminal's death</a:t>
            </a:r>
          </a:p>
          <a:p>
            <a:r>
              <a:rPr lang="fr-FR" b="0" smtClean="0"/>
              <a:t>8-  IL A PURIFIÉ CE MONDE AFFLIGÉ ET DANS SA SOUFFRANCE JE VOIS  </a:t>
            </a:r>
          </a:p>
          <a:p>
            <a:r>
              <a:rPr lang="fr-FR" b="0" smtClean="0"/>
              <a:t>He cleansed an angry world And in his suffering I see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9-  LA GLOIRE DE SON SANG </a:t>
            </a:r>
          </a:p>
          <a:p>
            <a:r>
              <a:rPr lang="fr-FR" b="0" smtClean="0"/>
              <a:t>	The glory of the blood
	10-  LA BEAUTÉ DE CE CORPS QUI FUT BRISÉ POUR NOUS PARDONNER  </a:t>
            </a:r>
          </a:p>
          <a:p>
            <a:r>
              <a:rPr lang="fr-FR" b="0" smtClean="0"/>
              <a:t>	The beauty of the body That was broken for our forgiveness
	11-  LA GLOIRE DE SON AMOUR PARFAIT </a:t>
            </a:r>
          </a:p>
          <a:p>
            <a:r>
              <a:rPr lang="fr-FR" b="0" smtClean="0"/>
              <a:t>	The glory of His perfect love
	12-  C'EST LE CŒUR DE CETTE HISTOIRE LA GLOIRE DE SON SANG  </a:t>
            </a:r>
          </a:p>
          <a:p>
            <a:r>
              <a:rPr lang="fr-FR" b="0" smtClean="0"/>
              <a:t>	Is the heart of the story The glory of the blood
</a:t>
            </a:r>
          </a:p>
          <a:p>
            <a:r>
              <a:rPr lang="fr-FR" b="0" smtClean="0"/>
              <a:t>13-   J'AI TENTÉ PAR MOI-MÊME  DE TROUVER LE SALUT </a:t>
            </a:r>
          </a:p>
          <a:p>
            <a:r>
              <a:rPr lang="fr-FR" b="0" smtClean="0"/>
              <a:t>I have tried to find salvation on my own
14-   RECHERCHANT  QUELQUE CHOSE DE VRAI </a:t>
            </a:r>
          </a:p>
          <a:p>
            <a:r>
              <a:rPr lang="fr-FR" b="0" smtClean="0"/>
              <a:t>In a search for something real
15-  AU FOND DE MOI CE CŒUR  COUPABLE ET DÉÇU </a:t>
            </a:r>
          </a:p>
          <a:p>
            <a:r>
              <a:rPr lang="fr-FR" b="0" smtClean="0"/>
              <a:t>There's a guilty heart inside this flesh and bone
16-  A DÉCOUVERT SA GRÂCE  ET JE PEUX RESSENTIR 
I fall upon his grace And I begin to feel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QUAND JE FERME MES YEUX  JE PEUX LE VOIR SUR CETTE CROIX </a:t>
            </a:r>
          </a:p>
          <a:p>
            <a:r>
              <a:rPr lang="fr-FR" b="0" smtClean="0"/>
              <a:t>And when I close my eyes I can see Him hanging there
18-  L' AGNEAU DE DIEU BLESSÉ </a:t>
            </a:r>
          </a:p>
          <a:p>
            <a:r>
              <a:rPr lang="fr-FR" b="0" smtClean="0"/>
              <a:t>Oh the precious wounded Lamb of God
19-  TOUTE LA MAJESTÉ DE CE MONDE  NE PEUT SE COMPARER</a:t>
            </a:r>
          </a:p>
          <a:p>
            <a:r>
              <a:rPr lang="fr-FR" b="0" smtClean="0"/>
              <a:t>And all the majesty in this world can not compare  
20-  À LA GLOIRE  </a:t>
            </a:r>
          </a:p>
          <a:p>
            <a:r>
              <a:rPr lang="fr-FR" b="0" smtClean="0"/>
              <a:t>to the glory
21-  LA BEAUTÉ DE CE CORPS QUI FUT BRISÉ POUR NOUS PARDONNER   </a:t>
            </a:r>
          </a:p>
          <a:p>
            <a:r>
              <a:rPr lang="fr-FR" b="0" smtClean="0"/>
              <a:t>The beauty of the body That was broken for our forgiveness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22-  IL FUT REJETÉ  POUR MOURIR FINALEMENT </a:t>
            </a:r>
          </a:p>
          <a:p>
            <a:r>
              <a:rPr lang="fr-FR" b="0" smtClean="0"/>
              <a:t>He was sent away to draw His final breath
23-  LUI QUI N'AVAIT QUE TRENTE-TROIS ANS </a:t>
            </a:r>
          </a:p>
          <a:p>
            <a:r>
              <a:rPr lang="fr-FR" b="0" smtClean="0"/>
              <a:t>When He was only thirty-three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DANS UN MOMENT DE SOLITUDE  IL EST NÉ </a:t>
            </a:r>
          </a:p>
          <a:p>
            <a:r>
              <a:rPr lang="fr-FR" b="0" smtClean="0"/>
              <a:t>In the solitary moment of His birth
2-  DANS CE PAYS DÉPOUILLÉ </a:t>
            </a:r>
          </a:p>
          <a:p>
            <a:r>
              <a:rPr lang="fr-FR" b="0" smtClean="0"/>
              <a:t>On this barren dusty land
3-  LE CIEL A DONNÉ  À LA TERRE UN BAISER </a:t>
            </a:r>
          </a:p>
          <a:p>
            <a:r>
              <a:rPr lang="fr-FR" b="0" smtClean="0"/>
              <a:t>All of heaven kissed the face of the earth
4-  DANS UN MIRACLE D'AMOUR DIEU EST DEVENU HOMME  
With a miracle of love God became a man</a:t>
            </a:r>
            <a:br>
              <a:rPr lang="fr-FR" b="0" smtClean="0"/>
            </a:br>
            <a:r>
              <a:rPr lang="fr-FR" b="0" smtClean="0"/>
              <a:t>5-  MAIS IL FUT REJETÉ  POUR MOURIR FINALEMENT </a:t>
            </a:r>
          </a:p>
          <a:p>
            <a:r>
              <a:rPr lang="fr-FR" b="0" smtClean="0"/>
              <a:t>But He was sent away to draw his final breath
6-  LUI QUI N'AVAIT QUE TRENTE-TROIS ANS </a:t>
            </a:r>
          </a:p>
          <a:p>
            <a:r>
              <a:rPr lang="fr-FR" b="0" smtClean="0"/>
              <a:t>When he was only thirty-three
7-  ET EN MOURANT  AINSI DE LA MORT D'UN BRIGAND </a:t>
            </a:r>
          </a:p>
          <a:p>
            <a:r>
              <a:rPr lang="fr-FR" b="0" smtClean="0"/>
              <a:t>And in the shame of dying a criminal's death</a:t>
            </a:r>
          </a:p>
          <a:p>
            <a:r>
              <a:rPr lang="fr-FR" b="0" smtClean="0"/>
              <a:t>8-  IL A PURIFIÉ CE MONDE AFFLIGÉ ET DANS SA SOUFFRANCE JE VOIS  </a:t>
            </a:r>
          </a:p>
          <a:p>
            <a:r>
              <a:rPr lang="fr-FR" b="0" smtClean="0"/>
              <a:t>He cleansed an angry world And in his suffering I see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9-  LA GLOIRE DE SON SANG </a:t>
            </a:r>
          </a:p>
          <a:p>
            <a:r>
              <a:rPr lang="fr-FR" b="0" smtClean="0"/>
              <a:t>	The glory of the blood
	10-  LA BEAUTÉ DE CE CORPS QUI FUT BRISÉ POUR NOUS PARDONNER  </a:t>
            </a:r>
          </a:p>
          <a:p>
            <a:r>
              <a:rPr lang="fr-FR" b="0" smtClean="0"/>
              <a:t>	The beauty of the body That was broken for our forgiveness
	11-  LA GLOIRE DE SON AMOUR PARFAIT </a:t>
            </a:r>
          </a:p>
          <a:p>
            <a:r>
              <a:rPr lang="fr-FR" b="0" smtClean="0"/>
              <a:t>	The glory of His perfect love
	12-  C'EST LE CŒUR DE CETTE HISTOIRE LA GLOIRE DE SON SANG  </a:t>
            </a:r>
          </a:p>
          <a:p>
            <a:r>
              <a:rPr lang="fr-FR" b="0" smtClean="0"/>
              <a:t>	Is the heart of the story The glory of the blood
</a:t>
            </a:r>
          </a:p>
          <a:p>
            <a:r>
              <a:rPr lang="fr-FR" b="0" smtClean="0"/>
              <a:t>13-   J'AI TENTÉ PAR MOI-MÊME  DE TROUVER LE SALUT </a:t>
            </a:r>
          </a:p>
          <a:p>
            <a:r>
              <a:rPr lang="fr-FR" b="0" smtClean="0"/>
              <a:t>I have tried to find salvation on my own
14-   RECHERCHANT  QUELQUE CHOSE DE VRAI </a:t>
            </a:r>
          </a:p>
          <a:p>
            <a:r>
              <a:rPr lang="fr-FR" b="0" smtClean="0"/>
              <a:t>In a search for something real
15-  AU FOND DE MOI CE CŒUR  COUPABLE ET DÉÇU </a:t>
            </a:r>
          </a:p>
          <a:p>
            <a:r>
              <a:rPr lang="fr-FR" b="0" smtClean="0"/>
              <a:t>There's a guilty heart inside this flesh and bone
16-  A DÉCOUVERT SA GRÂCE  ET JE PEUX RESSENTIR 
I fall upon his grace And I begin to feel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QUAND JE FERME MES YEUX  JE PEUX LE VOIR SUR CETTE CROIX </a:t>
            </a:r>
          </a:p>
          <a:p>
            <a:r>
              <a:rPr lang="fr-FR" b="0" smtClean="0"/>
              <a:t>And when I close my eyes I can see Him hanging there
18-  L' AGNEAU DE DIEU BLESSÉ </a:t>
            </a:r>
          </a:p>
          <a:p>
            <a:r>
              <a:rPr lang="fr-FR" b="0" smtClean="0"/>
              <a:t>Oh the precious wounded Lamb of God
19-  TOUTE LA MAJESTÉ DE CE MONDE  NE PEUT SE COMPARER</a:t>
            </a:r>
          </a:p>
          <a:p>
            <a:r>
              <a:rPr lang="fr-FR" b="0" smtClean="0"/>
              <a:t>And all the majesty in this world can not compare  
20-  À LA GLOIRE  </a:t>
            </a:r>
          </a:p>
          <a:p>
            <a:r>
              <a:rPr lang="fr-FR" b="0" smtClean="0"/>
              <a:t>to the glory
21-  LA BEAUTÉ DE CE CORPS QUI FUT BRISÉ POUR NOUS PARDONNER   </a:t>
            </a:r>
          </a:p>
          <a:p>
            <a:r>
              <a:rPr lang="fr-FR" b="0" smtClean="0"/>
              <a:t>The beauty of the body That was broken for our forgiveness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22-  IL FUT REJETÉ  POUR MOURIR FINALEMENT </a:t>
            </a:r>
          </a:p>
          <a:p>
            <a:r>
              <a:rPr lang="fr-FR" b="0" smtClean="0"/>
              <a:t>He was sent away to draw His final breath
23-  LUI QUI N'AVAIT QUE TRENTE-TROIS ANS </a:t>
            </a:r>
          </a:p>
          <a:p>
            <a:r>
              <a:rPr lang="fr-FR" b="0" smtClean="0"/>
              <a:t>When He was only thirty-three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DANS UN MOMENT DE SOLITUDE  IL EST NÉ </a:t>
            </a:r>
          </a:p>
          <a:p>
            <a:r>
              <a:rPr lang="fr-FR" b="0" smtClean="0"/>
              <a:t>In the solitary moment of His birth
2-  DANS CE PAYS DÉPOUILLÉ </a:t>
            </a:r>
          </a:p>
          <a:p>
            <a:r>
              <a:rPr lang="fr-FR" b="0" smtClean="0"/>
              <a:t>On this barren dusty land
3-  LE CIEL A DONNÉ  À LA TERRE UN BAISER </a:t>
            </a:r>
          </a:p>
          <a:p>
            <a:r>
              <a:rPr lang="fr-FR" b="0" smtClean="0"/>
              <a:t>All of heaven kissed the face of the earth
4-  DANS UN MIRACLE D'AMOUR DIEU EST DEVENU HOMME  
With a miracle of love God became a man</a:t>
            </a:r>
            <a:br>
              <a:rPr lang="fr-FR" b="0" smtClean="0"/>
            </a:br>
            <a:r>
              <a:rPr lang="fr-FR" b="0" smtClean="0"/>
              <a:t>5-  MAIS IL FUT REJETÉ  POUR MOURIR FINALEMENT </a:t>
            </a:r>
          </a:p>
          <a:p>
            <a:r>
              <a:rPr lang="fr-FR" b="0" smtClean="0"/>
              <a:t>But He was sent away to draw his final breath
6-  LUI QUI N'AVAIT QUE TRENTE-TROIS ANS </a:t>
            </a:r>
          </a:p>
          <a:p>
            <a:r>
              <a:rPr lang="fr-FR" b="0" smtClean="0"/>
              <a:t>When he was only thirty-three
7-  ET EN MOURANT  AINSI DE LA MORT D'UN BRIGAND </a:t>
            </a:r>
          </a:p>
          <a:p>
            <a:r>
              <a:rPr lang="fr-FR" b="0" smtClean="0"/>
              <a:t>And in the shame of dying a criminal's death</a:t>
            </a:r>
          </a:p>
          <a:p>
            <a:r>
              <a:rPr lang="fr-FR" b="0" smtClean="0"/>
              <a:t>8-  IL A PURIFIÉ CE MONDE AFFLIGÉ ET DANS SA SOUFFRANCE JE VOIS  </a:t>
            </a:r>
          </a:p>
          <a:p>
            <a:r>
              <a:rPr lang="fr-FR" b="0" smtClean="0"/>
              <a:t>He cleansed an angry world And in his suffering I see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9-  LA GLOIRE DE SON SANG </a:t>
            </a:r>
          </a:p>
          <a:p>
            <a:r>
              <a:rPr lang="fr-FR" b="0" smtClean="0"/>
              <a:t>	The glory of the blood
	10-  LA BEAUTÉ DE CE CORPS QUI FUT BRISÉ POUR NOUS PARDONNER  </a:t>
            </a:r>
          </a:p>
          <a:p>
            <a:r>
              <a:rPr lang="fr-FR" b="0" smtClean="0"/>
              <a:t>	The beauty of the body That was broken for our forgiveness
	11-  LA GLOIRE DE SON AMOUR PARFAIT </a:t>
            </a:r>
          </a:p>
          <a:p>
            <a:r>
              <a:rPr lang="fr-FR" b="0" smtClean="0"/>
              <a:t>	The glory of His perfect love
	12-  C'EST LE CŒUR DE CETTE HISTOIRE LA GLOIRE DE SON SANG  </a:t>
            </a:r>
          </a:p>
          <a:p>
            <a:r>
              <a:rPr lang="fr-FR" b="0" smtClean="0"/>
              <a:t>	Is the heart of the story The glory of the blood
</a:t>
            </a:r>
          </a:p>
          <a:p>
            <a:r>
              <a:rPr lang="fr-FR" b="0" smtClean="0"/>
              <a:t>13-   J'AI TENTÉ PAR MOI-MÊME  DE TROUVER LE SALUT </a:t>
            </a:r>
          </a:p>
          <a:p>
            <a:r>
              <a:rPr lang="fr-FR" b="0" smtClean="0"/>
              <a:t>I have tried to find salvation on my own
14-   RECHERCHANT  QUELQUE CHOSE DE VRAI </a:t>
            </a:r>
          </a:p>
          <a:p>
            <a:r>
              <a:rPr lang="fr-FR" b="0" smtClean="0"/>
              <a:t>In a search for something real
15-  AU FOND DE MOI CE CŒUR  COUPABLE ET DÉÇU </a:t>
            </a:r>
          </a:p>
          <a:p>
            <a:r>
              <a:rPr lang="fr-FR" b="0" smtClean="0"/>
              <a:t>There's a guilty heart inside this flesh and bone
16-  A DÉCOUVERT SA GRÂCE  ET JE PEUX RESSENTIR 
I fall upon his grace And I begin to feel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QUAND JE FERME MES YEUX  JE PEUX LE VOIR SUR CETTE CROIX </a:t>
            </a:r>
          </a:p>
          <a:p>
            <a:r>
              <a:rPr lang="fr-FR" b="0" smtClean="0"/>
              <a:t>And when I close my eyes I can see Him hanging there
18-  L' AGNEAU DE DIEU BLESSÉ </a:t>
            </a:r>
          </a:p>
          <a:p>
            <a:r>
              <a:rPr lang="fr-FR" b="0" smtClean="0"/>
              <a:t>Oh the precious wounded Lamb of God
19-  TOUTE LA MAJESTÉ DE CE MONDE  NE PEUT SE COMPARER</a:t>
            </a:r>
          </a:p>
          <a:p>
            <a:r>
              <a:rPr lang="fr-FR" b="0" smtClean="0"/>
              <a:t>And all the majesty in this world can not compare  
20-  À LA GLOIRE  </a:t>
            </a:r>
          </a:p>
          <a:p>
            <a:r>
              <a:rPr lang="fr-FR" b="0" smtClean="0"/>
              <a:t>to the glory
21-  LA BEAUTÉ DE CE CORPS QUI FUT BRISÉ POUR NOUS PARDONNER   </a:t>
            </a:r>
          </a:p>
          <a:p>
            <a:r>
              <a:rPr lang="fr-FR" b="0" smtClean="0"/>
              <a:t>The beauty of the body That was broken for our forgiveness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22-  IL FUT REJETÉ  POUR MOURIR FINALEMENT </a:t>
            </a:r>
          </a:p>
          <a:p>
            <a:r>
              <a:rPr lang="fr-FR" b="0" smtClean="0"/>
              <a:t>He was sent away to draw His final breath
23-  LUI QUI N'AVAIT QUE TRENTE-TROIS ANS </a:t>
            </a:r>
          </a:p>
          <a:p>
            <a:r>
              <a:rPr lang="fr-FR" b="0" smtClean="0"/>
              <a:t>When He was only thirty-three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DANS UN MOMENT DE SOLITUDE  IL EST NÉ </a:t>
            </a:r>
          </a:p>
          <a:p>
            <a:r>
              <a:rPr lang="fr-FR" b="0" smtClean="0"/>
              <a:t>In the solitary moment of His birth
2-  DANS CE PAYS DÉPOUILLÉ </a:t>
            </a:r>
          </a:p>
          <a:p>
            <a:r>
              <a:rPr lang="fr-FR" b="0" smtClean="0"/>
              <a:t>On this barren dusty land
3-  LE CIEL A DONNÉ  À LA TERRE UN BAISER </a:t>
            </a:r>
          </a:p>
          <a:p>
            <a:r>
              <a:rPr lang="fr-FR" b="0" smtClean="0"/>
              <a:t>All of heaven kissed the face of the earth
4-  DANS UN MIRACLE D'AMOUR DIEU EST DEVENU HOMME  
With a miracle of love God became a man</a:t>
            </a:r>
            <a:br>
              <a:rPr lang="fr-FR" b="0" smtClean="0"/>
            </a:br>
            <a:r>
              <a:rPr lang="fr-FR" b="0" smtClean="0"/>
              <a:t>5-  MAIS IL FUT REJETÉ  POUR MOURIR FINALEMENT </a:t>
            </a:r>
          </a:p>
          <a:p>
            <a:r>
              <a:rPr lang="fr-FR" b="0" smtClean="0"/>
              <a:t>But He was sent away to draw his final breath
6-  LUI QUI N'AVAIT QUE TRENTE-TROIS ANS </a:t>
            </a:r>
          </a:p>
          <a:p>
            <a:r>
              <a:rPr lang="fr-FR" b="0" smtClean="0"/>
              <a:t>When he was only thirty-three
7-  ET EN MOURANT  AINSI DE LA MORT D'UN BRIGAND </a:t>
            </a:r>
          </a:p>
          <a:p>
            <a:r>
              <a:rPr lang="fr-FR" b="0" smtClean="0"/>
              <a:t>And in the shame of dying a criminal's death</a:t>
            </a:r>
          </a:p>
          <a:p>
            <a:r>
              <a:rPr lang="fr-FR" b="0" smtClean="0"/>
              <a:t>8-  IL A PURIFIÉ CE MONDE AFFLIGÉ ET DANS SA SOUFFRANCE JE VOIS  </a:t>
            </a:r>
          </a:p>
          <a:p>
            <a:r>
              <a:rPr lang="fr-FR" b="0" smtClean="0"/>
              <a:t>He cleansed an angry world And in his suffering I see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9-  LA GLOIRE DE SON SANG </a:t>
            </a:r>
          </a:p>
          <a:p>
            <a:r>
              <a:rPr lang="fr-FR" b="0" smtClean="0"/>
              <a:t>	The glory of the blood
	10-  LA BEAUTÉ DE CE CORPS QUI FUT BRISÉ POUR NOUS PARDONNER  </a:t>
            </a:r>
          </a:p>
          <a:p>
            <a:r>
              <a:rPr lang="fr-FR" b="0" smtClean="0"/>
              <a:t>	The beauty of the body That was broken for our forgiveness
	11-  LA GLOIRE DE SON AMOUR PARFAIT </a:t>
            </a:r>
          </a:p>
          <a:p>
            <a:r>
              <a:rPr lang="fr-FR" b="0" smtClean="0"/>
              <a:t>	The glory of His perfect love
	12-  C'EST LE CŒUR DE CETTE HISTOIRE LA GLOIRE DE SON SANG  </a:t>
            </a:r>
          </a:p>
          <a:p>
            <a:r>
              <a:rPr lang="fr-FR" b="0" smtClean="0"/>
              <a:t>	Is the heart of the story The glory of the blood
</a:t>
            </a:r>
          </a:p>
          <a:p>
            <a:r>
              <a:rPr lang="fr-FR" b="0" smtClean="0"/>
              <a:t>13-   J'AI TENTÉ PAR MOI-MÊME  DE TROUVER LE SALUT </a:t>
            </a:r>
          </a:p>
          <a:p>
            <a:r>
              <a:rPr lang="fr-FR" b="0" smtClean="0"/>
              <a:t>I have tried to find salvation on my own
14-   RECHERCHANT  QUELQUE CHOSE DE VRAI </a:t>
            </a:r>
          </a:p>
          <a:p>
            <a:r>
              <a:rPr lang="fr-FR" b="0" smtClean="0"/>
              <a:t>In a search for something real
15-  AU FOND DE MOI CE CŒUR  COUPABLE ET DÉÇU </a:t>
            </a:r>
          </a:p>
          <a:p>
            <a:r>
              <a:rPr lang="fr-FR" b="0" smtClean="0"/>
              <a:t>There's a guilty heart inside this flesh and bone
16-  A DÉCOUVERT SA GRÂCE  ET JE PEUX RESSENTIR 
I fall upon his grace And I begin to feel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QUAND JE FERME MES YEUX  JE PEUX LE VOIR SUR CETTE CROIX </a:t>
            </a:r>
          </a:p>
          <a:p>
            <a:r>
              <a:rPr lang="fr-FR" b="0" smtClean="0"/>
              <a:t>And when I close my eyes I can see Him hanging there
18-  L' AGNEAU DE DIEU BLESSÉ </a:t>
            </a:r>
          </a:p>
          <a:p>
            <a:r>
              <a:rPr lang="fr-FR" b="0" smtClean="0"/>
              <a:t>Oh the precious wounded Lamb of God
19-  TOUTE LA MAJESTÉ DE CE MONDE  NE PEUT SE COMPARER</a:t>
            </a:r>
          </a:p>
          <a:p>
            <a:r>
              <a:rPr lang="fr-FR" b="0" smtClean="0"/>
              <a:t>And all the majesty in this world can not compare  
20-  À LA GLOIRE  </a:t>
            </a:r>
          </a:p>
          <a:p>
            <a:r>
              <a:rPr lang="fr-FR" b="0" smtClean="0"/>
              <a:t>to the glory
21-  LA BEAUTÉ DE CE CORPS QUI FUT BRISÉ POUR NOUS PARDONNER   </a:t>
            </a:r>
          </a:p>
          <a:p>
            <a:r>
              <a:rPr lang="fr-FR" b="0" smtClean="0"/>
              <a:t>The beauty of the body That was broken for our forgiveness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22-  IL FUT REJETÉ  POUR MOURIR FINALEMENT </a:t>
            </a:r>
          </a:p>
          <a:p>
            <a:r>
              <a:rPr lang="fr-FR" b="0" smtClean="0"/>
              <a:t>He was sent away to draw His final breath
23-  LUI QUI N'AVAIT QUE TRENTE-TROIS ANS </a:t>
            </a:r>
          </a:p>
          <a:p>
            <a:r>
              <a:rPr lang="fr-FR" b="0" smtClean="0"/>
              <a:t>When He was only thirty-three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DANS UN MOMENT DE SOLITUDE  IL EST NÉ </a:t>
            </a:r>
          </a:p>
          <a:p>
            <a:r>
              <a:rPr lang="fr-FR" b="0" smtClean="0"/>
              <a:t>In the solitary moment of His birth
2-  DANS CE PAYS DÉPOUILLÉ </a:t>
            </a:r>
          </a:p>
          <a:p>
            <a:r>
              <a:rPr lang="fr-FR" b="0" smtClean="0"/>
              <a:t>On this barren dusty land
3-  LE CIEL A DONNÉ  À LA TERRE UN BAISER </a:t>
            </a:r>
          </a:p>
          <a:p>
            <a:r>
              <a:rPr lang="fr-FR" b="0" smtClean="0"/>
              <a:t>All of heaven kissed the face of the earth
4-  DANS UN MIRACLE D'AMOUR DIEU EST DEVENU HOMME  
With a miracle of love God became a man</a:t>
            </a:r>
            <a:br>
              <a:rPr lang="fr-FR" b="0" smtClean="0"/>
            </a:br>
            <a:r>
              <a:rPr lang="fr-FR" b="0" smtClean="0"/>
              <a:t>5-  MAIS IL FUT REJETÉ  POUR MOURIR FINALEMENT </a:t>
            </a:r>
          </a:p>
          <a:p>
            <a:r>
              <a:rPr lang="fr-FR" b="0" smtClean="0"/>
              <a:t>But He was sent away to draw his final breath
6-  LUI QUI N'AVAIT QUE TRENTE-TROIS ANS </a:t>
            </a:r>
          </a:p>
          <a:p>
            <a:r>
              <a:rPr lang="fr-FR" b="0" smtClean="0"/>
              <a:t>When he was only thirty-three
7-  ET EN MOURANT  AINSI DE LA MORT D'UN BRIGAND </a:t>
            </a:r>
          </a:p>
          <a:p>
            <a:r>
              <a:rPr lang="fr-FR" b="0" smtClean="0"/>
              <a:t>And in the shame of dying a criminal's death</a:t>
            </a:r>
          </a:p>
          <a:p>
            <a:r>
              <a:rPr lang="fr-FR" b="0" smtClean="0"/>
              <a:t>8-  IL A PURIFIÉ CE MONDE AFFLIGÉ ET DANS SA SOUFFRANCE JE VOIS  </a:t>
            </a:r>
          </a:p>
          <a:p>
            <a:r>
              <a:rPr lang="fr-FR" b="0" smtClean="0"/>
              <a:t>He cleansed an angry world And in his suffering I see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9-  LA GLOIRE DE SON SANG </a:t>
            </a:r>
          </a:p>
          <a:p>
            <a:r>
              <a:rPr lang="fr-FR" b="0" smtClean="0"/>
              <a:t>	The glory of the blood
	10-  LA BEAUTÉ DE CE CORPS QUI FUT BRISÉ POUR NOUS PARDONNER  </a:t>
            </a:r>
          </a:p>
          <a:p>
            <a:r>
              <a:rPr lang="fr-FR" b="0" smtClean="0"/>
              <a:t>	The beauty of the body That was broken for our forgiveness
	11-  LA GLOIRE DE SON AMOUR PARFAIT </a:t>
            </a:r>
          </a:p>
          <a:p>
            <a:r>
              <a:rPr lang="fr-FR" b="0" smtClean="0"/>
              <a:t>	The glory of His perfect love
	12-  C'EST LE CŒUR DE CETTE HISTOIRE LA GLOIRE DE SON SANG  </a:t>
            </a:r>
          </a:p>
          <a:p>
            <a:r>
              <a:rPr lang="fr-FR" b="0" smtClean="0"/>
              <a:t>	Is the heart of the story The glory of the blood
</a:t>
            </a:r>
          </a:p>
          <a:p>
            <a:r>
              <a:rPr lang="fr-FR" b="0" smtClean="0"/>
              <a:t>13-   J'AI TENTÉ PAR MOI-MÊME  DE TROUVER LE SALUT </a:t>
            </a:r>
          </a:p>
          <a:p>
            <a:r>
              <a:rPr lang="fr-FR" b="0" smtClean="0"/>
              <a:t>I have tried to find salvation on my own
14-   RECHERCHANT  QUELQUE CHOSE DE VRAI </a:t>
            </a:r>
          </a:p>
          <a:p>
            <a:r>
              <a:rPr lang="fr-FR" b="0" smtClean="0"/>
              <a:t>In a search for something real
15-  AU FOND DE MOI CE CŒUR  COUPABLE ET DÉÇU </a:t>
            </a:r>
          </a:p>
          <a:p>
            <a:r>
              <a:rPr lang="fr-FR" b="0" smtClean="0"/>
              <a:t>There's a guilty heart inside this flesh and bone
16-  A DÉCOUVERT SA GRÂCE  ET JE PEUX RESSENTIR 
I fall upon his grace And I begin to feel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QUAND JE FERME MES YEUX  JE PEUX LE VOIR SUR CETTE CROIX </a:t>
            </a:r>
          </a:p>
          <a:p>
            <a:r>
              <a:rPr lang="fr-FR" b="0" smtClean="0"/>
              <a:t>And when I close my eyes I can see Him hanging there
18-  L' AGNEAU DE DIEU BLESSÉ </a:t>
            </a:r>
          </a:p>
          <a:p>
            <a:r>
              <a:rPr lang="fr-FR" b="0" smtClean="0"/>
              <a:t>Oh the precious wounded Lamb of God
19-  TOUTE LA MAJESTÉ DE CE MONDE  NE PEUT SE COMPARER</a:t>
            </a:r>
          </a:p>
          <a:p>
            <a:r>
              <a:rPr lang="fr-FR" b="0" smtClean="0"/>
              <a:t>And all the majesty in this world can not compare  
20-  À LA GLOIRE  </a:t>
            </a:r>
          </a:p>
          <a:p>
            <a:r>
              <a:rPr lang="fr-FR" b="0" smtClean="0"/>
              <a:t>to the glory
21-  LA BEAUTÉ DE CE CORPS QUI FUT BRISÉ POUR NOUS PARDONNER   </a:t>
            </a:r>
          </a:p>
          <a:p>
            <a:r>
              <a:rPr lang="fr-FR" b="0" smtClean="0"/>
              <a:t>The beauty of the body That was broken for our forgiveness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22-  IL FUT REJETÉ  POUR MOURIR FINALEMENT </a:t>
            </a:r>
          </a:p>
          <a:p>
            <a:r>
              <a:rPr lang="fr-FR" b="0" smtClean="0"/>
              <a:t>He was sent away to draw His final breath
23-  LUI QUI N'AVAIT QUE TRENTE-TROIS ANS </a:t>
            </a:r>
          </a:p>
          <a:p>
            <a:r>
              <a:rPr lang="fr-FR" b="0" smtClean="0"/>
              <a:t>When He was only thirty-three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DANS UN MOMENT DE SOLITUDE  IL EST NÉ </a:t>
            </a:r>
          </a:p>
          <a:p>
            <a:r>
              <a:rPr lang="fr-FR" b="0" smtClean="0"/>
              <a:t>In the solitary moment of His birth
2-  DANS CE PAYS DÉPOUILLÉ </a:t>
            </a:r>
          </a:p>
          <a:p>
            <a:r>
              <a:rPr lang="fr-FR" b="0" smtClean="0"/>
              <a:t>On this barren dusty land
3-  LE CIEL A DONNÉ  À LA TERRE UN BAISER </a:t>
            </a:r>
          </a:p>
          <a:p>
            <a:r>
              <a:rPr lang="fr-FR" b="0" smtClean="0"/>
              <a:t>All of heaven kissed the face of the earth
4-  DANS UN MIRACLE D'AMOUR DIEU EST DEVENU HOMME  
With a miracle of love God became a man</a:t>
            </a:r>
            <a:br>
              <a:rPr lang="fr-FR" b="0" smtClean="0"/>
            </a:br>
            <a:r>
              <a:rPr lang="fr-FR" b="0" smtClean="0"/>
              <a:t>5-  MAIS IL FUT REJETÉ  POUR MOURIR FINALEMENT </a:t>
            </a:r>
          </a:p>
          <a:p>
            <a:r>
              <a:rPr lang="fr-FR" b="0" smtClean="0"/>
              <a:t>But He was sent away to draw his final breath
6-  LUI QUI N'AVAIT QUE TRENTE-TROIS ANS </a:t>
            </a:r>
          </a:p>
          <a:p>
            <a:r>
              <a:rPr lang="fr-FR" b="0" smtClean="0"/>
              <a:t>When he was only thirty-three
7-  ET EN MOURANT  AINSI DE LA MORT D'UN BRIGAND </a:t>
            </a:r>
          </a:p>
          <a:p>
            <a:r>
              <a:rPr lang="fr-FR" b="0" smtClean="0"/>
              <a:t>And in the shame of dying a criminal's death</a:t>
            </a:r>
          </a:p>
          <a:p>
            <a:r>
              <a:rPr lang="fr-FR" b="0" smtClean="0"/>
              <a:t>8-  IL A PURIFIÉ CE MONDE AFFLIGÉ ET DANS SA SOUFFRANCE JE VOIS  </a:t>
            </a:r>
          </a:p>
          <a:p>
            <a:r>
              <a:rPr lang="fr-FR" b="0" smtClean="0"/>
              <a:t>He cleansed an angry world And in his suffering I see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9-  LA GLOIRE DE SON SANG </a:t>
            </a:r>
          </a:p>
          <a:p>
            <a:r>
              <a:rPr lang="fr-FR" b="0" smtClean="0"/>
              <a:t>	The glory of the blood
	10-  LA BEAUTÉ DE CE CORPS QUI FUT BRISÉ POUR NOUS PARDONNER  </a:t>
            </a:r>
          </a:p>
          <a:p>
            <a:r>
              <a:rPr lang="fr-FR" b="0" smtClean="0"/>
              <a:t>	The beauty of the body That was broken for our forgiveness
	11-  LA GLOIRE DE SON AMOUR PARFAIT </a:t>
            </a:r>
          </a:p>
          <a:p>
            <a:r>
              <a:rPr lang="fr-FR" b="0" smtClean="0"/>
              <a:t>	The glory of His perfect love
	12-  C'EST LE CŒUR DE CETTE HISTOIRE LA GLOIRE DE SON SANG  </a:t>
            </a:r>
          </a:p>
          <a:p>
            <a:r>
              <a:rPr lang="fr-FR" b="0" smtClean="0"/>
              <a:t>	Is the heart of the story The glory of the blood
</a:t>
            </a:r>
          </a:p>
          <a:p>
            <a:r>
              <a:rPr lang="fr-FR" b="0" smtClean="0"/>
              <a:t>13-   J'AI TENTÉ PAR MOI-MÊME  DE TROUVER LE SALUT </a:t>
            </a:r>
          </a:p>
          <a:p>
            <a:r>
              <a:rPr lang="fr-FR" b="0" smtClean="0"/>
              <a:t>I have tried to find salvation on my own
14-   RECHERCHANT  QUELQUE CHOSE DE VRAI </a:t>
            </a:r>
          </a:p>
          <a:p>
            <a:r>
              <a:rPr lang="fr-FR" b="0" smtClean="0"/>
              <a:t>In a search for something real
15-  AU FOND DE MOI CE CŒUR  COUPABLE ET DÉÇU </a:t>
            </a:r>
          </a:p>
          <a:p>
            <a:r>
              <a:rPr lang="fr-FR" b="0" smtClean="0"/>
              <a:t>There's a guilty heart inside this flesh and bone
16-  A DÉCOUVERT SA GRÂCE  ET JE PEUX RESSENTIR 
I fall upon his grace And I begin to feel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QUAND JE FERME MES YEUX  JE PEUX LE VOIR SUR CETTE CROIX </a:t>
            </a:r>
          </a:p>
          <a:p>
            <a:r>
              <a:rPr lang="fr-FR" b="0" smtClean="0"/>
              <a:t>And when I close my eyes I can see Him hanging there
18-  L' AGNEAU DE DIEU BLESSÉ </a:t>
            </a:r>
          </a:p>
          <a:p>
            <a:r>
              <a:rPr lang="fr-FR" b="0" smtClean="0"/>
              <a:t>Oh the precious wounded Lamb of God
19-  TOUTE LA MAJESTÉ DE CE MONDE  NE PEUT SE COMPARER</a:t>
            </a:r>
          </a:p>
          <a:p>
            <a:r>
              <a:rPr lang="fr-FR" b="0" smtClean="0"/>
              <a:t>And all the majesty in this world can not compare  
20-  À LA GLOIRE  </a:t>
            </a:r>
          </a:p>
          <a:p>
            <a:r>
              <a:rPr lang="fr-FR" b="0" smtClean="0"/>
              <a:t>to the glory
21-  LA BEAUTÉ DE CE CORPS QUI FUT BRISÉ POUR NOUS PARDONNER   </a:t>
            </a:r>
          </a:p>
          <a:p>
            <a:r>
              <a:rPr lang="fr-FR" b="0" smtClean="0"/>
              <a:t>The beauty of the body That was broken for our forgiveness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22-  IL FUT REJETÉ  POUR MOURIR FINALEMENT </a:t>
            </a:r>
          </a:p>
          <a:p>
            <a:r>
              <a:rPr lang="fr-FR" b="0" smtClean="0"/>
              <a:t>He was sent away to draw His final breath
23-  LUI QUI N'AVAIT QUE TRENTE-TROIS ANS </a:t>
            </a:r>
          </a:p>
          <a:p>
            <a:r>
              <a:rPr lang="fr-FR" b="0" smtClean="0"/>
              <a:t>When He was only thirty-three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DANS UN MOMENT DE SOLITUDE  IL EST NÉ </a:t>
            </a:r>
          </a:p>
          <a:p>
            <a:r>
              <a:rPr lang="fr-FR" b="0" smtClean="0"/>
              <a:t>In the solitary moment of His birth
2-  DANS CE PAYS DÉPOUILLÉ </a:t>
            </a:r>
          </a:p>
          <a:p>
            <a:r>
              <a:rPr lang="fr-FR" b="0" smtClean="0"/>
              <a:t>On this barren dusty land
3-  LE CIEL A DONNÉ  À LA TERRE UN BAISER </a:t>
            </a:r>
          </a:p>
          <a:p>
            <a:r>
              <a:rPr lang="fr-FR" b="0" smtClean="0"/>
              <a:t>All of heaven kissed the face of the earth
4-  DANS UN MIRACLE D'AMOUR DIEU EST DEVENU HOMME  
With a miracle of love God became a man</a:t>
            </a:r>
            <a:br>
              <a:rPr lang="fr-FR" b="0" smtClean="0"/>
            </a:br>
            <a:r>
              <a:rPr lang="fr-FR" b="0" smtClean="0"/>
              <a:t>5-  MAIS IL FUT REJETÉ  POUR MOURIR FINALEMENT </a:t>
            </a:r>
          </a:p>
          <a:p>
            <a:r>
              <a:rPr lang="fr-FR" b="0" smtClean="0"/>
              <a:t>But He was sent away to draw his final breath
6-  LUI QUI N'AVAIT QUE TRENTE-TROIS ANS </a:t>
            </a:r>
          </a:p>
          <a:p>
            <a:r>
              <a:rPr lang="fr-FR" b="0" smtClean="0"/>
              <a:t>When he was only thirty-three
7-  ET EN MOURANT  AINSI DE LA MORT D'UN BRIGAND </a:t>
            </a:r>
          </a:p>
          <a:p>
            <a:r>
              <a:rPr lang="fr-FR" b="0" smtClean="0"/>
              <a:t>And in the shame of dying a criminal's death</a:t>
            </a:r>
          </a:p>
          <a:p>
            <a:r>
              <a:rPr lang="fr-FR" b="0" smtClean="0"/>
              <a:t>8-  IL A PURIFIÉ CE MONDE AFFLIGÉ ET DANS SA SOUFFRANCE JE VOIS  </a:t>
            </a:r>
          </a:p>
          <a:p>
            <a:r>
              <a:rPr lang="fr-FR" b="0" smtClean="0"/>
              <a:t>He cleansed an angry world And in his suffering I see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9-  LA GLOIRE DE SON SANG </a:t>
            </a:r>
          </a:p>
          <a:p>
            <a:r>
              <a:rPr lang="fr-FR" b="0" smtClean="0"/>
              <a:t>	The glory of the blood
	10-  LA BEAUTÉ DE CE CORPS QUI FUT BRISÉ POUR NOUS PARDONNER  </a:t>
            </a:r>
          </a:p>
          <a:p>
            <a:r>
              <a:rPr lang="fr-FR" b="0" smtClean="0"/>
              <a:t>	The beauty of the body That was broken for our forgiveness
	11-  LA GLOIRE DE SON AMOUR PARFAIT </a:t>
            </a:r>
          </a:p>
          <a:p>
            <a:r>
              <a:rPr lang="fr-FR" b="0" smtClean="0"/>
              <a:t>	The glory of His perfect love
	12-  C'EST LE CŒUR DE CETTE HISTOIRE LA GLOIRE DE SON SANG  </a:t>
            </a:r>
          </a:p>
          <a:p>
            <a:r>
              <a:rPr lang="fr-FR" b="0" smtClean="0"/>
              <a:t>	Is the heart of the story The glory of the blood
</a:t>
            </a:r>
          </a:p>
          <a:p>
            <a:r>
              <a:rPr lang="fr-FR" b="0" smtClean="0"/>
              <a:t>13-   J'AI TENTÉ PAR MOI-MÊME  DE TROUVER LE SALUT </a:t>
            </a:r>
          </a:p>
          <a:p>
            <a:r>
              <a:rPr lang="fr-FR" b="0" smtClean="0"/>
              <a:t>I have tried to find salvation on my own
14-   RECHERCHANT  QUELQUE CHOSE DE VRAI </a:t>
            </a:r>
          </a:p>
          <a:p>
            <a:r>
              <a:rPr lang="fr-FR" b="0" smtClean="0"/>
              <a:t>In a search for something real
15-  AU FOND DE MOI CE CŒUR  COUPABLE ET DÉÇU </a:t>
            </a:r>
          </a:p>
          <a:p>
            <a:r>
              <a:rPr lang="fr-FR" b="0" smtClean="0"/>
              <a:t>There's a guilty heart inside this flesh and bone
16-  A DÉCOUVERT SA GRÂCE  ET JE PEUX RESSENTIR 
I fall upon his grace And I begin to feel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QUAND JE FERME MES YEUX  JE PEUX LE VOIR SUR CETTE CROIX </a:t>
            </a:r>
          </a:p>
          <a:p>
            <a:r>
              <a:rPr lang="fr-FR" b="0" smtClean="0"/>
              <a:t>And when I close my eyes I can see Him hanging there
18-  L' AGNEAU DE DIEU BLESSÉ </a:t>
            </a:r>
          </a:p>
          <a:p>
            <a:r>
              <a:rPr lang="fr-FR" b="0" smtClean="0"/>
              <a:t>Oh the precious wounded Lamb of God
19-  TOUTE LA MAJESTÉ DE CE MONDE  NE PEUT SE COMPARER</a:t>
            </a:r>
          </a:p>
          <a:p>
            <a:r>
              <a:rPr lang="fr-FR" b="0" smtClean="0"/>
              <a:t>And all the majesty in this world can not compare  
20-  À LA GLOIRE  </a:t>
            </a:r>
          </a:p>
          <a:p>
            <a:r>
              <a:rPr lang="fr-FR" b="0" smtClean="0"/>
              <a:t>to the glory
21-  LA BEAUTÉ DE CE CORPS QUI FUT BRISÉ POUR NOUS PARDONNER   </a:t>
            </a:r>
          </a:p>
          <a:p>
            <a:r>
              <a:rPr lang="fr-FR" b="0" smtClean="0"/>
              <a:t>The beauty of the body That was broken for our forgiveness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22-  IL FUT REJETÉ  POUR MOURIR FINALEMENT </a:t>
            </a:r>
          </a:p>
          <a:p>
            <a:r>
              <a:rPr lang="fr-FR" b="0" smtClean="0"/>
              <a:t>He was sent away to draw His final breath
23-  LUI QUI N'AVAIT QUE TRENTE-TROIS ANS </a:t>
            </a:r>
          </a:p>
          <a:p>
            <a:r>
              <a:rPr lang="fr-FR" b="0" smtClean="0"/>
              <a:t>When He was only thirty-three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DANS UN MOMENT DE SOLITUDE  IL EST NÉ </a:t>
            </a:r>
          </a:p>
          <a:p>
            <a:r>
              <a:rPr lang="fr-FR" b="0" smtClean="0"/>
              <a:t>In the solitary moment of His birth
2-  DANS CE PAYS DÉPOUILLÉ </a:t>
            </a:r>
          </a:p>
          <a:p>
            <a:r>
              <a:rPr lang="fr-FR" b="0" smtClean="0"/>
              <a:t>On this barren dusty land
3-  LE CIEL A DONNÉ  À LA TERRE UN BAISER </a:t>
            </a:r>
          </a:p>
          <a:p>
            <a:r>
              <a:rPr lang="fr-FR" b="0" smtClean="0"/>
              <a:t>All of heaven kissed the face of the earth
4-  DANS UN MIRACLE D'AMOUR DIEU EST DEVENU HOMME  
With a miracle of love God became a man</a:t>
            </a:r>
            <a:br>
              <a:rPr lang="fr-FR" b="0" smtClean="0"/>
            </a:br>
            <a:r>
              <a:rPr lang="fr-FR" b="0" smtClean="0"/>
              <a:t>5-  MAIS IL FUT REJETÉ  POUR MOURIR FINALEMENT </a:t>
            </a:r>
          </a:p>
          <a:p>
            <a:r>
              <a:rPr lang="fr-FR" b="0" smtClean="0"/>
              <a:t>But He was sent away to draw his final breath
6-  LUI QUI N'AVAIT QUE TRENTE-TROIS ANS </a:t>
            </a:r>
          </a:p>
          <a:p>
            <a:r>
              <a:rPr lang="fr-FR" b="0" smtClean="0"/>
              <a:t>When he was only thirty-three
7-  ET EN MOURANT  AINSI DE LA MORT D'UN BRIGAND </a:t>
            </a:r>
          </a:p>
          <a:p>
            <a:r>
              <a:rPr lang="fr-FR" b="0" smtClean="0"/>
              <a:t>And in the shame of dying a criminal's death</a:t>
            </a:r>
          </a:p>
          <a:p>
            <a:r>
              <a:rPr lang="fr-FR" b="0" smtClean="0"/>
              <a:t>8-  IL A PURIFIÉ CE MONDE AFFLIGÉ ET DANS SA SOUFFRANCE JE VOIS  </a:t>
            </a:r>
          </a:p>
          <a:p>
            <a:r>
              <a:rPr lang="fr-FR" b="0" smtClean="0"/>
              <a:t>He cleansed an angry world And in his suffering I see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9-  LA GLOIRE DE SON SANG </a:t>
            </a:r>
          </a:p>
          <a:p>
            <a:r>
              <a:rPr lang="fr-FR" b="0" smtClean="0"/>
              <a:t>	The glory of the blood
	10-  LA BEAUTÉ DE CE CORPS QUI FUT BRISÉ POUR NOUS PARDONNER  </a:t>
            </a:r>
          </a:p>
          <a:p>
            <a:r>
              <a:rPr lang="fr-FR" b="0" smtClean="0"/>
              <a:t>	The beauty of the body That was broken for our forgiveness
	11-  LA GLOIRE DE SON AMOUR PARFAIT </a:t>
            </a:r>
          </a:p>
          <a:p>
            <a:r>
              <a:rPr lang="fr-FR" b="0" smtClean="0"/>
              <a:t>	The glory of His perfect love
	12-  C'EST LE CŒUR DE CETTE HISTOIRE LA GLOIRE DE SON SANG  </a:t>
            </a:r>
          </a:p>
          <a:p>
            <a:r>
              <a:rPr lang="fr-FR" b="0" smtClean="0"/>
              <a:t>	Is the heart of the story The glory of the blood
</a:t>
            </a:r>
          </a:p>
          <a:p>
            <a:r>
              <a:rPr lang="fr-FR" b="0" smtClean="0"/>
              <a:t>13-   J'AI TENTÉ PAR MOI-MÊME  DE TROUVER LE SALUT </a:t>
            </a:r>
          </a:p>
          <a:p>
            <a:r>
              <a:rPr lang="fr-FR" b="0" smtClean="0"/>
              <a:t>I have tried to find salvation on my own
14-   RECHERCHANT  QUELQUE CHOSE DE VRAI </a:t>
            </a:r>
          </a:p>
          <a:p>
            <a:r>
              <a:rPr lang="fr-FR" b="0" smtClean="0"/>
              <a:t>In a search for something real
15-  AU FOND DE MOI CE CŒUR  COUPABLE ET DÉÇU </a:t>
            </a:r>
          </a:p>
          <a:p>
            <a:r>
              <a:rPr lang="fr-FR" b="0" smtClean="0"/>
              <a:t>There's a guilty heart inside this flesh and bone
16-  A DÉCOUVERT SA GRÂCE  ET JE PEUX RESSENTIR 
I fall upon his grace And I begin to feel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QUAND JE FERME MES YEUX  JE PEUX LE VOIR SUR CETTE CROIX </a:t>
            </a:r>
          </a:p>
          <a:p>
            <a:r>
              <a:rPr lang="fr-FR" b="0" smtClean="0"/>
              <a:t>And when I close my eyes I can see Him hanging there
18-  L' AGNEAU DE DIEU BLESSÉ </a:t>
            </a:r>
          </a:p>
          <a:p>
            <a:r>
              <a:rPr lang="fr-FR" b="0" smtClean="0"/>
              <a:t>Oh the precious wounded Lamb of God
19-  TOUTE LA MAJESTÉ DE CE MONDE  NE PEUT SE COMPARER</a:t>
            </a:r>
          </a:p>
          <a:p>
            <a:r>
              <a:rPr lang="fr-FR" b="0" smtClean="0"/>
              <a:t>And all the majesty in this world can not compare  
20-  À LA GLOIRE  </a:t>
            </a:r>
          </a:p>
          <a:p>
            <a:r>
              <a:rPr lang="fr-FR" b="0" smtClean="0"/>
              <a:t>to the glory
21-  LA BEAUTÉ DE CE CORPS QUI FUT BRISÉ POUR NOUS PARDONNER   </a:t>
            </a:r>
          </a:p>
          <a:p>
            <a:r>
              <a:rPr lang="fr-FR" b="0" smtClean="0"/>
              <a:t>The beauty of the body That was broken for our forgiveness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22-  IL FUT REJETÉ  POUR MOURIR FINALEMENT </a:t>
            </a:r>
          </a:p>
          <a:p>
            <a:r>
              <a:rPr lang="fr-FR" b="0" smtClean="0"/>
              <a:t>He was sent away to draw His final breath
23-  LUI QUI N'AVAIT QUE TRENTE-TROIS ANS </a:t>
            </a:r>
          </a:p>
          <a:p>
            <a:r>
              <a:rPr lang="fr-FR" b="0" smtClean="0"/>
              <a:t>When He was only thirty-three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DANS UN MOMENT DE SOLITUDE  IL EST NÉ </a:t>
            </a:r>
          </a:p>
          <a:p>
            <a:r>
              <a:rPr lang="fr-FR" b="0" smtClean="0"/>
              <a:t>In the solitary moment of His birth
2-  DANS CE PAYS DÉPOUILLÉ </a:t>
            </a:r>
          </a:p>
          <a:p>
            <a:r>
              <a:rPr lang="fr-FR" b="0" smtClean="0"/>
              <a:t>On this barren dusty land
3-  LE CIEL A DONNÉ  À LA TERRE UN BAISER </a:t>
            </a:r>
          </a:p>
          <a:p>
            <a:r>
              <a:rPr lang="fr-FR" b="0" smtClean="0"/>
              <a:t>All of heaven kissed the face of the earth
4-  DANS UN MIRACLE D'AMOUR DIEU EST DEVENU HOMME  
With a miracle of love God became a man</a:t>
            </a:r>
            <a:br>
              <a:rPr lang="fr-FR" b="0" smtClean="0"/>
            </a:br>
            <a:r>
              <a:rPr lang="fr-FR" b="0" smtClean="0"/>
              <a:t>5-  MAIS IL FUT REJETÉ  POUR MOURIR FINALEMENT </a:t>
            </a:r>
          </a:p>
          <a:p>
            <a:r>
              <a:rPr lang="fr-FR" b="0" smtClean="0"/>
              <a:t>But He was sent away to draw his final breath
6-  LUI QUI N'AVAIT QUE TRENTE-TROIS ANS </a:t>
            </a:r>
          </a:p>
          <a:p>
            <a:r>
              <a:rPr lang="fr-FR" b="0" smtClean="0"/>
              <a:t>When he was only thirty-three
7-  ET EN MOURANT  AINSI DE LA MORT D'UN BRIGAND </a:t>
            </a:r>
          </a:p>
          <a:p>
            <a:r>
              <a:rPr lang="fr-FR" b="0" smtClean="0"/>
              <a:t>And in the shame of dying a criminal's death</a:t>
            </a:r>
          </a:p>
          <a:p>
            <a:r>
              <a:rPr lang="fr-FR" b="0" smtClean="0"/>
              <a:t>8-  IL A PURIFIÉ CE MONDE AFFLIGÉ ET DANS SA SOUFFRANCE JE VOIS  </a:t>
            </a:r>
          </a:p>
          <a:p>
            <a:r>
              <a:rPr lang="fr-FR" b="0" smtClean="0"/>
              <a:t>He cleansed an angry world And in his suffering I see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9-  LA GLOIRE DE SON SANG </a:t>
            </a:r>
          </a:p>
          <a:p>
            <a:r>
              <a:rPr lang="fr-FR" b="0" smtClean="0"/>
              <a:t>	The glory of the blood
	10-  LA BEAUTÉ DE CE CORPS QUI FUT BRISÉ POUR NOUS PARDONNER  </a:t>
            </a:r>
          </a:p>
          <a:p>
            <a:r>
              <a:rPr lang="fr-FR" b="0" smtClean="0"/>
              <a:t>	The beauty of the body That was broken for our forgiveness
	11-  LA GLOIRE DE SON AMOUR PARFAIT </a:t>
            </a:r>
          </a:p>
          <a:p>
            <a:r>
              <a:rPr lang="fr-FR" b="0" smtClean="0"/>
              <a:t>	The glory of His perfect love
	12-  C'EST LE CŒUR DE CETTE HISTOIRE LA GLOIRE DE SON SANG  </a:t>
            </a:r>
          </a:p>
          <a:p>
            <a:r>
              <a:rPr lang="fr-FR" b="0" smtClean="0"/>
              <a:t>	Is the heart of the story The glory of the blood
</a:t>
            </a:r>
          </a:p>
          <a:p>
            <a:r>
              <a:rPr lang="fr-FR" b="0" smtClean="0"/>
              <a:t>13-   J'AI TENTÉ PAR MOI-MÊME  DE TROUVER LE SALUT </a:t>
            </a:r>
          </a:p>
          <a:p>
            <a:r>
              <a:rPr lang="fr-FR" b="0" smtClean="0"/>
              <a:t>I have tried to find salvation on my own
14-   RECHERCHANT  QUELQUE CHOSE DE VRAI </a:t>
            </a:r>
          </a:p>
          <a:p>
            <a:r>
              <a:rPr lang="fr-FR" b="0" smtClean="0"/>
              <a:t>In a search for something real
15-  AU FOND DE MOI CE CŒUR  COUPABLE ET DÉÇU </a:t>
            </a:r>
          </a:p>
          <a:p>
            <a:r>
              <a:rPr lang="fr-FR" b="0" smtClean="0"/>
              <a:t>There's a guilty heart inside this flesh and bone
16-  A DÉCOUVERT SA GRÂCE  ET JE PEUX RESSENTIR 
I fall upon his grace And I begin to feel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QUAND JE FERME MES YEUX  JE PEUX LE VOIR SUR CETTE CROIX </a:t>
            </a:r>
          </a:p>
          <a:p>
            <a:r>
              <a:rPr lang="fr-FR" b="0" smtClean="0"/>
              <a:t>And when I close my eyes I can see Him hanging there
18-  L' AGNEAU DE DIEU BLESSÉ </a:t>
            </a:r>
          </a:p>
          <a:p>
            <a:r>
              <a:rPr lang="fr-FR" b="0" smtClean="0"/>
              <a:t>Oh the precious wounded Lamb of God
19-  TOUTE LA MAJESTÉ DE CE MONDE  NE PEUT SE COMPARER</a:t>
            </a:r>
          </a:p>
          <a:p>
            <a:r>
              <a:rPr lang="fr-FR" b="0" smtClean="0"/>
              <a:t>And all the majesty in this world can not compare  
20-  À LA GLOIRE  </a:t>
            </a:r>
          </a:p>
          <a:p>
            <a:r>
              <a:rPr lang="fr-FR" b="0" smtClean="0"/>
              <a:t>to the glory
21-  LA BEAUTÉ DE CE CORPS QUI FUT BRISÉ POUR NOUS PARDONNER   </a:t>
            </a:r>
          </a:p>
          <a:p>
            <a:r>
              <a:rPr lang="fr-FR" b="0" smtClean="0"/>
              <a:t>The beauty of the body That was broken for our forgiveness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22-  IL FUT REJETÉ  POUR MOURIR FINALEMENT </a:t>
            </a:r>
          </a:p>
          <a:p>
            <a:r>
              <a:rPr lang="fr-FR" b="0" smtClean="0"/>
              <a:t>He was sent away to draw His final breath
23-  LUI QUI N'AVAIT QUE TRENTE-TROIS ANS </a:t>
            </a:r>
          </a:p>
          <a:p>
            <a:r>
              <a:rPr lang="fr-FR" b="0" smtClean="0"/>
              <a:t>When He was only thirty-three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DANS UN MOMENT DE SOLITUDE  IL EST NÉ </a:t>
            </a:r>
          </a:p>
          <a:p>
            <a:r>
              <a:rPr lang="fr-FR" b="0" smtClean="0"/>
              <a:t>In the solitary moment of His birth
2-  DANS CE PAYS DÉPOUILLÉ </a:t>
            </a:r>
          </a:p>
          <a:p>
            <a:r>
              <a:rPr lang="fr-FR" b="0" smtClean="0"/>
              <a:t>On this barren dusty land
3-  LE CIEL A DONNÉ  À LA TERRE UN BAISER </a:t>
            </a:r>
          </a:p>
          <a:p>
            <a:r>
              <a:rPr lang="fr-FR" b="0" smtClean="0"/>
              <a:t>All of heaven kissed the face of the earth
4-  DANS UN MIRACLE D'AMOUR DIEU EST DEVENU HOMME  
With a miracle of love God became a man</a:t>
            </a:r>
            <a:br>
              <a:rPr lang="fr-FR" b="0" smtClean="0"/>
            </a:br>
            <a:r>
              <a:rPr lang="fr-FR" b="0" smtClean="0"/>
              <a:t>5-  MAIS IL FUT REJETÉ  POUR MOURIR FINALEMENT </a:t>
            </a:r>
          </a:p>
          <a:p>
            <a:r>
              <a:rPr lang="fr-FR" b="0" smtClean="0"/>
              <a:t>But He was sent away to draw his final breath
6-  LUI QUI N'AVAIT QUE TRENTE-TROIS ANS </a:t>
            </a:r>
          </a:p>
          <a:p>
            <a:r>
              <a:rPr lang="fr-FR" b="0" smtClean="0"/>
              <a:t>When he was only thirty-three
7-  ET EN MOURANT  AINSI DE LA MORT D'UN BRIGAND </a:t>
            </a:r>
          </a:p>
          <a:p>
            <a:r>
              <a:rPr lang="fr-FR" b="0" smtClean="0"/>
              <a:t>And in the shame of dying a criminal's death</a:t>
            </a:r>
          </a:p>
          <a:p>
            <a:r>
              <a:rPr lang="fr-FR" b="0" smtClean="0"/>
              <a:t>8-  IL A PURIFIÉ CE MONDE AFFLIGÉ ET DANS SA SOUFFRANCE JE VOIS  </a:t>
            </a:r>
          </a:p>
          <a:p>
            <a:r>
              <a:rPr lang="fr-FR" b="0" smtClean="0"/>
              <a:t>He cleansed an angry world And in his suffering I see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9-  LA GLOIRE DE SON SANG </a:t>
            </a:r>
          </a:p>
          <a:p>
            <a:r>
              <a:rPr lang="fr-FR" b="0" smtClean="0"/>
              <a:t>	The glory of the blood
	10-  LA BEAUTÉ DE CE CORPS QUI FUT BRISÉ POUR NOUS PARDONNER  </a:t>
            </a:r>
          </a:p>
          <a:p>
            <a:r>
              <a:rPr lang="fr-FR" b="0" smtClean="0"/>
              <a:t>	The beauty of the body That was broken for our forgiveness
	11-  LA GLOIRE DE SON AMOUR PARFAIT </a:t>
            </a:r>
          </a:p>
          <a:p>
            <a:r>
              <a:rPr lang="fr-FR" b="0" smtClean="0"/>
              <a:t>	The glory of His perfect love
	12-  C'EST LE CŒUR DE CETTE HISTOIRE LA GLOIRE DE SON SANG  </a:t>
            </a:r>
          </a:p>
          <a:p>
            <a:r>
              <a:rPr lang="fr-FR" b="0" smtClean="0"/>
              <a:t>	Is the heart of the story The glory of the blood
</a:t>
            </a:r>
          </a:p>
          <a:p>
            <a:r>
              <a:rPr lang="fr-FR" b="0" smtClean="0"/>
              <a:t>13-   J'AI TENTÉ PAR MOI-MÊME  DE TROUVER LE SALUT </a:t>
            </a:r>
          </a:p>
          <a:p>
            <a:r>
              <a:rPr lang="fr-FR" b="0" smtClean="0"/>
              <a:t>I have tried to find salvation on my own
14-   RECHERCHANT  QUELQUE CHOSE DE VRAI </a:t>
            </a:r>
          </a:p>
          <a:p>
            <a:r>
              <a:rPr lang="fr-FR" b="0" smtClean="0"/>
              <a:t>In a search for something real
15-  AU FOND DE MOI CE CŒUR  COUPABLE ET DÉÇU </a:t>
            </a:r>
          </a:p>
          <a:p>
            <a:r>
              <a:rPr lang="fr-FR" b="0" smtClean="0"/>
              <a:t>There's a guilty heart inside this flesh and bone
16-  A DÉCOUVERT SA GRÂCE  ET JE PEUX RESSENTIR 
I fall upon his grace And I begin to feel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QUAND JE FERME MES YEUX  JE PEUX LE VOIR SUR CETTE CROIX </a:t>
            </a:r>
          </a:p>
          <a:p>
            <a:r>
              <a:rPr lang="fr-FR" b="0" smtClean="0"/>
              <a:t>And when I close my eyes I can see Him hanging there
18-  L' AGNEAU DE DIEU BLESSÉ </a:t>
            </a:r>
          </a:p>
          <a:p>
            <a:r>
              <a:rPr lang="fr-FR" b="0" smtClean="0"/>
              <a:t>Oh the precious wounded Lamb of God
19-  TOUTE LA MAJESTÉ DE CE MONDE  NE PEUT SE COMPARER</a:t>
            </a:r>
          </a:p>
          <a:p>
            <a:r>
              <a:rPr lang="fr-FR" b="0" smtClean="0"/>
              <a:t>And all the majesty in this world can not compare  
20-  À LA GLOIRE  </a:t>
            </a:r>
          </a:p>
          <a:p>
            <a:r>
              <a:rPr lang="fr-FR" b="0" smtClean="0"/>
              <a:t>to the glory
21-  LA BEAUTÉ DE CE CORPS QUI FUT BRISÉ POUR NOUS PARDONNER   </a:t>
            </a:r>
          </a:p>
          <a:p>
            <a:r>
              <a:rPr lang="fr-FR" b="0" smtClean="0"/>
              <a:t>The beauty of the body That was broken for our forgiveness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22-  IL FUT REJETÉ  POUR MOURIR FINALEMENT </a:t>
            </a:r>
          </a:p>
          <a:p>
            <a:r>
              <a:rPr lang="fr-FR" b="0" smtClean="0"/>
              <a:t>He was sent away to draw His final breath
23-  LUI QUI N'AVAIT QUE TRENTE-TROIS ANS </a:t>
            </a:r>
          </a:p>
          <a:p>
            <a:r>
              <a:rPr lang="fr-FR" b="0" smtClean="0"/>
              <a:t>When He was only thirty-three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DANS UN MOMENT DE SOLITUDE  IL EST NÉ </a:t>
            </a:r>
          </a:p>
          <a:p>
            <a:r>
              <a:rPr lang="fr-FR" b="0" smtClean="0"/>
              <a:t>In the solitary moment of His birth
2-  DANS CE PAYS DÉPOUILLÉ </a:t>
            </a:r>
          </a:p>
          <a:p>
            <a:r>
              <a:rPr lang="fr-FR" b="0" smtClean="0"/>
              <a:t>On this barren dusty land
3-  LE CIEL A DONNÉ  À LA TERRE UN BAISER </a:t>
            </a:r>
          </a:p>
          <a:p>
            <a:r>
              <a:rPr lang="fr-FR" b="0" smtClean="0"/>
              <a:t>All of heaven kissed the face of the earth
4-  DANS UN MIRACLE D'AMOUR DIEU EST DEVENU HOMME  
With a miracle of love God became a man</a:t>
            </a:r>
            <a:br>
              <a:rPr lang="fr-FR" b="0" smtClean="0"/>
            </a:br>
            <a:r>
              <a:rPr lang="fr-FR" b="0" smtClean="0"/>
              <a:t>5-  MAIS IL FUT REJETÉ  POUR MOURIR FINALEMENT </a:t>
            </a:r>
          </a:p>
          <a:p>
            <a:r>
              <a:rPr lang="fr-FR" b="0" smtClean="0"/>
              <a:t>But He was sent away to draw his final breath
6-  LUI QUI N'AVAIT QUE TRENTE-TROIS ANS </a:t>
            </a:r>
          </a:p>
          <a:p>
            <a:r>
              <a:rPr lang="fr-FR" b="0" smtClean="0"/>
              <a:t>When he was only thirty-three
7-  ET EN MOURANT  AINSI DE LA MORT D'UN BRIGAND </a:t>
            </a:r>
          </a:p>
          <a:p>
            <a:r>
              <a:rPr lang="fr-FR" b="0" smtClean="0"/>
              <a:t>And in the shame of dying a criminal's death</a:t>
            </a:r>
          </a:p>
          <a:p>
            <a:r>
              <a:rPr lang="fr-FR" b="0" smtClean="0"/>
              <a:t>8-  IL A PURIFIÉ CE MONDE AFFLIGÉ ET DANS SA SOUFFRANCE JE VOIS  </a:t>
            </a:r>
          </a:p>
          <a:p>
            <a:r>
              <a:rPr lang="fr-FR" b="0" smtClean="0"/>
              <a:t>He cleansed an angry world And in his suffering I see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9-  LA GLOIRE DE SON SANG </a:t>
            </a:r>
          </a:p>
          <a:p>
            <a:r>
              <a:rPr lang="fr-FR" b="0" smtClean="0"/>
              <a:t>	The glory of the blood
	10-  LA BEAUTÉ DE CE CORPS QUI FUT BRISÉ POUR NOUS PARDONNER  </a:t>
            </a:r>
          </a:p>
          <a:p>
            <a:r>
              <a:rPr lang="fr-FR" b="0" smtClean="0"/>
              <a:t>	The beauty of the body That was broken for our forgiveness
	11-  LA GLOIRE DE SON AMOUR PARFAIT </a:t>
            </a:r>
          </a:p>
          <a:p>
            <a:r>
              <a:rPr lang="fr-FR" b="0" smtClean="0"/>
              <a:t>	The glory of His perfect love
	12-  C'EST LE CŒUR DE CETTE HISTOIRE LA GLOIRE DE SON SANG  </a:t>
            </a:r>
          </a:p>
          <a:p>
            <a:r>
              <a:rPr lang="fr-FR" b="0" smtClean="0"/>
              <a:t>	Is the heart of the story The glory of the blood
</a:t>
            </a:r>
          </a:p>
          <a:p>
            <a:r>
              <a:rPr lang="fr-FR" b="0" smtClean="0"/>
              <a:t>13-   J'AI TENTÉ PAR MOI-MÊME  DE TROUVER LE SALUT </a:t>
            </a:r>
          </a:p>
          <a:p>
            <a:r>
              <a:rPr lang="fr-FR" b="0" smtClean="0"/>
              <a:t>I have tried to find salvation on my own
14-   RECHERCHANT  QUELQUE CHOSE DE VRAI </a:t>
            </a:r>
          </a:p>
          <a:p>
            <a:r>
              <a:rPr lang="fr-FR" b="0" smtClean="0"/>
              <a:t>In a search for something real
15-  AU FOND DE MOI CE CŒUR  COUPABLE ET DÉÇU </a:t>
            </a:r>
          </a:p>
          <a:p>
            <a:r>
              <a:rPr lang="fr-FR" b="0" smtClean="0"/>
              <a:t>There's a guilty heart inside this flesh and bone
16-  A DÉCOUVERT SA GRÂCE  ET JE PEUX RESSENTIR 
I fall upon his grace And I begin to feel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QUAND JE FERME MES YEUX  JE PEUX LE VOIR SUR CETTE CROIX </a:t>
            </a:r>
          </a:p>
          <a:p>
            <a:r>
              <a:rPr lang="fr-FR" b="0" smtClean="0"/>
              <a:t>And when I close my eyes I can see Him hanging there
18-  L' AGNEAU DE DIEU BLESSÉ </a:t>
            </a:r>
          </a:p>
          <a:p>
            <a:r>
              <a:rPr lang="fr-FR" b="0" smtClean="0"/>
              <a:t>Oh the precious wounded Lamb of God
19-  TOUTE LA MAJESTÉ DE CE MONDE  NE PEUT SE COMPARER</a:t>
            </a:r>
          </a:p>
          <a:p>
            <a:r>
              <a:rPr lang="fr-FR" b="0" smtClean="0"/>
              <a:t>And all the majesty in this world can not compare  
20-  À LA GLOIRE  </a:t>
            </a:r>
          </a:p>
          <a:p>
            <a:r>
              <a:rPr lang="fr-FR" b="0" smtClean="0"/>
              <a:t>to the glory
21-  LA BEAUTÉ DE CE CORPS QUI FUT BRISÉ POUR NOUS PARDONNER   </a:t>
            </a:r>
          </a:p>
          <a:p>
            <a:r>
              <a:rPr lang="fr-FR" b="0" smtClean="0"/>
              <a:t>The beauty of the body That was broken for our forgiveness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22-  IL FUT REJETÉ  POUR MOURIR FINALEMENT </a:t>
            </a:r>
          </a:p>
          <a:p>
            <a:r>
              <a:rPr lang="fr-FR" b="0" smtClean="0"/>
              <a:t>He was sent away to draw His final breath
23-  LUI QUI N'AVAIT QUE TRENTE-TROIS ANS </a:t>
            </a:r>
          </a:p>
          <a:p>
            <a:r>
              <a:rPr lang="fr-FR" b="0" smtClean="0"/>
              <a:t>When He was only thirty-three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DANS UN MOMENT DE SOLITUDE  IL EST NÉ </a:t>
            </a:r>
          </a:p>
          <a:p>
            <a:r>
              <a:rPr lang="fr-FR" b="0" smtClean="0"/>
              <a:t>In the solitary moment of His birth
2-  DANS CE PAYS DÉPOUILLÉ </a:t>
            </a:r>
          </a:p>
          <a:p>
            <a:r>
              <a:rPr lang="fr-FR" b="0" smtClean="0"/>
              <a:t>On this barren dusty land
3-  LE CIEL A DONNÉ  À LA TERRE UN BAISER </a:t>
            </a:r>
          </a:p>
          <a:p>
            <a:r>
              <a:rPr lang="fr-FR" b="0" smtClean="0"/>
              <a:t>All of heaven kissed the face of the earth
4-  DANS UN MIRACLE D'AMOUR DIEU EST DEVENU HOMME  
With a miracle of love God became a man</a:t>
            </a:r>
            <a:br>
              <a:rPr lang="fr-FR" b="0" smtClean="0"/>
            </a:br>
            <a:r>
              <a:rPr lang="fr-FR" b="0" smtClean="0"/>
              <a:t>5-  MAIS IL FUT REJETÉ  POUR MOURIR FINALEMENT </a:t>
            </a:r>
          </a:p>
          <a:p>
            <a:r>
              <a:rPr lang="fr-FR" b="0" smtClean="0"/>
              <a:t>But He was sent away to draw his final breath
6-  LUI QUI N'AVAIT QUE TRENTE-TROIS ANS </a:t>
            </a:r>
          </a:p>
          <a:p>
            <a:r>
              <a:rPr lang="fr-FR" b="0" smtClean="0"/>
              <a:t>When he was only thirty-three
7-  ET EN MOURANT  AINSI DE LA MORT D'UN BRIGAND </a:t>
            </a:r>
          </a:p>
          <a:p>
            <a:r>
              <a:rPr lang="fr-FR" b="0" smtClean="0"/>
              <a:t>And in the shame of dying a criminal's death</a:t>
            </a:r>
          </a:p>
          <a:p>
            <a:r>
              <a:rPr lang="fr-FR" b="0" smtClean="0"/>
              <a:t>8-  IL A PURIFIÉ CE MONDE AFFLIGÉ ET DANS SA SOUFFRANCE JE VOIS  </a:t>
            </a:r>
          </a:p>
          <a:p>
            <a:r>
              <a:rPr lang="fr-FR" b="0" smtClean="0"/>
              <a:t>He cleansed an angry world And in his suffering I see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9-  LA GLOIRE DE SON SANG </a:t>
            </a:r>
          </a:p>
          <a:p>
            <a:r>
              <a:rPr lang="fr-FR" b="0" smtClean="0"/>
              <a:t>	The glory of the blood
	10-  LA BEAUTÉ DE CE CORPS QUI FUT BRISÉ POUR NOUS PARDONNER  </a:t>
            </a:r>
          </a:p>
          <a:p>
            <a:r>
              <a:rPr lang="fr-FR" b="0" smtClean="0"/>
              <a:t>	The beauty of the body That was broken for our forgiveness
	11-  LA GLOIRE DE SON AMOUR PARFAIT </a:t>
            </a:r>
          </a:p>
          <a:p>
            <a:r>
              <a:rPr lang="fr-FR" b="0" smtClean="0"/>
              <a:t>	The glory of His perfect love
	12-  C'EST LE CŒUR DE CETTE HISTOIRE LA GLOIRE DE SON SANG  </a:t>
            </a:r>
          </a:p>
          <a:p>
            <a:r>
              <a:rPr lang="fr-FR" b="0" smtClean="0"/>
              <a:t>	Is the heart of the story The glory of the blood
</a:t>
            </a:r>
          </a:p>
          <a:p>
            <a:r>
              <a:rPr lang="fr-FR" b="0" smtClean="0"/>
              <a:t>13-   J'AI TENTÉ PAR MOI-MÊME  DE TROUVER LE SALUT </a:t>
            </a:r>
          </a:p>
          <a:p>
            <a:r>
              <a:rPr lang="fr-FR" b="0" smtClean="0"/>
              <a:t>I have tried to find salvation on my own
14-   RECHERCHANT  QUELQUE CHOSE DE VRAI </a:t>
            </a:r>
          </a:p>
          <a:p>
            <a:r>
              <a:rPr lang="fr-FR" b="0" smtClean="0"/>
              <a:t>In a search for something real
15-  AU FOND DE MOI CE CŒUR  COUPABLE ET DÉÇU </a:t>
            </a:r>
          </a:p>
          <a:p>
            <a:r>
              <a:rPr lang="fr-FR" b="0" smtClean="0"/>
              <a:t>There's a guilty heart inside this flesh and bone
16-  A DÉCOUVERT SA GRÂCE  ET JE PEUX RESSENTIR 
I fall upon his grace And I begin to feel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QUAND JE FERME MES YEUX  JE PEUX LE VOIR SUR CETTE CROIX </a:t>
            </a:r>
          </a:p>
          <a:p>
            <a:r>
              <a:rPr lang="fr-FR" b="0" smtClean="0"/>
              <a:t>And when I close my eyes I can see Him hanging there
18-  L' AGNEAU DE DIEU BLESSÉ </a:t>
            </a:r>
          </a:p>
          <a:p>
            <a:r>
              <a:rPr lang="fr-FR" b="0" smtClean="0"/>
              <a:t>Oh the precious wounded Lamb of God
19-  TOUTE LA MAJESTÉ DE CE MONDE  NE PEUT SE COMPARER</a:t>
            </a:r>
          </a:p>
          <a:p>
            <a:r>
              <a:rPr lang="fr-FR" b="0" smtClean="0"/>
              <a:t>And all the majesty in this world can not compare  
20-  À LA GLOIRE  </a:t>
            </a:r>
          </a:p>
          <a:p>
            <a:r>
              <a:rPr lang="fr-FR" b="0" smtClean="0"/>
              <a:t>to the glory
21-  LA BEAUTÉ DE CE CORPS QUI FUT BRISÉ POUR NOUS PARDONNER   </a:t>
            </a:r>
          </a:p>
          <a:p>
            <a:r>
              <a:rPr lang="fr-FR" b="0" smtClean="0"/>
              <a:t>The beauty of the body That was broken for our forgiveness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22-  IL FUT REJETÉ  POUR MOURIR FINALEMENT </a:t>
            </a:r>
          </a:p>
          <a:p>
            <a:r>
              <a:rPr lang="fr-FR" b="0" smtClean="0"/>
              <a:t>He was sent away to draw His final breath
23-  LUI QUI N'AVAIT QUE TRENTE-TROIS ANS </a:t>
            </a:r>
          </a:p>
          <a:p>
            <a:r>
              <a:rPr lang="fr-FR" b="0" smtClean="0"/>
              <a:t>When He was only thirty-three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DANS UN MOMENT DE SOLITUDE  IL EST NÉ </a:t>
            </a:r>
          </a:p>
          <a:p>
            <a:r>
              <a:rPr lang="fr-FR" b="0" smtClean="0"/>
              <a:t>In the solitary moment of His birth
2-  DANS CE PAYS DÉPOUILLÉ </a:t>
            </a:r>
          </a:p>
          <a:p>
            <a:r>
              <a:rPr lang="fr-FR" b="0" smtClean="0"/>
              <a:t>On this barren dusty land
3-  LE CIEL A DONNÉ  À LA TERRE UN BAISER </a:t>
            </a:r>
          </a:p>
          <a:p>
            <a:r>
              <a:rPr lang="fr-FR" b="0" smtClean="0"/>
              <a:t>All of heaven kissed the face of the earth
4-  DANS UN MIRACLE D'AMOUR DIEU EST DEVENU HOMME  
With a miracle of love God became a man</a:t>
            </a:r>
            <a:br>
              <a:rPr lang="fr-FR" b="0" smtClean="0"/>
            </a:br>
            <a:r>
              <a:rPr lang="fr-FR" b="0" smtClean="0"/>
              <a:t>5-  MAIS IL FUT REJETÉ  POUR MOURIR FINALEMENT </a:t>
            </a:r>
          </a:p>
          <a:p>
            <a:r>
              <a:rPr lang="fr-FR" b="0" smtClean="0"/>
              <a:t>But He was sent away to draw his final breath
6-  LUI QUI N'AVAIT QUE TRENTE-TROIS ANS </a:t>
            </a:r>
          </a:p>
          <a:p>
            <a:r>
              <a:rPr lang="fr-FR" b="0" smtClean="0"/>
              <a:t>When he was only thirty-three
7-  ET EN MOURANT  AINSI DE LA MORT D'UN BRIGAND </a:t>
            </a:r>
          </a:p>
          <a:p>
            <a:r>
              <a:rPr lang="fr-FR" b="0" smtClean="0"/>
              <a:t>And in the shame of dying a criminal's death</a:t>
            </a:r>
          </a:p>
          <a:p>
            <a:r>
              <a:rPr lang="fr-FR" b="0" smtClean="0"/>
              <a:t>8-  IL A PURIFIÉ CE MONDE AFFLIGÉ ET DANS SA SOUFFRANCE JE VOIS  </a:t>
            </a:r>
          </a:p>
          <a:p>
            <a:r>
              <a:rPr lang="fr-FR" b="0" smtClean="0"/>
              <a:t>He cleansed an angry world And in his suffering I see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9-  LA GLOIRE DE SON SANG </a:t>
            </a:r>
          </a:p>
          <a:p>
            <a:r>
              <a:rPr lang="fr-FR" b="0" smtClean="0"/>
              <a:t>	The glory of the blood
	10-  LA BEAUTÉ DE CE CORPS QUI FUT BRISÉ POUR NOUS PARDONNER  </a:t>
            </a:r>
          </a:p>
          <a:p>
            <a:r>
              <a:rPr lang="fr-FR" b="0" smtClean="0"/>
              <a:t>	The beauty of the body That was broken for our forgiveness
	11-  LA GLOIRE DE SON AMOUR PARFAIT </a:t>
            </a:r>
          </a:p>
          <a:p>
            <a:r>
              <a:rPr lang="fr-FR" b="0" smtClean="0"/>
              <a:t>	The glory of His perfect love
	12-  C'EST LE CŒUR DE CETTE HISTOIRE LA GLOIRE DE SON SANG  </a:t>
            </a:r>
          </a:p>
          <a:p>
            <a:r>
              <a:rPr lang="fr-FR" b="0" smtClean="0"/>
              <a:t>	Is the heart of the story The glory of the blood
</a:t>
            </a:r>
          </a:p>
          <a:p>
            <a:r>
              <a:rPr lang="fr-FR" b="0" smtClean="0"/>
              <a:t>13-   J'AI TENTÉ PAR MOI-MÊME  DE TROUVER LE SALUT </a:t>
            </a:r>
          </a:p>
          <a:p>
            <a:r>
              <a:rPr lang="fr-FR" b="0" smtClean="0"/>
              <a:t>I have tried to find salvation on my own
14-   RECHERCHANT  QUELQUE CHOSE DE VRAI </a:t>
            </a:r>
          </a:p>
          <a:p>
            <a:r>
              <a:rPr lang="fr-FR" b="0" smtClean="0"/>
              <a:t>In a search for something real
15-  AU FOND DE MOI CE CŒUR  COUPABLE ET DÉÇU </a:t>
            </a:r>
          </a:p>
          <a:p>
            <a:r>
              <a:rPr lang="fr-FR" b="0" smtClean="0"/>
              <a:t>There's a guilty heart inside this flesh and bone
16-  A DÉCOUVERT SA GRÂCE  ET JE PEUX RESSENTIR 
I fall upon his grace And I begin to feel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QUAND JE FERME MES YEUX  JE PEUX LE VOIR SUR CETTE CROIX </a:t>
            </a:r>
          </a:p>
          <a:p>
            <a:r>
              <a:rPr lang="fr-FR" b="0" smtClean="0"/>
              <a:t>And when I close my eyes I can see Him hanging there
18-  L' AGNEAU DE DIEU BLESSÉ </a:t>
            </a:r>
          </a:p>
          <a:p>
            <a:r>
              <a:rPr lang="fr-FR" b="0" smtClean="0"/>
              <a:t>Oh the precious wounded Lamb of God
19-  TOUTE LA MAJESTÉ DE CE MONDE  NE PEUT SE COMPARER</a:t>
            </a:r>
          </a:p>
          <a:p>
            <a:r>
              <a:rPr lang="fr-FR" b="0" smtClean="0"/>
              <a:t>And all the majesty in this world can not compare  
20-  À LA GLOIRE  </a:t>
            </a:r>
          </a:p>
          <a:p>
            <a:r>
              <a:rPr lang="fr-FR" b="0" smtClean="0"/>
              <a:t>to the glory
21-  LA BEAUTÉ DE CE CORPS QUI FUT BRISÉ POUR NOUS PARDONNER   </a:t>
            </a:r>
          </a:p>
          <a:p>
            <a:r>
              <a:rPr lang="fr-FR" b="0" smtClean="0"/>
              <a:t>The beauty of the body That was broken for our forgiveness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22-  IL FUT REJETÉ  POUR MOURIR FINALEMENT </a:t>
            </a:r>
          </a:p>
          <a:p>
            <a:r>
              <a:rPr lang="fr-FR" b="0" smtClean="0"/>
              <a:t>He was sent away to draw His final breath
23-  LUI QUI N'AVAIT QUE TRENTE-TROIS ANS </a:t>
            </a:r>
          </a:p>
          <a:p>
            <a:r>
              <a:rPr lang="fr-FR" b="0" smtClean="0"/>
              <a:t>When He was only thirty-three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DANS UN MOMENT DE SOLITUDE  IL EST NÉ </a:t>
            </a:r>
          </a:p>
          <a:p>
            <a:r>
              <a:rPr lang="fr-FR" b="0" dirty="0" smtClean="0"/>
              <a:t>In the </a:t>
            </a:r>
            <a:r>
              <a:rPr lang="fr-FR" b="0" dirty="0" err="1" smtClean="0"/>
              <a:t>solitary</a:t>
            </a:r>
            <a:r>
              <a:rPr lang="fr-FR" b="0" dirty="0" smtClean="0"/>
              <a:t> moment of </a:t>
            </a:r>
            <a:r>
              <a:rPr lang="fr-FR" b="0" dirty="0" err="1" smtClean="0"/>
              <a:t>His</a:t>
            </a:r>
            <a:r>
              <a:rPr lang="fr-FR" b="0" dirty="0" smtClean="0"/>
              <a:t> </a:t>
            </a:r>
            <a:r>
              <a:rPr lang="fr-FR" b="0" dirty="0" err="1" smtClean="0"/>
              <a:t>birth</a:t>
            </a:r>
            <a:r>
              <a:rPr lang="fr-FR" b="0" dirty="0" smtClean="0"/>
              <a:t>
2-  DANS CE PAYS DÉPOUILLÉ </a:t>
            </a:r>
          </a:p>
          <a:p>
            <a:r>
              <a:rPr lang="fr-FR" b="0" dirty="0" smtClean="0"/>
              <a:t>On </a:t>
            </a:r>
            <a:r>
              <a:rPr lang="fr-FR" b="0" dirty="0" err="1" smtClean="0"/>
              <a:t>this</a:t>
            </a:r>
            <a:r>
              <a:rPr lang="fr-FR" b="0" dirty="0" smtClean="0"/>
              <a:t> barren </a:t>
            </a:r>
            <a:r>
              <a:rPr lang="fr-FR" b="0" dirty="0" err="1" smtClean="0"/>
              <a:t>dusty</a:t>
            </a:r>
            <a:r>
              <a:rPr lang="fr-FR" b="0" dirty="0" smtClean="0"/>
              <a:t> land
3-  LE CIEL A DONNÉ  À LA TERRE UN BAISER </a:t>
            </a:r>
          </a:p>
          <a:p>
            <a:r>
              <a:rPr lang="fr-FR" b="0" dirty="0" smtClean="0"/>
              <a:t>All of 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kissed</a:t>
            </a:r>
            <a:r>
              <a:rPr lang="fr-FR" b="0" dirty="0" smtClean="0"/>
              <a:t> the face of the </a:t>
            </a:r>
            <a:r>
              <a:rPr lang="fr-FR" b="0" dirty="0" err="1" smtClean="0"/>
              <a:t>earth</a:t>
            </a:r>
            <a:r>
              <a:rPr lang="fr-FR" b="0" dirty="0" smtClean="0"/>
              <a:t>
4-  DANS UN MIRACLE D'AMOUR DIEU EST DEVENU HOMME  
</a:t>
            </a:r>
            <a:r>
              <a:rPr lang="fr-FR" b="0" dirty="0" err="1" smtClean="0"/>
              <a:t>With</a:t>
            </a:r>
            <a:r>
              <a:rPr lang="fr-FR" b="0" dirty="0" smtClean="0"/>
              <a:t> a miracle of love </a:t>
            </a:r>
            <a:r>
              <a:rPr lang="fr-FR" b="0" dirty="0" err="1" smtClean="0"/>
              <a:t>God</a:t>
            </a:r>
            <a:r>
              <a:rPr lang="fr-FR" b="0" dirty="0" smtClean="0"/>
              <a:t> </a:t>
            </a:r>
            <a:r>
              <a:rPr lang="fr-FR" b="0" dirty="0" err="1" smtClean="0"/>
              <a:t>became</a:t>
            </a:r>
            <a:r>
              <a:rPr lang="fr-FR" b="0" dirty="0" smtClean="0"/>
              <a:t> a man</a:t>
            </a:r>
            <a:br>
              <a:rPr lang="fr-FR" b="0" dirty="0" smtClean="0"/>
            </a:br>
            <a:r>
              <a:rPr lang="fr-FR" b="0" dirty="0" smtClean="0"/>
              <a:t>5-  MAIS IL FUT REJETÉ  POUR MOURIR FINALEMENT </a:t>
            </a:r>
          </a:p>
          <a:p>
            <a:r>
              <a:rPr lang="fr-FR" b="0" dirty="0" smtClean="0"/>
              <a:t>But He </a:t>
            </a:r>
            <a:r>
              <a:rPr lang="fr-FR" b="0" dirty="0" err="1" smtClean="0"/>
              <a:t>was</a:t>
            </a:r>
            <a:r>
              <a:rPr lang="fr-FR" b="0" dirty="0" smtClean="0"/>
              <a:t> sent </a:t>
            </a:r>
            <a:r>
              <a:rPr lang="fr-FR" b="0" dirty="0" err="1" smtClean="0"/>
              <a:t>away</a:t>
            </a:r>
            <a:r>
              <a:rPr lang="fr-FR" b="0" dirty="0" smtClean="0"/>
              <a:t> to </a:t>
            </a:r>
            <a:r>
              <a:rPr lang="fr-FR" b="0" dirty="0" err="1" smtClean="0"/>
              <a:t>draw</a:t>
            </a:r>
            <a:r>
              <a:rPr lang="fr-FR" b="0" dirty="0" smtClean="0"/>
              <a:t> </a:t>
            </a:r>
            <a:r>
              <a:rPr lang="fr-FR" b="0" dirty="0" err="1" smtClean="0"/>
              <a:t>his</a:t>
            </a:r>
            <a:r>
              <a:rPr lang="fr-FR" b="0" dirty="0" smtClean="0"/>
              <a:t> final </a:t>
            </a:r>
            <a:r>
              <a:rPr lang="fr-FR" b="0" dirty="0" err="1" smtClean="0"/>
              <a:t>breath</a:t>
            </a:r>
            <a:r>
              <a:rPr lang="fr-FR" b="0" dirty="0" smtClean="0"/>
              <a:t>
6-  LUI QUI N'AVAIT QUE TRENTE-TROIS ANS </a:t>
            </a:r>
          </a:p>
          <a:p>
            <a:r>
              <a:rPr lang="fr-FR" b="0" dirty="0" err="1" smtClean="0"/>
              <a:t>When</a:t>
            </a:r>
            <a:r>
              <a:rPr lang="fr-FR" b="0" dirty="0" smtClean="0"/>
              <a:t> </a:t>
            </a:r>
            <a:r>
              <a:rPr lang="fr-FR" b="0" dirty="0" err="1" smtClean="0"/>
              <a:t>he</a:t>
            </a:r>
            <a:r>
              <a:rPr lang="fr-FR" b="0" dirty="0" smtClean="0"/>
              <a:t> </a:t>
            </a:r>
            <a:r>
              <a:rPr lang="fr-FR" b="0" dirty="0" err="1" smtClean="0"/>
              <a:t>was</a:t>
            </a:r>
            <a:r>
              <a:rPr lang="fr-FR" b="0" dirty="0" smtClean="0"/>
              <a:t> </a:t>
            </a:r>
            <a:r>
              <a:rPr lang="fr-FR" b="0" dirty="0" err="1" smtClean="0"/>
              <a:t>only</a:t>
            </a:r>
            <a:r>
              <a:rPr lang="fr-FR" b="0" dirty="0" smtClean="0"/>
              <a:t> </a:t>
            </a:r>
            <a:r>
              <a:rPr lang="fr-FR" b="0" dirty="0" err="1" smtClean="0"/>
              <a:t>thirty</a:t>
            </a:r>
            <a:r>
              <a:rPr lang="fr-FR" b="0" dirty="0" smtClean="0"/>
              <a:t>-</a:t>
            </a:r>
            <a:r>
              <a:rPr lang="fr-FR" b="0" dirty="0" err="1" smtClean="0"/>
              <a:t>three</a:t>
            </a:r>
            <a:r>
              <a:rPr lang="fr-FR" b="0" dirty="0" smtClean="0"/>
              <a:t>
7-  ET EN MOURANT  AINSI DE LA MORT D'UN BRIGAND </a:t>
            </a:r>
          </a:p>
          <a:p>
            <a:r>
              <a:rPr lang="fr-FR" b="0" dirty="0" smtClean="0"/>
              <a:t>And in the </a:t>
            </a:r>
            <a:r>
              <a:rPr lang="fr-FR" b="0" dirty="0" err="1" smtClean="0"/>
              <a:t>shame</a:t>
            </a:r>
            <a:r>
              <a:rPr lang="fr-FR" b="0" dirty="0" smtClean="0"/>
              <a:t> of </a:t>
            </a:r>
            <a:r>
              <a:rPr lang="fr-FR" b="0" dirty="0" err="1" smtClean="0"/>
              <a:t>dying</a:t>
            </a:r>
            <a:r>
              <a:rPr lang="fr-FR" b="0" dirty="0" smtClean="0"/>
              <a:t> a </a:t>
            </a:r>
            <a:r>
              <a:rPr lang="fr-FR" b="0" dirty="0" err="1" smtClean="0"/>
              <a:t>criminal's</a:t>
            </a:r>
            <a:r>
              <a:rPr lang="fr-FR" b="0" dirty="0" smtClean="0"/>
              <a:t> </a:t>
            </a:r>
            <a:r>
              <a:rPr lang="fr-FR" b="0" dirty="0" err="1" smtClean="0"/>
              <a:t>death</a:t>
            </a:r>
            <a:endParaRPr lang="fr-FR" b="0" dirty="0" smtClean="0"/>
          </a:p>
          <a:p>
            <a:r>
              <a:rPr lang="fr-FR" b="0" dirty="0" smtClean="0"/>
              <a:t>8-  IL A PURIFIÉ CE MONDE AFFLIGÉ ET DANS SA SOUFFRANCE JE VOIS  </a:t>
            </a:r>
          </a:p>
          <a:p>
            <a:r>
              <a:rPr lang="fr-FR" b="0" dirty="0" smtClean="0"/>
              <a:t>He </a:t>
            </a:r>
            <a:r>
              <a:rPr lang="fr-FR" b="0" dirty="0" err="1" smtClean="0"/>
              <a:t>cleansed</a:t>
            </a:r>
            <a:r>
              <a:rPr lang="fr-FR" b="0" dirty="0" smtClean="0"/>
              <a:t> an </a:t>
            </a:r>
            <a:r>
              <a:rPr lang="fr-FR" b="0" dirty="0" err="1" smtClean="0"/>
              <a:t>angry</a:t>
            </a:r>
            <a:r>
              <a:rPr lang="fr-FR" b="0" dirty="0" smtClean="0"/>
              <a:t> world And in </a:t>
            </a:r>
            <a:r>
              <a:rPr lang="fr-FR" b="0" dirty="0" err="1" smtClean="0"/>
              <a:t>his</a:t>
            </a:r>
            <a:r>
              <a:rPr lang="fr-FR" b="0" dirty="0" smtClean="0"/>
              <a:t> </a:t>
            </a:r>
            <a:r>
              <a:rPr lang="fr-FR" b="0" dirty="0" err="1" smtClean="0"/>
              <a:t>suffering</a:t>
            </a:r>
            <a:r>
              <a:rPr lang="fr-FR" b="0" dirty="0" smtClean="0"/>
              <a:t> I </a:t>
            </a:r>
            <a:r>
              <a:rPr lang="fr-FR" b="0" dirty="0" err="1" smtClean="0"/>
              <a:t>see</a:t>
            </a:r>
            <a:endParaRPr lang="fr-FR" b="0" dirty="0" smtClean="0"/>
          </a:p>
          <a:p>
            <a:r>
              <a:rPr lang="fr-FR" b="0" dirty="0" smtClean="0"/>
              <a:t>
	Refrain:</a:t>
            </a:r>
          </a:p>
          <a:p>
            <a:r>
              <a:rPr lang="fr-FR" b="0" dirty="0" smtClean="0"/>
              <a:t>	9-  LA GLOIRE DE SON SANG </a:t>
            </a:r>
          </a:p>
          <a:p>
            <a:r>
              <a:rPr lang="fr-FR" b="0" dirty="0" smtClean="0"/>
              <a:t>	The </a:t>
            </a:r>
            <a:r>
              <a:rPr lang="fr-FR" b="0" dirty="0" err="1" smtClean="0"/>
              <a:t>glory</a:t>
            </a:r>
            <a:r>
              <a:rPr lang="fr-FR" b="0" dirty="0" smtClean="0"/>
              <a:t> of the </a:t>
            </a:r>
            <a:r>
              <a:rPr lang="fr-FR" b="0" dirty="0" err="1" smtClean="0"/>
              <a:t>blood</a:t>
            </a:r>
            <a:r>
              <a:rPr lang="fr-FR" b="0" dirty="0" smtClean="0"/>
              <a:t>
	10-  LA BEAUTÉ DE CE CORPS QUI FUT BRISÉ POUR NOUS PARDONNER  </a:t>
            </a:r>
          </a:p>
          <a:p>
            <a:r>
              <a:rPr lang="fr-FR" b="0" dirty="0" smtClean="0"/>
              <a:t>	The beauty of the body That </a:t>
            </a:r>
            <a:r>
              <a:rPr lang="fr-FR" b="0" dirty="0" err="1" smtClean="0"/>
              <a:t>was</a:t>
            </a:r>
            <a:r>
              <a:rPr lang="fr-FR" b="0" dirty="0" smtClean="0"/>
              <a:t> </a:t>
            </a:r>
            <a:r>
              <a:rPr lang="fr-FR" b="0" dirty="0" err="1" smtClean="0"/>
              <a:t>broken</a:t>
            </a:r>
            <a:r>
              <a:rPr lang="fr-FR" b="0" dirty="0" smtClean="0"/>
              <a:t> for </a:t>
            </a:r>
            <a:r>
              <a:rPr lang="fr-FR" b="0" dirty="0" err="1" smtClean="0"/>
              <a:t>our</a:t>
            </a:r>
            <a:r>
              <a:rPr lang="fr-FR" b="0" dirty="0" smtClean="0"/>
              <a:t> </a:t>
            </a:r>
            <a:r>
              <a:rPr lang="fr-FR" b="0" dirty="0" err="1" smtClean="0"/>
              <a:t>forgiveness</a:t>
            </a:r>
            <a:r>
              <a:rPr lang="fr-FR" b="0" dirty="0" smtClean="0"/>
              <a:t>
	11-  LA GLOIRE DE SON AMOUR PARFAIT </a:t>
            </a:r>
          </a:p>
          <a:p>
            <a:r>
              <a:rPr lang="fr-FR" b="0" dirty="0" smtClean="0"/>
              <a:t>	The </a:t>
            </a:r>
            <a:r>
              <a:rPr lang="fr-FR" b="0" dirty="0" err="1" smtClean="0"/>
              <a:t>glory</a:t>
            </a:r>
            <a:r>
              <a:rPr lang="fr-FR" b="0" dirty="0" smtClean="0"/>
              <a:t> of </a:t>
            </a:r>
            <a:r>
              <a:rPr lang="fr-FR" b="0" dirty="0" err="1" smtClean="0"/>
              <a:t>His</a:t>
            </a:r>
            <a:r>
              <a:rPr lang="fr-FR" b="0" dirty="0" smtClean="0"/>
              <a:t> </a:t>
            </a:r>
            <a:r>
              <a:rPr lang="fr-FR" b="0" dirty="0" err="1" smtClean="0"/>
              <a:t>perfect</a:t>
            </a:r>
            <a:r>
              <a:rPr lang="fr-FR" b="0" dirty="0" smtClean="0"/>
              <a:t> love
	12-  C'EST LE CŒUR DE CETTE HISTOIRE LA GLOIRE DE SON SANG  </a:t>
            </a:r>
          </a:p>
          <a:p>
            <a:r>
              <a:rPr lang="fr-FR" b="0" dirty="0" smtClean="0"/>
              <a:t>	Is the </a:t>
            </a:r>
            <a:r>
              <a:rPr lang="fr-FR" b="0" dirty="0" err="1" smtClean="0"/>
              <a:t>heart</a:t>
            </a:r>
            <a:r>
              <a:rPr lang="fr-FR" b="0" dirty="0" smtClean="0"/>
              <a:t> of the story The </a:t>
            </a:r>
            <a:r>
              <a:rPr lang="fr-FR" b="0" dirty="0" err="1" smtClean="0"/>
              <a:t>glory</a:t>
            </a:r>
            <a:r>
              <a:rPr lang="fr-FR" b="0" dirty="0" smtClean="0"/>
              <a:t> of the </a:t>
            </a:r>
            <a:r>
              <a:rPr lang="fr-FR" b="0" dirty="0" err="1" smtClean="0"/>
              <a:t>blood</a:t>
            </a:r>
            <a:r>
              <a:rPr lang="fr-FR" b="0" dirty="0" smtClean="0"/>
              <a:t>
</a:t>
            </a:r>
          </a:p>
          <a:p>
            <a:r>
              <a:rPr lang="fr-FR" b="0" dirty="0" smtClean="0"/>
              <a:t>13-   J'AI TENTÉ PAR MOI-MÊME  DE TROUVER LE SALUT </a:t>
            </a:r>
          </a:p>
          <a:p>
            <a:r>
              <a:rPr lang="fr-FR" b="0" dirty="0" smtClean="0"/>
              <a:t>I have </a:t>
            </a:r>
            <a:r>
              <a:rPr lang="fr-FR" b="0" dirty="0" err="1" smtClean="0"/>
              <a:t>tried</a:t>
            </a:r>
            <a:r>
              <a:rPr lang="fr-FR" b="0" dirty="0" smtClean="0"/>
              <a:t> to </a:t>
            </a:r>
            <a:r>
              <a:rPr lang="fr-FR" b="0" dirty="0" err="1" smtClean="0"/>
              <a:t>find</a:t>
            </a:r>
            <a:r>
              <a:rPr lang="fr-FR" b="0" dirty="0" smtClean="0"/>
              <a:t> salvation on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own</a:t>
            </a:r>
            <a:r>
              <a:rPr lang="fr-FR" b="0" dirty="0" smtClean="0"/>
              <a:t>
14-   RECHERCHANT  QUELQUE CHOSE DE VRAI </a:t>
            </a:r>
          </a:p>
          <a:p>
            <a:r>
              <a:rPr lang="fr-FR" b="0" dirty="0" smtClean="0"/>
              <a:t>In a </a:t>
            </a:r>
            <a:r>
              <a:rPr lang="fr-FR" b="0" dirty="0" err="1" smtClean="0"/>
              <a:t>search</a:t>
            </a:r>
            <a:r>
              <a:rPr lang="fr-FR" b="0" dirty="0" smtClean="0"/>
              <a:t> for </a:t>
            </a:r>
            <a:r>
              <a:rPr lang="fr-FR" b="0" dirty="0" err="1" smtClean="0"/>
              <a:t>something</a:t>
            </a:r>
            <a:r>
              <a:rPr lang="fr-FR" b="0" dirty="0" smtClean="0"/>
              <a:t> real
15-  AU FOND DE MOI CE CŒUR  COUPABLE ET DÉÇU </a:t>
            </a:r>
          </a:p>
          <a:p>
            <a:r>
              <a:rPr lang="fr-FR" b="0" dirty="0" err="1" smtClean="0"/>
              <a:t>There's</a:t>
            </a:r>
            <a:r>
              <a:rPr lang="fr-FR" b="0" dirty="0" smtClean="0"/>
              <a:t> a </a:t>
            </a:r>
            <a:r>
              <a:rPr lang="fr-FR" b="0" dirty="0" err="1" smtClean="0"/>
              <a:t>guilty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</a:t>
            </a:r>
            <a:r>
              <a:rPr lang="fr-FR" b="0" dirty="0" err="1" smtClean="0"/>
              <a:t>inside</a:t>
            </a:r>
            <a:r>
              <a:rPr lang="fr-FR" b="0" dirty="0" smtClean="0"/>
              <a:t> </a:t>
            </a:r>
            <a:r>
              <a:rPr lang="fr-FR" b="0" dirty="0" err="1" smtClean="0"/>
              <a:t>this</a:t>
            </a:r>
            <a:r>
              <a:rPr lang="fr-FR" b="0" dirty="0" smtClean="0"/>
              <a:t> </a:t>
            </a:r>
            <a:r>
              <a:rPr lang="fr-FR" b="0" dirty="0" err="1" smtClean="0"/>
              <a:t>flesh</a:t>
            </a:r>
            <a:r>
              <a:rPr lang="fr-FR" b="0" dirty="0" smtClean="0"/>
              <a:t> and </a:t>
            </a:r>
            <a:r>
              <a:rPr lang="fr-FR" b="0" dirty="0" err="1" smtClean="0"/>
              <a:t>bone</a:t>
            </a:r>
            <a:r>
              <a:rPr lang="fr-FR" b="0" dirty="0" smtClean="0"/>
              <a:t>
16-  A DÉCOUVERT SA GRÂCE  ET JE PEUX RESSENTIR 
I </a:t>
            </a:r>
            <a:r>
              <a:rPr lang="fr-FR" b="0" dirty="0" err="1" smtClean="0"/>
              <a:t>fall</a:t>
            </a:r>
            <a:r>
              <a:rPr lang="fr-FR" b="0" dirty="0" smtClean="0"/>
              <a:t> </a:t>
            </a:r>
            <a:r>
              <a:rPr lang="fr-FR" b="0" dirty="0" err="1" smtClean="0"/>
              <a:t>upon</a:t>
            </a:r>
            <a:r>
              <a:rPr lang="fr-FR" b="0" dirty="0" smtClean="0"/>
              <a:t> </a:t>
            </a:r>
            <a:r>
              <a:rPr lang="fr-FR" b="0" dirty="0" err="1" smtClean="0"/>
              <a:t>his</a:t>
            </a:r>
            <a:r>
              <a:rPr lang="fr-FR" b="0" dirty="0" smtClean="0"/>
              <a:t> </a:t>
            </a:r>
            <a:r>
              <a:rPr lang="fr-FR" b="0" dirty="0" err="1" smtClean="0"/>
              <a:t>grace</a:t>
            </a:r>
            <a:r>
              <a:rPr lang="fr-FR" b="0" dirty="0" smtClean="0"/>
              <a:t> And I </a:t>
            </a:r>
            <a:r>
              <a:rPr lang="fr-FR" b="0" dirty="0" err="1" smtClean="0"/>
              <a:t>begin</a:t>
            </a:r>
            <a:r>
              <a:rPr lang="fr-FR" b="0" dirty="0" smtClean="0"/>
              <a:t> to </a:t>
            </a:r>
            <a:r>
              <a:rPr lang="fr-FR" b="0" dirty="0" err="1" smtClean="0"/>
              <a:t>feel</a:t>
            </a:r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endParaRPr lang="fr-FR" b="0" dirty="0" smtClean="0"/>
          </a:p>
          <a:p>
            <a:r>
              <a:rPr lang="fr-FR" b="0" dirty="0" smtClean="0"/>
              <a:t>17-  QUAND JE FERME MES YEUX  JE PEUX LE VOIR SUR CETTE CROIX </a:t>
            </a:r>
          </a:p>
          <a:p>
            <a:r>
              <a:rPr lang="fr-FR" b="0" dirty="0" smtClean="0"/>
              <a:t>And </a:t>
            </a:r>
            <a:r>
              <a:rPr lang="fr-FR" b="0" dirty="0" err="1" smtClean="0"/>
              <a:t>when</a:t>
            </a:r>
            <a:r>
              <a:rPr lang="fr-FR" b="0" dirty="0" smtClean="0"/>
              <a:t> I close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eyes</a:t>
            </a:r>
            <a:r>
              <a:rPr lang="fr-FR" b="0" dirty="0" smtClean="0"/>
              <a:t> I </a:t>
            </a:r>
            <a:r>
              <a:rPr lang="fr-FR" b="0" dirty="0" err="1" smtClean="0"/>
              <a:t>can</a:t>
            </a:r>
            <a:r>
              <a:rPr lang="fr-FR" b="0" dirty="0" smtClean="0"/>
              <a:t> </a:t>
            </a:r>
            <a:r>
              <a:rPr lang="fr-FR" b="0" dirty="0" err="1" smtClean="0"/>
              <a:t>see</a:t>
            </a:r>
            <a:r>
              <a:rPr lang="fr-FR" b="0" dirty="0" smtClean="0"/>
              <a:t> </a:t>
            </a:r>
            <a:r>
              <a:rPr lang="fr-FR" b="0" dirty="0" err="1" smtClean="0"/>
              <a:t>Him</a:t>
            </a:r>
            <a:r>
              <a:rPr lang="fr-FR" b="0" dirty="0" smtClean="0"/>
              <a:t> </a:t>
            </a:r>
            <a:r>
              <a:rPr lang="fr-FR" b="0" dirty="0" err="1" smtClean="0"/>
              <a:t>hanging</a:t>
            </a:r>
            <a:r>
              <a:rPr lang="fr-FR" b="0" dirty="0" smtClean="0"/>
              <a:t> </a:t>
            </a:r>
            <a:r>
              <a:rPr lang="fr-FR" b="0" dirty="0" err="1" smtClean="0"/>
              <a:t>there</a:t>
            </a:r>
            <a:r>
              <a:rPr lang="fr-FR" b="0" dirty="0" smtClean="0"/>
              <a:t>
18-  L' AGNEAU DE DIEU BLESSÉ </a:t>
            </a:r>
          </a:p>
          <a:p>
            <a:r>
              <a:rPr lang="fr-FR" b="0" dirty="0" smtClean="0"/>
              <a:t>Oh the </a:t>
            </a:r>
            <a:r>
              <a:rPr lang="fr-FR" b="0" dirty="0" err="1" smtClean="0"/>
              <a:t>precious</a:t>
            </a:r>
            <a:r>
              <a:rPr lang="fr-FR" b="0" dirty="0" smtClean="0"/>
              <a:t> </a:t>
            </a:r>
            <a:r>
              <a:rPr lang="fr-FR" b="0" dirty="0" err="1" smtClean="0"/>
              <a:t>wounded</a:t>
            </a:r>
            <a:r>
              <a:rPr lang="fr-FR" b="0" dirty="0" smtClean="0"/>
              <a:t> Lamb of </a:t>
            </a:r>
            <a:r>
              <a:rPr lang="fr-FR" b="0" dirty="0" err="1" smtClean="0"/>
              <a:t>God</a:t>
            </a:r>
            <a:r>
              <a:rPr lang="fr-FR" b="0" dirty="0" smtClean="0"/>
              <a:t>
19-  TOUTE LA MAJESTÉ DE CE MONDE  NE PEUT SE COMPARER</a:t>
            </a:r>
          </a:p>
          <a:p>
            <a:r>
              <a:rPr lang="fr-FR" b="0" dirty="0" smtClean="0"/>
              <a:t>And all the </a:t>
            </a:r>
            <a:r>
              <a:rPr lang="fr-FR" b="0" dirty="0" err="1" smtClean="0"/>
              <a:t>majesty</a:t>
            </a:r>
            <a:r>
              <a:rPr lang="fr-FR" b="0" dirty="0" smtClean="0"/>
              <a:t> in </a:t>
            </a:r>
            <a:r>
              <a:rPr lang="fr-FR" b="0" dirty="0" err="1" smtClean="0"/>
              <a:t>this</a:t>
            </a:r>
            <a:r>
              <a:rPr lang="fr-FR" b="0" dirty="0" smtClean="0"/>
              <a:t> world </a:t>
            </a:r>
            <a:r>
              <a:rPr lang="fr-FR" b="0" dirty="0" err="1" smtClean="0"/>
              <a:t>can</a:t>
            </a:r>
            <a:r>
              <a:rPr lang="fr-FR" b="0" dirty="0" smtClean="0"/>
              <a:t> not compare  
20-  À LA GLOIRE  </a:t>
            </a:r>
          </a:p>
          <a:p>
            <a:r>
              <a:rPr lang="fr-FR" b="0" dirty="0" smtClean="0"/>
              <a:t>to the </a:t>
            </a:r>
            <a:r>
              <a:rPr lang="fr-FR" b="0" dirty="0" err="1" smtClean="0"/>
              <a:t>glory</a:t>
            </a:r>
            <a:r>
              <a:rPr lang="fr-FR" b="0" dirty="0" smtClean="0"/>
              <a:t>
21-  LA BEAUTÉ DE CE CORPS QUI FUT BRISÉ POUR NOUS PARDONNER   </a:t>
            </a:r>
          </a:p>
          <a:p>
            <a:r>
              <a:rPr lang="fr-FR" b="0" dirty="0" smtClean="0"/>
              <a:t>The beauty of the body That </a:t>
            </a:r>
            <a:r>
              <a:rPr lang="fr-FR" b="0" dirty="0" err="1" smtClean="0"/>
              <a:t>was</a:t>
            </a:r>
            <a:r>
              <a:rPr lang="fr-FR" b="0" dirty="0" smtClean="0"/>
              <a:t> </a:t>
            </a:r>
            <a:r>
              <a:rPr lang="fr-FR" b="0" dirty="0" err="1" smtClean="0"/>
              <a:t>broken</a:t>
            </a:r>
            <a:r>
              <a:rPr lang="fr-FR" b="0" dirty="0" smtClean="0"/>
              <a:t> for </a:t>
            </a:r>
            <a:r>
              <a:rPr lang="fr-FR" b="0" dirty="0" err="1" smtClean="0"/>
              <a:t>our</a:t>
            </a:r>
            <a:r>
              <a:rPr lang="fr-FR" b="0" dirty="0" smtClean="0"/>
              <a:t> </a:t>
            </a:r>
            <a:r>
              <a:rPr lang="fr-FR" b="0" dirty="0" err="1" smtClean="0"/>
              <a:t>forgiveness</a:t>
            </a:r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endParaRPr lang="fr-FR" b="0" dirty="0" smtClean="0"/>
          </a:p>
          <a:p>
            <a:r>
              <a:rPr lang="fr-FR" b="0" dirty="0" smtClean="0"/>
              <a:t>22-  IL FUT REJETÉ  POUR MOURIR FINALEMENT </a:t>
            </a:r>
          </a:p>
          <a:p>
            <a:r>
              <a:rPr lang="fr-FR" b="0" dirty="0" smtClean="0"/>
              <a:t>He </a:t>
            </a:r>
            <a:r>
              <a:rPr lang="fr-FR" b="0" dirty="0" err="1" smtClean="0"/>
              <a:t>was</a:t>
            </a:r>
            <a:r>
              <a:rPr lang="fr-FR" b="0" dirty="0" smtClean="0"/>
              <a:t> sent </a:t>
            </a:r>
            <a:r>
              <a:rPr lang="fr-FR" b="0" dirty="0" err="1" smtClean="0"/>
              <a:t>away</a:t>
            </a:r>
            <a:r>
              <a:rPr lang="fr-FR" b="0" dirty="0" smtClean="0"/>
              <a:t> to </a:t>
            </a:r>
            <a:r>
              <a:rPr lang="fr-FR" b="0" dirty="0" err="1" smtClean="0"/>
              <a:t>draw</a:t>
            </a:r>
            <a:r>
              <a:rPr lang="fr-FR" b="0" dirty="0" smtClean="0"/>
              <a:t> </a:t>
            </a:r>
            <a:r>
              <a:rPr lang="fr-FR" b="0" dirty="0" err="1" smtClean="0"/>
              <a:t>His</a:t>
            </a:r>
            <a:r>
              <a:rPr lang="fr-FR" b="0" dirty="0" smtClean="0"/>
              <a:t> final </a:t>
            </a:r>
            <a:r>
              <a:rPr lang="fr-FR" b="0" dirty="0" err="1" smtClean="0"/>
              <a:t>breath</a:t>
            </a:r>
            <a:r>
              <a:rPr lang="fr-FR" b="0" dirty="0" smtClean="0"/>
              <a:t>
23-  LUI QUI N'AVAIT QUE TRENTE-TROIS ANS </a:t>
            </a:r>
          </a:p>
          <a:p>
            <a:r>
              <a:rPr lang="fr-FR" b="0" dirty="0" err="1" smtClean="0"/>
              <a:t>When</a:t>
            </a:r>
            <a:r>
              <a:rPr lang="fr-FR" b="0" dirty="0" smtClean="0"/>
              <a:t> He </a:t>
            </a:r>
            <a:r>
              <a:rPr lang="fr-FR" b="0" dirty="0" err="1" smtClean="0"/>
              <a:t>was</a:t>
            </a:r>
            <a:r>
              <a:rPr lang="fr-FR" b="0" dirty="0" smtClean="0"/>
              <a:t> </a:t>
            </a:r>
            <a:r>
              <a:rPr lang="fr-FR" b="0" dirty="0" err="1" smtClean="0"/>
              <a:t>only</a:t>
            </a:r>
            <a:r>
              <a:rPr lang="fr-FR" b="0" dirty="0" smtClean="0"/>
              <a:t> </a:t>
            </a:r>
            <a:r>
              <a:rPr lang="fr-FR" b="0" dirty="0" err="1" smtClean="0"/>
              <a:t>thirty</a:t>
            </a:r>
            <a:r>
              <a:rPr lang="fr-FR" b="0" dirty="0" smtClean="0"/>
              <a:t>-</a:t>
            </a:r>
            <a:r>
              <a:rPr lang="fr-FR" b="0" dirty="0" err="1" smtClean="0"/>
              <a:t>three</a:t>
            </a:r>
            <a:endParaRPr lang="fr-FR" b="0" dirty="0" smtClean="0"/>
          </a:p>
          <a:p>
            <a:r>
              <a:rPr lang="fr-FR" b="0" dirty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DANS UN MOMENT DE SOLITUDE  IL EST NÉ </a:t>
            </a:r>
          </a:p>
          <a:p>
            <a:r>
              <a:rPr lang="fr-FR" b="0" smtClean="0"/>
              <a:t>In the solitary moment of His birth
2-  DANS CE PAYS DÉPOUILLÉ </a:t>
            </a:r>
          </a:p>
          <a:p>
            <a:r>
              <a:rPr lang="fr-FR" b="0" smtClean="0"/>
              <a:t>On this barren dusty land
3-  LE CIEL A DONNÉ  À LA TERRE UN BAISER </a:t>
            </a:r>
          </a:p>
          <a:p>
            <a:r>
              <a:rPr lang="fr-FR" b="0" smtClean="0"/>
              <a:t>All of heaven kissed the face of the earth
4-  DANS UN MIRACLE D'AMOUR DIEU EST DEVENU HOMME  
With a miracle of love God became a man</a:t>
            </a:r>
            <a:br>
              <a:rPr lang="fr-FR" b="0" smtClean="0"/>
            </a:br>
            <a:r>
              <a:rPr lang="fr-FR" b="0" smtClean="0"/>
              <a:t>5-  MAIS IL FUT REJETÉ  POUR MOURIR FINALEMENT </a:t>
            </a:r>
          </a:p>
          <a:p>
            <a:r>
              <a:rPr lang="fr-FR" b="0" smtClean="0"/>
              <a:t>But He was sent away to draw his final breath
6-  LUI QUI N'AVAIT QUE TRENTE-TROIS ANS </a:t>
            </a:r>
          </a:p>
          <a:p>
            <a:r>
              <a:rPr lang="fr-FR" b="0" smtClean="0"/>
              <a:t>When he was only thirty-three
7-  ET EN MOURANT  AINSI DE LA MORT D'UN BRIGAND </a:t>
            </a:r>
          </a:p>
          <a:p>
            <a:r>
              <a:rPr lang="fr-FR" b="0" smtClean="0"/>
              <a:t>And in the shame of dying a criminal's death</a:t>
            </a:r>
          </a:p>
          <a:p>
            <a:r>
              <a:rPr lang="fr-FR" b="0" smtClean="0"/>
              <a:t>8-  IL A PURIFIÉ CE MONDE AFFLIGÉ ET DANS SA SOUFFRANCE JE VOIS  </a:t>
            </a:r>
          </a:p>
          <a:p>
            <a:r>
              <a:rPr lang="fr-FR" b="0" smtClean="0"/>
              <a:t>He cleansed an angry world And in his suffering I see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9-  LA GLOIRE DE SON SANG </a:t>
            </a:r>
          </a:p>
          <a:p>
            <a:r>
              <a:rPr lang="fr-FR" b="0" smtClean="0"/>
              <a:t>	The glory of the blood
	10-  LA BEAUTÉ DE CE CORPS QUI FUT BRISÉ POUR NOUS PARDONNER  </a:t>
            </a:r>
          </a:p>
          <a:p>
            <a:r>
              <a:rPr lang="fr-FR" b="0" smtClean="0"/>
              <a:t>	The beauty of the body That was broken for our forgiveness
	11-  LA GLOIRE DE SON AMOUR PARFAIT </a:t>
            </a:r>
          </a:p>
          <a:p>
            <a:r>
              <a:rPr lang="fr-FR" b="0" smtClean="0"/>
              <a:t>	The glory of His perfect love
	12-  C'EST LE CŒUR DE CETTE HISTOIRE LA GLOIRE DE SON SANG  </a:t>
            </a:r>
          </a:p>
          <a:p>
            <a:r>
              <a:rPr lang="fr-FR" b="0" smtClean="0"/>
              <a:t>	Is the heart of the story The glory of the blood
</a:t>
            </a:r>
          </a:p>
          <a:p>
            <a:r>
              <a:rPr lang="fr-FR" b="0" smtClean="0"/>
              <a:t>13-   J'AI TENTÉ PAR MOI-MÊME  DE TROUVER LE SALUT </a:t>
            </a:r>
          </a:p>
          <a:p>
            <a:r>
              <a:rPr lang="fr-FR" b="0" smtClean="0"/>
              <a:t>I have tried to find salvation on my own
14-   RECHERCHANT  QUELQUE CHOSE DE VRAI </a:t>
            </a:r>
          </a:p>
          <a:p>
            <a:r>
              <a:rPr lang="fr-FR" b="0" smtClean="0"/>
              <a:t>In a search for something real
15-  AU FOND DE MOI CE CŒUR  COUPABLE ET DÉÇU </a:t>
            </a:r>
          </a:p>
          <a:p>
            <a:r>
              <a:rPr lang="fr-FR" b="0" smtClean="0"/>
              <a:t>There's a guilty heart inside this flesh and bone
16-  A DÉCOUVERT SA GRÂCE  ET JE PEUX RESSENTIR 
I fall upon his grace And I begin to feel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QUAND JE FERME MES YEUX  JE PEUX LE VOIR SUR CETTE CROIX </a:t>
            </a:r>
          </a:p>
          <a:p>
            <a:r>
              <a:rPr lang="fr-FR" b="0" smtClean="0"/>
              <a:t>And when I close my eyes I can see Him hanging there
18-  L' AGNEAU DE DIEU BLESSÉ </a:t>
            </a:r>
          </a:p>
          <a:p>
            <a:r>
              <a:rPr lang="fr-FR" b="0" smtClean="0"/>
              <a:t>Oh the precious wounded Lamb of God
19-  TOUTE LA MAJESTÉ DE CE MONDE  NE PEUT SE COMPARER</a:t>
            </a:r>
          </a:p>
          <a:p>
            <a:r>
              <a:rPr lang="fr-FR" b="0" smtClean="0"/>
              <a:t>And all the majesty in this world can not compare  
20-  À LA GLOIRE  </a:t>
            </a:r>
          </a:p>
          <a:p>
            <a:r>
              <a:rPr lang="fr-FR" b="0" smtClean="0"/>
              <a:t>to the glory
21-  LA BEAUTÉ DE CE CORPS QUI FUT BRISÉ POUR NOUS PARDONNER   </a:t>
            </a:r>
          </a:p>
          <a:p>
            <a:r>
              <a:rPr lang="fr-FR" b="0" smtClean="0"/>
              <a:t>The beauty of the body That was broken for our forgiveness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22-  IL FUT REJETÉ  POUR MOURIR FINALEMENT </a:t>
            </a:r>
          </a:p>
          <a:p>
            <a:r>
              <a:rPr lang="fr-FR" b="0" smtClean="0"/>
              <a:t>He was sent away to draw His final breath
23-  LUI QUI N'AVAIT QUE TRENTE-TROIS ANS </a:t>
            </a:r>
          </a:p>
          <a:p>
            <a:r>
              <a:rPr lang="fr-FR" b="0" smtClean="0"/>
              <a:t>When He was only thirty-three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DANS UN MOMENT DE SOLITUDE  IL EST NÉ </a:t>
            </a:r>
          </a:p>
          <a:p>
            <a:r>
              <a:rPr lang="fr-FR" b="0" smtClean="0"/>
              <a:t>In the solitary moment of His birth
2-  DANS CE PAYS DÉPOUILLÉ </a:t>
            </a:r>
          </a:p>
          <a:p>
            <a:r>
              <a:rPr lang="fr-FR" b="0" smtClean="0"/>
              <a:t>On this barren dusty land
3-  LE CIEL A DONNÉ  À LA TERRE UN BAISER </a:t>
            </a:r>
          </a:p>
          <a:p>
            <a:r>
              <a:rPr lang="fr-FR" b="0" smtClean="0"/>
              <a:t>All of heaven kissed the face of the earth
4-  DANS UN MIRACLE D'AMOUR DIEU EST DEVENU HOMME  
With a miracle of love God became a man</a:t>
            </a:r>
            <a:br>
              <a:rPr lang="fr-FR" b="0" smtClean="0"/>
            </a:br>
            <a:r>
              <a:rPr lang="fr-FR" b="0" smtClean="0"/>
              <a:t>5-  MAIS IL FUT REJETÉ  POUR MOURIR FINALEMENT </a:t>
            </a:r>
          </a:p>
          <a:p>
            <a:r>
              <a:rPr lang="fr-FR" b="0" smtClean="0"/>
              <a:t>But He was sent away to draw his final breath
6-  LUI QUI N'AVAIT QUE TRENTE-TROIS ANS </a:t>
            </a:r>
          </a:p>
          <a:p>
            <a:r>
              <a:rPr lang="fr-FR" b="0" smtClean="0"/>
              <a:t>When he was only thirty-three
7-  ET EN MOURANT  AINSI DE LA MORT D'UN BRIGAND </a:t>
            </a:r>
          </a:p>
          <a:p>
            <a:r>
              <a:rPr lang="fr-FR" b="0" smtClean="0"/>
              <a:t>And in the shame of dying a criminal's death</a:t>
            </a:r>
          </a:p>
          <a:p>
            <a:r>
              <a:rPr lang="fr-FR" b="0" smtClean="0"/>
              <a:t>8-  IL A PURIFIÉ CE MONDE AFFLIGÉ ET DANS SA SOUFFRANCE JE VOIS  </a:t>
            </a:r>
          </a:p>
          <a:p>
            <a:r>
              <a:rPr lang="fr-FR" b="0" smtClean="0"/>
              <a:t>He cleansed an angry world And in his suffering I see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9-  LA GLOIRE DE SON SANG </a:t>
            </a:r>
          </a:p>
          <a:p>
            <a:r>
              <a:rPr lang="fr-FR" b="0" smtClean="0"/>
              <a:t>	The glory of the blood
	10-  LA BEAUTÉ DE CE CORPS QUI FUT BRISÉ POUR NOUS PARDONNER  </a:t>
            </a:r>
          </a:p>
          <a:p>
            <a:r>
              <a:rPr lang="fr-FR" b="0" smtClean="0"/>
              <a:t>	The beauty of the body That was broken for our forgiveness
	11-  LA GLOIRE DE SON AMOUR PARFAIT </a:t>
            </a:r>
          </a:p>
          <a:p>
            <a:r>
              <a:rPr lang="fr-FR" b="0" smtClean="0"/>
              <a:t>	The glory of His perfect love
	12-  C'EST LE CŒUR DE CETTE HISTOIRE LA GLOIRE DE SON SANG  </a:t>
            </a:r>
          </a:p>
          <a:p>
            <a:r>
              <a:rPr lang="fr-FR" b="0" smtClean="0"/>
              <a:t>	Is the heart of the story The glory of the blood
</a:t>
            </a:r>
          </a:p>
          <a:p>
            <a:r>
              <a:rPr lang="fr-FR" b="0" smtClean="0"/>
              <a:t>13-   J'AI TENTÉ PAR MOI-MÊME  DE TROUVER LE SALUT </a:t>
            </a:r>
          </a:p>
          <a:p>
            <a:r>
              <a:rPr lang="fr-FR" b="0" smtClean="0"/>
              <a:t>I have tried to find salvation on my own
14-   RECHERCHANT  QUELQUE CHOSE DE VRAI </a:t>
            </a:r>
          </a:p>
          <a:p>
            <a:r>
              <a:rPr lang="fr-FR" b="0" smtClean="0"/>
              <a:t>In a search for something real
15-  AU FOND DE MOI CE CŒUR  COUPABLE ET DÉÇU </a:t>
            </a:r>
          </a:p>
          <a:p>
            <a:r>
              <a:rPr lang="fr-FR" b="0" smtClean="0"/>
              <a:t>There's a guilty heart inside this flesh and bone
16-  A DÉCOUVERT SA GRÂCE  ET JE PEUX RESSENTIR 
I fall upon his grace And I begin to feel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QUAND JE FERME MES YEUX  JE PEUX LE VOIR SUR CETTE CROIX </a:t>
            </a:r>
          </a:p>
          <a:p>
            <a:r>
              <a:rPr lang="fr-FR" b="0" smtClean="0"/>
              <a:t>And when I close my eyes I can see Him hanging there
18-  L' AGNEAU DE DIEU BLESSÉ </a:t>
            </a:r>
          </a:p>
          <a:p>
            <a:r>
              <a:rPr lang="fr-FR" b="0" smtClean="0"/>
              <a:t>Oh the precious wounded Lamb of God
19-  TOUTE LA MAJESTÉ DE CE MONDE  NE PEUT SE COMPARER</a:t>
            </a:r>
          </a:p>
          <a:p>
            <a:r>
              <a:rPr lang="fr-FR" b="0" smtClean="0"/>
              <a:t>And all the majesty in this world can not compare  
20-  À LA GLOIRE  </a:t>
            </a:r>
          </a:p>
          <a:p>
            <a:r>
              <a:rPr lang="fr-FR" b="0" smtClean="0"/>
              <a:t>to the glory
21-  LA BEAUTÉ DE CE CORPS QUI FUT BRISÉ POUR NOUS PARDONNER   </a:t>
            </a:r>
          </a:p>
          <a:p>
            <a:r>
              <a:rPr lang="fr-FR" b="0" smtClean="0"/>
              <a:t>The beauty of the body That was broken for our forgiveness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22-  IL FUT REJETÉ  POUR MOURIR FINALEMENT </a:t>
            </a:r>
          </a:p>
          <a:p>
            <a:r>
              <a:rPr lang="fr-FR" b="0" smtClean="0"/>
              <a:t>He was sent away to draw His final breath
23-  LUI QUI N'AVAIT QUE TRENTE-TROIS ANS </a:t>
            </a:r>
          </a:p>
          <a:p>
            <a:r>
              <a:rPr lang="fr-FR" b="0" smtClean="0"/>
              <a:t>When He was only thirty-three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DANS UN MOMENT DE SOLITUDE  IL EST NÉ </a:t>
            </a:r>
          </a:p>
          <a:p>
            <a:r>
              <a:rPr lang="fr-FR" b="0" smtClean="0"/>
              <a:t>In the solitary moment of His birth
2-  DANS CE PAYS DÉPOUILLÉ </a:t>
            </a:r>
          </a:p>
          <a:p>
            <a:r>
              <a:rPr lang="fr-FR" b="0" smtClean="0"/>
              <a:t>On this barren dusty land
3-  LE CIEL A DONNÉ  À LA TERRE UN BAISER </a:t>
            </a:r>
          </a:p>
          <a:p>
            <a:r>
              <a:rPr lang="fr-FR" b="0" smtClean="0"/>
              <a:t>All of heaven kissed the face of the earth
4-  DANS UN MIRACLE D'AMOUR DIEU EST DEVENU HOMME  
With a miracle of love God became a man</a:t>
            </a:r>
            <a:br>
              <a:rPr lang="fr-FR" b="0" smtClean="0"/>
            </a:br>
            <a:r>
              <a:rPr lang="fr-FR" b="0" smtClean="0"/>
              <a:t>5-  MAIS IL FUT REJETÉ  POUR MOURIR FINALEMENT </a:t>
            </a:r>
          </a:p>
          <a:p>
            <a:r>
              <a:rPr lang="fr-FR" b="0" smtClean="0"/>
              <a:t>But He was sent away to draw his final breath
6-  LUI QUI N'AVAIT QUE TRENTE-TROIS ANS </a:t>
            </a:r>
          </a:p>
          <a:p>
            <a:r>
              <a:rPr lang="fr-FR" b="0" smtClean="0"/>
              <a:t>When he was only thirty-three
7-  ET EN MOURANT  AINSI DE LA MORT D'UN BRIGAND </a:t>
            </a:r>
          </a:p>
          <a:p>
            <a:r>
              <a:rPr lang="fr-FR" b="0" smtClean="0"/>
              <a:t>And in the shame of dying a criminal's death</a:t>
            </a:r>
          </a:p>
          <a:p>
            <a:r>
              <a:rPr lang="fr-FR" b="0" smtClean="0"/>
              <a:t>8-  IL A PURIFIÉ CE MONDE AFFLIGÉ ET DANS SA SOUFFRANCE JE VOIS  </a:t>
            </a:r>
          </a:p>
          <a:p>
            <a:r>
              <a:rPr lang="fr-FR" b="0" smtClean="0"/>
              <a:t>He cleansed an angry world And in his suffering I see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9-  LA GLOIRE DE SON SANG </a:t>
            </a:r>
          </a:p>
          <a:p>
            <a:r>
              <a:rPr lang="fr-FR" b="0" smtClean="0"/>
              <a:t>	The glory of the blood
	10-  LA BEAUTÉ DE CE CORPS QUI FUT BRISÉ POUR NOUS PARDONNER  </a:t>
            </a:r>
          </a:p>
          <a:p>
            <a:r>
              <a:rPr lang="fr-FR" b="0" smtClean="0"/>
              <a:t>	The beauty of the body That was broken for our forgiveness
	11-  LA GLOIRE DE SON AMOUR PARFAIT </a:t>
            </a:r>
          </a:p>
          <a:p>
            <a:r>
              <a:rPr lang="fr-FR" b="0" smtClean="0"/>
              <a:t>	The glory of His perfect love
	12-  C'EST LE CŒUR DE CETTE HISTOIRE LA GLOIRE DE SON SANG  </a:t>
            </a:r>
          </a:p>
          <a:p>
            <a:r>
              <a:rPr lang="fr-FR" b="0" smtClean="0"/>
              <a:t>	Is the heart of the story The glory of the blood
</a:t>
            </a:r>
          </a:p>
          <a:p>
            <a:r>
              <a:rPr lang="fr-FR" b="0" smtClean="0"/>
              <a:t>13-   J'AI TENTÉ PAR MOI-MÊME  DE TROUVER LE SALUT </a:t>
            </a:r>
          </a:p>
          <a:p>
            <a:r>
              <a:rPr lang="fr-FR" b="0" smtClean="0"/>
              <a:t>I have tried to find salvation on my own
14-   RECHERCHANT  QUELQUE CHOSE DE VRAI </a:t>
            </a:r>
          </a:p>
          <a:p>
            <a:r>
              <a:rPr lang="fr-FR" b="0" smtClean="0"/>
              <a:t>In a search for something real
15-  AU FOND DE MOI CE CŒUR  COUPABLE ET DÉÇU </a:t>
            </a:r>
          </a:p>
          <a:p>
            <a:r>
              <a:rPr lang="fr-FR" b="0" smtClean="0"/>
              <a:t>There's a guilty heart inside this flesh and bone
16-  A DÉCOUVERT SA GRÂCE  ET JE PEUX RESSENTIR 
I fall upon his grace And I begin to feel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QUAND JE FERME MES YEUX  JE PEUX LE VOIR SUR CETTE CROIX </a:t>
            </a:r>
          </a:p>
          <a:p>
            <a:r>
              <a:rPr lang="fr-FR" b="0" smtClean="0"/>
              <a:t>And when I close my eyes I can see Him hanging there
18-  L' AGNEAU DE DIEU BLESSÉ </a:t>
            </a:r>
          </a:p>
          <a:p>
            <a:r>
              <a:rPr lang="fr-FR" b="0" smtClean="0"/>
              <a:t>Oh the precious wounded Lamb of God
19-  TOUTE LA MAJESTÉ DE CE MONDE  NE PEUT SE COMPARER</a:t>
            </a:r>
          </a:p>
          <a:p>
            <a:r>
              <a:rPr lang="fr-FR" b="0" smtClean="0"/>
              <a:t>And all the majesty in this world can not compare  
20-  À LA GLOIRE  </a:t>
            </a:r>
          </a:p>
          <a:p>
            <a:r>
              <a:rPr lang="fr-FR" b="0" smtClean="0"/>
              <a:t>to the glory
21-  LA BEAUTÉ DE CE CORPS QUI FUT BRISÉ POUR NOUS PARDONNER   </a:t>
            </a:r>
          </a:p>
          <a:p>
            <a:r>
              <a:rPr lang="fr-FR" b="0" smtClean="0"/>
              <a:t>The beauty of the body That was broken for our forgiveness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22-  IL FUT REJETÉ  POUR MOURIR FINALEMENT </a:t>
            </a:r>
          </a:p>
          <a:p>
            <a:r>
              <a:rPr lang="fr-FR" b="0" smtClean="0"/>
              <a:t>He was sent away to draw His final breath
23-  LUI QUI N'AVAIT QUE TRENTE-TROIS ANS </a:t>
            </a:r>
          </a:p>
          <a:p>
            <a:r>
              <a:rPr lang="fr-FR" b="0" smtClean="0"/>
              <a:t>When He was only thirty-three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DANS UN MOMENT DE SOLITUDE  IL EST NÉ </a:t>
            </a:r>
          </a:p>
          <a:p>
            <a:r>
              <a:rPr lang="fr-FR" b="0" smtClean="0"/>
              <a:t>In the solitary moment of His birth
2-  DANS CE PAYS DÉPOUILLÉ </a:t>
            </a:r>
          </a:p>
          <a:p>
            <a:r>
              <a:rPr lang="fr-FR" b="0" smtClean="0"/>
              <a:t>On this barren dusty land
3-  LE CIEL A DONNÉ  À LA TERRE UN BAISER </a:t>
            </a:r>
          </a:p>
          <a:p>
            <a:r>
              <a:rPr lang="fr-FR" b="0" smtClean="0"/>
              <a:t>All of heaven kissed the face of the earth
4-  DANS UN MIRACLE D'AMOUR DIEU EST DEVENU HOMME  
With a miracle of love God became a man</a:t>
            </a:r>
            <a:br>
              <a:rPr lang="fr-FR" b="0" smtClean="0"/>
            </a:br>
            <a:r>
              <a:rPr lang="fr-FR" b="0" smtClean="0"/>
              <a:t>5-  MAIS IL FUT REJETÉ  POUR MOURIR FINALEMENT </a:t>
            </a:r>
          </a:p>
          <a:p>
            <a:r>
              <a:rPr lang="fr-FR" b="0" smtClean="0"/>
              <a:t>But He was sent away to draw his final breath
6-  LUI QUI N'AVAIT QUE TRENTE-TROIS ANS </a:t>
            </a:r>
          </a:p>
          <a:p>
            <a:r>
              <a:rPr lang="fr-FR" b="0" smtClean="0"/>
              <a:t>When he was only thirty-three
7-  ET EN MOURANT  AINSI DE LA MORT D'UN BRIGAND </a:t>
            </a:r>
          </a:p>
          <a:p>
            <a:r>
              <a:rPr lang="fr-FR" b="0" smtClean="0"/>
              <a:t>And in the shame of dying a criminal's death</a:t>
            </a:r>
          </a:p>
          <a:p>
            <a:r>
              <a:rPr lang="fr-FR" b="0" smtClean="0"/>
              <a:t>8-  IL A PURIFIÉ CE MONDE AFFLIGÉ ET DANS SA SOUFFRANCE JE VOIS  </a:t>
            </a:r>
          </a:p>
          <a:p>
            <a:r>
              <a:rPr lang="fr-FR" b="0" smtClean="0"/>
              <a:t>He cleansed an angry world And in his suffering I see</a:t>
            </a:r>
          </a:p>
          <a:p>
            <a:r>
              <a:rPr lang="fr-FR" b="0" smtClean="0"/>
              <a:t>
	Refrain:</a:t>
            </a:r>
          </a:p>
          <a:p>
            <a:r>
              <a:rPr lang="fr-FR" b="0" smtClean="0"/>
              <a:t>	9-  LA GLOIRE DE SON SANG </a:t>
            </a:r>
          </a:p>
          <a:p>
            <a:r>
              <a:rPr lang="fr-FR" b="0" smtClean="0"/>
              <a:t>	The glory of the blood
	10-  LA BEAUTÉ DE CE CORPS QUI FUT BRISÉ POUR NOUS PARDONNER  </a:t>
            </a:r>
          </a:p>
          <a:p>
            <a:r>
              <a:rPr lang="fr-FR" b="0" smtClean="0"/>
              <a:t>	The beauty of the body That was broken for our forgiveness
	11-  LA GLOIRE DE SON AMOUR PARFAIT </a:t>
            </a:r>
          </a:p>
          <a:p>
            <a:r>
              <a:rPr lang="fr-FR" b="0" smtClean="0"/>
              <a:t>	The glory of His perfect love
	12-  C'EST LE CŒUR DE CETTE HISTOIRE LA GLOIRE DE SON SANG  </a:t>
            </a:r>
          </a:p>
          <a:p>
            <a:r>
              <a:rPr lang="fr-FR" b="0" smtClean="0"/>
              <a:t>	Is the heart of the story The glory of the blood
</a:t>
            </a:r>
          </a:p>
          <a:p>
            <a:r>
              <a:rPr lang="fr-FR" b="0" smtClean="0"/>
              <a:t>13-   J'AI TENTÉ PAR MOI-MÊME  DE TROUVER LE SALUT </a:t>
            </a:r>
          </a:p>
          <a:p>
            <a:r>
              <a:rPr lang="fr-FR" b="0" smtClean="0"/>
              <a:t>I have tried to find salvation on my own
14-   RECHERCHANT  QUELQUE CHOSE DE VRAI </a:t>
            </a:r>
          </a:p>
          <a:p>
            <a:r>
              <a:rPr lang="fr-FR" b="0" smtClean="0"/>
              <a:t>In a search for something real
15-  AU FOND DE MOI CE CŒUR  COUPABLE ET DÉÇU </a:t>
            </a:r>
          </a:p>
          <a:p>
            <a:r>
              <a:rPr lang="fr-FR" b="0" smtClean="0"/>
              <a:t>There's a guilty heart inside this flesh and bone
16-  A DÉCOUVERT SA GRÂCE  ET JE PEUX RESSENTIR 
I fall upon his grace And I begin to feel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QUAND JE FERME MES YEUX  JE PEUX LE VOIR SUR CETTE CROIX </a:t>
            </a:r>
          </a:p>
          <a:p>
            <a:r>
              <a:rPr lang="fr-FR" b="0" smtClean="0"/>
              <a:t>And when I close my eyes I can see Him hanging there
18-  L' AGNEAU DE DIEU BLESSÉ </a:t>
            </a:r>
          </a:p>
          <a:p>
            <a:r>
              <a:rPr lang="fr-FR" b="0" smtClean="0"/>
              <a:t>Oh the precious wounded Lamb of God
19-  TOUTE LA MAJESTÉ DE CE MONDE  NE PEUT SE COMPARER</a:t>
            </a:r>
          </a:p>
          <a:p>
            <a:r>
              <a:rPr lang="fr-FR" b="0" smtClean="0"/>
              <a:t>And all the majesty in this world can not compare  
20-  À LA GLOIRE  </a:t>
            </a:r>
          </a:p>
          <a:p>
            <a:r>
              <a:rPr lang="fr-FR" b="0" smtClean="0"/>
              <a:t>to the glory
21-  LA BEAUTÉ DE CE CORPS QUI FUT BRISÉ POUR NOUS PARDONNER   </a:t>
            </a:r>
          </a:p>
          <a:p>
            <a:r>
              <a:rPr lang="fr-FR" b="0" smtClean="0"/>
              <a:t>The beauty of the body That was broken for our forgiveness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22-  IL FUT REJETÉ  POUR MOURIR FINALEMENT </a:t>
            </a:r>
          </a:p>
          <a:p>
            <a:r>
              <a:rPr lang="fr-FR" b="0" smtClean="0"/>
              <a:t>He was sent away to draw His final breath
23-  LUI QUI N'AVAIT QUE TRENTE-TROIS ANS </a:t>
            </a:r>
          </a:p>
          <a:p>
            <a:r>
              <a:rPr lang="fr-FR" b="0" smtClean="0"/>
              <a:t>When He was only thirty-three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dirty="0" smtClean="0"/>
              <a:t>1-  DANS UN MOMENT DE SOLITUDE  IL EST NÉ </a:t>
            </a:r>
          </a:p>
          <a:p>
            <a:r>
              <a:rPr lang="fr-FR" b="0" dirty="0" smtClean="0"/>
              <a:t>In the </a:t>
            </a:r>
            <a:r>
              <a:rPr lang="fr-FR" b="0" dirty="0" err="1" smtClean="0"/>
              <a:t>solitary</a:t>
            </a:r>
            <a:r>
              <a:rPr lang="fr-FR" b="0" dirty="0" smtClean="0"/>
              <a:t> moment of </a:t>
            </a:r>
            <a:r>
              <a:rPr lang="fr-FR" b="0" dirty="0" err="1" smtClean="0"/>
              <a:t>His</a:t>
            </a:r>
            <a:r>
              <a:rPr lang="fr-FR" b="0" dirty="0" smtClean="0"/>
              <a:t> </a:t>
            </a:r>
            <a:r>
              <a:rPr lang="fr-FR" b="0" dirty="0" err="1" smtClean="0"/>
              <a:t>birth</a:t>
            </a:r>
            <a:r>
              <a:rPr lang="fr-FR" b="0" dirty="0" smtClean="0"/>
              <a:t>
2-  DANS CE PAYS DÉPOUILLÉ </a:t>
            </a:r>
          </a:p>
          <a:p>
            <a:r>
              <a:rPr lang="fr-FR" b="0" dirty="0" smtClean="0"/>
              <a:t>On </a:t>
            </a:r>
            <a:r>
              <a:rPr lang="fr-FR" b="0" dirty="0" err="1" smtClean="0"/>
              <a:t>this</a:t>
            </a:r>
            <a:r>
              <a:rPr lang="fr-FR" b="0" dirty="0" smtClean="0"/>
              <a:t> barren </a:t>
            </a:r>
            <a:r>
              <a:rPr lang="fr-FR" b="0" dirty="0" err="1" smtClean="0"/>
              <a:t>dusty</a:t>
            </a:r>
            <a:r>
              <a:rPr lang="fr-FR" b="0" dirty="0" smtClean="0"/>
              <a:t> land
3-  LE CIEL A DONNÉ  À LA TERRE UN BAISER </a:t>
            </a:r>
          </a:p>
          <a:p>
            <a:r>
              <a:rPr lang="fr-FR" b="0" dirty="0" smtClean="0"/>
              <a:t>All of 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kissed</a:t>
            </a:r>
            <a:r>
              <a:rPr lang="fr-FR" b="0" dirty="0" smtClean="0"/>
              <a:t> the face of the </a:t>
            </a:r>
            <a:r>
              <a:rPr lang="fr-FR" b="0" dirty="0" err="1" smtClean="0"/>
              <a:t>earth</a:t>
            </a:r>
            <a:r>
              <a:rPr lang="fr-FR" b="0" dirty="0" smtClean="0"/>
              <a:t>
4-  DANS UN MIRACLE D'AMOUR DIEU EST DEVENU HOMME  
</a:t>
            </a:r>
            <a:r>
              <a:rPr lang="fr-FR" b="0" dirty="0" err="1" smtClean="0"/>
              <a:t>With</a:t>
            </a:r>
            <a:r>
              <a:rPr lang="fr-FR" b="0" dirty="0" smtClean="0"/>
              <a:t> a miracle of love </a:t>
            </a:r>
            <a:r>
              <a:rPr lang="fr-FR" b="0" dirty="0" err="1" smtClean="0"/>
              <a:t>God</a:t>
            </a:r>
            <a:r>
              <a:rPr lang="fr-FR" b="0" dirty="0" smtClean="0"/>
              <a:t> </a:t>
            </a:r>
            <a:r>
              <a:rPr lang="fr-FR" b="0" dirty="0" err="1" smtClean="0"/>
              <a:t>became</a:t>
            </a:r>
            <a:r>
              <a:rPr lang="fr-FR" b="0" dirty="0" smtClean="0"/>
              <a:t> a man</a:t>
            </a:r>
            <a:br>
              <a:rPr lang="fr-FR" b="0" dirty="0" smtClean="0"/>
            </a:br>
            <a:r>
              <a:rPr lang="fr-FR" b="0" dirty="0" smtClean="0"/>
              <a:t>5-  MAIS IL FUT REJETÉ  POUR MOURIR FINALEMENT </a:t>
            </a:r>
          </a:p>
          <a:p>
            <a:r>
              <a:rPr lang="fr-FR" b="0" dirty="0" smtClean="0"/>
              <a:t>But He </a:t>
            </a:r>
            <a:r>
              <a:rPr lang="fr-FR" b="0" dirty="0" err="1" smtClean="0"/>
              <a:t>was</a:t>
            </a:r>
            <a:r>
              <a:rPr lang="fr-FR" b="0" dirty="0" smtClean="0"/>
              <a:t> sent </a:t>
            </a:r>
            <a:r>
              <a:rPr lang="fr-FR" b="0" dirty="0" err="1" smtClean="0"/>
              <a:t>away</a:t>
            </a:r>
            <a:r>
              <a:rPr lang="fr-FR" b="0" dirty="0" smtClean="0"/>
              <a:t> to </a:t>
            </a:r>
            <a:r>
              <a:rPr lang="fr-FR" b="0" dirty="0" err="1" smtClean="0"/>
              <a:t>draw</a:t>
            </a:r>
            <a:r>
              <a:rPr lang="fr-FR" b="0" dirty="0" smtClean="0"/>
              <a:t> </a:t>
            </a:r>
            <a:r>
              <a:rPr lang="fr-FR" b="0" dirty="0" err="1" smtClean="0"/>
              <a:t>his</a:t>
            </a:r>
            <a:r>
              <a:rPr lang="fr-FR" b="0" dirty="0" smtClean="0"/>
              <a:t> final </a:t>
            </a:r>
            <a:r>
              <a:rPr lang="fr-FR" b="0" dirty="0" err="1" smtClean="0"/>
              <a:t>breath</a:t>
            </a:r>
            <a:r>
              <a:rPr lang="fr-FR" b="0" dirty="0" smtClean="0"/>
              <a:t>
6-  LUI QUI N'AVAIT QUE TRENTE-TROIS ANS </a:t>
            </a:r>
          </a:p>
          <a:p>
            <a:r>
              <a:rPr lang="fr-FR" b="0" dirty="0" err="1" smtClean="0"/>
              <a:t>When</a:t>
            </a:r>
            <a:r>
              <a:rPr lang="fr-FR" b="0" dirty="0" smtClean="0"/>
              <a:t> </a:t>
            </a:r>
            <a:r>
              <a:rPr lang="fr-FR" b="0" dirty="0" err="1" smtClean="0"/>
              <a:t>he</a:t>
            </a:r>
            <a:r>
              <a:rPr lang="fr-FR" b="0" dirty="0" smtClean="0"/>
              <a:t> </a:t>
            </a:r>
            <a:r>
              <a:rPr lang="fr-FR" b="0" dirty="0" err="1" smtClean="0"/>
              <a:t>was</a:t>
            </a:r>
            <a:r>
              <a:rPr lang="fr-FR" b="0" dirty="0" smtClean="0"/>
              <a:t> </a:t>
            </a:r>
            <a:r>
              <a:rPr lang="fr-FR" b="0" dirty="0" err="1" smtClean="0"/>
              <a:t>only</a:t>
            </a:r>
            <a:r>
              <a:rPr lang="fr-FR" b="0" dirty="0" smtClean="0"/>
              <a:t> </a:t>
            </a:r>
            <a:r>
              <a:rPr lang="fr-FR" b="0" dirty="0" err="1" smtClean="0"/>
              <a:t>thirty</a:t>
            </a:r>
            <a:r>
              <a:rPr lang="fr-FR" b="0" dirty="0" smtClean="0"/>
              <a:t>-</a:t>
            </a:r>
            <a:r>
              <a:rPr lang="fr-FR" b="0" dirty="0" err="1" smtClean="0"/>
              <a:t>three</a:t>
            </a:r>
            <a:r>
              <a:rPr lang="fr-FR" b="0" dirty="0" smtClean="0"/>
              <a:t>
7-  ET EN MOURANT  AINSI DE LA MORT D'UN BRIGAND </a:t>
            </a:r>
          </a:p>
          <a:p>
            <a:r>
              <a:rPr lang="fr-FR" b="0" dirty="0" smtClean="0"/>
              <a:t>And in the </a:t>
            </a:r>
            <a:r>
              <a:rPr lang="fr-FR" b="0" dirty="0" err="1" smtClean="0"/>
              <a:t>shame</a:t>
            </a:r>
            <a:r>
              <a:rPr lang="fr-FR" b="0" dirty="0" smtClean="0"/>
              <a:t> of </a:t>
            </a:r>
            <a:r>
              <a:rPr lang="fr-FR" b="0" dirty="0" err="1" smtClean="0"/>
              <a:t>dying</a:t>
            </a:r>
            <a:r>
              <a:rPr lang="fr-FR" b="0" dirty="0" smtClean="0"/>
              <a:t> a </a:t>
            </a:r>
            <a:r>
              <a:rPr lang="fr-FR" b="0" dirty="0" err="1" smtClean="0"/>
              <a:t>criminal's</a:t>
            </a:r>
            <a:r>
              <a:rPr lang="fr-FR" b="0" dirty="0" smtClean="0"/>
              <a:t> </a:t>
            </a:r>
            <a:r>
              <a:rPr lang="fr-FR" b="0" dirty="0" err="1" smtClean="0"/>
              <a:t>death</a:t>
            </a:r>
            <a:endParaRPr lang="fr-FR" b="0" dirty="0" smtClean="0"/>
          </a:p>
          <a:p>
            <a:r>
              <a:rPr lang="fr-FR" b="0" dirty="0" smtClean="0"/>
              <a:t>8-  IL A PURIFIÉ CE MONDE AFFLIGÉ ET DANS SA SOUFFRANCE JE VOIS  </a:t>
            </a:r>
          </a:p>
          <a:p>
            <a:r>
              <a:rPr lang="fr-FR" b="0" dirty="0" smtClean="0"/>
              <a:t>He </a:t>
            </a:r>
            <a:r>
              <a:rPr lang="fr-FR" b="0" dirty="0" err="1" smtClean="0"/>
              <a:t>cleansed</a:t>
            </a:r>
            <a:r>
              <a:rPr lang="fr-FR" b="0" dirty="0" smtClean="0"/>
              <a:t> an </a:t>
            </a:r>
            <a:r>
              <a:rPr lang="fr-FR" b="0" dirty="0" err="1" smtClean="0"/>
              <a:t>angry</a:t>
            </a:r>
            <a:r>
              <a:rPr lang="fr-FR" b="0" dirty="0" smtClean="0"/>
              <a:t> world And in </a:t>
            </a:r>
            <a:r>
              <a:rPr lang="fr-FR" b="0" dirty="0" err="1" smtClean="0"/>
              <a:t>his</a:t>
            </a:r>
            <a:r>
              <a:rPr lang="fr-FR" b="0" dirty="0" smtClean="0"/>
              <a:t> </a:t>
            </a:r>
            <a:r>
              <a:rPr lang="fr-FR" b="0" dirty="0" err="1" smtClean="0"/>
              <a:t>suffering</a:t>
            </a:r>
            <a:r>
              <a:rPr lang="fr-FR" b="0" dirty="0" smtClean="0"/>
              <a:t> I </a:t>
            </a:r>
            <a:r>
              <a:rPr lang="fr-FR" b="0" dirty="0" err="1" smtClean="0"/>
              <a:t>see</a:t>
            </a:r>
            <a:endParaRPr lang="fr-FR" b="0" dirty="0" smtClean="0"/>
          </a:p>
          <a:p>
            <a:r>
              <a:rPr lang="fr-FR" b="0" dirty="0" smtClean="0"/>
              <a:t>
	Refrain:</a:t>
            </a:r>
          </a:p>
          <a:p>
            <a:r>
              <a:rPr lang="fr-FR" b="0" dirty="0" smtClean="0"/>
              <a:t>	9-  LA GLOIRE DE SON SANG </a:t>
            </a:r>
          </a:p>
          <a:p>
            <a:r>
              <a:rPr lang="fr-FR" b="0" dirty="0" smtClean="0"/>
              <a:t>	The </a:t>
            </a:r>
            <a:r>
              <a:rPr lang="fr-FR" b="0" dirty="0" err="1" smtClean="0"/>
              <a:t>glory</a:t>
            </a:r>
            <a:r>
              <a:rPr lang="fr-FR" b="0" dirty="0" smtClean="0"/>
              <a:t> of the </a:t>
            </a:r>
            <a:r>
              <a:rPr lang="fr-FR" b="0" dirty="0" err="1" smtClean="0"/>
              <a:t>blood</a:t>
            </a:r>
            <a:r>
              <a:rPr lang="fr-FR" b="0" dirty="0" smtClean="0"/>
              <a:t>
	10-  LA BEAUTÉ DE CE CORPS QUI FUT BRISÉ POUR NOUS PARDONNER  </a:t>
            </a:r>
          </a:p>
          <a:p>
            <a:r>
              <a:rPr lang="fr-FR" b="0" dirty="0" smtClean="0"/>
              <a:t>	The beauty of the body That </a:t>
            </a:r>
            <a:r>
              <a:rPr lang="fr-FR" b="0" dirty="0" err="1" smtClean="0"/>
              <a:t>was</a:t>
            </a:r>
            <a:r>
              <a:rPr lang="fr-FR" b="0" dirty="0" smtClean="0"/>
              <a:t> </a:t>
            </a:r>
            <a:r>
              <a:rPr lang="fr-FR" b="0" dirty="0" err="1" smtClean="0"/>
              <a:t>broken</a:t>
            </a:r>
            <a:r>
              <a:rPr lang="fr-FR" b="0" dirty="0" smtClean="0"/>
              <a:t> for </a:t>
            </a:r>
            <a:r>
              <a:rPr lang="fr-FR" b="0" dirty="0" err="1" smtClean="0"/>
              <a:t>our</a:t>
            </a:r>
            <a:r>
              <a:rPr lang="fr-FR" b="0" dirty="0" smtClean="0"/>
              <a:t> </a:t>
            </a:r>
            <a:r>
              <a:rPr lang="fr-FR" b="0" dirty="0" err="1" smtClean="0"/>
              <a:t>forgiveness</a:t>
            </a:r>
            <a:r>
              <a:rPr lang="fr-FR" b="0" dirty="0" smtClean="0"/>
              <a:t>
	11-  LA GLOIRE DE SON AMOUR PARFAIT </a:t>
            </a:r>
          </a:p>
          <a:p>
            <a:r>
              <a:rPr lang="fr-FR" b="0" dirty="0" smtClean="0"/>
              <a:t>	The </a:t>
            </a:r>
            <a:r>
              <a:rPr lang="fr-FR" b="0" dirty="0" err="1" smtClean="0"/>
              <a:t>glory</a:t>
            </a:r>
            <a:r>
              <a:rPr lang="fr-FR" b="0" dirty="0" smtClean="0"/>
              <a:t> of </a:t>
            </a:r>
            <a:r>
              <a:rPr lang="fr-FR" b="0" dirty="0" err="1" smtClean="0"/>
              <a:t>His</a:t>
            </a:r>
            <a:r>
              <a:rPr lang="fr-FR" b="0" dirty="0" smtClean="0"/>
              <a:t> </a:t>
            </a:r>
            <a:r>
              <a:rPr lang="fr-FR" b="0" dirty="0" err="1" smtClean="0"/>
              <a:t>perfect</a:t>
            </a:r>
            <a:r>
              <a:rPr lang="fr-FR" b="0" dirty="0" smtClean="0"/>
              <a:t> love
	12-  C'EST LE CŒUR DE CETTE HISTOIRE LA GLOIRE DE SON SANG  </a:t>
            </a:r>
          </a:p>
          <a:p>
            <a:r>
              <a:rPr lang="fr-FR" b="0" dirty="0" smtClean="0"/>
              <a:t>	Is the </a:t>
            </a:r>
            <a:r>
              <a:rPr lang="fr-FR" b="0" dirty="0" err="1" smtClean="0"/>
              <a:t>heart</a:t>
            </a:r>
            <a:r>
              <a:rPr lang="fr-FR" b="0" dirty="0" smtClean="0"/>
              <a:t> of the story The </a:t>
            </a:r>
            <a:r>
              <a:rPr lang="fr-FR" b="0" dirty="0" err="1" smtClean="0"/>
              <a:t>glory</a:t>
            </a:r>
            <a:r>
              <a:rPr lang="fr-FR" b="0" dirty="0" smtClean="0"/>
              <a:t> of the </a:t>
            </a:r>
            <a:r>
              <a:rPr lang="fr-FR" b="0" dirty="0" err="1" smtClean="0"/>
              <a:t>blood</a:t>
            </a:r>
            <a:r>
              <a:rPr lang="fr-FR" b="0" dirty="0" smtClean="0"/>
              <a:t>
</a:t>
            </a:r>
          </a:p>
          <a:p>
            <a:r>
              <a:rPr lang="fr-FR" b="0" dirty="0" smtClean="0"/>
              <a:t>13-   J'AI TENTÉ PAR MOI-MÊME  DE TROUVER LE SALUT </a:t>
            </a:r>
          </a:p>
          <a:p>
            <a:r>
              <a:rPr lang="fr-FR" b="0" dirty="0" smtClean="0"/>
              <a:t>I have </a:t>
            </a:r>
            <a:r>
              <a:rPr lang="fr-FR" b="0" dirty="0" err="1" smtClean="0"/>
              <a:t>tried</a:t>
            </a:r>
            <a:r>
              <a:rPr lang="fr-FR" b="0" dirty="0" smtClean="0"/>
              <a:t> to </a:t>
            </a:r>
            <a:r>
              <a:rPr lang="fr-FR" b="0" dirty="0" err="1" smtClean="0"/>
              <a:t>find</a:t>
            </a:r>
            <a:r>
              <a:rPr lang="fr-FR" b="0" dirty="0" smtClean="0"/>
              <a:t> salvation on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own</a:t>
            </a:r>
            <a:r>
              <a:rPr lang="fr-FR" b="0" dirty="0" smtClean="0"/>
              <a:t>
14-   RECHERCHANT  QUELQUE CHOSE DE VRAI </a:t>
            </a:r>
          </a:p>
          <a:p>
            <a:r>
              <a:rPr lang="fr-FR" b="0" dirty="0" smtClean="0"/>
              <a:t>In a </a:t>
            </a:r>
            <a:r>
              <a:rPr lang="fr-FR" b="0" dirty="0" err="1" smtClean="0"/>
              <a:t>search</a:t>
            </a:r>
            <a:r>
              <a:rPr lang="fr-FR" b="0" dirty="0" smtClean="0"/>
              <a:t> for </a:t>
            </a:r>
            <a:r>
              <a:rPr lang="fr-FR" b="0" dirty="0" err="1" smtClean="0"/>
              <a:t>something</a:t>
            </a:r>
            <a:r>
              <a:rPr lang="fr-FR" b="0" dirty="0" smtClean="0"/>
              <a:t> real
15-  AU FOND DE MOI CE CŒUR  COUPABLE ET DÉÇU </a:t>
            </a:r>
          </a:p>
          <a:p>
            <a:r>
              <a:rPr lang="fr-FR" b="0" dirty="0" err="1" smtClean="0"/>
              <a:t>There's</a:t>
            </a:r>
            <a:r>
              <a:rPr lang="fr-FR" b="0" dirty="0" smtClean="0"/>
              <a:t> a </a:t>
            </a:r>
            <a:r>
              <a:rPr lang="fr-FR" b="0" dirty="0" err="1" smtClean="0"/>
              <a:t>guilty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</a:t>
            </a:r>
            <a:r>
              <a:rPr lang="fr-FR" b="0" dirty="0" err="1" smtClean="0"/>
              <a:t>inside</a:t>
            </a:r>
            <a:r>
              <a:rPr lang="fr-FR" b="0" dirty="0" smtClean="0"/>
              <a:t> </a:t>
            </a:r>
            <a:r>
              <a:rPr lang="fr-FR" b="0" dirty="0" err="1" smtClean="0"/>
              <a:t>this</a:t>
            </a:r>
            <a:r>
              <a:rPr lang="fr-FR" b="0" dirty="0" smtClean="0"/>
              <a:t> </a:t>
            </a:r>
            <a:r>
              <a:rPr lang="fr-FR" b="0" dirty="0" err="1" smtClean="0"/>
              <a:t>flesh</a:t>
            </a:r>
            <a:r>
              <a:rPr lang="fr-FR" b="0" dirty="0" smtClean="0"/>
              <a:t> and </a:t>
            </a:r>
            <a:r>
              <a:rPr lang="fr-FR" b="0" dirty="0" err="1" smtClean="0"/>
              <a:t>bone</a:t>
            </a:r>
            <a:r>
              <a:rPr lang="fr-FR" b="0" dirty="0" smtClean="0"/>
              <a:t>
16-  A DÉCOUVERT SA GRÂCE  ET JE PEUX RESSENTIR 
I </a:t>
            </a:r>
            <a:r>
              <a:rPr lang="fr-FR" b="0" dirty="0" err="1" smtClean="0"/>
              <a:t>fall</a:t>
            </a:r>
            <a:r>
              <a:rPr lang="fr-FR" b="0" dirty="0" smtClean="0"/>
              <a:t> </a:t>
            </a:r>
            <a:r>
              <a:rPr lang="fr-FR" b="0" dirty="0" err="1" smtClean="0"/>
              <a:t>upon</a:t>
            </a:r>
            <a:r>
              <a:rPr lang="fr-FR" b="0" dirty="0" smtClean="0"/>
              <a:t> </a:t>
            </a:r>
            <a:r>
              <a:rPr lang="fr-FR" b="0" dirty="0" err="1" smtClean="0"/>
              <a:t>his</a:t>
            </a:r>
            <a:r>
              <a:rPr lang="fr-FR" b="0" dirty="0" smtClean="0"/>
              <a:t> </a:t>
            </a:r>
            <a:r>
              <a:rPr lang="fr-FR" b="0" dirty="0" err="1" smtClean="0"/>
              <a:t>grace</a:t>
            </a:r>
            <a:r>
              <a:rPr lang="fr-FR" b="0" dirty="0" smtClean="0"/>
              <a:t> And I </a:t>
            </a:r>
            <a:r>
              <a:rPr lang="fr-FR" b="0" dirty="0" err="1" smtClean="0"/>
              <a:t>begin</a:t>
            </a:r>
            <a:r>
              <a:rPr lang="fr-FR" b="0" dirty="0" smtClean="0"/>
              <a:t> to </a:t>
            </a:r>
            <a:r>
              <a:rPr lang="fr-FR" b="0" dirty="0" err="1" smtClean="0"/>
              <a:t>feel</a:t>
            </a:r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endParaRPr lang="fr-FR" b="0" dirty="0" smtClean="0"/>
          </a:p>
          <a:p>
            <a:r>
              <a:rPr lang="fr-FR" b="0" dirty="0" smtClean="0"/>
              <a:t>17-  QUAND JE FERME MES YEUX  JE PEUX LE VOIR SUR CETTE CROIX </a:t>
            </a:r>
          </a:p>
          <a:p>
            <a:r>
              <a:rPr lang="fr-FR" b="0" dirty="0" smtClean="0"/>
              <a:t>And </a:t>
            </a:r>
            <a:r>
              <a:rPr lang="fr-FR" b="0" dirty="0" err="1" smtClean="0"/>
              <a:t>when</a:t>
            </a:r>
            <a:r>
              <a:rPr lang="fr-FR" b="0" dirty="0" smtClean="0"/>
              <a:t> I close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eyes</a:t>
            </a:r>
            <a:r>
              <a:rPr lang="fr-FR" b="0" dirty="0" smtClean="0"/>
              <a:t> I </a:t>
            </a:r>
            <a:r>
              <a:rPr lang="fr-FR" b="0" dirty="0" err="1" smtClean="0"/>
              <a:t>can</a:t>
            </a:r>
            <a:r>
              <a:rPr lang="fr-FR" b="0" dirty="0" smtClean="0"/>
              <a:t> </a:t>
            </a:r>
            <a:r>
              <a:rPr lang="fr-FR" b="0" dirty="0" err="1" smtClean="0"/>
              <a:t>see</a:t>
            </a:r>
            <a:r>
              <a:rPr lang="fr-FR" b="0" dirty="0" smtClean="0"/>
              <a:t> </a:t>
            </a:r>
            <a:r>
              <a:rPr lang="fr-FR" b="0" dirty="0" err="1" smtClean="0"/>
              <a:t>Him</a:t>
            </a:r>
            <a:r>
              <a:rPr lang="fr-FR" b="0" dirty="0" smtClean="0"/>
              <a:t> </a:t>
            </a:r>
            <a:r>
              <a:rPr lang="fr-FR" b="0" dirty="0" err="1" smtClean="0"/>
              <a:t>hanging</a:t>
            </a:r>
            <a:r>
              <a:rPr lang="fr-FR" b="0" dirty="0" smtClean="0"/>
              <a:t> </a:t>
            </a:r>
            <a:r>
              <a:rPr lang="fr-FR" b="0" dirty="0" err="1" smtClean="0"/>
              <a:t>there</a:t>
            </a:r>
            <a:r>
              <a:rPr lang="fr-FR" b="0" dirty="0" smtClean="0"/>
              <a:t>
18-  L' AGNEAU DE DIEU BLESSÉ </a:t>
            </a:r>
          </a:p>
          <a:p>
            <a:r>
              <a:rPr lang="fr-FR" b="0" dirty="0" smtClean="0"/>
              <a:t>Oh the </a:t>
            </a:r>
            <a:r>
              <a:rPr lang="fr-FR" b="0" dirty="0" err="1" smtClean="0"/>
              <a:t>precious</a:t>
            </a:r>
            <a:r>
              <a:rPr lang="fr-FR" b="0" dirty="0" smtClean="0"/>
              <a:t> </a:t>
            </a:r>
            <a:r>
              <a:rPr lang="fr-FR" b="0" dirty="0" err="1" smtClean="0"/>
              <a:t>wounded</a:t>
            </a:r>
            <a:r>
              <a:rPr lang="fr-FR" b="0" dirty="0" smtClean="0"/>
              <a:t> Lamb of </a:t>
            </a:r>
            <a:r>
              <a:rPr lang="fr-FR" b="0" dirty="0" err="1" smtClean="0"/>
              <a:t>God</a:t>
            </a:r>
            <a:r>
              <a:rPr lang="fr-FR" b="0" dirty="0" smtClean="0"/>
              <a:t>
19-  TOUTE LA MAJESTÉ DE CE MONDE  NE PEUT SE COMPARER</a:t>
            </a:r>
          </a:p>
          <a:p>
            <a:r>
              <a:rPr lang="fr-FR" b="0" dirty="0" smtClean="0"/>
              <a:t>And all the </a:t>
            </a:r>
            <a:r>
              <a:rPr lang="fr-FR" b="0" dirty="0" err="1" smtClean="0"/>
              <a:t>majesty</a:t>
            </a:r>
            <a:r>
              <a:rPr lang="fr-FR" b="0" dirty="0" smtClean="0"/>
              <a:t> in </a:t>
            </a:r>
            <a:r>
              <a:rPr lang="fr-FR" b="0" dirty="0" err="1" smtClean="0"/>
              <a:t>this</a:t>
            </a:r>
            <a:r>
              <a:rPr lang="fr-FR" b="0" dirty="0" smtClean="0"/>
              <a:t> world </a:t>
            </a:r>
            <a:r>
              <a:rPr lang="fr-FR" b="0" dirty="0" err="1" smtClean="0"/>
              <a:t>can</a:t>
            </a:r>
            <a:r>
              <a:rPr lang="fr-FR" b="0" dirty="0" smtClean="0"/>
              <a:t> not compare  
20-  À LA GLOIRE  </a:t>
            </a:r>
          </a:p>
          <a:p>
            <a:r>
              <a:rPr lang="fr-FR" b="0" dirty="0" smtClean="0"/>
              <a:t>to the </a:t>
            </a:r>
            <a:r>
              <a:rPr lang="fr-FR" b="0" dirty="0" err="1" smtClean="0"/>
              <a:t>glory</a:t>
            </a:r>
            <a:r>
              <a:rPr lang="fr-FR" b="0" dirty="0" smtClean="0"/>
              <a:t>
21-  LA BEAUTÉ DE CE CORPS QUI FUT BRISÉ POUR NOUS PARDONNER   </a:t>
            </a:r>
          </a:p>
          <a:p>
            <a:r>
              <a:rPr lang="fr-FR" b="0" dirty="0" smtClean="0"/>
              <a:t>The beauty of the body That </a:t>
            </a:r>
            <a:r>
              <a:rPr lang="fr-FR" b="0" dirty="0" err="1" smtClean="0"/>
              <a:t>was</a:t>
            </a:r>
            <a:r>
              <a:rPr lang="fr-FR" b="0" dirty="0" smtClean="0"/>
              <a:t> </a:t>
            </a:r>
            <a:r>
              <a:rPr lang="fr-FR" b="0" dirty="0" err="1" smtClean="0"/>
              <a:t>broken</a:t>
            </a:r>
            <a:r>
              <a:rPr lang="fr-FR" b="0" dirty="0" smtClean="0"/>
              <a:t> for </a:t>
            </a:r>
            <a:r>
              <a:rPr lang="fr-FR" b="0" dirty="0" err="1" smtClean="0"/>
              <a:t>our</a:t>
            </a:r>
            <a:r>
              <a:rPr lang="fr-FR" b="0" dirty="0" smtClean="0"/>
              <a:t> </a:t>
            </a:r>
            <a:r>
              <a:rPr lang="fr-FR" b="0" dirty="0" err="1" smtClean="0"/>
              <a:t>forgiveness</a:t>
            </a:r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endParaRPr lang="fr-FR" b="0" dirty="0" smtClean="0"/>
          </a:p>
          <a:p>
            <a:r>
              <a:rPr lang="fr-FR" b="0" dirty="0" smtClean="0"/>
              <a:t>22-  IL FUT REJETÉ  POUR MOURIR FINALEMENT </a:t>
            </a:r>
          </a:p>
          <a:p>
            <a:r>
              <a:rPr lang="fr-FR" b="0" dirty="0" smtClean="0"/>
              <a:t>He </a:t>
            </a:r>
            <a:r>
              <a:rPr lang="fr-FR" b="0" dirty="0" err="1" smtClean="0"/>
              <a:t>was</a:t>
            </a:r>
            <a:r>
              <a:rPr lang="fr-FR" b="0" dirty="0" smtClean="0"/>
              <a:t> sent </a:t>
            </a:r>
            <a:r>
              <a:rPr lang="fr-FR" b="0" dirty="0" err="1" smtClean="0"/>
              <a:t>away</a:t>
            </a:r>
            <a:r>
              <a:rPr lang="fr-FR" b="0" dirty="0" smtClean="0"/>
              <a:t> to </a:t>
            </a:r>
            <a:r>
              <a:rPr lang="fr-FR" b="0" dirty="0" err="1" smtClean="0"/>
              <a:t>draw</a:t>
            </a:r>
            <a:r>
              <a:rPr lang="fr-FR" b="0" dirty="0" smtClean="0"/>
              <a:t> </a:t>
            </a:r>
            <a:r>
              <a:rPr lang="fr-FR" b="0" dirty="0" err="1" smtClean="0"/>
              <a:t>His</a:t>
            </a:r>
            <a:r>
              <a:rPr lang="fr-FR" b="0" dirty="0" smtClean="0"/>
              <a:t> final </a:t>
            </a:r>
            <a:r>
              <a:rPr lang="fr-FR" b="0" dirty="0" err="1" smtClean="0"/>
              <a:t>breath</a:t>
            </a:r>
            <a:r>
              <a:rPr lang="fr-FR" b="0" dirty="0" smtClean="0"/>
              <a:t>
23-  LUI QUI N'AVAIT QUE TRENTE-TROIS ANS </a:t>
            </a:r>
          </a:p>
          <a:p>
            <a:r>
              <a:rPr lang="fr-FR" b="0" dirty="0" err="1" smtClean="0"/>
              <a:t>When</a:t>
            </a:r>
            <a:r>
              <a:rPr lang="fr-FR" b="0" dirty="0" smtClean="0"/>
              <a:t> He </a:t>
            </a:r>
            <a:r>
              <a:rPr lang="fr-FR" b="0" dirty="0" err="1" smtClean="0"/>
              <a:t>was</a:t>
            </a:r>
            <a:r>
              <a:rPr lang="fr-FR" b="0" dirty="0" smtClean="0"/>
              <a:t> </a:t>
            </a:r>
            <a:r>
              <a:rPr lang="fr-FR" b="0" dirty="0" err="1" smtClean="0"/>
              <a:t>only</a:t>
            </a:r>
            <a:r>
              <a:rPr lang="fr-FR" b="0" dirty="0" smtClean="0"/>
              <a:t> </a:t>
            </a:r>
            <a:r>
              <a:rPr lang="fr-FR" b="0" dirty="0" err="1" smtClean="0"/>
              <a:t>thirty</a:t>
            </a:r>
            <a:r>
              <a:rPr lang="fr-FR" b="0" dirty="0" smtClean="0"/>
              <a:t>-</a:t>
            </a:r>
            <a:r>
              <a:rPr lang="fr-FR" b="0" dirty="0" err="1" smtClean="0"/>
              <a:t>three</a:t>
            </a:r>
            <a:endParaRPr lang="fr-FR" b="0" dirty="0" smtClean="0"/>
          </a:p>
          <a:p>
            <a:r>
              <a:rPr lang="fr-FR" b="0" dirty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UN MOMENT DE SOLITUDE  IL EST NÉ </a:t>
            </a:r>
          </a:p>
          <a:p>
            <a:r>
              <a:rPr lang="fr-FR" smtClean="0"/>
              <a:t>In the solitary moment of His birth
2-  DANS CE PAYS DÉPOUILLÉ </a:t>
            </a:r>
          </a:p>
          <a:p>
            <a:r>
              <a:rPr lang="fr-FR" smtClean="0"/>
              <a:t>On this barren dusty land
3-  LE CIEL A DONNÉ  À LA TERRE UN BAISER </a:t>
            </a:r>
          </a:p>
          <a:p>
            <a:r>
              <a:rPr lang="fr-FR" smtClean="0"/>
              <a:t>All of heaven kissed the face of the earth
4-  DANS UN MIRACLE D'AMOUR DIEU EST DEVENU HOMME  
With a miracle of love God became a man</a:t>
            </a:r>
            <a:br>
              <a:rPr lang="fr-FR" smtClean="0"/>
            </a:br>
            <a:r>
              <a:rPr lang="fr-FR" smtClean="0"/>
              <a:t>5-  MAIS IL FUT REJETÉ  POUR MOURIR FINALEMENT </a:t>
            </a:r>
          </a:p>
          <a:p>
            <a:r>
              <a:rPr lang="fr-FR" smtClean="0"/>
              <a:t>But He was sent away to draw his final breath
6-  LUI QUI N'AVAIT QUE TRENTE-TROIS ANS </a:t>
            </a:r>
          </a:p>
          <a:p>
            <a:r>
              <a:rPr lang="fr-FR" smtClean="0"/>
              <a:t>When he was only thirty-three
7-  ET EN MOURANT  AINSI DE LA MORT D'UN BRIGAND </a:t>
            </a:r>
          </a:p>
          <a:p>
            <a:r>
              <a:rPr lang="fr-FR" smtClean="0"/>
              <a:t>And in the shame of dying a criminal's death</a:t>
            </a:r>
          </a:p>
          <a:p>
            <a:r>
              <a:rPr lang="fr-FR" smtClean="0"/>
              <a:t>8-  IL A PURIFIÉ CE MONDE AFFLIGÉ ET DANS SA SOUFFRANCE JE VOIS  </a:t>
            </a:r>
          </a:p>
          <a:p>
            <a:r>
              <a:rPr lang="fr-FR" smtClean="0"/>
              <a:t>He cleansed an angry world And in his suffering I see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LA GLOIRE DE SON SANG </a:t>
            </a:r>
          </a:p>
          <a:p>
            <a:r>
              <a:rPr lang="fr-FR" smtClean="0"/>
              <a:t>	The glory of the blood
	10-  LA BEAUTÉ DE CE CORPS QUI FUT BRISÉ POUR NOUS PARDONNER  </a:t>
            </a:r>
          </a:p>
          <a:p>
            <a:r>
              <a:rPr lang="fr-FR" smtClean="0"/>
              <a:t>	The beauty of the body That was broken for our forgiveness
	11-  LA GLOIRE DE SON AMOUR PARFAIT </a:t>
            </a:r>
          </a:p>
          <a:p>
            <a:r>
              <a:rPr lang="fr-FR" smtClean="0"/>
              <a:t>	The glory of His perfect love
	12-  C'EST LE CŒUR DE CETTE HISTOIRE LA GLOIRE DE SON SANG  </a:t>
            </a:r>
          </a:p>
          <a:p>
            <a:r>
              <a:rPr lang="fr-FR" smtClean="0"/>
              <a:t>	Is the heart of the story The glory of the blood
</a:t>
            </a:r>
          </a:p>
          <a:p>
            <a:r>
              <a:rPr lang="fr-FR" smtClean="0"/>
              <a:t>13-   J'AI TENTÉ PAR MOI-MÊME  DE TROUVER LE SALUT </a:t>
            </a:r>
          </a:p>
          <a:p>
            <a:r>
              <a:rPr lang="fr-FR" smtClean="0"/>
              <a:t>I have tried to find salvation on my own
14-   RECHERCHANT  QUELQUE CHOSE DE VRAI </a:t>
            </a:r>
          </a:p>
          <a:p>
            <a:r>
              <a:rPr lang="fr-FR" smtClean="0"/>
              <a:t>In a search for something real
15-  AU FOND DE MOI CE CŒUR  COUPABLE ET DÉÇU </a:t>
            </a:r>
          </a:p>
          <a:p>
            <a:r>
              <a:rPr lang="fr-FR" smtClean="0"/>
              <a:t>There's a guilty heart inside this flesh and bone
16-  A DÉCOUVERT SA GRÂCE  ET JE PEUX RESSENTIR 
I fall upon his grace And I begin to feel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QUAND JE FERME MES YEUX  JE PEUX LE VOIR SUR CETTE CROIX </a:t>
            </a:r>
          </a:p>
          <a:p>
            <a:r>
              <a:rPr lang="fr-FR" smtClean="0"/>
              <a:t>And when I close my eyes I can see Him hanging there
18-  L' AGNEAU DE DIEU BLESSÉ </a:t>
            </a:r>
          </a:p>
          <a:p>
            <a:r>
              <a:rPr lang="fr-FR" smtClean="0"/>
              <a:t>Oh the precious wounded Lamb of God
19-  TOUTE LA MAJESTÉ DE CE MONDE  NE PEUT SE COMPARER</a:t>
            </a:r>
          </a:p>
          <a:p>
            <a:r>
              <a:rPr lang="fr-FR" smtClean="0"/>
              <a:t>And all the majesty in this world can not compare  
20-  À LA GLOIRE  </a:t>
            </a:r>
          </a:p>
          <a:p>
            <a:r>
              <a:rPr lang="fr-FR" smtClean="0"/>
              <a:t>to the glory
21-  LA BEAUTÉ DE CE CORPS QUI FUT BRISÉ POUR NOUS PARDONNER   </a:t>
            </a:r>
          </a:p>
          <a:p>
            <a:r>
              <a:rPr lang="fr-FR" smtClean="0"/>
              <a:t>The beauty of the body That was broken for our forgiveness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22-  IL FUT REJETÉ  POUR MOURIR FINALEMENT </a:t>
            </a:r>
          </a:p>
          <a:p>
            <a:r>
              <a:rPr lang="fr-FR" smtClean="0"/>
              <a:t>He was sent away to draw His final breath
23-  LUI QUI N'AVAIT QUE TRENTE-TROIS ANS </a:t>
            </a:r>
          </a:p>
          <a:p>
            <a:r>
              <a:rPr lang="fr-FR" smtClean="0"/>
              <a:t>When He was only thirty-three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UN MOMENT DE SOLITUDE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NÉ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CE PAYS DÉPOUILLÉ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CIEL A DONNÉ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LA TERRE UN BAISER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UN MIRACLE D'AMOUR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EST DEVENU HOMME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IL FUT REJETÉ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MOURIR FINALEMENT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LUI QUI N'AVAIT QUE TRENTE-TROIS ANS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EN MOURANT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AINSI DE LA MORT D'UN BRIGAND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A PURIFIÉ CE MONDE AFFLIGÉ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DANS SA SOUFFRANCE JE VOIS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GLOIRE DE SON SANG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BEAUTÉ DE CE CORPS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FUT BRISÉ POUR NOUS PARDONNER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GLOIRE DE SON AMOUR PARFAIT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C'EST LE CŒUR DE CETTE HISTOIRE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GLOIRE DE SON SANG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J'AI TENTÉ PAR MOI-MÊME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TROUVER LE SALUT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RECHERCHANT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QUELQUE CHOSE DE VRAI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FOND DE MOI CE CŒUR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COUPABLE ET DÉÇU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DÉCOUVERT SA GRÂCE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PEUX RESSENTIR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JE FERME MES YEUX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PEUX LE VOIR SUR CETTE CROIX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 AGNEAU DE DIEU BLESSÉ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MAJESTÉ DE CE MONDE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PEUT SE COMPARER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LA GLOIRE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BEAUTÉ DE CE CORPS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FUT BRISÉ POUR NOUS PARDONNER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FUT REJETÉ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MOURIR FINALEMENT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LUI QUI N'AVAIT QUE TRENTE-TROIS ANS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1659</TotalTime>
  <Words>903</Words>
  <Application>Microsoft Office PowerPoint</Application>
  <PresentationFormat>Affichage à l'écran (4:3)</PresentationFormat>
  <Paragraphs>1650</Paragraphs>
  <Slides>23</Slides>
  <Notes>23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4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177</cp:revision>
  <dcterms:created xsi:type="dcterms:W3CDTF">2002-08-17T10:50:50Z</dcterms:created>
  <dcterms:modified xsi:type="dcterms:W3CDTF">2019-09-28T13:05:52Z</dcterms:modified>
</cp:coreProperties>
</file>