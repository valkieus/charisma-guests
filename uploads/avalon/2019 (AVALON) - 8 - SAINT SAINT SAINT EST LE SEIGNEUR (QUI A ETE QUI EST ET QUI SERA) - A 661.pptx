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8" r:id="rId11"/>
    <p:sldId id="272" r:id="rId12"/>
    <p:sldId id="273" r:id="rId13"/>
    <p:sldId id="274" r:id="rId14"/>
    <p:sldId id="275" r:id="rId15"/>
    <p:sldId id="276" r:id="rId16"/>
    <p:sldId id="277" r:id="rId17"/>
    <p:sldId id="279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35969" autoAdjust="0"/>
  </p:normalViewPr>
  <p:slideViewPr>
    <p:cSldViewPr>
      <p:cViewPr varScale="1">
        <p:scale>
          <a:sx n="30" d="100"/>
          <a:sy n="30" d="100"/>
        </p:scale>
        <p:origin x="-76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fld id="{9CF2AE8F-080E-4406-A7CE-DDC91AC2D564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fld id="{173CC3A2-2467-4071-AFEF-5CB6854357C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Worthy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Lamb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slain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sits</a:t>
            </a:r>
            <a:r>
              <a:rPr lang="fr-FR" dirty="0" smtClean="0"/>
              <a:t>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seat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Clothed</a:t>
            </a:r>
            <a:r>
              <a:rPr lang="fr-FR" dirty="0" smtClean="0"/>
              <a:t> in </a:t>
            </a:r>
            <a:r>
              <a:rPr lang="fr-FR" dirty="0" err="1" smtClean="0"/>
              <a:t>rainbows</a:t>
            </a:r>
            <a:r>
              <a:rPr lang="fr-FR" dirty="0" smtClean="0"/>
              <a:t> of living </a:t>
            </a:r>
            <a:r>
              <a:rPr lang="fr-FR" dirty="0" err="1" smtClean="0"/>
              <a:t>color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Flashes of </a:t>
            </a:r>
            <a:r>
              <a:rPr lang="fr-FR" dirty="0" err="1" smtClean="0"/>
              <a:t>lighting</a:t>
            </a:r>
            <a:r>
              <a:rPr lang="fr-FR" dirty="0" smtClean="0"/>
              <a:t> </a:t>
            </a:r>
            <a:r>
              <a:rPr lang="fr-FR" dirty="0" err="1" smtClean="0"/>
              <a:t>rolls</a:t>
            </a:r>
            <a:r>
              <a:rPr lang="fr-FR" dirty="0" smtClean="0"/>
              <a:t> of </a:t>
            </a:r>
            <a:r>
              <a:rPr lang="fr-FR" dirty="0" err="1" smtClean="0"/>
              <a:t>thunder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Blessing and </a:t>
            </a:r>
            <a:r>
              <a:rPr lang="fr-FR" dirty="0" err="1" smtClean="0"/>
              <a:t>honor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r>
              <a:rPr lang="fr-FR" dirty="0" smtClean="0"/>
              <a:t> and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power </a:t>
            </a:r>
            <a:r>
              <a:rPr lang="fr-FR" dirty="0" err="1" smtClean="0"/>
              <a:t>be</a:t>
            </a:r>
            <a:r>
              <a:rPr lang="fr-FR" dirty="0" smtClean="0"/>
              <a:t> to You the </a:t>
            </a:r>
            <a:r>
              <a:rPr lang="fr-FR" dirty="0" err="1" smtClean="0"/>
              <a:t>only</a:t>
            </a:r>
            <a:r>
              <a:rPr lang="fr-FR" dirty="0" smtClean="0"/>
              <a:t> one </a:t>
            </a:r>
            <a:r>
              <a:rPr lang="fr-FR" dirty="0" err="1" smtClean="0"/>
              <a:t>who's</a:t>
            </a:r>
            <a:r>
              <a:rPr lang="fr-FR" dirty="0" smtClean="0"/>
              <a:t>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Lord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and </a:t>
            </a:r>
            <a:r>
              <a:rPr lang="fr-FR" dirty="0" err="1" smtClean="0"/>
              <a:t>is</a:t>
            </a:r>
            <a:r>
              <a:rPr lang="fr-FR" dirty="0" smtClean="0"/>
              <a:t> and </a:t>
            </a:r>
            <a:r>
              <a:rPr lang="fr-FR" dirty="0" err="1" smtClean="0"/>
              <a:t>is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With</a:t>
            </a:r>
            <a:r>
              <a:rPr lang="fr-FR" dirty="0" smtClean="0"/>
              <a:t> all </a:t>
            </a:r>
            <a:r>
              <a:rPr lang="fr-FR" dirty="0" err="1" smtClean="0"/>
              <a:t>creation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the King of </a:t>
            </a:r>
            <a:r>
              <a:rPr lang="fr-FR" dirty="0" err="1" smtClean="0"/>
              <a:t>kings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and I </a:t>
            </a:r>
            <a:r>
              <a:rPr lang="fr-FR" dirty="0" err="1" smtClean="0"/>
              <a:t>will</a:t>
            </a:r>
            <a:r>
              <a:rPr lang="fr-FR" dirty="0" smtClean="0"/>
              <a:t>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wonder</a:t>
            </a:r>
            <a:r>
              <a:rPr lang="fr-FR" dirty="0" smtClean="0"/>
              <a:t> </a:t>
            </a:r>
            <a:r>
              <a:rPr lang="fr-FR" dirty="0" err="1" smtClean="0"/>
              <a:t>awestruck</a:t>
            </a:r>
            <a:r>
              <a:rPr lang="fr-FR" dirty="0" smtClean="0"/>
              <a:t> </a:t>
            </a:r>
            <a:r>
              <a:rPr lang="fr-FR" dirty="0" err="1" smtClean="0"/>
              <a:t>wonder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At</a:t>
            </a:r>
            <a:r>
              <a:rPr lang="fr-FR" dirty="0" smtClean="0"/>
              <a:t> the mention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breath</a:t>
            </a:r>
            <a:r>
              <a:rPr lang="fr-FR" dirty="0" smtClean="0"/>
              <a:t> and living water </a:t>
            </a:r>
            <a:r>
              <a:rPr lang="fr-FR" dirty="0" err="1" smtClean="0"/>
              <a:t>Such</a:t>
            </a:r>
            <a:r>
              <a:rPr lang="fr-FR" dirty="0" smtClean="0"/>
              <a:t> a </a:t>
            </a:r>
            <a:r>
              <a:rPr lang="fr-FR" dirty="0" err="1" smtClean="0"/>
              <a:t>marvelous</a:t>
            </a:r>
            <a:r>
              <a:rPr lang="fr-FR" dirty="0" smtClean="0"/>
              <a:t>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 strength and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power be to You the only one who's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Thee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 strength and glory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and power be to You the only one who's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	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	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	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	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	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</a:p>
          <a:p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2D12A-84A3-4A76-8859-E825BFE4B6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33F41-1827-48DD-A39E-206F40A703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BB845-D4E4-4EB2-BA2A-D1A9E40D6F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C9A61-DC12-4AE3-AC74-1DA2E9A9AE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B6380-1A5E-41E7-9833-0206F739B07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411CF-02CE-4BDB-8C68-9F44AE63A9E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358D6-6C65-4FDC-BF57-4F1977784B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0AF66-225F-48E9-8FAE-4C377A17DB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C445F-5951-4FE8-93F0-F667DC8724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10808-508F-478A-9C30-EE369BA1835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2A1DB-3534-429E-952E-8D6FF80479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fld id="{1AA47F66-4950-4ED5-9A53-71FA2DE23D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DIGNE EST L’AGNEAU QUI S’EST LIVRÉ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SAINT, SAINT IL EST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CHANTE UN NOUVEAU CHANT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À CELUI QUI EST ASSIS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SUR LE TRÔNE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LA GRÂCE ÉTERNELLE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REVÊTU D’ARC EN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COULEURS VIVANTES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FAISCEAUX D’ÉCLAIRS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VOIX DE TONNERRE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BÉNÉDICTION ET HONNEUR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FORCE ET GLOIRE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ET PUISSANCE SOIENT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LE SEUL SAGE ROI…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SAINT, SAINT, SAINT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EST LE SEIGNEUR DIEU TOUT-PUISSANT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QUI A ÉTÉ, QUI EST ET QUI SERA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AVEC TOUTE CRÉATION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JE CHANTE MES LOUANGES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AU ROI DES ROIS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TU ES MON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JE N’ADORE QUE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REMPLI D’ADMIRATION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ADMIRABLE D’ADMIRATION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QUAND J’ENTENDS LA MENTION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TON NOM EST TOUT-PUISSANT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SOUFFLE ET EAUX VIVANTES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QUEL MERVEILLEUX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JE N’ADORE QUE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4012</Words>
  <Application>Microsoft PowerPoint</Application>
  <PresentationFormat>Affichage à l'écran (4:3)</PresentationFormat>
  <Paragraphs>1309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DIGNE EST L’AGNEAU QUI S’EST LIVRÉ SAINT, SAINT IL EST</vt:lpstr>
      <vt:lpstr>CHANTE UN NOUVEAU CHANT À CELUI QUI EST ASSIS</vt:lpstr>
      <vt:lpstr>SUR LE TRÔNE DE LA GRÂCE ÉTERNELLE</vt:lpstr>
      <vt:lpstr>REVÊTU D’ARC EN CIEL DE COULEURS VIVANTES</vt:lpstr>
      <vt:lpstr>DE FAISCEAUX D’ÉCLAIRS VOIX DE TONNERRE</vt:lpstr>
      <vt:lpstr>BÉNÉDICTION ET HONNEUR FORCE ET GLOIRE</vt:lpstr>
      <vt:lpstr>ET PUISSANCE SOIENT À TOI LE SEUL SAGE ROI…</vt:lpstr>
      <vt:lpstr>SAINT, SAINT, SAINT EST LE SEIGNEUR DIEU TOUT-PUISSANT</vt:lpstr>
      <vt:lpstr>QUI A ÉTÉ, QUI EST ET QUI SERA</vt:lpstr>
      <vt:lpstr>AVEC TOUTE CRÉATION</vt:lpstr>
      <vt:lpstr>JE CHANTE MES LOUANGES AU ROI DES ROIS</vt:lpstr>
      <vt:lpstr>TU ES MON TOUT JE N’ADORE QUE TOI</vt:lpstr>
      <vt:lpstr>REMPLI D’ADMIRATION ADMIRABLE D’ADMIRATION</vt:lpstr>
      <vt:lpstr>QUAND J’ENTENDS LA MENTION DE TON NOM</vt:lpstr>
      <vt:lpstr>JÉSUS TON NOM EST TOUT-PUISSANT</vt:lpstr>
      <vt:lpstr>SOUFFLE ET EAUX VIVANTES QUEL MERVEILLEUX NOM</vt:lpstr>
      <vt:lpstr>JE N’ADORE QUE TOI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80</cp:revision>
  <dcterms:created xsi:type="dcterms:W3CDTF">2010-04-23T17:18:04Z</dcterms:created>
  <dcterms:modified xsi:type="dcterms:W3CDTF">2019-09-29T10:48:22Z</dcterms:modified>
</cp:coreProperties>
</file>