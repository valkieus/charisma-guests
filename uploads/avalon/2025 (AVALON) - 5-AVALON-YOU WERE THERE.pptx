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1" autoAdjust="0"/>
    <p:restoredTop sz="59387" autoAdjust="0"/>
  </p:normalViewPr>
  <p:slideViewPr>
    <p:cSldViewPr>
      <p:cViewPr varScale="1">
        <p:scale>
          <a:sx n="68" d="100"/>
          <a:sy n="68" d="100"/>
        </p:scale>
        <p:origin x="1992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FA3D961-DAA4-4204-A391-28EF0AAB1A05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2826C-5D8D-460D-B57B-A55D20F08E2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4788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9408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5165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4765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6966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3987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9455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9495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9369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4212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5099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61519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76779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38363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43317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14172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15747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56574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89288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3165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84938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28548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51986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34156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02985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38090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4835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34030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84532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74111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99390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0570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15455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9020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26666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474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26793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3452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24300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25209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790593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00027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wonder</a:t>
            </a:r>
            <a:r>
              <a:rPr lang="fr-FR" cap="all" baseline="0" dirty="0" smtClean="0"/>
              <a:t> how </a:t>
            </a:r>
            <a:r>
              <a:rPr lang="fr-FR" cap="all" baseline="0" dirty="0" err="1" smtClean="0"/>
              <a:t>it</a:t>
            </a:r>
            <a:r>
              <a:rPr lang="fr-FR" cap="all" baseline="0" dirty="0" smtClean="0"/>
              <a:t> must have </a:t>
            </a:r>
            <a:r>
              <a:rPr lang="fr-FR" cap="all" baseline="0" dirty="0" err="1" smtClean="0"/>
              <a:t>felt</a:t>
            </a:r>
            <a:r>
              <a:rPr lang="fr-FR" cap="all" baseline="0" dirty="0" smtClean="0"/>
              <a:t> </a:t>
            </a:r>
            <a:r>
              <a:rPr lang="fr-FR" dirty="0" smtClean="0"/>
              <a:t>[Je me demande ce qu'a ressenti] 
2-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David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to face Goliath on a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[David face à Goliath là sur cette colline] 
3-  </a:t>
            </a:r>
            <a:r>
              <a:rPr lang="fr-FR" cap="all" baseline="0" dirty="0" smtClean="0"/>
              <a:t>I imagine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shook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might</a:t>
            </a:r>
            <a:r>
              <a:rPr lang="fr-FR" cap="all" baseline="0" dirty="0" smtClean="0"/>
              <a:t> </a:t>
            </a:r>
            <a:r>
              <a:rPr lang="fr-FR" dirty="0" smtClean="0"/>
              <a:t>[J'imagine qu'il a dû trembler jusqu'à l'instant] 
4-  </a:t>
            </a:r>
            <a:r>
              <a:rPr lang="fr-FR" cap="all" baseline="0" dirty="0" err="1" smtClean="0"/>
              <a:t>Until</a:t>
            </a:r>
            <a:r>
              <a:rPr lang="fr-FR" cap="all" baseline="0" dirty="0" smtClean="0"/>
              <a:t> You </a:t>
            </a:r>
            <a:r>
              <a:rPr lang="fr-FR" cap="all" baseline="0" dirty="0" err="1" smtClean="0"/>
              <a:t>took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hand, and </a:t>
            </a:r>
            <a:r>
              <a:rPr lang="fr-FR" cap="all" baseline="0" dirty="0" err="1" smtClean="0"/>
              <a:t>held</a:t>
            </a:r>
            <a:r>
              <a:rPr lang="fr-FR" cap="all" baseline="0" dirty="0" smtClean="0"/>
              <a:t> on </a:t>
            </a:r>
            <a:r>
              <a:rPr lang="fr-FR" cap="all" baseline="0" dirty="0" err="1" smtClean="0"/>
              <a:t>tight</a:t>
            </a:r>
            <a:r>
              <a:rPr lang="fr-FR" cap="all" baseline="0" dirty="0" smtClean="0"/>
              <a:t> </a:t>
            </a:r>
            <a:r>
              <a:rPr lang="fr-FR" dirty="0" smtClean="0"/>
              <a:t>[Où Tu as pris sa main pour le fortifier]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5-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[Car Tu étais, Tu étais là] 
6-  </a:t>
            </a:r>
            <a:r>
              <a:rPr lang="fr-FR" cap="all" baseline="0" dirty="0" smtClean="0"/>
              <a:t>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danger's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snare</a:t>
            </a:r>
            <a:r>
              <a:rPr lang="fr-FR" cap="all" baseline="0" dirty="0" smtClean="0"/>
              <a:t> </a:t>
            </a:r>
            <a:r>
              <a:rPr lang="fr-FR" dirty="0" smtClean="0"/>
              <a:t>[Dans les pièges et les dangers] 
7-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là, toujours] 
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hardest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fight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le pire combat] 
9-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</a:t>
            </a:r>
            <a:r>
              <a:rPr lang="fr-FR" cap="all" baseline="0" dirty="0" smtClean="0"/>
              <a:t> out of </a:t>
            </a:r>
            <a:r>
              <a:rPr lang="fr-FR" cap="all" baseline="0" dirty="0" err="1" smtClean="0"/>
              <a:t>reach</a:t>
            </a:r>
            <a:r>
              <a:rPr lang="fr-FR" cap="all" baseline="0" dirty="0" smtClean="0"/>
              <a:t> </a:t>
            </a:r>
            <a:r>
              <a:rPr lang="fr-FR" dirty="0" smtClean="0"/>
              <a:t>[Semblait perdu d'avance] 
10-  </a:t>
            </a:r>
            <a:r>
              <a:rPr lang="fr-FR" cap="all" baseline="0" dirty="0" smtClean="0"/>
              <a:t>Oh,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[Oh Tu étais là, Tu étais toujours là] 
11-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12-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stood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upon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hill</a:t>
            </a:r>
            <a:r>
              <a:rPr lang="fr-FR" cap="all" baseline="0" dirty="0" smtClean="0"/>
              <a:t> </a:t>
            </a:r>
            <a:r>
              <a:rPr lang="fr-FR" dirty="0" smtClean="0"/>
              <a:t>[Sur cette montagne se tenait] 
13-  </a:t>
            </a:r>
            <a:r>
              <a:rPr lang="fr-FR" cap="all" baseline="0" dirty="0" smtClean="0"/>
              <a:t>Abraham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knife</a:t>
            </a:r>
            <a:r>
              <a:rPr lang="fr-FR" cap="all" baseline="0" dirty="0" smtClean="0"/>
              <a:t> in hand </a:t>
            </a:r>
            <a:r>
              <a:rPr lang="fr-FR" cap="all" baseline="0" dirty="0" err="1" smtClean="0"/>
              <a:t>was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poised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killl</a:t>
            </a:r>
            <a:r>
              <a:rPr lang="fr-FR" cap="all" baseline="0" dirty="0" smtClean="0"/>
              <a:t> </a:t>
            </a:r>
            <a:r>
              <a:rPr lang="fr-FR" dirty="0" smtClean="0"/>
              <a:t>[Prêt à tuer, Abraham levant son couteau] 
14-  </a:t>
            </a:r>
            <a:r>
              <a:rPr lang="fr-FR" cap="all" baseline="0" dirty="0" smtClean="0"/>
              <a:t>But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in all </a:t>
            </a:r>
            <a:r>
              <a:rPr lang="fr-FR" cap="all" baseline="0" dirty="0" err="1" smtClean="0"/>
              <a:t>his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sovereignty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had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bigger</a:t>
            </a:r>
            <a:r>
              <a:rPr lang="fr-FR" cap="all" baseline="0" dirty="0" smtClean="0"/>
              <a:t> plans </a:t>
            </a:r>
            <a:r>
              <a:rPr lang="fr-FR" dirty="0" smtClean="0"/>
              <a:t>[Mais Dieu souverain avait de meilleurs plans] 
15-  </a:t>
            </a:r>
            <a:r>
              <a:rPr lang="fr-FR" cap="all" baseline="0" dirty="0" smtClean="0"/>
              <a:t>And </a:t>
            </a:r>
            <a:r>
              <a:rPr lang="fr-FR" cap="all" baseline="0" dirty="0" err="1" smtClean="0"/>
              <a:t>just</a:t>
            </a:r>
            <a:r>
              <a:rPr lang="fr-FR" cap="all" baseline="0" dirty="0" smtClean="0"/>
              <a:t> in time, You </a:t>
            </a:r>
            <a:r>
              <a:rPr lang="fr-FR" cap="all" baseline="0" dirty="0" err="1" smtClean="0"/>
              <a:t>brought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lamb</a:t>
            </a:r>
            <a:r>
              <a:rPr lang="fr-FR" cap="all" baseline="0" dirty="0" smtClean="0"/>
              <a:t> </a:t>
            </a:r>
            <a:r>
              <a:rPr lang="fr-FR" dirty="0" smtClean="0"/>
              <a:t>[Et juste à temps, Tu pourvus à L'agneau]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16-  </a:t>
            </a:r>
            <a:r>
              <a:rPr lang="fr-FR" cap="all" baseline="0" dirty="0" smtClean="0"/>
              <a:t>'Cause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there,You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dirty="0" smtClean="0"/>
              <a:t> [Car Tu étais là, Tu étais là] 
17- </a:t>
            </a:r>
            <a:r>
              <a:rPr lang="fr-FR" cap="all" baseline="0" dirty="0" smtClean="0"/>
              <a:t> In the </a:t>
            </a:r>
            <a:r>
              <a:rPr lang="fr-FR" cap="all" baseline="0" dirty="0" err="1" smtClean="0"/>
              <a:t>midst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unclear</a:t>
            </a:r>
            <a:r>
              <a:rPr lang="fr-FR" cap="all" baseline="0" dirty="0" smtClean="0"/>
              <a:t> </a:t>
            </a:r>
            <a:r>
              <a:rPr lang="fr-FR" dirty="0" smtClean="0"/>
              <a:t>[Au milieu de l'incertitude] 
18-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</a:t>
            </a:r>
            <a:r>
              <a:rPr lang="fr-FR" cap="all" baseline="0" dirty="0" err="1" smtClean="0"/>
              <a:t>you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19-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obedience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 quand l'obéissance] 
20-  </a:t>
            </a:r>
            <a:r>
              <a:rPr lang="fr-FR" cap="all" baseline="0" dirty="0" err="1" smtClean="0"/>
              <a:t>Seemed</a:t>
            </a:r>
            <a:r>
              <a:rPr lang="fr-FR" cap="all" baseline="0" dirty="0" smtClean="0"/>
              <a:t> to not </a:t>
            </a:r>
            <a:r>
              <a:rPr lang="fr-FR" cap="all" baseline="0" dirty="0" err="1" smtClean="0"/>
              <a:t>make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dirty="0" smtClean="0"/>
              <a:t>[Semblait n'avoir aucun sens] 
21-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toujours là] 
22-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toujours là] </a:t>
            </a:r>
          </a:p>
          <a:p>
            <a:pPr>
              <a:defRPr/>
            </a:pPr>
            <a:r>
              <a:rPr lang="fr-FR" dirty="0" smtClean="0"/>
              <a:t>
23-  </a:t>
            </a:r>
            <a:r>
              <a:rPr lang="fr-FR" cap="all" baseline="0" dirty="0" smtClean="0"/>
              <a:t>So </a:t>
            </a:r>
            <a:r>
              <a:rPr lang="fr-FR" cap="all" baseline="0" dirty="0" err="1" smtClean="0"/>
              <a:t>haven't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learned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my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ways</a:t>
            </a:r>
            <a:r>
              <a:rPr lang="fr-FR" cap="all" baseline="0" dirty="0" smtClean="0"/>
              <a:t> </a:t>
            </a:r>
            <a:r>
              <a:rPr lang="fr-FR" dirty="0" smtClean="0"/>
              <a:t>[N'ai-je pas appris que mes voies] 
24-  </a:t>
            </a:r>
            <a:r>
              <a:rPr lang="fr-FR" cap="all" baseline="0" dirty="0" err="1" smtClean="0"/>
              <a:t>Aren't</a:t>
            </a:r>
            <a:r>
              <a:rPr lang="fr-FR" cap="all" baseline="0" dirty="0" smtClean="0"/>
              <a:t> as high as </a:t>
            </a:r>
            <a:r>
              <a:rPr lang="fr-FR" cap="all" baseline="0" dirty="0" err="1" smtClean="0"/>
              <a:t>Yours</a:t>
            </a:r>
            <a:r>
              <a:rPr lang="fr-FR" cap="all" baseline="0" dirty="0" smtClean="0"/>
              <a:t> are </a:t>
            </a:r>
            <a:r>
              <a:rPr lang="fr-FR" dirty="0" smtClean="0"/>
              <a:t>[Sont moins élevées que les Tiennes] 
25-  </a:t>
            </a:r>
            <a:r>
              <a:rPr lang="fr-FR" cap="all" baseline="0" dirty="0" smtClean="0"/>
              <a:t>And You </a:t>
            </a:r>
            <a:r>
              <a:rPr lang="fr-FR" cap="all" baseline="0" dirty="0" err="1" smtClean="0"/>
              <a:t>alone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keep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universe</a:t>
            </a:r>
            <a:r>
              <a:rPr lang="fr-FR" cap="all" baseline="0" dirty="0" smtClean="0"/>
              <a:t> </a:t>
            </a:r>
            <a:r>
              <a:rPr lang="fr-FR" dirty="0" smtClean="0"/>
              <a:t>[Et que Toi seul tiens l'univers] 
26-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crumbling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into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dust</a:t>
            </a:r>
            <a:r>
              <a:rPr lang="fr-FR" cap="all" baseline="0" dirty="0" smtClean="0"/>
              <a:t> </a:t>
            </a:r>
            <a:r>
              <a:rPr lang="fr-FR" dirty="0" smtClean="0"/>
              <a:t>[Et l'empêche de s'effondrer] 
27-  </a:t>
            </a:r>
            <a:r>
              <a:rPr lang="fr-FR" cap="all" baseline="0" dirty="0" smtClean="0"/>
              <a:t>You are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and </a:t>
            </a:r>
            <a:r>
              <a:rPr lang="fr-FR" cap="all" baseline="0" dirty="0" err="1" smtClean="0"/>
              <a:t>though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dirty="0" smtClean="0"/>
              <a:t>[Que Tu es Dieu, et même incompris] 
</a:t>
            </a:r>
            <a:r>
              <a:rPr lang="fr-FR" cap="all" baseline="0" dirty="0" smtClean="0"/>
              <a:t>28-  There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là] 
</a:t>
            </a:r>
            <a:r>
              <a:rPr lang="fr-FR" cap="all" baseline="0" dirty="0" smtClean="0"/>
              <a:t>29-  </a:t>
            </a:r>
            <a:r>
              <a:rPr lang="fr-FR" cap="all" baseline="0" dirty="0" err="1" smtClean="0"/>
              <a:t>Hanging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blameless</a:t>
            </a:r>
            <a:r>
              <a:rPr lang="fr-FR" cap="all" baseline="0" dirty="0" smtClean="0"/>
              <a:t> on a cross </a:t>
            </a:r>
            <a:r>
              <a:rPr lang="fr-FR" dirty="0" smtClean="0"/>
              <a:t>[Cloué, innocent sur la croix] 
</a:t>
            </a:r>
            <a:r>
              <a:rPr lang="fr-FR" cap="all" baseline="0" dirty="0" smtClean="0"/>
              <a:t>30-  You </a:t>
            </a:r>
            <a:r>
              <a:rPr lang="fr-FR" cap="all" baseline="0" dirty="0" err="1" smtClean="0"/>
              <a:t>would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rather</a:t>
            </a:r>
            <a:r>
              <a:rPr lang="fr-FR" cap="all" baseline="0" dirty="0" smtClean="0"/>
              <a:t> die </a:t>
            </a:r>
            <a:r>
              <a:rPr lang="fr-FR" cap="all" baseline="0" dirty="0" err="1" smtClean="0"/>
              <a:t>than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leave</a:t>
            </a:r>
            <a:r>
              <a:rPr lang="fr-FR" cap="all" baseline="0" dirty="0" smtClean="0"/>
              <a:t> us in the </a:t>
            </a:r>
            <a:r>
              <a:rPr lang="fr-FR" cap="all" baseline="0" dirty="0" err="1" smtClean="0"/>
              <a:t>dark</a:t>
            </a:r>
            <a:r>
              <a:rPr lang="fr-FR" cap="all" baseline="0" dirty="0" smtClean="0"/>
              <a:t> </a:t>
            </a:r>
            <a:r>
              <a:rPr lang="fr-FR" dirty="0" smtClean="0"/>
              <a:t>[Préférant mourir que nous laisser dans le noir] 
</a:t>
            </a:r>
            <a:r>
              <a:rPr lang="fr-FR" cap="all" baseline="0" dirty="0" smtClean="0"/>
              <a:t>31-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moment,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planned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coincidence</a:t>
            </a:r>
            <a:r>
              <a:rPr lang="fr-FR" cap="all" baseline="0" dirty="0" smtClean="0"/>
              <a:t> </a:t>
            </a:r>
            <a:r>
              <a:rPr lang="fr-FR" dirty="0" smtClean="0"/>
              <a:t>[Chaque moment, et toutes ces coïncidences] 
32-  </a:t>
            </a:r>
            <a:r>
              <a:rPr lang="fr-FR" cap="all" baseline="0" dirty="0" smtClean="0"/>
              <a:t>Just all </a:t>
            </a:r>
            <a:r>
              <a:rPr lang="fr-FR" cap="all" baseline="0" dirty="0" err="1" smtClean="0"/>
              <a:t>makes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sense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Your</a:t>
            </a:r>
            <a:r>
              <a:rPr lang="fr-FR" cap="all" baseline="0" dirty="0" smtClean="0"/>
              <a:t> last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</a:t>
            </a:r>
            <a:r>
              <a:rPr lang="fr-FR" dirty="0" smtClean="0"/>
              <a:t>[Ont pris leur sens à Ton dernier souffle] </a:t>
            </a:r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33-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dirty="0" smtClean="0"/>
              <a:t>[Tu étais là, Tu étais là] 
34-  </a:t>
            </a:r>
            <a:r>
              <a:rPr lang="fr-FR" cap="all" dirty="0" err="1" smtClean="0"/>
              <a:t>During</a:t>
            </a:r>
            <a:r>
              <a:rPr lang="fr-FR" cap="all" dirty="0" smtClean="0"/>
              <a:t> </a:t>
            </a:r>
            <a:r>
              <a:rPr lang="fr-FR" cap="all" dirty="0" err="1" smtClean="0"/>
              <a:t>history's</a:t>
            </a:r>
            <a:r>
              <a:rPr lang="fr-FR" cap="all" dirty="0" smtClean="0"/>
              <a:t> </a:t>
            </a:r>
            <a:r>
              <a:rPr lang="fr-FR" cap="all" dirty="0" err="1" smtClean="0"/>
              <a:t>darkest</a:t>
            </a:r>
            <a:r>
              <a:rPr lang="fr-FR" cap="all" dirty="0" smtClean="0"/>
              <a:t> </a:t>
            </a:r>
            <a:r>
              <a:rPr lang="fr-FR" cap="all" dirty="0" err="1" smtClean="0"/>
              <a:t>hour</a:t>
            </a:r>
            <a:r>
              <a:rPr lang="fr-FR" cap="all" dirty="0" smtClean="0"/>
              <a:t> </a:t>
            </a:r>
            <a:r>
              <a:rPr lang="fr-FR" dirty="0" smtClean="0"/>
              <a:t>[Au pire moment de l'histoire] 
35-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,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there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dirty="0" smtClean="0"/>
              <a:t>[Tu étais là, Tu étais là toujours] 
</a:t>
            </a:r>
            <a:r>
              <a:rPr lang="fr-FR" cap="all" baseline="0" dirty="0" smtClean="0"/>
              <a:t>36-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Victor and the King </a:t>
            </a:r>
            <a:r>
              <a:rPr lang="fr-FR" dirty="0" smtClean="0"/>
              <a:t>[Tu étais le Roi triomphant] 
</a:t>
            </a:r>
            <a:r>
              <a:rPr lang="fr-FR" cap="all" baseline="0" dirty="0" smtClean="0"/>
              <a:t>37-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power in </a:t>
            </a:r>
            <a:r>
              <a:rPr lang="fr-FR" cap="all" baseline="0" dirty="0" err="1" smtClean="0"/>
              <a:t>David's</a:t>
            </a:r>
            <a:r>
              <a:rPr lang="fr-FR" cap="all" baseline="0" dirty="0" smtClean="0"/>
              <a:t> swing </a:t>
            </a:r>
            <a:r>
              <a:rPr lang="fr-FR" dirty="0" smtClean="0"/>
              <a:t>[Tu étais pour David Sa puissance] 
</a:t>
            </a:r>
            <a:r>
              <a:rPr lang="fr-FR" cap="all" baseline="0" dirty="0" smtClean="0"/>
              <a:t>38-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calm</a:t>
            </a:r>
            <a:r>
              <a:rPr lang="fr-FR" cap="all" baseline="0" dirty="0" smtClean="0"/>
              <a:t> in Abraham </a:t>
            </a:r>
            <a:r>
              <a:rPr lang="fr-FR" dirty="0" smtClean="0"/>
              <a:t>[Tu étais le calme pour Abraham] 
</a:t>
            </a:r>
            <a:r>
              <a:rPr lang="fr-FR" cap="all" baseline="0" dirty="0" smtClean="0"/>
              <a:t>39-  You are the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who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understands</a:t>
            </a:r>
            <a:r>
              <a:rPr lang="fr-FR" cap="all" baseline="0" dirty="0" smtClean="0"/>
              <a:t> </a:t>
            </a:r>
            <a:r>
              <a:rPr lang="fr-FR" dirty="0" smtClean="0"/>
              <a:t>[Tu es le Dieu qui nous comprend] 
</a:t>
            </a:r>
            <a:r>
              <a:rPr lang="fr-FR" cap="all" baseline="0" dirty="0" smtClean="0"/>
              <a:t>40-  You are the </a:t>
            </a:r>
            <a:r>
              <a:rPr lang="fr-FR" cap="all" baseline="0" dirty="0" err="1" smtClean="0"/>
              <a:t>strength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we</a:t>
            </a:r>
            <a:r>
              <a:rPr lang="fr-FR" cap="all" baseline="0" dirty="0" smtClean="0"/>
              <a:t> have none </a:t>
            </a:r>
            <a:r>
              <a:rPr lang="fr-FR" dirty="0" smtClean="0"/>
              <a:t>[La force quand nous n'en avons pas] 
</a:t>
            </a:r>
            <a:r>
              <a:rPr lang="fr-FR" cap="all" baseline="0" dirty="0" smtClean="0"/>
              <a:t>41-  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42-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dirty="0" smtClean="0"/>
              <a:t>[L'Agneau de Dieu ressuscité] 
43-  </a:t>
            </a:r>
            <a:r>
              <a:rPr lang="fr-FR" cap="all" baseline="0" dirty="0" smtClean="0"/>
              <a:t>You </a:t>
            </a:r>
            <a:r>
              <a:rPr lang="fr-FR" cap="all" baseline="0" dirty="0" err="1" smtClean="0"/>
              <a:t>were</a:t>
            </a:r>
            <a:r>
              <a:rPr lang="fr-FR" cap="all" baseline="0" dirty="0" smtClean="0"/>
              <a:t>, You are and You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always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</a:t>
            </a:r>
            <a:r>
              <a:rPr lang="fr-FR" dirty="0" smtClean="0"/>
              <a:t>[Tu étais, Tu es et Tu seras] 
</a:t>
            </a:r>
            <a:r>
              <a:rPr lang="fr-FR" cap="all" baseline="0" dirty="0" smtClean="0"/>
              <a:t>44-  The </a:t>
            </a:r>
            <a:r>
              <a:rPr lang="fr-FR" cap="all" baseline="0" dirty="0" err="1" smtClean="0"/>
              <a:t>Risen</a:t>
            </a:r>
            <a:r>
              <a:rPr lang="fr-FR" cap="all" baseline="0" dirty="0" smtClean="0"/>
              <a:t> Lamb of </a:t>
            </a:r>
            <a:r>
              <a:rPr lang="fr-FR" cap="all" baseline="0" dirty="0" err="1" smtClean="0"/>
              <a:t>God</a:t>
            </a:r>
            <a:r>
              <a:rPr lang="fr-FR" cap="all" baseline="0" smtClean="0"/>
              <a:t> </a:t>
            </a:r>
            <a:r>
              <a:rPr lang="fr-FR" smtClean="0"/>
              <a:t>[L'Agneau de Dieu ressuscité]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 wonder how it must have felt [Je me demande ce qu'a ressenti] 
2-  When David stood to face Goliath on a hill [David face à Goliath là sur cette colline] 
3-  I imagine that he shook with all his might [J'imagine qu'il a dû trembler jusqu'à l'instant] 
4-  Until You took his hand, and held on tight [Où Tu as pris sa main pour le fortifier] 
5-  'Cause You were there, You were there [Car Tu étais, Tu étais là] 
6-  In the midst of danger's snare [Dans les pièges et les dangers] 
7-  You were there, You were there always [Tu étais là, Tu étais là, toujours] 
8-  You were there when the hardest fight [Tu étais là quand le pire combat] 
9-  Seemed so out of reach [Semblait perdu d'avance] 
10-  Oh, You were there, You were always there [Oh Tu étais là, Tu étais toujours là] 
11-  You were always there [Tu étais toujours là] 
12-  So there he stood upon that hill [Sur cette montagne se tenait] 
13-  Abraham with knife in hand was poised to killl [Prêt à tuer, Abraham levant son couteau] 
14-  But God in all his sovereignty had bigger plans [Mais Dieu souverain avait de meilleurs plans] 
15-  And just in time, You brought a lamb [Et juste à temps, Tu pourvus à L'agneau] 
16-  'Cause You were there,You were there [Car Tu étais là, Tu étais là] 
17-  In the midst of the unclear [Au milieu de l'incertitude] 
18-  You were there, you were there always [Tu étais là, Tu étais là toujours] 
19-  You were there when obedience [Tu étais là quand l'obéissance] 
20-  Seemed to not make sense [Semblait n'avoir aucun sens] 
21-  You were there, You were always there [Tu étais là, Tu étais toujours là] 
22-  You were always there [Tu étais toujours là] 
23-  So haven't I learned that my ways [N'ai-je pas appris que mes voies] 
24-  Aren't as high as Yours are [Sont moins élevées que les Tiennes] 
25-  And You alone keep the universe [Et que Toi seul tiens l'univers] 
26-  From crumbling into dust [Et l'empêche de s'effondrer] 
27-  You are God and though we would [Que Tu es Dieu, et même incompris] 
28-  There You were [Tu étais là] 
29-  Hanging blameless on a cross [Cloué, innocent sur la croix] 
30-  You would rather die than leave us in the dark [Préférant mourir que nous laisser dans le noir] 
31-  Every moment, every planned coincidence [Chaque moment, et toutes ces coïncidences] 
32-  Just all makes sense With Your last breath [Ont pris leur sens à Ton dernier souffle] 
33-  You were there, You were there [Tu étais là, Tu étais là] 
34-  During history's darkest hour [Au pire moment de l'histoire] 
35-  You were there, You were there always [Tu étais là, Tu étais là toujours] 
36-  You were the Victor and the King [Tu étais le Roi triomphant] 
37-  You were the power in David's swing [Tu étais pour David Sa puissance] 
38-  You were the calm in Abraham [Tu étais le calme pour Abraham] 
39-  You are the God who understands [Tu es le Dieu qui nous comprend] 
40-  You are the strength when we have none [La force quand nous n'en avons pas] 
41-  You were, You are and You will always be [Tu étais, Tu es et Tu seras] 
42-  the Risen Lamb of God [L'Agneau de Dieu ressuscité] 
43-  You were, You are and You will always be [Tu étais, Tu es et Tu seras] 
44-  The Risen Lamb of God [L'Agneau de Dieu ressuscité]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240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83A2C-18C9-43E8-88B8-882CF2AE7CF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A202C3-CE32-4C02-8414-2289CDA0BC6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DD9D36-572E-4333-8CFD-166AA3FA2D4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B5CD5-AC9A-4773-9121-A47A5517219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37C14-C866-477D-A25E-3710DD2ED1B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D9F85-5220-4EFC-982A-E8ADA64F8D2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1F4A2-8D7F-4267-8B2B-56871FBE83B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7F67D-C1A9-4A7F-B8D9-1F4DDAF6DC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CD5B3-65BC-404D-B056-1C3AF072F51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FE649-C6A7-4BD2-8C72-D9AD845E38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F5662-5248-4CFA-B163-3D6D827AB6C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8EE981A-D482-436D-A02C-5945FB952C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wonder how it must have felt</a:t>
            </a:r>
            <a:endParaRPr lang="fr-FR" sz="3000" cap="all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me demande ce qu'a ressenti]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263352" y="5461000"/>
            <a:ext cx="117373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When David stood to face Goliath on a hill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David face à Goliath là sur cette colline]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94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263352" y="5461000"/>
            <a:ext cx="117373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imagine that he shook with all his might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J'imagine qu'il a dû trembler jusqu'à l'instant]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45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263352" y="5461000"/>
            <a:ext cx="117373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Until You took his hand, and held on tight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Où Tu as pris sa main pour le fortifier]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51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263352" y="5461000"/>
            <a:ext cx="117373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You were there, You were there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Car Tu étais, Tu étais là]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370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263352" y="5461000"/>
            <a:ext cx="117373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the midst of danger's snare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Dans les pièges et les dangers]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53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263352" y="5461000"/>
            <a:ext cx="117373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there, You were there always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là, Tu étais là, toujours]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03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263352" y="5461000"/>
            <a:ext cx="117373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there when the hardest fight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là quand le pire combat]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680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263352" y="5461000"/>
            <a:ext cx="117373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Seemed so out of reach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Semblait perdu d'avance]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11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Oh, You were there, You were always there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 Tu étais là, Tu étais toujours là]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69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always there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toujours là]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87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there he stood upon that hill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Sur cette montagne se tenait]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61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Abraham with knife in hand was poised to killl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Prêt à tuer, Abraham levant son couteau]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925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God in all his sovereignty had bigger plans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Mais Dieu souverain avait de meilleurs plans]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3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just in time, You brought a lamb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juste à temps, Tu pourvus à L'agneau]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870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</a:t>
            </a: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You were </a:t>
            </a:r>
            <a:r>
              <a:rPr lang="en-US" sz="3000" cap="all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there,You</a:t>
            </a: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were there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Car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là, Tu étais là]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123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the midst of the unclear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Au milieu de l'incertitude]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559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there, you were there always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là, Tu étais là toujours]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0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there when obedience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là quand l'obéissance]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41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Seemed to not make sense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Semblait n'avoir aucun sens]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13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there, You were always there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là, Tu étais toujours là]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77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always there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toujours là]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794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haven't I learned that my ways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N'ai-je pas appris que mes voies]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58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Aren't as high as Yours are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Sont moins élevées que les Tiennes]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9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You alone keep the universe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que Toi seul tiens l'univers]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7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From crumbling into dust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l'empêche de s'effondrer]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88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God and though we would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Que Tu es Dieu, et même incompris]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87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There You were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là]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54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Hanging blameless on a cross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Cloué, innocent sur la croix]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80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216024" y="5461000"/>
            <a:ext cx="1279274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would rather die than leave us in the dark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Préférant mourir que nous laisser dans le noir]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00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 moment, every planned coincidence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Chaque moment, et toutes ces coïncidences]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46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Just all makes sense With Your last breath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Ont pris leur sens à Ton dernier souffle]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92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there, You were there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là, Tu étais là]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380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During history's darkest hour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Au pire moment de l'histoire]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768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there, You were there always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là, Tu étais là toujours]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83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 Victor and the King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le Roi triomphant]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72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 power in David's swing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pour David Sa puissance]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214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 the calm in Abraham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 Le calme pour Abraham]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7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the God who understands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es le Dieu qui nous comprend]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49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the strength when we have none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La force quand nous n'en avons pas]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1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were, You are and You will always be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étais, Tu es et Tu seras]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427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Risen Lamb of God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L'Agneau de Dieu ressuscité]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40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were, You are and You will always be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étais, Tu es et Tu seras]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0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Risen Lamb of God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L'Agneau de Dieu ressuscité]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638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2082</Words>
  <Application>Microsoft Office PowerPoint</Application>
  <PresentationFormat>Grand écran</PresentationFormat>
  <Paragraphs>484</Paragraphs>
  <Slides>44</Slides>
  <Notes>44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8" baseType="lpstr">
      <vt:lpstr>Calibri</vt:lpstr>
      <vt:lpstr>Metropolis Semi Bold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106</cp:revision>
  <dcterms:created xsi:type="dcterms:W3CDTF">2002-08-17T13:12:10Z</dcterms:created>
  <dcterms:modified xsi:type="dcterms:W3CDTF">2025-05-11T11:42:28Z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2025-03-22T23:30:47Z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358d9ed8-39a6-4c1b-b6e4-371a790fe360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