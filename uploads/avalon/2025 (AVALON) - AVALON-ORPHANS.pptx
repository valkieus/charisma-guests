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34295" autoAdjust="0"/>
  </p:normalViewPr>
  <p:slideViewPr>
    <p:cSldViewPr>
      <p:cViewPr varScale="1">
        <p:scale>
          <a:sx n="29" d="100"/>
          <a:sy n="29" d="100"/>
        </p:scale>
        <p:origin x="10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dirty="0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	Refrain :</a:t>
            </a:r>
          </a:p>
          <a:p>
            <a:pPr>
              <a:defRPr/>
            </a:pPr>
            <a:r>
              <a:rPr lang="fr-FR" dirty="0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1716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7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369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44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868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907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020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38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39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2479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936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536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886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133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476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944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 :</a:t>
            </a:r>
          </a:p>
          <a:p>
            <a:pPr>
              <a:defRPr/>
            </a:pPr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	Refrain :</a:t>
            </a:r>
          </a:p>
          <a:p>
            <a:pPr>
              <a:defRPr/>
            </a:pPr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49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dirty="0" smtClean="0"/>
              <a:t>Couplet :</a:t>
            </a:r>
          </a:p>
          <a:p>
            <a:pPr>
              <a:defRPr/>
            </a:pPr>
            <a:r>
              <a:rPr lang="fr-FR" dirty="0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	Refrain :</a:t>
            </a:r>
          </a:p>
          <a:p>
            <a:pPr>
              <a:defRPr/>
            </a:pPr>
            <a:r>
              <a:rPr lang="fr-FR" dirty="0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WHO HERE AMONG US HAS NOT BEEN BROKEN [Qui parmi nous n'a jamais été brisé ?] 
2-  WHO HERE AMONG US IS WITHOUT GUILT OR PAIN [Qui parmi nous est sans peine ni péché ?] 
3-  SO OFTEN ABANDONED BY OUR TRANSGRESSIONS [Si souvent livrés à nos transgressions] 
4-  IF SUCH A THING AS GRACE EXISTS [Et si vraiment la grâce existe] 
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
		6-  THERE ARE NO STRANGERS [Il n'y a pas d'étrangers] 
		7-  THERE ARE NO OUTCASTS [Ni de rejetés] 
		8-  THERE ARE NO ORPHANS OF GOD [Il n'y a pas d'orphelins en Dieu] 
		9-  SO MANY FALLEN, BUT HALLELUJAH [Beaucoup sont tombés, mais Alléluia] 
		10-  THERE ARE NO ORPHANS OF GOD [Il n'y a pas d'orphelins en Dieu]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:
11-  COME YE UNWANTED AND FIND AFFECTION [Viens, toi l'oublié, reçois l'affection] 
12-  COME ALL YE WEARY, COME AND LAY DOWN YOUR HEAD [Viens, toi qui est chargé, viens reposer ta tête] 
13-  COME YE UNWORTHY, YOU ARE MY BROTHER [Viens, toi qui est honteux, tu es mon frère] 
14-  IF SUCH A THING AS GRACE EXISTS [Et si vraiment la grâce existe] 
15-  THEN GRACE WAS MADE FOR LIVES LIKE THIS [Elle fut créée pour de telles vies] </a:t>
            </a:r>
          </a:p>
          <a:p>
            <a:endParaRPr lang="fr-FR" smtClean="0"/>
          </a:p>
          <a:p>
            <a:r>
              <a:rPr lang="fr-FR" smtClean="0"/>
              <a:t>		Refrain :</a:t>
            </a:r>
          </a:p>
          <a:p>
            <a:r>
              <a:rPr lang="fr-FR" smtClean="0"/>
              <a:t>
16-  O BLESSED FATHER, LOOK DOWN UPON US [Ô cher Père, regarde-nous] 
17-  WE ARE YOUR CHILDREN, WE NEED YOUR LOVE [Nous sommes Tes enfants, perdus sans Ton amour] 
18-  WE RUN BEFORE YOUR THRONE OF MERCY [Nous courons devant Ton trône de grâce] 
19-  AND SEEK YOUR FACE TO RISE ABOVE [Recherchant Ta face pour nous élever]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51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Who here among us has not been broken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parmi nous n'a jamais été brisé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?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Who here among us is without guilt or pain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parmi nous est sans peine ni péché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?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7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often abandoned by our transgressions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souvent livrés à nos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transgressions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40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such a thing as grace exists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vraiment la grâce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existe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4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Then grace was made for lives like this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Elle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fut créée pour de telles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52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no strangers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n'y a pas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d'étrangers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4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no outcasts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Ni de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rejetés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89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no orphans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n'y a pas d'orphelins en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Dieu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84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many fallen, but 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Beaucoup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sont tombés, mais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Alléluia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65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no orphans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n'y a pas d'orphelins en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Dieu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483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Come ye unwanted and find affection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Viens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t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oi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l'oublié, reçois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l'affection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802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Come all ye weary, come and lay down your head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Viens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toi qui est chargé, viens reposer ta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tête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957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Come ye unworthy, you are my brother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Viens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, toi qui est honteux, tu es mon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frère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734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such a thing as grace exists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vraiment la grâce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existe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0601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Then grace was made for lives like this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Elle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fut créée pour de telles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4840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 blessed Father, look down upon 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Ô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cher Père,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regarde-nous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7943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are Your children, we need Your love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sommes Tes enfants, perdus sans Ton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amour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539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run before Your throne of mercy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courons devant Ton trône de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grâce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1698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seek Your face to rise above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Recherchant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 face pour nous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élever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93702B-4FE3-9B4D-837B-C36C5B94D6B6}"/>
              </a:ext>
            </a:extLst>
          </p:cNvPr>
          <p:cNvSpPr txBox="1"/>
          <p:nvPr/>
        </p:nvSpPr>
        <p:spPr>
          <a:xfrm>
            <a:off x="9465733" y="56896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511895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1066</Words>
  <Application>Microsoft Office PowerPoint</Application>
  <PresentationFormat>Grand écran</PresentationFormat>
  <Paragraphs>418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103</cp:revision>
  <dcterms:created xsi:type="dcterms:W3CDTF">2002-08-17T13:12:10Z</dcterms:created>
  <dcterms:modified xsi:type="dcterms:W3CDTF">2025-05-11T12:07:43Z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