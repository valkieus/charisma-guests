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41" r:id="rId2"/>
    <p:sldId id="350" r:id="rId3"/>
    <p:sldId id="342" r:id="rId4"/>
    <p:sldId id="343" r:id="rId5"/>
    <p:sldId id="349" r:id="rId6"/>
    <p:sldId id="344" r:id="rId7"/>
    <p:sldId id="345" r:id="rId8"/>
    <p:sldId id="346" r:id="rId9"/>
    <p:sldId id="347" r:id="rId10"/>
    <p:sldId id="348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5DBC7-C5B7-4E92-B5BB-DED626AE2447}" v="6" dt="2023-09-22T11:53:09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41090" autoAdjust="0"/>
  </p:normalViewPr>
  <p:slideViewPr>
    <p:cSldViewPr>
      <p:cViewPr varScale="1">
        <p:scale>
          <a:sx n="49" d="100"/>
          <a:sy n="49" d="100"/>
        </p:scale>
        <p:origin x="2436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a EBEH" userId="1f70750b5f848880" providerId="LiveId" clId="{9B75DBC7-C5B7-4E92-B5BB-DED626AE2447}"/>
    <pc:docChg chg="undo redo custSel addSld delSld modSld sldOrd">
      <pc:chgData name="prisca EBEH" userId="1f70750b5f848880" providerId="LiveId" clId="{9B75DBC7-C5B7-4E92-B5BB-DED626AE2447}" dt="2023-09-22T12:18:08.958" v="725" actId="20577"/>
      <pc:docMkLst>
        <pc:docMk/>
      </pc:docMkLst>
      <pc:sldChg chg="modSp mod ord modNotes modNotesTx">
        <pc:chgData name="prisca EBEH" userId="1f70750b5f848880" providerId="LiveId" clId="{9B75DBC7-C5B7-4E92-B5BB-DED626AE2447}" dt="2023-09-22T12:18:08.821" v="709" actId="20577"/>
        <pc:sldMkLst>
          <pc:docMk/>
          <pc:sldMk cId="584140920" sldId="341"/>
        </pc:sldMkLst>
        <pc:spChg chg="mod">
          <ac:chgData name="prisca EBEH" userId="1f70750b5f848880" providerId="LiveId" clId="{9B75DBC7-C5B7-4E92-B5BB-DED626AE2447}" dt="2023-09-22T11:12:55.035" v="430" actId="21"/>
          <ac:spMkLst>
            <pc:docMk/>
            <pc:sldMk cId="584140920" sldId="341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48" v="711" actId="20577"/>
        <pc:sldMkLst>
          <pc:docMk/>
          <pc:sldMk cId="4014170297" sldId="342"/>
        </pc:sldMkLst>
        <pc:spChg chg="mod">
          <ac:chgData name="prisca EBEH" userId="1f70750b5f848880" providerId="LiveId" clId="{9B75DBC7-C5B7-4E92-B5BB-DED626AE2447}" dt="2023-09-22T12:17:56.323" v="707" actId="20577"/>
          <ac:spMkLst>
            <pc:docMk/>
            <pc:sldMk cId="4014170297" sldId="342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64" v="713" actId="20577"/>
        <pc:sldMkLst>
          <pc:docMk/>
          <pc:sldMk cId="2863894207" sldId="343"/>
        </pc:sldMkLst>
        <pc:spChg chg="mod">
          <ac:chgData name="prisca EBEH" userId="1f70750b5f848880" providerId="LiveId" clId="{9B75DBC7-C5B7-4E92-B5BB-DED626AE2447}" dt="2023-09-22T10:50:42.393" v="139" actId="20577"/>
          <ac:spMkLst>
            <pc:docMk/>
            <pc:sldMk cId="2863894207" sldId="343"/>
            <ac:spMk id="3" creationId="{00000000-0000-0000-0000-000000000000}"/>
          </ac:spMkLst>
        </pc:spChg>
      </pc:sldChg>
      <pc:sldChg chg="modSp add mod modNotes modNotesTx">
        <pc:chgData name="prisca EBEH" userId="1f70750b5f848880" providerId="LiveId" clId="{9B75DBC7-C5B7-4E92-B5BB-DED626AE2447}" dt="2023-09-22T12:18:08.895" v="717" actId="20577"/>
        <pc:sldMkLst>
          <pc:docMk/>
          <pc:sldMk cId="1917599573" sldId="344"/>
        </pc:sldMkLst>
        <pc:spChg chg="mod">
          <ac:chgData name="prisca EBEH" userId="1f70750b5f848880" providerId="LiveId" clId="{9B75DBC7-C5B7-4E92-B5BB-DED626AE2447}" dt="2023-09-22T11:08:37.397" v="418" actId="20577"/>
          <ac:spMkLst>
            <pc:docMk/>
            <pc:sldMk cId="1917599573" sldId="344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11" v="719" actId="20577"/>
        <pc:sldMkLst>
          <pc:docMk/>
          <pc:sldMk cId="261958051" sldId="345"/>
        </pc:sldMkLst>
        <pc:spChg chg="mod">
          <ac:chgData name="prisca EBEH" userId="1f70750b5f848880" providerId="LiveId" clId="{9B75DBC7-C5B7-4E92-B5BB-DED626AE2447}" dt="2023-09-22T10:56:19.934" v="217" actId="20577"/>
          <ac:spMkLst>
            <pc:docMk/>
            <pc:sldMk cId="261958051" sldId="345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27" v="721" actId="20577"/>
        <pc:sldMkLst>
          <pc:docMk/>
          <pc:sldMk cId="829087973" sldId="346"/>
        </pc:sldMkLst>
        <pc:spChg chg="mod">
          <ac:chgData name="prisca EBEH" userId="1f70750b5f848880" providerId="LiveId" clId="{9B75DBC7-C5B7-4E92-B5BB-DED626AE2447}" dt="2023-09-22T10:57:07.083" v="254" actId="20577"/>
          <ac:spMkLst>
            <pc:docMk/>
            <pc:sldMk cId="829087973" sldId="346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42" v="723" actId="20577"/>
        <pc:sldMkLst>
          <pc:docMk/>
          <pc:sldMk cId="3370838752" sldId="347"/>
        </pc:sldMkLst>
        <pc:spChg chg="mod">
          <ac:chgData name="prisca EBEH" userId="1f70750b5f848880" providerId="LiveId" clId="{9B75DBC7-C5B7-4E92-B5BB-DED626AE2447}" dt="2023-09-22T10:58:39.202" v="288" actId="20577"/>
          <ac:spMkLst>
            <pc:docMk/>
            <pc:sldMk cId="3370838752" sldId="347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58" v="725" actId="20577"/>
        <pc:sldMkLst>
          <pc:docMk/>
          <pc:sldMk cId="504406201" sldId="348"/>
        </pc:sldMkLst>
        <pc:spChg chg="mod">
          <ac:chgData name="prisca EBEH" userId="1f70750b5f848880" providerId="LiveId" clId="{9B75DBC7-C5B7-4E92-B5BB-DED626AE2447}" dt="2023-09-22T11:00:12.863" v="330" actId="20577"/>
          <ac:spMkLst>
            <pc:docMk/>
            <pc:sldMk cId="504406201" sldId="348"/>
            <ac:spMk id="3" creationId="{00000000-0000-0000-0000-000000000000}"/>
          </ac:spMkLst>
        </pc:spChg>
      </pc:sldChg>
      <pc:sldChg chg="modSp add mod ord modNotes">
        <pc:chgData name="prisca EBEH" userId="1f70750b5f848880" providerId="LiveId" clId="{9B75DBC7-C5B7-4E92-B5BB-DED626AE2447}" dt="2023-09-22T12:18:08.879" v="715" actId="20577"/>
        <pc:sldMkLst>
          <pc:docMk/>
          <pc:sldMk cId="3272497742" sldId="349"/>
        </pc:sldMkLst>
        <pc:spChg chg="mod">
          <ac:chgData name="prisca EBEH" userId="1f70750b5f848880" providerId="LiveId" clId="{9B75DBC7-C5B7-4E92-B5BB-DED626AE2447}" dt="2023-09-22T11:33:23.572" v="555" actId="20577"/>
          <ac:spMkLst>
            <pc:docMk/>
            <pc:sldMk cId="3272497742" sldId="349"/>
            <ac:spMk id="3" creationId="{00000000-0000-0000-0000-000000000000}"/>
          </ac:spMkLst>
        </pc:spChg>
      </pc:sldChg>
      <pc:sldChg chg="modSp add del mod ord">
        <pc:chgData name="prisca EBEH" userId="1f70750b5f848880" providerId="LiveId" clId="{9B75DBC7-C5B7-4E92-B5BB-DED626AE2447}" dt="2023-09-22T11:13:29.825" v="431" actId="2696"/>
        <pc:sldMkLst>
          <pc:docMk/>
          <pc:sldMk cId="2996722291" sldId="350"/>
        </pc:sldMkLst>
        <pc:spChg chg="mod">
          <ac:chgData name="prisca EBEH" userId="1f70750b5f848880" providerId="LiveId" clId="{9B75DBC7-C5B7-4E92-B5BB-DED626AE2447}" dt="2023-09-22T11:10:03.196" v="422" actId="20577"/>
          <ac:spMkLst>
            <pc:docMk/>
            <pc:sldMk cId="2996722291" sldId="35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2041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89952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44203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3294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6691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29164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00428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76857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17785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44916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52204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78794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5775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28553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1080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63454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91543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05174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523293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65822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2019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975709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302155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476530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881106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816317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86055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370600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09035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171529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668856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638959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676591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644415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30889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912718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416585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842636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009972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516330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234760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288142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674736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689301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52825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SATURDAY WAS SILENT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samedi jour de silence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SURELY IT WAS THROUGH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semblait terminé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77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SINCE WHEN HAS IMPOSSIBLE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jamais rien d’impossible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17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 STOPPED YOU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n’a pu t’arrêter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8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FRIDAY'S DISAPPOINTMENT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mort de vendredi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49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SUNDAY'S EMPTY TOMB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dimanche est terrassée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9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SINCE WHEN HAS IMPOSSIBLE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jamais rien d’impossible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 STOPPED YOU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n’a pu t’arrêter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08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SOUND OF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entends le bruit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83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DRY BONES RATTLING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des ossements qui retentit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40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PRAISE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vois la louange qui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5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MAKE A DEAD MAN WALK AGAIN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 mort redonne la vie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0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OPEN THE GRAVE, I'M COMING 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ouvre la tombe je sortirai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15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GONNA LIVE, GONNA LIVE AGAIN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à nouveau oui je vivrai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13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SOUND OF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entends le bruit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7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DRY BONES RATTLING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des ossements qui retentit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7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PENTECOSTAL FIRE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feu de la pentecôte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09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STIRRING SOMETHING NEW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 soufflé un vent nouveau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52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NOT GONNA RUN 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ne seras pas à court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37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487488" y="5445224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OF MIRACLES ANYTIME SOON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miracle de sitôt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78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YEAH RESURRECTION POWER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oui la résurrection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11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RUNS IN MY VEINS TOO 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coule dans mes veines aussi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1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BELIEVE THERE'S ANOTHER MIRACLE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crois qu’il y a un autre miracle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53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HERE IN THIS ROOM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là juste ici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70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GOD IS ABLE TO SAVE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mon dieu est fort pour sauver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57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DELIVER AND HEAL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guérir et délivrer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6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RESTORE ANYTHING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restaurer ce qu’il veut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95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en-US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THAT HE WANTS TO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comme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il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l’entend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59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ASK THE MAN WHO WAS THROWN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demande à cet homme jeté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778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 THE BONES OF ELISHA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sur les os d’élisée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4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en-US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THERE'S ANYTHING THAT HE CAN'T DO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il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n’y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rien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pour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lui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qui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soit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trop grand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11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ASK THE STONE THAT WAS ROLLED [Demande à cette pierre roulée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9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AT THE TOMB IN THE GARDEN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[Ce qui peut se passer]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9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59496" y="5445224"/>
            <a:ext cx="932452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HAPPENS WHEN GOD SAYS TO MOVE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dieu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ordonne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bouger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07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FEEL HIM MOVING IT NOW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et il agit maintenant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85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FEEL HIM DOING IT NOW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oui il agit maintenant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4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DO IT NOW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maintenant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15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vis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87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DRY BONES HEAR THE WORD OF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ossements, obéissez au seigneur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07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SOUND OF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entends le bruit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1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DRY BONES RATTLING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des ossements qui retentit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15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PRAISE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vois la louange qui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6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MAKE A DEAD MAN WALK AGAIN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 mort redonne la vie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66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OPEN THE GRAVE, I'M COMING 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ouvre la tombe je sortirai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89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GONNA LIVE, GONNA LIVE AGAIN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à nouveau oui je vivrai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30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51384" y="5157192"/>
            <a:ext cx="10980712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en-US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SOUND OF DRY BONES RATTLING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entends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le bruit des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ossements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qui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retentit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12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3357</TotalTime>
  <Words>1715</Words>
  <Application>Microsoft Office PowerPoint</Application>
  <PresentationFormat>Personnalisé</PresentationFormat>
  <Paragraphs>4516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240</cp:revision>
  <dcterms:created xsi:type="dcterms:W3CDTF">2002-08-17T10:50:50Z</dcterms:created>
  <dcterms:modified xsi:type="dcterms:W3CDTF">2025-05-11T08:22:55Z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