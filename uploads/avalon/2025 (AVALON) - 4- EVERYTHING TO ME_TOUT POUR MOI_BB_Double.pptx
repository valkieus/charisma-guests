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06" r:id="rId2"/>
    <p:sldId id="307" r:id="rId3"/>
    <p:sldId id="328" r:id="rId4"/>
    <p:sldId id="30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59" r:id="rId36"/>
    <p:sldId id="360" r:id="rId37"/>
    <p:sldId id="361" r:id="rId38"/>
    <p:sldId id="362" r:id="rId39"/>
    <p:sldId id="364" r:id="rId40"/>
    <p:sldId id="365" r:id="rId41"/>
    <p:sldId id="366" r:id="rId42"/>
    <p:sldId id="367" r:id="rId43"/>
    <p:sldId id="368" r:id="rId44"/>
    <p:sldId id="369" r:id="rId45"/>
    <p:sldId id="370" r:id="rId46"/>
    <p:sldId id="371" r:id="rId47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7" autoAdjust="0"/>
    <p:restoredTop sz="37234" autoAdjust="0"/>
  </p:normalViewPr>
  <p:slideViewPr>
    <p:cSldViewPr>
      <p:cViewPr varScale="1">
        <p:scale>
          <a:sx n="41" d="100"/>
          <a:sy n="41" d="100"/>
        </p:scale>
        <p:origin x="292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-88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776818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737499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550541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724493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176494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4203947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0810920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Couplet  :</a:t>
            </a:r>
          </a:p>
          <a:p>
            <a:r>
              <a:rPr lang="fr-FR" b="0" dirty="0" smtClean="0"/>
              <a:t>1- I GREW UP IN SUNDAY SCHOOL [ j’ai grandi à l’école du dimanche ]</a:t>
            </a:r>
          </a:p>
          <a:p>
            <a:r>
              <a:rPr lang="fr-FR" b="0" dirty="0" smtClean="0"/>
              <a:t>2- I MEMORIZED THE GOLDEN RULE [ et mémorisé les règles d’or ]</a:t>
            </a:r>
          </a:p>
          <a:p>
            <a:r>
              <a:rPr lang="fr-FR" b="0" dirty="0" smtClean="0"/>
              <a:t>3- AND HOW JESUS CAME [ et comment jésus ]</a:t>
            </a:r>
          </a:p>
          <a:p>
            <a:r>
              <a:rPr lang="fr-FR" b="0" dirty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dirty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dirty="0" smtClean="0"/>
              <a:t>11- BECAUSE HE CHANGED MY LIFE WHEN HE BECAME... [ il a changé ma vie en devenant ]</a:t>
            </a:r>
          </a:p>
          <a:p>
            <a:r>
              <a:rPr lang="fr-FR" b="0" dirty="0" smtClean="0"/>
              <a:t> 
	REFRAIN:</a:t>
            </a:r>
          </a:p>
          <a:p>
            <a:r>
              <a:rPr lang="fr-FR" b="0" dirty="0" smtClean="0"/>
              <a:t>	12- EVERYTHING TO ME [ tout pour moi ]</a:t>
            </a:r>
          </a:p>
          <a:p>
            <a:r>
              <a:rPr lang="fr-FR" b="0" dirty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dirty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dirty="0" smtClean="0"/>
              <a:t>	18- HE'S EVERYTHING, EVERYTHING TO ME! [ Il est tout, il est tout pour moi ]
	</a:t>
            </a:r>
          </a:p>
          <a:p>
            <a:r>
              <a:rPr lang="fr-FR" b="0" dirty="0" smtClean="0"/>
              <a:t>Couplet :</a:t>
            </a:r>
          </a:p>
          <a:p>
            <a:r>
              <a:rPr lang="fr-FR" b="0" dirty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dirty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dirty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dirty="0" smtClean="0"/>
              <a:t>27- THEY CAN TASTE AND SEE  [ le goûter et le voir ]
28- NOW EVERYDAY I'M PRAYING [ et chaque jour je prie ] </a:t>
            </a:r>
          </a:p>
          <a:p>
            <a:r>
              <a:rPr lang="fr-FR" b="0" dirty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dirty="0" smtClean="0"/>
              <a:t>32- MIGHT SEE THAT HE IS  [ voie aussi qu’il est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33- AND LOOKING BACK [ et quand j’examinerai ]</a:t>
            </a:r>
          </a:p>
          <a:p>
            <a:r>
              <a:rPr lang="fr-FR" b="0" dirty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dirty="0" smtClean="0"/>
              <a:t>36- YOU'RE EVERYTHING TO ME  [ tout pour moi ]</a:t>
            </a:r>
          </a:p>
          <a:p>
            <a:r>
              <a:rPr lang="fr-FR" b="0" dirty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39- EVERYTHING TO ME [ tout pour moi ]</a:t>
            </a:r>
          </a:p>
          <a:p>
            <a:r>
              <a:rPr lang="fr-FR" b="0" dirty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dirty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dirty="0" smtClean="0"/>
              <a:t>	45- YOU’RE EVERYTHING, YOU’RE EVERYTHING TO ME! [ Tu es tout, Tu es tout pour moi ]</a:t>
            </a:r>
          </a:p>
          <a:p>
            <a:r>
              <a:rPr lang="fr-FR" b="0" dirty="0" smtClean="0"/>
              <a:t>	
	</a:t>
            </a:r>
          </a:p>
          <a:p>
            <a:r>
              <a:rPr lang="fr-FR" b="0" dirty="0" smtClean="0"/>
              <a:t>46- YOU'RE EVERYTHING TO ME  [ tu es tout pour moi ]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140004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2112687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7286801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433212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042673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726134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5177888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5768796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0390892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4146025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9119081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40112451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Couplet  :</a:t>
            </a:r>
          </a:p>
          <a:p>
            <a:r>
              <a:rPr lang="fr-FR" b="0" dirty="0" smtClean="0"/>
              <a:t>1- I GREW UP IN SUNDAY SCHOOL [ j’ai grandi à l’école du dimanche ]</a:t>
            </a:r>
          </a:p>
          <a:p>
            <a:r>
              <a:rPr lang="fr-FR" b="0" dirty="0" smtClean="0"/>
              <a:t>2- I MEMORIZED THE GOLDEN RULE [ et mémorisé les règles d’or ]</a:t>
            </a:r>
          </a:p>
          <a:p>
            <a:r>
              <a:rPr lang="fr-FR" b="0" dirty="0" smtClean="0"/>
              <a:t>3- AND HOW JESUS CAME [ et comment jésus ]</a:t>
            </a:r>
          </a:p>
          <a:p>
            <a:r>
              <a:rPr lang="fr-FR" b="0" dirty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dirty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dirty="0" smtClean="0"/>
              <a:t>11- BECAUSE HE CHANGED MY LIFE WHEN HE BECAME... [ il a changé ma vie en devenant ]</a:t>
            </a:r>
          </a:p>
          <a:p>
            <a:r>
              <a:rPr lang="fr-FR" b="0" dirty="0" smtClean="0"/>
              <a:t> 
	REFRAIN:</a:t>
            </a:r>
          </a:p>
          <a:p>
            <a:r>
              <a:rPr lang="fr-FR" b="0" dirty="0" smtClean="0"/>
              <a:t>	12- EVERYTHING TO ME [ tout pour moi ]</a:t>
            </a:r>
          </a:p>
          <a:p>
            <a:r>
              <a:rPr lang="fr-FR" b="0" dirty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dirty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dirty="0" smtClean="0"/>
              <a:t>	18- HE'S EVERYTHING, EVERYTHING TO ME! [ Il est tout, il est tout pour moi ]
	</a:t>
            </a:r>
          </a:p>
          <a:p>
            <a:r>
              <a:rPr lang="fr-FR" b="0" dirty="0" smtClean="0"/>
              <a:t>Couplet :</a:t>
            </a:r>
          </a:p>
          <a:p>
            <a:r>
              <a:rPr lang="fr-FR" b="0" dirty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dirty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dirty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dirty="0" smtClean="0"/>
              <a:t>27- THEY CAN TASTE AND SEE  [ le goûter et le voir ]
28- NOW EVERYDAY I'M PRAYING [ et chaque jour je prie ] </a:t>
            </a:r>
          </a:p>
          <a:p>
            <a:r>
              <a:rPr lang="fr-FR" b="0" dirty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dirty="0" smtClean="0"/>
              <a:t>32- MIGHT SEE THAT HE IS  [ voie aussi qu’il est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33- AND LOOKING BACK [ et quand j’examinerai ]</a:t>
            </a:r>
          </a:p>
          <a:p>
            <a:r>
              <a:rPr lang="fr-FR" b="0" dirty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dirty="0" smtClean="0"/>
              <a:t>36- YOU'RE EVERYTHING TO ME  [ tout pour moi ]</a:t>
            </a:r>
          </a:p>
          <a:p>
            <a:r>
              <a:rPr lang="fr-FR" b="0" dirty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39- EVERYTHING TO ME [ tout pour moi ]</a:t>
            </a:r>
          </a:p>
          <a:p>
            <a:r>
              <a:rPr lang="fr-FR" b="0" dirty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dirty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dirty="0" smtClean="0"/>
              <a:t>	45- YOU’RE EVERYTHING, YOU’RE EVERYTHING TO ME! [ Tu es tout, Tu es tout pour moi ]</a:t>
            </a:r>
          </a:p>
          <a:p>
            <a:r>
              <a:rPr lang="fr-FR" b="0" dirty="0" smtClean="0"/>
              <a:t>	
	</a:t>
            </a:r>
          </a:p>
          <a:p>
            <a:r>
              <a:rPr lang="fr-FR" b="0" dirty="0" smtClean="0"/>
              <a:t>46- YOU'RE EVERYTHING TO ME  [ tu es tout pour moi ]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2768909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768488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868965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3973457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40652984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0669316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2460660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41392482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8344565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889379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085435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0413719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1837691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9783890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Couplet  :</a:t>
            </a:r>
          </a:p>
          <a:p>
            <a:r>
              <a:rPr lang="fr-FR" b="0" dirty="0" smtClean="0"/>
              <a:t>1- I GREW UP IN SUNDAY SCHOOL [ j’ai grandi à l’école du dimanche ]</a:t>
            </a:r>
          </a:p>
          <a:p>
            <a:r>
              <a:rPr lang="fr-FR" b="0" dirty="0" smtClean="0"/>
              <a:t>2- I MEMORIZED THE GOLDEN RULE [ et mémorisé les règles d’or ]</a:t>
            </a:r>
          </a:p>
          <a:p>
            <a:r>
              <a:rPr lang="fr-FR" b="0" dirty="0" smtClean="0"/>
              <a:t>3- AND HOW JESUS CAME [ et comment jésus ]</a:t>
            </a:r>
          </a:p>
          <a:p>
            <a:r>
              <a:rPr lang="fr-FR" b="0" dirty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dirty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dirty="0" smtClean="0"/>
              <a:t>11- BECAUSE HE CHANGED MY LIFE WHEN HE BECAME... [ il a changé ma vie en devenant ]</a:t>
            </a:r>
          </a:p>
          <a:p>
            <a:r>
              <a:rPr lang="fr-FR" b="0" dirty="0" smtClean="0"/>
              <a:t> 
	REFRAIN:</a:t>
            </a:r>
          </a:p>
          <a:p>
            <a:r>
              <a:rPr lang="fr-FR" b="0" dirty="0" smtClean="0"/>
              <a:t>	12- EVERYTHING TO ME [ tout pour moi ]</a:t>
            </a:r>
          </a:p>
          <a:p>
            <a:r>
              <a:rPr lang="fr-FR" b="0" dirty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dirty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dirty="0" smtClean="0"/>
              <a:t>	18- HE'S EVERYTHING, EVERYTHING TO ME! [ Il est tout, il est tout pour moi ]
	</a:t>
            </a:r>
          </a:p>
          <a:p>
            <a:r>
              <a:rPr lang="fr-FR" b="0" dirty="0" smtClean="0"/>
              <a:t>Couplet :</a:t>
            </a:r>
          </a:p>
          <a:p>
            <a:r>
              <a:rPr lang="fr-FR" b="0" dirty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dirty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dirty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dirty="0" smtClean="0"/>
              <a:t>27- THEY CAN TASTE AND SEE  [ le goûter et le voir ]
28- NOW EVERYDAY I'M PRAYING [ et chaque jour je prie ] </a:t>
            </a:r>
          </a:p>
          <a:p>
            <a:r>
              <a:rPr lang="fr-FR" b="0" dirty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dirty="0" smtClean="0"/>
              <a:t>32- MIGHT SEE THAT HE IS  [ voie aussi qu’il est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33- AND LOOKING BACK [ et quand j’examinerai ]</a:t>
            </a:r>
          </a:p>
          <a:p>
            <a:r>
              <a:rPr lang="fr-FR" b="0" dirty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dirty="0" smtClean="0"/>
              <a:t>36- YOU'RE EVERYTHING TO ME  [ tout pour moi ]</a:t>
            </a:r>
          </a:p>
          <a:p>
            <a:r>
              <a:rPr lang="fr-FR" b="0" dirty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39- EVERYTHING TO ME [ tout pour moi ]</a:t>
            </a:r>
          </a:p>
          <a:p>
            <a:r>
              <a:rPr lang="fr-FR" b="0" dirty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dirty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dirty="0" smtClean="0"/>
              <a:t>	45- YOU’RE EVERYTHING, YOU’RE EVERYTHING TO ME! [ Tu es tout, Tu es tout pour moi ]</a:t>
            </a:r>
          </a:p>
          <a:p>
            <a:r>
              <a:rPr lang="fr-FR" b="0" dirty="0" smtClean="0"/>
              <a:t>	
	</a:t>
            </a:r>
          </a:p>
          <a:p>
            <a:r>
              <a:rPr lang="fr-FR" b="0" dirty="0" smtClean="0"/>
              <a:t>46- YOU'RE EVERYTHING TO ME  [ tu es tout pour moi ]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5885419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7315849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5860733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17267626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34907926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9302779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Couplet  :</a:t>
            </a:r>
          </a:p>
          <a:p>
            <a:r>
              <a:rPr lang="fr-FR" b="0" dirty="0" smtClean="0"/>
              <a:t>1- I GREW UP IN SUNDAY SCHOOL [ j’ai grandi à l’école du dimanche ]</a:t>
            </a:r>
          </a:p>
          <a:p>
            <a:r>
              <a:rPr lang="fr-FR" b="0" dirty="0" smtClean="0"/>
              <a:t>2- I MEMORIZED THE GOLDEN RULE [ et mémorisé les règles d’or ]</a:t>
            </a:r>
          </a:p>
          <a:p>
            <a:r>
              <a:rPr lang="fr-FR" b="0" dirty="0" smtClean="0"/>
              <a:t>3- AND HOW JESUS CAME [ et comment jésus ]</a:t>
            </a:r>
          </a:p>
          <a:p>
            <a:r>
              <a:rPr lang="fr-FR" b="0" dirty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dirty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dirty="0" smtClean="0"/>
              <a:t>11- BECAUSE HE CHANGED MY LIFE WHEN HE BECAME... [ il a changé ma vie en devenant ]</a:t>
            </a:r>
          </a:p>
          <a:p>
            <a:r>
              <a:rPr lang="fr-FR" b="0" dirty="0" smtClean="0"/>
              <a:t> 
	REFRAIN:</a:t>
            </a:r>
          </a:p>
          <a:p>
            <a:r>
              <a:rPr lang="fr-FR" b="0" dirty="0" smtClean="0"/>
              <a:t>	12- EVERYTHING TO ME [ tout pour moi ]</a:t>
            </a:r>
          </a:p>
          <a:p>
            <a:r>
              <a:rPr lang="fr-FR" b="0" dirty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dirty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dirty="0" smtClean="0"/>
              <a:t>	18- HE'S EVERYTHING, EVERYTHING TO ME! [ Il est tout, il est tout pour moi ]
	</a:t>
            </a:r>
          </a:p>
          <a:p>
            <a:r>
              <a:rPr lang="fr-FR" b="0" dirty="0" smtClean="0"/>
              <a:t>Couplet :</a:t>
            </a:r>
          </a:p>
          <a:p>
            <a:r>
              <a:rPr lang="fr-FR" b="0" dirty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dirty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dirty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dirty="0" smtClean="0"/>
              <a:t>27- THEY CAN TASTE AND SEE  [ le goûter et le voir ]
28- NOW EVERYDAY I'M PRAYING [ et chaque jour je prie ] </a:t>
            </a:r>
          </a:p>
          <a:p>
            <a:r>
              <a:rPr lang="fr-FR" b="0" dirty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dirty="0" smtClean="0"/>
              <a:t>32- MIGHT SEE THAT HE IS  [ voie aussi qu’il est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33- AND LOOKING BACK [ et quand j’examinerai ]</a:t>
            </a:r>
          </a:p>
          <a:p>
            <a:r>
              <a:rPr lang="fr-FR" b="0" dirty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dirty="0" smtClean="0"/>
              <a:t>36- YOU'RE EVERYTHING TO ME  [ tout pour moi ]</a:t>
            </a:r>
          </a:p>
          <a:p>
            <a:r>
              <a:rPr lang="fr-FR" b="0" dirty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39- EVERYTHING TO ME [ tout pour moi ]</a:t>
            </a:r>
          </a:p>
          <a:p>
            <a:r>
              <a:rPr lang="fr-FR" b="0" dirty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dirty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dirty="0" smtClean="0"/>
              <a:t>	45- YOU’RE EVERYTHING, YOU’RE EVERYTHING TO ME! [ Tu es tout, Tu es tout pour moi ]</a:t>
            </a:r>
          </a:p>
          <a:p>
            <a:r>
              <a:rPr lang="fr-FR" b="0" dirty="0" smtClean="0"/>
              <a:t>	
	</a:t>
            </a:r>
          </a:p>
          <a:p>
            <a:r>
              <a:rPr lang="fr-FR" b="0" dirty="0" smtClean="0"/>
              <a:t>46- YOU'RE EVERYTHING TO ME  [ tu es tout pour moi ]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2713067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smtClean="0"/>
          </a:p>
          <a:p>
            <a:endParaRPr lang="fr-FR" b="0" smtClean="0"/>
          </a:p>
          <a:p>
            <a:r>
              <a:rPr lang="fr-FR" b="0" smtClean="0"/>
              <a:t>Couplet  :</a:t>
            </a:r>
          </a:p>
          <a:p>
            <a:r>
              <a:rPr lang="fr-FR" b="0" smtClean="0"/>
              <a:t>1- I GREW UP IN SUNDAY SCHOOL [ j’ai grandi à l’école du dimanche ]</a:t>
            </a:r>
          </a:p>
          <a:p>
            <a:r>
              <a:rPr lang="fr-FR" b="0" smtClean="0"/>
              <a:t>2- I MEMORIZED THE GOLDEN RULE [ et mémorisé les règles d’or ]</a:t>
            </a:r>
          </a:p>
          <a:p>
            <a:r>
              <a:rPr lang="fr-FR" b="0" smtClean="0"/>
              <a:t>3- AND HOW JESUS CAME [ et comment jésus ]</a:t>
            </a:r>
          </a:p>
          <a:p>
            <a:r>
              <a:rPr lang="fr-FR" b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b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smtClean="0"/>
              <a:t>11- BECAUSE HE CHANGED MY LIFE WHEN HE BECAME... [ il a changé ma vie en devenant ]</a:t>
            </a:r>
          </a:p>
          <a:p>
            <a:r>
              <a:rPr lang="fr-FR" b="0" smtClean="0"/>
              <a:t> 
	REFRAIN:</a:t>
            </a:r>
          </a:p>
          <a:p>
            <a:r>
              <a:rPr lang="fr-FR" b="0" smtClean="0"/>
              <a:t>	12- EVERYTHING TO ME [ tout pour moi ]</a:t>
            </a:r>
          </a:p>
          <a:p>
            <a:r>
              <a:rPr lang="fr-FR" b="0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b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smtClean="0"/>
              <a:t>	18- HE'S EVERYTHING, EVERYTHING TO ME! [ Il est tout, il est tout pour moi ]
	</a:t>
            </a:r>
          </a:p>
          <a:p>
            <a:r>
              <a:rPr lang="fr-FR" b="0" smtClean="0"/>
              <a:t>Couplet :</a:t>
            </a:r>
          </a:p>
          <a:p>
            <a:r>
              <a:rPr lang="fr-FR" b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smtClean="0"/>
              <a:t>27- THEY CAN TASTE AND SEE  [ le goûter et le voir ]
28- NOW EVERYDAY I'M PRAYING [ et chaque jour je prie ] </a:t>
            </a:r>
          </a:p>
          <a:p>
            <a:r>
              <a:rPr lang="fr-FR" b="0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b="0" smtClean="0"/>
              <a:t>32- MIGHT SEE THAT HE IS  [ voie aussi qu’il est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33- AND LOOKING BACK [ et quand j’examinerai ]</a:t>
            </a:r>
          </a:p>
          <a:p>
            <a:r>
              <a:rPr lang="fr-FR" b="0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b="0" smtClean="0"/>
              <a:t>36- YOU'RE EVERYTHING TO ME  [ tout pour moi ]</a:t>
            </a:r>
          </a:p>
          <a:p>
            <a:r>
              <a:rPr lang="fr-FR" b="0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39- EVERYTHING TO ME [ tout pour moi ]</a:t>
            </a:r>
          </a:p>
          <a:p>
            <a:r>
              <a:rPr lang="fr-FR" b="0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smtClean="0"/>
              <a:t>	45- YOU’RE EVERYTHING, YOU’RE EVERYTHING TO ME! [ Tu es tout, Tu es tout pour moi ]</a:t>
            </a:r>
          </a:p>
          <a:p>
            <a:r>
              <a:rPr lang="fr-FR" b="0" smtClean="0"/>
              <a:t>	
	</a:t>
            </a:r>
          </a:p>
          <a:p>
            <a:r>
              <a:rPr lang="fr-FR" b="0" smtClean="0"/>
              <a:t>46- YOU'RE EVERYTHING TO ME  [ tu es tout pour moi ]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9357266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Couplet  :</a:t>
            </a:r>
          </a:p>
          <a:p>
            <a:r>
              <a:rPr lang="fr-FR" b="0" dirty="0" smtClean="0"/>
              <a:t>1- I GREW UP IN SUNDAY SCHOOL [ j’ai grandi à l’école du dimanche ]</a:t>
            </a:r>
          </a:p>
          <a:p>
            <a:r>
              <a:rPr lang="fr-FR" b="0" dirty="0" smtClean="0"/>
              <a:t>2- I MEMORIZED THE GOLDEN RULE [ et mémorisé les règles d’or ]</a:t>
            </a:r>
          </a:p>
          <a:p>
            <a:r>
              <a:rPr lang="fr-FR" b="0" dirty="0" smtClean="0"/>
              <a:t>3- AND HOW JESUS CAME [ et comment </a:t>
            </a:r>
            <a:r>
              <a:rPr lang="fr-FR" b="0" dirty="0" smtClean="0"/>
              <a:t>Jésus </a:t>
            </a:r>
            <a:r>
              <a:rPr lang="fr-FR" b="0" dirty="0" smtClean="0"/>
              <a:t>]</a:t>
            </a:r>
          </a:p>
          <a:p>
            <a:r>
              <a:rPr lang="fr-FR" b="0" dirty="0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</a:t>
            </a:r>
            <a:r>
              <a:rPr lang="fr-FR" b="0" dirty="0" smtClean="0"/>
              <a:t>m’aime-t-Il</a:t>
            </a:r>
            <a:r>
              <a:rPr lang="fr-FR" b="0" dirty="0" smtClean="0"/>
              <a:t> ? ]</a:t>
            </a:r>
          </a:p>
          <a:p>
            <a:r>
              <a:rPr lang="fr-FR" b="0" dirty="0" smtClean="0"/>
              <a:t>9- AND I DON'T KNOW WHAT TO SAY  [ je ne sais l’expliquer ] 
10- BUT I'LL NEVER BE THE SAME [ je ne serai plus jamais le même ]</a:t>
            </a:r>
          </a:p>
          <a:p>
            <a:r>
              <a:rPr lang="fr-FR" b="0" dirty="0" smtClean="0"/>
              <a:t>11- BECAUSE HE CHANGED MY LIFE WHEN HE BECAME... [ </a:t>
            </a:r>
            <a:r>
              <a:rPr lang="fr-FR" b="0" dirty="0" smtClean="0"/>
              <a:t>Il </a:t>
            </a:r>
            <a:r>
              <a:rPr lang="fr-FR" b="0" dirty="0" smtClean="0"/>
              <a:t>a changé ma vie en devenant ]</a:t>
            </a:r>
          </a:p>
          <a:p>
            <a:r>
              <a:rPr lang="fr-FR" b="0" dirty="0" smtClean="0"/>
              <a:t> 
	REFRAIN:</a:t>
            </a:r>
          </a:p>
          <a:p>
            <a:r>
              <a:rPr lang="fr-FR" b="0" dirty="0" smtClean="0"/>
              <a:t>	12- EVERYTHING TO ME [ tout pour moi ]</a:t>
            </a:r>
          </a:p>
          <a:p>
            <a:r>
              <a:rPr lang="fr-FR" b="0" dirty="0" smtClean="0"/>
              <a:t>	13- HE'S MORE THAN A STORY [ </a:t>
            </a:r>
            <a:r>
              <a:rPr lang="fr-FR" b="0" dirty="0" smtClean="0"/>
              <a:t>Il </a:t>
            </a:r>
            <a:r>
              <a:rPr lang="fr-FR" b="0" dirty="0" smtClean="0"/>
              <a:t>est plus qu’une histoire ]
	14- MORE THAN WORDS ON A PAGE OF HISTORY [ plus que les mots  des pages d’un récit ]
	15- HE'S THE AIR THAT I BREATHE  [ </a:t>
            </a:r>
            <a:r>
              <a:rPr lang="fr-FR" b="0" dirty="0" smtClean="0"/>
              <a:t>Il </a:t>
            </a:r>
            <a:r>
              <a:rPr lang="fr-FR" b="0" dirty="0" smtClean="0"/>
              <a:t>est l’air que j’inspire ]</a:t>
            </a:r>
          </a:p>
          <a:p>
            <a:r>
              <a:rPr lang="fr-FR" b="0" dirty="0" smtClean="0"/>
              <a:t>	16- THE WATER I THIRST FOR  [ l’eau dont j’ai besoin ]
	17- AND THE GROUND BENEATH MY FEET  [ Il est le sol sous mes pas oh ]</a:t>
            </a:r>
          </a:p>
          <a:p>
            <a:r>
              <a:rPr lang="fr-FR" b="0" dirty="0" smtClean="0"/>
              <a:t>	18- HE'S EVERYTHING, EVERYTHING TO ME! [ Il est tout, </a:t>
            </a:r>
            <a:r>
              <a:rPr lang="fr-FR" b="0" dirty="0" smtClean="0"/>
              <a:t>Il </a:t>
            </a:r>
            <a:r>
              <a:rPr lang="fr-FR" b="0" dirty="0" smtClean="0"/>
              <a:t>est tout pour moi ]
	</a:t>
            </a:r>
          </a:p>
          <a:p>
            <a:r>
              <a:rPr lang="fr-FR" b="0" dirty="0" smtClean="0"/>
              <a:t>Couplet :</a:t>
            </a:r>
          </a:p>
          <a:p>
            <a:r>
              <a:rPr lang="fr-FR" b="0" dirty="0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b="0" dirty="0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b="0" dirty="0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b="0" dirty="0" smtClean="0"/>
              <a:t>27- THEY CAN TASTE AND SEE  [ </a:t>
            </a:r>
            <a:r>
              <a:rPr lang="fr-FR" b="0" dirty="0" smtClean="0"/>
              <a:t>Le </a:t>
            </a:r>
            <a:r>
              <a:rPr lang="fr-FR" b="0" dirty="0" smtClean="0"/>
              <a:t>goûter et </a:t>
            </a:r>
            <a:r>
              <a:rPr lang="fr-FR" b="0" dirty="0" smtClean="0"/>
              <a:t>Le </a:t>
            </a:r>
            <a:r>
              <a:rPr lang="fr-FR" b="0" dirty="0" smtClean="0"/>
              <a:t>voir ]
28- NOW EVERYDAY I'M PRAYING [ et chaque jour je prie ] </a:t>
            </a:r>
          </a:p>
          <a:p>
            <a:r>
              <a:rPr lang="fr-FR" b="0" dirty="0" smtClean="0"/>
              <a:t>29- JUST TO GIVE MY HEART AWAY [ que mon cœur </a:t>
            </a:r>
            <a:r>
              <a:rPr lang="fr-FR" b="0" dirty="0" smtClean="0"/>
              <a:t>Lui </a:t>
            </a:r>
            <a:r>
              <a:rPr lang="fr-FR" b="0" dirty="0" smtClean="0"/>
              <a:t>soit soumis ]
30- I WANT LIVE FOR JESUS  [ je veux vivre pour </a:t>
            </a:r>
            <a:r>
              <a:rPr lang="fr-FR" b="0" dirty="0" smtClean="0"/>
              <a:t>Jésus </a:t>
            </a:r>
            <a:r>
              <a:rPr lang="fr-FR" b="0" dirty="0" smtClean="0"/>
              <a:t>]
31- SO THAT SOMEONE ELSE [ pour que quelqu’un ]</a:t>
            </a:r>
          </a:p>
          <a:p>
            <a:r>
              <a:rPr lang="fr-FR" b="0" dirty="0" smtClean="0"/>
              <a:t>32- MIGHT SEE THAT HE IS  [ voie aussi </a:t>
            </a:r>
            <a:r>
              <a:rPr lang="fr-FR" b="0" dirty="0" smtClean="0"/>
              <a:t>qu’Il </a:t>
            </a:r>
            <a:r>
              <a:rPr lang="fr-FR" b="0" dirty="0" smtClean="0"/>
              <a:t>est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33- AND LOOKING BACK [ et quand j’examinerai ]</a:t>
            </a:r>
          </a:p>
          <a:p>
            <a:r>
              <a:rPr lang="fr-FR" b="0" dirty="0" smtClean="0"/>
              <a:t>34- OVER MY LIFE AT THE END  [ ma vie à la fin ]
35-  I'LL GO TO MEET YOU SAYING YOU'VE BEEN [ je te verrai et dirai que </a:t>
            </a:r>
            <a:r>
              <a:rPr lang="fr-FR" b="0" dirty="0" smtClean="0"/>
              <a:t>Tu </a:t>
            </a:r>
            <a:r>
              <a:rPr lang="fr-FR" b="0" dirty="0" smtClean="0"/>
              <a:t>as été ]</a:t>
            </a:r>
          </a:p>
          <a:p>
            <a:r>
              <a:rPr lang="fr-FR" b="0" dirty="0" smtClean="0"/>
              <a:t>36- YOU'RE EVERYTHING TO ME  [ </a:t>
            </a:r>
            <a:r>
              <a:rPr lang="fr-FR" b="0" dirty="0" smtClean="0"/>
              <a:t>Tout </a:t>
            </a:r>
            <a:r>
              <a:rPr lang="fr-FR" b="0" dirty="0" smtClean="0"/>
              <a:t>pour moi ]</a:t>
            </a:r>
          </a:p>
          <a:p>
            <a:r>
              <a:rPr lang="fr-FR" b="0" dirty="0" smtClean="0"/>
              <a:t>37- YOU'RE MORE THAN A STORY  [ </a:t>
            </a:r>
            <a:r>
              <a:rPr lang="fr-FR" b="0" dirty="0" smtClean="0"/>
              <a:t>Il </a:t>
            </a:r>
            <a:r>
              <a:rPr lang="fr-FR" b="0" dirty="0" smtClean="0"/>
              <a:t>est plus qu’une histoire ]
38- MORE THAN WORDS ON A PAGE OF HISTORY  [ plus que les mots  des pages d’un récit ]
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39- EVERYTHING TO ME [ </a:t>
            </a:r>
            <a:r>
              <a:rPr lang="fr-FR" b="0" dirty="0" smtClean="0"/>
              <a:t>Tout </a:t>
            </a:r>
            <a:r>
              <a:rPr lang="fr-FR" b="0" dirty="0" smtClean="0"/>
              <a:t>pour moi ]</a:t>
            </a:r>
          </a:p>
          <a:p>
            <a:r>
              <a:rPr lang="fr-FR" b="0" dirty="0" smtClean="0"/>
              <a:t>	40- HE'S MORE THAN A STORY [ </a:t>
            </a:r>
            <a:r>
              <a:rPr lang="fr-FR" b="0" dirty="0" smtClean="0"/>
              <a:t>Il </a:t>
            </a:r>
            <a:r>
              <a:rPr lang="fr-FR" b="0" dirty="0" smtClean="0"/>
              <a:t>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b="0" dirty="0" smtClean="0"/>
              <a:t>	43- THE WATER I THIRST FOR  [ l’eau dont j’ai besoin ]
	44- AND THE GROUND BENEATH MY FEET  [ Tu es le sol sous mes pas oh ]</a:t>
            </a:r>
          </a:p>
          <a:p>
            <a:r>
              <a:rPr lang="fr-FR" b="0" dirty="0" smtClean="0"/>
              <a:t>	45- YOU’RE EVERYTHING, YOU’RE EVERYTHING TO ME! [ Tu es tout, Tu es tout pour moi ]</a:t>
            </a:r>
          </a:p>
          <a:p>
            <a:r>
              <a:rPr lang="fr-FR" b="0" dirty="0" smtClean="0"/>
              <a:t>	
	</a:t>
            </a:r>
          </a:p>
          <a:p>
            <a:r>
              <a:rPr lang="fr-FR" b="0" dirty="0" smtClean="0"/>
              <a:t>46- YOU'RE EVERYTHING TO ME  </a:t>
            </a:r>
            <a:r>
              <a:rPr lang="fr-FR" b="0" smtClean="0"/>
              <a:t>[ </a:t>
            </a:r>
            <a:r>
              <a:rPr lang="fr-FR" b="0" smtClean="0"/>
              <a:t>Tu </a:t>
            </a:r>
            <a:r>
              <a:rPr lang="fr-FR" b="0" dirty="0" smtClean="0"/>
              <a:t>es tout pour moi ]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endParaRPr lang="fr-FR" smtClean="0"/>
          </a:p>
          <a:p>
            <a:r>
              <a:rPr lang="fr-FR" smtClean="0"/>
              <a:t>Couplet  :</a:t>
            </a:r>
          </a:p>
          <a:p>
            <a:r>
              <a:rPr lang="fr-FR" smtClean="0"/>
              <a:t>1- I GREW UP IN SUNDAY SCHOOL [ j’ai grandi à l’école du dimanche ]</a:t>
            </a:r>
          </a:p>
          <a:p>
            <a:r>
              <a:rPr lang="fr-FR" smtClean="0"/>
              <a:t>2- I MEMORIZED THE GOLDEN RULE [ et mémorisé les règles d’or ]</a:t>
            </a:r>
          </a:p>
          <a:p>
            <a:r>
              <a:rPr lang="fr-FR" smtClean="0"/>
              <a:t>3- AND HOW JESUS CAME [ et comment jésus ]</a:t>
            </a:r>
          </a:p>
          <a:p>
            <a:r>
              <a:rPr lang="fr-FR" smtClean="0"/>
              <a:t>4- TO SET THE SINNER FREE [ a libéré  les pécheurs ]
5- I KNOW THE STORY INSIDE OUT [ je peux vous raconter l’histoire ]
6- I CAN TELL YOU ALL ABOUT  [ ce chemin de croix  ces heures noires ]
7- THE PATH THAT LED HIM UP TO CALVARY  [ qui l’ont conduit  sur le mont du calvaire ]
8- BUT ASK ME WHY HE LOVES ME  [ mais pourquoi m’aime-t-il ? ]</a:t>
            </a:r>
          </a:p>
          <a:p>
            <a:r>
              <a:rPr lang="fr-FR" smtClean="0"/>
              <a:t>9- AND I DON'T KNOW WHAT TO SAY  [ je ne sais l’expliquer ] 
10- BUT I'LL NEVER BE THE SAME [ je ne serai plus jamais le même ]</a:t>
            </a:r>
          </a:p>
          <a:p>
            <a:r>
              <a:rPr lang="fr-FR" smtClean="0"/>
              <a:t>11- BECAUSE HE CHANGED MY LIFE WHEN HE BECAME... [ il a changé ma vie en devenant ]</a:t>
            </a:r>
          </a:p>
          <a:p>
            <a:r>
              <a:rPr lang="fr-FR" smtClean="0"/>
              <a:t> 
	REFRAIN:</a:t>
            </a:r>
          </a:p>
          <a:p>
            <a:r>
              <a:rPr lang="fr-FR" smtClean="0"/>
              <a:t>	12- EVERYTHING TO ME [ tout pour moi ]</a:t>
            </a:r>
          </a:p>
          <a:p>
            <a:r>
              <a:rPr lang="fr-FR" smtClean="0"/>
              <a:t>	13- HE'S MORE THAN A STORY [ il est plus qu’une histoire ]
	14- MORE THAN WORDS ON A PAGE OF HISTORY [ plus que les mots  des pages d’un récit ]
	15- HE'S THE AIR THAT I BREATHE  [ il est l’air que j’inspire ]</a:t>
            </a:r>
          </a:p>
          <a:p>
            <a:r>
              <a:rPr lang="fr-FR" smtClean="0"/>
              <a:t>	16- THE WATER I THIRST FOR  [ l’eau dont j’ai besoin ]
	17- AND THE GROUND BENEATH MY FEET  [ Il est le sol sous mes pas oh ]</a:t>
            </a:r>
          </a:p>
          <a:p>
            <a:r>
              <a:rPr lang="fr-FR" smtClean="0"/>
              <a:t>	18- HE'S EVERYTHING, EVERYTHING TO ME! [ Il est tout, il est tout pour moi ]
	</a:t>
            </a:r>
          </a:p>
          <a:p>
            <a:r>
              <a:rPr lang="fr-FR" smtClean="0"/>
              <a:t>Couplet :</a:t>
            </a:r>
          </a:p>
          <a:p>
            <a:r>
              <a:rPr lang="fr-FR" smtClean="0"/>
              <a:t>19- WE'RE LIVING IN UNCERTAIN TIMES [ nous vivons des temps incertains ]
20- AND MORE AND MORE I FIND THAT  [qui me font comprendre ]</a:t>
            </a:r>
          </a:p>
          <a:p>
            <a:r>
              <a:rPr lang="fr-FR" smtClean="0"/>
              <a:t>21- I'M AWARE [ à quel point ]
22- OF JUST HOW FRAGILE LIFE CAN BE  [ la vie peut être fragile parfois ]
23- I WANT TO TELL THE WORLD  [ je veux crier que ]</a:t>
            </a:r>
          </a:p>
          <a:p>
            <a:r>
              <a:rPr lang="fr-FR" smtClean="0"/>
              <a:t>24- A LOVE THAT TURNED MY LIFE AROUND  [ j’ai trouvé un amour qui m’a transformé ]
26- THEY NEED TO KNOW THAT  [ leur dire qu’ils peuvent ]</a:t>
            </a:r>
          </a:p>
          <a:p>
            <a:r>
              <a:rPr lang="fr-FR" smtClean="0"/>
              <a:t>27- THEY CAN TASTE AND SEE  [ le goûter et le voir ]
28- NOW EVERYDAY I'M PRAYING [ et chaque jour je prie ] </a:t>
            </a:r>
          </a:p>
          <a:p>
            <a:r>
              <a:rPr lang="fr-FR" smtClean="0"/>
              <a:t>29- JUST TO GIVE MY HEART AWAY [ que mon cœur lui soit soumis ]
30- I WANT LIVE FOR JESUS  [ je veux vivre pour jésus ]
31- SO THAT SOMEONE ELSE [ pour que quelqu’un ]</a:t>
            </a:r>
          </a:p>
          <a:p>
            <a:r>
              <a:rPr lang="fr-FR" smtClean="0"/>
              <a:t>32- MIGHT SEE THAT HE IS  [ voie aussi qu’il est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33- AND LOOKING BACK [ et quand j’examinerai ]</a:t>
            </a:r>
          </a:p>
          <a:p>
            <a:r>
              <a:rPr lang="fr-FR" smtClean="0"/>
              <a:t>34- OVER MY LIFE AT THE END  [ ma vie à la fin ]
35-  I'LL GO TO MEET YOU SAYING YOU'VE BEEN [ je te verrai et dirai que tu as été ]</a:t>
            </a:r>
          </a:p>
          <a:p>
            <a:r>
              <a:rPr lang="fr-FR" smtClean="0"/>
              <a:t>36- YOU'RE EVERYTHING TO ME  [ tout pour moi ]</a:t>
            </a:r>
          </a:p>
          <a:p>
            <a:r>
              <a:rPr lang="fr-FR" smtClean="0"/>
              <a:t>37- YOU'RE MORE THAN A STORY  [ il est plus qu’une histoire ]
38- MORE THAN WORDS ON A PAGE OF HISTORY  [ plus que les mots  des pages d’un récit ]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39- EVERYTHING TO ME [ tout pour moi ]</a:t>
            </a:r>
          </a:p>
          <a:p>
            <a:r>
              <a:rPr lang="fr-FR" smtClean="0"/>
              <a:t>	40- HE'S MORE THAN A STORY [ il est plus qu’une histoire ]
	41- MORE THAN WORDS ON A PAGE OF HISTORY [ plus que les mots  des pages d’un récit ]
	42- YOU’RE THE AIR THAT I BREATHE  [ Tu es l’air que j’inspire ]</a:t>
            </a:r>
          </a:p>
          <a:p>
            <a:r>
              <a:rPr lang="fr-FR" smtClean="0"/>
              <a:t>	43- THE WATER I THIRST FOR  [ l’eau dont j’ai besoin ]
	44- AND THE GROUND BENEATH MY FEET  [ Tu es le sol sous mes pas oh ]</a:t>
            </a:r>
          </a:p>
          <a:p>
            <a:r>
              <a:rPr lang="fr-FR" smtClean="0"/>
              <a:t>	45- YOU’RE EVERYTHING, YOU’RE EVERYTHING TO ME! [ Tu es tout, Tu es tout pour moi ]</a:t>
            </a:r>
          </a:p>
          <a:p>
            <a:r>
              <a:rPr lang="fr-FR" smtClean="0"/>
              <a:t>	
	</a:t>
            </a:r>
          </a:p>
          <a:p>
            <a:r>
              <a:rPr lang="fr-FR" smtClean="0"/>
              <a:t>46- YOU'RE EVERYTHING TO ME  [ tu es tout pour moi ]</a:t>
            </a:r>
          </a:p>
        </p:txBody>
      </p:sp>
    </p:spTree>
    <p:extLst>
      <p:ext uri="{BB962C8B-B14F-4D97-AF65-F5344CB8AC3E}">
        <p14:creationId xmlns:p14="http://schemas.microsoft.com/office/powerpoint/2010/main" val="2278655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GREW UP IN SUNDAY SCHOOL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’ai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grandi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à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l’école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du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dimanche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MEMORIZED THE GOLDEN RULE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mémorisé les règles d’or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HOW JESUS CAME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comment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ésus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</a:p>
          <a:p>
            <a:pPr algn="ctr">
              <a:lnSpc>
                <a:spcPct val="90000"/>
              </a:lnSpc>
              <a:defRPr/>
            </a:pP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 SET THE SINNER FREE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libéré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les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pécheurs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THE STORY INSIDE OUT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peux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vous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raconter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l’histoire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05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CAN TELL YOU ALL ABOUT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chemin de croix ces heures noires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21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PATH THAT LED HIM UP TO CALVARY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ui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l’ont conduit  sur le mont du calvaire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15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ASK ME WHY HE LOVES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mais pourquoi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m’aime-t-Il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 ?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26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DON'T KNOW WHAT TO SAY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ne sais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l’expliquer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 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93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I'LL NEVER BE THE SAME BECAUSE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ne serai plus jamais le même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06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 CHANGED MY LIFE WHEN HE BECAME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changé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ma vie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devenant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40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EVERYTHING TO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57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HE'S MORE THAN A STORY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plus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qu’une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histoire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12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695400" y="5373216"/>
            <a:ext cx="10668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WORDS ON A PAGE OF HISTORY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plus que les mots des pages d’un récit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02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HE'S THE AIR THAT I BREATHE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l’air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que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j’inspire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733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WATER I THIRST FOR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l’eau dont j’ai besoin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85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THE GROUND BENEATH MY FEET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le sol sous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 oh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80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HE'S EVERYTHING, EVERYTHING TO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Il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 tout il est tout pour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4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WE'RE LIVING IN UNCERTAIN TIMES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vivons des temps incertains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20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MORE AND MORE I FIND THAT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qui me font comprendre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9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AWARE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à quel point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50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OF JUST HOW FRAGILE LIFE CAN BE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la vie peut être fragile parfois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82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WANT TO TELL THE WORLD I FOUND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je veux crier que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30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 LOVE THAT TURNED MY LIFE AROUND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j’ai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trouvé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un amour qui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m’a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transformé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66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 LOVE THAT TURNED MY LIFE AROUND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j’ai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trouvé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un amour qui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m’a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transformé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52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THEY NEED TO KNOW THAT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leur dire qu’ils peuvent ]</a:t>
            </a:r>
          </a:p>
          <a:p>
            <a:pPr algn="ctr">
              <a:lnSpc>
                <a:spcPct val="90000"/>
              </a:lnSpc>
              <a:defRPr/>
            </a:pP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0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THEY CAN TASTE AND SEE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goûter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et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voir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7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NOW EVERYDAY I'M PRAYING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chaque jour je prie ] 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69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TO GIVE MY HEART AWAY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que mon cœur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Lui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soit soumis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74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WANT LIVE FOR JESUS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veux vivre pour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Jésus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07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 THAT SOMEONE ELSE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que quelqu’un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30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MIGHT SEE THAT HE IS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voie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aussi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qu’Il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19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LOOKING BACK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quand j’examinerai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5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OVER MY LIFE AT THE END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ma vie à la fin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84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343472" y="5373216"/>
            <a:ext cx="954055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I'LL GO TO MEET YOU SAYING YOU'VE BEEN  [ je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Te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verrai et dirai que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as été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03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EVERYTHING TO ME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42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MORE THAN A STORY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plus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qu’une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histoire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23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983432" y="5301208"/>
            <a:ext cx="1040464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WORDS ON A PAGE OF HISTORY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plus que les mots des pages d’un récit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74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EVERYTHING TO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 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14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HE'S MORE THAN A STORY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plus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qu’une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histoire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44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199456" y="5373216"/>
            <a:ext cx="954055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WORDS ON A PAGE OF HISTORY [ plus que les mots des pages d’un récit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27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THE AIR THAT I BREATHE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l’air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que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j’inspire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86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WATER I THIRST FOR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l’eau dont j’ai besoin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36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THE GROUND BENEATH MY FEET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[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le sol sous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pas oh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14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EVERYTHING TO 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 tout,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</a:t>
            </a:r>
            <a:r>
              <a:rPr lang="fr-FR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 tout pour moi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40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5334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YOU'RE EVERYTHING TO ME 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tout pour </a:t>
            </a:r>
            <a:r>
              <a:rPr lang="en-US" sz="32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</a:t>
            </a:r>
            <a:r>
              <a:rPr lang="en-US" sz="32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en-US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9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1926</TotalTime>
  <Words>5391</Words>
  <Application>Microsoft Office PowerPoint</Application>
  <PresentationFormat>Grand écran</PresentationFormat>
  <Paragraphs>3402</Paragraphs>
  <Slides>46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0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203</cp:revision>
  <dcterms:created xsi:type="dcterms:W3CDTF">2002-08-17T10:50:50Z</dcterms:created>
  <dcterms:modified xsi:type="dcterms:W3CDTF">2025-05-11T11:31:23Z</dcterms:modified>
</cp:coreProperties>
</file>