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617" autoAdjust="0"/>
    <p:restoredTop sz="38698" autoAdjust="0"/>
  </p:normalViewPr>
  <p:slideViewPr>
    <p:cSldViewPr>
      <p:cViewPr varScale="1">
        <p:scale>
          <a:sx n="25" d="100"/>
          <a:sy n="25" d="100"/>
        </p:scale>
        <p:origin x="-81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28/09/2019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dirty="0" smtClean="0"/>
              <a:t>1-  TU AS CHANGÉ MON MONDE EN VENANT À MOI </a:t>
            </a:r>
          </a:p>
          <a:p>
            <a:r>
              <a:rPr lang="fr-FR" b="0" dirty="0" smtClean="0"/>
              <a:t>You </a:t>
            </a:r>
            <a:r>
              <a:rPr lang="fr-FR" b="0" dirty="0" err="1" smtClean="0"/>
              <a:t>changed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world </a:t>
            </a:r>
            <a:r>
              <a:rPr lang="fr-FR" b="0" dirty="0" err="1" smtClean="0"/>
              <a:t>When</a:t>
            </a:r>
            <a:r>
              <a:rPr lang="fr-FR" b="0" dirty="0" smtClean="0"/>
              <a:t> You came to me.
2-  TU AS MIS DE LA PASSION AU FOND DE MON ÂME </a:t>
            </a:r>
          </a:p>
          <a:p>
            <a:r>
              <a:rPr lang="fr-FR" b="0" dirty="0" smtClean="0"/>
              <a:t>You </a:t>
            </a:r>
            <a:r>
              <a:rPr lang="fr-FR" b="0" dirty="0" err="1" smtClean="0"/>
              <a:t>drove</a:t>
            </a:r>
            <a:r>
              <a:rPr lang="fr-FR" b="0" dirty="0" smtClean="0"/>
              <a:t> a passion, In </a:t>
            </a:r>
            <a:r>
              <a:rPr lang="fr-FR" b="0" dirty="0" err="1" smtClean="0"/>
              <a:t>my</a:t>
            </a:r>
            <a:r>
              <a:rPr lang="fr-FR" b="0" dirty="0" smtClean="0"/>
              <a:t> soul down </a:t>
            </a:r>
            <a:r>
              <a:rPr lang="fr-FR" b="0" dirty="0" err="1" smtClean="0"/>
              <a:t>deep</a:t>
            </a:r>
            <a:r>
              <a:rPr lang="fr-FR" b="0" dirty="0" smtClean="0"/>
              <a:t>,
3-  SEIGNEUR POUR TE SUIVRE EN TOUTE CHOSE 
Lord, to </a:t>
            </a:r>
            <a:r>
              <a:rPr lang="fr-FR" b="0" dirty="0" err="1" smtClean="0"/>
              <a:t>follow</a:t>
            </a:r>
            <a:r>
              <a:rPr lang="fr-FR" b="0" dirty="0" smtClean="0"/>
              <a:t> You in </a:t>
            </a:r>
            <a:r>
              <a:rPr lang="fr-FR" b="0" dirty="0" err="1" smtClean="0"/>
              <a:t>everything</a:t>
            </a:r>
            <a:r>
              <a:rPr lang="fr-FR" b="0" dirty="0" smtClean="0"/>
              <a:t>.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4-  JE NE VEUX PAS PARTIR LÀ-BAS SI JE SAIS QUE TU N’Y ES PAS </a:t>
            </a:r>
          </a:p>
          <a:p>
            <a:r>
              <a:rPr lang="fr-FR" b="0" dirty="0" smtClean="0"/>
              <a:t>	I </a:t>
            </a:r>
            <a:r>
              <a:rPr lang="fr-FR" b="0" dirty="0" err="1" smtClean="0"/>
              <a:t>don't</a:t>
            </a:r>
            <a:r>
              <a:rPr lang="fr-FR" b="0" dirty="0" smtClean="0"/>
              <a:t> </a:t>
            </a:r>
            <a:r>
              <a:rPr lang="fr-FR" b="0" dirty="0" err="1" smtClean="0"/>
              <a:t>want</a:t>
            </a:r>
            <a:r>
              <a:rPr lang="fr-FR" b="0" dirty="0" smtClean="0"/>
              <a:t> to go </a:t>
            </a:r>
            <a:r>
              <a:rPr lang="fr-FR" b="0" dirty="0" err="1" smtClean="0"/>
              <a:t>somewhere</a:t>
            </a:r>
            <a:r>
              <a:rPr lang="fr-FR" b="0" dirty="0" smtClean="0"/>
              <a:t> If I know </a:t>
            </a:r>
            <a:r>
              <a:rPr lang="fr-FR" b="0" dirty="0" err="1" smtClean="0"/>
              <a:t>that</a:t>
            </a:r>
            <a:r>
              <a:rPr lang="fr-FR" b="0" dirty="0" smtClean="0"/>
              <a:t> </a:t>
            </a:r>
            <a:r>
              <a:rPr lang="fr-FR" b="0" dirty="0" err="1" smtClean="0"/>
              <a:t>You're</a:t>
            </a:r>
            <a:r>
              <a:rPr lang="fr-FR" b="0" dirty="0" smtClean="0"/>
              <a:t> not </a:t>
            </a:r>
            <a:r>
              <a:rPr lang="fr-FR" b="0" dirty="0" err="1" smtClean="0"/>
              <a:t>there</a:t>
            </a:r>
            <a:r>
              <a:rPr lang="fr-FR" b="0" dirty="0" smtClean="0"/>
              <a:t>,
	5-  JE SAIS QUE MOI SANS TOI  CELA N’EXISTE PAS </a:t>
            </a:r>
          </a:p>
          <a:p>
            <a:r>
              <a:rPr lang="fr-FR" b="0" dirty="0" smtClean="0"/>
              <a:t>	'Cause I know </a:t>
            </a:r>
            <a:r>
              <a:rPr lang="fr-FR" b="0" dirty="0" err="1" smtClean="0"/>
              <a:t>that</a:t>
            </a:r>
            <a:r>
              <a:rPr lang="fr-FR" b="0" dirty="0" smtClean="0"/>
              <a:t> me </a:t>
            </a:r>
            <a:r>
              <a:rPr lang="fr-FR" b="0" dirty="0" err="1" smtClean="0"/>
              <a:t>without</a:t>
            </a:r>
            <a:r>
              <a:rPr lang="fr-FR" b="0" dirty="0" smtClean="0"/>
              <a:t> You </a:t>
            </a:r>
            <a:r>
              <a:rPr lang="fr-FR" b="0" dirty="0" err="1" smtClean="0"/>
              <a:t>is</a:t>
            </a:r>
            <a:r>
              <a:rPr lang="fr-FR" b="0" dirty="0" smtClean="0"/>
              <a:t> a lie.
	6-  JE N’IRAI PAS SUR CETTE VOIE POUR FINIR TROP LOIN DE CHEZ MOI </a:t>
            </a:r>
          </a:p>
          <a:p>
            <a:r>
              <a:rPr lang="fr-FR" b="0" dirty="0" smtClean="0"/>
              <a:t>	And I </a:t>
            </a:r>
            <a:r>
              <a:rPr lang="fr-FR" b="0" dirty="0" err="1" smtClean="0"/>
              <a:t>don't</a:t>
            </a:r>
            <a:r>
              <a:rPr lang="fr-FR" b="0" dirty="0" smtClean="0"/>
              <a:t> </a:t>
            </a:r>
            <a:r>
              <a:rPr lang="fr-FR" b="0" dirty="0" err="1" smtClean="0"/>
              <a:t>want</a:t>
            </a:r>
            <a:r>
              <a:rPr lang="fr-FR" b="0" dirty="0" smtClean="0"/>
              <a:t> to </a:t>
            </a:r>
            <a:r>
              <a:rPr lang="fr-FR" b="0" dirty="0" err="1" smtClean="0"/>
              <a:t>walk</a:t>
            </a:r>
            <a:r>
              <a:rPr lang="fr-FR" b="0" dirty="0" smtClean="0"/>
              <a:t> </a:t>
            </a:r>
            <a:r>
              <a:rPr lang="fr-FR" b="0" dirty="0" err="1" smtClean="0"/>
              <a:t>that</a:t>
            </a:r>
            <a:r>
              <a:rPr lang="fr-FR" b="0" dirty="0" smtClean="0"/>
              <a:t> road, Be a million miles </a:t>
            </a:r>
            <a:r>
              <a:rPr lang="fr-FR" b="0" dirty="0" err="1" smtClean="0"/>
              <a:t>from</a:t>
            </a:r>
            <a:r>
              <a:rPr lang="fr-FR" b="0" dirty="0" smtClean="0"/>
              <a:t> home,
	7-  CAR MON CŒUR DÉSIRE ÊTRE AVEC TOI JE NE VEUX PAS PARTIR 
	Cause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</a:t>
            </a:r>
            <a:r>
              <a:rPr lang="fr-FR" b="0" dirty="0" err="1" smtClean="0"/>
              <a:t>needs</a:t>
            </a:r>
            <a:r>
              <a:rPr lang="fr-FR" b="0" dirty="0" smtClean="0"/>
              <a:t> to </a:t>
            </a:r>
            <a:r>
              <a:rPr lang="fr-FR" b="0" dirty="0" err="1" smtClean="0"/>
              <a:t>be</a:t>
            </a:r>
            <a:r>
              <a:rPr lang="fr-FR" b="0" dirty="0" smtClean="0"/>
              <a:t> </a:t>
            </a:r>
            <a:r>
              <a:rPr lang="fr-FR" b="0" dirty="0" err="1" smtClean="0"/>
              <a:t>where</a:t>
            </a:r>
            <a:r>
              <a:rPr lang="fr-FR" b="0" dirty="0" smtClean="0"/>
              <a:t> You are. So I </a:t>
            </a:r>
            <a:r>
              <a:rPr lang="fr-FR" b="0" dirty="0" err="1" smtClean="0"/>
              <a:t>don't</a:t>
            </a:r>
            <a:r>
              <a:rPr lang="fr-FR" b="0" dirty="0" smtClean="0"/>
              <a:t> </a:t>
            </a:r>
            <a:r>
              <a:rPr lang="fr-FR" b="0" dirty="0" err="1" smtClean="0"/>
              <a:t>want</a:t>
            </a:r>
            <a:r>
              <a:rPr lang="fr-FR" b="0" dirty="0" smtClean="0"/>
              <a:t> to go.</a:t>
            </a:r>
          </a:p>
          <a:p>
            <a:endParaRPr lang="fr-FR" b="0" dirty="0" smtClean="0"/>
          </a:p>
          <a:p>
            <a:r>
              <a:rPr lang="fr-FR" b="0" dirty="0" smtClean="0"/>
              <a:t>8-  QUOI QU’IL ARRIVERA JE SERAI PRÈS DE TOI </a:t>
            </a:r>
          </a:p>
          <a:p>
            <a:r>
              <a:rPr lang="fr-FR" b="0" dirty="0" smtClean="0"/>
              <a:t>So come </a:t>
            </a:r>
            <a:r>
              <a:rPr lang="fr-FR" b="0" dirty="0" err="1" smtClean="0"/>
              <a:t>whatever</a:t>
            </a:r>
            <a:r>
              <a:rPr lang="fr-FR" b="0" dirty="0" smtClean="0"/>
              <a:t>, (</a:t>
            </a:r>
            <a:r>
              <a:rPr lang="fr-FR" b="0" dirty="0" err="1" smtClean="0"/>
              <a:t>Whatever</a:t>
            </a:r>
            <a:r>
              <a:rPr lang="fr-FR" b="0" dirty="0" smtClean="0"/>
              <a:t> </a:t>
            </a:r>
            <a:r>
              <a:rPr lang="fr-FR" b="0" dirty="0" err="1" smtClean="0"/>
              <a:t>may</a:t>
            </a:r>
            <a:r>
              <a:rPr lang="fr-FR" b="0" dirty="0" smtClean="0"/>
              <a:t> come) </a:t>
            </a:r>
            <a:r>
              <a:rPr lang="fr-FR" b="0" dirty="0" err="1" smtClean="0"/>
              <a:t>I'll</a:t>
            </a:r>
            <a:r>
              <a:rPr lang="fr-FR" b="0" dirty="0" smtClean="0"/>
              <a:t> stick </a:t>
            </a:r>
            <a:r>
              <a:rPr lang="fr-FR" b="0" dirty="0" err="1" smtClean="0"/>
              <a:t>with</a:t>
            </a:r>
            <a:r>
              <a:rPr lang="fr-FR" b="0" dirty="0" smtClean="0"/>
              <a:t> You. (Right by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side</a:t>
            </a:r>
            <a:r>
              <a:rPr lang="fr-FR" b="0" dirty="0" smtClean="0"/>
              <a:t>)
9-  TU ME GUIDERAS QU’IMPORTE SI ON ME CROIT FOU </a:t>
            </a:r>
          </a:p>
          <a:p>
            <a:r>
              <a:rPr lang="fr-FR" b="0" dirty="0" err="1" smtClean="0"/>
              <a:t>I'll</a:t>
            </a:r>
            <a:r>
              <a:rPr lang="fr-FR" b="0" dirty="0" smtClean="0"/>
              <a:t> </a:t>
            </a:r>
            <a:r>
              <a:rPr lang="fr-FR" b="0" dirty="0" err="1" smtClean="0"/>
              <a:t>walk</a:t>
            </a:r>
            <a:r>
              <a:rPr lang="fr-FR" b="0" dirty="0" smtClean="0"/>
              <a:t> </a:t>
            </a:r>
            <a:r>
              <a:rPr lang="fr-FR" b="0" dirty="0" err="1" smtClean="0"/>
              <a:t>You'll</a:t>
            </a:r>
            <a:r>
              <a:rPr lang="fr-FR" b="0" dirty="0" smtClean="0"/>
              <a:t> </a:t>
            </a:r>
            <a:r>
              <a:rPr lang="fr-FR" b="0" dirty="0" err="1" smtClean="0"/>
              <a:t>lead</a:t>
            </a:r>
            <a:r>
              <a:rPr lang="fr-FR" b="0" dirty="0" smtClean="0"/>
              <a:t> me, Call me </a:t>
            </a:r>
            <a:r>
              <a:rPr lang="fr-FR" b="0" dirty="0" err="1" smtClean="0"/>
              <a:t>crazy</a:t>
            </a:r>
            <a:r>
              <a:rPr lang="fr-FR" b="0" dirty="0" smtClean="0"/>
              <a:t> or a </a:t>
            </a:r>
            <a:r>
              <a:rPr lang="fr-FR" b="0" dirty="0" err="1" smtClean="0"/>
              <a:t>fool</a:t>
            </a:r>
            <a:r>
              <a:rPr lang="fr-FR" b="0" dirty="0" smtClean="0"/>
              <a:t>,
10-  CAR POUR TOUJOURS, JE TE PROMETS </a:t>
            </a:r>
          </a:p>
          <a:p>
            <a:r>
              <a:rPr lang="fr-FR" b="0" dirty="0" smtClean="0"/>
              <a:t>For </a:t>
            </a:r>
            <a:r>
              <a:rPr lang="fr-FR" b="0" dirty="0" err="1" smtClean="0"/>
              <a:t>forever</a:t>
            </a:r>
            <a:r>
              <a:rPr lang="fr-FR" b="0" dirty="0" smtClean="0"/>
              <a:t> I promise You...</a:t>
            </a:r>
          </a:p>
          <a:p>
            <a:r>
              <a:rPr lang="fr-FR" b="0" dirty="0" smtClean="0"/>
              <a:t>
	Refrain:</a:t>
            </a:r>
          </a:p>
          <a:p>
            <a:endParaRPr lang="fr-FR" b="0" dirty="0" smtClean="0"/>
          </a:p>
          <a:p>
            <a:r>
              <a:rPr lang="fr-FR" b="0" dirty="0" smtClean="0"/>
              <a:t>11-  SANS TON TOUCHER  SANS TON AMOUR </a:t>
            </a:r>
          </a:p>
          <a:p>
            <a:r>
              <a:rPr lang="fr-FR" b="0" dirty="0" err="1" smtClean="0"/>
              <a:t>Without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touch</a:t>
            </a:r>
            <a:r>
              <a:rPr lang="fr-FR" b="0" dirty="0" smtClean="0"/>
              <a:t>, </a:t>
            </a:r>
            <a:r>
              <a:rPr lang="fr-FR" b="0" dirty="0" err="1" smtClean="0"/>
              <a:t>Without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love
12-  QUI REMPLIT COMME UN OCÉAN CAR TA GRÂCE EST ASSEZ </a:t>
            </a:r>
          </a:p>
          <a:p>
            <a:r>
              <a:rPr lang="fr-FR" b="0" dirty="0" err="1" smtClean="0"/>
              <a:t>Filling</a:t>
            </a:r>
            <a:r>
              <a:rPr lang="fr-FR" b="0" dirty="0" smtClean="0"/>
              <a:t> me </a:t>
            </a:r>
            <a:r>
              <a:rPr lang="fr-FR" b="0" dirty="0" err="1" smtClean="0"/>
              <a:t>like</a:t>
            </a:r>
            <a:r>
              <a:rPr lang="fr-FR" b="0" dirty="0" smtClean="0"/>
              <a:t> an </a:t>
            </a:r>
            <a:r>
              <a:rPr lang="fr-FR" b="0" dirty="0" err="1" smtClean="0"/>
              <a:t>ocean</a:t>
            </a:r>
            <a:r>
              <a:rPr lang="fr-FR" b="0" dirty="0" smtClean="0"/>
              <a:t>. For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grace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enough</a:t>
            </a:r>
            <a:r>
              <a:rPr lang="fr-FR" b="0" dirty="0" smtClean="0"/>
              <a:t>,
13-  BIEN ASSEZ  </a:t>
            </a:r>
          </a:p>
          <a:p>
            <a:r>
              <a:rPr lang="fr-FR" b="0" dirty="0" err="1" smtClean="0"/>
              <a:t>Enough</a:t>
            </a:r>
            <a:r>
              <a:rPr lang="fr-FR" b="0" dirty="0" smtClean="0"/>
              <a:t> for me.
14-  POUR NE PAS PARTIR LÀ-BAS SI JE SAIS QUE TU N’Y ES PAS 
Never </a:t>
            </a:r>
            <a:r>
              <a:rPr lang="fr-FR" b="0" dirty="0" err="1" smtClean="0"/>
              <a:t>want</a:t>
            </a:r>
            <a:r>
              <a:rPr lang="fr-FR" b="0" dirty="0" smtClean="0"/>
              <a:t> to go </a:t>
            </a:r>
            <a:r>
              <a:rPr lang="fr-FR" b="0" dirty="0" err="1" smtClean="0"/>
              <a:t>somewhere</a:t>
            </a:r>
            <a:r>
              <a:rPr lang="fr-FR" b="0" dirty="0" smtClean="0"/>
              <a:t> If I know </a:t>
            </a:r>
            <a:r>
              <a:rPr lang="fr-FR" b="0" dirty="0" err="1" smtClean="0"/>
              <a:t>that</a:t>
            </a:r>
            <a:r>
              <a:rPr lang="fr-FR" b="0" dirty="0" smtClean="0"/>
              <a:t> </a:t>
            </a:r>
            <a:r>
              <a:rPr lang="fr-FR" b="0" dirty="0" err="1" smtClean="0"/>
              <a:t>You're</a:t>
            </a:r>
            <a:r>
              <a:rPr lang="fr-FR" b="0" dirty="0" smtClean="0"/>
              <a:t> not </a:t>
            </a:r>
            <a:r>
              <a:rPr lang="fr-FR" b="0" dirty="0" err="1" smtClean="0"/>
              <a:t>there</a:t>
            </a:r>
            <a:r>
              <a:rPr lang="fr-FR" b="0" dirty="0" smtClean="0"/>
              <a:t>. No, no, no, no.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15-  JE NE VEUX PAS PARTIR LÀ-BAS SI JE SAIS QUE TU N’Y ES PAS </a:t>
            </a:r>
          </a:p>
          <a:p>
            <a:r>
              <a:rPr lang="fr-FR" b="0" dirty="0" smtClean="0"/>
              <a:t>	I </a:t>
            </a:r>
            <a:r>
              <a:rPr lang="fr-FR" b="0" dirty="0" err="1" smtClean="0"/>
              <a:t>don't</a:t>
            </a:r>
            <a:r>
              <a:rPr lang="fr-FR" b="0" dirty="0" smtClean="0"/>
              <a:t> </a:t>
            </a:r>
            <a:r>
              <a:rPr lang="fr-FR" b="0" dirty="0" err="1" smtClean="0"/>
              <a:t>want</a:t>
            </a:r>
            <a:r>
              <a:rPr lang="fr-FR" b="0" dirty="0" smtClean="0"/>
              <a:t> to go </a:t>
            </a:r>
            <a:r>
              <a:rPr lang="fr-FR" b="0" dirty="0" err="1" smtClean="0"/>
              <a:t>somewhere</a:t>
            </a:r>
            <a:r>
              <a:rPr lang="fr-FR" b="0" dirty="0" smtClean="0"/>
              <a:t> If I know </a:t>
            </a:r>
            <a:r>
              <a:rPr lang="fr-FR" b="0" dirty="0" err="1" smtClean="0"/>
              <a:t>that</a:t>
            </a:r>
            <a:r>
              <a:rPr lang="fr-FR" b="0" dirty="0" smtClean="0"/>
              <a:t> </a:t>
            </a:r>
            <a:r>
              <a:rPr lang="fr-FR" b="0" dirty="0" err="1" smtClean="0"/>
              <a:t>You're</a:t>
            </a:r>
            <a:r>
              <a:rPr lang="fr-FR" b="0" dirty="0" smtClean="0"/>
              <a:t> not </a:t>
            </a:r>
            <a:r>
              <a:rPr lang="fr-FR" b="0" dirty="0" err="1" smtClean="0"/>
              <a:t>there</a:t>
            </a:r>
            <a:r>
              <a:rPr lang="fr-FR" b="0" dirty="0" smtClean="0"/>
              <a:t>,</a:t>
            </a:r>
            <a:br>
              <a:rPr lang="fr-FR" b="0" dirty="0" smtClean="0"/>
            </a:br>
            <a:r>
              <a:rPr lang="fr-FR" b="0" dirty="0" smtClean="0"/>
              <a:t>	16-  JE SAIS QUE MOI SANS TOI  CELA N’EXISTE PAS</a:t>
            </a:r>
          </a:p>
          <a:p>
            <a:r>
              <a:rPr lang="fr-FR" b="0" dirty="0" smtClean="0"/>
              <a:t>	'Cause I know </a:t>
            </a:r>
            <a:r>
              <a:rPr lang="fr-FR" b="0" dirty="0" err="1" smtClean="0"/>
              <a:t>that</a:t>
            </a:r>
            <a:r>
              <a:rPr lang="fr-FR" b="0" dirty="0" smtClean="0"/>
              <a:t> me </a:t>
            </a:r>
            <a:r>
              <a:rPr lang="fr-FR" b="0" dirty="0" err="1" smtClean="0"/>
              <a:t>without</a:t>
            </a:r>
            <a:r>
              <a:rPr lang="fr-FR" b="0" dirty="0" smtClean="0"/>
              <a:t> You </a:t>
            </a:r>
            <a:r>
              <a:rPr lang="fr-FR" b="0" dirty="0" err="1" smtClean="0"/>
              <a:t>is</a:t>
            </a:r>
            <a:r>
              <a:rPr lang="fr-FR" b="0" dirty="0" smtClean="0"/>
              <a:t> a lie.
	17-  JE N’IRAI PAS SUR CETTE VOIE POUR FINIR TROP LOIN DE CHEZ MOI </a:t>
            </a:r>
          </a:p>
          <a:p>
            <a:r>
              <a:rPr lang="fr-FR" b="0" dirty="0" smtClean="0"/>
              <a:t>	And I </a:t>
            </a:r>
            <a:r>
              <a:rPr lang="fr-FR" b="0" dirty="0" err="1" smtClean="0"/>
              <a:t>don't</a:t>
            </a:r>
            <a:r>
              <a:rPr lang="fr-FR" b="0" dirty="0" smtClean="0"/>
              <a:t> </a:t>
            </a:r>
            <a:r>
              <a:rPr lang="fr-FR" b="0" dirty="0" err="1" smtClean="0"/>
              <a:t>want</a:t>
            </a:r>
            <a:r>
              <a:rPr lang="fr-FR" b="0" dirty="0" smtClean="0"/>
              <a:t> to </a:t>
            </a:r>
            <a:r>
              <a:rPr lang="fr-FR" b="0" dirty="0" err="1" smtClean="0"/>
              <a:t>walk</a:t>
            </a:r>
            <a:r>
              <a:rPr lang="fr-FR" b="0" dirty="0" smtClean="0"/>
              <a:t> </a:t>
            </a:r>
            <a:r>
              <a:rPr lang="fr-FR" b="0" dirty="0" err="1" smtClean="0"/>
              <a:t>that</a:t>
            </a:r>
            <a:r>
              <a:rPr lang="fr-FR" b="0" dirty="0" smtClean="0"/>
              <a:t> road, Be a million miles </a:t>
            </a:r>
            <a:r>
              <a:rPr lang="fr-FR" b="0" dirty="0" err="1" smtClean="0"/>
              <a:t>from</a:t>
            </a:r>
            <a:r>
              <a:rPr lang="fr-FR" b="0" dirty="0" smtClean="0"/>
              <a:t> home,
	18-  CAR MON CŒUR DÉSIRE ÊTRE AVEC TOI JE NE VEUX PAS PARTIR </a:t>
            </a:r>
          </a:p>
          <a:p>
            <a:r>
              <a:rPr lang="fr-FR" b="0" dirty="0" smtClean="0"/>
              <a:t>	Cause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</a:t>
            </a:r>
            <a:r>
              <a:rPr lang="fr-FR" b="0" dirty="0" err="1" smtClean="0"/>
              <a:t>needs</a:t>
            </a:r>
            <a:r>
              <a:rPr lang="fr-FR" b="0" dirty="0" smtClean="0"/>
              <a:t> to </a:t>
            </a:r>
            <a:r>
              <a:rPr lang="fr-FR" b="0" dirty="0" err="1" smtClean="0"/>
              <a:t>be</a:t>
            </a:r>
            <a:r>
              <a:rPr lang="fr-FR" b="0" dirty="0" smtClean="0"/>
              <a:t> right </a:t>
            </a:r>
            <a:r>
              <a:rPr lang="fr-FR" b="0" dirty="0" err="1" smtClean="0"/>
              <a:t>where</a:t>
            </a:r>
            <a:r>
              <a:rPr lang="fr-FR" b="0" dirty="0" smtClean="0"/>
              <a:t> You are. So I </a:t>
            </a:r>
            <a:r>
              <a:rPr lang="fr-FR" b="0" dirty="0" err="1" smtClean="0"/>
              <a:t>don't</a:t>
            </a:r>
            <a:r>
              <a:rPr lang="fr-FR" b="0" dirty="0" smtClean="0"/>
              <a:t> </a:t>
            </a:r>
            <a:r>
              <a:rPr lang="fr-FR" b="0" dirty="0" err="1" smtClean="0"/>
              <a:t>want</a:t>
            </a:r>
            <a:r>
              <a:rPr lang="fr-FR" b="0" dirty="0" smtClean="0"/>
              <a:t> to go. No, no.</a:t>
            </a:r>
            <a:br>
              <a:rPr lang="fr-FR" b="0" dirty="0" smtClean="0"/>
            </a:br>
            <a:r>
              <a:rPr lang="fr-FR" b="0" dirty="0" smtClean="0"/>
              <a:t>
19-  SANS TON TOUCHER  SANS TON AMOUR </a:t>
            </a:r>
          </a:p>
          <a:p>
            <a:r>
              <a:rPr lang="fr-FR" b="0" dirty="0" err="1" smtClean="0"/>
              <a:t>Without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touch</a:t>
            </a:r>
            <a:r>
              <a:rPr lang="fr-FR" b="0" dirty="0" smtClean="0"/>
              <a:t>, </a:t>
            </a:r>
            <a:r>
              <a:rPr lang="fr-FR" b="0" dirty="0" err="1" smtClean="0"/>
              <a:t>Without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love
20-  QUI REMPLIT COMME UN OCÉAN CAR TA GRÂCE EST ASSEZ </a:t>
            </a:r>
          </a:p>
          <a:p>
            <a:r>
              <a:rPr lang="fr-FR" b="0" dirty="0" err="1" smtClean="0"/>
              <a:t>Filling</a:t>
            </a:r>
            <a:r>
              <a:rPr lang="fr-FR" b="0" dirty="0" smtClean="0"/>
              <a:t> me </a:t>
            </a:r>
            <a:r>
              <a:rPr lang="fr-FR" b="0" dirty="0" err="1" smtClean="0"/>
              <a:t>like</a:t>
            </a:r>
            <a:r>
              <a:rPr lang="fr-FR" b="0" dirty="0" smtClean="0"/>
              <a:t> an </a:t>
            </a:r>
            <a:r>
              <a:rPr lang="fr-FR" b="0" dirty="0" err="1" smtClean="0"/>
              <a:t>ocean</a:t>
            </a:r>
            <a:r>
              <a:rPr lang="fr-FR" b="0" dirty="0" smtClean="0"/>
              <a:t>.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grace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enough</a:t>
            </a:r>
            <a:r>
              <a:rPr lang="fr-FR" b="0" dirty="0" smtClean="0"/>
              <a:t>,</a:t>
            </a:r>
          </a:p>
          <a:p>
            <a:r>
              <a:rPr lang="fr-FR" b="0" dirty="0" smtClean="0"/>
              <a:t>21-  JE NE VEUX PAS PARTIR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don't</a:t>
            </a:r>
            <a:r>
              <a:rPr lang="fr-FR" b="0" dirty="0" smtClean="0"/>
              <a:t> </a:t>
            </a:r>
            <a:r>
              <a:rPr lang="fr-FR" b="0" dirty="0" err="1" smtClean="0"/>
              <a:t>want</a:t>
            </a:r>
            <a:r>
              <a:rPr lang="fr-FR" b="0" dirty="0" smtClean="0"/>
              <a:t> to go.
22-  JE NE VEUX PAS PARTIR LÀ-BAS SANS TOI 
I </a:t>
            </a:r>
            <a:r>
              <a:rPr lang="fr-FR" b="0" dirty="0" err="1" smtClean="0"/>
              <a:t>don't</a:t>
            </a:r>
            <a:r>
              <a:rPr lang="fr-FR" b="0" dirty="0" smtClean="0"/>
              <a:t> </a:t>
            </a:r>
            <a:r>
              <a:rPr lang="fr-FR" b="0" dirty="0" err="1" smtClean="0"/>
              <a:t>want</a:t>
            </a:r>
            <a:r>
              <a:rPr lang="fr-FR" b="0" dirty="0" smtClean="0"/>
              <a:t> to </a:t>
            </a:r>
            <a:r>
              <a:rPr lang="fr-FR" b="0" dirty="0" err="1" smtClean="0"/>
              <a:t>be</a:t>
            </a:r>
            <a:r>
              <a:rPr lang="fr-FR" b="0" dirty="0" smtClean="0"/>
              <a:t> </a:t>
            </a:r>
            <a:r>
              <a:rPr lang="fr-FR" b="0" dirty="0" err="1" smtClean="0"/>
              <a:t>there</a:t>
            </a:r>
            <a:r>
              <a:rPr lang="fr-FR" b="0" dirty="0" smtClean="0"/>
              <a:t> </a:t>
            </a:r>
            <a:r>
              <a:rPr lang="fr-FR" b="0" dirty="0" err="1" smtClean="0"/>
              <a:t>without</a:t>
            </a:r>
            <a:r>
              <a:rPr lang="fr-FR" b="0" dirty="0" smtClean="0"/>
              <a:t>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TU AS CHANGÉ MON MONDE EN VENANT À MOI </a:t>
            </a:r>
          </a:p>
          <a:p>
            <a:r>
              <a:rPr lang="fr-FR" b="0" smtClean="0"/>
              <a:t>You changed my world When You came to me.
2-  TU AS MIS DE LA PASSION AU FOND DE MON ÂME </a:t>
            </a:r>
          </a:p>
          <a:p>
            <a:r>
              <a:rPr lang="fr-FR" b="0" smtClean="0"/>
              <a:t>You drove a passion, In my soul down deep,
3-  SEIGNEUR POUR TE SUIVRE EN TOUTE CHOSE 
Lord, to follow You in everything.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4-  JE NE VEUX PAS PARTIR LÀ-BAS SI JE SAIS QUE TU N’Y ES PAS </a:t>
            </a:r>
          </a:p>
          <a:p>
            <a:r>
              <a:rPr lang="fr-FR" b="0" smtClean="0"/>
              <a:t>	I don't want to go somewhere If I know that You're not there,
	5-  JE SAIS QUE MOI SANS TOI  CELA N’EXISTE PAS </a:t>
            </a:r>
          </a:p>
          <a:p>
            <a:r>
              <a:rPr lang="fr-FR" b="0" smtClean="0"/>
              <a:t>	'Cause I know that me without You is a lie.
	6-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b="0" smtClean="0"/>
          </a:p>
          <a:p>
            <a:r>
              <a:rPr lang="fr-FR" b="0" smtClean="0"/>
              <a:t>8-  QUOI QU’IL ARRIVERA JE SERAI PRÈS DE TOI </a:t>
            </a:r>
          </a:p>
          <a:p>
            <a:r>
              <a:rPr lang="fr-FR" b="0" smtClean="0"/>
              <a:t>So come whatever, (Whatever may come) I'll stick with You. (Right by Your side)
9-  TU ME GUIDERAS QU’IMPORTE SI ON ME CROIT FOU </a:t>
            </a:r>
          </a:p>
          <a:p>
            <a:r>
              <a:rPr lang="fr-FR" b="0" smtClean="0"/>
              <a:t>I'll walk You'll lead me, Call me crazy or a fool,
10-  CAR POUR TOUJOURS, JE TE PROMETS </a:t>
            </a:r>
          </a:p>
          <a:p>
            <a:r>
              <a:rPr lang="fr-FR" b="0" smtClean="0"/>
              <a:t>For forever I promise You...</a:t>
            </a:r>
          </a:p>
          <a:p>
            <a:r>
              <a:rPr lang="fr-FR" b="0" smtClean="0"/>
              <a:t>
	Refrain:</a:t>
            </a:r>
          </a:p>
          <a:p>
            <a:endParaRPr lang="fr-FR" b="0" smtClean="0"/>
          </a:p>
          <a:p>
            <a:r>
              <a:rPr lang="fr-FR" b="0" smtClean="0"/>
              <a:t>11-  SANS TON TOUCHER  SANS TON AMOUR </a:t>
            </a:r>
          </a:p>
          <a:p>
            <a:r>
              <a:rPr lang="fr-FR" b="0" smtClean="0"/>
              <a:t>Without Your touch, Without Your love
12-  QUI REMPLIT COMME UN OCÉAN CAR TA GRÂCE EST ASSEZ </a:t>
            </a:r>
          </a:p>
          <a:p>
            <a:r>
              <a:rPr lang="fr-FR" b="0" smtClean="0"/>
              <a:t>Filling me like an ocean. For Your grace is enough,
13-  BIEN ASSEZ  </a:t>
            </a:r>
          </a:p>
          <a:p>
            <a:r>
              <a:rPr lang="fr-FR" b="0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15-  JE NE VEUX PAS PARTIR LÀ-BAS SI JE SAIS QUE TU N’Y ES PAS </a:t>
            </a:r>
          </a:p>
          <a:p>
            <a:r>
              <a:rPr lang="fr-FR" b="0" smtClean="0"/>
              <a:t>	I don't want to go somewhere If I know that You're not there,</a:t>
            </a:r>
            <a:br>
              <a:rPr lang="fr-FR" b="0" smtClean="0"/>
            </a:br>
            <a:r>
              <a:rPr lang="fr-FR" b="0" smtClean="0"/>
              <a:t>	16-  JE SAIS QUE MOI SANS TOI  CELA N’EXISTE PAS</a:t>
            </a:r>
          </a:p>
          <a:p>
            <a:r>
              <a:rPr lang="fr-FR" b="0" smtClean="0"/>
              <a:t>	'Cause I know that me without You is a lie.
	17-  JE N’IRAI PAS SUR CETTE VOIE POUR FINIR TROP LOIN DE CHEZ MOI </a:t>
            </a:r>
          </a:p>
          <a:p>
            <a:r>
              <a:rPr lang="fr-FR" b="0" smtClean="0"/>
              <a:t>	And I don't want to walk that road, Be a million miles from home,
	18-  CAR MON CŒUR DÉSIRE ÊTRE AVEC TOI JE NE VEUX PAS PARTIR </a:t>
            </a:r>
          </a:p>
          <a:p>
            <a:r>
              <a:rPr lang="fr-FR" b="0" smtClean="0"/>
              <a:t>	Cause my heart needs to be right where You are. So I don't want to go. No, no.</a:t>
            </a:r>
            <a:br>
              <a:rPr lang="fr-FR" b="0" smtClean="0"/>
            </a:br>
            <a:r>
              <a:rPr lang="fr-FR" b="0" smtClean="0"/>
              <a:t>
19-  SANS TON TOUCHER  SANS TON AMOUR </a:t>
            </a:r>
          </a:p>
          <a:p>
            <a:r>
              <a:rPr lang="fr-FR" b="0" smtClean="0"/>
              <a:t>Without Your touch, Without Your love
20-  QUI REMPLIT COMME UN OCÉAN CAR TA GRÂCE EST ASSEZ </a:t>
            </a:r>
          </a:p>
          <a:p>
            <a:r>
              <a:rPr lang="fr-FR" b="0" smtClean="0"/>
              <a:t>Filling me like an ocean. Your grace is enough,</a:t>
            </a:r>
          </a:p>
          <a:p>
            <a:r>
              <a:rPr lang="fr-FR" b="0" smtClean="0"/>
              <a:t>21-  JE NE VEUX PAS PARTIR </a:t>
            </a:r>
          </a:p>
          <a:p>
            <a:r>
              <a:rPr lang="fr-FR" b="0" smtClean="0"/>
              <a:t>I don't want to go.
22-  JE NE VEUX PAS PARTIR LÀ-BAS SANS TOI 
I don't want to be there without You.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AS CHANGÉ MON MONDE EN VENANT À MOI </a:t>
            </a:r>
          </a:p>
          <a:p>
            <a:r>
              <a:rPr lang="fr-FR" smtClean="0"/>
              <a:t>You changed my world When You came to me.
2-  TU AS MIS DE LA PASSION AU FOND DE MON ÂME </a:t>
            </a:r>
          </a:p>
          <a:p>
            <a:r>
              <a:rPr lang="fr-FR" smtClean="0"/>
              <a:t>You drove a passion, In my soul down deep,
3-  SEIGNEUR POUR TE SUIVRE EN TOUTE CHOSE 
Lord, to follow You in everything.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NE VEUX PAS PARTIR LÀ-BAS SI JE SAIS QUE TU N’Y ES PAS </a:t>
            </a:r>
          </a:p>
          <a:p>
            <a:r>
              <a:rPr lang="fr-FR" smtClean="0"/>
              <a:t>	I don't want to go somewhere If I know that You're not there,
	5-  JE SAIS QUE MOI SANS TOI  CELA N’EXISTE PAS </a:t>
            </a:r>
          </a:p>
          <a:p>
            <a:r>
              <a:rPr lang="fr-FR" smtClean="0"/>
              <a:t>	'Cause I know that me without You is a lie.
	6-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7-  CAR MON CŒUR DÉSIRE ÊTRE AVEC TOI JE NE VEUX PAS PARTIR 
	Cause my heart needs to be where You are. So I don't want to go.</a:t>
            </a:r>
          </a:p>
          <a:p>
            <a:endParaRPr lang="fr-FR" smtClean="0"/>
          </a:p>
          <a:p>
            <a:r>
              <a:rPr lang="fr-FR" smtClean="0"/>
              <a:t>8-  QUOI QU’IL ARRIVERA JE SERAI PRÈS DE TOI </a:t>
            </a:r>
          </a:p>
          <a:p>
            <a:r>
              <a:rPr lang="fr-FR" smtClean="0"/>
              <a:t>So come whatever, (Whatever may come) I'll stick with You. (Right by Your side)
9-  TU ME GUIDERAS QU’IMPORTE SI ON ME CROIT FOU </a:t>
            </a:r>
          </a:p>
          <a:p>
            <a:r>
              <a:rPr lang="fr-FR" smtClean="0"/>
              <a:t>I'll walk You'll lead me, Call me crazy or a fool,
10-  CAR POUR TOUJOURS, JE TE PROMETS </a:t>
            </a:r>
          </a:p>
          <a:p>
            <a:r>
              <a:rPr lang="fr-FR" smtClean="0"/>
              <a:t>For forever I promise You...</a:t>
            </a:r>
          </a:p>
          <a:p>
            <a:r>
              <a:rPr lang="fr-FR" smtClean="0"/>
              <a:t>
	Refrain:</a:t>
            </a:r>
          </a:p>
          <a:p>
            <a:endParaRPr lang="fr-FR" smtClean="0"/>
          </a:p>
          <a:p>
            <a:r>
              <a:rPr lang="fr-FR" smtClean="0"/>
              <a:t>11-  SANS TON TOUCHER  SANS TON AMOUR </a:t>
            </a:r>
          </a:p>
          <a:p>
            <a:r>
              <a:rPr lang="fr-FR" smtClean="0"/>
              <a:t>Without Your touch, Without Your love
12-  QUI REMPLIT COMME UN OCÉAN CAR TA GRÂCE EST ASSEZ </a:t>
            </a:r>
          </a:p>
          <a:p>
            <a:r>
              <a:rPr lang="fr-FR" smtClean="0"/>
              <a:t>Filling me like an ocean. For Your grace is enough,
13-  BIEN ASSEZ  </a:t>
            </a:r>
          </a:p>
          <a:p>
            <a:r>
              <a:rPr lang="fr-FR" smtClean="0"/>
              <a:t>Enough for me.
14-  POUR NE PAS PARTIR LÀ-BAS SI JE SAIS QUE TU N’Y ES PAS 
Never want to go somewhere If I know that You're not there. No, no, no, no.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15-  JE NE VEUX PAS PARTIR LÀ-BAS SI JE SAIS QUE TU N’Y ES PAS </a:t>
            </a:r>
          </a:p>
          <a:p>
            <a:r>
              <a:rPr lang="fr-FR" smtClean="0"/>
              <a:t>	I don't want to go somewhere If I know that You're not there,</a:t>
            </a:r>
            <a:br>
              <a:rPr lang="fr-FR" smtClean="0"/>
            </a:br>
            <a:r>
              <a:rPr lang="fr-FR" smtClean="0"/>
              <a:t>	16-  JE SAIS QUE MOI SANS TOI  CELA N’EXISTE PAS</a:t>
            </a:r>
          </a:p>
          <a:p>
            <a:r>
              <a:rPr lang="fr-FR" smtClean="0"/>
              <a:t>	'Cause I know that me without You is a lie.
	17-  JE N’IRAI PAS SUR CETTE VOIE POUR FINIR TROP LOIN DE CHEZ MOI </a:t>
            </a:r>
          </a:p>
          <a:p>
            <a:r>
              <a:rPr lang="fr-FR" smtClean="0"/>
              <a:t>	And I don't want to walk that road, Be a million miles from home,
	18-  CAR MON CŒUR DÉSIRE ÊTRE AVEC TOI JE NE VEUX PAS PARTIR </a:t>
            </a:r>
          </a:p>
          <a:p>
            <a:r>
              <a:rPr lang="fr-FR" smtClean="0"/>
              <a:t>	Cause my heart needs to be right where You are. So I don't want to go. No, no.</a:t>
            </a:r>
            <a:br>
              <a:rPr lang="fr-FR" smtClean="0"/>
            </a:br>
            <a:r>
              <a:rPr lang="fr-FR" smtClean="0"/>
              <a:t>
19-  SANS TON TOUCHER  SANS TON AMOUR </a:t>
            </a:r>
          </a:p>
          <a:p>
            <a:r>
              <a:rPr lang="fr-FR" smtClean="0"/>
              <a:t>Without Your touch, Without Your love
20-  QUI REMPLIT COMME UN OCÉAN CAR TA GRÂCE EST ASSEZ </a:t>
            </a:r>
          </a:p>
          <a:p>
            <a:r>
              <a:rPr lang="fr-FR" smtClean="0"/>
              <a:t>Filling me like an ocean. Your grace is enough,</a:t>
            </a:r>
          </a:p>
          <a:p>
            <a:r>
              <a:rPr lang="fr-FR" smtClean="0"/>
              <a:t>21-  JE NE VEUX PAS PARTIR </a:t>
            </a:r>
          </a:p>
          <a:p>
            <a:r>
              <a:rPr lang="fr-FR" smtClean="0"/>
              <a:t>I don't want to go.
22-  JE NE VEUX PAS PARTIR LÀ-BAS SANS TOI 
I don't want to be there without You.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CHANGÉ MON MONDE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VENANT À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MIS DE LA PASSION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FOND DE MON ÂME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TE SUIVRE EN TOUTE CHOSE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VEUX PAS PARTIR LÀ-BAS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JE SAIS QUE TU N’Y ES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MOI SANS TOI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CELA N’EXISTE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N’IRAI PAS SUR CETTE VOIE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FINIR TROP LOIN DE CHEZ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MON CŒUR DÉSIRE ÊTRE AVEC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VEUX PAS PARTIR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QUOI QU’IL ARRIVERA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SERAI PRÈS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GUIDERAS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QU’IMPORTE SI ON ME CROIT FOU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POUR TOUJOURS, JE TE PROMETS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TON TOUCHER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SANS TON 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REMPLIT COMME UN OCÉAN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TA GRÂCE EST ASSEZ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BIEN ASSEZ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NE PAS PARTIR LÀ-BAS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JE SAIS QUE TU N’Y ES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VEUX PAS PARTIR LÀ-BAS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JE SAIS QUE TU N’Y ES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MOI SANS TOI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CELA N’EXISTE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N’IRAI PAS SUR CETTE VOIE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FINIR TROP LOIN DE CHEZ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MON CŒUR DÉSIRE ÊTRE AVEC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VEUX PAS PARTIR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TON TOUCHER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SANS TON 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REMPLIT COMME UN OCÉAN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TA GRÂCE EST ASSEZ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VEUX PAS PARTIR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VEUX PAS PARTIR LÀ-BAS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1649</TotalTime>
  <Words>1089</Words>
  <Application>Microsoft Office PowerPoint</Application>
  <PresentationFormat>Affichage à l'écran (4:3)</PresentationFormat>
  <Paragraphs>1405</Paragraphs>
  <Slides>22</Slides>
  <Notes>22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175</cp:revision>
  <dcterms:created xsi:type="dcterms:W3CDTF">2002-08-17T10:50:50Z</dcterms:created>
  <dcterms:modified xsi:type="dcterms:W3CDTF">2019-09-28T22:09:12Z</dcterms:modified>
</cp:coreProperties>
</file>