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17" autoAdjust="0"/>
    <p:restoredTop sz="38698" autoAdjust="0"/>
  </p:normalViewPr>
  <p:slideViewPr>
    <p:cSldViewPr>
      <p:cViewPr varScale="1">
        <p:scale>
          <a:sx n="46" d="100"/>
          <a:sy n="46" d="100"/>
        </p:scale>
        <p:origin x="280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69597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882425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96762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912589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514614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286258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338586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347595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070751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37756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136288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624427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604461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786961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991435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37741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607322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77746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275389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6684014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724176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110173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6543964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8546100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8506210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31357222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545983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856543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6524446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57358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7344313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YOU CHANGED MY WORLD  [ tu as changé mon monde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WHEN YOU CAME TO ME  [ en venant à moi ]
3- YOU DROVE A PASSION [ tu as mis de la passion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IN MY SOUL DOWN DEEP [ au fond de mon âme ]
5- LORD, TO FOLLOW YOU IN EVERYTHING [ seigneur pour te suivre en toute chose ]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6-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7- IF I KNOW THAT YOU'RE NOT THERE [ si je sais que tu n’y es pas ]
	8-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9- IS A LIE [ cela n’existe pas ]
	10-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11- BE A MILLION MILES FROM HOME  [ pour finir trop loin de chez moi ]
	12-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13-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14- SO I DON'T WANT TO GO [ je ne veux pas partir ]
	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SO COME WHATEVER, I'LL STICK WITH YOU [ quoi qu’il arrivera je serai près de toi ]
16- I'LL WALK YOU'LL LEAD ME [ tu me guideras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CALL ME CRAZY OR A FOOL [ qu’importe si on me croit fou ]
18-  FOR FOREVER I PROMISE YOU  [ car pour toujours, je te promets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	Refrain 1: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WITHOUT YOUR TOUCH, WITHOUT YOUR LOVE [ sans ton toucher  sans ton amour ]
20-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FOR YOUR GRACE IS ENOUGH  [ car ta grâce est assez ] 
22-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23- NEVER WANT TO GO SOMEWHERE  [ pour ne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24- IF I KNOW THAT YOU'RE NOT THERE. NO, NO, NO, NO  [ si je sais que tu n’y es pas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2: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25- I DON'T WANT TO GO SOMEWHERE [ je ne veux pas partir là-bas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26- IF I KNOW THAT YOU'RE NOT THERE [ si je sais que tu n’y es pas ]
	27- 'CAUSE I KNOW THAT ME WITHOUT YOU [ je sais que moi sans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28- IS A LIE [ cela n’existe pas ]
	29- AND I DON'T WANT TO WALK THAT ROAD   [ je n’irai pas sur cette voie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30- BE A MILLION MILES FROM HOME  [ pour finir trop loin de chez moi ]
	31- CAUSE MY HEART NEEDS  [ car mon cœur désire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32- TO BE WHERE YOU ARE  [ être avec toi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33- SO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34- WITHOUT YOUR TOUCH, WITHOUT YOUR LOVE [ sans ton toucher  sans ton amour ]
35- FILLING ME LIKE AN OCEAN [ qui remplit comme un océan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36- FOR YOUR GRACE IS ENOUGH  [ car ta grâce est assez ] 
37- ENOUGH FOR ME [ bien assez 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38- I DON'T WANT TO GO [ je ne veux pas partir 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595966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964651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134500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286534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1254018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smtClean="0"/>
              <a:t>1- YOU CHANGED MY WORLD  [ tu as changé mon monde ]</a:t>
            </a:r>
          </a:p>
          <a:p>
            <a:r>
              <a:rPr lang="fr-FR" b="0" smtClean="0"/>
              <a:t>2- WHEN YOU CAME TO ME  [ en venant à moi ]
3- YOU DROVE A PASSION [ tu as mis de la passion ] </a:t>
            </a:r>
          </a:p>
          <a:p>
            <a:r>
              <a:rPr lang="fr-FR" b="0" smtClean="0"/>
              <a:t>4- IN MY SOUL DOWN DEEP [ au fond de mon âme ]
5- LORD, TO FOLLOW YOU IN EVERYTHING [ seigneur pour te suivre en toute chose ]
</a:t>
            </a:r>
          </a:p>
          <a:p>
            <a:endParaRPr lang="fr-FR" b="0" smtClean="0"/>
          </a:p>
          <a:p>
            <a:r>
              <a:rPr lang="fr-FR" b="0" smtClean="0"/>
              <a:t>	Refrain 1:</a:t>
            </a:r>
          </a:p>
          <a:p>
            <a:r>
              <a:rPr lang="fr-FR" b="0" smtClean="0"/>
              <a:t>	6- I DON'T WANT TO GO SOMEWHERE [ je ne veux pas partir là-bas ]</a:t>
            </a:r>
          </a:p>
          <a:p>
            <a:r>
              <a:rPr lang="fr-FR" b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smtClean="0"/>
              <a:t>	9- IS A LIE [ cela n’existe pas ]
	10- AND I DON'T WANT TO WALK THAT ROAD   [ je n’irai pas sur cette voie ]</a:t>
            </a:r>
          </a:p>
          <a:p>
            <a:r>
              <a:rPr lang="fr-FR" b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smtClean="0"/>
              <a:t>	13- TO BE WHERE YOU ARE  [ être avec toi ]</a:t>
            </a:r>
          </a:p>
          <a:p>
            <a:r>
              <a:rPr lang="fr-FR" b="0" smtClean="0"/>
              <a:t>	14- SO I DON'T WANT TO GO [ je ne veux pas partir ]
	</a:t>
            </a:r>
          </a:p>
          <a:p>
            <a:r>
              <a:rPr lang="fr-FR" b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smtClean="0"/>
              <a:t>
	Refrain 1:</a:t>
            </a:r>
          </a:p>
          <a:p>
            <a:endParaRPr lang="fr-FR" b="0" smtClean="0"/>
          </a:p>
          <a:p>
            <a:r>
              <a:rPr lang="fr-FR" b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smtClean="0"/>
              <a:t>21- FOR YOUR GRACE IS ENOUGH  [ car ta grâce est assez ] 
22- ENOUGH FOR ME [ bien assez ] </a:t>
            </a:r>
          </a:p>
          <a:p>
            <a:r>
              <a:rPr lang="fr-FR" b="0" smtClean="0"/>
              <a:t>
23- NEVER WANT TO GO SOMEWHERE  [ pour ne pas partir là-bas ]</a:t>
            </a:r>
          </a:p>
          <a:p>
            <a:r>
              <a:rPr lang="fr-FR" b="0" smtClean="0"/>
              <a:t>24- IF I KNOW THAT YOU'RE NOT THERE. NO, NO, NO, NO  [ si je sais que tu n’y es pas ]</a:t>
            </a:r>
          </a:p>
          <a:p>
            <a:r>
              <a:rPr lang="fr-FR" b="0" smtClean="0"/>
              <a:t>
</a:t>
            </a:r>
          </a:p>
          <a:p>
            <a:r>
              <a:rPr lang="fr-FR" b="0" smtClean="0"/>
              <a:t>	Refrain 2:</a:t>
            </a:r>
          </a:p>
          <a:p>
            <a:r>
              <a:rPr lang="fr-FR" b="0" smtClean="0"/>
              <a:t>	25- I DON'T WANT TO GO SOMEWHERE [ je ne veux pas partir là-bas ]</a:t>
            </a:r>
          </a:p>
          <a:p>
            <a:r>
              <a:rPr lang="fr-FR" b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smtClean="0"/>
              <a:t>	28- IS A LIE [ cela n’existe pas ]
	29- AND I DON'T WANT TO WALK THAT ROAD   [ je n’irai pas sur cette voie ]</a:t>
            </a:r>
          </a:p>
          <a:p>
            <a:r>
              <a:rPr lang="fr-FR" b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smtClean="0"/>
              <a:t>	32- TO BE WHERE YOU ARE  [ être avec toi ]</a:t>
            </a:r>
          </a:p>
          <a:p>
            <a:r>
              <a:rPr lang="fr-FR" b="0" smtClean="0"/>
              <a:t>	33- SO I DON'T WANT TO GO [ je ne veux pas partir ]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smtClean="0"/>
              <a:t>36- FOR YOUR GRACE IS ENOUGH  [ car ta grâce est assez ] 
37- ENOUGH FOR ME [ bien assez ] </a:t>
            </a:r>
          </a:p>
          <a:p>
            <a:r>
              <a:rPr lang="fr-FR" b="0" smtClean="0"/>
              <a:t>38- I DON'T WANT TO GO [ je ne veux pas partir ]</a:t>
            </a:r>
          </a:p>
          <a:p>
            <a:r>
              <a:rPr lang="fr-FR" b="0" smtClean="0"/>
              <a:t>39- I DON'T WANT TO BE THERE WITHOUT YOU [ je ne veux pas partir là-bas sans toi ]
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40385683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b="0" dirty="0" smtClean="0"/>
              <a:t>1- YOU CHANGED MY WORLD  [ tu as changé mon monde ]</a:t>
            </a:r>
          </a:p>
          <a:p>
            <a:r>
              <a:rPr lang="fr-FR" b="0" dirty="0" smtClean="0"/>
              <a:t>2- WHEN YOU CAME TO ME  [ en venant à moi ]
3- YOU DROVE A PASSION [ tu as mis de la passion ] </a:t>
            </a:r>
          </a:p>
          <a:p>
            <a:r>
              <a:rPr lang="fr-FR" b="0" dirty="0" smtClean="0"/>
              <a:t>4- IN MY SOUL DOWN DEEP [ au fond de mon âme ]
5- LORD, TO FOLLOW YOU IN EVERYTHING [ seigneur pour te suivre en toute chose ]
</a:t>
            </a:r>
          </a:p>
          <a:p>
            <a:endParaRPr lang="fr-FR" b="0" dirty="0" smtClean="0"/>
          </a:p>
          <a:p>
            <a:r>
              <a:rPr lang="fr-FR" b="0" dirty="0" smtClean="0"/>
              <a:t>	Refrain 1:</a:t>
            </a:r>
          </a:p>
          <a:p>
            <a:r>
              <a:rPr lang="fr-FR" b="0" dirty="0" smtClean="0"/>
              <a:t>	6- I DON'T WANT TO GO SOMEWHERE [ je ne veux pas partir là-bas ]</a:t>
            </a:r>
          </a:p>
          <a:p>
            <a:r>
              <a:rPr lang="fr-FR" b="0" dirty="0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b="0" dirty="0" smtClean="0"/>
              <a:t>	9- IS A LIE [ cela n’existe pas ]
	10- AND I DON'T WANT TO WALK THAT ROAD   [ je n’irai pas sur cette voie ]</a:t>
            </a:r>
          </a:p>
          <a:p>
            <a:r>
              <a:rPr lang="fr-FR" b="0" dirty="0" smtClean="0"/>
              <a:t>	11- BE A MILLION MILES FROM HOME  [ pour finir trop loin de chez moi ]
	12- CAUSE MY HEART NEEDS  [ car mon cœur désire ]</a:t>
            </a:r>
          </a:p>
          <a:p>
            <a:r>
              <a:rPr lang="fr-FR" b="0" dirty="0" smtClean="0"/>
              <a:t>	13- TO BE WHERE YOU ARE  [ être avec toi ]</a:t>
            </a:r>
          </a:p>
          <a:p>
            <a:r>
              <a:rPr lang="fr-FR" b="0" dirty="0" smtClean="0"/>
              <a:t>	14- SO I DON'T WANT TO GO [ je ne veux pas partir ]
	</a:t>
            </a:r>
          </a:p>
          <a:p>
            <a:r>
              <a:rPr lang="fr-FR" b="0" dirty="0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b="0" dirty="0" smtClean="0"/>
              <a:t>17- CALL ME CRAZY OR A FOOL [ qu’importe si on me croit fou ]
18-  FOR FOREVER I PROMISE YOU  [ car pour toujours, je te promets ]</a:t>
            </a:r>
          </a:p>
          <a:p>
            <a:r>
              <a:rPr lang="fr-FR" b="0" dirty="0" smtClean="0"/>
              <a:t>
	Refrain 1:</a:t>
            </a:r>
          </a:p>
          <a:p>
            <a:endParaRPr lang="fr-FR" b="0" dirty="0" smtClean="0"/>
          </a:p>
          <a:p>
            <a:r>
              <a:rPr lang="fr-FR" b="0" dirty="0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b="0" dirty="0" smtClean="0"/>
              <a:t>21- FOR YOUR GRACE IS ENOUGH  [ car ta grâce est assez ] 
22- ENOUGH FOR ME [ bien assez ] </a:t>
            </a:r>
          </a:p>
          <a:p>
            <a:r>
              <a:rPr lang="fr-FR" b="0" dirty="0" smtClean="0"/>
              <a:t>
23- NEVER WANT TO GO SOMEWHERE  [ pour ne pas partir là-bas ]</a:t>
            </a:r>
          </a:p>
          <a:p>
            <a:r>
              <a:rPr lang="fr-FR" b="0" dirty="0" smtClean="0"/>
              <a:t>24- IF I KNOW THAT YOU'RE NOT THERE. NO, NO, NO, NO  [ si je sais que tu n’y es pas ]</a:t>
            </a:r>
          </a:p>
          <a:p>
            <a:r>
              <a:rPr lang="fr-FR" b="0" dirty="0" smtClean="0"/>
              <a:t>
</a:t>
            </a:r>
          </a:p>
          <a:p>
            <a:r>
              <a:rPr lang="fr-FR" b="0" dirty="0" smtClean="0"/>
              <a:t>	Refrain 2:</a:t>
            </a:r>
          </a:p>
          <a:p>
            <a:r>
              <a:rPr lang="fr-FR" b="0" dirty="0" smtClean="0"/>
              <a:t>	25- I DON'T WANT TO GO SOMEWHERE [ je ne veux pas partir là-bas ]</a:t>
            </a:r>
          </a:p>
          <a:p>
            <a:r>
              <a:rPr lang="fr-FR" b="0" dirty="0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b="0" dirty="0" smtClean="0"/>
              <a:t>	28- IS A LIE [ cela n’existe pas ]
	29- AND I DON'T WANT TO WALK THAT ROAD   [ je n’irai pas sur cette voie ]</a:t>
            </a:r>
          </a:p>
          <a:p>
            <a:r>
              <a:rPr lang="fr-FR" b="0" dirty="0" smtClean="0"/>
              <a:t>	30- BE A MILLION MILES FROM HOME  [ pour finir trop loin de chez moi ]
	31- CAUSE MY HEART NEEDS  [ car mon cœur désire ]</a:t>
            </a:r>
          </a:p>
          <a:p>
            <a:r>
              <a:rPr lang="fr-FR" b="0" dirty="0" smtClean="0"/>
              <a:t>	32- TO BE WHERE YOU ARE  [ être avec toi ]</a:t>
            </a:r>
          </a:p>
          <a:p>
            <a:r>
              <a:rPr lang="fr-FR" b="0" dirty="0" smtClean="0"/>
              <a:t>	33- SO I DON'T WANT TO GO [ je ne veux pas partir ]</a:t>
            </a:r>
          </a:p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b="0" dirty="0" smtClean="0"/>
              <a:t>36- FOR YOUR GRACE IS ENOUGH  [ car ta grâce est assez ] 
37- ENOUGH FOR ME [ bien assez ] </a:t>
            </a:r>
          </a:p>
          <a:p>
            <a:r>
              <a:rPr lang="fr-FR" b="0" dirty="0" smtClean="0"/>
              <a:t>38- I DON'T WANT TO GO [ je ne veux pas partir ]</a:t>
            </a:r>
          </a:p>
          <a:p>
            <a:r>
              <a:rPr lang="fr-FR" b="0" dirty="0" smtClean="0"/>
              <a:t>39- I DON'T WANT TO BE THERE WITHOUT YOU [ je ne veux pas partir là-bas sans toi ]
.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YOU CHANGED MY WORLD  [ tu as changé mon monde ]</a:t>
            </a:r>
          </a:p>
          <a:p>
            <a:r>
              <a:rPr lang="fr-FR" smtClean="0"/>
              <a:t>2- WHEN YOU CAME TO ME  [ en venant à moi ]
3- YOU DROVE A PASSION [ tu as mis de la passion ] </a:t>
            </a:r>
          </a:p>
          <a:p>
            <a:r>
              <a:rPr lang="fr-FR" smtClean="0"/>
              <a:t>4- IN MY SOUL DOWN DEEP [ au fond de mon âme ]
5- LORD, TO FOLLOW YOU IN EVERYTHING [ seigneur pour te suivre en toute chose ]
</a:t>
            </a:r>
          </a:p>
          <a:p>
            <a:endParaRPr lang="fr-FR" smtClean="0"/>
          </a:p>
          <a:p>
            <a:r>
              <a:rPr lang="fr-FR" smtClean="0"/>
              <a:t>	Refrain 1:</a:t>
            </a:r>
          </a:p>
          <a:p>
            <a:r>
              <a:rPr lang="fr-FR" smtClean="0"/>
              <a:t>	6- I DON'T WANT TO GO SOMEWHERE [ je ne veux pas partir là-bas ]</a:t>
            </a:r>
          </a:p>
          <a:p>
            <a:r>
              <a:rPr lang="fr-FR" smtClean="0"/>
              <a:t>	7- IF I KNOW THAT YOU'RE NOT THERE [ si je sais que tu n’y es pas ]
	8- 'CAUSE I KNOW THAT ME WITHOUT YOU [ je sais que moi sans toi ]</a:t>
            </a:r>
          </a:p>
          <a:p>
            <a:r>
              <a:rPr lang="fr-FR" smtClean="0"/>
              <a:t>	9- IS A LIE [ cela n’existe pas ]
	10- AND I DON'T WANT TO WALK THAT ROAD   [ je n’irai pas sur cette voie ]</a:t>
            </a:r>
          </a:p>
          <a:p>
            <a:r>
              <a:rPr lang="fr-FR" smtClean="0"/>
              <a:t>	11- BE A MILLION MILES FROM HOME  [ pour finir trop loin de chez moi ]
	12- CAUSE MY HEART NEEDS  [ car mon cœur désire ]</a:t>
            </a:r>
          </a:p>
          <a:p>
            <a:r>
              <a:rPr lang="fr-FR" smtClean="0"/>
              <a:t>	13- TO BE WHERE YOU ARE  [ être avec toi ]</a:t>
            </a:r>
          </a:p>
          <a:p>
            <a:r>
              <a:rPr lang="fr-FR" smtClean="0"/>
              <a:t>	14- SO I DON'T WANT TO GO [ je ne veux pas partir ]
	</a:t>
            </a:r>
          </a:p>
          <a:p>
            <a:r>
              <a:rPr lang="fr-FR" smtClean="0"/>
              <a:t>15- SO COME WHATEVER, I'LL STICK WITH YOU [ quoi qu’il arrivera je serai près de toi ]
16- I'LL WALK YOU'LL LEAD ME [ tu me guideras ]</a:t>
            </a:r>
          </a:p>
          <a:p>
            <a:r>
              <a:rPr lang="fr-FR" smtClean="0"/>
              <a:t>17- CALL ME CRAZY OR A FOOL [ qu’importe si on me croit fou ]
18-  FOR FOREVER I PROMISE YOU  [ car pour toujours, je te promets ]</a:t>
            </a:r>
          </a:p>
          <a:p>
            <a:r>
              <a:rPr lang="fr-FR" smtClean="0"/>
              <a:t>
	Refrain 1:</a:t>
            </a:r>
          </a:p>
          <a:p>
            <a:endParaRPr lang="fr-FR" smtClean="0"/>
          </a:p>
          <a:p>
            <a:r>
              <a:rPr lang="fr-FR" smtClean="0"/>
              <a:t>19- WITHOUT YOUR TOUCH, WITHOUT YOUR LOVE [ sans ton toucher  sans ton amour ]
20- FILLING ME LIKE AN OCEAN [ qui remplit comme un océan ]</a:t>
            </a:r>
          </a:p>
          <a:p>
            <a:r>
              <a:rPr lang="fr-FR" smtClean="0"/>
              <a:t>21- FOR YOUR GRACE IS ENOUGH  [ car ta grâce est assez ] 
22- ENOUGH FOR ME [ bien assez ] </a:t>
            </a:r>
          </a:p>
          <a:p>
            <a:r>
              <a:rPr lang="fr-FR" smtClean="0"/>
              <a:t>
23- NEVER WANT TO GO SOMEWHERE  [ pour ne pas partir là-bas ]</a:t>
            </a:r>
          </a:p>
          <a:p>
            <a:r>
              <a:rPr lang="fr-FR" smtClean="0"/>
              <a:t>24- IF I KNOW THAT YOU'RE NOT THERE. NO, NO, NO, NO  [ si je sais que tu n’y es pas ]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 2:</a:t>
            </a:r>
          </a:p>
          <a:p>
            <a:r>
              <a:rPr lang="fr-FR" smtClean="0"/>
              <a:t>	25- I DON'T WANT TO GO SOMEWHERE [ je ne veux pas partir là-bas ]</a:t>
            </a:r>
          </a:p>
          <a:p>
            <a:r>
              <a:rPr lang="fr-FR" smtClean="0"/>
              <a:t>	26- IF I KNOW THAT YOU'RE NOT THERE [ si je sais que tu n’y es pas ]
	27- 'CAUSE I KNOW THAT ME WITHOUT YOU [ je sais que moi sans toi ]</a:t>
            </a:r>
          </a:p>
          <a:p>
            <a:r>
              <a:rPr lang="fr-FR" smtClean="0"/>
              <a:t>	28- IS A LIE [ cela n’existe pas ]
	29- AND I DON'T WANT TO WALK THAT ROAD   [ je n’irai pas sur cette voie ]</a:t>
            </a:r>
          </a:p>
          <a:p>
            <a:r>
              <a:rPr lang="fr-FR" smtClean="0"/>
              <a:t>	30- BE A MILLION MILES FROM HOME  [ pour finir trop loin de chez moi ]
	31- CAUSE MY HEART NEEDS  [ car mon cœur désire ]</a:t>
            </a:r>
          </a:p>
          <a:p>
            <a:r>
              <a:rPr lang="fr-FR" smtClean="0"/>
              <a:t>	32- TO BE WHERE YOU ARE  [ être avec toi ]</a:t>
            </a:r>
          </a:p>
          <a:p>
            <a:r>
              <a:rPr lang="fr-FR" smtClean="0"/>
              <a:t>	33- SO I DON'T WANT TO GO [ je ne veux pas partir ]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34- WITHOUT YOUR TOUCH, WITHOUT YOUR LOVE [ sans ton toucher  sans ton amour ]
35- FILLING ME LIKE AN OCEAN [ qui remplit comme un océan ]</a:t>
            </a:r>
          </a:p>
          <a:p>
            <a:r>
              <a:rPr lang="fr-FR" smtClean="0"/>
              <a:t>36- FOR YOUR GRACE IS ENOUGH  [ car ta grâce est assez ] 
37- ENOUGH FOR ME [ bien assez ] </a:t>
            </a:r>
          </a:p>
          <a:p>
            <a:r>
              <a:rPr lang="fr-FR" smtClean="0"/>
              <a:t>38- I DON'T WANT TO GO [ je ne veux pas partir ]</a:t>
            </a:r>
          </a:p>
          <a:p>
            <a:r>
              <a:rPr lang="fr-FR" smtClean="0"/>
              <a:t>39- I DON'T WANT TO BE THERE WITHOUT YOU [ je ne veux pas partir là-bas sans toi ]
.</a:t>
            </a:r>
          </a:p>
        </p:txBody>
      </p:sp>
    </p:spTree>
    <p:extLst>
      <p:ext uri="{BB962C8B-B14F-4D97-AF65-F5344CB8AC3E}">
        <p14:creationId xmlns:p14="http://schemas.microsoft.com/office/powerpoint/2010/main" val="176734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CHANGED MY WORLD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mon monde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YOU CAME TO ME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venant à moi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14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DROVE A PASSION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as mis de la passion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42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MY SOUL DOWN DEEP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 fond de mon âme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49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LORD TO FOLLOW YOU IN EVERYTHING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Seigneur pour te suivre en toute chose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58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GO SOMEWHERE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ne veux pas partir là-bas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5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I KNOW THAT YOU'RE NOT THERE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si je sais que tu n’y es pas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00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THAT ME WITHOUT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sais que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sans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A LIE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cela n’existe pas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5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DON'T WANT TO WALK THAT ROAD   [ je n’irai pas sur cette voie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31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 A MILLION MILES FROM HOME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finir trop loin de chez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00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CAUSE MY HEART NEEDS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car mon cœur désire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7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BE WHERE YOU ARE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être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avec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3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I DON'T WANT TO GO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veux pas partir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4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COME WHATEVER, I'LL STICK WITH YOU [ quoi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qu’il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arrivera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serai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près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6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I'LL WALK YOU'LL LEAD 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guideras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03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 ME CRAZY OR A FOOL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qu’importe si on me croit fou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8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FOREVER I PROMISE YOU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car pour toujours, je Te promets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88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055440" y="5373216"/>
            <a:ext cx="1004460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WITHOUT YOUR TOUCH, WITHOUT YOUR LOVE  [ sans Ton toucher sans Ton amour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39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FILLING ME LIKE AN OCEAN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qui remplit comme un océan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61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YOUR GRACE IS ENOUGH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Ta grâce est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7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ENOUGH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5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NEVER WANT TO GO SOMEWHERE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ne pas partir là-bas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1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3245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I KNOW THAT YOU'RE NOT THERE. NO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sais que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n’y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85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GO SOMEWHERE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ne veux pas partir là-bas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16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I KNOW THAT YOU'RE NOT THERE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sais que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n’y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4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THAT ME WITHOUT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sais que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sans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31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A LIE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cela n’existe pas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81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DON'T WANT TO WALK THAT ROAD   [ je n’irai pas sur cette voie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51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 A MILLION MILES FROM HOME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finir trop loin de chez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89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CAUSE MY HEART NEEDS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car mon cœur désire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14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BE WHERE YOU ARE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être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avec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5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I DON'T WANT TO GO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veux pas partir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66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127448" y="5373216"/>
            <a:ext cx="1011661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WITHOUT YOUR TOUCH, WITHOUT YOUR LOVE  [ sans Ton toucher sans Ton amour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8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FILLING ME LIKE AN OCEAN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qui remplit comme un océan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48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YOUR GRACE IS ENOUGH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Ta grâce est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97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ENOUGH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assez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62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GO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veux pas partir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41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DON'T WANT TO BE THERE WITHOUT YOU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veux pas partir là-bas sans Toi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4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2389</Words>
  <Application>Microsoft Office PowerPoint</Application>
  <PresentationFormat>Grand écran</PresentationFormat>
  <Paragraphs>2647</Paragraphs>
  <Slides>39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189</cp:revision>
  <dcterms:created xsi:type="dcterms:W3CDTF">2002-08-17T10:50:50Z</dcterms:created>
  <dcterms:modified xsi:type="dcterms:W3CDTF">2025-05-11T09:54:56Z</dcterms:modified>
</cp:coreProperties>
</file>