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75DBC7-C5B7-4E92-B5BB-DED626AE2447}" v="6" dt="2023-09-22T11:53:09.9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56" autoAdjust="0"/>
    <p:restoredTop sz="41090" autoAdjust="0"/>
  </p:normalViewPr>
  <p:slideViewPr>
    <p:cSldViewPr>
      <p:cViewPr varScale="1">
        <p:scale>
          <a:sx n="49" d="100"/>
          <a:sy n="49" d="100"/>
        </p:scale>
        <p:origin x="300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sca EBEH" userId="1f70750b5f848880" providerId="LiveId" clId="{9B75DBC7-C5B7-4E92-B5BB-DED626AE2447}"/>
    <pc:docChg chg="undo redo custSel addSld delSld modSld sldOrd">
      <pc:chgData name="prisca EBEH" userId="1f70750b5f848880" providerId="LiveId" clId="{9B75DBC7-C5B7-4E92-B5BB-DED626AE2447}" dt="2023-09-22T12:18:08.958" v="725" actId="20577"/>
      <pc:docMkLst>
        <pc:docMk/>
      </pc:docMkLst>
      <pc:sldChg chg="modSp mod ord modNotes modNotesTx">
        <pc:chgData name="prisca EBEH" userId="1f70750b5f848880" providerId="LiveId" clId="{9B75DBC7-C5B7-4E92-B5BB-DED626AE2447}" dt="2023-09-22T12:18:08.821" v="709" actId="20577"/>
        <pc:sldMkLst>
          <pc:docMk/>
          <pc:sldMk cId="584140920" sldId="341"/>
        </pc:sldMkLst>
        <pc:spChg chg="mod">
          <ac:chgData name="prisca EBEH" userId="1f70750b5f848880" providerId="LiveId" clId="{9B75DBC7-C5B7-4E92-B5BB-DED626AE2447}" dt="2023-09-22T11:12:55.035" v="430" actId="21"/>
          <ac:spMkLst>
            <pc:docMk/>
            <pc:sldMk cId="584140920" sldId="341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848" v="711" actId="20577"/>
        <pc:sldMkLst>
          <pc:docMk/>
          <pc:sldMk cId="4014170297" sldId="342"/>
        </pc:sldMkLst>
        <pc:spChg chg="mod">
          <ac:chgData name="prisca EBEH" userId="1f70750b5f848880" providerId="LiveId" clId="{9B75DBC7-C5B7-4E92-B5BB-DED626AE2447}" dt="2023-09-22T12:17:56.323" v="707" actId="20577"/>
          <ac:spMkLst>
            <pc:docMk/>
            <pc:sldMk cId="4014170297" sldId="342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864" v="713" actId="20577"/>
        <pc:sldMkLst>
          <pc:docMk/>
          <pc:sldMk cId="2863894207" sldId="343"/>
        </pc:sldMkLst>
        <pc:spChg chg="mod">
          <ac:chgData name="prisca EBEH" userId="1f70750b5f848880" providerId="LiveId" clId="{9B75DBC7-C5B7-4E92-B5BB-DED626AE2447}" dt="2023-09-22T10:50:42.393" v="139" actId="20577"/>
          <ac:spMkLst>
            <pc:docMk/>
            <pc:sldMk cId="2863894207" sldId="343"/>
            <ac:spMk id="3" creationId="{00000000-0000-0000-0000-000000000000}"/>
          </ac:spMkLst>
        </pc:spChg>
      </pc:sldChg>
      <pc:sldChg chg="modSp add mod modNotes modNotesTx">
        <pc:chgData name="prisca EBEH" userId="1f70750b5f848880" providerId="LiveId" clId="{9B75DBC7-C5B7-4E92-B5BB-DED626AE2447}" dt="2023-09-22T12:18:08.895" v="717" actId="20577"/>
        <pc:sldMkLst>
          <pc:docMk/>
          <pc:sldMk cId="1917599573" sldId="344"/>
        </pc:sldMkLst>
        <pc:spChg chg="mod">
          <ac:chgData name="prisca EBEH" userId="1f70750b5f848880" providerId="LiveId" clId="{9B75DBC7-C5B7-4E92-B5BB-DED626AE2447}" dt="2023-09-22T11:08:37.397" v="418" actId="20577"/>
          <ac:spMkLst>
            <pc:docMk/>
            <pc:sldMk cId="1917599573" sldId="344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911" v="719" actId="20577"/>
        <pc:sldMkLst>
          <pc:docMk/>
          <pc:sldMk cId="261958051" sldId="345"/>
        </pc:sldMkLst>
        <pc:spChg chg="mod">
          <ac:chgData name="prisca EBEH" userId="1f70750b5f848880" providerId="LiveId" clId="{9B75DBC7-C5B7-4E92-B5BB-DED626AE2447}" dt="2023-09-22T10:56:19.934" v="217" actId="20577"/>
          <ac:spMkLst>
            <pc:docMk/>
            <pc:sldMk cId="261958051" sldId="345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927" v="721" actId="20577"/>
        <pc:sldMkLst>
          <pc:docMk/>
          <pc:sldMk cId="829087973" sldId="346"/>
        </pc:sldMkLst>
        <pc:spChg chg="mod">
          <ac:chgData name="prisca EBEH" userId="1f70750b5f848880" providerId="LiveId" clId="{9B75DBC7-C5B7-4E92-B5BB-DED626AE2447}" dt="2023-09-22T10:57:07.083" v="254" actId="20577"/>
          <ac:spMkLst>
            <pc:docMk/>
            <pc:sldMk cId="829087973" sldId="346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942" v="723" actId="20577"/>
        <pc:sldMkLst>
          <pc:docMk/>
          <pc:sldMk cId="3370838752" sldId="347"/>
        </pc:sldMkLst>
        <pc:spChg chg="mod">
          <ac:chgData name="prisca EBEH" userId="1f70750b5f848880" providerId="LiveId" clId="{9B75DBC7-C5B7-4E92-B5BB-DED626AE2447}" dt="2023-09-22T10:58:39.202" v="288" actId="20577"/>
          <ac:spMkLst>
            <pc:docMk/>
            <pc:sldMk cId="3370838752" sldId="347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958" v="725" actId="20577"/>
        <pc:sldMkLst>
          <pc:docMk/>
          <pc:sldMk cId="504406201" sldId="348"/>
        </pc:sldMkLst>
        <pc:spChg chg="mod">
          <ac:chgData name="prisca EBEH" userId="1f70750b5f848880" providerId="LiveId" clId="{9B75DBC7-C5B7-4E92-B5BB-DED626AE2447}" dt="2023-09-22T11:00:12.863" v="330" actId="20577"/>
          <ac:spMkLst>
            <pc:docMk/>
            <pc:sldMk cId="504406201" sldId="348"/>
            <ac:spMk id="3" creationId="{00000000-0000-0000-0000-000000000000}"/>
          </ac:spMkLst>
        </pc:spChg>
      </pc:sldChg>
      <pc:sldChg chg="modSp add mod ord modNotes">
        <pc:chgData name="prisca EBEH" userId="1f70750b5f848880" providerId="LiveId" clId="{9B75DBC7-C5B7-4E92-B5BB-DED626AE2447}" dt="2023-09-22T12:18:08.879" v="715" actId="20577"/>
        <pc:sldMkLst>
          <pc:docMk/>
          <pc:sldMk cId="3272497742" sldId="349"/>
        </pc:sldMkLst>
        <pc:spChg chg="mod">
          <ac:chgData name="prisca EBEH" userId="1f70750b5f848880" providerId="LiveId" clId="{9B75DBC7-C5B7-4E92-B5BB-DED626AE2447}" dt="2023-09-22T11:33:23.572" v="555" actId="20577"/>
          <ac:spMkLst>
            <pc:docMk/>
            <pc:sldMk cId="3272497742" sldId="349"/>
            <ac:spMk id="3" creationId="{00000000-0000-0000-0000-000000000000}"/>
          </ac:spMkLst>
        </pc:spChg>
      </pc:sldChg>
      <pc:sldChg chg="modSp add del mod ord">
        <pc:chgData name="prisca EBEH" userId="1f70750b5f848880" providerId="LiveId" clId="{9B75DBC7-C5B7-4E92-B5BB-DED626AE2447}" dt="2023-09-22T11:13:29.825" v="431" actId="2696"/>
        <pc:sldMkLst>
          <pc:docMk/>
          <pc:sldMk cId="2996722291" sldId="350"/>
        </pc:sldMkLst>
        <pc:spChg chg="mod">
          <ac:chgData name="prisca EBEH" userId="1f70750b5f848880" providerId="LiveId" clId="{9B75DBC7-C5B7-4E92-B5BB-DED626AE2447}" dt="2023-09-22T11:10:03.196" v="422" actId="20577"/>
          <ac:spMkLst>
            <pc:docMk/>
            <pc:sldMk cId="2996722291" sldId="35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11/05/2025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d’inattendu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déclarer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Toute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pourrais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T'adorer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Jésus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cœur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T’adore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T’aimer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c'est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HALLELUJAH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se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mesure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HALLELUJAH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louerai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C’est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âme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timide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poumons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Lève-toi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1032448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2469674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598140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42073923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2350773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37658953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68772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1002561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18739904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16204885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38606332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20609044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17080845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24152214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31642609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39704135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18697799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20190181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1094709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32250287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35675654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31564790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n’ai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Rien d’inattendu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Te déclarer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Toute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pourrais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[T'adorer, Jésus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[Mais ce chant prend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[Toi tu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cœur je T’adore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T’aimer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ce qui me reste, c'est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HALLELUJAH [Alléluia, Alléluia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veux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Mais rien ne se mesure à Toi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peux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HALLELUJAH  [Alléluia, Alléluia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En levant mes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prends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louerai mon Roi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C’est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Allez mon âme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sois pas timide maintenant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Chante une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il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dans tes poumons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Lève-toi, loue le Roi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Roi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28358422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d’inattendu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déclarer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Toute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pourrais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T'adorer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Jésus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cœur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T’adore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T’aimer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c'est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HALLELUJAH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se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mesure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HALLELUJAH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louerai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C’est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âme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timide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poumons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Lève-toi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6235620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d’inattendu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déclarer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Toute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pourrais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T'adorer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Jésus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cœur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T’adore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T’aimer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c'est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HALLELUJAH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se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mesure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HALLELUJAH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louerai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C’est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âme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timide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poumons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Lève-toi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21709727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ALL MY WORDS FALL SHORT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plus de mots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I GOT NOTHING NEW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d’inattendu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HOW COULD I EXPRESS  [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déclarer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ALL MY GRATITUDE ?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Toute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 gratitude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I COULD SING THESE SONGS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pourrais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AS I OFTEN DO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T'adorer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Jésus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BUT EVERY SONG MUST END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AND YOU NEVER DO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continues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9- SO I THROW UP MY HANDS  [ De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cœur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T’adore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10- AND PRAISE YOU AGAIN AND AGAIN  [Pour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T’aimer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encore et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11- ′CAUSE ALL THAT I HAVE IS A  [Tout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c'est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12- HALLELUJAH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HALLELUJAH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13- AND I KNOW IT'S NOT MUCH  [Je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donner plus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14- BUT I′VE NOTHING ELSE FIT FOR A KING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 se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mesure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15- EXCEPT FOR A HEART SINGING  [ Je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que chanter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16- HALLELUJAH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HALLELUJAH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Alléluia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I'VE GOT ONE RESPONSE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bras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I'VE GOT JUST ONE MOVE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prends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position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WITH MY ARM STRETCHED WIDE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louerai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I WILL WORSHIP YOU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C’est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 decision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SO COME ON, MY SOUL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Allez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âme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OH, DON′T YOU GET SHY ON ME  [ Ne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timide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LIFT UP YOUR SONG 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'CAUSE YOU′VE GOT A LION  [Car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a un lion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INSIDE OF THOSE LUNGS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poumons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GET UP AND PRAISE THE LORD 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Lève-toi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PRAISE THE LORD  [ Loue 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   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1- ALL MY WORDS FALL SHORT  [ Je n’ai plus de mots ]</a:t>
            </a:r>
          </a:p>
          <a:p>
            <a:r>
              <a:rPr lang="en-US" smtClean="0"/>
              <a:t>2- I GOT NOTHING NEW  [ Rien d’inattendu ]</a:t>
            </a:r>
          </a:p>
          <a:p>
            <a:r>
              <a:rPr lang="en-US" smtClean="0"/>
              <a:t>3- HOW COULD I EXPRESS  [ Pour Te déclarer ]</a:t>
            </a:r>
          </a:p>
          <a:p>
            <a:r>
              <a:rPr lang="en-US" smtClean="0"/>
              <a:t>4- ALL MY GRATITUDE ? [ Toute ma gratitude ]</a:t>
            </a:r>
          </a:p>
          <a:p>
            <a:r>
              <a:rPr lang="en-US" smtClean="0"/>
              <a:t>5- I COULD SING THESE SONGS [ Je pourrais chanter ]</a:t>
            </a:r>
          </a:p>
          <a:p>
            <a:r>
              <a:rPr lang="en-US" smtClean="0"/>
              <a:t>6- AS I OFTEN DO  [T'adorer, Jésus ]</a:t>
            </a:r>
          </a:p>
          <a:p>
            <a:r>
              <a:rPr lang="en-US" smtClean="0"/>
              <a:t>7- BUT EVERY SONG MUST END  [Mais ce chant prend fin ]</a:t>
            </a:r>
          </a:p>
          <a:p>
            <a:r>
              <a:rPr lang="en-US" smtClean="0"/>
              <a:t>8- AND YOU NEVER DO  [Toi tu continues ]</a:t>
            </a:r>
          </a:p>
          <a:p>
            <a:r>
              <a:rPr lang="en-US" smtClean="0"/>
              <a:t> </a:t>
            </a:r>
          </a:p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9- SO I THROW UP MY HANDS  [ De mon cœur je T’adore ]</a:t>
            </a:r>
          </a:p>
          <a:p>
            <a:r>
              <a:rPr lang="en-US" smtClean="0"/>
              <a:t>		10- AND PRAISE YOU AGAIN AND AGAIN  [Pour T’aimer encore et encore ]</a:t>
            </a:r>
          </a:p>
          <a:p>
            <a:r>
              <a:rPr lang="en-US" smtClean="0"/>
              <a:t>		11- ′CAUSE ALL THAT I HAVE IS A  [Tout ce qui me reste, c'est un ]</a:t>
            </a:r>
          </a:p>
          <a:p>
            <a:r>
              <a:rPr lang="en-US" smtClean="0"/>
              <a:t>		12- HALLELUJAH HALLELUJAH [Alléluia, Alléluia ]</a:t>
            </a:r>
          </a:p>
          <a:p>
            <a:r>
              <a:rPr lang="en-US" smtClean="0"/>
              <a:t>		13- AND I KNOW IT'S NOT MUCH  [Je veux donner plus ]</a:t>
            </a:r>
          </a:p>
          <a:p>
            <a:r>
              <a:rPr lang="en-US" smtClean="0"/>
              <a:t>		14- BUT I′VE NOTHING ELSE FIT FOR A KING  [ Mais rien ne se mesure à Toi ]</a:t>
            </a:r>
          </a:p>
          <a:p>
            <a:r>
              <a:rPr lang="en-US" smtClean="0"/>
              <a:t>		15- EXCEPT FOR A HEART SINGING  [ Je ne peux que chanter ]</a:t>
            </a:r>
          </a:p>
          <a:p>
            <a:r>
              <a:rPr lang="en-US" smtClean="0"/>
              <a:t>		16- HALLELUJAH HALLELUJAH  [Alléluia, Alléluia ]	</a:t>
            </a:r>
          </a:p>
          <a:p>
            <a:r>
              <a:rPr lang="en-US" smtClean="0"/>
              <a:t>				</a:t>
            </a:r>
          </a:p>
          <a:p>
            <a:endParaRPr lang="en-US" smtClean="0"/>
          </a:p>
          <a:p>
            <a:r>
              <a:rPr lang="en-US" smtClean="0"/>
              <a:t>Couplet 2 :</a:t>
            </a:r>
          </a:p>
          <a:p>
            <a:endParaRPr lang="en-US" smtClean="0"/>
          </a:p>
          <a:p>
            <a:r>
              <a:rPr lang="en-US" smtClean="0"/>
              <a:t>17- I'VE GOT ONE RESPONSE  [ En levant mes bras ]</a:t>
            </a:r>
          </a:p>
          <a:p>
            <a:r>
              <a:rPr lang="en-US" smtClean="0"/>
              <a:t>18- I'VE GOT JUST ONE MOVE  [ Je prends position ]</a:t>
            </a:r>
          </a:p>
          <a:p>
            <a:r>
              <a:rPr lang="en-US" smtClean="0"/>
              <a:t>19- WITH MY ARM STRETCHED WIDE  [ Je louerai mon Roi ]</a:t>
            </a:r>
          </a:p>
          <a:p>
            <a:r>
              <a:rPr lang="en-US" smtClean="0"/>
              <a:t>20- I WILL WORSHIP YOU  [ C’est ma decision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		Refrain </a:t>
            </a:r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21- SO COME ON, MY SOUL  [ Allez mon âme  ]</a:t>
            </a:r>
          </a:p>
          <a:p>
            <a:r>
              <a:rPr lang="en-US" smtClean="0"/>
              <a:t>22- OH, DON′T YOU GET SHY ON ME  [ Ne sois pas timide maintenant ]</a:t>
            </a:r>
          </a:p>
          <a:p>
            <a:r>
              <a:rPr lang="en-US" smtClean="0"/>
              <a:t>23- LIFT UP YOUR SONG   [ Chante une chanson ]</a:t>
            </a:r>
          </a:p>
          <a:p>
            <a:r>
              <a:rPr lang="en-US" smtClean="0"/>
              <a:t>24- 'CAUSE YOU′VE GOT A LION  [Car il y a un lion ]</a:t>
            </a:r>
          </a:p>
          <a:p>
            <a:r>
              <a:rPr lang="en-US" smtClean="0"/>
              <a:t>25- INSIDE OF THOSE LUNGS  [ dans tes poumons ]</a:t>
            </a:r>
          </a:p>
          <a:p>
            <a:endParaRPr lang="en-US" smtClean="0"/>
          </a:p>
          <a:p>
            <a:r>
              <a:rPr lang="en-US" smtClean="0"/>
              <a:t>26- GET UP AND PRAISE THE LORD  [ Lève-toi, loue le Roi ]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27- PRAISE THE LORD  [ Loue le Roi ]                                X3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                                           </a:t>
            </a:r>
          </a:p>
          <a:p>
            <a:r>
              <a:rPr lang="en-US" smtClean="0"/>
              <a:t>		Refrain :</a:t>
            </a:r>
          </a:p>
        </p:txBody>
      </p:sp>
    </p:spTree>
    <p:extLst>
      <p:ext uri="{BB962C8B-B14F-4D97-AF65-F5344CB8AC3E}">
        <p14:creationId xmlns:p14="http://schemas.microsoft.com/office/powerpoint/2010/main" val="710454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ALL MY WORDS FALL SHORT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je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n’ai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plus de mots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GOT NOTHING NEW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rien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d’inattendu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760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HOW COULD I EXPRESS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pour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déclarer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221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ALL MY GRATITUDE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toute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ma gratitude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029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COULD SING THESE SONGS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pourrais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chanter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024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pt-B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AS I OFTEN DO </a:t>
            </a:r>
          </a:p>
          <a:p>
            <a:pPr algn="ctr">
              <a:lnSpc>
                <a:spcPct val="90000"/>
              </a:lnSpc>
              <a:defRPr/>
            </a:pPr>
            <a:r>
              <a:rPr lang="pt-B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t'adorer jésus ]</a:t>
            </a:r>
            <a:endParaRPr lang="pt-B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737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pt-B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BUT EVERY SONG MUST END </a:t>
            </a:r>
          </a:p>
          <a:p>
            <a:pPr algn="ctr">
              <a:lnSpc>
                <a:spcPct val="90000"/>
              </a:lnSpc>
              <a:defRPr/>
            </a:pPr>
            <a:r>
              <a:rPr lang="pt-B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mais ce chant prend fin ]</a:t>
            </a:r>
            <a:endParaRPr lang="pt-B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92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YOU NEVER DO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toi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continues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966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 I THROW UP MY HANDS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de mon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cœur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je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t’adore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135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PRAISE YOU AGAIN AND AGAIN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pour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t’aimer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encore et encore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112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′CAUSE ALL THAT I HAVE IS A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tout ce qui me reste, c'est un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26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HALLELUJAH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alléluia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978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I KNOW IT'S NOT MUCH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veux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donner plus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303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BUT I′VE NOTHING ELSE FIT FOR A KING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mais rien ne se mesure à toi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937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EXCEPT FOR A HEART SINGING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je ne peux que chanter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069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HALLELUJAH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alléluia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599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I'VE GOT ONE RESPONSE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en levant mes bras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974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I'VE GOT JUST ONE MOVE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prends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position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795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WITH MY ARM STRETCHED WIDE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louerai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mon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roi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583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WILL WORSHIP YOU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c’est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ma decision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545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 COME ON, MY SOUL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allez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mon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âme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149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OH, DON′T YOU GET SHY ON 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ne sois pas timide maintenant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5464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LIFT UP YOUR SONG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chante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une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chanson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98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'CAUSE YOU′VE GOT A LION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car il y a un lion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4626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INSIDE OF THOSE LUNGS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dans tes poumons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2986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GET UP AND PRAISE THE LORD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lève-toi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loue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le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roi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6607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PRAISE THE LORD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loue le roi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45436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3181</TotalTime>
  <Words>5097</Words>
  <Application>Microsoft Office PowerPoint</Application>
  <PresentationFormat>Affichage à l'écran (4:3)</PresentationFormat>
  <Paragraphs>2808</Paragraphs>
  <Slides>27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1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227</cp:revision>
  <dcterms:created xsi:type="dcterms:W3CDTF">2002-08-17T10:50:50Z</dcterms:created>
  <dcterms:modified xsi:type="dcterms:W3CDTF">2025-05-11T07:41:05Z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