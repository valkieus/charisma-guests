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80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44384" autoAdjust="0"/>
  </p:normalViewPr>
  <p:slideViewPr>
    <p:cSldViewPr>
      <p:cViewPr varScale="1">
        <p:scale>
          <a:sx n="53" d="100"/>
          <a:sy n="53" d="100"/>
        </p:scale>
        <p:origin x="349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dirty="0"/>
              <a:t>
	Refrain:</a:t>
            </a:r>
          </a:p>
          <a:p>
            <a:pPr>
              <a:defRPr/>
            </a:pPr>
            <a:r>
              <a:rPr lang="fr-FR" dirty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dirty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Pont:</a:t>
            </a:r>
          </a:p>
          <a:p>
            <a:pPr>
              <a:defRPr/>
            </a:pPr>
            <a:r>
              <a:rPr lang="fr-FR" dirty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dirty="0"/>
              <a:t>
	Refrain:</a:t>
            </a:r>
          </a:p>
          <a:p>
            <a:pPr>
              <a:defRPr/>
            </a:pPr>
            <a:r>
              <a:rPr lang="fr-FR" dirty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dirty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Pont:</a:t>
            </a:r>
          </a:p>
          <a:p>
            <a:pPr>
              <a:defRPr/>
            </a:pPr>
            <a:r>
              <a:rPr lang="fr-FR" dirty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08234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288930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9697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74665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237313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655803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97882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980902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395881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7556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016312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820907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106257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357398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742864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664788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565083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25778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24710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092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PARFOIS C'EST DUR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COMPRENDRE POURQUOI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DEMEURONS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TROP SOUVENT </a:t>
            </a: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SOLITAIRES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0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MÊME SI NOUS SUIVONS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MÊME CHEMIN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95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DRESSONS DES MURS SANS 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NOUS SÉPARENT DE NOS FRÈRES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16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MOI, 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COULEUR DE TA PEAU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1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SI TU CROIS EN 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MA FAMILLE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45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 LIEN D’AMOUR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 TOUT CE QUI COMPTE POUR MOI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44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CRÉERONS UN MONDE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ALORS CHANTE AVEC MOI, AUJOURD’HUI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0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MON FRÈRE, TU ES MA SŒUR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TENONS-NOUS PAR LA MAIN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9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BÂTISSONS LE ROYAUME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JUSQU'À SON RETOUR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721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OUI, NOUS SERONS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 VAINQUEURS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5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D’UN MÊME PAS NOUS MARCHONS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UNIS DANS SON AMOUR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7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VAINCRONS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9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 JOUR VIENDRA OÙ NOUS NE SERONS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PLUS QU’UN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10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TOUS UNIS D’UNE MÊME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PROCLAMERONS QUE JÉSUS 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04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JÉSUS EST SEIGNEUR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299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TOUTE LA TERRE L’ENTENDRA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GENOU FLÉCHIRA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7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LE MONDE VERRA, OUI VERRA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72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L’HEURE EST VENUE, LE TEMPS EST LÀ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SE LEVER, DE FAIRE UN CHOIX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115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N’ES PAS SEUL, JE SERAI LÀ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73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MAINTENANT ET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OUI, JE LE CHANTERAI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250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470</Words>
  <Application>Microsoft Office PowerPoint</Application>
  <PresentationFormat>Affichage à l'écran (4:3)</PresentationFormat>
  <Paragraphs>458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95</cp:revision>
  <dcterms:created xsi:type="dcterms:W3CDTF">2002-08-17T13:12:10Z</dcterms:created>
  <dcterms:modified xsi:type="dcterms:W3CDTF">2025-05-11T07:21:21Z</dcterms:modified>
</cp:coreProperties>
</file>