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1" autoAdjust="0"/>
    <p:restoredTop sz="37292" autoAdjust="0"/>
  </p:normalViewPr>
  <p:slideViewPr>
    <p:cSldViewPr>
      <p:cViewPr varScale="1">
        <p:scale>
          <a:sx n="45" d="100"/>
          <a:sy n="45" d="100"/>
        </p:scale>
        <p:origin x="2958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788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408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165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76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966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987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455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495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369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212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099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151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677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836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331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417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574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657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928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316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493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854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198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415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298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8090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483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403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453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4111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99390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570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5455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9020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6666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74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6793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3452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24300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2520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059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0002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pPr>
              <a:defRPr/>
            </a:pPr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pPr>
              <a:defRPr/>
            </a:pPr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pPr>
              <a:defRPr/>
            </a:pPr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</a:t>
            </a:r>
          </a:p>
          <a:p>
            <a:endParaRPr lang="fr-FR" smtClean="0"/>
          </a:p>
          <a:p>
            <a:r>
              <a:rPr lang="fr-FR" smtClean="0"/>
              <a:t>refrain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</a:t>
            </a:r>
          </a:p>
          <a:p>
            <a:r>
              <a:rPr lang="fr-FR" smtClean="0"/>
              <a:t>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</a:t>
            </a:r>
          </a:p>
          <a:p>
            <a:endParaRPr lang="fr-FR" smtClean="0"/>
          </a:p>
          <a:p>
            <a:r>
              <a:rPr lang="fr-FR" smtClean="0"/>
              <a:t>refrain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</a:t>
            </a:r>
          </a:p>
          <a:p>
            <a:r>
              <a:rPr lang="fr-FR" smtClean="0"/>
              <a:t>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</a:t>
            </a:r>
          </a:p>
          <a:p>
            <a:r>
              <a:rPr lang="fr-FR" smtClean="0"/>
              <a:t>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240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wonder how it must have felt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me demande ce qu'a ressenti]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David stood to face Goliath on a hill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David face à Goliath là sur cette colline]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94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imagine that he shook with all his might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J'imagine qu'il a dû trembler jusqu'à l'instant]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45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Until You took his hand, and held on tight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Où Tu as pris sa main pour le fortifier]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1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You were there, You were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Tu étais, 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7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the midst of danger's snare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Dans les pièges et les dangers]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53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 always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là, toujours]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3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 when the hardest fight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 quand le pire combat]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68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Seemed so out of reach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Semblait perdu d'avance]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12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You were there, 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Tu étais là, 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96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73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there he stood upon that hill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Sur cette montagne se tenait]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614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Abraham with knife in hand was poised to killl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Prêt à tuer, Abraham levant son couteau]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925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God in all his sovereignty had bigger plans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Mais Dieu souverain avait de meilleurs plans]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4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just in time, You brought a lamb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juste à temps, Tu pourvus à L'agneau]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870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You were there,You were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Tu étais là, 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23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the midst of the unclear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Au milieu de l'incertitude]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559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 always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 toujours]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00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 when obedience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 quand l'obéissance]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1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Seemed to not make sense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Semblait n'avoir aucun sens]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1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779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794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haven't I learned that my 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N'ai-je pas appris que mes voies]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82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Aren't as high as Yours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Sont moins élevées que les Tiennes]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7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You alone keep the universe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que Toi seul tiens l'univers]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77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From crumbling into dust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l'empêche de s'effondrer]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880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God and though we would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Que Tu es Dieu, et même incompris]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870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You were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44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Hanging blameless on a cross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Cloué, innocent sur la croix]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802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216024" y="5461000"/>
            <a:ext cx="1279274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would rather die than leave us in the dark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Préférant mourir que nous laisser dans le noir]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008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moment, every planned coincidence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moment, et toutes ces coïncidences]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464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all makes sense With Your last breath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Ont pris leur sens à Ton dernier souffle]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2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8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During history's darkest hour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Au pire moment de l'histoire]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6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 always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 toujours]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3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 Victor and the King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le Roi triomphant]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72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 power in David's swing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pour David Sa puissance]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1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 calm in Abraham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le calme pour Abraham]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God who understands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le Dieu qui nous comprend]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49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strength when we have none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force quand nous n'en avons pas]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1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were, You are and You will always be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étais, Tu es et Tu seras]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42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Risen Lamb of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L'Agneau de Dieu ressuscité]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40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were, You are and You will always be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étais, Tu es et Tu seras]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Risen Lamb of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L'Agneau de Dieu ressuscité]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6380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2082</Words>
  <Application>Microsoft Office PowerPoint</Application>
  <PresentationFormat>Grand écran</PresentationFormat>
  <Paragraphs>792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103</cp:revision>
  <dcterms:created xsi:type="dcterms:W3CDTF">2002-08-17T13:12:10Z</dcterms:created>
  <dcterms:modified xsi:type="dcterms:W3CDTF">2025-05-11T09:54:40Z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