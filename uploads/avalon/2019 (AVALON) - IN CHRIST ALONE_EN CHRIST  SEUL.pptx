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6" r:id="rId2"/>
    <p:sldId id="325" r:id="rId3"/>
    <p:sldId id="324" r:id="rId4"/>
    <p:sldId id="326" r:id="rId5"/>
    <p:sldId id="323" r:id="rId6"/>
    <p:sldId id="327" r:id="rId7"/>
    <p:sldId id="322" r:id="rId8"/>
    <p:sldId id="321" r:id="rId9"/>
    <p:sldId id="320" r:id="rId10"/>
    <p:sldId id="319" r:id="rId11"/>
    <p:sldId id="328" r:id="rId12"/>
    <p:sldId id="318" r:id="rId13"/>
    <p:sldId id="329" r:id="rId14"/>
    <p:sldId id="317" r:id="rId15"/>
    <p:sldId id="316" r:id="rId16"/>
    <p:sldId id="315" r:id="rId17"/>
    <p:sldId id="314" r:id="rId18"/>
    <p:sldId id="330" r:id="rId19"/>
    <p:sldId id="313" r:id="rId20"/>
    <p:sldId id="331" r:id="rId21"/>
    <p:sldId id="312" r:id="rId22"/>
    <p:sldId id="311" r:id="rId23"/>
    <p:sldId id="310" r:id="rId24"/>
    <p:sldId id="332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25" d="100"/>
          <a:sy n="25" d="100"/>
        </p:scale>
        <p:origin x="-68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27/09/2019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537468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IL EST MA LUMIÈRE MA FORCE, MON CHANT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light,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PIERRE ANGULAIRE  INÉBRANLABLE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cornerstone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solid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FERME DANS LA SÉCHERESSE  OU LES VENTS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fiercest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storm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love,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QUAND PEURS ET LUTTES  S’ARRÊTENT ENFIN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strivings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cease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CONSOLATEUR, MON TOUT EN TOUT DANS L’AMOUR DE CHRIST JE ME TIENS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comforter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in all,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love of Christ I stand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Fullness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helpless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
9-  CADEAU D’AMOUR ET DE JUSTICE REJETÉ PAR CEUX QU’IL VENAIT SAUVER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righeousnes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Scorned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SUR CETTE CROIX  JÉSUS EST MORT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LA COLÈRE FRAPPA SUR SON CORPS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satisfied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PAYANT CHAQUE PÉCHÉ  COMME LES SIENS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laid
13-  DANS LA MORT DE CHRIST  JE ME TIENS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Christ i live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body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Light of the world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darkness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15-  PUIS GLORIEUX, IL S’EST LEVÉ DU TOMBEAU IL EST RESSUSCITÉ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glorious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grave He rose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LÀ, IL SE TIENT DANS LA VICTOIRE ET LE PÉCHÉ PERD TOUT POUVOIR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grip on me
17-  JE SUIS À LUI IL EST À MOI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mine
18-  RACHETÉ PAR LE PRÉCIEUX  SANG DE CHRIST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precious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Christ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guilt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life,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OUI, C’EST LA PUISSANCE  DE CHRIST EN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power of Christ in me
21-  DU PREMIER CRI JUSQU’À LA FIN JÉSUS COMMANDERA MON DESTIN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final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AUCUN DÉMON NI PLAN HUMAIN NE M’ARRACHERA DE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man, Can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pluck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23-  QU’IL ME RAPPELLE  OU QU’IL REVIENNE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calls me home
24-  DANS LA PUISSANCE  DE CHRIST JE ME TIENS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power of Christ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38466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7623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61499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978635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271669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740016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619720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697386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102332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698517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950901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663667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596505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4116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886311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825967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36969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20313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603488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986019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828948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690407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3600323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EN CHRIST SEUL  EST MON ESPOIR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my hope is found 
2-  IL EST MA LUMIÈRE MA FORCE, MON CHANT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my light, my strength, my song
3-  PIERRE ANGULAIRE  INÉBRANLABLE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cornerstone, this solid ground
4-  FERME DANS LA SÉCHERESSE  OU LES VENTS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 through the fiercest drought and storm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QUEL GRAND AMOUR QUELLE PAIX SANS FIN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heights of love, what depths of peace
6-  QUAND PEURS ET LUTTES  S’ARRÊTENT ENFIN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fears are stilled, when strivings cease 
7-  CONSOLATEUR, MON TOUT EN TOUT DANS L’AMOUR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comforter, my all in all, Here in the love of Christ I stand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EN CHRIST SEUL, VÊTU DE CHAIR DIEU TOUT-PUISSANT DANS UN BÉBÉ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Christ alone who took on flesh, Fullness of God in helpless place
9-  CADEAU D’AMOUR ET DE JUSTICE REJETÉ PAR CEUX QU’IL VENAIT SAUVER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gift of love and righeousnes, Scorned by ones he come to save
10-  QUAND SUR CETTE CROIX  JÉSUS EST MORT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Till on that cross as Jesus died
11-  LA COLÈRE FRAPPA SUR SON CORPS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wrath of God was satisfied
12-  PAYANT CHAQUE PÉCHÉ  COMME LES SIENS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sin on him was laid
13-  DANS LA MORT DE CHRIST 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death of Christ i 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LÀ, SUR LE SOL, ILS L’ONT POSÉ LA LUMIÈRE DU MONDE EST SACRIFIÉE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in the ground His body lay, Light of the world by darkness slain 
15-  PUIS GLORIEUX, IL S’EST LEVÉ DU TOMBEAU IL EST RESSUSCITÉ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bursting forth in glorious day, Up from the grave He rose again
16-  LÀ, IL SE TIENT DANS LA VICTOIRE ET LE PÉCHÉ PERD TOUT POUVOIR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He stands in victory, Sin's curse has lost its grip on me
17-  JE SUIS À LUI IL EST À MOI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am His and He is mine
18-  RACHETÉ PAR LE PRÉCIEUX  SANG DE CHRIST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Bought with the precious blood of Christ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NULLE PEUR  NI CULPABILITÉ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guilt in life, no fear in death
20-  OUI, C’EST LA PUISSANCE  DE CHRIST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power of Christ in me
21-  DU PREMIER CRI JUSQU’À LA FIN JÉSUS COMMANDERA MON DESTIN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life's first cry to final breath, Jesus commands my destiny
22-  AUCUN DÉMON NI PLAN HUMAIN NE M’ARRACHERA DE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power of hell, no scheme of man, Can ever pluck me from His hand
23-  QU’IL ME RAPPELLE  OU QU’IL REVIENNE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 He returns or calls me home
24-  DANS LA PUISSANCE  DE CHRIST JE ME TIENS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in the power of Christ I'll stand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 CHRIST SEUL  EST MON ESPOIR</a:t>
            </a:r>
          </a:p>
          <a:p>
            <a:r>
              <a:rPr lang="fr-FR" smtClean="0"/>
              <a:t>In Christ alone my hope is found 
2-  IL EST MA LUMIÈRE MA FORCE, MON CHANT </a:t>
            </a:r>
          </a:p>
          <a:p>
            <a:r>
              <a:rPr lang="fr-FR" smtClean="0"/>
              <a:t>He is my light, my strength, my song
3-  PIERRE ANGULAIRE  INÉBRANLABLE </a:t>
            </a:r>
          </a:p>
          <a:p>
            <a:r>
              <a:rPr lang="fr-FR" smtClean="0"/>
              <a:t>This cornerstone, this solid ground
4-  FERME DANS LA SÉCHERESSE  OU LES VENTS </a:t>
            </a:r>
          </a:p>
          <a:p>
            <a:r>
              <a:rPr lang="fr-FR" smtClean="0"/>
              <a:t>Firm through the fiercest drought and storm</a:t>
            </a:r>
          </a:p>
          <a:p>
            <a:r>
              <a:rPr lang="fr-FR" smtClean="0"/>
              <a:t>
5-  QUEL GRAND AMOUR QUELLE PAIX SANS FIN </a:t>
            </a:r>
          </a:p>
          <a:p>
            <a:r>
              <a:rPr lang="fr-FR" smtClean="0"/>
              <a:t>What heights of love, what depths of peace
6-  QUAND PEURS ET LUTTES  S’ARRÊTENT ENFIN</a:t>
            </a:r>
          </a:p>
          <a:p>
            <a:r>
              <a:rPr lang="fr-FR" smtClean="0"/>
              <a:t>When fears are stilled, when strivings cease 
7-  CONSOLATEUR, MON TOUT EN TOUT DANS L’AMOUR DE CHRIST JE ME TIENS </a:t>
            </a:r>
          </a:p>
          <a:p>
            <a:r>
              <a:rPr lang="fr-FR" smtClean="0"/>
              <a:t>My comforter, my all in all, Here in the love of Christ I stand</a:t>
            </a:r>
          </a:p>
          <a:p>
            <a:r>
              <a:rPr lang="fr-FR" smtClean="0"/>
              <a:t>
8-  EN CHRIST SEUL, VÊTU DE CHAIR DIEU TOUT-PUISSANT DANS UN BÉBÉ </a:t>
            </a:r>
          </a:p>
          <a:p>
            <a:r>
              <a:rPr lang="fr-FR" smtClean="0"/>
              <a:t>In Christ alone who took on flesh, Fullness of God in helpless place
9-  CADEAU D’AMOUR ET DE JUSTICE REJETÉ PAR CEUX QU’IL VENAIT SAUVER </a:t>
            </a:r>
          </a:p>
          <a:p>
            <a:r>
              <a:rPr lang="fr-FR" smtClean="0"/>
              <a:t>This gift of love and righeousnes, Scorned by ones he come to save
10-  QUAND SUR CETTE CROIX  JÉSUS EST MORT </a:t>
            </a:r>
          </a:p>
          <a:p>
            <a:r>
              <a:rPr lang="fr-FR" smtClean="0"/>
              <a:t>Till on that cross as Jesus died
11-  LA COLÈRE FRAPPA SUR SON CORPS </a:t>
            </a:r>
          </a:p>
          <a:p>
            <a:r>
              <a:rPr lang="fr-FR" smtClean="0"/>
              <a:t>The wrath of God was satisfied
12-  PAYANT CHAQUE PÉCHÉ  COMME LES SIENS </a:t>
            </a:r>
          </a:p>
          <a:p>
            <a:r>
              <a:rPr lang="fr-FR" smtClean="0"/>
              <a:t>For every sin on him was laid
13-  DANS LA MORT DE CHRIST  JE ME TIENS </a:t>
            </a:r>
          </a:p>
          <a:p>
            <a:r>
              <a:rPr lang="fr-FR" smtClean="0"/>
              <a:t>Here in the death of Christ i live</a:t>
            </a:r>
          </a:p>
          <a:p>
            <a:r>
              <a:rPr lang="fr-FR" smtClean="0"/>
              <a:t>
14-  LÀ, SUR LE SOL, ILS L’ONT POSÉ LA LUMIÈRE DU MONDE EST SACRIFIÉE</a:t>
            </a:r>
          </a:p>
          <a:p>
            <a:r>
              <a:rPr lang="fr-FR" smtClean="0"/>
              <a:t>There in the ground His body lay, Light of the world by darkness slain 
15-  PUIS GLORIEUX, IL S’EST LEVÉ DU TOMBEAU IL EST RESSUSCITÉ </a:t>
            </a:r>
          </a:p>
          <a:p>
            <a:r>
              <a:rPr lang="fr-FR" smtClean="0"/>
              <a:t>Then bursting forth in glorious day, Up from the grave He rose again
16-  LÀ, IL SE TIENT DANS LA VICTOIRE ET LE PÉCHÉ PERD TOUT POUVOIR </a:t>
            </a:r>
          </a:p>
          <a:p>
            <a:r>
              <a:rPr lang="fr-FR" smtClean="0"/>
              <a:t>And as He stands in victory, Sin's curse has lost its grip on me
17-  JE SUIS À LUI IL EST À MOI  </a:t>
            </a:r>
          </a:p>
          <a:p>
            <a:r>
              <a:rPr lang="fr-FR" smtClean="0"/>
              <a:t>For I am His and He is mine
18-  RACHETÉ PAR LE PRÉCIEUX  SANG DE CHRIST </a:t>
            </a:r>
          </a:p>
          <a:p>
            <a:r>
              <a:rPr lang="fr-FR" smtClean="0"/>
              <a:t>Bought with the precious blood of Christ</a:t>
            </a:r>
          </a:p>
          <a:p>
            <a:r>
              <a:rPr lang="fr-FR" smtClean="0"/>
              <a:t>
19-  NULLE PEUR  NI CULPABILITÉ </a:t>
            </a:r>
          </a:p>
          <a:p>
            <a:r>
              <a:rPr lang="fr-FR" smtClean="0"/>
              <a:t>No guilt in life, no fear in death
20-  OUI, C’EST LA PUISSANCE  DE CHRIST EN MOI </a:t>
            </a:r>
          </a:p>
          <a:p>
            <a:r>
              <a:rPr lang="fr-FR" smtClean="0"/>
              <a:t>This is the power of Christ in me
21-  DU PREMIER CRI JUSQU’À LA FIN JÉSUS COMMANDERA MON DESTIN </a:t>
            </a:r>
          </a:p>
          <a:p>
            <a:r>
              <a:rPr lang="fr-FR" smtClean="0"/>
              <a:t>From life's first cry to final breath, Jesus commands my destiny
22-  AUCUN DÉMON NI PLAN HUMAIN NE M’ARRACHERA DE SA MAIN </a:t>
            </a:r>
          </a:p>
          <a:p>
            <a:r>
              <a:rPr lang="fr-FR" smtClean="0"/>
              <a:t>No power of hell, no scheme of man, Can ever pluck me from His hand
23-  QU’IL ME RAPPELLE  OU QU’IL REVIENNE  </a:t>
            </a:r>
          </a:p>
          <a:p>
            <a:r>
              <a:rPr lang="fr-FR" smtClean="0"/>
              <a:t>Til He returns or calls me home
24-  DANS LA PUISSANCE  DE CHRIST JE ME TIENS </a:t>
            </a:r>
          </a:p>
          <a:p>
            <a:r>
              <a:rPr lang="fr-FR" smtClean="0"/>
              <a:t>Here in the power of Christ I'll stand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61583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CHRIST SEUL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MON ESPOIR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MA LUMIÈRE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FORCE, MON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645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PIERRE ANGULAIRE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INÉBRANLABLE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157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FERME DANS LA SÉCHERESSE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LES VENTS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16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 GRAND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PAIX SANS FIN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779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PEURS ET LUTTES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S’ARRÊTENT ENFIN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406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CONSOLATEUR, MON TOUT EN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L’AMOUR DE CHRIST JE ME TIENS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316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CHRIST SEUL, VÊTU DE CHAIR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TOUT-PUISSANT DANS UN BÉBÉ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245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CADEAU D’AMOUR ET DE 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REJETÉ PAR CEUX QU’IL VENAIT SAUVER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8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SUR CETTE CROIX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MORT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739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COLÈRE FRAPPA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SON CORPS</a:t>
            </a:r>
          </a:p>
        </p:txBody>
      </p:sp>
    </p:spTree>
    <p:extLst>
      <p:ext uri="{BB962C8B-B14F-4D97-AF65-F5344CB8AC3E}">
        <p14:creationId xmlns:p14="http://schemas.microsoft.com/office/powerpoint/2010/main" xmlns="" val="182020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PAYANT CHAQUE PÉCHÉ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LES SIENS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5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MORT DE CHRIST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943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LÀ, SUR LE SOL, ILS L’ONT POSÉ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LUMIÈRE DU MONDE EST SACRIFIÉE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866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GLORIEUX, IL S’EST 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TOMBEAU IL EST RESSUSCITÉ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416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LÀ, IL SE TIENT DANS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PÉCHÉ PERD TOUT POUVOIR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195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À MOI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927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RACHETÉ PAR LE PRÉCIEUX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SANG DE CHRIST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95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NULLE PEUR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CULPABILITÉ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528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C’EST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CHRIST EN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676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PREMIER CRI JUSQU’À LA 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COMMANDERA MON DESTIN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84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DÉMON NI PLAN HUMAIN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M’ARRACHERA DE SA MAIN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504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ME RAPPELLE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QU’IL REVIENNE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082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CHRIST JE ME TIENS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637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876</Words>
  <Application>Microsoft Office PowerPoint</Application>
  <PresentationFormat>Affichage à l'écran (4:3)</PresentationFormat>
  <Paragraphs>1584</Paragraphs>
  <Slides>24</Slides>
  <Notes>24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180</cp:revision>
  <dcterms:created xsi:type="dcterms:W3CDTF">2002-08-17T10:50:50Z</dcterms:created>
  <dcterms:modified xsi:type="dcterms:W3CDTF">2019-09-27T14:14:06Z</dcterms:modified>
</cp:coreProperties>
</file>