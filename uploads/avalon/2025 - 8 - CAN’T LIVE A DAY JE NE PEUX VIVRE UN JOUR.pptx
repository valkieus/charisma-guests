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9"/>
  </p:notesMasterIdLst>
  <p:sldIdLst>
    <p:sldId id="258" r:id="rId2"/>
    <p:sldId id="259" r:id="rId3"/>
    <p:sldId id="26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4" autoAdjust="0"/>
    <p:restoredTop sz="46948" autoAdjust="0"/>
  </p:normalViewPr>
  <p:slideViewPr>
    <p:cSldViewPr>
      <p:cViewPr varScale="1">
        <p:scale>
          <a:sx n="56" d="100"/>
          <a:sy n="56" d="100"/>
        </p:scale>
        <p:origin x="193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029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3432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3920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5224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914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561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603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seul] 
2- 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[Et ignorer ce désir dans mon cœur]    
3-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warmth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someone's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[Du réconfort des bras d'un être cher] 
4-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dreams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sans rêves] 
5-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know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[Et ne jamais connaître l'émotion
6-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far and out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[De poursuivre une étoile lointaine] 
7-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sans beaucoup de choses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carry on, but  [Et continuer d'avancer, mais..]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tomorrow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ne pourrai jamais affronter]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know [Ma vie sans Ton espoir, je le sais] 
11-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You[Je ne peux vivre un jour sans Toi] 
12-  Lord,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night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loving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[Sans Tes bras d'amour pour me garder] 
14-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heartbeat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all I do [Tu es ma source en tout ce que je fais] 
15-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[Je ne peux vivre un jour sans Toi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travel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world [Je pourrais parcourir le monde] 
17-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wonders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beautiful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new [Et voir toutes les plus belles choses]   -----14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They'd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You [Elles ne me feraient que penser à Toi] 
19-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all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offers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tout avoir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compare [Les plus grandes richesses de ce monde] 
21-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wish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care [Au point de tout avoir sans douter] 
22- Oh,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[Oh, je pourrais tout faire, oh oui] 
23- But if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[Mais si Tu n'y es pas...]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live [Oh Jésus, je vis parce que Tu vis] 
25-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air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breathe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[Tu es l'air que je respire] 
26-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oh, I have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[Oh Jésus, Tu donnes tout ce que j'ai] 
27-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720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386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Refrain 2 -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844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491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55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8108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2986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78450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5360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9628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9316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910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5368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6886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2972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4041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3496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3216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seul] 
2- 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[Et ignorer ce désir dans mon cœur]    
3-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warmth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someone's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[Du réconfort des bras d'un être cher] 
4-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dreams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sans rêves] 
5-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know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[Et ne jamais connaître l'émotion
6-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far and out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[De poursuivre une étoile lointaine] 
7-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sans beaucoup de choses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carry on, but  [Et continuer d'avancer, mais..]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tomorrow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ne pourrai jamais affronter]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know [Ma vie sans Ton espoir, je le sais] 
11-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You[Je ne peux vivre un jour sans Toi] 
12-  Lord,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night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loving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[Sans Tes bras d'amour pour me garder] 
14-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heartbeat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all I do [Tu es ma source en tout ce que je fais] 
15-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[Je ne peux vivre un jour sans Toi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travel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world [Je pourrais parcourir le monde] 
17-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wonders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beautiful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new [Et voir toutes les plus belles choses]   -----14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They'd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You [Elles ne me feraient que penser à Toi] 
19-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all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offers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tout avoir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compare [Les plus grandes richesses de ce monde] 
21-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wish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care [Au point de tout avoir sans douter] 
22- Oh,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[Oh, je pourrais tout faire, oh oui] 
23- But if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[Mais si Tu n'y es pas...]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live [Oh Jésus, je vis parce que Tu vis] 
25-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air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breathe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[Tu es l'air que je respire] 
26-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oh, I have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[Oh Jésus, Tu donnes tout ce que j'ai] 
27-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158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I could live life alone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[Je pourrais vivre seul]</a:t>
            </a:r>
          </a:p>
          <a:p>
            <a:pPr lvl="0" algn="ctr">
              <a:lnSpc>
                <a:spcPct val="90000"/>
              </a:lnSpc>
              <a:defRPr/>
            </a:pP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And never fill the longings of my heart</a:t>
            </a:r>
          </a:p>
          <a:p>
            <a:pPr lvl="0"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Et ignorer ce désir dans mon cœur]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548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35792" y="5445224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The healing warmth of someone's arms And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[Du réconfort des bras d'un être cher]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941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I could live without dreams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[Je pourrais vivre sans rêves]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784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And never know the thrill of what could be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[Et ne jamais connaître l'émotion]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202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With every star so far and out of reach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[De poursuivre une étoile lointaine]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622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I could live without many things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[Je pourrais vivre sans beaucoup de choses]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000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And I could carry on, but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[Et continuer d'avancer,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mais]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450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I couldn't face my life tomorrow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[Je ne pourrai jamais affronter]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cap="sm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 </a:t>
            </a:r>
            <a:endParaRPr lang="fr-FR" sz="3000" cap="sm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676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Without Your hope in my heart I know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[Ma vie sans Ton espoir, je le sais]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131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I can't live a day without You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[Je ne peux vivre un jour sans Toi]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584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Lord, there's no night and there's no morning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[Seigneur, il n'y a pas de jour ni de nuit]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708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407368" y="5461000"/>
            <a:ext cx="1144927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Without Your loving arms to hold me You're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[Sans Tes bras d'amour pour me garder]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2810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the heartbeat of all I do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[Tu es ma source en tout ce que je fais]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228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 can't live a day without You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[Je ne peux vivre un jour sans Toi]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939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I could travel the world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[Je pourrais parcourir le monde]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852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See all the wonders beautiful and new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[Et voir toutes les plus belles choses]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3014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They'd only make me think of You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[Elles ne me feraient que penser à Toi]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4492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And I could have all life offers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[Je pourrais tout avoir]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9301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Riches that were far beyond compare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[Les plus grandes richesses de ce monde]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956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To grant my every wish without a care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[Au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point de tout avoir sans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douter]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9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Oh, I could do anything, oh yes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[Oh, je pourrais tout faire, oh oui]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117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But if You weren't in it all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[Mais si Tu n'y es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pas]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8366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Jesus, I live because You live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[Oh Jésus, je vis parce que Tu vis]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418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You're like the air I breathe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[Tu es l'air que je respire]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797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Oh Jesus, oh, I have because You give You're </a:t>
            </a:r>
            <a:endParaRPr lang="fr-FR" sz="3000" cap="all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[Oh Jésus, Tu donnes tout ce que j'ai]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036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everything to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[Oui, Tu es tout pour moi]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416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1242</Words>
  <Application>Microsoft Office PowerPoint</Application>
  <PresentationFormat>Grand écran</PresentationFormat>
  <Paragraphs>865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114</cp:revision>
  <dcterms:created xsi:type="dcterms:W3CDTF">2011-01-30T10:04:33Z</dcterms:created>
  <dcterms:modified xsi:type="dcterms:W3CDTF">2025-05-11T08:39:37Z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2025-03-23T00:21:44Z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5b187904-160c-42cd-bc5e-41d57074b47a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