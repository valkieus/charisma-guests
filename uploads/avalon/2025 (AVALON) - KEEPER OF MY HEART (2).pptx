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1" r:id="rId37"/>
    <p:sldId id="294" r:id="rId38"/>
    <p:sldId id="293" r:id="rId39"/>
    <p:sldId id="295" r:id="rId40"/>
    <p:sldId id="296" r:id="rId41"/>
    <p:sldId id="297" r:id="rId42"/>
    <p:sldId id="299" r:id="rId43"/>
    <p:sldId id="298" r:id="rId44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59387" autoAdjust="0"/>
  </p:normalViewPr>
  <p:slideViewPr>
    <p:cSldViewPr>
      <p:cViewPr varScale="1">
        <p:scale>
          <a:sx n="68" d="100"/>
          <a:sy n="68" d="100"/>
        </p:scale>
        <p:origin x="187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99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3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387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718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79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536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05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772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50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955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716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902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63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924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769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983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993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446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997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931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171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334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328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508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238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348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711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3443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4686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24269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7096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505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724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0165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749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0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2803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68766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8116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2856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6285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714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been </a:t>
            </a:r>
            <a:r>
              <a:rPr lang="fr-FR" cap="all" baseline="0" dirty="0" err="1" smtClean="0"/>
              <a:t>wonderin</a:t>
            </a:r>
            <a:r>
              <a:rPr lang="fr-FR" cap="all" baseline="0" dirty="0" smtClean="0"/>
              <a:t>’ </a:t>
            </a:r>
            <a:r>
              <a:rPr lang="fr-FR" dirty="0" smtClean="0"/>
              <a:t>[Je me demandais] 
2-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does</a:t>
            </a:r>
            <a:r>
              <a:rPr lang="fr-FR" cap="all" baseline="0" dirty="0" smtClean="0"/>
              <a:t> the future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? </a:t>
            </a:r>
            <a:r>
              <a:rPr lang="fr-FR" dirty="0" smtClean="0"/>
              <a:t>[Qu’a donc l’avenir pour moi ?] 
3-  </a:t>
            </a:r>
            <a:r>
              <a:rPr lang="fr-FR" cap="all" baseline="0" dirty="0" err="1" smtClean="0"/>
              <a:t>Somehow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thinkin</a:t>
            </a:r>
            <a:r>
              <a:rPr lang="fr-FR" cap="all" baseline="0" dirty="0" smtClean="0"/>
              <a:t>’ </a:t>
            </a:r>
            <a:r>
              <a:rPr lang="fr-FR" dirty="0" smtClean="0"/>
              <a:t>[Comme si je pouvais] 
4-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the one in control </a:t>
            </a:r>
            <a:r>
              <a:rPr lang="fr-FR" dirty="0" smtClean="0"/>
              <a:t>[Contrôler quoi que ce soit] 
5-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You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[Mais soudain Tu parais] 
6-  </a:t>
            </a:r>
            <a:r>
              <a:rPr lang="fr-FR" cap="all" baseline="0" dirty="0" err="1" smtClean="0"/>
              <a:t>Taking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dirty="0" smtClean="0"/>
              <a:t>[Prends tous les plans que j’ai faits] 
7-  </a:t>
            </a:r>
            <a:r>
              <a:rPr lang="fr-FR" cap="all" baseline="0" dirty="0" err="1" smtClean="0"/>
              <a:t>Throwin</a:t>
            </a:r>
            <a:r>
              <a:rPr lang="fr-FR" cap="all" baseline="0" dirty="0" smtClean="0"/>
              <a:t>'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out the </a:t>
            </a:r>
            <a:r>
              <a:rPr lang="fr-FR" cap="all" baseline="0" dirty="0" err="1" smtClean="0"/>
              <a:t>window</a:t>
            </a:r>
            <a:r>
              <a:rPr lang="fr-FR" cap="all" baseline="0" dirty="0" smtClean="0"/>
              <a:t> </a:t>
            </a:r>
            <a:r>
              <a:rPr lang="fr-FR" dirty="0" smtClean="0"/>
              <a:t>[Pour me les arracher] 
8-  </a:t>
            </a:r>
            <a:r>
              <a:rPr lang="fr-FR" cap="all" baseline="0" dirty="0" err="1" smtClean="0"/>
              <a:t>Showin</a:t>
            </a:r>
            <a:r>
              <a:rPr lang="fr-FR" cap="all" baseline="0" dirty="0" smtClean="0"/>
              <a:t>' me how to let go </a:t>
            </a:r>
            <a:r>
              <a:rPr lang="fr-FR" dirty="0" smtClean="0"/>
              <a:t>[M’apprendre à les laisser] 
9- 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You have for me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best </a:t>
            </a:r>
            <a:r>
              <a:rPr lang="fr-FR" dirty="0" smtClean="0"/>
              <a:t>[Ton plan est plus parfait que le mien] 
10-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never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me </a:t>
            </a:r>
            <a:r>
              <a:rPr lang="fr-FR" cap="all" baseline="0" dirty="0" err="1" smtClean="0"/>
              <a:t>less</a:t>
            </a:r>
            <a:r>
              <a:rPr lang="fr-FR" cap="all" baseline="0" dirty="0" smtClean="0"/>
              <a:t> </a:t>
            </a:r>
            <a:r>
              <a:rPr lang="fr-FR" dirty="0" smtClean="0"/>
              <a:t>[Tu ne me donneras jamais moins] 
11- 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learning</a:t>
            </a:r>
            <a:r>
              <a:rPr lang="fr-FR" cap="all" baseline="0" dirty="0" smtClean="0"/>
              <a:t> how to let go, oh, oh, oh </a:t>
            </a:r>
            <a:r>
              <a:rPr lang="fr-FR" dirty="0" smtClean="0"/>
              <a:t>[J’apprends à tout délaisser, eh </a:t>
            </a:r>
            <a:r>
              <a:rPr lang="fr-FR" dirty="0" err="1" smtClean="0"/>
              <a:t>eh</a:t>
            </a:r>
            <a:r>
              <a:rPr lang="fr-FR" dirty="0" smtClean="0"/>
              <a:t> </a:t>
            </a:r>
            <a:r>
              <a:rPr lang="fr-FR" dirty="0" err="1" smtClean="0"/>
              <a:t>eh</a:t>
            </a:r>
            <a:r>
              <a:rPr lang="fr-FR" dirty="0" smtClean="0"/>
              <a:t>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13-  </a:t>
            </a:r>
            <a:r>
              <a:rPr lang="fr-FR" cap="all" baseline="0" dirty="0" err="1" smtClean="0"/>
              <a:t>Father</a:t>
            </a:r>
            <a:r>
              <a:rPr lang="fr-FR" cap="all" baseline="0" dirty="0" smtClean="0"/>
              <a:t> of the stars </a:t>
            </a:r>
            <a:r>
              <a:rPr lang="fr-FR" dirty="0" smtClean="0"/>
              <a:t>[Père de toute étoile] 
14-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traded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heaven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 </a:t>
            </a:r>
            <a:r>
              <a:rPr lang="fr-FR" dirty="0" smtClean="0"/>
              <a:t>[Tu as quitté le Ciel pour moi] 
</a:t>
            </a:r>
            <a:r>
              <a:rPr lang="fr-FR" cap="all" baseline="0" dirty="0" smtClean="0"/>
              <a:t>15-  (Heaven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hold</a:t>
            </a:r>
            <a:r>
              <a:rPr lang="fr-FR" cap="all" baseline="0" dirty="0" smtClean="0"/>
              <a:t> me) </a:t>
            </a:r>
            <a:r>
              <a:rPr lang="fr-FR" dirty="0" smtClean="0"/>
              <a:t>[(Quitté le Ciel pour moi)] 
16-  </a:t>
            </a:r>
            <a:r>
              <a:rPr lang="fr-FR" cap="all" baseline="0" dirty="0" smtClean="0"/>
              <a:t>Lifter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soul </a:t>
            </a:r>
            <a:r>
              <a:rPr lang="fr-FR" dirty="0" smtClean="0"/>
              <a:t>[Soutien de mon âme] 
17-  </a:t>
            </a:r>
            <a:r>
              <a:rPr lang="fr-FR" cap="all" baseline="0" dirty="0" smtClean="0"/>
              <a:t>You call me as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own</a:t>
            </a:r>
            <a:r>
              <a:rPr lang="fr-FR" cap="all" baseline="0" dirty="0" smtClean="0"/>
              <a:t> </a:t>
            </a:r>
            <a:r>
              <a:rPr lang="fr-FR" dirty="0" smtClean="0"/>
              <a:t>[Tu dis que je suis à Toi] 
18-  </a:t>
            </a:r>
            <a:r>
              <a:rPr lang="fr-FR" cap="all" baseline="0" dirty="0" smtClean="0"/>
              <a:t>Nothing compares to how You love me </a:t>
            </a:r>
            <a:r>
              <a:rPr lang="fr-FR" dirty="0" smtClean="0"/>
              <a:t>[Non, rien n’égale Ton amour pour moi] 
19-  </a:t>
            </a:r>
            <a:r>
              <a:rPr lang="fr-FR" cap="all" baseline="0" dirty="0" smtClean="0"/>
              <a:t>(Compares to how You love me) </a:t>
            </a:r>
            <a:r>
              <a:rPr lang="fr-FR" dirty="0" smtClean="0"/>
              <a:t>[(N’égale Ton amour pour moi)]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20-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21-  </a:t>
            </a:r>
            <a:r>
              <a:rPr lang="fr-FR" cap="all" baseline="0" dirty="0" smtClean="0"/>
              <a:t>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
22-  </a:t>
            </a:r>
            <a:r>
              <a:rPr lang="fr-FR" cap="all" baseline="0" dirty="0" err="1" smtClean="0"/>
              <a:t>Keeper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</a:t>
            </a:r>
            <a:r>
              <a:rPr lang="fr-FR" dirty="0" smtClean="0"/>
              <a:t>[Gardien de mon cœur] 
</a:t>
            </a:r>
            <a:r>
              <a:rPr lang="fr-FR" cap="all" baseline="0" dirty="0" smtClean="0"/>
              <a:t>23-  (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) </a:t>
            </a:r>
            <a:r>
              <a:rPr lang="fr-FR" dirty="0" smtClean="0"/>
              <a:t>[(Mon cœur, mon cœur)]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24-  </a:t>
            </a:r>
            <a:r>
              <a:rPr lang="fr-FR" cap="all" baseline="0" dirty="0" err="1" smtClean="0"/>
              <a:t>Now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seein</a:t>
            </a:r>
            <a:r>
              <a:rPr lang="fr-FR" cap="all" baseline="0" dirty="0" smtClean="0"/>
              <a:t>’ </a:t>
            </a:r>
            <a:r>
              <a:rPr lang="fr-FR" dirty="0" smtClean="0"/>
              <a:t>[Maintenant je vois] 
25-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eyes</a:t>
            </a:r>
            <a:r>
              <a:rPr lang="fr-FR" cap="all" baseline="0" dirty="0" smtClean="0"/>
              <a:t> full of </a:t>
            </a:r>
            <a:r>
              <a:rPr lang="fr-FR" cap="all" baseline="0" dirty="0" err="1" smtClean="0"/>
              <a:t>clarity</a:t>
            </a:r>
            <a:r>
              <a:rPr lang="fr-FR" cap="all" baseline="0" dirty="0" smtClean="0"/>
              <a:t> </a:t>
            </a:r>
            <a:r>
              <a:rPr lang="fr-FR" dirty="0" smtClean="0"/>
              <a:t>[Avec tant de clarté] 
26-  </a:t>
            </a:r>
            <a:r>
              <a:rPr lang="fr-FR" cap="all" baseline="0" dirty="0" smtClean="0"/>
              <a:t>Living for more </a:t>
            </a:r>
            <a:r>
              <a:rPr lang="fr-FR" dirty="0" smtClean="0"/>
              <a:t>[Je vis pour plus] 
27- 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what's</a:t>
            </a:r>
            <a:r>
              <a:rPr lang="fr-FR" cap="all" baseline="0" dirty="0" smtClean="0"/>
              <a:t> in front of me </a:t>
            </a:r>
            <a:r>
              <a:rPr lang="fr-FR" dirty="0" smtClean="0"/>
              <a:t>[Que ce qui est devant moi] 
28-  </a:t>
            </a:r>
            <a:r>
              <a:rPr lang="fr-FR" cap="all" baseline="0" dirty="0" err="1" smtClean="0"/>
              <a:t>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go </a:t>
            </a:r>
            <a:r>
              <a:rPr lang="fr-FR" cap="all" baseline="0" dirty="0" err="1" smtClean="0"/>
              <a:t>again</a:t>
            </a:r>
            <a:r>
              <a:rPr lang="fr-FR" cap="all" baseline="0" dirty="0" smtClean="0"/>
              <a:t> </a:t>
            </a:r>
            <a:r>
              <a:rPr lang="fr-FR" dirty="0" smtClean="0"/>
              <a:t>[Et encore Tu parais] 
29-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everything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am</a:t>
            </a:r>
            <a:r>
              <a:rPr lang="fr-FR" cap="all" baseline="0" dirty="0" smtClean="0"/>
              <a:t> </a:t>
            </a:r>
            <a:r>
              <a:rPr lang="fr-FR" dirty="0" smtClean="0"/>
              <a:t>[Je Te donne tout ce que j’ai] 
30-  </a:t>
            </a:r>
            <a:r>
              <a:rPr lang="fr-FR" cap="all" baseline="0" dirty="0" smtClean="0"/>
              <a:t>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 </a:t>
            </a:r>
            <a:r>
              <a:rPr lang="fr-FR" dirty="0" smtClean="0"/>
              <a:t>[C’est là que je me soumets] 
31-  </a:t>
            </a:r>
            <a:r>
              <a:rPr lang="fr-FR" cap="all" baseline="0" dirty="0" smtClean="0"/>
              <a:t>(This </a:t>
            </a:r>
            <a:r>
              <a:rPr lang="fr-FR" cap="all" baseline="0" dirty="0" err="1" smtClean="0"/>
              <a:t>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I let go) </a:t>
            </a:r>
            <a:r>
              <a:rPr lang="fr-FR" dirty="0" smtClean="0"/>
              <a:t>[(C’est là que je me soumets)]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32-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33-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34-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35-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36-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 </a:t>
            </a:r>
            <a:r>
              <a:rPr lang="fr-FR" dirty="0" smtClean="0"/>
              <a:t>[Quand je suis à mon pire] 
37-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38-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worst</a:t>
            </a:r>
            <a:r>
              <a:rPr lang="fr-FR" cap="all" baseline="0" dirty="0" smtClean="0"/>
              <a:t>, yeah,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I'm</a:t>
            </a:r>
            <a:r>
              <a:rPr lang="fr-FR" cap="all" baseline="0" dirty="0" smtClean="0"/>
              <a:t> 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[Quand je suis à mon pire ou à mon meilleur] 
39-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40-  </a:t>
            </a:r>
            <a:r>
              <a:rPr lang="fr-FR" cap="all" baseline="0" dirty="0" smtClean="0"/>
              <a:t>At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best </a:t>
            </a:r>
            <a:r>
              <a:rPr lang="fr-FR" dirty="0" smtClean="0"/>
              <a:t>[À mon meilleur] 
41-  </a:t>
            </a:r>
            <a:r>
              <a:rPr lang="fr-FR" cap="all" baseline="0" dirty="0" smtClean="0"/>
              <a:t>I know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You are </a:t>
            </a:r>
            <a:r>
              <a:rPr lang="fr-FR" dirty="0" smtClean="0"/>
              <a:t>[je sais que Tu es] 
42- 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for me </a:t>
            </a:r>
            <a:r>
              <a:rPr lang="fr-FR" dirty="0" smtClean="0"/>
              <a:t>[Toujours, toujours pour moi] 
43-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I've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got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nothing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left</a:t>
            </a:r>
            <a:r>
              <a:rPr lang="fr-FR" cap="all" baseline="0" dirty="0" smtClean="0"/>
              <a:t> </a:t>
            </a:r>
            <a:r>
              <a:rPr lang="fr-FR" dirty="0" smtClean="0"/>
              <a:t>[Quand je n’ai plus rien d’autre]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I've been wonderin’ [Je me demandais] 
2-  What does the future hold? [Qu’a donc l’avenir pour moi ?] 
3-  Somehow thinkin’ [Comme si je pouvais] 
4-  I'm the one in control [Contrôler quoi que ce soit] 
5-  But there You go again [Mais soudain Tu parais] 
6-  Taking everything I've planned [Prends tous les plans que j’ai faits] 
7-  Throwin' it out the window [Pour me les arracher] 
8-  Showin' me how to let go [M’apprendre à les laisser] 
9-  What You have for me is best [Ton plan est plus parfait que le mien] 
10-  You will never give me less [Tu ne me donneras jamais moins] 
11-  I'm learning how to let go, oh, oh, oh [J’apprends à tout délaisser, eh eh eh] 
12-  Keeper of my heart [Gardien de mon cœur] 
13-  Father of the stars [Père de toute étoile] 
14-  You traded heaven just to hold me [Tu as quitté le Ciel pour moi] 
15-  (Heaven just to hold me) [(Quitté le Ciel pour moi)] 
16-  Lifter of my soul [Soutien de mon âme] 
17-  You call me as Your own [Tu dis que je suis à Toi] 
18-  Nothing compares to how You love me [Non, rien n’égale Ton amour pour moi] 
19-  (Compares to how You love me) [(N’égale Ton amour pour moi)] 
20-  Keeper of my heart [Gardien de mon cœur] 
21-  (My heart, my heart) [(Mon cœur, mon cœur)] 
22-  Keeper of my heart [Gardien de mon cœur] 
23-  (My heart, my heart) [(Mon cœur, mon cœur)] 
24-  Now I'm seein’ [Maintenant je vois] 
25-  With eyes full of clarity [Avec tant de clarté] 
26-  Living for more [Je vis pour plus] 
27-  Than just what's in front of me [Que ce qui est devant moi] 
28-  Here we go again [Et encore Tu parais] 
29-  I give You everything I am [Je Te donne tout ce que j’ai] 
30-  This is where I let go [C’est là que je me soumets] 
31-  (This is where I let go) [(C’est là que je me soumets)] 
32-  Always, always for me [Toujours, toujours pour moi] 
33-  Always, always for me [Toujours, toujours pour moi] 
34-  I know that You are [Je sais que Tu es] 
35-  Always, always for me [Toujours, toujours pour moi] 
36-  When I'm at my worst [Quand je suis à mon pire] 
37-  Always, always for me [Toujours, toujours pour moi] 
38-  When I'm at my worst, yeah, when I'm at my best [Quand je suis à mon pire ou à mon meilleur] 
39-  Always, always for me [Toujours, toujours pour moi] 
40-  At my best [À mon meilleur] 
41-  I know that You are [je sais que Tu es] 
42-  Always, always for me [Toujours, toujours pour moi] 
43-  When I've got nothing left [Quand je n’ai plus rien d’autre]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0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been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wonderin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me demandais]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does the future hold?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Qu’a donc l’avenir pour moi ?]</a:t>
            </a:r>
          </a:p>
        </p:txBody>
      </p:sp>
    </p:spTree>
    <p:extLst>
      <p:ext uri="{BB962C8B-B14F-4D97-AF65-F5344CB8AC3E}">
        <p14:creationId xmlns:p14="http://schemas.microsoft.com/office/powerpoint/2010/main" val="70248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Somehow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thinkin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Comme si je pouvais]</a:t>
            </a:r>
          </a:p>
        </p:txBody>
      </p:sp>
    </p:spTree>
    <p:extLst>
      <p:ext uri="{BB962C8B-B14F-4D97-AF65-F5344CB8AC3E}">
        <p14:creationId xmlns:p14="http://schemas.microsoft.com/office/powerpoint/2010/main" val="214404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the one in control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Contrôler quoi que ce soit]</a:t>
            </a:r>
          </a:p>
        </p:txBody>
      </p:sp>
    </p:spTree>
    <p:extLst>
      <p:ext uri="{BB962C8B-B14F-4D97-AF65-F5344CB8AC3E}">
        <p14:creationId xmlns:p14="http://schemas.microsoft.com/office/powerpoint/2010/main" val="420577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there You go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Mais soudain Tu parais]</a:t>
            </a:r>
          </a:p>
        </p:txBody>
      </p:sp>
    </p:spTree>
    <p:extLst>
      <p:ext uri="{BB962C8B-B14F-4D97-AF65-F5344CB8AC3E}">
        <p14:creationId xmlns:p14="http://schemas.microsoft.com/office/powerpoint/2010/main" val="110117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Taking everything I've planned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Prends tous les plans que j’ai faits]</a:t>
            </a:r>
          </a:p>
        </p:txBody>
      </p:sp>
    </p:spTree>
    <p:extLst>
      <p:ext uri="{BB962C8B-B14F-4D97-AF65-F5344CB8AC3E}">
        <p14:creationId xmlns:p14="http://schemas.microsoft.com/office/powerpoint/2010/main" val="209060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Throwin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 it out the window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me les arracher]</a:t>
            </a:r>
          </a:p>
        </p:txBody>
      </p:sp>
    </p:spTree>
    <p:extLst>
      <p:ext uri="{BB962C8B-B14F-4D97-AF65-F5344CB8AC3E}">
        <p14:creationId xmlns:p14="http://schemas.microsoft.com/office/powerpoint/2010/main" val="258885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Showin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 me how to let go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M’apprendre à les laisser]</a:t>
            </a:r>
          </a:p>
        </p:txBody>
      </p:sp>
    </p:spTree>
    <p:extLst>
      <p:ext uri="{BB962C8B-B14F-4D97-AF65-F5344CB8AC3E}">
        <p14:creationId xmlns:p14="http://schemas.microsoft.com/office/powerpoint/2010/main" val="301406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You have for me is best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plan est plus parfait que le mien]</a:t>
            </a:r>
          </a:p>
        </p:txBody>
      </p:sp>
    </p:spTree>
    <p:extLst>
      <p:ext uri="{BB962C8B-B14F-4D97-AF65-F5344CB8AC3E}">
        <p14:creationId xmlns:p14="http://schemas.microsoft.com/office/powerpoint/2010/main" val="294923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will never give me less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ne me donneras jamais moins]</a:t>
            </a:r>
          </a:p>
        </p:txBody>
      </p:sp>
    </p:spTree>
    <p:extLst>
      <p:ext uri="{BB962C8B-B14F-4D97-AF65-F5344CB8AC3E}">
        <p14:creationId xmlns:p14="http://schemas.microsoft.com/office/powerpoint/2010/main" val="271594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learning how to let go,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J’apprends à tout délaisser, eh eh eh]</a:t>
            </a:r>
          </a:p>
        </p:txBody>
      </p:sp>
    </p:spTree>
    <p:extLst>
      <p:ext uri="{BB962C8B-B14F-4D97-AF65-F5344CB8AC3E}">
        <p14:creationId xmlns:p14="http://schemas.microsoft.com/office/powerpoint/2010/main" val="299177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Keeper of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Gardien de mon cœur]</a:t>
            </a:r>
          </a:p>
        </p:txBody>
      </p:sp>
    </p:spTree>
    <p:extLst>
      <p:ext uri="{BB962C8B-B14F-4D97-AF65-F5344CB8AC3E}">
        <p14:creationId xmlns:p14="http://schemas.microsoft.com/office/powerpoint/2010/main" val="69320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 of the stars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Père de toute étoile]</a:t>
            </a:r>
          </a:p>
        </p:txBody>
      </p:sp>
    </p:spTree>
    <p:extLst>
      <p:ext uri="{BB962C8B-B14F-4D97-AF65-F5344CB8AC3E}">
        <p14:creationId xmlns:p14="http://schemas.microsoft.com/office/powerpoint/2010/main" val="61000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traded heaven just to hold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as quitté le Ciel pour moi]</a:t>
            </a:r>
          </a:p>
        </p:txBody>
      </p:sp>
    </p:spTree>
    <p:extLst>
      <p:ext uri="{BB962C8B-B14F-4D97-AF65-F5344CB8AC3E}">
        <p14:creationId xmlns:p14="http://schemas.microsoft.com/office/powerpoint/2010/main" val="12336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(Heaven just to hold me)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(Quitté le Ciel pour moi)]</a:t>
            </a:r>
          </a:p>
        </p:txBody>
      </p:sp>
    </p:spTree>
    <p:extLst>
      <p:ext uri="{BB962C8B-B14F-4D97-AF65-F5344CB8AC3E}">
        <p14:creationId xmlns:p14="http://schemas.microsoft.com/office/powerpoint/2010/main" val="241622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Lifter of my soul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Soutien de mon âme]</a:t>
            </a:r>
          </a:p>
        </p:txBody>
      </p:sp>
    </p:spTree>
    <p:extLst>
      <p:ext uri="{BB962C8B-B14F-4D97-AF65-F5344CB8AC3E}">
        <p14:creationId xmlns:p14="http://schemas.microsoft.com/office/powerpoint/2010/main" val="2954459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call me as Your own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dis que je suis à Toi]</a:t>
            </a:r>
          </a:p>
        </p:txBody>
      </p:sp>
    </p:spTree>
    <p:extLst>
      <p:ext uri="{BB962C8B-B14F-4D97-AF65-F5344CB8AC3E}">
        <p14:creationId xmlns:p14="http://schemas.microsoft.com/office/powerpoint/2010/main" val="2345302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Nothing compares to how You love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Non, rien n’égale Ton amour pour moi]</a:t>
            </a:r>
          </a:p>
        </p:txBody>
      </p:sp>
    </p:spTree>
    <p:extLst>
      <p:ext uri="{BB962C8B-B14F-4D97-AF65-F5344CB8AC3E}">
        <p14:creationId xmlns:p14="http://schemas.microsoft.com/office/powerpoint/2010/main" val="1063542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(Compares to how You love me)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(N’égale Ton amour pour moi)]</a:t>
            </a:r>
          </a:p>
        </p:txBody>
      </p:sp>
    </p:spTree>
    <p:extLst>
      <p:ext uri="{BB962C8B-B14F-4D97-AF65-F5344CB8AC3E}">
        <p14:creationId xmlns:p14="http://schemas.microsoft.com/office/powerpoint/2010/main" val="4240792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Keeper of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Gardien de mon cœur]</a:t>
            </a:r>
          </a:p>
        </p:txBody>
      </p:sp>
    </p:spTree>
    <p:extLst>
      <p:ext uri="{BB962C8B-B14F-4D97-AF65-F5344CB8AC3E}">
        <p14:creationId xmlns:p14="http://schemas.microsoft.com/office/powerpoint/2010/main" val="1038125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(My heart, my heart)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(Mon cœur, mon cœur)]</a:t>
            </a:r>
          </a:p>
        </p:txBody>
      </p:sp>
    </p:spTree>
    <p:extLst>
      <p:ext uri="{BB962C8B-B14F-4D97-AF65-F5344CB8AC3E}">
        <p14:creationId xmlns:p14="http://schemas.microsoft.com/office/powerpoint/2010/main" val="4203436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Keeper of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Gardien de mon cœur]</a:t>
            </a:r>
          </a:p>
        </p:txBody>
      </p:sp>
    </p:spTree>
    <p:extLst>
      <p:ext uri="{BB962C8B-B14F-4D97-AF65-F5344CB8AC3E}">
        <p14:creationId xmlns:p14="http://schemas.microsoft.com/office/powerpoint/2010/main" val="1823812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(My heart, my heart)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(Mon cœur, mon cœur)]</a:t>
            </a:r>
          </a:p>
        </p:txBody>
      </p:sp>
    </p:spTree>
    <p:extLst>
      <p:ext uri="{BB962C8B-B14F-4D97-AF65-F5344CB8AC3E}">
        <p14:creationId xmlns:p14="http://schemas.microsoft.com/office/powerpoint/2010/main" val="287412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I'm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Maintenant je vois]</a:t>
            </a:r>
          </a:p>
        </p:txBody>
      </p:sp>
    </p:spTree>
    <p:extLst>
      <p:ext uri="{BB962C8B-B14F-4D97-AF65-F5344CB8AC3E}">
        <p14:creationId xmlns:p14="http://schemas.microsoft.com/office/powerpoint/2010/main" val="2506290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eyes full of clarity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Avec tant de clarté]</a:t>
            </a:r>
          </a:p>
        </p:txBody>
      </p:sp>
    </p:spTree>
    <p:extLst>
      <p:ext uri="{BB962C8B-B14F-4D97-AF65-F5344CB8AC3E}">
        <p14:creationId xmlns:p14="http://schemas.microsoft.com/office/powerpoint/2010/main" val="990812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Living for more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vis pour plus]</a:t>
            </a:r>
          </a:p>
        </p:txBody>
      </p:sp>
    </p:spTree>
    <p:extLst>
      <p:ext uri="{BB962C8B-B14F-4D97-AF65-F5344CB8AC3E}">
        <p14:creationId xmlns:p14="http://schemas.microsoft.com/office/powerpoint/2010/main" val="1561144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 just what's in front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 ce qui est devant moi]</a:t>
            </a:r>
          </a:p>
        </p:txBody>
      </p:sp>
    </p:spTree>
    <p:extLst>
      <p:ext uri="{BB962C8B-B14F-4D97-AF65-F5344CB8AC3E}">
        <p14:creationId xmlns:p14="http://schemas.microsoft.com/office/powerpoint/2010/main" val="2158422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we go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encore Tu parais]</a:t>
            </a:r>
          </a:p>
        </p:txBody>
      </p:sp>
    </p:spTree>
    <p:extLst>
      <p:ext uri="{BB962C8B-B14F-4D97-AF65-F5344CB8AC3E}">
        <p14:creationId xmlns:p14="http://schemas.microsoft.com/office/powerpoint/2010/main" val="3002130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give You everything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Te donne tout ce que j’ai]</a:t>
            </a:r>
          </a:p>
        </p:txBody>
      </p:sp>
    </p:spTree>
    <p:extLst>
      <p:ext uri="{BB962C8B-B14F-4D97-AF65-F5344CB8AC3E}">
        <p14:creationId xmlns:p14="http://schemas.microsoft.com/office/powerpoint/2010/main" val="2236706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where I let go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 là que je me soumets]</a:t>
            </a:r>
          </a:p>
        </p:txBody>
      </p:sp>
    </p:spTree>
    <p:extLst>
      <p:ext uri="{BB962C8B-B14F-4D97-AF65-F5344CB8AC3E}">
        <p14:creationId xmlns:p14="http://schemas.microsoft.com/office/powerpoint/2010/main" val="3389114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(This is where I let go)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[(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 là que je me soumets)]</a:t>
            </a:r>
          </a:p>
        </p:txBody>
      </p:sp>
    </p:spTree>
    <p:extLst>
      <p:ext uri="{BB962C8B-B14F-4D97-AF65-F5344CB8AC3E}">
        <p14:creationId xmlns:p14="http://schemas.microsoft.com/office/powerpoint/2010/main" val="200487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3808828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40923069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that You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sais que Tu es]</a:t>
            </a:r>
          </a:p>
        </p:txBody>
      </p:sp>
    </p:spTree>
    <p:extLst>
      <p:ext uri="{BB962C8B-B14F-4D97-AF65-F5344CB8AC3E}">
        <p14:creationId xmlns:p14="http://schemas.microsoft.com/office/powerpoint/2010/main" val="3205537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3862024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I'm at my worst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je suis à mon pire]</a:t>
            </a:r>
          </a:p>
        </p:txBody>
      </p:sp>
    </p:spTree>
    <p:extLst>
      <p:ext uri="{BB962C8B-B14F-4D97-AF65-F5344CB8AC3E}">
        <p14:creationId xmlns:p14="http://schemas.microsoft.com/office/powerpoint/2010/main" val="2123204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409414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I'm at my worst, yeah, when I'm at my best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je suis à mon pire ou à mon meilleur]</a:t>
            </a:r>
          </a:p>
        </p:txBody>
      </p:sp>
    </p:spTree>
    <p:extLst>
      <p:ext uri="{BB962C8B-B14F-4D97-AF65-F5344CB8AC3E}">
        <p14:creationId xmlns:p14="http://schemas.microsoft.com/office/powerpoint/2010/main" val="1313408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3499068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At my best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À mon meilleur]</a:t>
            </a:r>
          </a:p>
        </p:txBody>
      </p:sp>
    </p:spTree>
    <p:extLst>
      <p:ext uri="{BB962C8B-B14F-4D97-AF65-F5344CB8AC3E}">
        <p14:creationId xmlns:p14="http://schemas.microsoft.com/office/powerpoint/2010/main" val="359619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that You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sais que Tu es]</a:t>
            </a:r>
          </a:p>
        </p:txBody>
      </p:sp>
    </p:spTree>
    <p:extLst>
      <p:ext uri="{BB962C8B-B14F-4D97-AF65-F5344CB8AC3E}">
        <p14:creationId xmlns:p14="http://schemas.microsoft.com/office/powerpoint/2010/main" val="1990508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29727392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I've got nothing left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je n’ai plus rien d’autre]</a:t>
            </a:r>
          </a:p>
        </p:txBody>
      </p:sp>
    </p:spTree>
    <p:extLst>
      <p:ext uri="{BB962C8B-B14F-4D97-AF65-F5344CB8AC3E}">
        <p14:creationId xmlns:p14="http://schemas.microsoft.com/office/powerpoint/2010/main" val="32180433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1414</Words>
  <Application>Microsoft Office PowerPoint</Application>
  <PresentationFormat>Grand écran</PresentationFormat>
  <Paragraphs>516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100</cp:revision>
  <dcterms:created xsi:type="dcterms:W3CDTF">2002-08-17T13:12:10Z</dcterms:created>
  <dcterms:modified xsi:type="dcterms:W3CDTF">2025-05-11T12:27:33Z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