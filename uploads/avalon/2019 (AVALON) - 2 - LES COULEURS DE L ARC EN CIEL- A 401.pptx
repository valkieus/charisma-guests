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notesSlides/notesSlide2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slideLayouts/slideLayout10.xml" ContentType="application/vnd.openxmlformats-officedocument.presentationml.slideLayou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10.xml" ContentType="application/vnd.openxmlformats-officedocument.presentationml.notes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Layouts/slideLayout7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8"/>
  </p:notesMasterIdLst>
  <p:sldIdLst>
    <p:sldId id="256" r:id="rId2"/>
    <p:sldId id="258" r:id="rId3"/>
    <p:sldId id="259" r:id="rId4"/>
    <p:sldId id="271" r:id="rId5"/>
    <p:sldId id="261" r:id="rId6"/>
    <p:sldId id="263" r:id="rId7"/>
    <p:sldId id="272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3" r:id="rId16"/>
    <p:sldId id="274" r:id="rId17"/>
  </p:sldIdLst>
  <p:sldSz cx="9144000" cy="6858000" type="screen4x3"/>
  <p:notesSz cx="6858000" cy="9144000"/>
  <p:defaultTextStyle>
    <a:defPPr>
      <a:defRPr lang="en-GB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DDDDD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 horzBarState="minimized">
    <p:restoredLeft sz="17451" autoAdjust="0"/>
    <p:restoredTop sz="49227" autoAdjust="0"/>
  </p:normalViewPr>
  <p:slideViewPr>
    <p:cSldViewPr>
      <p:cViewPr varScale="1">
        <p:scale>
          <a:sx n="24" d="100"/>
          <a:sy n="24" d="100"/>
        </p:scale>
        <p:origin x="-2418" y="-9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432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E6DDCA34-D816-4A12-AB50-BE1A571A38B8}" type="datetimeFigureOut">
              <a:rPr lang="fr-FR"/>
              <a:pPr>
                <a:defRPr/>
              </a:pPr>
              <a:t>29/09/2019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fr-FR" noProof="0" smtClean="0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noProof="0" smtClean="0"/>
              <a:t>Cliquez pour modifier les styles du texte du masque</a:t>
            </a:r>
          </a:p>
          <a:p>
            <a:pPr lvl="1"/>
            <a:r>
              <a:rPr lang="fr-FR" noProof="0" smtClean="0"/>
              <a:t>Deuxième niveau</a:t>
            </a:r>
          </a:p>
          <a:p>
            <a:pPr lvl="2"/>
            <a:r>
              <a:rPr lang="fr-FR" noProof="0" smtClean="0"/>
              <a:t>Troisième niveau</a:t>
            </a:r>
          </a:p>
          <a:p>
            <a:pPr lvl="3"/>
            <a:r>
              <a:rPr lang="fr-FR" noProof="0" smtClean="0"/>
              <a:t>Quatrième niveau</a:t>
            </a:r>
          </a:p>
          <a:p>
            <a:pPr lvl="4"/>
            <a:r>
              <a:rPr lang="fr-FR" noProof="0" smtClean="0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D08744A9-4B72-4C15-911E-1E69EEF97B44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1-  LES COULEURS DE L’ARC-EN-CIEL TOUTES LES VOIX DANS LE VENT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All the </a:t>
            </a:r>
            <a:r>
              <a:rPr lang="fr-FR" dirty="0" err="1" smtClean="0"/>
              <a:t>colors</a:t>
            </a:r>
            <a:r>
              <a:rPr lang="fr-FR" dirty="0" smtClean="0"/>
              <a:t> of the </a:t>
            </a:r>
            <a:r>
              <a:rPr lang="fr-FR" dirty="0" err="1" smtClean="0"/>
              <a:t>rainbow</a:t>
            </a:r>
            <a:r>
              <a:rPr lang="fr-FR" dirty="0" smtClean="0"/>
              <a:t>, All the </a:t>
            </a:r>
            <a:r>
              <a:rPr lang="fr-FR" dirty="0" err="1" smtClean="0"/>
              <a:t>voices</a:t>
            </a:r>
            <a:r>
              <a:rPr lang="fr-FR" dirty="0" smtClean="0"/>
              <a:t> of the </a:t>
            </a:r>
            <a:r>
              <a:rPr lang="fr-FR" dirty="0" err="1" smtClean="0"/>
              <a:t>wind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2-  CHAQUE RÊVE QUI SE MANIFESTE SE MANIFESTE EN VERTU DE L’AMOUR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err="1" smtClean="0"/>
              <a:t>Every</a:t>
            </a:r>
            <a:r>
              <a:rPr lang="fr-FR" dirty="0" smtClean="0"/>
              <a:t> </a:t>
            </a:r>
            <a:r>
              <a:rPr lang="fr-FR" dirty="0" err="1" smtClean="0"/>
              <a:t>dream</a:t>
            </a:r>
            <a:r>
              <a:rPr lang="fr-FR" dirty="0" smtClean="0"/>
              <a:t> </a:t>
            </a:r>
            <a:r>
              <a:rPr lang="fr-FR" dirty="0" err="1" smtClean="0"/>
              <a:t>that</a:t>
            </a:r>
            <a:r>
              <a:rPr lang="fr-FR" dirty="0" smtClean="0"/>
              <a:t> </a:t>
            </a:r>
            <a:r>
              <a:rPr lang="fr-FR" dirty="0" err="1" smtClean="0"/>
              <a:t>reaches</a:t>
            </a:r>
            <a:r>
              <a:rPr lang="fr-FR" dirty="0" smtClean="0"/>
              <a:t> out, That </a:t>
            </a:r>
            <a:r>
              <a:rPr lang="fr-FR" dirty="0" err="1" smtClean="0"/>
              <a:t>reaches</a:t>
            </a:r>
            <a:r>
              <a:rPr lang="fr-FR" dirty="0" smtClean="0"/>
              <a:t> out to </a:t>
            </a:r>
            <a:r>
              <a:rPr lang="fr-FR" dirty="0" err="1" smtClean="0"/>
              <a:t>find</a:t>
            </a:r>
            <a:r>
              <a:rPr lang="fr-FR" dirty="0" smtClean="0"/>
              <a:t> </a:t>
            </a:r>
            <a:r>
              <a:rPr lang="fr-FR" dirty="0" err="1" smtClean="0"/>
              <a:t>where</a:t>
            </a:r>
            <a:r>
              <a:rPr lang="fr-FR" dirty="0" smtClean="0"/>
              <a:t> love </a:t>
            </a:r>
            <a:r>
              <a:rPr lang="fr-FR" dirty="0" err="1" smtClean="0"/>
              <a:t>begins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3-  CHAQUE MOT DE CHAQUE HISTOIRE CHAQUE ÉTOILE DE CHAQUE CIEL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err="1" smtClean="0"/>
              <a:t>Every</a:t>
            </a:r>
            <a:r>
              <a:rPr lang="fr-FR" dirty="0" smtClean="0"/>
              <a:t> </a:t>
            </a:r>
            <a:r>
              <a:rPr lang="fr-FR" dirty="0" err="1" smtClean="0"/>
              <a:t>word</a:t>
            </a:r>
            <a:r>
              <a:rPr lang="fr-FR" dirty="0" smtClean="0"/>
              <a:t> of </a:t>
            </a:r>
            <a:r>
              <a:rPr lang="fr-FR" dirty="0" err="1" smtClean="0"/>
              <a:t>every</a:t>
            </a:r>
            <a:r>
              <a:rPr lang="fr-FR" dirty="0" smtClean="0"/>
              <a:t> story, </a:t>
            </a:r>
            <a:r>
              <a:rPr lang="fr-FR" dirty="0" err="1" smtClean="0"/>
              <a:t>Every</a:t>
            </a:r>
            <a:r>
              <a:rPr lang="fr-FR" dirty="0" smtClean="0"/>
              <a:t> star in </a:t>
            </a:r>
            <a:r>
              <a:rPr lang="fr-FR" dirty="0" err="1" smtClean="0"/>
              <a:t>every</a:t>
            </a:r>
            <a:r>
              <a:rPr lang="fr-FR" dirty="0" smtClean="0"/>
              <a:t> </a:t>
            </a:r>
            <a:r>
              <a:rPr lang="fr-FR" dirty="0" err="1" smtClean="0"/>
              <a:t>sky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4-  CHAQUE COIN DE LA CRÉATION VIT POUR TÉMOIGNER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err="1" smtClean="0"/>
              <a:t>Every</a:t>
            </a:r>
            <a:r>
              <a:rPr lang="fr-FR" dirty="0" smtClean="0"/>
              <a:t> corner of </a:t>
            </a:r>
            <a:r>
              <a:rPr lang="fr-FR" dirty="0" err="1" smtClean="0"/>
              <a:t>creation</a:t>
            </a:r>
            <a:r>
              <a:rPr lang="fr-FR" dirty="0" smtClean="0"/>
              <a:t>, </a:t>
            </a:r>
            <a:r>
              <a:rPr lang="fr-FR" dirty="0" err="1" smtClean="0"/>
              <a:t>lives</a:t>
            </a:r>
            <a:r>
              <a:rPr lang="fr-FR" dirty="0" smtClean="0"/>
              <a:t> to </a:t>
            </a:r>
            <a:r>
              <a:rPr lang="fr-FR" dirty="0" err="1" smtClean="0"/>
              <a:t>testify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5-  TOUT LE TEMPS OÙ JE VIVRAI JE PARLERAI DE SON AMOUR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For as long as I </a:t>
            </a:r>
            <a:r>
              <a:rPr lang="fr-FR" dirty="0" err="1" smtClean="0"/>
              <a:t>shall</a:t>
            </a:r>
            <a:r>
              <a:rPr lang="fr-FR" dirty="0" smtClean="0"/>
              <a:t> live I </a:t>
            </a:r>
            <a:r>
              <a:rPr lang="fr-FR" dirty="0" err="1" smtClean="0"/>
              <a:t>will</a:t>
            </a:r>
            <a:r>
              <a:rPr lang="fr-FR" dirty="0" smtClean="0"/>
              <a:t> </a:t>
            </a:r>
            <a:r>
              <a:rPr lang="fr-FR" dirty="0" err="1" smtClean="0"/>
              <a:t>testify</a:t>
            </a:r>
            <a:r>
              <a:rPr lang="fr-FR" dirty="0" smtClean="0"/>
              <a:t> to </a:t>
            </a:r>
            <a:r>
              <a:rPr lang="fr-FR" dirty="0" smtClean="0"/>
              <a:t>love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6-  JE PARLERAI DANS LE SILENCE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</a:t>
            </a:r>
            <a:r>
              <a:rPr lang="fr-FR" dirty="0" err="1" smtClean="0"/>
              <a:t>I'll</a:t>
            </a:r>
            <a:r>
              <a:rPr lang="fr-FR" dirty="0" smtClean="0"/>
              <a:t> </a:t>
            </a:r>
            <a:r>
              <a:rPr lang="fr-FR" dirty="0" err="1" smtClean="0"/>
              <a:t>be</a:t>
            </a:r>
            <a:r>
              <a:rPr lang="fr-FR" dirty="0" smtClean="0"/>
              <a:t> a </a:t>
            </a:r>
            <a:r>
              <a:rPr lang="fr-FR" dirty="0" err="1" smtClean="0"/>
              <a:t>witness</a:t>
            </a:r>
            <a:r>
              <a:rPr lang="fr-FR" dirty="0" smtClean="0"/>
              <a:t> in the </a:t>
            </a:r>
            <a:r>
              <a:rPr lang="fr-FR" dirty="0" smtClean="0"/>
              <a:t>silences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7-  LORSQUE LES CŒURS SONT TROP DURS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 </a:t>
            </a:r>
            <a:r>
              <a:rPr lang="fr-FR" dirty="0" err="1" smtClean="0"/>
              <a:t>when</a:t>
            </a:r>
            <a:r>
              <a:rPr lang="fr-FR" dirty="0" smtClean="0"/>
              <a:t> </a:t>
            </a:r>
            <a:r>
              <a:rPr lang="fr-FR" dirty="0" err="1" smtClean="0"/>
              <a:t>words</a:t>
            </a:r>
            <a:r>
              <a:rPr lang="fr-FR" dirty="0" smtClean="0"/>
              <a:t> are not </a:t>
            </a:r>
            <a:r>
              <a:rPr lang="fr-FR" dirty="0" err="1" smtClean="0"/>
              <a:t>enough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8-  AVEC CHAQUE SOUFFLE DE VIE JE LE LOUERAI CHAQUE JOUR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</a:t>
            </a:r>
            <a:r>
              <a:rPr lang="fr-FR" dirty="0" err="1" smtClean="0"/>
              <a:t>With</a:t>
            </a:r>
            <a:r>
              <a:rPr lang="fr-FR" dirty="0" smtClean="0"/>
              <a:t> </a:t>
            </a:r>
            <a:r>
              <a:rPr lang="fr-FR" dirty="0" err="1" smtClean="0"/>
              <a:t>every</a:t>
            </a:r>
            <a:r>
              <a:rPr lang="fr-FR" dirty="0" smtClean="0"/>
              <a:t> </a:t>
            </a:r>
            <a:r>
              <a:rPr lang="fr-FR" dirty="0" err="1" smtClean="0"/>
              <a:t>breath</a:t>
            </a:r>
            <a:r>
              <a:rPr lang="fr-FR" dirty="0" smtClean="0"/>
              <a:t> I </a:t>
            </a:r>
            <a:r>
              <a:rPr lang="fr-FR" dirty="0" err="1" smtClean="0"/>
              <a:t>take,I</a:t>
            </a:r>
            <a:r>
              <a:rPr lang="fr-FR" dirty="0" smtClean="0"/>
              <a:t> </a:t>
            </a:r>
            <a:r>
              <a:rPr lang="fr-FR" dirty="0" err="1" smtClean="0"/>
              <a:t>will</a:t>
            </a:r>
            <a:r>
              <a:rPr lang="fr-FR" dirty="0" smtClean="0"/>
              <a:t> </a:t>
            </a:r>
            <a:r>
              <a:rPr lang="fr-FR" dirty="0" err="1" smtClean="0"/>
              <a:t>give</a:t>
            </a:r>
            <a:r>
              <a:rPr lang="fr-FR" dirty="0" smtClean="0"/>
              <a:t> </a:t>
            </a:r>
            <a:r>
              <a:rPr lang="fr-FR" dirty="0" err="1" smtClean="0"/>
              <a:t>thanks</a:t>
            </a:r>
            <a:r>
              <a:rPr lang="fr-FR" dirty="0" smtClean="0"/>
              <a:t> to </a:t>
            </a:r>
            <a:r>
              <a:rPr lang="fr-FR" dirty="0" err="1" smtClean="0"/>
              <a:t>God</a:t>
            </a:r>
            <a:r>
              <a:rPr lang="fr-FR" dirty="0" smtClean="0"/>
              <a:t> </a:t>
            </a:r>
            <a:r>
              <a:rPr lang="fr-FR" dirty="0" err="1" smtClean="0"/>
              <a:t>above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9-  TOUT LE TEMPS OÙ JE VIVRAI JE PARLERAI DE SON AMOUR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For as long as I </a:t>
            </a:r>
            <a:r>
              <a:rPr lang="fr-FR" dirty="0" err="1" smtClean="0"/>
              <a:t>shall</a:t>
            </a:r>
            <a:r>
              <a:rPr lang="fr-FR" dirty="0" smtClean="0"/>
              <a:t> live I </a:t>
            </a:r>
            <a:r>
              <a:rPr lang="fr-FR" dirty="0" err="1" smtClean="0"/>
              <a:t>will</a:t>
            </a:r>
            <a:r>
              <a:rPr lang="fr-FR" dirty="0" smtClean="0"/>
              <a:t> </a:t>
            </a:r>
            <a:r>
              <a:rPr lang="fr-FR" dirty="0" err="1" smtClean="0"/>
              <a:t>testify</a:t>
            </a:r>
            <a:r>
              <a:rPr lang="fr-FR" dirty="0" smtClean="0"/>
              <a:t> to love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10-  DES MONTAGNES JUSQU’AUX VALLÉES ET DES FLEUVES JUSQU’À LA MER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err="1" smtClean="0"/>
              <a:t>From</a:t>
            </a:r>
            <a:r>
              <a:rPr lang="fr-FR" dirty="0" smtClean="0"/>
              <a:t> the </a:t>
            </a:r>
            <a:r>
              <a:rPr lang="fr-FR" dirty="0" err="1" smtClean="0"/>
              <a:t>mountains</a:t>
            </a:r>
            <a:r>
              <a:rPr lang="fr-FR" dirty="0" smtClean="0"/>
              <a:t> to the </a:t>
            </a:r>
            <a:r>
              <a:rPr lang="fr-FR" dirty="0" err="1" smtClean="0"/>
              <a:t>valleys</a:t>
            </a:r>
            <a:r>
              <a:rPr lang="fr-FR" dirty="0" smtClean="0"/>
              <a:t>, </a:t>
            </a:r>
            <a:r>
              <a:rPr lang="fr-FR" dirty="0" err="1" smtClean="0"/>
              <a:t>From</a:t>
            </a:r>
            <a:r>
              <a:rPr lang="fr-FR" dirty="0" smtClean="0"/>
              <a:t> the </a:t>
            </a:r>
            <a:r>
              <a:rPr lang="fr-FR" dirty="0" err="1" smtClean="0"/>
              <a:t>rivers</a:t>
            </a:r>
            <a:r>
              <a:rPr lang="fr-FR" dirty="0" smtClean="0"/>
              <a:t> to the </a:t>
            </a:r>
            <a:r>
              <a:rPr lang="fr-FR" dirty="0" err="1" smtClean="0"/>
              <a:t>sea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11-  CHAQUE MAIN QUI SE MANIFESTE SE MANIFESTE POUR T’OFFRIR LA PAIX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err="1" smtClean="0"/>
              <a:t>Every</a:t>
            </a:r>
            <a:r>
              <a:rPr lang="fr-FR" dirty="0" smtClean="0"/>
              <a:t> hand </a:t>
            </a:r>
            <a:r>
              <a:rPr lang="fr-FR" dirty="0" err="1" smtClean="0"/>
              <a:t>that</a:t>
            </a:r>
            <a:r>
              <a:rPr lang="fr-FR" dirty="0" smtClean="0"/>
              <a:t> </a:t>
            </a:r>
            <a:r>
              <a:rPr lang="fr-FR" dirty="0" err="1" smtClean="0"/>
              <a:t>reaches</a:t>
            </a:r>
            <a:r>
              <a:rPr lang="fr-FR" dirty="0" smtClean="0"/>
              <a:t> out to </a:t>
            </a:r>
            <a:r>
              <a:rPr lang="fr-FR" dirty="0" err="1" smtClean="0"/>
              <a:t>offer</a:t>
            </a:r>
            <a:r>
              <a:rPr lang="fr-FR" dirty="0" smtClean="0"/>
              <a:t> </a:t>
            </a:r>
            <a:r>
              <a:rPr lang="fr-FR" dirty="0" err="1" smtClean="0"/>
              <a:t>peace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12-   CHAQUE GESTE DE TENDRESSE FAIT AVANCER SON ROYAUME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err="1" smtClean="0"/>
              <a:t>Every</a:t>
            </a:r>
            <a:r>
              <a:rPr lang="fr-FR" dirty="0" smtClean="0"/>
              <a:t> simple </a:t>
            </a:r>
            <a:r>
              <a:rPr lang="fr-FR" dirty="0" err="1" smtClean="0"/>
              <a:t>act</a:t>
            </a:r>
            <a:r>
              <a:rPr lang="fr-FR" dirty="0" smtClean="0"/>
              <a:t> of </a:t>
            </a:r>
            <a:r>
              <a:rPr lang="fr-FR" dirty="0" err="1" smtClean="0"/>
              <a:t>mercy</a:t>
            </a:r>
            <a:r>
              <a:rPr lang="fr-FR" dirty="0" smtClean="0"/>
              <a:t>, </a:t>
            </a:r>
            <a:r>
              <a:rPr lang="fr-FR" dirty="0" err="1" smtClean="0"/>
              <a:t>Every</a:t>
            </a:r>
            <a:r>
              <a:rPr lang="fr-FR" dirty="0" smtClean="0"/>
              <a:t> </a:t>
            </a:r>
            <a:r>
              <a:rPr lang="fr-FR" dirty="0" err="1" smtClean="0"/>
              <a:t>step</a:t>
            </a:r>
            <a:r>
              <a:rPr lang="fr-FR" dirty="0" smtClean="0"/>
              <a:t> to </a:t>
            </a:r>
            <a:r>
              <a:rPr lang="fr-FR" dirty="0" err="1" smtClean="0"/>
              <a:t>kingdom</a:t>
            </a:r>
            <a:r>
              <a:rPr lang="fr-FR" dirty="0" smtClean="0"/>
              <a:t> come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13-   L’AMOUR PRODUIT L’ESPOIR ET L’ESPOIR EST UN BAUME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All the Hope in </a:t>
            </a:r>
            <a:r>
              <a:rPr lang="fr-FR" dirty="0" err="1" smtClean="0"/>
              <a:t>every</a:t>
            </a:r>
            <a:r>
              <a:rPr lang="fr-FR" dirty="0" smtClean="0"/>
              <a:t> </a:t>
            </a:r>
            <a:r>
              <a:rPr lang="fr-FR" dirty="0" err="1" smtClean="0"/>
              <a:t>heart</a:t>
            </a:r>
            <a:r>
              <a:rPr lang="fr-FR" dirty="0" smtClean="0"/>
              <a:t> </a:t>
            </a:r>
            <a:r>
              <a:rPr lang="fr-FR" dirty="0" err="1" smtClean="0"/>
              <a:t>will</a:t>
            </a:r>
            <a:r>
              <a:rPr lang="fr-FR" dirty="0" smtClean="0"/>
              <a:t> </a:t>
            </a:r>
            <a:r>
              <a:rPr lang="fr-FR" dirty="0" err="1" smtClean="0"/>
              <a:t>speak</a:t>
            </a:r>
            <a:r>
              <a:rPr lang="fr-FR" dirty="0" smtClean="0"/>
              <a:t> </a:t>
            </a:r>
            <a:r>
              <a:rPr lang="fr-FR" dirty="0" err="1" smtClean="0"/>
              <a:t>what</a:t>
            </a:r>
            <a:r>
              <a:rPr lang="fr-FR" dirty="0" smtClean="0"/>
              <a:t> love has </a:t>
            </a:r>
            <a:r>
              <a:rPr lang="fr-FR" dirty="0" err="1" smtClean="0"/>
              <a:t>done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14-  AVEC CHAQUE SOUFFLE DE VIE JE PARLERAI DE SON AMOUR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For as long as I </a:t>
            </a:r>
            <a:r>
              <a:rPr lang="fr-FR" dirty="0" err="1" smtClean="0"/>
              <a:t>shall</a:t>
            </a:r>
            <a:r>
              <a:rPr lang="fr-FR" dirty="0" smtClean="0"/>
              <a:t> live I </a:t>
            </a:r>
            <a:r>
              <a:rPr lang="fr-FR" dirty="0" err="1" smtClean="0"/>
              <a:t>will</a:t>
            </a:r>
            <a:r>
              <a:rPr lang="fr-FR" dirty="0" smtClean="0"/>
              <a:t> </a:t>
            </a:r>
            <a:r>
              <a:rPr lang="fr-FR" dirty="0" err="1" smtClean="0"/>
              <a:t>testify</a:t>
            </a:r>
            <a:r>
              <a:rPr lang="fr-FR" dirty="0" smtClean="0"/>
              <a:t> </a:t>
            </a:r>
            <a:r>
              <a:rPr lang="fr-FR" smtClean="0"/>
              <a:t>to </a:t>
            </a:r>
            <a:r>
              <a:rPr lang="fr-FR" smtClean="0"/>
              <a:t>love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15- JE TE LOUERAI POUR TON AMOUR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1946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LES COULEURS DE L’ARC-EN-CIEL TOUTES LES VOIX DANS LE VENT</a:t>
            </a:r>
          </a:p>
          <a:p>
            <a:r>
              <a:rPr lang="fr-FR" smtClean="0"/>
              <a:t>All the colors of the rainbow, All the voices of the wind</a:t>
            </a:r>
          </a:p>
          <a:p>
            <a:endParaRPr lang="fr-FR" smtClean="0"/>
          </a:p>
          <a:p>
            <a:r>
              <a:rPr lang="fr-FR" smtClean="0"/>
              <a:t>2-  CHAQUE RÊVE QUI SE MANIFESTE SE MANIFESTE EN VERTU DE L’AMOUR</a:t>
            </a:r>
          </a:p>
          <a:p>
            <a:r>
              <a:rPr lang="fr-FR" smtClean="0"/>
              <a:t>Every dream that reaches out, That reaches out to find where love begins</a:t>
            </a:r>
          </a:p>
          <a:p>
            <a:endParaRPr lang="fr-FR" smtClean="0"/>
          </a:p>
          <a:p>
            <a:r>
              <a:rPr lang="fr-FR" smtClean="0"/>
              <a:t>3-  CHAQUE MOT DE CHAQUE HISTOIRE CHAQUE ÉTOILE DE CHAQUE CIEL</a:t>
            </a:r>
          </a:p>
          <a:p>
            <a:r>
              <a:rPr lang="fr-FR" smtClean="0"/>
              <a:t>Every word of every story, Every star in every sky</a:t>
            </a:r>
          </a:p>
          <a:p>
            <a:endParaRPr lang="fr-FR" smtClean="0"/>
          </a:p>
          <a:p>
            <a:r>
              <a:rPr lang="fr-FR" smtClean="0"/>
              <a:t>4-  CHAQUE COIN DE LA CRÉATION VIT POUR TÉMOIGNER</a:t>
            </a:r>
          </a:p>
          <a:p>
            <a:r>
              <a:rPr lang="fr-FR" smtClean="0"/>
              <a:t>Every corner of creation, lives to testify</a:t>
            </a:r>
          </a:p>
          <a:p>
            <a:endParaRPr lang="fr-FR" smtClean="0"/>
          </a:p>
          <a:p>
            <a:r>
              <a:rPr lang="fr-FR" smtClean="0"/>
              <a:t>	5-  TOUT LE TEMPS OÙ JE VIVRAI JE PARLERAI DE SON AMOUR </a:t>
            </a:r>
          </a:p>
          <a:p>
            <a:r>
              <a:rPr lang="fr-FR" smtClean="0"/>
              <a:t>	For as long as I shall live I will testify to love</a:t>
            </a:r>
          </a:p>
          <a:p>
            <a:endParaRPr lang="fr-FR" smtClean="0"/>
          </a:p>
          <a:p>
            <a:r>
              <a:rPr lang="fr-FR" smtClean="0"/>
              <a:t>	6-  JE PARLERAI DANS LE SILENCE</a:t>
            </a:r>
          </a:p>
          <a:p>
            <a:r>
              <a:rPr lang="fr-FR" smtClean="0"/>
              <a:t>	I'll be a witness in the silences</a:t>
            </a:r>
          </a:p>
          <a:p>
            <a:endParaRPr lang="fr-FR" smtClean="0"/>
          </a:p>
          <a:p>
            <a:r>
              <a:rPr lang="fr-FR" smtClean="0"/>
              <a:t>	7-  LORSQUE LES CŒURS SONT TROP DURS</a:t>
            </a:r>
          </a:p>
          <a:p>
            <a:r>
              <a:rPr lang="fr-FR" smtClean="0"/>
              <a:t>	 when words are not enough</a:t>
            </a:r>
          </a:p>
          <a:p>
            <a:endParaRPr lang="fr-FR" smtClean="0"/>
          </a:p>
          <a:p>
            <a:r>
              <a:rPr lang="fr-FR" smtClean="0"/>
              <a:t>	8-  AVEC CHAQUE SOUFFLE DE VIE JE LE LOUERAI CHAQUE JOUR</a:t>
            </a:r>
          </a:p>
          <a:p>
            <a:r>
              <a:rPr lang="fr-FR" smtClean="0"/>
              <a:t>	With every breath I take,I will give thanks to God above</a:t>
            </a:r>
          </a:p>
          <a:p>
            <a:endParaRPr lang="fr-FR" smtClean="0"/>
          </a:p>
          <a:p>
            <a:r>
              <a:rPr lang="fr-FR" smtClean="0"/>
              <a:t>	9-  TOUT LE TEMPS OÙ JE VIVRAI JE PARLERAI DE SON AMOUR</a:t>
            </a:r>
          </a:p>
          <a:p>
            <a:r>
              <a:rPr lang="fr-FR" smtClean="0"/>
              <a:t>	For as long as I shall live I will testify to love</a:t>
            </a:r>
          </a:p>
          <a:p>
            <a:endParaRPr lang="fr-FR" smtClean="0"/>
          </a:p>
          <a:p>
            <a:r>
              <a:rPr lang="fr-FR" smtClean="0"/>
              <a:t>10-  DES MONTAGNES JUSQU’AUX VALLÉES ET DES FLEUVES JUSQU’À LA MER</a:t>
            </a:r>
          </a:p>
          <a:p>
            <a:r>
              <a:rPr lang="fr-FR" smtClean="0"/>
              <a:t>From the mountains to the valleys, From the rivers to the sea</a:t>
            </a:r>
          </a:p>
          <a:p>
            <a:endParaRPr lang="fr-FR" smtClean="0"/>
          </a:p>
          <a:p>
            <a:r>
              <a:rPr lang="fr-FR" smtClean="0"/>
              <a:t>11-  CHAQUE MAIN QUI SE MANIFESTE SE MANIFESTE POUR T’OFFRIR LA PAIX</a:t>
            </a:r>
          </a:p>
          <a:p>
            <a:r>
              <a:rPr lang="fr-FR" smtClean="0"/>
              <a:t>Every hand that reaches out to offer peace</a:t>
            </a:r>
          </a:p>
          <a:p>
            <a:endParaRPr lang="fr-FR" smtClean="0"/>
          </a:p>
          <a:p>
            <a:r>
              <a:rPr lang="fr-FR" smtClean="0"/>
              <a:t>12-   CHAQUE GESTE DE TENDRESSE FAIT AVANCER SON ROYAUME</a:t>
            </a:r>
          </a:p>
          <a:p>
            <a:r>
              <a:rPr lang="fr-FR" smtClean="0"/>
              <a:t>Every simple act of mercy, Every step to kingdom come </a:t>
            </a:r>
          </a:p>
          <a:p>
            <a:endParaRPr lang="fr-FR" smtClean="0"/>
          </a:p>
          <a:p>
            <a:r>
              <a:rPr lang="fr-FR" smtClean="0"/>
              <a:t>13-   L’AMOUR PRODUIT L’ESPOIR ET L’ESPOIR EST UN BAUME</a:t>
            </a:r>
          </a:p>
          <a:p>
            <a:r>
              <a:rPr lang="fr-FR" smtClean="0"/>
              <a:t>All the Hope in every heart will speak what love has done</a:t>
            </a:r>
          </a:p>
          <a:p>
            <a:endParaRPr lang="fr-FR" smtClean="0"/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14-  AVEC CHAQUE SOUFFLE DE VIE JE PARLERAI DE SON AMOUR</a:t>
            </a:r>
          </a:p>
          <a:p>
            <a:r>
              <a:rPr lang="fr-FR" smtClean="0"/>
              <a:t>For as long as I shall live I will testify to love</a:t>
            </a:r>
          </a:p>
          <a:p>
            <a:endParaRPr lang="fr-FR" smtClean="0"/>
          </a:p>
          <a:p>
            <a:r>
              <a:rPr lang="fr-FR" smtClean="0"/>
              <a:t>15- JE TE LOUERAI POUR TON AMOUR</a:t>
            </a:r>
          </a:p>
          <a:p>
            <a:endParaRPr lang="fr-FR" smtClean="0"/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LES COULEURS DE L’ARC-EN-CIEL TOUTES LES VOIX DANS LE VENT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All the colors of the rainbow, All the voices of the wind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CHAQUE RÊVE QUI SE MANIFESTE SE MANIFESTE EN VERTU DE L’AMOUR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Every dream that reaches out, That reaches out to find where love begins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CHAQUE MOT DE CHAQUE HISTOIRE CHAQUE ÉTOILE DE CHAQUE CIEL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Every word of every story, Every star in every sky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CHAQUE COIN DE LA CRÉATION VIT POUR TÉMOIGNER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Every corner of creation, lives to testify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5-  TOUT LE TEMPS OÙ JE VIVRAI JE PARLERAI DE SON AMOUR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For as long as I shall live I will testify to love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6-  JE PARLERAI DANS LE SILENCE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I'll be a witness in the silences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7-  LORSQUE LES CŒURS SONT TROP DURS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when words are not enough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8-  AVEC CHAQUE SOUFFLE DE VIE JE LE LOUERAI CHAQUE JOUR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With every breath I take,I will give thanks to God above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9-  TOUT LE TEMPS OÙ JE VIVRAI JE PARLERAI DE SON AMOUR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For as long as I shall live I will testify to love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DES MONTAGNES JUSQU’AUX VALLÉES ET DES FLEUVES JUSQU’À LA MER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From the mountains to the valleys, From the rivers to the sea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CHAQUE MAIN QUI SE MANIFESTE SE MANIFESTE POUR T’OFFRIR LA PAIX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Every hand that reaches out to offer peace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 CHAQUE GESTE DE TENDRESSE FAIT AVANCER SON ROYAUME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Every simple act of mercy, Every step to kingdom come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 L’AMOUR PRODUIT L’ESPOIR ET L’ESPOIR EST UN BAUME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All the Hope in every heart will speak what love has done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AVEC CHAQUE SOUFFLE DE VIE JE PARLERAI DE SON AMOUR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For as long as I shall live I will testify to love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JE TE LOUERAI POUR TON AMOUR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</p:txBody>
      </p:sp>
      <p:sp>
        <p:nvSpPr>
          <p:cNvPr id="2048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LES COULEURS DE L’ARC-EN-CIEL TOUTES LES VOIX DANS LE VENT</a:t>
            </a:r>
          </a:p>
          <a:p>
            <a:r>
              <a:rPr lang="fr-FR" smtClean="0"/>
              <a:t>All the colors of the rainbow, All the voices of the wind</a:t>
            </a:r>
          </a:p>
          <a:p>
            <a:endParaRPr lang="fr-FR" smtClean="0"/>
          </a:p>
          <a:p>
            <a:r>
              <a:rPr lang="fr-FR" smtClean="0"/>
              <a:t>2-  CHAQUE RÊVE QUI SE MANIFESTE SE MANIFESTE EN VERTU DE L’AMOUR</a:t>
            </a:r>
          </a:p>
          <a:p>
            <a:r>
              <a:rPr lang="fr-FR" smtClean="0"/>
              <a:t>Every dream that reaches out, That reaches out to find where love begins</a:t>
            </a:r>
          </a:p>
          <a:p>
            <a:endParaRPr lang="fr-FR" smtClean="0"/>
          </a:p>
          <a:p>
            <a:r>
              <a:rPr lang="fr-FR" smtClean="0"/>
              <a:t>3-  CHAQUE MOT DE CHAQUE HISTOIRE CHAQUE ÉTOILE DE CHAQUE CIEL</a:t>
            </a:r>
          </a:p>
          <a:p>
            <a:r>
              <a:rPr lang="fr-FR" smtClean="0"/>
              <a:t>Every word of every story, Every star in every sky</a:t>
            </a:r>
          </a:p>
          <a:p>
            <a:endParaRPr lang="fr-FR" smtClean="0"/>
          </a:p>
          <a:p>
            <a:r>
              <a:rPr lang="fr-FR" smtClean="0"/>
              <a:t>4-  CHAQUE COIN DE LA CRÉATION VIT POUR TÉMOIGNER</a:t>
            </a:r>
          </a:p>
          <a:p>
            <a:r>
              <a:rPr lang="fr-FR" smtClean="0"/>
              <a:t>Every corner of creation, lives to testify</a:t>
            </a:r>
          </a:p>
          <a:p>
            <a:endParaRPr lang="fr-FR" smtClean="0"/>
          </a:p>
          <a:p>
            <a:r>
              <a:rPr lang="fr-FR" smtClean="0"/>
              <a:t>	5-  TOUT LE TEMPS OÙ JE VIVRAI JE PARLERAI DE SON AMOUR </a:t>
            </a:r>
          </a:p>
          <a:p>
            <a:r>
              <a:rPr lang="fr-FR" smtClean="0"/>
              <a:t>	For as long as I shall live I will testify to love</a:t>
            </a:r>
          </a:p>
          <a:p>
            <a:endParaRPr lang="fr-FR" smtClean="0"/>
          </a:p>
          <a:p>
            <a:r>
              <a:rPr lang="fr-FR" smtClean="0"/>
              <a:t>	6-  JE PARLERAI DANS LE SILENCE</a:t>
            </a:r>
          </a:p>
          <a:p>
            <a:r>
              <a:rPr lang="fr-FR" smtClean="0"/>
              <a:t>	I'll be a witness in the silences</a:t>
            </a:r>
          </a:p>
          <a:p>
            <a:endParaRPr lang="fr-FR" smtClean="0"/>
          </a:p>
          <a:p>
            <a:r>
              <a:rPr lang="fr-FR" smtClean="0"/>
              <a:t>	7-  LORSQUE LES CŒURS SONT TROP DURS</a:t>
            </a:r>
          </a:p>
          <a:p>
            <a:r>
              <a:rPr lang="fr-FR" smtClean="0"/>
              <a:t>	 when words are not enough</a:t>
            </a:r>
          </a:p>
          <a:p>
            <a:endParaRPr lang="fr-FR" smtClean="0"/>
          </a:p>
          <a:p>
            <a:r>
              <a:rPr lang="fr-FR" smtClean="0"/>
              <a:t>	8-  AVEC CHAQUE SOUFFLE DE VIE JE LE LOUERAI CHAQUE JOUR</a:t>
            </a:r>
          </a:p>
          <a:p>
            <a:r>
              <a:rPr lang="fr-FR" smtClean="0"/>
              <a:t>	With every breath I take,I will give thanks to God above</a:t>
            </a:r>
          </a:p>
          <a:p>
            <a:endParaRPr lang="fr-FR" smtClean="0"/>
          </a:p>
          <a:p>
            <a:r>
              <a:rPr lang="fr-FR" smtClean="0"/>
              <a:t>	9-  TOUT LE TEMPS OÙ JE VIVRAI JE PARLERAI DE SON AMOUR</a:t>
            </a:r>
          </a:p>
          <a:p>
            <a:r>
              <a:rPr lang="fr-FR" smtClean="0"/>
              <a:t>	For as long as I shall live I will testify to love</a:t>
            </a:r>
          </a:p>
          <a:p>
            <a:endParaRPr lang="fr-FR" smtClean="0"/>
          </a:p>
          <a:p>
            <a:r>
              <a:rPr lang="fr-FR" smtClean="0"/>
              <a:t>10-  DES MONTAGNES JUSQU’AUX VALLÉES ET DES FLEUVES JUSQU’À LA MER</a:t>
            </a:r>
          </a:p>
          <a:p>
            <a:r>
              <a:rPr lang="fr-FR" smtClean="0"/>
              <a:t>From the mountains to the valleys, From the rivers to the sea</a:t>
            </a:r>
          </a:p>
          <a:p>
            <a:endParaRPr lang="fr-FR" smtClean="0"/>
          </a:p>
          <a:p>
            <a:r>
              <a:rPr lang="fr-FR" smtClean="0"/>
              <a:t>11-  CHAQUE MAIN QUI SE MANIFESTE SE MANIFESTE POUR T’OFFRIR LA PAIX</a:t>
            </a:r>
          </a:p>
          <a:p>
            <a:r>
              <a:rPr lang="fr-FR" smtClean="0"/>
              <a:t>Every hand that reaches out to offer peace</a:t>
            </a:r>
          </a:p>
          <a:p>
            <a:endParaRPr lang="fr-FR" smtClean="0"/>
          </a:p>
          <a:p>
            <a:r>
              <a:rPr lang="fr-FR" smtClean="0"/>
              <a:t>12-   CHAQUE GESTE DE TENDRESSE FAIT AVANCER SON ROYAUME</a:t>
            </a:r>
          </a:p>
          <a:p>
            <a:r>
              <a:rPr lang="fr-FR" smtClean="0"/>
              <a:t>Every simple act of mercy, Every step to kingdom come </a:t>
            </a:r>
          </a:p>
          <a:p>
            <a:endParaRPr lang="fr-FR" smtClean="0"/>
          </a:p>
          <a:p>
            <a:r>
              <a:rPr lang="fr-FR" smtClean="0"/>
              <a:t>13-   L’AMOUR PRODUIT L’ESPOIR ET L’ESPOIR EST UN BAUME</a:t>
            </a:r>
          </a:p>
          <a:p>
            <a:r>
              <a:rPr lang="fr-FR" smtClean="0"/>
              <a:t>All the Hope in every heart will speak what love has done</a:t>
            </a:r>
          </a:p>
          <a:p>
            <a:endParaRPr lang="fr-FR" smtClean="0"/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14-  AVEC CHAQUE SOUFFLE DE VIE JE PARLERAI DE SON AMOUR</a:t>
            </a:r>
          </a:p>
          <a:p>
            <a:r>
              <a:rPr lang="fr-FR" smtClean="0"/>
              <a:t>For as long as I shall live I will testify to love</a:t>
            </a:r>
          </a:p>
          <a:p>
            <a:endParaRPr lang="fr-FR" smtClean="0"/>
          </a:p>
          <a:p>
            <a:r>
              <a:rPr lang="fr-FR" smtClean="0"/>
              <a:t>15- JE TE LOUERAI POUR TON AMOUR</a:t>
            </a:r>
          </a:p>
          <a:p>
            <a:endParaRPr lang="fr-FR" smtClean="0"/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LES COULEURS DE L’ARC-EN-CIEL TOUTES LES VOIX DANS LE VENT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All the colors of the rainbow, All the voices of the wind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CHAQUE RÊVE QUI SE MANIFESTE SE MANIFESTE EN VERTU DE L’AMOUR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Every dream that reaches out, That reaches out to find where love begins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CHAQUE MOT DE CHAQUE HISTOIRE CHAQUE ÉTOILE DE CHAQUE CIEL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Every word of every story, Every star in every sky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CHAQUE COIN DE LA CRÉATION VIT POUR TÉMOIGNER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Every corner of creation, lives to testify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5-  TOUT LE TEMPS OÙ JE VIVRAI JE PARLERAI DE SON AMOUR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For as long as I shall live I will testify to love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6-  JE PARLERAI DANS LE SILENCE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I'll be a witness in the silences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7-  LORSQUE LES CŒURS SONT TROP DURS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when words are not enough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8-  AVEC CHAQUE SOUFFLE DE VIE JE LE LOUERAI CHAQUE JOUR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With every breath I take,I will give thanks to God above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9-  TOUT LE TEMPS OÙ JE VIVRAI JE PARLERAI DE SON AMOUR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For as long as I shall live I will testify to love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DES MONTAGNES JUSQU’AUX VALLÉES ET DES FLEUVES JUSQU’À LA MER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From the mountains to the valleys, From the rivers to the sea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CHAQUE MAIN QUI SE MANIFESTE SE MANIFESTE POUR T’OFFRIR LA PAIX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Every hand that reaches out to offer peace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 CHAQUE GESTE DE TENDRESSE FAIT AVANCER SON ROYAUME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Every simple act of mercy, Every step to kingdom come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 L’AMOUR PRODUIT L’ESPOIR ET L’ESPOIR EST UN BAUME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All the Hope in every heart will speak what love has done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AVEC CHAQUE SOUFFLE DE VIE JE PARLERAI DE SON AMOUR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For as long as I shall live I will testify to love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JE TE LOUERAI POUR TON AMOUR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2150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LES COULEURS DE L’ARC-EN-CIEL TOUTES LES VOIX DANS LE VENT</a:t>
            </a:r>
          </a:p>
          <a:p>
            <a:r>
              <a:rPr lang="fr-FR" smtClean="0"/>
              <a:t>All the colors of the rainbow, All the voices of the wind</a:t>
            </a:r>
          </a:p>
          <a:p>
            <a:endParaRPr lang="fr-FR" smtClean="0"/>
          </a:p>
          <a:p>
            <a:r>
              <a:rPr lang="fr-FR" smtClean="0"/>
              <a:t>2-  CHAQUE RÊVE QUI SE MANIFESTE SE MANIFESTE EN VERTU DE L’AMOUR</a:t>
            </a:r>
          </a:p>
          <a:p>
            <a:r>
              <a:rPr lang="fr-FR" smtClean="0"/>
              <a:t>Every dream that reaches out, That reaches out to find where love begins</a:t>
            </a:r>
          </a:p>
          <a:p>
            <a:endParaRPr lang="fr-FR" smtClean="0"/>
          </a:p>
          <a:p>
            <a:r>
              <a:rPr lang="fr-FR" smtClean="0"/>
              <a:t>3-  CHAQUE MOT DE CHAQUE HISTOIRE CHAQUE ÉTOILE DE CHAQUE CIEL</a:t>
            </a:r>
          </a:p>
          <a:p>
            <a:r>
              <a:rPr lang="fr-FR" smtClean="0"/>
              <a:t>Every word of every story, Every star in every sky</a:t>
            </a:r>
          </a:p>
          <a:p>
            <a:endParaRPr lang="fr-FR" smtClean="0"/>
          </a:p>
          <a:p>
            <a:r>
              <a:rPr lang="fr-FR" smtClean="0"/>
              <a:t>4-  CHAQUE COIN DE LA CRÉATION VIT POUR TÉMOIGNER</a:t>
            </a:r>
          </a:p>
          <a:p>
            <a:r>
              <a:rPr lang="fr-FR" smtClean="0"/>
              <a:t>Every corner of creation, lives to testify</a:t>
            </a:r>
          </a:p>
          <a:p>
            <a:endParaRPr lang="fr-FR" smtClean="0"/>
          </a:p>
          <a:p>
            <a:r>
              <a:rPr lang="fr-FR" smtClean="0"/>
              <a:t>	5-  TOUT LE TEMPS OÙ JE VIVRAI JE PARLERAI DE SON AMOUR </a:t>
            </a:r>
          </a:p>
          <a:p>
            <a:r>
              <a:rPr lang="fr-FR" smtClean="0"/>
              <a:t>	For as long as I shall live I will testify to love</a:t>
            </a:r>
          </a:p>
          <a:p>
            <a:endParaRPr lang="fr-FR" smtClean="0"/>
          </a:p>
          <a:p>
            <a:r>
              <a:rPr lang="fr-FR" smtClean="0"/>
              <a:t>	6-  JE PARLERAI DANS LE SILENCE</a:t>
            </a:r>
          </a:p>
          <a:p>
            <a:r>
              <a:rPr lang="fr-FR" smtClean="0"/>
              <a:t>	I'll be a witness in the silences</a:t>
            </a:r>
          </a:p>
          <a:p>
            <a:endParaRPr lang="fr-FR" smtClean="0"/>
          </a:p>
          <a:p>
            <a:r>
              <a:rPr lang="fr-FR" smtClean="0"/>
              <a:t>	7-  LORSQUE LES CŒURS SONT TROP DURS</a:t>
            </a:r>
          </a:p>
          <a:p>
            <a:r>
              <a:rPr lang="fr-FR" smtClean="0"/>
              <a:t>	 when words are not enough</a:t>
            </a:r>
          </a:p>
          <a:p>
            <a:endParaRPr lang="fr-FR" smtClean="0"/>
          </a:p>
          <a:p>
            <a:r>
              <a:rPr lang="fr-FR" smtClean="0"/>
              <a:t>	8-  AVEC CHAQUE SOUFFLE DE VIE JE LE LOUERAI CHAQUE JOUR</a:t>
            </a:r>
          </a:p>
          <a:p>
            <a:r>
              <a:rPr lang="fr-FR" smtClean="0"/>
              <a:t>	With every breath I take,I will give thanks to God above</a:t>
            </a:r>
          </a:p>
          <a:p>
            <a:endParaRPr lang="fr-FR" smtClean="0"/>
          </a:p>
          <a:p>
            <a:r>
              <a:rPr lang="fr-FR" smtClean="0"/>
              <a:t>	9-  TOUT LE TEMPS OÙ JE VIVRAI JE PARLERAI DE SON AMOUR</a:t>
            </a:r>
          </a:p>
          <a:p>
            <a:r>
              <a:rPr lang="fr-FR" smtClean="0"/>
              <a:t>	For as long as I shall live I will testify to love</a:t>
            </a:r>
          </a:p>
          <a:p>
            <a:endParaRPr lang="fr-FR" smtClean="0"/>
          </a:p>
          <a:p>
            <a:r>
              <a:rPr lang="fr-FR" smtClean="0"/>
              <a:t>10-  DES MONTAGNES JUSQU’AUX VALLÉES ET DES FLEUVES JUSQU’À LA MER</a:t>
            </a:r>
          </a:p>
          <a:p>
            <a:r>
              <a:rPr lang="fr-FR" smtClean="0"/>
              <a:t>From the mountains to the valleys, From the rivers to the sea</a:t>
            </a:r>
          </a:p>
          <a:p>
            <a:endParaRPr lang="fr-FR" smtClean="0"/>
          </a:p>
          <a:p>
            <a:r>
              <a:rPr lang="fr-FR" smtClean="0"/>
              <a:t>11-  CHAQUE MAIN QUI SE MANIFESTE SE MANIFESTE POUR T’OFFRIR LA PAIX</a:t>
            </a:r>
          </a:p>
          <a:p>
            <a:r>
              <a:rPr lang="fr-FR" smtClean="0"/>
              <a:t>Every hand that reaches out to offer peace</a:t>
            </a:r>
          </a:p>
          <a:p>
            <a:endParaRPr lang="fr-FR" smtClean="0"/>
          </a:p>
          <a:p>
            <a:r>
              <a:rPr lang="fr-FR" smtClean="0"/>
              <a:t>12-   CHAQUE GESTE DE TENDRESSE FAIT AVANCER SON ROYAUME</a:t>
            </a:r>
          </a:p>
          <a:p>
            <a:r>
              <a:rPr lang="fr-FR" smtClean="0"/>
              <a:t>Every simple act of mercy, Every step to kingdom come </a:t>
            </a:r>
          </a:p>
          <a:p>
            <a:endParaRPr lang="fr-FR" smtClean="0"/>
          </a:p>
          <a:p>
            <a:r>
              <a:rPr lang="fr-FR" smtClean="0"/>
              <a:t>13-   L’AMOUR PRODUIT L’ESPOIR ET L’ESPOIR EST UN BAUME</a:t>
            </a:r>
          </a:p>
          <a:p>
            <a:r>
              <a:rPr lang="fr-FR" smtClean="0"/>
              <a:t>All the Hope in every heart will speak what love has done</a:t>
            </a:r>
          </a:p>
          <a:p>
            <a:endParaRPr lang="fr-FR" smtClean="0"/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14-  AVEC CHAQUE SOUFFLE DE VIE JE PARLERAI DE SON AMOUR</a:t>
            </a:r>
          </a:p>
          <a:p>
            <a:r>
              <a:rPr lang="fr-FR" smtClean="0"/>
              <a:t>For as long as I shall live I will testify to love</a:t>
            </a:r>
          </a:p>
          <a:p>
            <a:endParaRPr lang="fr-FR" smtClean="0"/>
          </a:p>
          <a:p>
            <a:r>
              <a:rPr lang="fr-FR" smtClean="0"/>
              <a:t>15- JE TE LOUERAI POUR TON AMOUR</a:t>
            </a:r>
          </a:p>
          <a:p>
            <a:endParaRPr lang="fr-FR" smtClean="0"/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LES COULEURS DE L’ARC-EN-CIEL TOUTES LES VOIX DANS LE VENT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All the colors of the rainbow, All the voices of the wind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CHAQUE RÊVE QUI SE MANIFESTE SE MANIFESTE EN VERTU DE L’AMOUR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Every dream that reaches out, That reaches out to find where love begins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CHAQUE MOT DE CHAQUE HISTOIRE CHAQUE ÉTOILE DE CHAQUE CIEL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Every word of every story, Every star in every sky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CHAQUE COIN DE LA CRÉATION VIT POUR TÉMOIGNER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Every corner of creation, lives to testify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5-  TOUT LE TEMPS OÙ JE VIVRAI JE PARLERAI DE SON AMOUR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For as long as I shall live I will testify to love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6-  JE PARLERAI DANS LE SILENCE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I'll be a witness in the silences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7-  LORSQUE LES CŒURS SONT TROP DURS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when words are not enough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8-  AVEC CHAQUE SOUFFLE DE VIE JE LE LOUERAI CHAQUE JOUR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With every breath I take,I will give thanks to God above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9-  TOUT LE TEMPS OÙ JE VIVRAI JE PARLERAI DE SON AMOUR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For as long as I shall live I will testify to love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DES MONTAGNES JUSQU’AUX VALLÉES ET DES FLEUVES JUSQU’À LA MER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From the mountains to the valleys, From the rivers to the sea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CHAQUE MAIN QUI SE MANIFESTE SE MANIFESTE POUR T’OFFRIR LA PAIX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Every hand that reaches out to offer peace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 CHAQUE GESTE DE TENDRESSE FAIT AVANCER SON ROYAUME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Every simple act of mercy, Every step to kingdom come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 L’AMOUR PRODUIT L’ESPOIR ET L’ESPOIR EST UN BAUME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All the Hope in every heart will speak what love has done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AVEC CHAQUE SOUFFLE DE VIE JE PARLERAI DE SON AMOUR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For as long as I shall live I will testify to love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JE TE LOUERAI POUR TON AMOUR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</p:txBody>
      </p:sp>
      <p:sp>
        <p:nvSpPr>
          <p:cNvPr id="2253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LES COULEURS DE L’ARC-EN-CIEL TOUTES LES VOIX DANS LE VENT</a:t>
            </a:r>
          </a:p>
          <a:p>
            <a:r>
              <a:rPr lang="fr-FR" smtClean="0"/>
              <a:t>All the colors of the rainbow, All the voices of the wind</a:t>
            </a:r>
          </a:p>
          <a:p>
            <a:endParaRPr lang="fr-FR" smtClean="0"/>
          </a:p>
          <a:p>
            <a:r>
              <a:rPr lang="fr-FR" smtClean="0"/>
              <a:t>2-  CHAQUE RÊVE QUI SE MANIFESTE SE MANIFESTE EN VERTU DE L’AMOUR</a:t>
            </a:r>
          </a:p>
          <a:p>
            <a:r>
              <a:rPr lang="fr-FR" smtClean="0"/>
              <a:t>Every dream that reaches out, That reaches out to find where love begins</a:t>
            </a:r>
          </a:p>
          <a:p>
            <a:endParaRPr lang="fr-FR" smtClean="0"/>
          </a:p>
          <a:p>
            <a:r>
              <a:rPr lang="fr-FR" smtClean="0"/>
              <a:t>3-  CHAQUE MOT DE CHAQUE HISTOIRE CHAQUE ÉTOILE DE CHAQUE CIEL</a:t>
            </a:r>
          </a:p>
          <a:p>
            <a:r>
              <a:rPr lang="fr-FR" smtClean="0"/>
              <a:t>Every word of every story, Every star in every sky</a:t>
            </a:r>
          </a:p>
          <a:p>
            <a:endParaRPr lang="fr-FR" smtClean="0"/>
          </a:p>
          <a:p>
            <a:r>
              <a:rPr lang="fr-FR" smtClean="0"/>
              <a:t>4-  CHAQUE COIN DE LA CRÉATION VIT POUR TÉMOIGNER</a:t>
            </a:r>
          </a:p>
          <a:p>
            <a:r>
              <a:rPr lang="fr-FR" smtClean="0"/>
              <a:t>Every corner of creation, lives to testify</a:t>
            </a:r>
          </a:p>
          <a:p>
            <a:endParaRPr lang="fr-FR" smtClean="0"/>
          </a:p>
          <a:p>
            <a:r>
              <a:rPr lang="fr-FR" smtClean="0"/>
              <a:t>	5-  TOUT LE TEMPS OÙ JE VIVRAI JE PARLERAI DE SON AMOUR </a:t>
            </a:r>
          </a:p>
          <a:p>
            <a:r>
              <a:rPr lang="fr-FR" smtClean="0"/>
              <a:t>	For as long as I shall live I will testify to love</a:t>
            </a:r>
          </a:p>
          <a:p>
            <a:endParaRPr lang="fr-FR" smtClean="0"/>
          </a:p>
          <a:p>
            <a:r>
              <a:rPr lang="fr-FR" smtClean="0"/>
              <a:t>	6-  JE PARLERAI DANS LE SILENCE</a:t>
            </a:r>
          </a:p>
          <a:p>
            <a:r>
              <a:rPr lang="fr-FR" smtClean="0"/>
              <a:t>	I'll be a witness in the silences</a:t>
            </a:r>
          </a:p>
          <a:p>
            <a:endParaRPr lang="fr-FR" smtClean="0"/>
          </a:p>
          <a:p>
            <a:r>
              <a:rPr lang="fr-FR" smtClean="0"/>
              <a:t>	7-  LORSQUE LES CŒURS SONT TROP DURS</a:t>
            </a:r>
          </a:p>
          <a:p>
            <a:r>
              <a:rPr lang="fr-FR" smtClean="0"/>
              <a:t>	 when words are not enough</a:t>
            </a:r>
          </a:p>
          <a:p>
            <a:endParaRPr lang="fr-FR" smtClean="0"/>
          </a:p>
          <a:p>
            <a:r>
              <a:rPr lang="fr-FR" smtClean="0"/>
              <a:t>	8-  AVEC CHAQUE SOUFFLE DE VIE JE LE LOUERAI CHAQUE JOUR</a:t>
            </a:r>
          </a:p>
          <a:p>
            <a:r>
              <a:rPr lang="fr-FR" smtClean="0"/>
              <a:t>	With every breath I take,I will give thanks to God above</a:t>
            </a:r>
          </a:p>
          <a:p>
            <a:endParaRPr lang="fr-FR" smtClean="0"/>
          </a:p>
          <a:p>
            <a:r>
              <a:rPr lang="fr-FR" smtClean="0"/>
              <a:t>	9-  TOUT LE TEMPS OÙ JE VIVRAI JE PARLERAI DE SON AMOUR</a:t>
            </a:r>
          </a:p>
          <a:p>
            <a:r>
              <a:rPr lang="fr-FR" smtClean="0"/>
              <a:t>	For as long as I shall live I will testify to love</a:t>
            </a:r>
          </a:p>
          <a:p>
            <a:endParaRPr lang="fr-FR" smtClean="0"/>
          </a:p>
          <a:p>
            <a:r>
              <a:rPr lang="fr-FR" smtClean="0"/>
              <a:t>10-  DES MONTAGNES JUSQU’AUX VALLÉES ET DES FLEUVES JUSQU’À LA MER</a:t>
            </a:r>
          </a:p>
          <a:p>
            <a:r>
              <a:rPr lang="fr-FR" smtClean="0"/>
              <a:t>From the mountains to the valleys, From the rivers to the sea</a:t>
            </a:r>
          </a:p>
          <a:p>
            <a:endParaRPr lang="fr-FR" smtClean="0"/>
          </a:p>
          <a:p>
            <a:r>
              <a:rPr lang="fr-FR" smtClean="0"/>
              <a:t>11-  CHAQUE MAIN QUI SE MANIFESTE SE MANIFESTE POUR T’OFFRIR LA PAIX</a:t>
            </a:r>
          </a:p>
          <a:p>
            <a:r>
              <a:rPr lang="fr-FR" smtClean="0"/>
              <a:t>Every hand that reaches out to offer peace</a:t>
            </a:r>
          </a:p>
          <a:p>
            <a:endParaRPr lang="fr-FR" smtClean="0"/>
          </a:p>
          <a:p>
            <a:r>
              <a:rPr lang="fr-FR" smtClean="0"/>
              <a:t>12-   CHAQUE GESTE DE TENDRESSE FAIT AVANCER SON ROYAUME</a:t>
            </a:r>
          </a:p>
          <a:p>
            <a:r>
              <a:rPr lang="fr-FR" smtClean="0"/>
              <a:t>Every simple act of mercy, Every step to kingdom come </a:t>
            </a:r>
          </a:p>
          <a:p>
            <a:endParaRPr lang="fr-FR" smtClean="0"/>
          </a:p>
          <a:p>
            <a:r>
              <a:rPr lang="fr-FR" smtClean="0"/>
              <a:t>13-   L’AMOUR PRODUIT L’ESPOIR ET L’ESPOIR EST UN BAUME</a:t>
            </a:r>
          </a:p>
          <a:p>
            <a:r>
              <a:rPr lang="fr-FR" smtClean="0"/>
              <a:t>All the Hope in every heart will speak what love has done</a:t>
            </a:r>
          </a:p>
          <a:p>
            <a:endParaRPr lang="fr-FR" smtClean="0"/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14-  AVEC CHAQUE SOUFFLE DE VIE JE PARLERAI DE SON AMOUR</a:t>
            </a:r>
          </a:p>
          <a:p>
            <a:r>
              <a:rPr lang="fr-FR" smtClean="0"/>
              <a:t>For as long as I shall live I will testify to love</a:t>
            </a:r>
          </a:p>
          <a:p>
            <a:endParaRPr lang="fr-FR" smtClean="0"/>
          </a:p>
          <a:p>
            <a:r>
              <a:rPr lang="fr-FR" smtClean="0"/>
              <a:t>15- JE TE LOUERAI POUR TON AMOUR</a:t>
            </a:r>
          </a:p>
          <a:p>
            <a:endParaRPr lang="fr-FR" smtClean="0"/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LES COULEURS DE L’ARC-EN-CIEL TOUTES LES VOIX DANS LE VENT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All the colors of the rainbow, All the voices of the wind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CHAQUE RÊVE QUI SE MANIFESTE SE MANIFESTE EN VERTU DE L’AMOUR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Every dream that reaches out, That reaches out to find where love begins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CHAQUE MOT DE CHAQUE HISTOIRE CHAQUE ÉTOILE DE CHAQUE CIEL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Every word of every story, Every star in every sky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CHAQUE COIN DE LA CRÉATION VIT POUR TÉMOIGNER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Every corner of creation, lives to testify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5-  TOUT LE TEMPS OÙ JE VIVRAI JE PARLERAI DE SON AMOUR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For as long as I shall live I will testify to love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6-  JE PARLERAI DANS LE SILENCE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I'll be a witness in the silences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7-  LORSQUE LES CŒURS SONT TROP DURS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when words are not enough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8-  AVEC CHAQUE SOUFFLE DE VIE JE LE LOUERAI CHAQUE JOUR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With every breath I take,I will give thanks to God above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9-  TOUT LE TEMPS OÙ JE VIVRAI JE PARLERAI DE SON AMOUR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For as long as I shall live I will testify to love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DES MONTAGNES JUSQU’AUX VALLÉES ET DES FLEUVES JUSQU’À LA MER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From the mountains to the valleys, From the rivers to the sea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CHAQUE MAIN QUI SE MANIFESTE SE MANIFESTE POUR T’OFFRIR LA PAIX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Every hand that reaches out to offer peace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 CHAQUE GESTE DE TENDRESSE FAIT AVANCER SON ROYAUME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Every simple act of mercy, Every step to kingdom come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 L’AMOUR PRODUIT L’ESPOIR ET L’ESPOIR EST UN BAUME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All the Hope in every heart will speak what love has done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AVEC CHAQUE SOUFFLE DE VIE JE PARLERAI DE SON AMOUR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For as long as I shall live I will testify to love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JE TE LOUERAI POUR TON AMOUR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</p:txBody>
      </p:sp>
      <p:sp>
        <p:nvSpPr>
          <p:cNvPr id="2355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LES COULEURS DE L’ARC-EN-CIEL TOUTES LES VOIX DANS LE VENT</a:t>
            </a:r>
          </a:p>
          <a:p>
            <a:r>
              <a:rPr lang="fr-FR" smtClean="0"/>
              <a:t>All the colors of the rainbow, All the voices of the wind</a:t>
            </a:r>
          </a:p>
          <a:p>
            <a:endParaRPr lang="fr-FR" smtClean="0"/>
          </a:p>
          <a:p>
            <a:r>
              <a:rPr lang="fr-FR" smtClean="0"/>
              <a:t>2-  CHAQUE RÊVE QUI SE MANIFESTE SE MANIFESTE EN VERTU DE L’AMOUR</a:t>
            </a:r>
          </a:p>
          <a:p>
            <a:r>
              <a:rPr lang="fr-FR" smtClean="0"/>
              <a:t>Every dream that reaches out, That reaches out to find where love begins</a:t>
            </a:r>
          </a:p>
          <a:p>
            <a:endParaRPr lang="fr-FR" smtClean="0"/>
          </a:p>
          <a:p>
            <a:r>
              <a:rPr lang="fr-FR" smtClean="0"/>
              <a:t>3-  CHAQUE MOT DE CHAQUE HISTOIRE CHAQUE ÉTOILE DE CHAQUE CIEL</a:t>
            </a:r>
          </a:p>
          <a:p>
            <a:r>
              <a:rPr lang="fr-FR" smtClean="0"/>
              <a:t>Every word of every story, Every star in every sky</a:t>
            </a:r>
          </a:p>
          <a:p>
            <a:endParaRPr lang="fr-FR" smtClean="0"/>
          </a:p>
          <a:p>
            <a:r>
              <a:rPr lang="fr-FR" smtClean="0"/>
              <a:t>4-  CHAQUE COIN DE LA CRÉATION VIT POUR TÉMOIGNER</a:t>
            </a:r>
          </a:p>
          <a:p>
            <a:r>
              <a:rPr lang="fr-FR" smtClean="0"/>
              <a:t>Every corner of creation, lives to testify</a:t>
            </a:r>
          </a:p>
          <a:p>
            <a:endParaRPr lang="fr-FR" smtClean="0"/>
          </a:p>
          <a:p>
            <a:r>
              <a:rPr lang="fr-FR" smtClean="0"/>
              <a:t>	5-  TOUT LE TEMPS OÙ JE VIVRAI JE PARLERAI DE SON AMOUR </a:t>
            </a:r>
          </a:p>
          <a:p>
            <a:r>
              <a:rPr lang="fr-FR" smtClean="0"/>
              <a:t>	For as long as I shall live I will testify to love</a:t>
            </a:r>
          </a:p>
          <a:p>
            <a:endParaRPr lang="fr-FR" smtClean="0"/>
          </a:p>
          <a:p>
            <a:r>
              <a:rPr lang="fr-FR" smtClean="0"/>
              <a:t>	6-  JE PARLERAI DANS LE SILENCE</a:t>
            </a:r>
          </a:p>
          <a:p>
            <a:r>
              <a:rPr lang="fr-FR" smtClean="0"/>
              <a:t>	I'll be a witness in the silences</a:t>
            </a:r>
          </a:p>
          <a:p>
            <a:endParaRPr lang="fr-FR" smtClean="0"/>
          </a:p>
          <a:p>
            <a:r>
              <a:rPr lang="fr-FR" smtClean="0"/>
              <a:t>	7-  LORSQUE LES CŒURS SONT TROP DURS</a:t>
            </a:r>
          </a:p>
          <a:p>
            <a:r>
              <a:rPr lang="fr-FR" smtClean="0"/>
              <a:t>	 when words are not enough</a:t>
            </a:r>
          </a:p>
          <a:p>
            <a:endParaRPr lang="fr-FR" smtClean="0"/>
          </a:p>
          <a:p>
            <a:r>
              <a:rPr lang="fr-FR" smtClean="0"/>
              <a:t>	8-  AVEC CHAQUE SOUFFLE DE VIE JE LE LOUERAI CHAQUE JOUR</a:t>
            </a:r>
          </a:p>
          <a:p>
            <a:r>
              <a:rPr lang="fr-FR" smtClean="0"/>
              <a:t>	With every breath I take,I will give thanks to God above</a:t>
            </a:r>
          </a:p>
          <a:p>
            <a:endParaRPr lang="fr-FR" smtClean="0"/>
          </a:p>
          <a:p>
            <a:r>
              <a:rPr lang="fr-FR" smtClean="0"/>
              <a:t>	9-  TOUT LE TEMPS OÙ JE VIVRAI JE PARLERAI DE SON AMOUR</a:t>
            </a:r>
          </a:p>
          <a:p>
            <a:r>
              <a:rPr lang="fr-FR" smtClean="0"/>
              <a:t>	For as long as I shall live I will testify to love</a:t>
            </a:r>
          </a:p>
          <a:p>
            <a:endParaRPr lang="fr-FR" smtClean="0"/>
          </a:p>
          <a:p>
            <a:r>
              <a:rPr lang="fr-FR" smtClean="0"/>
              <a:t>10-  DES MONTAGNES JUSQU’AUX VALLÉES ET DES FLEUVES JUSQU’À LA MER</a:t>
            </a:r>
          </a:p>
          <a:p>
            <a:r>
              <a:rPr lang="fr-FR" smtClean="0"/>
              <a:t>From the mountains to the valleys, From the rivers to the sea</a:t>
            </a:r>
          </a:p>
          <a:p>
            <a:endParaRPr lang="fr-FR" smtClean="0"/>
          </a:p>
          <a:p>
            <a:r>
              <a:rPr lang="fr-FR" smtClean="0"/>
              <a:t>11-  CHAQUE MAIN QUI SE MANIFESTE SE MANIFESTE POUR T’OFFRIR LA PAIX</a:t>
            </a:r>
          </a:p>
          <a:p>
            <a:r>
              <a:rPr lang="fr-FR" smtClean="0"/>
              <a:t>Every hand that reaches out to offer peace</a:t>
            </a:r>
          </a:p>
          <a:p>
            <a:endParaRPr lang="fr-FR" smtClean="0"/>
          </a:p>
          <a:p>
            <a:r>
              <a:rPr lang="fr-FR" smtClean="0"/>
              <a:t>12-   CHAQUE GESTE DE TENDRESSE FAIT AVANCER SON ROYAUME</a:t>
            </a:r>
          </a:p>
          <a:p>
            <a:r>
              <a:rPr lang="fr-FR" smtClean="0"/>
              <a:t>Every simple act of mercy, Every step to kingdom come </a:t>
            </a:r>
          </a:p>
          <a:p>
            <a:endParaRPr lang="fr-FR" smtClean="0"/>
          </a:p>
          <a:p>
            <a:r>
              <a:rPr lang="fr-FR" smtClean="0"/>
              <a:t>13-   L’AMOUR PRODUIT L’ESPOIR ET L’ESPOIR EST UN BAUME</a:t>
            </a:r>
          </a:p>
          <a:p>
            <a:r>
              <a:rPr lang="fr-FR" smtClean="0"/>
              <a:t>All the Hope in every heart will speak what love has done</a:t>
            </a:r>
          </a:p>
          <a:p>
            <a:endParaRPr lang="fr-FR" smtClean="0"/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14-  AVEC CHAQUE SOUFFLE DE VIE JE PARLERAI DE SON AMOUR</a:t>
            </a:r>
          </a:p>
          <a:p>
            <a:r>
              <a:rPr lang="fr-FR" smtClean="0"/>
              <a:t>For as long as I shall live I will testify to love</a:t>
            </a:r>
          </a:p>
          <a:p>
            <a:endParaRPr lang="fr-FR" smtClean="0"/>
          </a:p>
          <a:p>
            <a:r>
              <a:rPr lang="fr-FR" smtClean="0"/>
              <a:t>15- JE TE LOUERAI POUR TON AMOUR</a:t>
            </a:r>
          </a:p>
          <a:p>
            <a:endParaRPr lang="fr-FR" smtClean="0"/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1-  LES COULEURS DE L’ARC-EN-CIEL TOUTES LES VOIX DANS LE VENT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All the </a:t>
            </a:r>
            <a:r>
              <a:rPr lang="fr-FR" dirty="0" err="1" smtClean="0"/>
              <a:t>colors</a:t>
            </a:r>
            <a:r>
              <a:rPr lang="fr-FR" dirty="0" smtClean="0"/>
              <a:t> of the </a:t>
            </a:r>
            <a:r>
              <a:rPr lang="fr-FR" dirty="0" err="1" smtClean="0"/>
              <a:t>rainbow</a:t>
            </a:r>
            <a:r>
              <a:rPr lang="fr-FR" dirty="0" smtClean="0"/>
              <a:t>, All the </a:t>
            </a:r>
            <a:r>
              <a:rPr lang="fr-FR" dirty="0" err="1" smtClean="0"/>
              <a:t>voices</a:t>
            </a:r>
            <a:r>
              <a:rPr lang="fr-FR" dirty="0" smtClean="0"/>
              <a:t> of the </a:t>
            </a:r>
            <a:r>
              <a:rPr lang="fr-FR" dirty="0" err="1" smtClean="0"/>
              <a:t>wind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2-  CHAQUE RÊVE QUI SE MANIFESTE SE MANIFESTE EN VERTU DE L’AMOUR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err="1" smtClean="0"/>
              <a:t>Every</a:t>
            </a:r>
            <a:r>
              <a:rPr lang="fr-FR" dirty="0" smtClean="0"/>
              <a:t> </a:t>
            </a:r>
            <a:r>
              <a:rPr lang="fr-FR" dirty="0" err="1" smtClean="0"/>
              <a:t>dream</a:t>
            </a:r>
            <a:r>
              <a:rPr lang="fr-FR" dirty="0" smtClean="0"/>
              <a:t> </a:t>
            </a:r>
            <a:r>
              <a:rPr lang="fr-FR" dirty="0" err="1" smtClean="0"/>
              <a:t>that</a:t>
            </a:r>
            <a:r>
              <a:rPr lang="fr-FR" dirty="0" smtClean="0"/>
              <a:t> </a:t>
            </a:r>
            <a:r>
              <a:rPr lang="fr-FR" dirty="0" err="1" smtClean="0"/>
              <a:t>reaches</a:t>
            </a:r>
            <a:r>
              <a:rPr lang="fr-FR" dirty="0" smtClean="0"/>
              <a:t> out, That </a:t>
            </a:r>
            <a:r>
              <a:rPr lang="fr-FR" dirty="0" err="1" smtClean="0"/>
              <a:t>reaches</a:t>
            </a:r>
            <a:r>
              <a:rPr lang="fr-FR" dirty="0" smtClean="0"/>
              <a:t> out to </a:t>
            </a:r>
            <a:r>
              <a:rPr lang="fr-FR" dirty="0" err="1" smtClean="0"/>
              <a:t>find</a:t>
            </a:r>
            <a:r>
              <a:rPr lang="fr-FR" dirty="0" smtClean="0"/>
              <a:t> </a:t>
            </a:r>
            <a:r>
              <a:rPr lang="fr-FR" dirty="0" err="1" smtClean="0"/>
              <a:t>where</a:t>
            </a:r>
            <a:r>
              <a:rPr lang="fr-FR" dirty="0" smtClean="0"/>
              <a:t> love </a:t>
            </a:r>
            <a:r>
              <a:rPr lang="fr-FR" dirty="0" err="1" smtClean="0"/>
              <a:t>begins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3-  CHAQUE MOT DE CHAQUE HISTOIRE CHAQUE ÉTOILE DE CHAQUE CIEL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err="1" smtClean="0"/>
              <a:t>Every</a:t>
            </a:r>
            <a:r>
              <a:rPr lang="fr-FR" dirty="0" smtClean="0"/>
              <a:t> </a:t>
            </a:r>
            <a:r>
              <a:rPr lang="fr-FR" dirty="0" err="1" smtClean="0"/>
              <a:t>word</a:t>
            </a:r>
            <a:r>
              <a:rPr lang="fr-FR" dirty="0" smtClean="0"/>
              <a:t> of </a:t>
            </a:r>
            <a:r>
              <a:rPr lang="fr-FR" dirty="0" err="1" smtClean="0"/>
              <a:t>every</a:t>
            </a:r>
            <a:r>
              <a:rPr lang="fr-FR" dirty="0" smtClean="0"/>
              <a:t> story, </a:t>
            </a:r>
            <a:r>
              <a:rPr lang="fr-FR" dirty="0" err="1" smtClean="0"/>
              <a:t>Every</a:t>
            </a:r>
            <a:r>
              <a:rPr lang="fr-FR" dirty="0" smtClean="0"/>
              <a:t> star in </a:t>
            </a:r>
            <a:r>
              <a:rPr lang="fr-FR" dirty="0" err="1" smtClean="0"/>
              <a:t>every</a:t>
            </a:r>
            <a:r>
              <a:rPr lang="fr-FR" dirty="0" smtClean="0"/>
              <a:t> </a:t>
            </a:r>
            <a:r>
              <a:rPr lang="fr-FR" dirty="0" err="1" smtClean="0"/>
              <a:t>sky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4-  CHAQUE COIN DE LA CRÉATION VIT POUR TÉMOIGNER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err="1" smtClean="0"/>
              <a:t>Every</a:t>
            </a:r>
            <a:r>
              <a:rPr lang="fr-FR" dirty="0" smtClean="0"/>
              <a:t> corner of </a:t>
            </a:r>
            <a:r>
              <a:rPr lang="fr-FR" dirty="0" err="1" smtClean="0"/>
              <a:t>creation</a:t>
            </a:r>
            <a:r>
              <a:rPr lang="fr-FR" dirty="0" smtClean="0"/>
              <a:t>, </a:t>
            </a:r>
            <a:r>
              <a:rPr lang="fr-FR" dirty="0" err="1" smtClean="0"/>
              <a:t>lives</a:t>
            </a:r>
            <a:r>
              <a:rPr lang="fr-FR" dirty="0" smtClean="0"/>
              <a:t> to </a:t>
            </a:r>
            <a:r>
              <a:rPr lang="fr-FR" dirty="0" err="1" smtClean="0"/>
              <a:t>testify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5-  TOUT LE TEMPS OÙ JE VIVRAI JE PARLERAI DE SON AMOUR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For as long as I </a:t>
            </a:r>
            <a:r>
              <a:rPr lang="fr-FR" dirty="0" err="1" smtClean="0"/>
              <a:t>shall</a:t>
            </a:r>
            <a:r>
              <a:rPr lang="fr-FR" dirty="0" smtClean="0"/>
              <a:t> live I </a:t>
            </a:r>
            <a:r>
              <a:rPr lang="fr-FR" dirty="0" err="1" smtClean="0"/>
              <a:t>will</a:t>
            </a:r>
            <a:r>
              <a:rPr lang="fr-FR" dirty="0" smtClean="0"/>
              <a:t> </a:t>
            </a:r>
            <a:r>
              <a:rPr lang="fr-FR" dirty="0" err="1" smtClean="0"/>
              <a:t>testify</a:t>
            </a:r>
            <a:r>
              <a:rPr lang="fr-FR" dirty="0" smtClean="0"/>
              <a:t> to love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6-  JE PARLERAI DANS LE SILENCE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</a:t>
            </a:r>
            <a:r>
              <a:rPr lang="fr-FR" dirty="0" err="1" smtClean="0"/>
              <a:t>I'll</a:t>
            </a:r>
            <a:r>
              <a:rPr lang="fr-FR" dirty="0" smtClean="0"/>
              <a:t> </a:t>
            </a:r>
            <a:r>
              <a:rPr lang="fr-FR" dirty="0" err="1" smtClean="0"/>
              <a:t>be</a:t>
            </a:r>
            <a:r>
              <a:rPr lang="fr-FR" dirty="0" smtClean="0"/>
              <a:t> a </a:t>
            </a:r>
            <a:r>
              <a:rPr lang="fr-FR" dirty="0" err="1" smtClean="0"/>
              <a:t>witness</a:t>
            </a:r>
            <a:r>
              <a:rPr lang="fr-FR" dirty="0" smtClean="0"/>
              <a:t> in the silences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7-  LORSQUE LES CŒURS SONT TROP DURS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 </a:t>
            </a:r>
            <a:r>
              <a:rPr lang="fr-FR" dirty="0" err="1" smtClean="0"/>
              <a:t>when</a:t>
            </a:r>
            <a:r>
              <a:rPr lang="fr-FR" dirty="0" smtClean="0"/>
              <a:t> </a:t>
            </a:r>
            <a:r>
              <a:rPr lang="fr-FR" dirty="0" err="1" smtClean="0"/>
              <a:t>words</a:t>
            </a:r>
            <a:r>
              <a:rPr lang="fr-FR" dirty="0" smtClean="0"/>
              <a:t> are not </a:t>
            </a:r>
            <a:r>
              <a:rPr lang="fr-FR" dirty="0" err="1" smtClean="0"/>
              <a:t>enough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8-  AVEC CHAQUE SOUFFLE DE VIE JE LE LOUERAI CHAQUE JOUR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</a:t>
            </a:r>
            <a:r>
              <a:rPr lang="fr-FR" dirty="0" err="1" smtClean="0"/>
              <a:t>With</a:t>
            </a:r>
            <a:r>
              <a:rPr lang="fr-FR" dirty="0" smtClean="0"/>
              <a:t> </a:t>
            </a:r>
            <a:r>
              <a:rPr lang="fr-FR" dirty="0" err="1" smtClean="0"/>
              <a:t>every</a:t>
            </a:r>
            <a:r>
              <a:rPr lang="fr-FR" dirty="0" smtClean="0"/>
              <a:t> </a:t>
            </a:r>
            <a:r>
              <a:rPr lang="fr-FR" dirty="0" err="1" smtClean="0"/>
              <a:t>breath</a:t>
            </a:r>
            <a:r>
              <a:rPr lang="fr-FR" dirty="0" smtClean="0"/>
              <a:t> I </a:t>
            </a:r>
            <a:r>
              <a:rPr lang="fr-FR" dirty="0" err="1" smtClean="0"/>
              <a:t>take,I</a:t>
            </a:r>
            <a:r>
              <a:rPr lang="fr-FR" dirty="0" smtClean="0"/>
              <a:t> </a:t>
            </a:r>
            <a:r>
              <a:rPr lang="fr-FR" dirty="0" err="1" smtClean="0"/>
              <a:t>will</a:t>
            </a:r>
            <a:r>
              <a:rPr lang="fr-FR" dirty="0" smtClean="0"/>
              <a:t> </a:t>
            </a:r>
            <a:r>
              <a:rPr lang="fr-FR" dirty="0" err="1" smtClean="0"/>
              <a:t>give</a:t>
            </a:r>
            <a:r>
              <a:rPr lang="fr-FR" dirty="0" smtClean="0"/>
              <a:t> </a:t>
            </a:r>
            <a:r>
              <a:rPr lang="fr-FR" dirty="0" err="1" smtClean="0"/>
              <a:t>thanks</a:t>
            </a:r>
            <a:r>
              <a:rPr lang="fr-FR" dirty="0" smtClean="0"/>
              <a:t> to </a:t>
            </a:r>
            <a:r>
              <a:rPr lang="fr-FR" dirty="0" err="1" smtClean="0"/>
              <a:t>God</a:t>
            </a:r>
            <a:r>
              <a:rPr lang="fr-FR" dirty="0" smtClean="0"/>
              <a:t> </a:t>
            </a:r>
            <a:r>
              <a:rPr lang="fr-FR" dirty="0" err="1" smtClean="0"/>
              <a:t>above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9-  TOUT LE TEMPS OÙ JE VIVRAI JE PARLERAI DE SON AMOUR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For as long as I </a:t>
            </a:r>
            <a:r>
              <a:rPr lang="fr-FR" dirty="0" err="1" smtClean="0"/>
              <a:t>shall</a:t>
            </a:r>
            <a:r>
              <a:rPr lang="fr-FR" dirty="0" smtClean="0"/>
              <a:t> live I </a:t>
            </a:r>
            <a:r>
              <a:rPr lang="fr-FR" dirty="0" err="1" smtClean="0"/>
              <a:t>will</a:t>
            </a:r>
            <a:r>
              <a:rPr lang="fr-FR" dirty="0" smtClean="0"/>
              <a:t> </a:t>
            </a:r>
            <a:r>
              <a:rPr lang="fr-FR" dirty="0" err="1" smtClean="0"/>
              <a:t>testify</a:t>
            </a:r>
            <a:r>
              <a:rPr lang="fr-FR" dirty="0" smtClean="0"/>
              <a:t> to love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10-  DES MONTAGNES JUSQU’AUX VALLÉES ET DES FLEUVES JUSQU’À LA MER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err="1" smtClean="0"/>
              <a:t>From</a:t>
            </a:r>
            <a:r>
              <a:rPr lang="fr-FR" dirty="0" smtClean="0"/>
              <a:t> the </a:t>
            </a:r>
            <a:r>
              <a:rPr lang="fr-FR" dirty="0" err="1" smtClean="0"/>
              <a:t>mountains</a:t>
            </a:r>
            <a:r>
              <a:rPr lang="fr-FR" dirty="0" smtClean="0"/>
              <a:t> to the </a:t>
            </a:r>
            <a:r>
              <a:rPr lang="fr-FR" dirty="0" err="1" smtClean="0"/>
              <a:t>valleys</a:t>
            </a:r>
            <a:r>
              <a:rPr lang="fr-FR" dirty="0" smtClean="0"/>
              <a:t>, </a:t>
            </a:r>
            <a:r>
              <a:rPr lang="fr-FR" dirty="0" err="1" smtClean="0"/>
              <a:t>From</a:t>
            </a:r>
            <a:r>
              <a:rPr lang="fr-FR" dirty="0" smtClean="0"/>
              <a:t> the </a:t>
            </a:r>
            <a:r>
              <a:rPr lang="fr-FR" dirty="0" err="1" smtClean="0"/>
              <a:t>rivers</a:t>
            </a:r>
            <a:r>
              <a:rPr lang="fr-FR" dirty="0" smtClean="0"/>
              <a:t> to the </a:t>
            </a:r>
            <a:r>
              <a:rPr lang="fr-FR" dirty="0" err="1" smtClean="0"/>
              <a:t>sea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11-  CHAQUE MAIN QUI SE MANIFESTE SE MANIFESTE POUR T’OFFRIR LA PAIX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err="1" smtClean="0"/>
              <a:t>Every</a:t>
            </a:r>
            <a:r>
              <a:rPr lang="fr-FR" dirty="0" smtClean="0"/>
              <a:t> hand </a:t>
            </a:r>
            <a:r>
              <a:rPr lang="fr-FR" dirty="0" err="1" smtClean="0"/>
              <a:t>that</a:t>
            </a:r>
            <a:r>
              <a:rPr lang="fr-FR" dirty="0" smtClean="0"/>
              <a:t> </a:t>
            </a:r>
            <a:r>
              <a:rPr lang="fr-FR" dirty="0" err="1" smtClean="0"/>
              <a:t>reaches</a:t>
            </a:r>
            <a:r>
              <a:rPr lang="fr-FR" dirty="0" smtClean="0"/>
              <a:t> out to </a:t>
            </a:r>
            <a:r>
              <a:rPr lang="fr-FR" dirty="0" err="1" smtClean="0"/>
              <a:t>offer</a:t>
            </a:r>
            <a:r>
              <a:rPr lang="fr-FR" dirty="0" smtClean="0"/>
              <a:t> </a:t>
            </a:r>
            <a:r>
              <a:rPr lang="fr-FR" dirty="0" err="1" smtClean="0"/>
              <a:t>peace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12-   CHAQUE GESTE DE TENDRESSE FAIT AVANCER SON ROYAUME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err="1" smtClean="0"/>
              <a:t>Every</a:t>
            </a:r>
            <a:r>
              <a:rPr lang="fr-FR" dirty="0" smtClean="0"/>
              <a:t> simple </a:t>
            </a:r>
            <a:r>
              <a:rPr lang="fr-FR" dirty="0" err="1" smtClean="0"/>
              <a:t>act</a:t>
            </a:r>
            <a:r>
              <a:rPr lang="fr-FR" dirty="0" smtClean="0"/>
              <a:t> of </a:t>
            </a:r>
            <a:r>
              <a:rPr lang="fr-FR" dirty="0" err="1" smtClean="0"/>
              <a:t>mercy</a:t>
            </a:r>
            <a:r>
              <a:rPr lang="fr-FR" dirty="0" smtClean="0"/>
              <a:t>, </a:t>
            </a:r>
            <a:r>
              <a:rPr lang="fr-FR" dirty="0" err="1" smtClean="0"/>
              <a:t>Every</a:t>
            </a:r>
            <a:r>
              <a:rPr lang="fr-FR" dirty="0" smtClean="0"/>
              <a:t> </a:t>
            </a:r>
            <a:r>
              <a:rPr lang="fr-FR" dirty="0" err="1" smtClean="0"/>
              <a:t>step</a:t>
            </a:r>
            <a:r>
              <a:rPr lang="fr-FR" dirty="0" smtClean="0"/>
              <a:t> to </a:t>
            </a:r>
            <a:r>
              <a:rPr lang="fr-FR" dirty="0" err="1" smtClean="0"/>
              <a:t>kingdom</a:t>
            </a:r>
            <a:r>
              <a:rPr lang="fr-FR" dirty="0" smtClean="0"/>
              <a:t> come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13-   L’AMOUR PRODUIT L’ESPOIR ET L’ESPOIR EST UN BAUME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All the Hope in </a:t>
            </a:r>
            <a:r>
              <a:rPr lang="fr-FR" dirty="0" err="1" smtClean="0"/>
              <a:t>every</a:t>
            </a:r>
            <a:r>
              <a:rPr lang="fr-FR" dirty="0" smtClean="0"/>
              <a:t> </a:t>
            </a:r>
            <a:r>
              <a:rPr lang="fr-FR" dirty="0" err="1" smtClean="0"/>
              <a:t>heart</a:t>
            </a:r>
            <a:r>
              <a:rPr lang="fr-FR" dirty="0" smtClean="0"/>
              <a:t> </a:t>
            </a:r>
            <a:r>
              <a:rPr lang="fr-FR" dirty="0" err="1" smtClean="0"/>
              <a:t>will</a:t>
            </a:r>
            <a:r>
              <a:rPr lang="fr-FR" dirty="0" smtClean="0"/>
              <a:t> </a:t>
            </a:r>
            <a:r>
              <a:rPr lang="fr-FR" dirty="0" err="1" smtClean="0"/>
              <a:t>speak</a:t>
            </a:r>
            <a:r>
              <a:rPr lang="fr-FR" dirty="0" smtClean="0"/>
              <a:t> </a:t>
            </a:r>
            <a:r>
              <a:rPr lang="fr-FR" dirty="0" err="1" smtClean="0"/>
              <a:t>what</a:t>
            </a:r>
            <a:r>
              <a:rPr lang="fr-FR" dirty="0" smtClean="0"/>
              <a:t> love has </a:t>
            </a:r>
            <a:r>
              <a:rPr lang="fr-FR" dirty="0" err="1" smtClean="0"/>
              <a:t>done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14-  AVEC CHAQUE SOUFFLE DE VIE JE PARLERAI DE SON AMOUR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For as long as I </a:t>
            </a:r>
            <a:r>
              <a:rPr lang="fr-FR" dirty="0" err="1" smtClean="0"/>
              <a:t>shall</a:t>
            </a:r>
            <a:r>
              <a:rPr lang="fr-FR" dirty="0" smtClean="0"/>
              <a:t> live I </a:t>
            </a:r>
            <a:r>
              <a:rPr lang="fr-FR" dirty="0" err="1" smtClean="0"/>
              <a:t>will</a:t>
            </a:r>
            <a:r>
              <a:rPr lang="fr-FR" dirty="0" smtClean="0"/>
              <a:t> </a:t>
            </a:r>
            <a:r>
              <a:rPr lang="fr-FR" dirty="0" err="1" smtClean="0"/>
              <a:t>testify</a:t>
            </a:r>
            <a:r>
              <a:rPr lang="fr-FR" dirty="0" smtClean="0"/>
              <a:t> to love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15- JE TE LOUERAI POUR TON AMOUR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2458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LES COULEURS DE L’ARC-EN-CIEL TOUTES LES VOIX DANS LE VENT</a:t>
            </a:r>
          </a:p>
          <a:p>
            <a:r>
              <a:rPr lang="fr-FR" smtClean="0"/>
              <a:t>All the colors of the rainbow, All the voices of the wind</a:t>
            </a:r>
          </a:p>
          <a:p>
            <a:endParaRPr lang="fr-FR" smtClean="0"/>
          </a:p>
          <a:p>
            <a:r>
              <a:rPr lang="fr-FR" smtClean="0"/>
              <a:t>2-  CHAQUE RÊVE QUI SE MANIFESTE SE MANIFESTE EN VERTU DE L’AMOUR</a:t>
            </a:r>
          </a:p>
          <a:p>
            <a:r>
              <a:rPr lang="fr-FR" smtClean="0"/>
              <a:t>Every dream that reaches out, That reaches out to find where love begins</a:t>
            </a:r>
          </a:p>
          <a:p>
            <a:endParaRPr lang="fr-FR" smtClean="0"/>
          </a:p>
          <a:p>
            <a:r>
              <a:rPr lang="fr-FR" smtClean="0"/>
              <a:t>3-  CHAQUE MOT DE CHAQUE HISTOIRE CHAQUE ÉTOILE DE CHAQUE CIEL</a:t>
            </a:r>
          </a:p>
          <a:p>
            <a:r>
              <a:rPr lang="fr-FR" smtClean="0"/>
              <a:t>Every word of every story, Every star in every sky</a:t>
            </a:r>
          </a:p>
          <a:p>
            <a:endParaRPr lang="fr-FR" smtClean="0"/>
          </a:p>
          <a:p>
            <a:r>
              <a:rPr lang="fr-FR" smtClean="0"/>
              <a:t>4-  CHAQUE COIN DE LA CRÉATION VIT POUR TÉMOIGNER</a:t>
            </a:r>
          </a:p>
          <a:p>
            <a:r>
              <a:rPr lang="fr-FR" smtClean="0"/>
              <a:t>Every corner of creation, lives to testify</a:t>
            </a:r>
          </a:p>
          <a:p>
            <a:endParaRPr lang="fr-FR" smtClean="0"/>
          </a:p>
          <a:p>
            <a:r>
              <a:rPr lang="fr-FR" smtClean="0"/>
              <a:t>	5-  TOUT LE TEMPS OÙ JE VIVRAI JE PARLERAI DE SON AMOUR </a:t>
            </a:r>
          </a:p>
          <a:p>
            <a:r>
              <a:rPr lang="fr-FR" smtClean="0"/>
              <a:t>	For as long as I shall live I will testify to love</a:t>
            </a:r>
          </a:p>
          <a:p>
            <a:endParaRPr lang="fr-FR" smtClean="0"/>
          </a:p>
          <a:p>
            <a:r>
              <a:rPr lang="fr-FR" smtClean="0"/>
              <a:t>	6-  JE PARLERAI DANS LE SILENCE</a:t>
            </a:r>
          </a:p>
          <a:p>
            <a:r>
              <a:rPr lang="fr-FR" smtClean="0"/>
              <a:t>	I'll be a witness in the silences</a:t>
            </a:r>
          </a:p>
          <a:p>
            <a:endParaRPr lang="fr-FR" smtClean="0"/>
          </a:p>
          <a:p>
            <a:r>
              <a:rPr lang="fr-FR" smtClean="0"/>
              <a:t>	7-  LORSQUE LES CŒURS SONT TROP DURS</a:t>
            </a:r>
          </a:p>
          <a:p>
            <a:r>
              <a:rPr lang="fr-FR" smtClean="0"/>
              <a:t>	 when words are not enough</a:t>
            </a:r>
          </a:p>
          <a:p>
            <a:endParaRPr lang="fr-FR" smtClean="0"/>
          </a:p>
          <a:p>
            <a:r>
              <a:rPr lang="fr-FR" smtClean="0"/>
              <a:t>	8-  AVEC CHAQUE SOUFFLE DE VIE JE LE LOUERAI CHAQUE JOUR</a:t>
            </a:r>
          </a:p>
          <a:p>
            <a:r>
              <a:rPr lang="fr-FR" smtClean="0"/>
              <a:t>	With every breath I take,I will give thanks to God above</a:t>
            </a:r>
          </a:p>
          <a:p>
            <a:endParaRPr lang="fr-FR" smtClean="0"/>
          </a:p>
          <a:p>
            <a:r>
              <a:rPr lang="fr-FR" smtClean="0"/>
              <a:t>	9-  TOUT LE TEMPS OÙ JE VIVRAI JE PARLERAI DE SON AMOUR</a:t>
            </a:r>
          </a:p>
          <a:p>
            <a:r>
              <a:rPr lang="fr-FR" smtClean="0"/>
              <a:t>	For as long as I shall live I will testify to love</a:t>
            </a:r>
          </a:p>
          <a:p>
            <a:endParaRPr lang="fr-FR" smtClean="0"/>
          </a:p>
          <a:p>
            <a:r>
              <a:rPr lang="fr-FR" smtClean="0"/>
              <a:t>10-  DES MONTAGNES JUSQU’AUX VALLÉES ET DES FLEUVES JUSQU’À LA MER</a:t>
            </a:r>
          </a:p>
          <a:p>
            <a:r>
              <a:rPr lang="fr-FR" smtClean="0"/>
              <a:t>From the mountains to the valleys, From the rivers to the sea</a:t>
            </a:r>
          </a:p>
          <a:p>
            <a:endParaRPr lang="fr-FR" smtClean="0"/>
          </a:p>
          <a:p>
            <a:r>
              <a:rPr lang="fr-FR" smtClean="0"/>
              <a:t>11-  CHAQUE MAIN QUI SE MANIFESTE SE MANIFESTE POUR T’OFFRIR LA PAIX</a:t>
            </a:r>
          </a:p>
          <a:p>
            <a:r>
              <a:rPr lang="fr-FR" smtClean="0"/>
              <a:t>Every hand that reaches out to offer peace</a:t>
            </a:r>
          </a:p>
          <a:p>
            <a:endParaRPr lang="fr-FR" smtClean="0"/>
          </a:p>
          <a:p>
            <a:r>
              <a:rPr lang="fr-FR" smtClean="0"/>
              <a:t>12-   CHAQUE GESTE DE TENDRESSE FAIT AVANCER SON ROYAUME</a:t>
            </a:r>
          </a:p>
          <a:p>
            <a:r>
              <a:rPr lang="fr-FR" smtClean="0"/>
              <a:t>Every simple act of mercy, Every step to kingdom come </a:t>
            </a:r>
          </a:p>
          <a:p>
            <a:endParaRPr lang="fr-FR" smtClean="0"/>
          </a:p>
          <a:p>
            <a:r>
              <a:rPr lang="fr-FR" smtClean="0"/>
              <a:t>13-   L’AMOUR PRODUIT L’ESPOIR ET L’ESPOIR EST UN BAUME</a:t>
            </a:r>
          </a:p>
          <a:p>
            <a:r>
              <a:rPr lang="fr-FR" smtClean="0"/>
              <a:t>All the Hope in every heart will speak what love has done</a:t>
            </a:r>
          </a:p>
          <a:p>
            <a:endParaRPr lang="fr-FR" smtClean="0"/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14-  AVEC CHAQUE SOUFFLE DE VIE JE PARLERAI DE SON AMOUR</a:t>
            </a:r>
          </a:p>
          <a:p>
            <a:r>
              <a:rPr lang="fr-FR" smtClean="0"/>
              <a:t>For as long as I shall live I will testify to love</a:t>
            </a:r>
          </a:p>
          <a:p>
            <a:endParaRPr lang="fr-FR" smtClean="0"/>
          </a:p>
          <a:p>
            <a:r>
              <a:rPr lang="fr-FR" smtClean="0"/>
              <a:t>15- JE TE LOUERAI POUR TON AMOUR</a:t>
            </a:r>
          </a:p>
          <a:p>
            <a:endParaRPr lang="fr-FR" smtClean="0"/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LES COULEURS DE L’ARC-EN-CIEL TOUTES LES VOIX DANS LE VENT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All the colors of the rainbow, All the voices of the wind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CHAQUE RÊVE QUI SE MANIFESTE SE MANIFESTE EN VERTU DE L’AMOUR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Every dream that reaches out, That reaches out to find where love begins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CHAQUE MOT DE CHAQUE HISTOIRE CHAQUE ÉTOILE DE CHAQUE CIEL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Every word of every story, Every star in every sky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CHAQUE COIN DE LA CRÉATION VIT POUR TÉMOIGNER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Every corner of creation, lives to testify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5-  TOUT LE TEMPS OÙ JE VIVRAI JE PARLERAI DE SON AMOUR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For as long as I shall live I will testify to love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6-  JE PARLERAI DANS LE SILENCE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I'll be a witness in the silences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7-  LORSQUE LES CŒURS SONT TROP DURS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when words are not enough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8-  AVEC CHAQUE SOUFFLE DE VIE JE LE LOUERAI CHAQUE JOUR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With every breath I take,I will give thanks to God above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9-  TOUT LE TEMPS OÙ JE VIVRAI JE PARLERAI DE SON AMOUR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For as long as I shall live I will testify to love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DES MONTAGNES JUSQU’AUX VALLÉES ET DES FLEUVES JUSQU’À LA MER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From the mountains to the valleys, From the rivers to the sea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CHAQUE MAIN QUI SE MANIFESTE SE MANIFESTE POUR T’OFFRIR LA PAIX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Every hand that reaches out to offer peace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 CHAQUE GESTE DE TENDRESSE FAIT AVANCER SON ROYAUME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Every simple act of mercy, Every step to kingdom come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 L’AMOUR PRODUIT L’ESPOIR ET L’ESPOIR EST UN BAUME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All the Hope in every heart will speak what love has done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AVEC CHAQUE SOUFFLE DE VIE JE PARLERAI DE SON AMOUR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For as long as I shall live I will testify to love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JE TE LOUERAI POUR TON AMOUR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LES COULEURS DE L’ARC-EN-CIEL TOUTES LES VOIX DANS LE VENT</a:t>
            </a:r>
          </a:p>
          <a:p>
            <a:r>
              <a:rPr lang="fr-FR" smtClean="0"/>
              <a:t>All the colors of the rainbow, All the voices of the wind</a:t>
            </a:r>
          </a:p>
          <a:p>
            <a:endParaRPr lang="fr-FR" smtClean="0"/>
          </a:p>
          <a:p>
            <a:r>
              <a:rPr lang="fr-FR" smtClean="0"/>
              <a:t>2-  CHAQUE RÊVE QUI SE MANIFESTE SE MANIFESTE EN VERTU DE L’AMOUR</a:t>
            </a:r>
          </a:p>
          <a:p>
            <a:r>
              <a:rPr lang="fr-FR" smtClean="0"/>
              <a:t>Every dream that reaches out, That reaches out to find where love begins</a:t>
            </a:r>
          </a:p>
          <a:p>
            <a:endParaRPr lang="fr-FR" smtClean="0"/>
          </a:p>
          <a:p>
            <a:r>
              <a:rPr lang="fr-FR" smtClean="0"/>
              <a:t>3-  CHAQUE MOT DE CHAQUE HISTOIRE CHAQUE ÉTOILE DE CHAQUE CIEL</a:t>
            </a:r>
          </a:p>
          <a:p>
            <a:r>
              <a:rPr lang="fr-FR" smtClean="0"/>
              <a:t>Every word of every story, Every star in every sky</a:t>
            </a:r>
          </a:p>
          <a:p>
            <a:endParaRPr lang="fr-FR" smtClean="0"/>
          </a:p>
          <a:p>
            <a:r>
              <a:rPr lang="fr-FR" smtClean="0"/>
              <a:t>4-  CHAQUE COIN DE LA CRÉATION VIT POUR TÉMOIGNER</a:t>
            </a:r>
          </a:p>
          <a:p>
            <a:r>
              <a:rPr lang="fr-FR" smtClean="0"/>
              <a:t>Every corner of creation, lives to testify</a:t>
            </a:r>
          </a:p>
          <a:p>
            <a:endParaRPr lang="fr-FR" smtClean="0"/>
          </a:p>
          <a:p>
            <a:r>
              <a:rPr lang="fr-FR" smtClean="0"/>
              <a:t>	5-  TOUT LE TEMPS OÙ JE VIVRAI JE PARLERAI DE SON AMOUR </a:t>
            </a:r>
          </a:p>
          <a:p>
            <a:r>
              <a:rPr lang="fr-FR" smtClean="0"/>
              <a:t>	For as long as I shall live I will testify to love</a:t>
            </a:r>
          </a:p>
          <a:p>
            <a:endParaRPr lang="fr-FR" smtClean="0"/>
          </a:p>
          <a:p>
            <a:r>
              <a:rPr lang="fr-FR" smtClean="0"/>
              <a:t>	6-  JE PARLERAI DANS LE SILENCE</a:t>
            </a:r>
          </a:p>
          <a:p>
            <a:r>
              <a:rPr lang="fr-FR" smtClean="0"/>
              <a:t>	I'll be a witness in the silences</a:t>
            </a:r>
          </a:p>
          <a:p>
            <a:endParaRPr lang="fr-FR" smtClean="0"/>
          </a:p>
          <a:p>
            <a:r>
              <a:rPr lang="fr-FR" smtClean="0"/>
              <a:t>	7-  LORSQUE LES CŒURS SONT TROP DURS</a:t>
            </a:r>
          </a:p>
          <a:p>
            <a:r>
              <a:rPr lang="fr-FR" smtClean="0"/>
              <a:t>	 when words are not enough</a:t>
            </a:r>
          </a:p>
          <a:p>
            <a:endParaRPr lang="fr-FR" smtClean="0"/>
          </a:p>
          <a:p>
            <a:r>
              <a:rPr lang="fr-FR" smtClean="0"/>
              <a:t>	8-  AVEC CHAQUE SOUFFLE DE VIE JE LE LOUERAI CHAQUE JOUR</a:t>
            </a:r>
          </a:p>
          <a:p>
            <a:r>
              <a:rPr lang="fr-FR" smtClean="0"/>
              <a:t>	With every breath I take,I will give thanks to God above</a:t>
            </a:r>
          </a:p>
          <a:p>
            <a:endParaRPr lang="fr-FR" smtClean="0"/>
          </a:p>
          <a:p>
            <a:r>
              <a:rPr lang="fr-FR" smtClean="0"/>
              <a:t>	9-  TOUT LE TEMPS OÙ JE VIVRAI JE PARLERAI DE SON AMOUR</a:t>
            </a:r>
          </a:p>
          <a:p>
            <a:r>
              <a:rPr lang="fr-FR" smtClean="0"/>
              <a:t>	For as long as I shall live I will testify to love</a:t>
            </a:r>
          </a:p>
          <a:p>
            <a:endParaRPr lang="fr-FR" smtClean="0"/>
          </a:p>
          <a:p>
            <a:r>
              <a:rPr lang="fr-FR" smtClean="0"/>
              <a:t>10-  DES MONTAGNES JUSQU’AUX VALLÉES ET DES FLEUVES JUSQU’À LA MER</a:t>
            </a:r>
          </a:p>
          <a:p>
            <a:r>
              <a:rPr lang="fr-FR" smtClean="0"/>
              <a:t>From the mountains to the valleys, From the rivers to the sea</a:t>
            </a:r>
          </a:p>
          <a:p>
            <a:endParaRPr lang="fr-FR" smtClean="0"/>
          </a:p>
          <a:p>
            <a:r>
              <a:rPr lang="fr-FR" smtClean="0"/>
              <a:t>11-  CHAQUE MAIN QUI SE MANIFESTE SE MANIFESTE POUR T’OFFRIR LA PAIX</a:t>
            </a:r>
          </a:p>
          <a:p>
            <a:r>
              <a:rPr lang="fr-FR" smtClean="0"/>
              <a:t>Every hand that reaches out to offer peace</a:t>
            </a:r>
          </a:p>
          <a:p>
            <a:endParaRPr lang="fr-FR" smtClean="0"/>
          </a:p>
          <a:p>
            <a:r>
              <a:rPr lang="fr-FR" smtClean="0"/>
              <a:t>12-   CHAQUE GESTE DE TENDRESSE FAIT AVANCER SON ROYAUME</a:t>
            </a:r>
          </a:p>
          <a:p>
            <a:r>
              <a:rPr lang="fr-FR" smtClean="0"/>
              <a:t>Every simple act of mercy, Every step to kingdom come </a:t>
            </a:r>
          </a:p>
          <a:p>
            <a:endParaRPr lang="fr-FR" smtClean="0"/>
          </a:p>
          <a:p>
            <a:r>
              <a:rPr lang="fr-FR" smtClean="0"/>
              <a:t>13-   L’AMOUR PRODUIT L’ESPOIR ET L’ESPOIR EST UN BAUME</a:t>
            </a:r>
          </a:p>
          <a:p>
            <a:r>
              <a:rPr lang="fr-FR" smtClean="0"/>
              <a:t>All the Hope in every heart will speak what love has done</a:t>
            </a:r>
          </a:p>
          <a:p>
            <a:endParaRPr lang="fr-FR" smtClean="0"/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14-  AVEC CHAQUE SOUFFLE DE VIE JE PARLERAI DE SON AMOUR</a:t>
            </a:r>
          </a:p>
          <a:p>
            <a:r>
              <a:rPr lang="fr-FR" smtClean="0"/>
              <a:t>For as long as I shall live I will testify to love</a:t>
            </a:r>
          </a:p>
          <a:p>
            <a:endParaRPr lang="fr-FR" smtClean="0"/>
          </a:p>
          <a:p>
            <a:r>
              <a:rPr lang="fr-FR" smtClean="0"/>
              <a:t>15- JE TE LOUERAI POUR TON AMOUR</a:t>
            </a:r>
          </a:p>
          <a:p>
            <a:endParaRPr lang="fr-FR" smtClean="0"/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LES COULEURS DE L’ARC-EN-CIEL TOUTES LES VOIX DANS LE VENT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All the colors of the rainbow, All the voices of the wind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CHAQUE RÊVE QUI SE MANIFESTE SE MANIFESTE EN VERTU DE L’AMOUR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Every dream that reaches out, That reaches out to find where love begins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CHAQUE MOT DE CHAQUE HISTOIRE CHAQUE ÉTOILE DE CHAQUE CIEL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Every word of every story, Every star in every sky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CHAQUE COIN DE LA CRÉATION VIT POUR TÉMOIGNER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Every corner of creation, lives to testify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5-  TOUT LE TEMPS OÙ JE VIVRAI JE PARLERAI DE SON AMOUR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For as long as I shall live I will testify to love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6-  JE PARLERAI DANS LE SILENCE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I'll be a witness in the silences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7-  LORSQUE LES CŒURS SONT TROP DURS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when words are not enough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8-  AVEC CHAQUE SOUFFLE DE VIE JE LE LOUERAI CHAQUE JOUR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With every breath I take,I will give thanks to God above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9-  TOUT LE TEMPS OÙ JE VIVRAI JE PARLERAI DE SON AMOUR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For as long as I shall live I will testify to love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DES MONTAGNES JUSQU’AUX VALLÉES ET DES FLEUVES JUSQU’À LA MER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From the mountains to the valleys, From the rivers to the sea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CHAQUE MAIN QUI SE MANIFESTE SE MANIFESTE POUR T’OFFRIR LA PAIX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Every hand that reaches out to offer peace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 CHAQUE GESTE DE TENDRESSE FAIT AVANCER SON ROYAUME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Every simple act of mercy, Every step to kingdom come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 L’AMOUR PRODUIT L’ESPOIR ET L’ESPOIR EST UN BAUME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All the Hope in every heart will speak what love has done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AVEC CHAQUE SOUFFLE DE VIE JE PARLERAI DE SON AMOUR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For as long as I shall live I will testify to love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JE TE LOUERAI POUR TON AMOUR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LES COULEURS DE L’ARC-EN-CIEL TOUTES LES VOIX DANS LE VENT</a:t>
            </a:r>
          </a:p>
          <a:p>
            <a:r>
              <a:rPr lang="fr-FR" smtClean="0"/>
              <a:t>All the colors of the rainbow, All the voices of the wind</a:t>
            </a:r>
          </a:p>
          <a:p>
            <a:endParaRPr lang="fr-FR" smtClean="0"/>
          </a:p>
          <a:p>
            <a:r>
              <a:rPr lang="fr-FR" smtClean="0"/>
              <a:t>2-  CHAQUE RÊVE QUI SE MANIFESTE SE MANIFESTE EN VERTU DE L’AMOUR</a:t>
            </a:r>
          </a:p>
          <a:p>
            <a:r>
              <a:rPr lang="fr-FR" smtClean="0"/>
              <a:t>Every dream that reaches out, That reaches out to find where love begins</a:t>
            </a:r>
          </a:p>
          <a:p>
            <a:endParaRPr lang="fr-FR" smtClean="0"/>
          </a:p>
          <a:p>
            <a:r>
              <a:rPr lang="fr-FR" smtClean="0"/>
              <a:t>3-  CHAQUE MOT DE CHAQUE HISTOIRE CHAQUE ÉTOILE DE CHAQUE CIEL</a:t>
            </a:r>
          </a:p>
          <a:p>
            <a:r>
              <a:rPr lang="fr-FR" smtClean="0"/>
              <a:t>Every word of every story, Every star in every sky</a:t>
            </a:r>
          </a:p>
          <a:p>
            <a:endParaRPr lang="fr-FR" smtClean="0"/>
          </a:p>
          <a:p>
            <a:r>
              <a:rPr lang="fr-FR" smtClean="0"/>
              <a:t>4-  CHAQUE COIN DE LA CRÉATION VIT POUR TÉMOIGNER</a:t>
            </a:r>
          </a:p>
          <a:p>
            <a:r>
              <a:rPr lang="fr-FR" smtClean="0"/>
              <a:t>Every corner of creation, lives to testify</a:t>
            </a:r>
          </a:p>
          <a:p>
            <a:endParaRPr lang="fr-FR" smtClean="0"/>
          </a:p>
          <a:p>
            <a:r>
              <a:rPr lang="fr-FR" smtClean="0"/>
              <a:t>	5-  TOUT LE TEMPS OÙ JE VIVRAI JE PARLERAI DE SON AMOUR </a:t>
            </a:r>
          </a:p>
          <a:p>
            <a:r>
              <a:rPr lang="fr-FR" smtClean="0"/>
              <a:t>	For as long as I shall live I will testify to love</a:t>
            </a:r>
          </a:p>
          <a:p>
            <a:endParaRPr lang="fr-FR" smtClean="0"/>
          </a:p>
          <a:p>
            <a:r>
              <a:rPr lang="fr-FR" smtClean="0"/>
              <a:t>	6-  JE PARLERAI DANS LE SILENCE</a:t>
            </a:r>
          </a:p>
          <a:p>
            <a:r>
              <a:rPr lang="fr-FR" smtClean="0"/>
              <a:t>	I'll be a witness in the silences</a:t>
            </a:r>
          </a:p>
          <a:p>
            <a:endParaRPr lang="fr-FR" smtClean="0"/>
          </a:p>
          <a:p>
            <a:r>
              <a:rPr lang="fr-FR" smtClean="0"/>
              <a:t>	7-  LORSQUE LES CŒURS SONT TROP DURS</a:t>
            </a:r>
          </a:p>
          <a:p>
            <a:r>
              <a:rPr lang="fr-FR" smtClean="0"/>
              <a:t>	 when words are not enough</a:t>
            </a:r>
          </a:p>
          <a:p>
            <a:endParaRPr lang="fr-FR" smtClean="0"/>
          </a:p>
          <a:p>
            <a:r>
              <a:rPr lang="fr-FR" smtClean="0"/>
              <a:t>	8-  AVEC CHAQUE SOUFFLE DE VIE JE LE LOUERAI CHAQUE JOUR</a:t>
            </a:r>
          </a:p>
          <a:p>
            <a:r>
              <a:rPr lang="fr-FR" smtClean="0"/>
              <a:t>	With every breath I take,I will give thanks to God above</a:t>
            </a:r>
          </a:p>
          <a:p>
            <a:endParaRPr lang="fr-FR" smtClean="0"/>
          </a:p>
          <a:p>
            <a:r>
              <a:rPr lang="fr-FR" smtClean="0"/>
              <a:t>	9-  TOUT LE TEMPS OÙ JE VIVRAI JE PARLERAI DE SON AMOUR</a:t>
            </a:r>
          </a:p>
          <a:p>
            <a:r>
              <a:rPr lang="fr-FR" smtClean="0"/>
              <a:t>	For as long as I shall live I will testify to love</a:t>
            </a:r>
          </a:p>
          <a:p>
            <a:endParaRPr lang="fr-FR" smtClean="0"/>
          </a:p>
          <a:p>
            <a:r>
              <a:rPr lang="fr-FR" smtClean="0"/>
              <a:t>10-  DES MONTAGNES JUSQU’AUX VALLÉES ET DES FLEUVES JUSQU’À LA MER</a:t>
            </a:r>
          </a:p>
          <a:p>
            <a:r>
              <a:rPr lang="fr-FR" smtClean="0"/>
              <a:t>From the mountains to the valleys, From the rivers to the sea</a:t>
            </a:r>
          </a:p>
          <a:p>
            <a:endParaRPr lang="fr-FR" smtClean="0"/>
          </a:p>
          <a:p>
            <a:r>
              <a:rPr lang="fr-FR" smtClean="0"/>
              <a:t>11-  CHAQUE MAIN QUI SE MANIFESTE SE MANIFESTE POUR T’OFFRIR LA PAIX</a:t>
            </a:r>
          </a:p>
          <a:p>
            <a:r>
              <a:rPr lang="fr-FR" smtClean="0"/>
              <a:t>Every hand that reaches out to offer peace</a:t>
            </a:r>
          </a:p>
          <a:p>
            <a:endParaRPr lang="fr-FR" smtClean="0"/>
          </a:p>
          <a:p>
            <a:r>
              <a:rPr lang="fr-FR" smtClean="0"/>
              <a:t>12-   CHAQUE GESTE DE TENDRESSE FAIT AVANCER SON ROYAUME</a:t>
            </a:r>
          </a:p>
          <a:p>
            <a:r>
              <a:rPr lang="fr-FR" smtClean="0"/>
              <a:t>Every simple act of mercy, Every step to kingdom come </a:t>
            </a:r>
          </a:p>
          <a:p>
            <a:endParaRPr lang="fr-FR" smtClean="0"/>
          </a:p>
          <a:p>
            <a:r>
              <a:rPr lang="fr-FR" smtClean="0"/>
              <a:t>13-   L’AMOUR PRODUIT L’ESPOIR ET L’ESPOIR EST UN BAUME</a:t>
            </a:r>
          </a:p>
          <a:p>
            <a:r>
              <a:rPr lang="fr-FR" smtClean="0"/>
              <a:t>All the Hope in every heart will speak what love has done</a:t>
            </a:r>
          </a:p>
          <a:p>
            <a:endParaRPr lang="fr-FR" smtClean="0"/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14-  AVEC CHAQUE SOUFFLE DE VIE JE PARLERAI DE SON AMOUR</a:t>
            </a:r>
          </a:p>
          <a:p>
            <a:r>
              <a:rPr lang="fr-FR" smtClean="0"/>
              <a:t>For as long as I shall live I will testify to love</a:t>
            </a:r>
          </a:p>
          <a:p>
            <a:endParaRPr lang="fr-FR" smtClean="0"/>
          </a:p>
          <a:p>
            <a:r>
              <a:rPr lang="fr-FR" smtClean="0"/>
              <a:t>15- JE TE LOUERAI POUR TON AMOUR</a:t>
            </a:r>
          </a:p>
          <a:p>
            <a:endParaRPr lang="fr-FR" smtClean="0"/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LES COULEURS DE L’ARC-EN-CIEL TOUTES LES VOIX DANS LE VENT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All the colors of the rainbow, All the voices of the wind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CHAQUE RÊVE QUI SE MANIFESTE SE MANIFESTE EN VERTU DE L’AMOUR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Every dream that reaches out, That reaches out to find where love begins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CHAQUE MOT DE CHAQUE HISTOIRE CHAQUE ÉTOILE DE CHAQUE CIEL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Every word of every story, Every star in every sky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CHAQUE COIN DE LA CRÉATION VIT POUR TÉMOIGNER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Every corner of creation, lives to testify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5-  TOUT LE TEMPS OÙ JE VIVRAI JE PARLERAI DE SON AMOUR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For as long as I shall live I will testify to love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6-  JE PARLERAI DANS LE SILENCE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I'll be a witness in the silences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7-  LORSQUE LES CŒURS SONT TROP DURS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when words are not enough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8-  AVEC CHAQUE SOUFFLE DE VIE JE LE LOUERAI CHAQUE JOUR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With every breath I take,I will give thanks to God above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9-  TOUT LE TEMPS OÙ JE VIVRAI JE PARLERAI DE SON AMOUR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For as long as I shall live I will testify to love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DES MONTAGNES JUSQU’AUX VALLÉES ET DES FLEUVES JUSQU’À LA MER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From the mountains to the valleys, From the rivers to the sea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CHAQUE MAIN QUI SE MANIFESTE SE MANIFESTE POUR T’OFFRIR LA PAIX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Every hand that reaches out to offer peace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 CHAQUE GESTE DE TENDRESSE FAIT AVANCER SON ROYAUME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Every simple act of mercy, Every step to kingdom come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 L’AMOUR PRODUIT L’ESPOIR ET L’ESPOIR EST UN BAUME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All the Hope in every heart will speak what love has done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AVEC CHAQUE SOUFFLE DE VIE JE PARLERAI DE SON AMOUR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For as long as I shall live I will testify to love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JE TE LOUERAI POUR TON AMOUR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</p:txBody>
      </p:sp>
      <p:sp>
        <p:nvSpPr>
          <p:cNvPr id="2765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LES COULEURS DE L’ARC-EN-CIEL TOUTES LES VOIX DANS LE VENT</a:t>
            </a:r>
          </a:p>
          <a:p>
            <a:r>
              <a:rPr lang="fr-FR" smtClean="0"/>
              <a:t>All the colors of the rainbow, All the voices of the wind</a:t>
            </a:r>
          </a:p>
          <a:p>
            <a:endParaRPr lang="fr-FR" smtClean="0"/>
          </a:p>
          <a:p>
            <a:r>
              <a:rPr lang="fr-FR" smtClean="0"/>
              <a:t>2-  CHAQUE RÊVE QUI SE MANIFESTE SE MANIFESTE EN VERTU DE L’AMOUR</a:t>
            </a:r>
          </a:p>
          <a:p>
            <a:r>
              <a:rPr lang="fr-FR" smtClean="0"/>
              <a:t>Every dream that reaches out, That reaches out to find where love begins</a:t>
            </a:r>
          </a:p>
          <a:p>
            <a:endParaRPr lang="fr-FR" smtClean="0"/>
          </a:p>
          <a:p>
            <a:r>
              <a:rPr lang="fr-FR" smtClean="0"/>
              <a:t>3-  CHAQUE MOT DE CHAQUE HISTOIRE CHAQUE ÉTOILE DE CHAQUE CIEL</a:t>
            </a:r>
          </a:p>
          <a:p>
            <a:r>
              <a:rPr lang="fr-FR" smtClean="0"/>
              <a:t>Every word of every story, Every star in every sky</a:t>
            </a:r>
          </a:p>
          <a:p>
            <a:endParaRPr lang="fr-FR" smtClean="0"/>
          </a:p>
          <a:p>
            <a:r>
              <a:rPr lang="fr-FR" smtClean="0"/>
              <a:t>4-  CHAQUE COIN DE LA CRÉATION VIT POUR TÉMOIGNER</a:t>
            </a:r>
          </a:p>
          <a:p>
            <a:r>
              <a:rPr lang="fr-FR" smtClean="0"/>
              <a:t>Every corner of creation, lives to testify</a:t>
            </a:r>
          </a:p>
          <a:p>
            <a:endParaRPr lang="fr-FR" smtClean="0"/>
          </a:p>
          <a:p>
            <a:r>
              <a:rPr lang="fr-FR" smtClean="0"/>
              <a:t>	5-  TOUT LE TEMPS OÙ JE VIVRAI JE PARLERAI DE SON AMOUR </a:t>
            </a:r>
          </a:p>
          <a:p>
            <a:r>
              <a:rPr lang="fr-FR" smtClean="0"/>
              <a:t>	For as long as I shall live I will testify to love</a:t>
            </a:r>
          </a:p>
          <a:p>
            <a:endParaRPr lang="fr-FR" smtClean="0"/>
          </a:p>
          <a:p>
            <a:r>
              <a:rPr lang="fr-FR" smtClean="0"/>
              <a:t>	6-  JE PARLERAI DANS LE SILENCE</a:t>
            </a:r>
          </a:p>
          <a:p>
            <a:r>
              <a:rPr lang="fr-FR" smtClean="0"/>
              <a:t>	I'll be a witness in the silences</a:t>
            </a:r>
          </a:p>
          <a:p>
            <a:endParaRPr lang="fr-FR" smtClean="0"/>
          </a:p>
          <a:p>
            <a:r>
              <a:rPr lang="fr-FR" smtClean="0"/>
              <a:t>	7-  LORSQUE LES CŒURS SONT TROP DURS</a:t>
            </a:r>
          </a:p>
          <a:p>
            <a:r>
              <a:rPr lang="fr-FR" smtClean="0"/>
              <a:t>	 when words are not enough</a:t>
            </a:r>
          </a:p>
          <a:p>
            <a:endParaRPr lang="fr-FR" smtClean="0"/>
          </a:p>
          <a:p>
            <a:r>
              <a:rPr lang="fr-FR" smtClean="0"/>
              <a:t>	8-  AVEC CHAQUE SOUFFLE DE VIE JE LE LOUERAI CHAQUE JOUR</a:t>
            </a:r>
          </a:p>
          <a:p>
            <a:r>
              <a:rPr lang="fr-FR" smtClean="0"/>
              <a:t>	With every breath I take,I will give thanks to God above</a:t>
            </a:r>
          </a:p>
          <a:p>
            <a:endParaRPr lang="fr-FR" smtClean="0"/>
          </a:p>
          <a:p>
            <a:r>
              <a:rPr lang="fr-FR" smtClean="0"/>
              <a:t>	9-  TOUT LE TEMPS OÙ JE VIVRAI JE PARLERAI DE SON AMOUR</a:t>
            </a:r>
          </a:p>
          <a:p>
            <a:r>
              <a:rPr lang="fr-FR" smtClean="0"/>
              <a:t>	For as long as I shall live I will testify to love</a:t>
            </a:r>
          </a:p>
          <a:p>
            <a:endParaRPr lang="fr-FR" smtClean="0"/>
          </a:p>
          <a:p>
            <a:r>
              <a:rPr lang="fr-FR" smtClean="0"/>
              <a:t>10-  DES MONTAGNES JUSQU’AUX VALLÉES ET DES FLEUVES JUSQU’À LA MER</a:t>
            </a:r>
          </a:p>
          <a:p>
            <a:r>
              <a:rPr lang="fr-FR" smtClean="0"/>
              <a:t>From the mountains to the valleys, From the rivers to the sea</a:t>
            </a:r>
          </a:p>
          <a:p>
            <a:endParaRPr lang="fr-FR" smtClean="0"/>
          </a:p>
          <a:p>
            <a:r>
              <a:rPr lang="fr-FR" smtClean="0"/>
              <a:t>11-  CHAQUE MAIN QUI SE MANIFESTE SE MANIFESTE POUR T’OFFRIR LA PAIX</a:t>
            </a:r>
          </a:p>
          <a:p>
            <a:r>
              <a:rPr lang="fr-FR" smtClean="0"/>
              <a:t>Every hand that reaches out to offer peace</a:t>
            </a:r>
          </a:p>
          <a:p>
            <a:endParaRPr lang="fr-FR" smtClean="0"/>
          </a:p>
          <a:p>
            <a:r>
              <a:rPr lang="fr-FR" smtClean="0"/>
              <a:t>12-   CHAQUE GESTE DE TENDRESSE FAIT AVANCER SON ROYAUME</a:t>
            </a:r>
          </a:p>
          <a:p>
            <a:r>
              <a:rPr lang="fr-FR" smtClean="0"/>
              <a:t>Every simple act of mercy, Every step to kingdom come </a:t>
            </a:r>
          </a:p>
          <a:p>
            <a:endParaRPr lang="fr-FR" smtClean="0"/>
          </a:p>
          <a:p>
            <a:r>
              <a:rPr lang="fr-FR" smtClean="0"/>
              <a:t>13-   L’AMOUR PRODUIT L’ESPOIR ET L’ESPOIR EST UN BAUME</a:t>
            </a:r>
          </a:p>
          <a:p>
            <a:r>
              <a:rPr lang="fr-FR" smtClean="0"/>
              <a:t>All the Hope in every heart will speak what love has done</a:t>
            </a:r>
          </a:p>
          <a:p>
            <a:endParaRPr lang="fr-FR" smtClean="0"/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14-  AVEC CHAQUE SOUFFLE DE VIE JE PARLERAI DE SON AMOUR</a:t>
            </a:r>
          </a:p>
          <a:p>
            <a:r>
              <a:rPr lang="fr-FR" smtClean="0"/>
              <a:t>For as long as I shall live I will testify to love</a:t>
            </a:r>
          </a:p>
          <a:p>
            <a:endParaRPr lang="fr-FR" smtClean="0"/>
          </a:p>
          <a:p>
            <a:r>
              <a:rPr lang="fr-FR" smtClean="0"/>
              <a:t>15- JE TE LOUERAI POUR TON AMOUR</a:t>
            </a:r>
          </a:p>
          <a:p>
            <a:endParaRPr lang="fr-FR" smtClean="0"/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LES COULEURS DE L’ARC-EN-CIEL TOUTES LES VOIX DANS LE VENT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All the colors of the rainbow, All the voices of the wind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CHAQUE RÊVE QUI SE MANIFESTE SE MANIFESTE EN VERTU DE L’AMOUR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Every dream that reaches out, That reaches out to find where love begins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CHAQUE MOT DE CHAQUE HISTOIRE CHAQUE ÉTOILE DE CHAQUE CIEL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Every word of every story, Every star in every sky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CHAQUE COIN DE LA CRÉATION VIT POUR TÉMOIGNER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Every corner of creation, lives to testify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5-  TOUT LE TEMPS OÙ JE VIVRAI JE PARLERAI DE SON AMOUR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For as long as I shall live I will testify to love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6-  JE PARLERAI DANS LE SILENCE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I'll be a witness in the silences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7-  LORSQUE LES CŒURS SONT TROP DURS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when words are not enough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8-  AVEC CHAQUE SOUFFLE DE VIE JE LE LOUERAI CHAQUE JOUR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With every breath I take,I will give thanks to God above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9-  TOUT LE TEMPS OÙ JE VIVRAI JE PARLERAI DE SON AMOUR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For as long as I shall live I will testify to love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DES MONTAGNES JUSQU’AUX VALLÉES ET DES FLEUVES JUSQU’À LA MER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From the mountains to the valleys, From the rivers to the sea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CHAQUE MAIN QUI SE MANIFESTE SE MANIFESTE POUR T’OFFRIR LA PAIX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Every hand that reaches out to offer peace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 CHAQUE GESTE DE TENDRESSE FAIT AVANCER SON ROYAUME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Every simple act of mercy, Every step to kingdom come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 L’AMOUR PRODUIT L’ESPOIR ET L’ESPOIR EST UN BAUME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All the Hope in every heart will speak what love has done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AVEC CHAQUE SOUFFLE DE VIE JE PARLERAI DE SON AMOUR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For as long as I shall live I will testify to love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JE TE LOUERAI POUR TON AMOUR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</p:txBody>
      </p:sp>
      <p:sp>
        <p:nvSpPr>
          <p:cNvPr id="2867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LES COULEURS DE L’ARC-EN-CIEL TOUTES LES VOIX DANS LE VENT</a:t>
            </a:r>
          </a:p>
          <a:p>
            <a:r>
              <a:rPr lang="fr-FR" smtClean="0"/>
              <a:t>All the colors of the rainbow, All the voices of the wind</a:t>
            </a:r>
          </a:p>
          <a:p>
            <a:endParaRPr lang="fr-FR" smtClean="0"/>
          </a:p>
          <a:p>
            <a:r>
              <a:rPr lang="fr-FR" smtClean="0"/>
              <a:t>2-  CHAQUE RÊVE QUI SE MANIFESTE SE MANIFESTE EN VERTU DE L’AMOUR</a:t>
            </a:r>
          </a:p>
          <a:p>
            <a:r>
              <a:rPr lang="fr-FR" smtClean="0"/>
              <a:t>Every dream that reaches out, That reaches out to find where love begins</a:t>
            </a:r>
          </a:p>
          <a:p>
            <a:endParaRPr lang="fr-FR" smtClean="0"/>
          </a:p>
          <a:p>
            <a:r>
              <a:rPr lang="fr-FR" smtClean="0"/>
              <a:t>3-  CHAQUE MOT DE CHAQUE HISTOIRE CHAQUE ÉTOILE DE CHAQUE CIEL</a:t>
            </a:r>
          </a:p>
          <a:p>
            <a:r>
              <a:rPr lang="fr-FR" smtClean="0"/>
              <a:t>Every word of every story, Every star in every sky</a:t>
            </a:r>
          </a:p>
          <a:p>
            <a:endParaRPr lang="fr-FR" smtClean="0"/>
          </a:p>
          <a:p>
            <a:r>
              <a:rPr lang="fr-FR" smtClean="0"/>
              <a:t>4-  CHAQUE COIN DE LA CRÉATION VIT POUR TÉMOIGNER</a:t>
            </a:r>
          </a:p>
          <a:p>
            <a:r>
              <a:rPr lang="fr-FR" smtClean="0"/>
              <a:t>Every corner of creation, lives to testify</a:t>
            </a:r>
          </a:p>
          <a:p>
            <a:endParaRPr lang="fr-FR" smtClean="0"/>
          </a:p>
          <a:p>
            <a:r>
              <a:rPr lang="fr-FR" smtClean="0"/>
              <a:t>	5-  TOUT LE TEMPS OÙ JE VIVRAI JE PARLERAI DE SON AMOUR </a:t>
            </a:r>
          </a:p>
          <a:p>
            <a:r>
              <a:rPr lang="fr-FR" smtClean="0"/>
              <a:t>	For as long as I shall live I will testify to love</a:t>
            </a:r>
          </a:p>
          <a:p>
            <a:endParaRPr lang="fr-FR" smtClean="0"/>
          </a:p>
          <a:p>
            <a:r>
              <a:rPr lang="fr-FR" smtClean="0"/>
              <a:t>	6-  JE PARLERAI DANS LE SILENCE</a:t>
            </a:r>
          </a:p>
          <a:p>
            <a:r>
              <a:rPr lang="fr-FR" smtClean="0"/>
              <a:t>	I'll be a witness in the silences</a:t>
            </a:r>
          </a:p>
          <a:p>
            <a:endParaRPr lang="fr-FR" smtClean="0"/>
          </a:p>
          <a:p>
            <a:r>
              <a:rPr lang="fr-FR" smtClean="0"/>
              <a:t>	7-  LORSQUE LES CŒURS SONT TROP DURS</a:t>
            </a:r>
          </a:p>
          <a:p>
            <a:r>
              <a:rPr lang="fr-FR" smtClean="0"/>
              <a:t>	 when words are not enough</a:t>
            </a:r>
          </a:p>
          <a:p>
            <a:endParaRPr lang="fr-FR" smtClean="0"/>
          </a:p>
          <a:p>
            <a:r>
              <a:rPr lang="fr-FR" smtClean="0"/>
              <a:t>	8-  AVEC CHAQUE SOUFFLE DE VIE JE LE LOUERAI CHAQUE JOUR</a:t>
            </a:r>
          </a:p>
          <a:p>
            <a:r>
              <a:rPr lang="fr-FR" smtClean="0"/>
              <a:t>	With every breath I take,I will give thanks to God above</a:t>
            </a:r>
          </a:p>
          <a:p>
            <a:endParaRPr lang="fr-FR" smtClean="0"/>
          </a:p>
          <a:p>
            <a:r>
              <a:rPr lang="fr-FR" smtClean="0"/>
              <a:t>	9-  TOUT LE TEMPS OÙ JE VIVRAI JE PARLERAI DE SON AMOUR</a:t>
            </a:r>
          </a:p>
          <a:p>
            <a:r>
              <a:rPr lang="fr-FR" smtClean="0"/>
              <a:t>	For as long as I shall live I will testify to love</a:t>
            </a:r>
          </a:p>
          <a:p>
            <a:endParaRPr lang="fr-FR" smtClean="0"/>
          </a:p>
          <a:p>
            <a:r>
              <a:rPr lang="fr-FR" smtClean="0"/>
              <a:t>10-  DES MONTAGNES JUSQU’AUX VALLÉES ET DES FLEUVES JUSQU’À LA MER</a:t>
            </a:r>
          </a:p>
          <a:p>
            <a:r>
              <a:rPr lang="fr-FR" smtClean="0"/>
              <a:t>From the mountains to the valleys, From the rivers to the sea</a:t>
            </a:r>
          </a:p>
          <a:p>
            <a:endParaRPr lang="fr-FR" smtClean="0"/>
          </a:p>
          <a:p>
            <a:r>
              <a:rPr lang="fr-FR" smtClean="0"/>
              <a:t>11-  CHAQUE MAIN QUI SE MANIFESTE SE MANIFESTE POUR T’OFFRIR LA PAIX</a:t>
            </a:r>
          </a:p>
          <a:p>
            <a:r>
              <a:rPr lang="fr-FR" smtClean="0"/>
              <a:t>Every hand that reaches out to offer peace</a:t>
            </a:r>
          </a:p>
          <a:p>
            <a:endParaRPr lang="fr-FR" smtClean="0"/>
          </a:p>
          <a:p>
            <a:r>
              <a:rPr lang="fr-FR" smtClean="0"/>
              <a:t>12-   CHAQUE GESTE DE TENDRESSE FAIT AVANCER SON ROYAUME</a:t>
            </a:r>
          </a:p>
          <a:p>
            <a:r>
              <a:rPr lang="fr-FR" smtClean="0"/>
              <a:t>Every simple act of mercy, Every step to kingdom come </a:t>
            </a:r>
          </a:p>
          <a:p>
            <a:endParaRPr lang="fr-FR" smtClean="0"/>
          </a:p>
          <a:p>
            <a:r>
              <a:rPr lang="fr-FR" smtClean="0"/>
              <a:t>13-   L’AMOUR PRODUIT L’ESPOIR ET L’ESPOIR EST UN BAUME</a:t>
            </a:r>
          </a:p>
          <a:p>
            <a:r>
              <a:rPr lang="fr-FR" smtClean="0"/>
              <a:t>All the Hope in every heart will speak what love has done</a:t>
            </a:r>
          </a:p>
          <a:p>
            <a:endParaRPr lang="fr-FR" smtClean="0"/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14-  AVEC CHAQUE SOUFFLE DE VIE JE PARLERAI DE SON AMOUR</a:t>
            </a:r>
          </a:p>
          <a:p>
            <a:r>
              <a:rPr lang="fr-FR" smtClean="0"/>
              <a:t>For as long as I shall live I will testify to love</a:t>
            </a:r>
          </a:p>
          <a:p>
            <a:endParaRPr lang="fr-FR" smtClean="0"/>
          </a:p>
          <a:p>
            <a:r>
              <a:rPr lang="fr-FR" smtClean="0"/>
              <a:t>15- JE TE LOUERAI POUR TON AMOUR</a:t>
            </a:r>
          </a:p>
          <a:p>
            <a:endParaRPr lang="fr-FR" smtClean="0"/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LES COULEURS DE L’ARC-EN-CIEL TOUTES LES VOIX DANS LE VENT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All the colors of the rainbow, All the voices of the wind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CHAQUE RÊVE QUI SE MANIFESTE SE MANIFESTE EN VERTU DE L’AMOUR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Every dream that reaches out, That reaches out to find where love begins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CHAQUE MOT DE CHAQUE HISTOIRE CHAQUE ÉTOILE DE CHAQUE CIEL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Every word of every story, Every star in every sky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CHAQUE COIN DE LA CRÉATION VIT POUR TÉMOIGNER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Every corner of creation, lives to testify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5-  TOUT LE TEMPS OÙ JE VIVRAI JE PARLERAI DE SON AMOUR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For as long as I shall live I will testify to love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6-  JE PARLERAI DANS LE SILENCE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I'll be a witness in the silences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7-  LORSQUE LES CŒURS SONT TROP DURS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when words are not enough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8-  AVEC CHAQUE SOUFFLE DE VIE JE LE LOUERAI CHAQUE JOUR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With every breath I take,I will give thanks to God above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9-  TOUT LE TEMPS OÙ JE VIVRAI JE PARLERAI DE SON AMOUR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For as long as I shall live I will testify to love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DES MONTAGNES JUSQU’AUX VALLÉES ET DES FLEUVES JUSQU’À LA MER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From the mountains to the valleys, From the rivers to the sea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CHAQUE MAIN QUI SE MANIFESTE SE MANIFESTE POUR T’OFFRIR LA PAIX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Every hand that reaches out to offer peace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 CHAQUE GESTE DE TENDRESSE FAIT AVANCER SON ROYAUME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Every simple act of mercy, Every step to kingdom come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 L’AMOUR PRODUIT L’ESPOIR ET L’ESPOIR EST UN BAUME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All the Hope in every heart will speak what love has done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AVEC CHAQUE SOUFFLE DE VIE JE PARLERAI DE SON AMOUR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For as long as I shall live I will testify to love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JE TE LOUERAI POUR TON AMOUR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</p:txBody>
      </p:sp>
      <p:sp>
        <p:nvSpPr>
          <p:cNvPr id="297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LES COULEURS DE L’ARC-EN-CIEL TOUTES LES VOIX DANS LE VENT</a:t>
            </a:r>
          </a:p>
          <a:p>
            <a:r>
              <a:rPr lang="fr-FR" smtClean="0"/>
              <a:t>All the colors of the rainbow, All the voices of the wind</a:t>
            </a:r>
          </a:p>
          <a:p>
            <a:endParaRPr lang="fr-FR" smtClean="0"/>
          </a:p>
          <a:p>
            <a:r>
              <a:rPr lang="fr-FR" smtClean="0"/>
              <a:t>2-  CHAQUE RÊVE QUI SE MANIFESTE SE MANIFESTE EN VERTU DE L’AMOUR</a:t>
            </a:r>
          </a:p>
          <a:p>
            <a:r>
              <a:rPr lang="fr-FR" smtClean="0"/>
              <a:t>Every dream that reaches out, That reaches out to find where love begins</a:t>
            </a:r>
          </a:p>
          <a:p>
            <a:endParaRPr lang="fr-FR" smtClean="0"/>
          </a:p>
          <a:p>
            <a:r>
              <a:rPr lang="fr-FR" smtClean="0"/>
              <a:t>3-  CHAQUE MOT DE CHAQUE HISTOIRE CHAQUE ÉTOILE DE CHAQUE CIEL</a:t>
            </a:r>
          </a:p>
          <a:p>
            <a:r>
              <a:rPr lang="fr-FR" smtClean="0"/>
              <a:t>Every word of every story, Every star in every sky</a:t>
            </a:r>
          </a:p>
          <a:p>
            <a:endParaRPr lang="fr-FR" smtClean="0"/>
          </a:p>
          <a:p>
            <a:r>
              <a:rPr lang="fr-FR" smtClean="0"/>
              <a:t>4-  CHAQUE COIN DE LA CRÉATION VIT POUR TÉMOIGNER</a:t>
            </a:r>
          </a:p>
          <a:p>
            <a:r>
              <a:rPr lang="fr-FR" smtClean="0"/>
              <a:t>Every corner of creation, lives to testify</a:t>
            </a:r>
          </a:p>
          <a:p>
            <a:endParaRPr lang="fr-FR" smtClean="0"/>
          </a:p>
          <a:p>
            <a:r>
              <a:rPr lang="fr-FR" smtClean="0"/>
              <a:t>	5-  TOUT LE TEMPS OÙ JE VIVRAI JE PARLERAI DE SON AMOUR </a:t>
            </a:r>
          </a:p>
          <a:p>
            <a:r>
              <a:rPr lang="fr-FR" smtClean="0"/>
              <a:t>	For as long as I shall live I will testify to love</a:t>
            </a:r>
          </a:p>
          <a:p>
            <a:endParaRPr lang="fr-FR" smtClean="0"/>
          </a:p>
          <a:p>
            <a:r>
              <a:rPr lang="fr-FR" smtClean="0"/>
              <a:t>	6-  JE PARLERAI DANS LE SILENCE</a:t>
            </a:r>
          </a:p>
          <a:p>
            <a:r>
              <a:rPr lang="fr-FR" smtClean="0"/>
              <a:t>	I'll be a witness in the silences</a:t>
            </a:r>
          </a:p>
          <a:p>
            <a:endParaRPr lang="fr-FR" smtClean="0"/>
          </a:p>
          <a:p>
            <a:r>
              <a:rPr lang="fr-FR" smtClean="0"/>
              <a:t>	7-  LORSQUE LES CŒURS SONT TROP DURS</a:t>
            </a:r>
          </a:p>
          <a:p>
            <a:r>
              <a:rPr lang="fr-FR" smtClean="0"/>
              <a:t>	 when words are not enough</a:t>
            </a:r>
          </a:p>
          <a:p>
            <a:endParaRPr lang="fr-FR" smtClean="0"/>
          </a:p>
          <a:p>
            <a:r>
              <a:rPr lang="fr-FR" smtClean="0"/>
              <a:t>	8-  AVEC CHAQUE SOUFFLE DE VIE JE LE LOUERAI CHAQUE JOUR</a:t>
            </a:r>
          </a:p>
          <a:p>
            <a:r>
              <a:rPr lang="fr-FR" smtClean="0"/>
              <a:t>	With every breath I take,I will give thanks to God above</a:t>
            </a:r>
          </a:p>
          <a:p>
            <a:endParaRPr lang="fr-FR" smtClean="0"/>
          </a:p>
          <a:p>
            <a:r>
              <a:rPr lang="fr-FR" smtClean="0"/>
              <a:t>	9-  TOUT LE TEMPS OÙ JE VIVRAI JE PARLERAI DE SON AMOUR</a:t>
            </a:r>
          </a:p>
          <a:p>
            <a:r>
              <a:rPr lang="fr-FR" smtClean="0"/>
              <a:t>	For as long as I shall live I will testify to love</a:t>
            </a:r>
          </a:p>
          <a:p>
            <a:endParaRPr lang="fr-FR" smtClean="0"/>
          </a:p>
          <a:p>
            <a:r>
              <a:rPr lang="fr-FR" smtClean="0"/>
              <a:t>10-  DES MONTAGNES JUSQU’AUX VALLÉES ET DES FLEUVES JUSQU’À LA MER</a:t>
            </a:r>
          </a:p>
          <a:p>
            <a:r>
              <a:rPr lang="fr-FR" smtClean="0"/>
              <a:t>From the mountains to the valleys, From the rivers to the sea</a:t>
            </a:r>
          </a:p>
          <a:p>
            <a:endParaRPr lang="fr-FR" smtClean="0"/>
          </a:p>
          <a:p>
            <a:r>
              <a:rPr lang="fr-FR" smtClean="0"/>
              <a:t>11-  CHAQUE MAIN QUI SE MANIFESTE SE MANIFESTE POUR T’OFFRIR LA PAIX</a:t>
            </a:r>
          </a:p>
          <a:p>
            <a:r>
              <a:rPr lang="fr-FR" smtClean="0"/>
              <a:t>Every hand that reaches out to offer peace</a:t>
            </a:r>
          </a:p>
          <a:p>
            <a:endParaRPr lang="fr-FR" smtClean="0"/>
          </a:p>
          <a:p>
            <a:r>
              <a:rPr lang="fr-FR" smtClean="0"/>
              <a:t>12-   CHAQUE GESTE DE TENDRESSE FAIT AVANCER SON ROYAUME</a:t>
            </a:r>
          </a:p>
          <a:p>
            <a:r>
              <a:rPr lang="fr-FR" smtClean="0"/>
              <a:t>Every simple act of mercy, Every step to kingdom come </a:t>
            </a:r>
          </a:p>
          <a:p>
            <a:endParaRPr lang="fr-FR" smtClean="0"/>
          </a:p>
          <a:p>
            <a:r>
              <a:rPr lang="fr-FR" smtClean="0"/>
              <a:t>13-   L’AMOUR PRODUIT L’ESPOIR ET L’ESPOIR EST UN BAUME</a:t>
            </a:r>
          </a:p>
          <a:p>
            <a:r>
              <a:rPr lang="fr-FR" smtClean="0"/>
              <a:t>All the Hope in every heart will speak what love has done</a:t>
            </a:r>
          </a:p>
          <a:p>
            <a:endParaRPr lang="fr-FR" smtClean="0"/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14-  AVEC CHAQUE SOUFFLE DE VIE JE PARLERAI DE SON AMOUR</a:t>
            </a:r>
          </a:p>
          <a:p>
            <a:r>
              <a:rPr lang="fr-FR" smtClean="0"/>
              <a:t>For as long as I shall live I will testify to love</a:t>
            </a:r>
          </a:p>
          <a:p>
            <a:endParaRPr lang="fr-FR" smtClean="0"/>
          </a:p>
          <a:p>
            <a:r>
              <a:rPr lang="fr-FR" smtClean="0"/>
              <a:t>15- JE TE LOUERAI POUR TON AMOUR</a:t>
            </a:r>
          </a:p>
          <a:p>
            <a:endParaRPr lang="fr-FR" smtClean="0"/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LES COULEURS DE L’ARC-EN-CIEL TOUTES LES VOIX DANS LE VENT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All the colors of the rainbow, All the voices of the wind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CHAQUE RÊVE QUI SE MANIFESTE SE MANIFESTE EN VERTU DE L’AMOUR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Every dream that reaches out, That reaches out to find where love begins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CHAQUE MOT DE CHAQUE HISTOIRE CHAQUE ÉTOILE DE CHAQUE CIEL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Every word of every story, Every star in every sky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CHAQUE COIN DE LA CRÉATION VIT POUR TÉMOIGNER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Every corner of creation, lives to testify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5-  TOUT LE TEMPS OÙ JE VIVRAI JE PARLERAI DE SON AMOUR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For as long as I shall live I will testify to love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6-  JE PARLERAI DANS LE SILENCE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I'll be a witness in the silences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7-  LORSQUE LES CŒURS SONT TROP DURS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when words are not enough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8-  AVEC CHAQUE SOUFFLE DE VIE JE LE LOUERAI CHAQUE JOUR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With every breath I take,I will give thanks to God above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9-  TOUT LE TEMPS OÙ JE VIVRAI JE PARLERAI DE SON AMOUR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For as long as I shall live I will testify to love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DES MONTAGNES JUSQU’AUX VALLÉES ET DES FLEUVES JUSQU’À LA MER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From the mountains to the valleys, From the rivers to the sea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CHAQUE MAIN QUI SE MANIFESTE SE MANIFESTE POUR T’OFFRIR LA PAIX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Every hand that reaches out to offer peace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 CHAQUE GESTE DE TENDRESSE FAIT AVANCER SON ROYAUME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Every simple act of mercy, Every step to kingdom come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 L’AMOUR PRODUIT L’ESPOIR ET L’ESPOIR EST UN BAUME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All the Hope in every heart will speak what love has done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AVEC CHAQUE SOUFFLE DE VIE JE PARLERAI DE SON AMOUR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For as long as I shall live I will testify to love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JE TE LOUERAI POUR TON AMOUR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</p:txBody>
      </p:sp>
      <p:sp>
        <p:nvSpPr>
          <p:cNvPr id="3072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LES COULEURS DE L’ARC-EN-CIEL TOUTES LES VOIX DANS LE VENT</a:t>
            </a:r>
          </a:p>
          <a:p>
            <a:r>
              <a:rPr lang="fr-FR" smtClean="0"/>
              <a:t>All the colors of the rainbow, All the voices of the wind</a:t>
            </a:r>
          </a:p>
          <a:p>
            <a:endParaRPr lang="fr-FR" smtClean="0"/>
          </a:p>
          <a:p>
            <a:r>
              <a:rPr lang="fr-FR" smtClean="0"/>
              <a:t>2-  CHAQUE RÊVE QUI SE MANIFESTE SE MANIFESTE EN VERTU DE L’AMOUR</a:t>
            </a:r>
          </a:p>
          <a:p>
            <a:r>
              <a:rPr lang="fr-FR" smtClean="0"/>
              <a:t>Every dream that reaches out, That reaches out to find where love begins</a:t>
            </a:r>
          </a:p>
          <a:p>
            <a:endParaRPr lang="fr-FR" smtClean="0"/>
          </a:p>
          <a:p>
            <a:r>
              <a:rPr lang="fr-FR" smtClean="0"/>
              <a:t>3-  CHAQUE MOT DE CHAQUE HISTOIRE CHAQUE ÉTOILE DE CHAQUE CIEL</a:t>
            </a:r>
          </a:p>
          <a:p>
            <a:r>
              <a:rPr lang="fr-FR" smtClean="0"/>
              <a:t>Every word of every story, Every star in every sky</a:t>
            </a:r>
          </a:p>
          <a:p>
            <a:endParaRPr lang="fr-FR" smtClean="0"/>
          </a:p>
          <a:p>
            <a:r>
              <a:rPr lang="fr-FR" smtClean="0"/>
              <a:t>4-  CHAQUE COIN DE LA CRÉATION VIT POUR TÉMOIGNER</a:t>
            </a:r>
          </a:p>
          <a:p>
            <a:r>
              <a:rPr lang="fr-FR" smtClean="0"/>
              <a:t>Every corner of creation, lives to testify</a:t>
            </a:r>
          </a:p>
          <a:p>
            <a:endParaRPr lang="fr-FR" smtClean="0"/>
          </a:p>
          <a:p>
            <a:r>
              <a:rPr lang="fr-FR" smtClean="0"/>
              <a:t>	5-  TOUT LE TEMPS OÙ JE VIVRAI JE PARLERAI DE SON AMOUR </a:t>
            </a:r>
          </a:p>
          <a:p>
            <a:r>
              <a:rPr lang="fr-FR" smtClean="0"/>
              <a:t>	For as long as I shall live I will testify to love</a:t>
            </a:r>
          </a:p>
          <a:p>
            <a:endParaRPr lang="fr-FR" smtClean="0"/>
          </a:p>
          <a:p>
            <a:r>
              <a:rPr lang="fr-FR" smtClean="0"/>
              <a:t>	6-  JE PARLERAI DANS LE SILENCE</a:t>
            </a:r>
          </a:p>
          <a:p>
            <a:r>
              <a:rPr lang="fr-FR" smtClean="0"/>
              <a:t>	I'll be a witness in the silences</a:t>
            </a:r>
          </a:p>
          <a:p>
            <a:endParaRPr lang="fr-FR" smtClean="0"/>
          </a:p>
          <a:p>
            <a:r>
              <a:rPr lang="fr-FR" smtClean="0"/>
              <a:t>	7-  LORSQUE LES CŒURS SONT TROP DURS</a:t>
            </a:r>
          </a:p>
          <a:p>
            <a:r>
              <a:rPr lang="fr-FR" smtClean="0"/>
              <a:t>	 when words are not enough</a:t>
            </a:r>
          </a:p>
          <a:p>
            <a:endParaRPr lang="fr-FR" smtClean="0"/>
          </a:p>
          <a:p>
            <a:r>
              <a:rPr lang="fr-FR" smtClean="0"/>
              <a:t>	8-  AVEC CHAQUE SOUFFLE DE VIE JE LE LOUERAI CHAQUE JOUR</a:t>
            </a:r>
          </a:p>
          <a:p>
            <a:r>
              <a:rPr lang="fr-FR" smtClean="0"/>
              <a:t>	With every breath I take,I will give thanks to God above</a:t>
            </a:r>
          </a:p>
          <a:p>
            <a:endParaRPr lang="fr-FR" smtClean="0"/>
          </a:p>
          <a:p>
            <a:r>
              <a:rPr lang="fr-FR" smtClean="0"/>
              <a:t>	9-  TOUT LE TEMPS OÙ JE VIVRAI JE PARLERAI DE SON AMOUR</a:t>
            </a:r>
          </a:p>
          <a:p>
            <a:r>
              <a:rPr lang="fr-FR" smtClean="0"/>
              <a:t>	For as long as I shall live I will testify to love</a:t>
            </a:r>
          </a:p>
          <a:p>
            <a:endParaRPr lang="fr-FR" smtClean="0"/>
          </a:p>
          <a:p>
            <a:r>
              <a:rPr lang="fr-FR" smtClean="0"/>
              <a:t>10-  DES MONTAGNES JUSQU’AUX VALLÉES ET DES FLEUVES JUSQU’À LA MER</a:t>
            </a:r>
          </a:p>
          <a:p>
            <a:r>
              <a:rPr lang="fr-FR" smtClean="0"/>
              <a:t>From the mountains to the valleys, From the rivers to the sea</a:t>
            </a:r>
          </a:p>
          <a:p>
            <a:endParaRPr lang="fr-FR" smtClean="0"/>
          </a:p>
          <a:p>
            <a:r>
              <a:rPr lang="fr-FR" smtClean="0"/>
              <a:t>11-  CHAQUE MAIN QUI SE MANIFESTE SE MANIFESTE POUR T’OFFRIR LA PAIX</a:t>
            </a:r>
          </a:p>
          <a:p>
            <a:r>
              <a:rPr lang="fr-FR" smtClean="0"/>
              <a:t>Every hand that reaches out to offer peace</a:t>
            </a:r>
          </a:p>
          <a:p>
            <a:endParaRPr lang="fr-FR" smtClean="0"/>
          </a:p>
          <a:p>
            <a:r>
              <a:rPr lang="fr-FR" smtClean="0"/>
              <a:t>12-   CHAQUE GESTE DE TENDRESSE FAIT AVANCER SON ROYAUME</a:t>
            </a:r>
          </a:p>
          <a:p>
            <a:r>
              <a:rPr lang="fr-FR" smtClean="0"/>
              <a:t>Every simple act of mercy, Every step to kingdom come </a:t>
            </a:r>
          </a:p>
          <a:p>
            <a:endParaRPr lang="fr-FR" smtClean="0"/>
          </a:p>
          <a:p>
            <a:r>
              <a:rPr lang="fr-FR" smtClean="0"/>
              <a:t>13-   L’AMOUR PRODUIT L’ESPOIR ET L’ESPOIR EST UN BAUME</a:t>
            </a:r>
          </a:p>
          <a:p>
            <a:r>
              <a:rPr lang="fr-FR" smtClean="0"/>
              <a:t>All the Hope in every heart will speak what love has done</a:t>
            </a:r>
          </a:p>
          <a:p>
            <a:endParaRPr lang="fr-FR" smtClean="0"/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14-  AVEC CHAQUE SOUFFLE DE VIE JE PARLERAI DE SON AMOUR</a:t>
            </a:r>
          </a:p>
          <a:p>
            <a:r>
              <a:rPr lang="fr-FR" smtClean="0"/>
              <a:t>For as long as I shall live I will testify to love</a:t>
            </a:r>
          </a:p>
          <a:p>
            <a:endParaRPr lang="fr-FR" smtClean="0"/>
          </a:p>
          <a:p>
            <a:r>
              <a:rPr lang="fr-FR" smtClean="0"/>
              <a:t>15- JE TE LOUERAI POUR TON AMOUR</a:t>
            </a:r>
          </a:p>
          <a:p>
            <a:endParaRPr lang="fr-FR" smtClean="0"/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LES COULEURS DE L’ARC-EN-CIEL TOUTES LES VOIX DANS LE VENT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All the colors of the rainbow, All the voices of the wind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CHAQUE RÊVE QUI SE MANIFESTE SE MANIFESTE EN VERTU DE L’AMOUR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Every dream that reaches out, That reaches out to find where love begins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CHAQUE MOT DE CHAQUE HISTOIRE CHAQUE ÉTOILE DE CHAQUE CIEL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Every word of every story, Every star in every sky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CHAQUE COIN DE LA CRÉATION VIT POUR TÉMOIGNER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Every corner of creation, lives to testify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5-  TOUT LE TEMPS OÙ JE VIVRAI JE PARLERAI DE SON AMOUR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For as long as I shall live I will testify to love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6-  JE PARLERAI DANS LE SILENCE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I'll be a witness in the silences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7-  LORSQUE LES CŒURS SONT TROP DURS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when words are not enough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8-  AVEC CHAQUE SOUFFLE DE VIE JE LE LOUERAI CHAQUE JOUR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With every breath I take,I will give thanks to God above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9-  TOUT LE TEMPS OÙ JE VIVRAI JE PARLERAI DE SON AMOUR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For as long as I shall live I will testify to love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DES MONTAGNES JUSQU’AUX VALLÉES ET DES FLEUVES JUSQU’À LA MER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From the mountains to the valleys, From the rivers to the sea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CHAQUE MAIN QUI SE MANIFESTE SE MANIFESTE POUR T’OFFRIR LA PAIX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Every hand that reaches out to offer peace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 CHAQUE GESTE DE TENDRESSE FAIT AVANCER SON ROYAUME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Every simple act of mercy, Every step to kingdom come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 L’AMOUR PRODUIT L’ESPOIR ET L’ESPOIR EST UN BAUME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All the Hope in every heart will speak what love has done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AVEC CHAQUE SOUFFLE DE VIE JE PARLERAI DE SON AMOUR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For as long as I shall live I will testify to love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JE TE LOUERAI POUR TON AMOUR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</p:txBody>
      </p:sp>
      <p:sp>
        <p:nvSpPr>
          <p:cNvPr id="3174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LES COULEURS DE L’ARC-EN-CIEL TOUTES LES VOIX DANS LE VENT</a:t>
            </a:r>
          </a:p>
          <a:p>
            <a:r>
              <a:rPr lang="fr-FR" smtClean="0"/>
              <a:t>All the colors of the rainbow, All the voices of the wind</a:t>
            </a:r>
          </a:p>
          <a:p>
            <a:endParaRPr lang="fr-FR" smtClean="0"/>
          </a:p>
          <a:p>
            <a:r>
              <a:rPr lang="fr-FR" smtClean="0"/>
              <a:t>2-  CHAQUE RÊVE QUI SE MANIFESTE SE MANIFESTE EN VERTU DE L’AMOUR</a:t>
            </a:r>
          </a:p>
          <a:p>
            <a:r>
              <a:rPr lang="fr-FR" smtClean="0"/>
              <a:t>Every dream that reaches out, That reaches out to find where love begins</a:t>
            </a:r>
          </a:p>
          <a:p>
            <a:endParaRPr lang="fr-FR" smtClean="0"/>
          </a:p>
          <a:p>
            <a:r>
              <a:rPr lang="fr-FR" smtClean="0"/>
              <a:t>3-  CHAQUE MOT DE CHAQUE HISTOIRE CHAQUE ÉTOILE DE CHAQUE CIEL</a:t>
            </a:r>
          </a:p>
          <a:p>
            <a:r>
              <a:rPr lang="fr-FR" smtClean="0"/>
              <a:t>Every word of every story, Every star in every sky</a:t>
            </a:r>
          </a:p>
          <a:p>
            <a:endParaRPr lang="fr-FR" smtClean="0"/>
          </a:p>
          <a:p>
            <a:r>
              <a:rPr lang="fr-FR" smtClean="0"/>
              <a:t>4-  CHAQUE COIN DE LA CRÉATION VIT POUR TÉMOIGNER</a:t>
            </a:r>
          </a:p>
          <a:p>
            <a:r>
              <a:rPr lang="fr-FR" smtClean="0"/>
              <a:t>Every corner of creation, lives to testify</a:t>
            </a:r>
          </a:p>
          <a:p>
            <a:endParaRPr lang="fr-FR" smtClean="0"/>
          </a:p>
          <a:p>
            <a:r>
              <a:rPr lang="fr-FR" smtClean="0"/>
              <a:t>	5-  TOUT LE TEMPS OÙ JE VIVRAI JE PARLERAI DE SON AMOUR </a:t>
            </a:r>
          </a:p>
          <a:p>
            <a:r>
              <a:rPr lang="fr-FR" smtClean="0"/>
              <a:t>	For as long as I shall live I will testify to love</a:t>
            </a:r>
          </a:p>
          <a:p>
            <a:endParaRPr lang="fr-FR" smtClean="0"/>
          </a:p>
          <a:p>
            <a:r>
              <a:rPr lang="fr-FR" smtClean="0"/>
              <a:t>	6-  JE PARLERAI DANS LE SILENCE</a:t>
            </a:r>
          </a:p>
          <a:p>
            <a:r>
              <a:rPr lang="fr-FR" smtClean="0"/>
              <a:t>	I'll be a witness in the silences</a:t>
            </a:r>
          </a:p>
          <a:p>
            <a:endParaRPr lang="fr-FR" smtClean="0"/>
          </a:p>
          <a:p>
            <a:r>
              <a:rPr lang="fr-FR" smtClean="0"/>
              <a:t>	7-  LORSQUE LES CŒURS SONT TROP DURS</a:t>
            </a:r>
          </a:p>
          <a:p>
            <a:r>
              <a:rPr lang="fr-FR" smtClean="0"/>
              <a:t>	 when words are not enough</a:t>
            </a:r>
          </a:p>
          <a:p>
            <a:endParaRPr lang="fr-FR" smtClean="0"/>
          </a:p>
          <a:p>
            <a:r>
              <a:rPr lang="fr-FR" smtClean="0"/>
              <a:t>	8-  AVEC CHAQUE SOUFFLE DE VIE JE LE LOUERAI CHAQUE JOUR</a:t>
            </a:r>
          </a:p>
          <a:p>
            <a:r>
              <a:rPr lang="fr-FR" smtClean="0"/>
              <a:t>	With every breath I take,I will give thanks to God above</a:t>
            </a:r>
          </a:p>
          <a:p>
            <a:endParaRPr lang="fr-FR" smtClean="0"/>
          </a:p>
          <a:p>
            <a:r>
              <a:rPr lang="fr-FR" smtClean="0"/>
              <a:t>	9-  TOUT LE TEMPS OÙ JE VIVRAI JE PARLERAI DE SON AMOUR</a:t>
            </a:r>
          </a:p>
          <a:p>
            <a:r>
              <a:rPr lang="fr-FR" smtClean="0"/>
              <a:t>	For as long as I shall live I will testify to love</a:t>
            </a:r>
          </a:p>
          <a:p>
            <a:endParaRPr lang="fr-FR" smtClean="0"/>
          </a:p>
          <a:p>
            <a:r>
              <a:rPr lang="fr-FR" smtClean="0"/>
              <a:t>10-  DES MONTAGNES JUSQU’AUX VALLÉES ET DES FLEUVES JUSQU’À LA MER</a:t>
            </a:r>
          </a:p>
          <a:p>
            <a:r>
              <a:rPr lang="fr-FR" smtClean="0"/>
              <a:t>From the mountains to the valleys, From the rivers to the sea</a:t>
            </a:r>
          </a:p>
          <a:p>
            <a:endParaRPr lang="fr-FR" smtClean="0"/>
          </a:p>
          <a:p>
            <a:r>
              <a:rPr lang="fr-FR" smtClean="0"/>
              <a:t>11-  CHAQUE MAIN QUI SE MANIFESTE SE MANIFESTE POUR T’OFFRIR LA PAIX</a:t>
            </a:r>
          </a:p>
          <a:p>
            <a:r>
              <a:rPr lang="fr-FR" smtClean="0"/>
              <a:t>Every hand that reaches out to offer peace</a:t>
            </a:r>
          </a:p>
          <a:p>
            <a:endParaRPr lang="fr-FR" smtClean="0"/>
          </a:p>
          <a:p>
            <a:r>
              <a:rPr lang="fr-FR" smtClean="0"/>
              <a:t>12-   CHAQUE GESTE DE TENDRESSE FAIT AVANCER SON ROYAUME</a:t>
            </a:r>
          </a:p>
          <a:p>
            <a:r>
              <a:rPr lang="fr-FR" smtClean="0"/>
              <a:t>Every simple act of mercy, Every step to kingdom come </a:t>
            </a:r>
          </a:p>
          <a:p>
            <a:endParaRPr lang="fr-FR" smtClean="0"/>
          </a:p>
          <a:p>
            <a:r>
              <a:rPr lang="fr-FR" smtClean="0"/>
              <a:t>13-   L’AMOUR PRODUIT L’ESPOIR ET L’ESPOIR EST UN BAUME</a:t>
            </a:r>
          </a:p>
          <a:p>
            <a:r>
              <a:rPr lang="fr-FR" smtClean="0"/>
              <a:t>All the Hope in every heart will speak what love has done</a:t>
            </a:r>
          </a:p>
          <a:p>
            <a:endParaRPr lang="fr-FR" smtClean="0"/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14-  AVEC CHAQUE SOUFFLE DE VIE JE PARLERAI DE SON AMOUR</a:t>
            </a:r>
          </a:p>
          <a:p>
            <a:r>
              <a:rPr lang="fr-FR" smtClean="0"/>
              <a:t>For as long as I shall live I will testify to love</a:t>
            </a:r>
          </a:p>
          <a:p>
            <a:endParaRPr lang="fr-FR" smtClean="0"/>
          </a:p>
          <a:p>
            <a:r>
              <a:rPr lang="fr-FR" smtClean="0"/>
              <a:t>15- JE TE LOUERAI POUR TON AMOUR</a:t>
            </a:r>
          </a:p>
          <a:p>
            <a:endParaRPr lang="fr-FR" smtClean="0"/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LES COULEURS DE L’ARC-EN-CIEL TOUTES LES VOIX DANS LE VENT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All the colors of the rainbow, All the voices of the wind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CHAQUE RÊVE QUI SE MANIFESTE SE MANIFESTE EN VERTU DE L’AMOUR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Every dream that reaches out, That reaches out to find where love begins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CHAQUE MOT DE CHAQUE HISTOIRE CHAQUE ÉTOILE DE CHAQUE CIEL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Every word of every story, Every star in every sky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CHAQUE COIN DE LA CRÉATION VIT POUR TÉMOIGNER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Every corner of creation, lives to testify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5-  TOUT LE TEMPS OÙ JE VIVRAI JE PARLERAI DE SON AMOUR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For as long as I shall live I will testify to love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6-  JE PARLERAI DANS LE SILENCE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I'll be a witness in the silences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7-  LORSQUE LES CŒURS SONT TROP DURS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when words are not enough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8-  AVEC CHAQUE SOUFFLE DE VIE JE LE LOUERAI CHAQUE JOUR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With every breath I take,I will give thanks to God above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9-  TOUT LE TEMPS OÙ JE VIVRAI JE PARLERAI DE SON AMOUR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For as long as I shall live I will testify to love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DES MONTAGNES JUSQU’AUX VALLÉES ET DES FLEUVES JUSQU’À LA MER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From the mountains to the valleys, From the rivers to the sea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CHAQUE MAIN QUI SE MANIFESTE SE MANIFESTE POUR T’OFFRIR LA PAIX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Every hand that reaches out to offer peace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 CHAQUE GESTE DE TENDRESSE FAIT AVANCER SON ROYAUME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Every simple act of mercy, Every step to kingdom come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 L’AMOUR PRODUIT L’ESPOIR ET L’ESPOIR EST UN BAUME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All the Hope in every heart will speak what love has done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AVEC CHAQUE SOUFFLE DE VIE JE PARLERAI DE SON AMOUR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For as long as I shall live I will testify to love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JE TE LOUERAI POUR TON AMOUR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3277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LES COULEURS DE L’ARC-EN-CIEL TOUTES LES VOIX DANS LE VENT</a:t>
            </a:r>
          </a:p>
          <a:p>
            <a:r>
              <a:rPr lang="fr-FR" smtClean="0"/>
              <a:t>All the colors of the rainbow, All the voices of the wind</a:t>
            </a:r>
          </a:p>
          <a:p>
            <a:endParaRPr lang="fr-FR" smtClean="0"/>
          </a:p>
          <a:p>
            <a:r>
              <a:rPr lang="fr-FR" smtClean="0"/>
              <a:t>2-  CHAQUE RÊVE QUI SE MANIFESTE SE MANIFESTE EN VERTU DE L’AMOUR</a:t>
            </a:r>
          </a:p>
          <a:p>
            <a:r>
              <a:rPr lang="fr-FR" smtClean="0"/>
              <a:t>Every dream that reaches out, That reaches out to find where love begins</a:t>
            </a:r>
          </a:p>
          <a:p>
            <a:endParaRPr lang="fr-FR" smtClean="0"/>
          </a:p>
          <a:p>
            <a:r>
              <a:rPr lang="fr-FR" smtClean="0"/>
              <a:t>3-  CHAQUE MOT DE CHAQUE HISTOIRE CHAQUE ÉTOILE DE CHAQUE CIEL</a:t>
            </a:r>
          </a:p>
          <a:p>
            <a:r>
              <a:rPr lang="fr-FR" smtClean="0"/>
              <a:t>Every word of every story, Every star in every sky</a:t>
            </a:r>
          </a:p>
          <a:p>
            <a:endParaRPr lang="fr-FR" smtClean="0"/>
          </a:p>
          <a:p>
            <a:r>
              <a:rPr lang="fr-FR" smtClean="0"/>
              <a:t>4-  CHAQUE COIN DE LA CRÉATION VIT POUR TÉMOIGNER</a:t>
            </a:r>
          </a:p>
          <a:p>
            <a:r>
              <a:rPr lang="fr-FR" smtClean="0"/>
              <a:t>Every corner of creation, lives to testify</a:t>
            </a:r>
          </a:p>
          <a:p>
            <a:endParaRPr lang="fr-FR" smtClean="0"/>
          </a:p>
          <a:p>
            <a:r>
              <a:rPr lang="fr-FR" smtClean="0"/>
              <a:t>	5-  TOUT LE TEMPS OÙ JE VIVRAI JE PARLERAI DE SON AMOUR </a:t>
            </a:r>
          </a:p>
          <a:p>
            <a:r>
              <a:rPr lang="fr-FR" smtClean="0"/>
              <a:t>	For as long as I shall live I will testify to love</a:t>
            </a:r>
          </a:p>
          <a:p>
            <a:endParaRPr lang="fr-FR" smtClean="0"/>
          </a:p>
          <a:p>
            <a:r>
              <a:rPr lang="fr-FR" smtClean="0"/>
              <a:t>	6-  JE PARLERAI DANS LE SILENCE</a:t>
            </a:r>
          </a:p>
          <a:p>
            <a:r>
              <a:rPr lang="fr-FR" smtClean="0"/>
              <a:t>	I'll be a witness in the silences</a:t>
            </a:r>
          </a:p>
          <a:p>
            <a:endParaRPr lang="fr-FR" smtClean="0"/>
          </a:p>
          <a:p>
            <a:r>
              <a:rPr lang="fr-FR" smtClean="0"/>
              <a:t>	7-  LORSQUE LES CŒURS SONT TROP DURS</a:t>
            </a:r>
          </a:p>
          <a:p>
            <a:r>
              <a:rPr lang="fr-FR" smtClean="0"/>
              <a:t>	 when words are not enough</a:t>
            </a:r>
          </a:p>
          <a:p>
            <a:endParaRPr lang="fr-FR" smtClean="0"/>
          </a:p>
          <a:p>
            <a:r>
              <a:rPr lang="fr-FR" smtClean="0"/>
              <a:t>	8-  AVEC CHAQUE SOUFFLE DE VIE JE LE LOUERAI CHAQUE JOUR</a:t>
            </a:r>
          </a:p>
          <a:p>
            <a:r>
              <a:rPr lang="fr-FR" smtClean="0"/>
              <a:t>	With every breath I take,I will give thanks to God above</a:t>
            </a:r>
          </a:p>
          <a:p>
            <a:endParaRPr lang="fr-FR" smtClean="0"/>
          </a:p>
          <a:p>
            <a:r>
              <a:rPr lang="fr-FR" smtClean="0"/>
              <a:t>	9-  TOUT LE TEMPS OÙ JE VIVRAI JE PARLERAI DE SON AMOUR</a:t>
            </a:r>
          </a:p>
          <a:p>
            <a:r>
              <a:rPr lang="fr-FR" smtClean="0"/>
              <a:t>	For as long as I shall live I will testify to love</a:t>
            </a:r>
          </a:p>
          <a:p>
            <a:endParaRPr lang="fr-FR" smtClean="0"/>
          </a:p>
          <a:p>
            <a:r>
              <a:rPr lang="fr-FR" smtClean="0"/>
              <a:t>10-  DES MONTAGNES JUSQU’AUX VALLÉES ET DES FLEUVES JUSQU’À LA MER</a:t>
            </a:r>
          </a:p>
          <a:p>
            <a:r>
              <a:rPr lang="fr-FR" smtClean="0"/>
              <a:t>From the mountains to the valleys, From the rivers to the sea</a:t>
            </a:r>
          </a:p>
          <a:p>
            <a:endParaRPr lang="fr-FR" smtClean="0"/>
          </a:p>
          <a:p>
            <a:r>
              <a:rPr lang="fr-FR" smtClean="0"/>
              <a:t>11-  CHAQUE MAIN QUI SE MANIFESTE SE MANIFESTE POUR T’OFFRIR LA PAIX</a:t>
            </a:r>
          </a:p>
          <a:p>
            <a:r>
              <a:rPr lang="fr-FR" smtClean="0"/>
              <a:t>Every hand that reaches out to offer peace</a:t>
            </a:r>
          </a:p>
          <a:p>
            <a:endParaRPr lang="fr-FR" smtClean="0"/>
          </a:p>
          <a:p>
            <a:r>
              <a:rPr lang="fr-FR" smtClean="0"/>
              <a:t>12-   CHAQUE GESTE DE TENDRESSE FAIT AVANCER SON ROYAUME</a:t>
            </a:r>
          </a:p>
          <a:p>
            <a:r>
              <a:rPr lang="fr-FR" smtClean="0"/>
              <a:t>Every simple act of mercy, Every step to kingdom come </a:t>
            </a:r>
          </a:p>
          <a:p>
            <a:endParaRPr lang="fr-FR" smtClean="0"/>
          </a:p>
          <a:p>
            <a:r>
              <a:rPr lang="fr-FR" smtClean="0"/>
              <a:t>13-   L’AMOUR PRODUIT L’ESPOIR ET L’ESPOIR EST UN BAUME</a:t>
            </a:r>
          </a:p>
          <a:p>
            <a:r>
              <a:rPr lang="fr-FR" smtClean="0"/>
              <a:t>All the Hope in every heart will speak what love has done</a:t>
            </a:r>
          </a:p>
          <a:p>
            <a:endParaRPr lang="fr-FR" smtClean="0"/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14-  AVEC CHAQUE SOUFFLE DE VIE JE PARLERAI DE SON AMOUR</a:t>
            </a:r>
          </a:p>
          <a:p>
            <a:r>
              <a:rPr lang="fr-FR" smtClean="0"/>
              <a:t>For as long as I shall live I will testify to love</a:t>
            </a:r>
          </a:p>
          <a:p>
            <a:endParaRPr lang="fr-FR" smtClean="0"/>
          </a:p>
          <a:p>
            <a:r>
              <a:rPr lang="fr-FR" smtClean="0"/>
              <a:t>15- JE TE LOUERAI POUR TON AMOUR</a:t>
            </a:r>
          </a:p>
          <a:p>
            <a:endParaRPr lang="fr-FR" smtClean="0"/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LES COULEURS DE L’ARC-EN-CIEL TOUTES LES VOIX DANS LE VENT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All the colors of the rainbow, All the voices of the wind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CHAQUE RÊVE QUI SE MANIFESTE SE MANIFESTE EN VERTU DE L’AMOUR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Every dream that reaches out, That reaches out to find where love begins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CHAQUE MOT DE CHAQUE HISTOIRE CHAQUE ÉTOILE DE CHAQUE CIEL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Every word of every story, Every star in every sky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CHAQUE COIN DE LA CRÉATION VIT POUR TÉMOIGNER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Every corner of creation, lives to testify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5-  TOUT LE TEMPS OÙ JE VIVRAI JE PARLERAI DE SON AMOUR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For as long as I shall live I will testify to love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6-  JE PARLERAI DANS LE SILENCE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I'll be a witness in the silences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7-  LORSQUE LES CŒURS SONT TROP DURS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when words are not enough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8-  AVEC CHAQUE SOUFFLE DE VIE JE LE LOUERAI CHAQUE JOUR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With every breath I take,I will give thanks to God above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9-  TOUT LE TEMPS OÙ JE VIVRAI JE PARLERAI DE SON AMOUR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For as long as I shall live I will testify to love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DES MONTAGNES JUSQU’AUX VALLÉES ET DES FLEUVES JUSQU’À LA MER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From the mountains to the valleys, From the rivers to the sea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CHAQUE MAIN QUI SE MANIFESTE SE MANIFESTE POUR T’OFFRIR LA PAIX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Every hand that reaches out to offer peace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 CHAQUE GESTE DE TENDRESSE FAIT AVANCER SON ROYAUME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Every simple act of mercy, Every step to kingdom come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 L’AMOUR PRODUIT L’ESPOIR ET L’ESPOIR EST UN BAUME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All the Hope in every heart will speak what love has done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AVEC CHAQUE SOUFFLE DE VIE JE PARLERAI DE SON AMOUR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For as long as I shall live I will testify to love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JE TE LOUERAI POUR TON AMOUR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3379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LES COULEURS DE L’ARC-EN-CIEL TOUTES LES VOIX DANS LE VENT</a:t>
            </a:r>
          </a:p>
          <a:p>
            <a:r>
              <a:rPr lang="fr-FR" smtClean="0"/>
              <a:t>All the colors of the rainbow, All the voices of the wind</a:t>
            </a:r>
          </a:p>
          <a:p>
            <a:endParaRPr lang="fr-FR" smtClean="0"/>
          </a:p>
          <a:p>
            <a:r>
              <a:rPr lang="fr-FR" smtClean="0"/>
              <a:t>2-  CHAQUE RÊVE QUI SE MANIFESTE SE MANIFESTE EN VERTU DE L’AMOUR</a:t>
            </a:r>
          </a:p>
          <a:p>
            <a:r>
              <a:rPr lang="fr-FR" smtClean="0"/>
              <a:t>Every dream that reaches out, That reaches out to find where love begins</a:t>
            </a:r>
          </a:p>
          <a:p>
            <a:endParaRPr lang="fr-FR" smtClean="0"/>
          </a:p>
          <a:p>
            <a:r>
              <a:rPr lang="fr-FR" smtClean="0"/>
              <a:t>3-  CHAQUE MOT DE CHAQUE HISTOIRE CHAQUE ÉTOILE DE CHAQUE CIEL</a:t>
            </a:r>
          </a:p>
          <a:p>
            <a:r>
              <a:rPr lang="fr-FR" smtClean="0"/>
              <a:t>Every word of every story, Every star in every sky</a:t>
            </a:r>
          </a:p>
          <a:p>
            <a:endParaRPr lang="fr-FR" smtClean="0"/>
          </a:p>
          <a:p>
            <a:r>
              <a:rPr lang="fr-FR" smtClean="0"/>
              <a:t>4-  CHAQUE COIN DE LA CRÉATION VIT POUR TÉMOIGNER</a:t>
            </a:r>
          </a:p>
          <a:p>
            <a:r>
              <a:rPr lang="fr-FR" smtClean="0"/>
              <a:t>Every corner of creation, lives to testify</a:t>
            </a:r>
          </a:p>
          <a:p>
            <a:endParaRPr lang="fr-FR" smtClean="0"/>
          </a:p>
          <a:p>
            <a:r>
              <a:rPr lang="fr-FR" smtClean="0"/>
              <a:t>	5-  TOUT LE TEMPS OÙ JE VIVRAI JE PARLERAI DE SON AMOUR </a:t>
            </a:r>
          </a:p>
          <a:p>
            <a:r>
              <a:rPr lang="fr-FR" smtClean="0"/>
              <a:t>	For as long as I shall live I will testify to love</a:t>
            </a:r>
          </a:p>
          <a:p>
            <a:endParaRPr lang="fr-FR" smtClean="0"/>
          </a:p>
          <a:p>
            <a:r>
              <a:rPr lang="fr-FR" smtClean="0"/>
              <a:t>	6-  JE PARLERAI DANS LE SILENCE</a:t>
            </a:r>
          </a:p>
          <a:p>
            <a:r>
              <a:rPr lang="fr-FR" smtClean="0"/>
              <a:t>	I'll be a witness in the silences</a:t>
            </a:r>
          </a:p>
          <a:p>
            <a:endParaRPr lang="fr-FR" smtClean="0"/>
          </a:p>
          <a:p>
            <a:r>
              <a:rPr lang="fr-FR" smtClean="0"/>
              <a:t>	7-  LORSQUE LES CŒURS SONT TROP DURS</a:t>
            </a:r>
          </a:p>
          <a:p>
            <a:r>
              <a:rPr lang="fr-FR" smtClean="0"/>
              <a:t>	 when words are not enough</a:t>
            </a:r>
          </a:p>
          <a:p>
            <a:endParaRPr lang="fr-FR" smtClean="0"/>
          </a:p>
          <a:p>
            <a:r>
              <a:rPr lang="fr-FR" smtClean="0"/>
              <a:t>	8-  AVEC CHAQUE SOUFFLE DE VIE JE LE LOUERAI CHAQUE JOUR</a:t>
            </a:r>
          </a:p>
          <a:p>
            <a:r>
              <a:rPr lang="fr-FR" smtClean="0"/>
              <a:t>	With every breath I take,I will give thanks to God above</a:t>
            </a:r>
          </a:p>
          <a:p>
            <a:endParaRPr lang="fr-FR" smtClean="0"/>
          </a:p>
          <a:p>
            <a:r>
              <a:rPr lang="fr-FR" smtClean="0"/>
              <a:t>	9-  TOUT LE TEMPS OÙ JE VIVRAI JE PARLERAI DE SON AMOUR</a:t>
            </a:r>
          </a:p>
          <a:p>
            <a:r>
              <a:rPr lang="fr-FR" smtClean="0"/>
              <a:t>	For as long as I shall live I will testify to love</a:t>
            </a:r>
          </a:p>
          <a:p>
            <a:endParaRPr lang="fr-FR" smtClean="0"/>
          </a:p>
          <a:p>
            <a:r>
              <a:rPr lang="fr-FR" smtClean="0"/>
              <a:t>10-  DES MONTAGNES JUSQU’AUX VALLÉES ET DES FLEUVES JUSQU’À LA MER</a:t>
            </a:r>
          </a:p>
          <a:p>
            <a:r>
              <a:rPr lang="fr-FR" smtClean="0"/>
              <a:t>From the mountains to the valleys, From the rivers to the sea</a:t>
            </a:r>
          </a:p>
          <a:p>
            <a:endParaRPr lang="fr-FR" smtClean="0"/>
          </a:p>
          <a:p>
            <a:r>
              <a:rPr lang="fr-FR" smtClean="0"/>
              <a:t>11-  CHAQUE MAIN QUI SE MANIFESTE SE MANIFESTE POUR T’OFFRIR LA PAIX</a:t>
            </a:r>
          </a:p>
          <a:p>
            <a:r>
              <a:rPr lang="fr-FR" smtClean="0"/>
              <a:t>Every hand that reaches out to offer peace</a:t>
            </a:r>
          </a:p>
          <a:p>
            <a:endParaRPr lang="fr-FR" smtClean="0"/>
          </a:p>
          <a:p>
            <a:r>
              <a:rPr lang="fr-FR" smtClean="0"/>
              <a:t>12-   CHAQUE GESTE DE TENDRESSE FAIT AVANCER SON ROYAUME</a:t>
            </a:r>
          </a:p>
          <a:p>
            <a:r>
              <a:rPr lang="fr-FR" smtClean="0"/>
              <a:t>Every simple act of mercy, Every step to kingdom come </a:t>
            </a:r>
          </a:p>
          <a:p>
            <a:endParaRPr lang="fr-FR" smtClean="0"/>
          </a:p>
          <a:p>
            <a:r>
              <a:rPr lang="fr-FR" smtClean="0"/>
              <a:t>13-   L’AMOUR PRODUIT L’ESPOIR ET L’ESPOIR EST UN BAUME</a:t>
            </a:r>
          </a:p>
          <a:p>
            <a:r>
              <a:rPr lang="fr-FR" smtClean="0"/>
              <a:t>All the Hope in every heart will speak what love has done</a:t>
            </a:r>
          </a:p>
          <a:p>
            <a:endParaRPr lang="fr-FR" smtClean="0"/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14-  AVEC CHAQUE SOUFFLE DE VIE JE PARLERAI DE SON AMOUR</a:t>
            </a:r>
          </a:p>
          <a:p>
            <a:r>
              <a:rPr lang="fr-FR" smtClean="0"/>
              <a:t>For as long as I shall live I will testify to love</a:t>
            </a:r>
          </a:p>
          <a:p>
            <a:endParaRPr lang="fr-FR" smtClean="0"/>
          </a:p>
          <a:p>
            <a:r>
              <a:rPr lang="fr-FR" smtClean="0"/>
              <a:t>15- JE TE LOUERAI POUR TON AMOUR</a:t>
            </a:r>
          </a:p>
          <a:p>
            <a:endParaRPr lang="fr-FR" smtClean="0"/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LES COULEURS DE L’ARC-EN-CIEL TOUTES LES VOIX DANS LE VENT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All the colors of the rainbow, All the voices of the wind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CHAQUE RÊVE QUI SE MANIFESTE SE MANIFESTE EN VERTU DE L’AMOUR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Every dream that reaches out, That reaches out to find where love begins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CHAQUE MOT DE CHAQUE HISTOIRE CHAQUE ÉTOILE DE CHAQUE CIEL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Every word of every story, Every star in every sky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CHAQUE COIN DE LA CRÉATION VIT POUR TÉMOIGNER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Every corner of creation, lives to testify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5-  TOUT LE TEMPS OÙ JE VIVRAI JE PARLERAI DE SON AMOUR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For as long as I shall live I will testify to love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6-  JE PARLERAI DANS LE SILENCE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I'll be a witness in the silences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7-  LORSQUE LES CŒURS SONT TROP DURS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when words are not enough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8-  AVEC CHAQUE SOUFFLE DE VIE JE LE LOUERAI CHAQUE JOUR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With every breath I take,I will give thanks to God above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9-  TOUT LE TEMPS OÙ JE VIVRAI JE PARLERAI DE SON AMOUR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For as long as I shall live I will testify to love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DES MONTAGNES JUSQU’AUX VALLÉES ET DES FLEUVES JUSQU’À LA MER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From the mountains to the valleys, From the rivers to the sea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CHAQUE MAIN QUI SE MANIFESTE SE MANIFESTE POUR T’OFFRIR LA PAIX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Every hand that reaches out to offer peace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 CHAQUE GESTE DE TENDRESSE FAIT AVANCER SON ROYAUME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Every simple act of mercy, Every step to kingdom come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 L’AMOUR PRODUIT L’ESPOIR ET L’ESPOIR EST UN BAUME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All the Hope in every heart will speak what love has done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AVEC CHAQUE SOUFFLE DE VIE JE PARLERAI DE SON AMOUR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For as long as I shall live I will testify to love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JE TE LOUERAI POUR TON AMOUR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3482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LES COULEURS DE L’ARC-EN-CIEL TOUTES LES VOIX DANS LE VENT</a:t>
            </a:r>
          </a:p>
          <a:p>
            <a:r>
              <a:rPr lang="fr-FR" smtClean="0"/>
              <a:t>All the colors of the rainbow, All the voices of the wind</a:t>
            </a:r>
          </a:p>
          <a:p>
            <a:endParaRPr lang="fr-FR" smtClean="0"/>
          </a:p>
          <a:p>
            <a:r>
              <a:rPr lang="fr-FR" smtClean="0"/>
              <a:t>2-  CHAQUE RÊVE QUI SE MANIFESTE SE MANIFESTE EN VERTU DE L’AMOUR</a:t>
            </a:r>
          </a:p>
          <a:p>
            <a:r>
              <a:rPr lang="fr-FR" smtClean="0"/>
              <a:t>Every dream that reaches out, That reaches out to find where love begins</a:t>
            </a:r>
          </a:p>
          <a:p>
            <a:endParaRPr lang="fr-FR" smtClean="0"/>
          </a:p>
          <a:p>
            <a:r>
              <a:rPr lang="fr-FR" smtClean="0"/>
              <a:t>3-  CHAQUE MOT DE CHAQUE HISTOIRE CHAQUE ÉTOILE DE CHAQUE CIEL</a:t>
            </a:r>
          </a:p>
          <a:p>
            <a:r>
              <a:rPr lang="fr-FR" smtClean="0"/>
              <a:t>Every word of every story, Every star in every sky</a:t>
            </a:r>
          </a:p>
          <a:p>
            <a:endParaRPr lang="fr-FR" smtClean="0"/>
          </a:p>
          <a:p>
            <a:r>
              <a:rPr lang="fr-FR" smtClean="0"/>
              <a:t>4-  CHAQUE COIN DE LA CRÉATION VIT POUR TÉMOIGNER</a:t>
            </a:r>
          </a:p>
          <a:p>
            <a:r>
              <a:rPr lang="fr-FR" smtClean="0"/>
              <a:t>Every corner of creation, lives to testify</a:t>
            </a:r>
          </a:p>
          <a:p>
            <a:endParaRPr lang="fr-FR" smtClean="0"/>
          </a:p>
          <a:p>
            <a:r>
              <a:rPr lang="fr-FR" smtClean="0"/>
              <a:t>	5-  TOUT LE TEMPS OÙ JE VIVRAI JE PARLERAI DE SON AMOUR </a:t>
            </a:r>
          </a:p>
          <a:p>
            <a:r>
              <a:rPr lang="fr-FR" smtClean="0"/>
              <a:t>	For as long as I shall live I will testify to love</a:t>
            </a:r>
          </a:p>
          <a:p>
            <a:endParaRPr lang="fr-FR" smtClean="0"/>
          </a:p>
          <a:p>
            <a:r>
              <a:rPr lang="fr-FR" smtClean="0"/>
              <a:t>	6-  JE PARLERAI DANS LE SILENCE</a:t>
            </a:r>
          </a:p>
          <a:p>
            <a:r>
              <a:rPr lang="fr-FR" smtClean="0"/>
              <a:t>	I'll be a witness in the silences</a:t>
            </a:r>
          </a:p>
          <a:p>
            <a:endParaRPr lang="fr-FR" smtClean="0"/>
          </a:p>
          <a:p>
            <a:r>
              <a:rPr lang="fr-FR" smtClean="0"/>
              <a:t>	7-  LORSQUE LES CŒURS SONT TROP DURS</a:t>
            </a:r>
          </a:p>
          <a:p>
            <a:r>
              <a:rPr lang="fr-FR" smtClean="0"/>
              <a:t>	 when words are not enough</a:t>
            </a:r>
          </a:p>
          <a:p>
            <a:endParaRPr lang="fr-FR" smtClean="0"/>
          </a:p>
          <a:p>
            <a:r>
              <a:rPr lang="fr-FR" smtClean="0"/>
              <a:t>	8-  AVEC CHAQUE SOUFFLE DE VIE JE LE LOUERAI CHAQUE JOUR</a:t>
            </a:r>
          </a:p>
          <a:p>
            <a:r>
              <a:rPr lang="fr-FR" smtClean="0"/>
              <a:t>	With every breath I take,I will give thanks to God above</a:t>
            </a:r>
          </a:p>
          <a:p>
            <a:endParaRPr lang="fr-FR" smtClean="0"/>
          </a:p>
          <a:p>
            <a:r>
              <a:rPr lang="fr-FR" smtClean="0"/>
              <a:t>	9-  TOUT LE TEMPS OÙ JE VIVRAI JE PARLERAI DE SON AMOUR</a:t>
            </a:r>
          </a:p>
          <a:p>
            <a:r>
              <a:rPr lang="fr-FR" smtClean="0"/>
              <a:t>	For as long as I shall live I will testify to love</a:t>
            </a:r>
          </a:p>
          <a:p>
            <a:endParaRPr lang="fr-FR" smtClean="0"/>
          </a:p>
          <a:p>
            <a:r>
              <a:rPr lang="fr-FR" smtClean="0"/>
              <a:t>10-  DES MONTAGNES JUSQU’AUX VALLÉES ET DES FLEUVES JUSQU’À LA MER</a:t>
            </a:r>
          </a:p>
          <a:p>
            <a:r>
              <a:rPr lang="fr-FR" smtClean="0"/>
              <a:t>From the mountains to the valleys, From the rivers to the sea</a:t>
            </a:r>
          </a:p>
          <a:p>
            <a:endParaRPr lang="fr-FR" smtClean="0"/>
          </a:p>
          <a:p>
            <a:r>
              <a:rPr lang="fr-FR" smtClean="0"/>
              <a:t>11-  CHAQUE MAIN QUI SE MANIFESTE SE MANIFESTE POUR T’OFFRIR LA PAIX</a:t>
            </a:r>
          </a:p>
          <a:p>
            <a:r>
              <a:rPr lang="fr-FR" smtClean="0"/>
              <a:t>Every hand that reaches out to offer peace</a:t>
            </a:r>
          </a:p>
          <a:p>
            <a:endParaRPr lang="fr-FR" smtClean="0"/>
          </a:p>
          <a:p>
            <a:r>
              <a:rPr lang="fr-FR" smtClean="0"/>
              <a:t>12-   CHAQUE GESTE DE TENDRESSE FAIT AVANCER SON ROYAUME</a:t>
            </a:r>
          </a:p>
          <a:p>
            <a:r>
              <a:rPr lang="fr-FR" smtClean="0"/>
              <a:t>Every simple act of mercy, Every step to kingdom come </a:t>
            </a:r>
          </a:p>
          <a:p>
            <a:endParaRPr lang="fr-FR" smtClean="0"/>
          </a:p>
          <a:p>
            <a:r>
              <a:rPr lang="fr-FR" smtClean="0"/>
              <a:t>13-   L’AMOUR PRODUIT L’ESPOIR ET L’ESPOIR EST UN BAUME</a:t>
            </a:r>
          </a:p>
          <a:p>
            <a:r>
              <a:rPr lang="fr-FR" smtClean="0"/>
              <a:t>All the Hope in every heart will speak what love has done</a:t>
            </a:r>
          </a:p>
          <a:p>
            <a:endParaRPr lang="fr-FR" smtClean="0"/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14-  AVEC CHAQUE SOUFFLE DE VIE JE PARLERAI DE SON AMOUR</a:t>
            </a:r>
          </a:p>
          <a:p>
            <a:r>
              <a:rPr lang="fr-FR" smtClean="0"/>
              <a:t>For as long as I shall live I will testify to love</a:t>
            </a:r>
          </a:p>
          <a:p>
            <a:endParaRPr lang="fr-FR" smtClean="0"/>
          </a:p>
          <a:p>
            <a:r>
              <a:rPr lang="fr-FR" smtClean="0"/>
              <a:t>15- JE TE LOUERAI POUR TON AMOUR</a:t>
            </a:r>
          </a:p>
          <a:p>
            <a:endParaRPr lang="fr-FR" smtClean="0"/>
          </a:p>
          <a:p>
            <a:endParaRPr lang="fr-FR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 smtClean="0"/>
              <a:t>Cliquez pour modifier le style des sous-titres du masque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C863EF2-A93D-474A-9013-DFFBB9F003A5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AF40F84-DD5D-4220-B1D1-427CED09BF4D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5B2CD43-859A-459A-A0F0-A32F469EA6E1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6B05B09-9B00-40B5-A375-7B3B0EE8D14A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83487D3-DDBB-47BA-AFF1-982DEC5AC640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F5EB80F-0294-4B1F-B4D2-955A7BEEDB3F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7654202-83B1-467C-8903-C42886C24D87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408C396-AE26-4280-8DB7-1D1F1F7B2A93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 smtClean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BAE7D40-5272-4F2E-9B00-69A98AAB733E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E7EB961-9252-4C55-BC38-9FCD57406B6A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070A8D4-2370-4B58-911C-0C56BF757C11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text styles</a:t>
            </a:r>
          </a:p>
          <a:p>
            <a:pPr lvl="1"/>
            <a:r>
              <a:rPr lang="en-GB" smtClean="0"/>
              <a:t>Second level</a:t>
            </a:r>
          </a:p>
          <a:p>
            <a:pPr lvl="2"/>
            <a:r>
              <a:rPr lang="en-GB" smtClean="0"/>
              <a:t>Third level</a:t>
            </a:r>
          </a:p>
          <a:p>
            <a:pPr lvl="3"/>
            <a:r>
              <a:rPr lang="en-GB" smtClean="0"/>
              <a:t>Fourth level</a:t>
            </a:r>
          </a:p>
          <a:p>
            <a:pPr lvl="4"/>
            <a:r>
              <a:rPr lang="en-GB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pPr>
              <a:defRPr/>
            </a:pPr>
            <a:fld id="{D25A2F0F-8DB4-49AE-AEFB-9C9F71C3A771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2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LES COULEURS DE L’ARC-EN-CIEL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TOUTES LES VOIX DANS LE VENT</a:t>
            </a:r>
            <a:endParaRPr lang="fr-FR" sz="400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5" name="Rectangle 3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CHAQUE RÊVE QUI SE MANIFESTE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SE MANIFESTE EN VERTU DE L’AMOUR</a:t>
            </a:r>
            <a:endParaRPr lang="fr-FR" sz="400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9" name="Rectangle 3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CHAQUE MOT DE CHAQUE HISTOIRE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CHAQUE ÉTOILE DE CHAQUE CIEL</a:t>
            </a:r>
            <a:endParaRPr lang="fr-FR" sz="400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3" name="Rectangle 1026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CHAQUE COIN DE LA CRÉATION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VIT POUR TÉMOIGNER</a:t>
            </a:r>
            <a:endParaRPr lang="fr-FR" sz="400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7" name="Rectangle 3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TOUT LE TEMPS OÙ JE VIVRAI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JE PARLERAI DE SON AMOUR </a:t>
            </a:r>
            <a:endParaRPr lang="fr-FR" sz="400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1" name="Rectangle 3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JE PARLERAI DANS LE SILENCE</a:t>
            </a:r>
            <a:endParaRPr lang="en-GB" sz="400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5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LORSQUE LES CŒURS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SONT TROP DURS</a:t>
            </a:r>
            <a:endParaRPr lang="en-GB" sz="400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9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AVEC CHAQUE SOUFFLE DE VIE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JE LE LOUERAI CHAQUE JOUR</a:t>
            </a:r>
            <a:endParaRPr lang="en-GB" sz="400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3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TOUT LE TEMPS OÙ JE VIVRAI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JE PARLERAI DE SON AMOUR</a:t>
            </a:r>
            <a:endParaRPr lang="en-GB" sz="400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7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DES MONTAGNES JUSQU’AUX VALLÉES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ET DES FLEUVES JUSQU’À LA MER</a:t>
            </a:r>
            <a:endParaRPr lang="en-GB" sz="400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1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CHAQUE MAIN QUI SE MANIFESTE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SE MANIFESTE POUR T’OFFRIR LA PAIX</a:t>
            </a:r>
            <a:endParaRPr lang="en-GB" sz="400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5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CHAQUE GESTE DE TENDRESSE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FAIT AVANCER SON ROYAUME </a:t>
            </a:r>
            <a:endParaRPr lang="en-GB" sz="400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9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L’AMOUR PRODUIT L’ESPOIR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ET L’ESPOIR EST UN BAUME</a:t>
            </a:r>
            <a:endParaRPr lang="en-GB" sz="400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3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AVEC CHAQUE SOUFFLE DE VIE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JE PARLERAI DE SON AMOUR</a:t>
            </a:r>
            <a:endParaRPr lang="en-GB" sz="400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3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JE TE LOUERAI POUR TON AMOUR</a:t>
            </a:r>
            <a:endParaRPr lang="en-GB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3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JE TE BÉNIS POUR TON AMOUR</a:t>
            </a:r>
            <a:endParaRPr lang="en-GB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Default Design">
  <a:themeElements>
    <a:clrScheme name="Default 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Franklin Gothic Medium"/>
        <a:ea typeface=""/>
        <a:cs typeface=""/>
      </a:majorFont>
      <a:minorFont>
        <a:latin typeface="Franklin Gothic Medium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371</TotalTime>
  <Words>2989</Words>
  <Application>Microsoft Office PowerPoint</Application>
  <PresentationFormat>Affichage à l'écran (4:3)</PresentationFormat>
  <Paragraphs>1457</Paragraphs>
  <Slides>16</Slides>
  <Notes>16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16</vt:i4>
      </vt:variant>
    </vt:vector>
  </HeadingPairs>
  <TitlesOfParts>
    <vt:vector size="17" baseType="lpstr">
      <vt:lpstr>Default Design</vt:lpstr>
      <vt:lpstr>Diapositive 1</vt:lpstr>
      <vt:lpstr>Diapositive 2</vt:lpstr>
      <vt:lpstr>Diapositive 3</vt:lpstr>
      <vt:lpstr>Diapositive 4</vt:lpstr>
      <vt:lpstr>Diapositive 5</vt:lpstr>
      <vt:lpstr>Diapositive 6</vt:lpstr>
      <vt:lpstr>Diapositive 7</vt:lpstr>
      <vt:lpstr>Diapositive 8</vt:lpstr>
      <vt:lpstr>Diapositive 9</vt:lpstr>
      <vt:lpstr>Diapositive 10</vt:lpstr>
      <vt:lpstr>Diapositive 11</vt:lpstr>
      <vt:lpstr>Diapositive 12</vt:lpstr>
      <vt:lpstr>Diapositive 13</vt:lpstr>
      <vt:lpstr>Diapositive 14</vt:lpstr>
      <vt:lpstr>Diapositive 15</vt:lpstr>
      <vt:lpstr>Diapositive 16</vt:lpstr>
    </vt:vector>
  </TitlesOfParts>
  <Company>bbx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bastide</dc:creator>
  <cp:lastModifiedBy>INCRUSTATIONS</cp:lastModifiedBy>
  <cp:revision>59</cp:revision>
  <dcterms:created xsi:type="dcterms:W3CDTF">2002-08-17T09:29:00Z</dcterms:created>
  <dcterms:modified xsi:type="dcterms:W3CDTF">2019-09-29T07:00:28Z</dcterms:modified>
</cp:coreProperties>
</file>