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291" r:id="rId37"/>
    <p:sldId id="294" r:id="rId38"/>
    <p:sldId id="293" r:id="rId39"/>
    <p:sldId id="295" r:id="rId40"/>
    <p:sldId id="296" r:id="rId41"/>
    <p:sldId id="297" r:id="rId42"/>
    <p:sldId id="299" r:id="rId43"/>
    <p:sldId id="298" r:id="rId44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795" autoAdjust="0"/>
    <p:restoredTop sz="44839" autoAdjust="0"/>
  </p:normalViewPr>
  <p:slideViewPr>
    <p:cSldViewPr>
      <p:cViewPr varScale="1">
        <p:scale>
          <a:sx n="35" d="100"/>
          <a:sy n="35" d="100"/>
        </p:scale>
        <p:origin x="60" y="2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FA3D961-DAA4-4204-A391-28EF0AAB1A05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2826C-5D8D-460D-B57B-A55D20F08E2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Pont:</a:t>
            </a:r>
          </a:p>
          <a:p>
            <a:pPr>
              <a:defRPr/>
            </a:pPr>
            <a:r>
              <a:rPr lang="fr-FR" dirty="0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3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387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6718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797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536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056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4772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50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8955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Pont:</a:t>
            </a:r>
          </a:p>
          <a:p>
            <a:pPr>
              <a:defRPr/>
            </a:pPr>
            <a:r>
              <a:rPr lang="fr-FR" dirty="0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9716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9902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63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924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1769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9830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993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84462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99979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dirty="0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dirty="0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dirty="0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Pont:</a:t>
            </a:r>
          </a:p>
          <a:p>
            <a:pPr>
              <a:defRPr/>
            </a:pPr>
            <a:r>
              <a:rPr lang="fr-FR" dirty="0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dirty="0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9317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1719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43347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03282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5088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22382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5348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7118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3443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4686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24269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7096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5052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724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0165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4749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9014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82803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68766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38116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2856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76285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57149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pPr>
              <a:defRPr/>
            </a:pPr>
            <a:r>
              <a:rPr lang="fr-FR" smtClean="0"/>
              <a:t>7-  TU ES TOUJOURS LÀ DANS MES BESOINS 
8-  TU ME SOUTIENS TON AMOUR EST SI PUISSANT 
9-  POUR ME CHANGER 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pPr>
              <a:defRPr/>
            </a:pPr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pPr>
              <a:defRPr/>
            </a:pPr>
            <a:r>
              <a:rPr lang="fr-FR" smtClean="0"/>
              <a:t>23-  MÊME SI JE NE MÉRITE PAS  TON AMOUR POUR MOI  
24-  TU NE M’AS PAS JUGÉ TU M’AS PARDONNÉ 
</a:t>
            </a:r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</a:t>
            </a:r>
          </a:p>
          <a:p>
            <a:pPr>
              <a:defRPr/>
            </a:pPr>
            <a:r>
              <a:rPr lang="fr-FR" smtClean="0"/>
              <a:t>25-  JE TE DIS MERCI POUR LE SOLEIL  
26-  SEIGNEUR, MERCI POUR LA PLUIE ---
27-  MERCI DE M’AVOIR AIMÉ 
</a:t>
            </a:r>
          </a:p>
          <a:p>
            <a:pPr>
              <a:defRPr/>
            </a:pPr>
            <a:r>
              <a:rPr lang="fr-FR" smtClean="0"/>
              <a:t>28-  MERCI SAINT-ESPRIT MERCI  
29-  VIENS ME PURIFIER 
30-  PURIFIE MON CŒUR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MOMENT DE PLUS JE VOUDRAIS PRIER 
2-  TU REMPLIS MES PENSÉES 
3-  JE VEUX TE DIRE MERCI  DE M’AVOIR AIMÉ 
4-  TANT DE FOIS, J’AI OUBLIÉ 
5-  MES BESOINS QUE TU AS COMBLÉS  
6-  MERCI, SEIGNEUR  DE ME LE RAPPELER  
</a:t>
            </a:r>
          </a:p>
          <a:p>
            <a:r>
              <a:rPr lang="fr-FR" smtClean="0"/>
              <a:t>7-  TU ES TOUJOURS LÀ DANS MES BESOINS 
8-  TU ME SOUTIENS TON AMOUR EST SI PUISSANT 
9-  POUR ME CHANGER 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10-  ME VOICI TEL QUE JE SUIS 
	11-  JE LÈVE MES MAINS  MON CŒUR REMPLI 
	12-  JE VEUX TE DIRE MERCI  OUI MERCI  
	13-  POUR TOUT LE RESTE  POUR QUI TU ES 
	14-  POUR TES MERVEILLES  ET TES BIENFAITS 
	15-  JE VEUX TE DIRE MERCI OUI MERCI 
</a:t>
            </a:r>
          </a:p>
          <a:p>
            <a:r>
              <a:rPr lang="fr-FR" smtClean="0"/>
              <a:t>16-  J’ÉTAIS PRISONNIER DU PÉCHÉ MAIS TU M’AS SAUVÉ 
17-  QUAND J’ÉTAIS DÉSESPÉRÉ 
18-  TU M’AS DONNÉ LA PAIX  
19-  POUR ÊTRE BIEN PLUS GRAND  
20-  C’EST MOI QUI AURAIS DÛ PAYER 
21-  MAIS POUR MOI, TU L’AS FAIT  
22-  QUELLE GRÂCE ADMIRABLE C’EST PLUS QU’UN SIMPLE CHANT  
</a:t>
            </a:r>
          </a:p>
          <a:p>
            <a:r>
              <a:rPr lang="fr-FR" smtClean="0"/>
              <a:t>23-  MÊME SI JE NE MÉRITE PAS  TON AMOUR POUR MOI  
24-  TU NE M’AS PAS JUGÉ TU M’AS PARDONNÉ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25-  JE TE DIS MERCI POUR LE SOLEIL  
26-  SEIGNEUR, MERCI POUR LA PLUIE ---
27-  MERCI DE M’AVOIR AIMÉ 
</a:t>
            </a:r>
          </a:p>
          <a:p>
            <a:r>
              <a:rPr lang="fr-FR" smtClean="0"/>
              <a:t>28-  MERCI SAINT-ESPRIT MERCI  
29-  VIENS ME PURIFIER 
30-  PURIFIE MON CŒUR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0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3A2C-18C9-43E8-88B8-882CF2AE7C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202C3-CE32-4C02-8414-2289CDA0BC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D9D36-572E-4333-8CFD-166AA3FA2D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B5CD5-AC9A-4773-9121-A47A551721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7C14-C866-477D-A25E-3710DD2ED1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D9F85-5220-4EFC-982A-E8ADA64F8D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1F4A2-8D7F-4267-8B2B-56871FBE83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7F67D-C1A9-4A7F-B8D9-1F4DDAF6DC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CD5B3-65BC-404D-B056-1C3AF072F5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FE649-C6A7-4BD2-8C72-D9AD845E38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F5662-5248-4CFA-B163-3D6D827AB6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EE981A-D482-436D-A02C-5945FB952C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I've been </a:t>
            </a: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wonderin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’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me demandais]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does the future hold?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Qu’a donc l’avenir pour moi ?]</a:t>
            </a:r>
          </a:p>
        </p:txBody>
      </p:sp>
    </p:spTree>
    <p:extLst>
      <p:ext uri="{BB962C8B-B14F-4D97-AF65-F5344CB8AC3E}">
        <p14:creationId xmlns:p14="http://schemas.microsoft.com/office/powerpoint/2010/main" val="70248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52400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Somehow </a:t>
            </a: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thinkin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’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Comme si je pouvais]</a:t>
            </a:r>
          </a:p>
        </p:txBody>
      </p:sp>
    </p:spTree>
    <p:extLst>
      <p:ext uri="{BB962C8B-B14F-4D97-AF65-F5344CB8AC3E}">
        <p14:creationId xmlns:p14="http://schemas.microsoft.com/office/powerpoint/2010/main" val="214404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the one in control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Contrôler quoi que ce soit]</a:t>
            </a:r>
          </a:p>
        </p:txBody>
      </p:sp>
    </p:spTree>
    <p:extLst>
      <p:ext uri="{BB962C8B-B14F-4D97-AF65-F5344CB8AC3E}">
        <p14:creationId xmlns:p14="http://schemas.microsoft.com/office/powerpoint/2010/main" val="420577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But there You go again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Mais soudain Tu parais]</a:t>
            </a:r>
          </a:p>
        </p:txBody>
      </p:sp>
    </p:spTree>
    <p:extLst>
      <p:ext uri="{BB962C8B-B14F-4D97-AF65-F5344CB8AC3E}">
        <p14:creationId xmlns:p14="http://schemas.microsoft.com/office/powerpoint/2010/main" val="110117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Taking everything I've planned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Prends tous les plans que j’ai faits]</a:t>
            </a:r>
          </a:p>
        </p:txBody>
      </p:sp>
    </p:spTree>
    <p:extLst>
      <p:ext uri="{BB962C8B-B14F-4D97-AF65-F5344CB8AC3E}">
        <p14:creationId xmlns:p14="http://schemas.microsoft.com/office/powerpoint/2010/main" val="209060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Throwin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 it out the window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 me les arracher]</a:t>
            </a:r>
          </a:p>
        </p:txBody>
      </p:sp>
    </p:spTree>
    <p:extLst>
      <p:ext uri="{BB962C8B-B14F-4D97-AF65-F5344CB8AC3E}">
        <p14:creationId xmlns:p14="http://schemas.microsoft.com/office/powerpoint/2010/main" val="258885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Showin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 me how to let go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M’apprendre à les laisser]</a:t>
            </a:r>
          </a:p>
        </p:txBody>
      </p:sp>
    </p:spTree>
    <p:extLst>
      <p:ext uri="{BB962C8B-B14F-4D97-AF65-F5344CB8AC3E}">
        <p14:creationId xmlns:p14="http://schemas.microsoft.com/office/powerpoint/2010/main" val="301406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You have for me is best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Ton plan est plus parfait que le mien]</a:t>
            </a:r>
          </a:p>
        </p:txBody>
      </p:sp>
    </p:spTree>
    <p:extLst>
      <p:ext uri="{BB962C8B-B14F-4D97-AF65-F5344CB8AC3E}">
        <p14:creationId xmlns:p14="http://schemas.microsoft.com/office/powerpoint/2010/main" val="294923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will never give me less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ne me donneras jamais moins]</a:t>
            </a:r>
          </a:p>
        </p:txBody>
      </p:sp>
    </p:spTree>
    <p:extLst>
      <p:ext uri="{BB962C8B-B14F-4D97-AF65-F5344CB8AC3E}">
        <p14:creationId xmlns:p14="http://schemas.microsoft.com/office/powerpoint/2010/main" val="271594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I'm learning how to let go,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J’apprends à tout délaisser, eh eh eh]</a:t>
            </a:r>
          </a:p>
        </p:txBody>
      </p:sp>
    </p:spTree>
    <p:extLst>
      <p:ext uri="{BB962C8B-B14F-4D97-AF65-F5344CB8AC3E}">
        <p14:creationId xmlns:p14="http://schemas.microsoft.com/office/powerpoint/2010/main" val="299177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Keeper of my heart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Gardien de mon cœur]</a:t>
            </a:r>
          </a:p>
        </p:txBody>
      </p:sp>
    </p:spTree>
    <p:extLst>
      <p:ext uri="{BB962C8B-B14F-4D97-AF65-F5344CB8AC3E}">
        <p14:creationId xmlns:p14="http://schemas.microsoft.com/office/powerpoint/2010/main" val="69320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Father of the stars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Père de toute étoile]</a:t>
            </a:r>
          </a:p>
        </p:txBody>
      </p:sp>
    </p:spTree>
    <p:extLst>
      <p:ext uri="{BB962C8B-B14F-4D97-AF65-F5344CB8AC3E}">
        <p14:creationId xmlns:p14="http://schemas.microsoft.com/office/powerpoint/2010/main" val="61000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traded heaven just to hold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as quitté le Ciel pour moi]</a:t>
            </a:r>
          </a:p>
        </p:txBody>
      </p:sp>
    </p:spTree>
    <p:extLst>
      <p:ext uri="{BB962C8B-B14F-4D97-AF65-F5344CB8AC3E}">
        <p14:creationId xmlns:p14="http://schemas.microsoft.com/office/powerpoint/2010/main" val="12336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Heaven 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just to hold </a:t>
            </a: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</a:t>
            </a: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Quitté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 Ciel pour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22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Lifter of my soul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Soutien de mon âme]</a:t>
            </a:r>
          </a:p>
        </p:txBody>
      </p:sp>
    </p:spTree>
    <p:extLst>
      <p:ext uri="{BB962C8B-B14F-4D97-AF65-F5344CB8AC3E}">
        <p14:creationId xmlns:p14="http://schemas.microsoft.com/office/powerpoint/2010/main" val="295445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call me as Your own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dis que je suis à Toi]</a:t>
            </a:r>
          </a:p>
        </p:txBody>
      </p:sp>
    </p:spTree>
    <p:extLst>
      <p:ext uri="{BB962C8B-B14F-4D97-AF65-F5344CB8AC3E}">
        <p14:creationId xmlns:p14="http://schemas.microsoft.com/office/powerpoint/2010/main" val="234530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Nothing compares to how You love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Non, rien n’égale Ton amour pour moi]</a:t>
            </a:r>
          </a:p>
        </p:txBody>
      </p:sp>
    </p:spTree>
    <p:extLst>
      <p:ext uri="{BB962C8B-B14F-4D97-AF65-F5344CB8AC3E}">
        <p14:creationId xmlns:p14="http://schemas.microsoft.com/office/powerpoint/2010/main" val="106354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Compares 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 how You love </a:t>
            </a: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</a:t>
            </a: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N’égale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Ton amour pour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moi 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79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Keeper of my heart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Gardien de mon cœur]</a:t>
            </a:r>
          </a:p>
        </p:txBody>
      </p:sp>
    </p:spTree>
    <p:extLst>
      <p:ext uri="{BB962C8B-B14F-4D97-AF65-F5344CB8AC3E}">
        <p14:creationId xmlns:p14="http://schemas.microsoft.com/office/powerpoint/2010/main" val="103812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 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heart, my </a:t>
            </a: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heart</a:t>
            </a: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Mon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cœur, mon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cœur]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436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Keeper of my heart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Gardien de mon cœur]</a:t>
            </a:r>
          </a:p>
        </p:txBody>
      </p:sp>
    </p:spTree>
    <p:extLst>
      <p:ext uri="{BB962C8B-B14F-4D97-AF65-F5344CB8AC3E}">
        <p14:creationId xmlns:p14="http://schemas.microsoft.com/office/powerpoint/2010/main" val="182381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 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heart, my </a:t>
            </a:r>
            <a:r>
              <a:rPr lang="en-US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heart</a:t>
            </a:r>
            <a:endParaRPr lang="en-US" sz="3000" cap="all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Mon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cœur, mon </a:t>
            </a: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cœur]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12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Now I'm </a:t>
            </a: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seein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’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Maintenant je vois]</a:t>
            </a:r>
          </a:p>
        </p:txBody>
      </p:sp>
    </p:spTree>
    <p:extLst>
      <p:ext uri="{BB962C8B-B14F-4D97-AF65-F5344CB8AC3E}">
        <p14:creationId xmlns:p14="http://schemas.microsoft.com/office/powerpoint/2010/main" val="2506290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 eyes full of clarity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Avec tant de clarté]</a:t>
            </a:r>
          </a:p>
        </p:txBody>
      </p:sp>
    </p:spTree>
    <p:extLst>
      <p:ext uri="{BB962C8B-B14F-4D97-AF65-F5344CB8AC3E}">
        <p14:creationId xmlns:p14="http://schemas.microsoft.com/office/powerpoint/2010/main" val="990812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Living for more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vis pour plus]</a:t>
            </a:r>
          </a:p>
        </p:txBody>
      </p:sp>
    </p:spTree>
    <p:extLst>
      <p:ext uri="{BB962C8B-B14F-4D97-AF65-F5344CB8AC3E}">
        <p14:creationId xmlns:p14="http://schemas.microsoft.com/office/powerpoint/2010/main" val="1561144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Than just what's in front of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Que ce qui est devant moi]</a:t>
            </a:r>
          </a:p>
        </p:txBody>
      </p:sp>
    </p:spTree>
    <p:extLst>
      <p:ext uri="{BB962C8B-B14F-4D97-AF65-F5344CB8AC3E}">
        <p14:creationId xmlns:p14="http://schemas.microsoft.com/office/powerpoint/2010/main" val="2158422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Here we go again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encore Tu parais]</a:t>
            </a:r>
          </a:p>
        </p:txBody>
      </p:sp>
    </p:spTree>
    <p:extLst>
      <p:ext uri="{BB962C8B-B14F-4D97-AF65-F5344CB8AC3E}">
        <p14:creationId xmlns:p14="http://schemas.microsoft.com/office/powerpoint/2010/main" val="3002130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give You everything I 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Te donne tout ce que j’ai]</a:t>
            </a:r>
          </a:p>
        </p:txBody>
      </p:sp>
    </p:spTree>
    <p:extLst>
      <p:ext uri="{BB962C8B-B14F-4D97-AF65-F5344CB8AC3E}">
        <p14:creationId xmlns:p14="http://schemas.microsoft.com/office/powerpoint/2010/main" val="2236706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This is where I let go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C’est là que je me soumets]</a:t>
            </a:r>
          </a:p>
        </p:txBody>
      </p:sp>
    </p:spTree>
    <p:extLst>
      <p:ext uri="{BB962C8B-B14F-4D97-AF65-F5344CB8AC3E}">
        <p14:creationId xmlns:p14="http://schemas.microsoft.com/office/powerpoint/2010/main" val="3389114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(This is where I let go)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[(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C’est là que je me soumets)]</a:t>
            </a:r>
          </a:p>
        </p:txBody>
      </p:sp>
    </p:spTree>
    <p:extLst>
      <p:ext uri="{BB962C8B-B14F-4D97-AF65-F5344CB8AC3E}">
        <p14:creationId xmlns:p14="http://schemas.microsoft.com/office/powerpoint/2010/main" val="200487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Always, always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Toujours, toujours pour moi]</a:t>
            </a:r>
          </a:p>
        </p:txBody>
      </p:sp>
    </p:spTree>
    <p:extLst>
      <p:ext uri="{BB962C8B-B14F-4D97-AF65-F5344CB8AC3E}">
        <p14:creationId xmlns:p14="http://schemas.microsoft.com/office/powerpoint/2010/main" val="3808828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Always, always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Toujours, toujours pour moi]</a:t>
            </a:r>
          </a:p>
        </p:txBody>
      </p:sp>
    </p:spTree>
    <p:extLst>
      <p:ext uri="{BB962C8B-B14F-4D97-AF65-F5344CB8AC3E}">
        <p14:creationId xmlns:p14="http://schemas.microsoft.com/office/powerpoint/2010/main" val="40923069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that You are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sais que Tu es]</a:t>
            </a:r>
          </a:p>
        </p:txBody>
      </p:sp>
    </p:spTree>
    <p:extLst>
      <p:ext uri="{BB962C8B-B14F-4D97-AF65-F5344CB8AC3E}">
        <p14:creationId xmlns:p14="http://schemas.microsoft.com/office/powerpoint/2010/main" val="3205537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Always, always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Toujours, toujours pour moi]</a:t>
            </a:r>
          </a:p>
        </p:txBody>
      </p:sp>
    </p:spTree>
    <p:extLst>
      <p:ext uri="{BB962C8B-B14F-4D97-AF65-F5344CB8AC3E}">
        <p14:creationId xmlns:p14="http://schemas.microsoft.com/office/powerpoint/2010/main" val="3862024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I'm at my worst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 je suis à mon pire]</a:t>
            </a:r>
          </a:p>
        </p:txBody>
      </p:sp>
    </p:spTree>
    <p:extLst>
      <p:ext uri="{BB962C8B-B14F-4D97-AF65-F5344CB8AC3E}">
        <p14:creationId xmlns:p14="http://schemas.microsoft.com/office/powerpoint/2010/main" val="21232047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Always, always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Toujours, toujours pour moi]</a:t>
            </a:r>
          </a:p>
        </p:txBody>
      </p:sp>
    </p:spTree>
    <p:extLst>
      <p:ext uri="{BB962C8B-B14F-4D97-AF65-F5344CB8AC3E}">
        <p14:creationId xmlns:p14="http://schemas.microsoft.com/office/powerpoint/2010/main" val="409414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I'm at my worst, yeah, when I'm at my best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 je suis à mon pire ou à mon meilleur]</a:t>
            </a:r>
          </a:p>
        </p:txBody>
      </p:sp>
    </p:spTree>
    <p:extLst>
      <p:ext uri="{BB962C8B-B14F-4D97-AF65-F5344CB8AC3E}">
        <p14:creationId xmlns:p14="http://schemas.microsoft.com/office/powerpoint/2010/main" val="13134082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Always, always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Toujours, toujours pour moi]</a:t>
            </a:r>
          </a:p>
        </p:txBody>
      </p:sp>
    </p:spTree>
    <p:extLst>
      <p:ext uri="{BB962C8B-B14F-4D97-AF65-F5344CB8AC3E}">
        <p14:creationId xmlns:p14="http://schemas.microsoft.com/office/powerpoint/2010/main" val="349906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At my best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À mon meilleur]</a:t>
            </a:r>
          </a:p>
        </p:txBody>
      </p:sp>
    </p:spTree>
    <p:extLst>
      <p:ext uri="{BB962C8B-B14F-4D97-AF65-F5344CB8AC3E}">
        <p14:creationId xmlns:p14="http://schemas.microsoft.com/office/powerpoint/2010/main" val="35961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that You are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sais que Tu es]</a:t>
            </a:r>
          </a:p>
        </p:txBody>
      </p:sp>
    </p:spTree>
    <p:extLst>
      <p:ext uri="{BB962C8B-B14F-4D97-AF65-F5344CB8AC3E}">
        <p14:creationId xmlns:p14="http://schemas.microsoft.com/office/powerpoint/2010/main" val="19905082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Always, always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Toujours, toujours pour moi]</a:t>
            </a:r>
          </a:p>
        </p:txBody>
      </p:sp>
    </p:spTree>
    <p:extLst>
      <p:ext uri="{BB962C8B-B14F-4D97-AF65-F5344CB8AC3E}">
        <p14:creationId xmlns:p14="http://schemas.microsoft.com/office/powerpoint/2010/main" val="29727392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195332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I've got nothing left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 je n’ai plus rien d’autre]</a:t>
            </a:r>
          </a:p>
        </p:txBody>
      </p:sp>
    </p:spTree>
    <p:extLst>
      <p:ext uri="{BB962C8B-B14F-4D97-AF65-F5344CB8AC3E}">
        <p14:creationId xmlns:p14="http://schemas.microsoft.com/office/powerpoint/2010/main" val="32180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1320</Words>
  <Application>Microsoft Office PowerPoint</Application>
  <PresentationFormat>Grand écran</PresentationFormat>
  <Paragraphs>1032</Paragraphs>
  <Slides>43</Slides>
  <Notes>43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7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99</cp:revision>
  <dcterms:created xsi:type="dcterms:W3CDTF">2002-08-17T13:12:10Z</dcterms:created>
  <dcterms:modified xsi:type="dcterms:W3CDTF">2025-05-11T10:57:11Z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2025-03-22T23:30:47Z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358d9ed8-39a6-4c1b-b6e4-371a790fe360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