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617" autoAdjust="0"/>
    <p:restoredTop sz="41373" autoAdjust="0"/>
  </p:normalViewPr>
  <p:slideViewPr>
    <p:cSldViewPr>
      <p:cViewPr>
        <p:scale>
          <a:sx n="33" d="100"/>
          <a:sy n="33" d="100"/>
        </p:scale>
        <p:origin x="-744" y="-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29/09/2019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dirty="0" smtClean="0"/>
              <a:t>1-  TA PAROLE EST VIE TA PAROLE EST AMOUR </a:t>
            </a:r>
          </a:p>
          <a:p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life,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love,
2-  TA PAROLE EST VRAIE…                             x3
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true</a:t>
            </a:r>
            <a:r>
              <a:rPr lang="fr-FR" b="0" dirty="0" smtClean="0"/>
              <a:t>. . .</a:t>
            </a:r>
          </a:p>
          <a:p>
            <a:endParaRPr lang="fr-FR" b="0" dirty="0" smtClean="0"/>
          </a:p>
          <a:p>
            <a:r>
              <a:rPr lang="fr-FR" b="0" dirty="0" smtClean="0"/>
              <a:t>3-  CHACUN DE NOUS RECHERCHE QUELQUE CHOSE À CROIRE </a:t>
            </a:r>
          </a:p>
          <a:p>
            <a:r>
              <a:rPr lang="fr-FR" b="0" dirty="0" err="1" smtClean="0"/>
              <a:t>Everybody's</a:t>
            </a:r>
            <a:r>
              <a:rPr lang="fr-FR" b="0" dirty="0" smtClean="0"/>
              <a:t> </a:t>
            </a:r>
            <a:r>
              <a:rPr lang="fr-FR" b="0" dirty="0" err="1" smtClean="0"/>
              <a:t>looking</a:t>
            </a:r>
            <a:r>
              <a:rPr lang="fr-FR" b="0" dirty="0" smtClean="0"/>
              <a:t> for </a:t>
            </a:r>
            <a:r>
              <a:rPr lang="fr-FR" b="0" dirty="0" err="1" smtClean="0"/>
              <a:t>something</a:t>
            </a:r>
            <a:r>
              <a:rPr lang="fr-FR" b="0" dirty="0" smtClean="0"/>
              <a:t> to </a:t>
            </a:r>
            <a:r>
              <a:rPr lang="fr-FR" b="0" dirty="0" err="1" smtClean="0"/>
              <a:t>believe</a:t>
            </a:r>
            <a:r>
              <a:rPr lang="fr-FR" b="0" dirty="0" smtClean="0"/>
              <a:t> in
4-  SEIGNEUR, J’AI DÉCOUVERT  QUE LES FIDÈLES SONT SI PEU</a:t>
            </a:r>
          </a:p>
          <a:p>
            <a:r>
              <a:rPr lang="fr-FR" b="0" dirty="0" smtClean="0"/>
              <a:t>Lord, I </a:t>
            </a:r>
            <a:r>
              <a:rPr lang="fr-FR" b="0" dirty="0" err="1" smtClean="0"/>
              <a:t>find</a:t>
            </a:r>
            <a:r>
              <a:rPr lang="fr-FR" b="0" dirty="0" smtClean="0"/>
              <a:t> the </a:t>
            </a:r>
            <a:r>
              <a:rPr lang="fr-FR" b="0" dirty="0" err="1" smtClean="0"/>
              <a:t>faithful</a:t>
            </a:r>
            <a:r>
              <a:rPr lang="fr-FR" b="0" dirty="0" smtClean="0"/>
              <a:t> are few and far </a:t>
            </a:r>
            <a:r>
              <a:rPr lang="fr-FR" b="0" dirty="0" err="1" smtClean="0"/>
              <a:t>between</a:t>
            </a:r>
            <a:r>
              <a:rPr lang="fr-FR" b="0" dirty="0" smtClean="0"/>
              <a:t> 
5-  PLUS JE LIS À TON SUJET MOINS J’AI DE RAISONS DE DOUTER </a:t>
            </a:r>
          </a:p>
          <a:p>
            <a:r>
              <a:rPr lang="fr-FR" b="0" dirty="0" smtClean="0"/>
              <a:t>The more I </a:t>
            </a:r>
            <a:r>
              <a:rPr lang="fr-FR" b="0" dirty="0" err="1" smtClean="0"/>
              <a:t>read</a:t>
            </a:r>
            <a:r>
              <a:rPr lang="fr-FR" b="0" dirty="0" smtClean="0"/>
              <a:t> about You The </a:t>
            </a:r>
            <a:r>
              <a:rPr lang="fr-FR" b="0" dirty="0" err="1" smtClean="0"/>
              <a:t>less</a:t>
            </a:r>
            <a:r>
              <a:rPr lang="fr-FR" b="0" dirty="0" smtClean="0"/>
              <a:t> </a:t>
            </a:r>
            <a:r>
              <a:rPr lang="fr-FR" b="0" dirty="0" err="1" smtClean="0"/>
              <a:t>I've</a:t>
            </a:r>
            <a:r>
              <a:rPr lang="fr-FR" b="0" dirty="0" smtClean="0"/>
              <a:t> cause to </a:t>
            </a:r>
            <a:r>
              <a:rPr lang="fr-FR" b="0" dirty="0" err="1" smtClean="0"/>
              <a:t>doubt</a:t>
            </a:r>
            <a:r>
              <a:rPr lang="fr-FR" b="0" dirty="0" smtClean="0"/>
              <a:t> </a:t>
            </a:r>
            <a:r>
              <a:rPr lang="fr-FR" b="0" dirty="0" err="1" smtClean="0"/>
              <a:t>you</a:t>
            </a:r>
            <a:r>
              <a:rPr lang="fr-FR" b="0" dirty="0" smtClean="0"/>
              <a:t>
6-  CE QUE TU DIS SEIGNEUR EST VRAI, J’AI COMPRIS 
</a:t>
            </a:r>
            <a:r>
              <a:rPr lang="fr-FR" b="0" dirty="0" err="1" smtClean="0"/>
              <a:t>What</a:t>
            </a:r>
            <a:r>
              <a:rPr lang="fr-FR" b="0" dirty="0" smtClean="0"/>
              <a:t> You </a:t>
            </a:r>
            <a:r>
              <a:rPr lang="fr-FR" b="0" dirty="0" err="1" smtClean="0"/>
              <a:t>say</a:t>
            </a:r>
            <a:r>
              <a:rPr lang="fr-FR" b="0" dirty="0" smtClean="0"/>
              <a:t> Lord, You </a:t>
            </a:r>
            <a:r>
              <a:rPr lang="fr-FR" b="0" dirty="0" err="1" smtClean="0"/>
              <a:t>mean</a:t>
            </a:r>
            <a:r>
              <a:rPr lang="fr-FR" b="0" dirty="0" smtClean="0"/>
              <a:t> </a:t>
            </a:r>
            <a:r>
              <a:rPr lang="fr-FR" b="0" dirty="0" err="1" smtClean="0"/>
              <a:t>Now</a:t>
            </a:r>
            <a:r>
              <a:rPr lang="fr-FR" b="0" dirty="0" smtClean="0"/>
              <a:t> </a:t>
            </a:r>
            <a:r>
              <a:rPr lang="fr-FR" b="0" dirty="0" err="1" smtClean="0"/>
              <a:t>I've</a:t>
            </a:r>
            <a:r>
              <a:rPr lang="fr-FR" b="0" dirty="0" smtClean="0"/>
              <a:t> </a:t>
            </a:r>
            <a:r>
              <a:rPr lang="fr-FR" b="0" dirty="0" err="1" smtClean="0"/>
              <a:t>seen</a:t>
            </a:r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JE PEUX CROIRE EN TA PAROLE MON COEUR PEUT SE REPOSER EN TOI </a:t>
            </a:r>
          </a:p>
          <a:p>
            <a:r>
              <a:rPr lang="fr-FR" b="0" dirty="0" smtClean="0"/>
              <a:t>	I </a:t>
            </a:r>
            <a:r>
              <a:rPr lang="fr-FR" b="0" dirty="0" err="1" smtClean="0"/>
              <a:t>can</a:t>
            </a:r>
            <a:r>
              <a:rPr lang="fr-FR" b="0" dirty="0" smtClean="0"/>
              <a:t> </a:t>
            </a:r>
            <a:r>
              <a:rPr lang="fr-FR" b="0" dirty="0" err="1" smtClean="0"/>
              <a:t>take</a:t>
            </a:r>
            <a:r>
              <a:rPr lang="fr-FR" b="0" dirty="0" smtClean="0"/>
              <a:t> You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And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</a:t>
            </a:r>
            <a:r>
              <a:rPr lang="fr-FR" b="0" dirty="0" err="1" smtClean="0"/>
              <a:t>can</a:t>
            </a:r>
            <a:r>
              <a:rPr lang="fr-FR" b="0" dirty="0" smtClean="0"/>
              <a:t> </a:t>
            </a:r>
            <a:r>
              <a:rPr lang="fr-FR" b="0" dirty="0" err="1" smtClean="0"/>
              <a:t>rest</a:t>
            </a:r>
            <a:r>
              <a:rPr lang="fr-FR" b="0" dirty="0" smtClean="0"/>
              <a:t> </a:t>
            </a:r>
            <a:r>
              <a:rPr lang="fr-FR" b="0" dirty="0" err="1" smtClean="0"/>
              <a:t>assured</a:t>
            </a:r>
            <a:r>
              <a:rPr lang="fr-FR" b="0" dirty="0" smtClean="0"/>
              <a:t>
	8-  JE T’AIME ET J’AI CONFIANCE EN TOI </a:t>
            </a:r>
          </a:p>
          <a:p>
            <a:r>
              <a:rPr lang="fr-FR" b="0" dirty="0" smtClean="0"/>
              <a:t>	Lord I love </a:t>
            </a:r>
            <a:r>
              <a:rPr lang="fr-FR" b="0" dirty="0" err="1" smtClean="0"/>
              <a:t>you</a:t>
            </a:r>
            <a:r>
              <a:rPr lang="fr-FR" b="0" dirty="0" smtClean="0"/>
              <a:t>, Oh, I trust You</a:t>
            </a:r>
          </a:p>
          <a:p>
            <a:r>
              <a:rPr lang="fr-FR" b="0" dirty="0" smtClean="0"/>
              <a:t>	9-  ET LA VIE M’APPREND QUE JE PEUX CROIRE EN TA PAROLE 
	As I live </a:t>
            </a:r>
            <a:r>
              <a:rPr lang="fr-FR" b="0" dirty="0" err="1" smtClean="0"/>
              <a:t>I've</a:t>
            </a:r>
            <a:r>
              <a:rPr lang="fr-FR" b="0" dirty="0" smtClean="0"/>
              <a:t> </a:t>
            </a:r>
            <a:r>
              <a:rPr lang="fr-FR" b="0" dirty="0" err="1" smtClean="0"/>
              <a:t>learned</a:t>
            </a:r>
            <a:r>
              <a:rPr lang="fr-FR" b="0" dirty="0" smtClean="0"/>
              <a:t> That I </a:t>
            </a:r>
            <a:r>
              <a:rPr lang="fr-FR" b="0" dirty="0" err="1" smtClean="0"/>
              <a:t>can</a:t>
            </a:r>
            <a:r>
              <a:rPr lang="fr-FR" b="0" dirty="0" smtClean="0"/>
              <a:t> </a:t>
            </a:r>
            <a:r>
              <a:rPr lang="fr-FR" b="0" dirty="0" err="1" smtClean="0"/>
              <a:t>take</a:t>
            </a:r>
            <a:r>
              <a:rPr lang="fr-FR" b="0" dirty="0" smtClean="0"/>
              <a:t> You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10-  TON NOM EST ÉCRIT  LÀ DANS MON COEUR AMOUR ET DOUCEUR</a:t>
            </a:r>
          </a:p>
          <a:p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name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written</a:t>
            </a:r>
            <a:r>
              <a:rPr lang="fr-FR" b="0" dirty="0" smtClean="0"/>
              <a:t> </a:t>
            </a:r>
            <a:r>
              <a:rPr lang="fr-FR" b="0" dirty="0" err="1" smtClean="0"/>
              <a:t>here</a:t>
            </a:r>
            <a:r>
              <a:rPr lang="fr-FR" b="0" dirty="0" smtClean="0"/>
              <a:t> on the </a:t>
            </a:r>
            <a:r>
              <a:rPr lang="fr-FR" b="0" dirty="0" err="1" smtClean="0"/>
              <a:t>my</a:t>
            </a:r>
            <a:r>
              <a:rPr lang="fr-FR" b="0" dirty="0" smtClean="0"/>
              <a:t> life in love and </a:t>
            </a:r>
            <a:r>
              <a:rPr lang="fr-FR" b="0" dirty="0" err="1" smtClean="0"/>
              <a:t>kindness</a:t>
            </a:r>
            <a:endParaRPr lang="fr-FR" b="0" dirty="0" smtClean="0"/>
          </a:p>
          <a:p>
            <a:r>
              <a:rPr lang="fr-FR" b="0" dirty="0" smtClean="0"/>
              <a:t>11-  TA PAROLE EST CACHÉE  DANS MON COEUR POUR ME GARDER </a:t>
            </a:r>
          </a:p>
          <a:p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hidden</a:t>
            </a:r>
            <a:r>
              <a:rPr lang="fr-FR" b="0" dirty="0" smtClean="0"/>
              <a:t> </a:t>
            </a:r>
            <a:r>
              <a:rPr lang="fr-FR" b="0" dirty="0" err="1" smtClean="0"/>
              <a:t>here</a:t>
            </a:r>
            <a:r>
              <a:rPr lang="fr-FR" b="0" dirty="0" smtClean="0"/>
              <a:t> in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to </a:t>
            </a:r>
            <a:r>
              <a:rPr lang="fr-FR" b="0" dirty="0" err="1" smtClean="0"/>
              <a:t>guard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soul
12-  J’AI ENTENDU LA BONNE NOUVELLE DE TON AMOUR </a:t>
            </a:r>
          </a:p>
          <a:p>
            <a:r>
              <a:rPr lang="fr-FR" b="0" dirty="0" err="1" smtClean="0"/>
              <a:t>I've</a:t>
            </a:r>
            <a:r>
              <a:rPr lang="fr-FR" b="0" dirty="0" smtClean="0"/>
              <a:t> </a:t>
            </a:r>
            <a:r>
              <a:rPr lang="fr-FR" b="0" dirty="0" err="1" smtClean="0"/>
              <a:t>heard</a:t>
            </a:r>
            <a:r>
              <a:rPr lang="fr-FR" b="0" dirty="0" smtClean="0"/>
              <a:t> the gospel of </a:t>
            </a:r>
            <a:r>
              <a:rPr lang="fr-FR" b="0" dirty="0" err="1" smtClean="0"/>
              <a:t>You're</a:t>
            </a:r>
            <a:r>
              <a:rPr lang="fr-FR" b="0" dirty="0" smtClean="0"/>
              <a:t> </a:t>
            </a:r>
            <a:r>
              <a:rPr lang="fr-FR" b="0" dirty="0" err="1" smtClean="0"/>
              <a:t>redeeming</a:t>
            </a:r>
            <a:r>
              <a:rPr lang="fr-FR" b="0" dirty="0" smtClean="0"/>
              <a:t> love
13-  CE QUE TU DIS TU LE FAIS JE SAIS QUE C’EST VRAI 
</a:t>
            </a:r>
            <a:r>
              <a:rPr lang="fr-FR" b="0" dirty="0" err="1" smtClean="0"/>
              <a:t>What</a:t>
            </a:r>
            <a:r>
              <a:rPr lang="fr-FR" b="0" dirty="0" smtClean="0"/>
              <a:t> You </a:t>
            </a:r>
            <a:r>
              <a:rPr lang="fr-FR" b="0" dirty="0" err="1" smtClean="0"/>
              <a:t>say</a:t>
            </a:r>
            <a:r>
              <a:rPr lang="fr-FR" b="0" dirty="0" smtClean="0"/>
              <a:t>, Lord, You do I know </a:t>
            </a:r>
            <a:r>
              <a:rPr lang="fr-FR" b="0" dirty="0" err="1" smtClean="0"/>
              <a:t>it's</a:t>
            </a:r>
            <a:r>
              <a:rPr lang="fr-FR" b="0" dirty="0" smtClean="0"/>
              <a:t> </a:t>
            </a:r>
            <a:r>
              <a:rPr lang="fr-FR" b="0" dirty="0" err="1" smtClean="0"/>
              <a:t>true</a:t>
            </a:r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14-  TA PAROLE EST VIE TA PAROLE EST AMOUR </a:t>
            </a:r>
          </a:p>
          <a:p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life,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love,
15-  TA PAROLE EST VRAIE…                                x2</a:t>
            </a:r>
          </a:p>
          <a:p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true</a:t>
            </a:r>
            <a:endParaRPr lang="fr-FR" b="0" dirty="0" smtClean="0"/>
          </a:p>
          <a:p>
            <a:r>
              <a:rPr lang="fr-FR" b="0" dirty="0" smtClean="0"/>
              <a:t>
16-  OUI PARLE, PARLE TA PAROLE </a:t>
            </a:r>
          </a:p>
          <a:p>
            <a:r>
              <a:rPr lang="fr-FR" b="0" dirty="0" smtClean="0"/>
              <a:t>Say You, </a:t>
            </a:r>
            <a:r>
              <a:rPr lang="fr-FR" b="0" dirty="0" err="1" smtClean="0"/>
              <a:t>say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to me
17-  SEIGNEUR, TA PAROLE  EST UNE LAMPE À MES PIEDS </a:t>
            </a:r>
          </a:p>
          <a:p>
            <a:r>
              <a:rPr lang="fr-FR" b="0" dirty="0" smtClean="0"/>
              <a:t>Lord,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a </a:t>
            </a:r>
            <a:r>
              <a:rPr lang="fr-FR" b="0" dirty="0" err="1" smtClean="0"/>
              <a:t>lamp</a:t>
            </a:r>
            <a:r>
              <a:rPr lang="fr-FR" b="0" dirty="0" smtClean="0"/>
              <a:t> to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feet</a:t>
            </a:r>
            <a:r>
              <a:rPr lang="fr-FR" b="0" dirty="0" smtClean="0"/>
              <a:t>
18-  TA PAROLE UNE LUMIÈRE SUR MON SENTIER </a:t>
            </a:r>
          </a:p>
          <a:p>
            <a:r>
              <a:rPr lang="fr-FR" b="0" dirty="0" smtClean="0"/>
              <a:t>And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a light to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path</a:t>
            </a:r>
            <a:r>
              <a:rPr lang="fr-FR" b="0" dirty="0" smtClean="0"/>
              <a:t>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EST VIE TA PAROLE EST AMOUR </a:t>
            </a:r>
          </a:p>
          <a:p>
            <a:r>
              <a:rPr lang="fr-FR" smtClean="0"/>
              <a:t>Your word is life, Your word is love,
2-  TA PAROLE EST VRAIE…                             x3
Your word is true. . .</a:t>
            </a:r>
          </a:p>
          <a:p>
            <a:endParaRPr lang="fr-FR" smtClean="0"/>
          </a:p>
          <a:p>
            <a:r>
              <a:rPr lang="fr-FR" smtClean="0"/>
              <a:t>3-  CHACUN DE NOUS RECHERCHE QUELQUE CHOSE À CROIRE </a:t>
            </a:r>
          </a:p>
          <a:p>
            <a:r>
              <a:rPr lang="fr-FR" smtClean="0"/>
              <a:t>Everybody's looking for something to believe in
4-  SEIGNEUR, J’AI DÉCOUVERT  QUE LES FIDÈLES SONT SI PEU</a:t>
            </a:r>
          </a:p>
          <a:p>
            <a:r>
              <a:rPr lang="fr-FR" smtClean="0"/>
              <a:t>Lord, I find the faithful are few and far between 
5-  PLUS JE LIS À TON SUJET MOINS J’AI DE RAISONS DE DOUTER </a:t>
            </a:r>
          </a:p>
          <a:p>
            <a:r>
              <a:rPr lang="fr-FR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JE PEUX CROIRE EN TA PAROLE MON COEUR PEUT SE REPOSER EN TOI </a:t>
            </a:r>
          </a:p>
          <a:p>
            <a:r>
              <a:rPr lang="fr-FR" smtClean="0"/>
              <a:t>	I can take You at Your word And my heart can rest assured
	8-  JE T’AIME ET J’AI CONFIANCE EN TOI </a:t>
            </a:r>
          </a:p>
          <a:p>
            <a:r>
              <a:rPr lang="fr-FR" smtClean="0"/>
              <a:t>	Lord I love you, Oh, I trust You</a:t>
            </a:r>
          </a:p>
          <a:p>
            <a:r>
              <a:rPr lang="fr-FR" smtClean="0"/>
              <a:t>	9-  ET LA VIE M’APPREND QUE JE PEUX CROIRE EN TA PAROLE 
	As I live I've learned That I can take You at Your word</a:t>
            </a:r>
          </a:p>
          <a:p>
            <a:endParaRPr lang="fr-FR" smtClean="0"/>
          </a:p>
          <a:p>
            <a:r>
              <a:rPr lang="fr-FR" smtClean="0"/>
              <a:t>10-  TON NOM EST ÉCRIT  LÀ DANS MON COEUR AMOUR ET DOUCEUR</a:t>
            </a:r>
          </a:p>
          <a:p>
            <a:r>
              <a:rPr lang="fr-FR" smtClean="0"/>
              <a:t>Your name is written here on the my life in love and kindness</a:t>
            </a:r>
          </a:p>
          <a:p>
            <a:r>
              <a:rPr lang="fr-FR" smtClean="0"/>
              <a:t>11-  TA PAROLE EST CACHÉE  DANS MON COEUR POUR ME GARDER </a:t>
            </a:r>
          </a:p>
          <a:p>
            <a:r>
              <a:rPr lang="fr-FR" smtClean="0"/>
              <a:t>Your word is hidden here in my heart to guard my soul
12-  J’AI ENTENDU LA BONNE NOUVELLE DE TON AMOUR </a:t>
            </a:r>
          </a:p>
          <a:p>
            <a:r>
              <a:rPr lang="fr-FR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14-  TA PAROLE EST VIE TA PAROLE EST AMOUR </a:t>
            </a:r>
          </a:p>
          <a:p>
            <a:r>
              <a:rPr lang="fr-FR" smtClean="0"/>
              <a:t>Your word is life, Your word is love,
15-  TA PAROLE EST VRAIE…                                x2</a:t>
            </a:r>
          </a:p>
          <a:p>
            <a:r>
              <a:rPr lang="fr-FR" smtClean="0"/>
              <a:t>Your word is true</a:t>
            </a:r>
          </a:p>
          <a:p>
            <a:r>
              <a:rPr lang="fr-FR" smtClean="0"/>
              <a:t>
16-  OUI PARLE, PARLE TA PAROLE </a:t>
            </a:r>
          </a:p>
          <a:p>
            <a:r>
              <a:rPr lang="fr-FR" smtClean="0"/>
              <a:t>Say You, say Your word to me
17-  SEIGNEUR, TA PAROLE  EST UNE LAMPE À MES PIEDS </a:t>
            </a:r>
          </a:p>
          <a:p>
            <a:r>
              <a:rPr lang="fr-FR" smtClean="0"/>
              <a:t>Lord, Your word is a lamp to my feet
18-  TA PAROLE UNE LUMIÈRE SUR MON SENTIER </a:t>
            </a:r>
          </a:p>
          <a:p>
            <a:r>
              <a:rPr lang="fr-FR" smtClean="0"/>
              <a:t>And Your word is a light to my path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TA PAROLE EST VIE TA PAROLE EST AMOUR </a:t>
            </a:r>
          </a:p>
          <a:p>
            <a:r>
              <a:rPr lang="fr-FR" b="0" smtClean="0"/>
              <a:t>Your word is life, Your word is love,
2-  TA PAROLE EST VRAIE…                             x3
Your word is true. . .</a:t>
            </a:r>
          </a:p>
          <a:p>
            <a:endParaRPr lang="fr-FR" b="0" smtClean="0"/>
          </a:p>
          <a:p>
            <a:r>
              <a:rPr lang="fr-FR" b="0" smtClean="0"/>
              <a:t>3-  CHACUN DE NOUS RECHERCHE QUELQUE CHOSE À CROIRE </a:t>
            </a:r>
          </a:p>
          <a:p>
            <a:r>
              <a:rPr lang="fr-FR" b="0" smtClean="0"/>
              <a:t>Everybody's looking for something to believe in
4-  SEIGNEUR, J’AI DÉCOUVERT  QUE LES FIDÈLES SONT SI PEU</a:t>
            </a:r>
          </a:p>
          <a:p>
            <a:r>
              <a:rPr lang="fr-FR" b="0" smtClean="0"/>
              <a:t>Lord, I find the faithful are few and far between 
5-  PLUS JE LIS À TON SUJET MOINS J’AI DE RAISONS DE DOUTER </a:t>
            </a:r>
          </a:p>
          <a:p>
            <a:r>
              <a:rPr lang="fr-FR" b="0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JE PEUX CROIRE EN TA PAROLE MON COEUR PEUT SE REPOSER EN TOI </a:t>
            </a:r>
          </a:p>
          <a:p>
            <a:r>
              <a:rPr lang="fr-FR" b="0" smtClean="0"/>
              <a:t>	I can take You at Your word And my heart can rest assured
	8-  JE T’AIME ET J’AI CONFIANCE EN TOI </a:t>
            </a:r>
          </a:p>
          <a:p>
            <a:r>
              <a:rPr lang="fr-FR" b="0" smtClean="0"/>
              <a:t>	Lord I love you, Oh, I trust You</a:t>
            </a:r>
          </a:p>
          <a:p>
            <a:r>
              <a:rPr lang="fr-FR" b="0" smtClean="0"/>
              <a:t>	9-  ET LA VIE M’APPREND QUE JE PEUX CROIRE EN TA PAROLE 
	As I live I've learned That I can take You at Your word</a:t>
            </a:r>
          </a:p>
          <a:p>
            <a:endParaRPr lang="fr-FR" b="0" smtClean="0"/>
          </a:p>
          <a:p>
            <a:r>
              <a:rPr lang="fr-FR" b="0" smtClean="0"/>
              <a:t>10-  TON NOM EST ÉCRIT  LÀ DANS MON COEUR AMOUR ET DOUCEUR</a:t>
            </a:r>
          </a:p>
          <a:p>
            <a:r>
              <a:rPr lang="fr-FR" b="0" smtClean="0"/>
              <a:t>Your name is written here on the my life in love and kindness</a:t>
            </a:r>
          </a:p>
          <a:p>
            <a:r>
              <a:rPr lang="fr-FR" b="0" smtClean="0"/>
              <a:t>11-  TA PAROLE EST CACHÉE  DANS MON COEUR POUR ME GARDER </a:t>
            </a:r>
          </a:p>
          <a:p>
            <a:r>
              <a:rPr lang="fr-FR" b="0" smtClean="0"/>
              <a:t>Your word is hidden here in my heart to guard my soul
12-  J’AI ENTENDU LA BONNE NOUVELLE DE TON AMOUR </a:t>
            </a:r>
          </a:p>
          <a:p>
            <a:r>
              <a:rPr lang="fr-FR" b="0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14-  TA PAROLE EST VIE TA PAROLE EST AMOUR </a:t>
            </a:r>
          </a:p>
          <a:p>
            <a:r>
              <a:rPr lang="fr-FR" b="0" smtClean="0"/>
              <a:t>Your word is life, Your word is love,
15-  TA PAROLE EST VRAIE…                                x2</a:t>
            </a:r>
          </a:p>
          <a:p>
            <a:r>
              <a:rPr lang="fr-FR" b="0" smtClean="0"/>
              <a:t>Your word is true</a:t>
            </a:r>
          </a:p>
          <a:p>
            <a:r>
              <a:rPr lang="fr-FR" b="0" smtClean="0"/>
              <a:t>
16-  OUI PARLE, PARLE TA PAROLE </a:t>
            </a:r>
          </a:p>
          <a:p>
            <a:r>
              <a:rPr lang="fr-FR" b="0" smtClean="0"/>
              <a:t>Say You, say Your word to me
17-  SEIGNEUR, TA PAROLE  EST UNE LAMPE À MES PIEDS </a:t>
            </a:r>
          </a:p>
          <a:p>
            <a:r>
              <a:rPr lang="fr-FR" b="0" smtClean="0"/>
              <a:t>Lord, Your word is a lamp to my feet
18-  TA PAROLE UNE LUMIÈRE SUR MON SENTIER </a:t>
            </a:r>
          </a:p>
          <a:p>
            <a:r>
              <a:rPr lang="fr-FR" b="0" smtClean="0"/>
              <a:t>And Your word is a light to my path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EST VIE TA PAROLE EST AMOUR </a:t>
            </a:r>
          </a:p>
          <a:p>
            <a:r>
              <a:rPr lang="fr-FR" smtClean="0"/>
              <a:t>Your word is life, Your word is love,
2-  TA PAROLE EST VRAIE…                             x3
Your word is true. . .</a:t>
            </a:r>
          </a:p>
          <a:p>
            <a:endParaRPr lang="fr-FR" smtClean="0"/>
          </a:p>
          <a:p>
            <a:r>
              <a:rPr lang="fr-FR" smtClean="0"/>
              <a:t>3-  CHACUN DE NOUS RECHERCHE QUELQUE CHOSE À CROIRE </a:t>
            </a:r>
          </a:p>
          <a:p>
            <a:r>
              <a:rPr lang="fr-FR" smtClean="0"/>
              <a:t>Everybody's looking for something to believe in
4-  SEIGNEUR, J’AI DÉCOUVERT  QUE LES FIDÈLES SONT SI PEU</a:t>
            </a:r>
          </a:p>
          <a:p>
            <a:r>
              <a:rPr lang="fr-FR" smtClean="0"/>
              <a:t>Lord, I find the faithful are few and far between 
5-  PLUS JE LIS À TON SUJET MOINS J’AI DE RAISONS DE DOUTER </a:t>
            </a:r>
          </a:p>
          <a:p>
            <a:r>
              <a:rPr lang="fr-FR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JE PEUX CROIRE EN TA PAROLE MON COEUR PEUT SE REPOSER EN TOI </a:t>
            </a:r>
          </a:p>
          <a:p>
            <a:r>
              <a:rPr lang="fr-FR" smtClean="0"/>
              <a:t>	I can take You at Your word And my heart can rest assured
	8-  JE T’AIME ET J’AI CONFIANCE EN TOI </a:t>
            </a:r>
          </a:p>
          <a:p>
            <a:r>
              <a:rPr lang="fr-FR" smtClean="0"/>
              <a:t>	Lord I love you, Oh, I trust You</a:t>
            </a:r>
          </a:p>
          <a:p>
            <a:r>
              <a:rPr lang="fr-FR" smtClean="0"/>
              <a:t>	9-  ET LA VIE M’APPREND QUE JE PEUX CROIRE EN TA PAROLE 
	As I live I've learned That I can take You at Your word</a:t>
            </a:r>
          </a:p>
          <a:p>
            <a:endParaRPr lang="fr-FR" smtClean="0"/>
          </a:p>
          <a:p>
            <a:r>
              <a:rPr lang="fr-FR" smtClean="0"/>
              <a:t>10-  TON NOM EST ÉCRIT  LÀ DANS MON COEUR AMOUR ET DOUCEUR</a:t>
            </a:r>
          </a:p>
          <a:p>
            <a:r>
              <a:rPr lang="fr-FR" smtClean="0"/>
              <a:t>Your name is written here on the my life in love and kindness</a:t>
            </a:r>
          </a:p>
          <a:p>
            <a:r>
              <a:rPr lang="fr-FR" smtClean="0"/>
              <a:t>11-  TA PAROLE EST CACHÉE  DANS MON COEUR POUR ME GARDER </a:t>
            </a:r>
          </a:p>
          <a:p>
            <a:r>
              <a:rPr lang="fr-FR" smtClean="0"/>
              <a:t>Your word is hidden here in my heart to guard my soul
12-  J’AI ENTENDU LA BONNE NOUVELLE DE TON AMOUR </a:t>
            </a:r>
          </a:p>
          <a:p>
            <a:r>
              <a:rPr lang="fr-FR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14-  TA PAROLE EST VIE TA PAROLE EST AMOUR </a:t>
            </a:r>
          </a:p>
          <a:p>
            <a:r>
              <a:rPr lang="fr-FR" smtClean="0"/>
              <a:t>Your word is life, Your word is love,
15-  TA PAROLE EST VRAIE…                                x2</a:t>
            </a:r>
          </a:p>
          <a:p>
            <a:r>
              <a:rPr lang="fr-FR" smtClean="0"/>
              <a:t>Your word is true</a:t>
            </a:r>
          </a:p>
          <a:p>
            <a:r>
              <a:rPr lang="fr-FR" smtClean="0"/>
              <a:t>
16-  OUI PARLE, PARLE TA PAROLE </a:t>
            </a:r>
          </a:p>
          <a:p>
            <a:r>
              <a:rPr lang="fr-FR" smtClean="0"/>
              <a:t>Say You, say Your word to me
17-  SEIGNEUR, TA PAROLE  EST UNE LAMPE À MES PIEDS </a:t>
            </a:r>
          </a:p>
          <a:p>
            <a:r>
              <a:rPr lang="fr-FR" smtClean="0"/>
              <a:t>Lord, Your word is a lamp to my feet
18-  TA PAROLE UNE LUMIÈRE SUR MON SENTIER </a:t>
            </a:r>
          </a:p>
          <a:p>
            <a:r>
              <a:rPr lang="fr-FR" smtClean="0"/>
              <a:t>And Your word is a light to my path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TA PAROLE EST VIE TA PAROLE EST AMOUR </a:t>
            </a:r>
          </a:p>
          <a:p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life,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love,
2-  TA PAROLE EST VRAIE…                             x3
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true</a:t>
            </a:r>
            <a:r>
              <a:rPr lang="fr-FR" b="0" dirty="0" smtClean="0"/>
              <a:t>. . .</a:t>
            </a:r>
          </a:p>
          <a:p>
            <a:endParaRPr lang="fr-FR" b="0" dirty="0" smtClean="0"/>
          </a:p>
          <a:p>
            <a:r>
              <a:rPr lang="fr-FR" b="0" dirty="0" smtClean="0"/>
              <a:t>3-  CHACUN DE NOUS RECHERCHE QUELQUE CHOSE À CROIRE </a:t>
            </a:r>
          </a:p>
          <a:p>
            <a:r>
              <a:rPr lang="fr-FR" b="0" dirty="0" err="1" smtClean="0"/>
              <a:t>Everybody's</a:t>
            </a:r>
            <a:r>
              <a:rPr lang="fr-FR" b="0" dirty="0" smtClean="0"/>
              <a:t> </a:t>
            </a:r>
            <a:r>
              <a:rPr lang="fr-FR" b="0" dirty="0" err="1" smtClean="0"/>
              <a:t>looking</a:t>
            </a:r>
            <a:r>
              <a:rPr lang="fr-FR" b="0" dirty="0" smtClean="0"/>
              <a:t> for </a:t>
            </a:r>
            <a:r>
              <a:rPr lang="fr-FR" b="0" dirty="0" err="1" smtClean="0"/>
              <a:t>something</a:t>
            </a:r>
            <a:r>
              <a:rPr lang="fr-FR" b="0" dirty="0" smtClean="0"/>
              <a:t> to </a:t>
            </a:r>
            <a:r>
              <a:rPr lang="fr-FR" b="0" dirty="0" err="1" smtClean="0"/>
              <a:t>believe</a:t>
            </a:r>
            <a:r>
              <a:rPr lang="fr-FR" b="0" dirty="0" smtClean="0"/>
              <a:t> in
4-  SEIGNEUR, J’AI DÉCOUVERT  QUE LES FIDÈLES SONT SI PEU</a:t>
            </a:r>
          </a:p>
          <a:p>
            <a:r>
              <a:rPr lang="fr-FR" b="0" dirty="0" smtClean="0"/>
              <a:t>Lord, I </a:t>
            </a:r>
            <a:r>
              <a:rPr lang="fr-FR" b="0" dirty="0" err="1" smtClean="0"/>
              <a:t>find</a:t>
            </a:r>
            <a:r>
              <a:rPr lang="fr-FR" b="0" dirty="0" smtClean="0"/>
              <a:t> the </a:t>
            </a:r>
            <a:r>
              <a:rPr lang="fr-FR" b="0" dirty="0" err="1" smtClean="0"/>
              <a:t>faithful</a:t>
            </a:r>
            <a:r>
              <a:rPr lang="fr-FR" b="0" dirty="0" smtClean="0"/>
              <a:t> are few and far </a:t>
            </a:r>
            <a:r>
              <a:rPr lang="fr-FR" b="0" dirty="0" err="1" smtClean="0"/>
              <a:t>between</a:t>
            </a:r>
            <a:r>
              <a:rPr lang="fr-FR" b="0" dirty="0" smtClean="0"/>
              <a:t> 
5-  PLUS JE LIS À TON SUJET MOINS J’AI DE RAISONS DE DOUTER </a:t>
            </a:r>
          </a:p>
          <a:p>
            <a:r>
              <a:rPr lang="fr-FR" b="0" dirty="0" smtClean="0"/>
              <a:t>The more I </a:t>
            </a:r>
            <a:r>
              <a:rPr lang="fr-FR" b="0" dirty="0" err="1" smtClean="0"/>
              <a:t>read</a:t>
            </a:r>
            <a:r>
              <a:rPr lang="fr-FR" b="0" dirty="0" smtClean="0"/>
              <a:t> about You The </a:t>
            </a:r>
            <a:r>
              <a:rPr lang="fr-FR" b="0" dirty="0" err="1" smtClean="0"/>
              <a:t>less</a:t>
            </a:r>
            <a:r>
              <a:rPr lang="fr-FR" b="0" dirty="0" smtClean="0"/>
              <a:t> </a:t>
            </a:r>
            <a:r>
              <a:rPr lang="fr-FR" b="0" dirty="0" err="1" smtClean="0"/>
              <a:t>I've</a:t>
            </a:r>
            <a:r>
              <a:rPr lang="fr-FR" b="0" dirty="0" smtClean="0"/>
              <a:t> cause to </a:t>
            </a:r>
            <a:r>
              <a:rPr lang="fr-FR" b="0" dirty="0" err="1" smtClean="0"/>
              <a:t>doubt</a:t>
            </a:r>
            <a:r>
              <a:rPr lang="fr-FR" b="0" dirty="0" smtClean="0"/>
              <a:t> </a:t>
            </a:r>
            <a:r>
              <a:rPr lang="fr-FR" b="0" dirty="0" err="1" smtClean="0"/>
              <a:t>you</a:t>
            </a:r>
            <a:r>
              <a:rPr lang="fr-FR" b="0" dirty="0" smtClean="0"/>
              <a:t>
6-  CE QUE TU DIS SEIGNEUR EST VRAI, J’AI COMPRIS 
</a:t>
            </a:r>
            <a:r>
              <a:rPr lang="fr-FR" b="0" dirty="0" err="1" smtClean="0"/>
              <a:t>What</a:t>
            </a:r>
            <a:r>
              <a:rPr lang="fr-FR" b="0" dirty="0" smtClean="0"/>
              <a:t> You </a:t>
            </a:r>
            <a:r>
              <a:rPr lang="fr-FR" b="0" dirty="0" err="1" smtClean="0"/>
              <a:t>say</a:t>
            </a:r>
            <a:r>
              <a:rPr lang="fr-FR" b="0" dirty="0" smtClean="0"/>
              <a:t> Lord, You </a:t>
            </a:r>
            <a:r>
              <a:rPr lang="fr-FR" b="0" dirty="0" err="1" smtClean="0"/>
              <a:t>mean</a:t>
            </a:r>
            <a:r>
              <a:rPr lang="fr-FR" b="0" dirty="0" smtClean="0"/>
              <a:t> </a:t>
            </a:r>
            <a:r>
              <a:rPr lang="fr-FR" b="0" dirty="0" err="1" smtClean="0"/>
              <a:t>Now</a:t>
            </a:r>
            <a:r>
              <a:rPr lang="fr-FR" b="0" dirty="0" smtClean="0"/>
              <a:t> </a:t>
            </a:r>
            <a:r>
              <a:rPr lang="fr-FR" b="0" dirty="0" err="1" smtClean="0"/>
              <a:t>I've</a:t>
            </a:r>
            <a:r>
              <a:rPr lang="fr-FR" b="0" dirty="0" smtClean="0"/>
              <a:t> </a:t>
            </a:r>
            <a:r>
              <a:rPr lang="fr-FR" b="0" dirty="0" err="1" smtClean="0"/>
              <a:t>seen</a:t>
            </a:r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JE PEUX CROIRE EN TA PAROLE MON COEUR PEUT SE REPOSER EN TOI </a:t>
            </a:r>
          </a:p>
          <a:p>
            <a:r>
              <a:rPr lang="fr-FR" b="0" dirty="0" smtClean="0"/>
              <a:t>	I </a:t>
            </a:r>
            <a:r>
              <a:rPr lang="fr-FR" b="0" dirty="0" err="1" smtClean="0"/>
              <a:t>can</a:t>
            </a:r>
            <a:r>
              <a:rPr lang="fr-FR" b="0" dirty="0" smtClean="0"/>
              <a:t> </a:t>
            </a:r>
            <a:r>
              <a:rPr lang="fr-FR" b="0" dirty="0" err="1" smtClean="0"/>
              <a:t>take</a:t>
            </a:r>
            <a:r>
              <a:rPr lang="fr-FR" b="0" dirty="0" smtClean="0"/>
              <a:t> You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And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</a:t>
            </a:r>
            <a:r>
              <a:rPr lang="fr-FR" b="0" dirty="0" err="1" smtClean="0"/>
              <a:t>can</a:t>
            </a:r>
            <a:r>
              <a:rPr lang="fr-FR" b="0" dirty="0" smtClean="0"/>
              <a:t> </a:t>
            </a:r>
            <a:r>
              <a:rPr lang="fr-FR" b="0" dirty="0" err="1" smtClean="0"/>
              <a:t>rest</a:t>
            </a:r>
            <a:r>
              <a:rPr lang="fr-FR" b="0" dirty="0" smtClean="0"/>
              <a:t> </a:t>
            </a:r>
            <a:r>
              <a:rPr lang="fr-FR" b="0" dirty="0" err="1" smtClean="0"/>
              <a:t>assured</a:t>
            </a:r>
            <a:r>
              <a:rPr lang="fr-FR" b="0" dirty="0" smtClean="0"/>
              <a:t>
	8-  JE T’AIME ET J’AI CONFIANCE EN TOI </a:t>
            </a:r>
          </a:p>
          <a:p>
            <a:r>
              <a:rPr lang="fr-FR" b="0" dirty="0" smtClean="0"/>
              <a:t>	Lord I love </a:t>
            </a:r>
            <a:r>
              <a:rPr lang="fr-FR" b="0" dirty="0" err="1" smtClean="0"/>
              <a:t>you</a:t>
            </a:r>
            <a:r>
              <a:rPr lang="fr-FR" b="0" dirty="0" smtClean="0"/>
              <a:t>, Oh, I trust You</a:t>
            </a:r>
          </a:p>
          <a:p>
            <a:r>
              <a:rPr lang="fr-FR" b="0" dirty="0" smtClean="0"/>
              <a:t>	9-  ET LA VIE M’APPREND QUE JE PEUX CROIRE EN TA PAROLE 
	As I live </a:t>
            </a:r>
            <a:r>
              <a:rPr lang="fr-FR" b="0" dirty="0" err="1" smtClean="0"/>
              <a:t>I've</a:t>
            </a:r>
            <a:r>
              <a:rPr lang="fr-FR" b="0" dirty="0" smtClean="0"/>
              <a:t> </a:t>
            </a:r>
            <a:r>
              <a:rPr lang="fr-FR" b="0" dirty="0" err="1" smtClean="0"/>
              <a:t>learned</a:t>
            </a:r>
            <a:r>
              <a:rPr lang="fr-FR" b="0" dirty="0" smtClean="0"/>
              <a:t> That I </a:t>
            </a:r>
            <a:r>
              <a:rPr lang="fr-FR" b="0" dirty="0" err="1" smtClean="0"/>
              <a:t>can</a:t>
            </a:r>
            <a:r>
              <a:rPr lang="fr-FR" b="0" dirty="0" smtClean="0"/>
              <a:t> </a:t>
            </a:r>
            <a:r>
              <a:rPr lang="fr-FR" b="0" dirty="0" err="1" smtClean="0"/>
              <a:t>take</a:t>
            </a:r>
            <a:r>
              <a:rPr lang="fr-FR" b="0" dirty="0" smtClean="0"/>
              <a:t> You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10-  TON NOM EST ÉCRIT  LÀ DANS MON COEUR AMOUR ET DOUCEUR</a:t>
            </a:r>
          </a:p>
          <a:p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name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written</a:t>
            </a:r>
            <a:r>
              <a:rPr lang="fr-FR" b="0" dirty="0" smtClean="0"/>
              <a:t> </a:t>
            </a:r>
            <a:r>
              <a:rPr lang="fr-FR" b="0" dirty="0" err="1" smtClean="0"/>
              <a:t>here</a:t>
            </a:r>
            <a:r>
              <a:rPr lang="fr-FR" b="0" dirty="0" smtClean="0"/>
              <a:t> on the </a:t>
            </a:r>
            <a:r>
              <a:rPr lang="fr-FR" b="0" dirty="0" err="1" smtClean="0"/>
              <a:t>my</a:t>
            </a:r>
            <a:r>
              <a:rPr lang="fr-FR" b="0" dirty="0" smtClean="0"/>
              <a:t> life in love and </a:t>
            </a:r>
            <a:r>
              <a:rPr lang="fr-FR" b="0" dirty="0" err="1" smtClean="0"/>
              <a:t>kindness</a:t>
            </a:r>
            <a:endParaRPr lang="fr-FR" b="0" dirty="0" smtClean="0"/>
          </a:p>
          <a:p>
            <a:r>
              <a:rPr lang="fr-FR" b="0" dirty="0" smtClean="0"/>
              <a:t>11-  TA PAROLE EST CACHÉE  DANS MON COEUR POUR ME GARDER </a:t>
            </a:r>
          </a:p>
          <a:p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hidden</a:t>
            </a:r>
            <a:r>
              <a:rPr lang="fr-FR" b="0" dirty="0" smtClean="0"/>
              <a:t> </a:t>
            </a:r>
            <a:r>
              <a:rPr lang="fr-FR" b="0" dirty="0" err="1" smtClean="0"/>
              <a:t>here</a:t>
            </a:r>
            <a:r>
              <a:rPr lang="fr-FR" b="0" dirty="0" smtClean="0"/>
              <a:t> in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to </a:t>
            </a:r>
            <a:r>
              <a:rPr lang="fr-FR" b="0" dirty="0" err="1" smtClean="0"/>
              <a:t>guard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soul
12-  J’AI ENTENDU LA BONNE NOUVELLE DE TON AMOUR </a:t>
            </a:r>
          </a:p>
          <a:p>
            <a:r>
              <a:rPr lang="fr-FR" b="0" dirty="0" err="1" smtClean="0"/>
              <a:t>I've</a:t>
            </a:r>
            <a:r>
              <a:rPr lang="fr-FR" b="0" dirty="0" smtClean="0"/>
              <a:t> </a:t>
            </a:r>
            <a:r>
              <a:rPr lang="fr-FR" b="0" dirty="0" err="1" smtClean="0"/>
              <a:t>heard</a:t>
            </a:r>
            <a:r>
              <a:rPr lang="fr-FR" b="0" dirty="0" smtClean="0"/>
              <a:t> the gospel of </a:t>
            </a:r>
            <a:r>
              <a:rPr lang="fr-FR" b="0" dirty="0" err="1" smtClean="0"/>
              <a:t>You're</a:t>
            </a:r>
            <a:r>
              <a:rPr lang="fr-FR" b="0" dirty="0" smtClean="0"/>
              <a:t> </a:t>
            </a:r>
            <a:r>
              <a:rPr lang="fr-FR" b="0" dirty="0" err="1" smtClean="0"/>
              <a:t>redeeming</a:t>
            </a:r>
            <a:r>
              <a:rPr lang="fr-FR" b="0" dirty="0" smtClean="0"/>
              <a:t> love
13-  CE QUE TU DIS TU LE FAIS JE SAIS QUE C’EST VRAI 
</a:t>
            </a:r>
            <a:r>
              <a:rPr lang="fr-FR" b="0" dirty="0" err="1" smtClean="0"/>
              <a:t>What</a:t>
            </a:r>
            <a:r>
              <a:rPr lang="fr-FR" b="0" dirty="0" smtClean="0"/>
              <a:t> You </a:t>
            </a:r>
            <a:r>
              <a:rPr lang="fr-FR" b="0" dirty="0" err="1" smtClean="0"/>
              <a:t>say</a:t>
            </a:r>
            <a:r>
              <a:rPr lang="fr-FR" b="0" dirty="0" smtClean="0"/>
              <a:t>, Lord, You do I know </a:t>
            </a:r>
            <a:r>
              <a:rPr lang="fr-FR" b="0" dirty="0" err="1" smtClean="0"/>
              <a:t>it's</a:t>
            </a:r>
            <a:r>
              <a:rPr lang="fr-FR" b="0" dirty="0" smtClean="0"/>
              <a:t> </a:t>
            </a:r>
            <a:r>
              <a:rPr lang="fr-FR" b="0" dirty="0" err="1" smtClean="0"/>
              <a:t>true</a:t>
            </a:r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14-  TA PAROLE EST VIE TA PAROLE EST AMOUR </a:t>
            </a:r>
          </a:p>
          <a:p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life,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love,
15-  TA PAROLE EST VRAIE…                                x2</a:t>
            </a:r>
          </a:p>
          <a:p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true</a:t>
            </a:r>
            <a:endParaRPr lang="fr-FR" b="0" dirty="0" smtClean="0"/>
          </a:p>
          <a:p>
            <a:r>
              <a:rPr lang="fr-FR" b="0" dirty="0" smtClean="0"/>
              <a:t>
16-  OUI PARLE, PARLE TA PAROLE </a:t>
            </a:r>
          </a:p>
          <a:p>
            <a:r>
              <a:rPr lang="fr-FR" b="0" dirty="0" smtClean="0"/>
              <a:t>Say You, </a:t>
            </a:r>
            <a:r>
              <a:rPr lang="fr-FR" b="0" dirty="0" err="1" smtClean="0"/>
              <a:t>say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to me
17-  SEIGNEUR, TA PAROLE  EST UNE LAMPE À MES PIEDS </a:t>
            </a:r>
          </a:p>
          <a:p>
            <a:r>
              <a:rPr lang="fr-FR" b="0" dirty="0" smtClean="0"/>
              <a:t>Lord,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a </a:t>
            </a:r>
            <a:r>
              <a:rPr lang="fr-FR" b="0" dirty="0" err="1" smtClean="0"/>
              <a:t>lamp</a:t>
            </a:r>
            <a:r>
              <a:rPr lang="fr-FR" b="0" dirty="0" smtClean="0"/>
              <a:t> to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feet</a:t>
            </a:r>
            <a:r>
              <a:rPr lang="fr-FR" b="0" dirty="0" smtClean="0"/>
              <a:t>
18-  TA PAROLE UNE LUMIÈRE SUR MON SENTIER </a:t>
            </a:r>
          </a:p>
          <a:p>
            <a:r>
              <a:rPr lang="fr-FR" b="0" dirty="0" smtClean="0"/>
              <a:t>And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a light to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path</a:t>
            </a:r>
            <a:r>
              <a:rPr lang="fr-FR" b="0" dirty="0" smtClean="0"/>
              <a:t>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EST VIE TA PAROLE EST AMOUR </a:t>
            </a:r>
          </a:p>
          <a:p>
            <a:r>
              <a:rPr lang="fr-FR" smtClean="0"/>
              <a:t>Your word is life, Your word is love,
2-  TA PAROLE EST VRAIE…                             x3
Your word is true. . .</a:t>
            </a:r>
          </a:p>
          <a:p>
            <a:endParaRPr lang="fr-FR" smtClean="0"/>
          </a:p>
          <a:p>
            <a:r>
              <a:rPr lang="fr-FR" smtClean="0"/>
              <a:t>3-  CHACUN DE NOUS RECHERCHE QUELQUE CHOSE À CROIRE </a:t>
            </a:r>
          </a:p>
          <a:p>
            <a:r>
              <a:rPr lang="fr-FR" smtClean="0"/>
              <a:t>Everybody's looking for something to believe in
4-  SEIGNEUR, J’AI DÉCOUVERT  QUE LES FIDÈLES SONT SI PEU</a:t>
            </a:r>
          </a:p>
          <a:p>
            <a:r>
              <a:rPr lang="fr-FR" smtClean="0"/>
              <a:t>Lord, I find the faithful are few and far between 
5-  PLUS JE LIS À TON SUJET MOINS J’AI DE RAISONS DE DOUTER </a:t>
            </a:r>
          </a:p>
          <a:p>
            <a:r>
              <a:rPr lang="fr-FR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JE PEUX CROIRE EN TA PAROLE MON COEUR PEUT SE REPOSER EN TOI </a:t>
            </a:r>
          </a:p>
          <a:p>
            <a:r>
              <a:rPr lang="fr-FR" smtClean="0"/>
              <a:t>	I can take You at Your word And my heart can rest assured
	8-  JE T’AIME ET J’AI CONFIANCE EN TOI </a:t>
            </a:r>
          </a:p>
          <a:p>
            <a:r>
              <a:rPr lang="fr-FR" smtClean="0"/>
              <a:t>	Lord I love you, Oh, I trust You</a:t>
            </a:r>
          </a:p>
          <a:p>
            <a:r>
              <a:rPr lang="fr-FR" smtClean="0"/>
              <a:t>	9-  ET LA VIE M’APPREND QUE JE PEUX CROIRE EN TA PAROLE 
	As I live I've learned That I can take You at Your word</a:t>
            </a:r>
          </a:p>
          <a:p>
            <a:endParaRPr lang="fr-FR" smtClean="0"/>
          </a:p>
          <a:p>
            <a:r>
              <a:rPr lang="fr-FR" smtClean="0"/>
              <a:t>10-  TON NOM EST ÉCRIT  LÀ DANS MON COEUR AMOUR ET DOUCEUR</a:t>
            </a:r>
          </a:p>
          <a:p>
            <a:r>
              <a:rPr lang="fr-FR" smtClean="0"/>
              <a:t>Your name is written here on the my life in love and kindness</a:t>
            </a:r>
          </a:p>
          <a:p>
            <a:r>
              <a:rPr lang="fr-FR" smtClean="0"/>
              <a:t>11-  TA PAROLE EST CACHÉE  DANS MON COEUR POUR ME GARDER </a:t>
            </a:r>
          </a:p>
          <a:p>
            <a:r>
              <a:rPr lang="fr-FR" smtClean="0"/>
              <a:t>Your word is hidden here in my heart to guard my soul
12-  J’AI ENTENDU LA BONNE NOUVELLE DE TON AMOUR </a:t>
            </a:r>
          </a:p>
          <a:p>
            <a:r>
              <a:rPr lang="fr-FR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14-  TA PAROLE EST VIE TA PAROLE EST AMOUR </a:t>
            </a:r>
          </a:p>
          <a:p>
            <a:r>
              <a:rPr lang="fr-FR" smtClean="0"/>
              <a:t>Your word is life, Your word is love,
15-  TA PAROLE EST VRAIE…                                x2</a:t>
            </a:r>
          </a:p>
          <a:p>
            <a:r>
              <a:rPr lang="fr-FR" smtClean="0"/>
              <a:t>Your word is true</a:t>
            </a:r>
          </a:p>
          <a:p>
            <a:r>
              <a:rPr lang="fr-FR" smtClean="0"/>
              <a:t>
16-  OUI PARLE, PARLE TA PAROLE </a:t>
            </a:r>
          </a:p>
          <a:p>
            <a:r>
              <a:rPr lang="fr-FR" smtClean="0"/>
              <a:t>Say You, say Your word to me
17-  SEIGNEUR, TA PAROLE  EST UNE LAMPE À MES PIEDS </a:t>
            </a:r>
          </a:p>
          <a:p>
            <a:r>
              <a:rPr lang="fr-FR" smtClean="0"/>
              <a:t>Lord, Your word is a lamp to my feet
18-  TA PAROLE UNE LUMIÈRE SUR MON SENTIER </a:t>
            </a:r>
          </a:p>
          <a:p>
            <a:r>
              <a:rPr lang="fr-FR" smtClean="0"/>
              <a:t>And Your word is a light to my path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TA PAROLE EST VIE TA PAROLE EST AMOUR </a:t>
            </a:r>
          </a:p>
          <a:p>
            <a:r>
              <a:rPr lang="fr-FR" b="0" smtClean="0"/>
              <a:t>Your word is life, Your word is love,
2-  TA PAROLE EST VRAIE…                             x3
Your word is true. . .</a:t>
            </a:r>
          </a:p>
          <a:p>
            <a:endParaRPr lang="fr-FR" b="0" smtClean="0"/>
          </a:p>
          <a:p>
            <a:r>
              <a:rPr lang="fr-FR" b="0" smtClean="0"/>
              <a:t>3-  CHACUN DE NOUS RECHERCHE QUELQUE CHOSE À CROIRE </a:t>
            </a:r>
          </a:p>
          <a:p>
            <a:r>
              <a:rPr lang="fr-FR" b="0" smtClean="0"/>
              <a:t>Everybody's looking for something to believe in
4-  SEIGNEUR, J’AI DÉCOUVERT  QUE LES FIDÈLES SONT SI PEU</a:t>
            </a:r>
          </a:p>
          <a:p>
            <a:r>
              <a:rPr lang="fr-FR" b="0" smtClean="0"/>
              <a:t>Lord, I find the faithful are few and far between 
5-  PLUS JE LIS À TON SUJET MOINS J’AI DE RAISONS DE DOUTER </a:t>
            </a:r>
          </a:p>
          <a:p>
            <a:r>
              <a:rPr lang="fr-FR" b="0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JE PEUX CROIRE EN TA PAROLE MON COEUR PEUT SE REPOSER EN TOI </a:t>
            </a:r>
          </a:p>
          <a:p>
            <a:r>
              <a:rPr lang="fr-FR" b="0" smtClean="0"/>
              <a:t>	I can take You at Your word And my heart can rest assured
	8-  JE T’AIME ET J’AI CONFIANCE EN TOI </a:t>
            </a:r>
          </a:p>
          <a:p>
            <a:r>
              <a:rPr lang="fr-FR" b="0" smtClean="0"/>
              <a:t>	Lord I love you, Oh, I trust You</a:t>
            </a:r>
          </a:p>
          <a:p>
            <a:r>
              <a:rPr lang="fr-FR" b="0" smtClean="0"/>
              <a:t>	9-  ET LA VIE M’APPREND QUE JE PEUX CROIRE EN TA PAROLE 
	As I live I've learned That I can take You at Your word</a:t>
            </a:r>
          </a:p>
          <a:p>
            <a:endParaRPr lang="fr-FR" b="0" smtClean="0"/>
          </a:p>
          <a:p>
            <a:r>
              <a:rPr lang="fr-FR" b="0" smtClean="0"/>
              <a:t>10-  TON NOM EST ÉCRIT  LÀ DANS MON COEUR AMOUR ET DOUCEUR</a:t>
            </a:r>
          </a:p>
          <a:p>
            <a:r>
              <a:rPr lang="fr-FR" b="0" smtClean="0"/>
              <a:t>Your name is written here on the my life in love and kindness</a:t>
            </a:r>
          </a:p>
          <a:p>
            <a:r>
              <a:rPr lang="fr-FR" b="0" smtClean="0"/>
              <a:t>11-  TA PAROLE EST CACHÉE  DANS MON COEUR POUR ME GARDER </a:t>
            </a:r>
          </a:p>
          <a:p>
            <a:r>
              <a:rPr lang="fr-FR" b="0" smtClean="0"/>
              <a:t>Your word is hidden here in my heart to guard my soul
12-  J’AI ENTENDU LA BONNE NOUVELLE DE TON AMOUR </a:t>
            </a:r>
          </a:p>
          <a:p>
            <a:r>
              <a:rPr lang="fr-FR" b="0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14-  TA PAROLE EST VIE TA PAROLE EST AMOUR </a:t>
            </a:r>
          </a:p>
          <a:p>
            <a:r>
              <a:rPr lang="fr-FR" b="0" smtClean="0"/>
              <a:t>Your word is life, Your word is love,
15-  TA PAROLE EST VRAIE…                                x2</a:t>
            </a:r>
          </a:p>
          <a:p>
            <a:r>
              <a:rPr lang="fr-FR" b="0" smtClean="0"/>
              <a:t>Your word is true</a:t>
            </a:r>
          </a:p>
          <a:p>
            <a:r>
              <a:rPr lang="fr-FR" b="0" smtClean="0"/>
              <a:t>
16-  OUI PARLE, PARLE TA PAROLE </a:t>
            </a:r>
          </a:p>
          <a:p>
            <a:r>
              <a:rPr lang="fr-FR" b="0" smtClean="0"/>
              <a:t>Say You, say Your word to me
17-  SEIGNEUR, TA PAROLE  EST UNE LAMPE À MES PIEDS </a:t>
            </a:r>
          </a:p>
          <a:p>
            <a:r>
              <a:rPr lang="fr-FR" b="0" smtClean="0"/>
              <a:t>Lord, Your word is a lamp to my feet
18-  TA PAROLE UNE LUMIÈRE SUR MON SENTIER </a:t>
            </a:r>
          </a:p>
          <a:p>
            <a:r>
              <a:rPr lang="fr-FR" b="0" smtClean="0"/>
              <a:t>And Your word is a light to my path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EST VIE TA PAROLE EST AMOUR </a:t>
            </a:r>
          </a:p>
          <a:p>
            <a:r>
              <a:rPr lang="fr-FR" smtClean="0"/>
              <a:t>Your word is life, Your word is love,
2-  TA PAROLE EST VRAIE…                             x3
Your word is true. . .</a:t>
            </a:r>
          </a:p>
          <a:p>
            <a:endParaRPr lang="fr-FR" smtClean="0"/>
          </a:p>
          <a:p>
            <a:r>
              <a:rPr lang="fr-FR" smtClean="0"/>
              <a:t>3-  CHACUN DE NOUS RECHERCHE QUELQUE CHOSE À CROIRE </a:t>
            </a:r>
          </a:p>
          <a:p>
            <a:r>
              <a:rPr lang="fr-FR" smtClean="0"/>
              <a:t>Everybody's looking for something to believe in
4-  SEIGNEUR, J’AI DÉCOUVERT  QUE LES FIDÈLES SONT SI PEU</a:t>
            </a:r>
          </a:p>
          <a:p>
            <a:r>
              <a:rPr lang="fr-FR" smtClean="0"/>
              <a:t>Lord, I find the faithful are few and far between 
5-  PLUS JE LIS À TON SUJET MOINS J’AI DE RAISONS DE DOUTER </a:t>
            </a:r>
          </a:p>
          <a:p>
            <a:r>
              <a:rPr lang="fr-FR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JE PEUX CROIRE EN TA PAROLE MON COEUR PEUT SE REPOSER EN TOI </a:t>
            </a:r>
          </a:p>
          <a:p>
            <a:r>
              <a:rPr lang="fr-FR" smtClean="0"/>
              <a:t>	I can take You at Your word And my heart can rest assured
	8-  JE T’AIME ET J’AI CONFIANCE EN TOI </a:t>
            </a:r>
          </a:p>
          <a:p>
            <a:r>
              <a:rPr lang="fr-FR" smtClean="0"/>
              <a:t>	Lord I love you, Oh, I trust You</a:t>
            </a:r>
          </a:p>
          <a:p>
            <a:r>
              <a:rPr lang="fr-FR" smtClean="0"/>
              <a:t>	9-  ET LA VIE M’APPREND QUE JE PEUX CROIRE EN TA PAROLE 
	As I live I've learned That I can take You at Your word</a:t>
            </a:r>
          </a:p>
          <a:p>
            <a:endParaRPr lang="fr-FR" smtClean="0"/>
          </a:p>
          <a:p>
            <a:r>
              <a:rPr lang="fr-FR" smtClean="0"/>
              <a:t>10-  TON NOM EST ÉCRIT  LÀ DANS MON COEUR AMOUR ET DOUCEUR</a:t>
            </a:r>
          </a:p>
          <a:p>
            <a:r>
              <a:rPr lang="fr-FR" smtClean="0"/>
              <a:t>Your name is written here on the my life in love and kindness</a:t>
            </a:r>
          </a:p>
          <a:p>
            <a:r>
              <a:rPr lang="fr-FR" smtClean="0"/>
              <a:t>11-  TA PAROLE EST CACHÉE  DANS MON COEUR POUR ME GARDER </a:t>
            </a:r>
          </a:p>
          <a:p>
            <a:r>
              <a:rPr lang="fr-FR" smtClean="0"/>
              <a:t>Your word is hidden here in my heart to guard my soul
12-  J’AI ENTENDU LA BONNE NOUVELLE DE TON AMOUR </a:t>
            </a:r>
          </a:p>
          <a:p>
            <a:r>
              <a:rPr lang="fr-FR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14-  TA PAROLE EST VIE TA PAROLE EST AMOUR </a:t>
            </a:r>
          </a:p>
          <a:p>
            <a:r>
              <a:rPr lang="fr-FR" smtClean="0"/>
              <a:t>Your word is life, Your word is love,
15-  TA PAROLE EST VRAIE…                                x2</a:t>
            </a:r>
          </a:p>
          <a:p>
            <a:r>
              <a:rPr lang="fr-FR" smtClean="0"/>
              <a:t>Your word is true</a:t>
            </a:r>
          </a:p>
          <a:p>
            <a:r>
              <a:rPr lang="fr-FR" smtClean="0"/>
              <a:t>
16-  OUI PARLE, PARLE TA PAROLE </a:t>
            </a:r>
          </a:p>
          <a:p>
            <a:r>
              <a:rPr lang="fr-FR" smtClean="0"/>
              <a:t>Say You, say Your word to me
17-  SEIGNEUR, TA PAROLE  EST UNE LAMPE À MES PIEDS </a:t>
            </a:r>
          </a:p>
          <a:p>
            <a:r>
              <a:rPr lang="fr-FR" smtClean="0"/>
              <a:t>Lord, Your word is a lamp to my feet
18-  TA PAROLE UNE LUMIÈRE SUR MON SENTIER </a:t>
            </a:r>
          </a:p>
          <a:p>
            <a:r>
              <a:rPr lang="fr-FR" smtClean="0"/>
              <a:t>And Your word is a light to my path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TA PAROLE EST VIE TA PAROLE EST AMOUR </a:t>
            </a:r>
          </a:p>
          <a:p>
            <a:r>
              <a:rPr lang="fr-FR" b="0" smtClean="0"/>
              <a:t>Your word is life, Your word is love,
2-  TA PAROLE EST VRAIE…                             x3
Your word is true. . .</a:t>
            </a:r>
          </a:p>
          <a:p>
            <a:endParaRPr lang="fr-FR" b="0" smtClean="0"/>
          </a:p>
          <a:p>
            <a:r>
              <a:rPr lang="fr-FR" b="0" smtClean="0"/>
              <a:t>3-  CHACUN DE NOUS RECHERCHE QUELQUE CHOSE À CROIRE </a:t>
            </a:r>
          </a:p>
          <a:p>
            <a:r>
              <a:rPr lang="fr-FR" b="0" smtClean="0"/>
              <a:t>Everybody's looking for something to believe in
4-  SEIGNEUR, J’AI DÉCOUVERT  QUE LES FIDÈLES SONT SI PEU</a:t>
            </a:r>
          </a:p>
          <a:p>
            <a:r>
              <a:rPr lang="fr-FR" b="0" smtClean="0"/>
              <a:t>Lord, I find the faithful are few and far between 
5-  PLUS JE LIS À TON SUJET MOINS J’AI DE RAISONS DE DOUTER </a:t>
            </a:r>
          </a:p>
          <a:p>
            <a:r>
              <a:rPr lang="fr-FR" b="0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JE PEUX CROIRE EN TA PAROLE MON COEUR PEUT SE REPOSER EN TOI </a:t>
            </a:r>
          </a:p>
          <a:p>
            <a:r>
              <a:rPr lang="fr-FR" b="0" smtClean="0"/>
              <a:t>	I can take You at Your word And my heart can rest assured
	8-  JE T’AIME ET J’AI CONFIANCE EN TOI </a:t>
            </a:r>
          </a:p>
          <a:p>
            <a:r>
              <a:rPr lang="fr-FR" b="0" smtClean="0"/>
              <a:t>	Lord I love you, Oh, I trust You</a:t>
            </a:r>
          </a:p>
          <a:p>
            <a:r>
              <a:rPr lang="fr-FR" b="0" smtClean="0"/>
              <a:t>	9-  ET LA VIE M’APPREND QUE JE PEUX CROIRE EN TA PAROLE 
	As I live I've learned That I can take You at Your word</a:t>
            </a:r>
          </a:p>
          <a:p>
            <a:endParaRPr lang="fr-FR" b="0" smtClean="0"/>
          </a:p>
          <a:p>
            <a:r>
              <a:rPr lang="fr-FR" b="0" smtClean="0"/>
              <a:t>10-  TON NOM EST ÉCRIT  LÀ DANS MON COEUR AMOUR ET DOUCEUR</a:t>
            </a:r>
          </a:p>
          <a:p>
            <a:r>
              <a:rPr lang="fr-FR" b="0" smtClean="0"/>
              <a:t>Your name is written here on the my life in love and kindness</a:t>
            </a:r>
          </a:p>
          <a:p>
            <a:r>
              <a:rPr lang="fr-FR" b="0" smtClean="0"/>
              <a:t>11-  TA PAROLE EST CACHÉE  DANS MON COEUR POUR ME GARDER </a:t>
            </a:r>
          </a:p>
          <a:p>
            <a:r>
              <a:rPr lang="fr-FR" b="0" smtClean="0"/>
              <a:t>Your word is hidden here in my heart to guard my soul
12-  J’AI ENTENDU LA BONNE NOUVELLE DE TON AMOUR </a:t>
            </a:r>
          </a:p>
          <a:p>
            <a:r>
              <a:rPr lang="fr-FR" b="0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14-  TA PAROLE EST VIE TA PAROLE EST AMOUR </a:t>
            </a:r>
          </a:p>
          <a:p>
            <a:r>
              <a:rPr lang="fr-FR" b="0" smtClean="0"/>
              <a:t>Your word is life, Your word is love,
15-  TA PAROLE EST VRAIE…                                x2</a:t>
            </a:r>
          </a:p>
          <a:p>
            <a:r>
              <a:rPr lang="fr-FR" b="0" smtClean="0"/>
              <a:t>Your word is true</a:t>
            </a:r>
          </a:p>
          <a:p>
            <a:r>
              <a:rPr lang="fr-FR" b="0" smtClean="0"/>
              <a:t>
16-  OUI PARLE, PARLE TA PAROLE </a:t>
            </a:r>
          </a:p>
          <a:p>
            <a:r>
              <a:rPr lang="fr-FR" b="0" smtClean="0"/>
              <a:t>Say You, say Your word to me
17-  SEIGNEUR, TA PAROLE  EST UNE LAMPE À MES PIEDS </a:t>
            </a:r>
          </a:p>
          <a:p>
            <a:r>
              <a:rPr lang="fr-FR" b="0" smtClean="0"/>
              <a:t>Lord, Your word is a lamp to my feet
18-  TA PAROLE UNE LUMIÈRE SUR MON SENTIER </a:t>
            </a:r>
          </a:p>
          <a:p>
            <a:r>
              <a:rPr lang="fr-FR" b="0" smtClean="0"/>
              <a:t>And Your word is a light to my path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EST VIE TA PAROLE EST AMOUR </a:t>
            </a:r>
          </a:p>
          <a:p>
            <a:r>
              <a:rPr lang="fr-FR" smtClean="0"/>
              <a:t>Your word is life, Your word is love,
2-  TA PAROLE EST VRAIE…                             x3
Your word is true. . .</a:t>
            </a:r>
          </a:p>
          <a:p>
            <a:endParaRPr lang="fr-FR" smtClean="0"/>
          </a:p>
          <a:p>
            <a:r>
              <a:rPr lang="fr-FR" smtClean="0"/>
              <a:t>3-  CHACUN DE NOUS RECHERCHE QUELQUE CHOSE À CROIRE </a:t>
            </a:r>
          </a:p>
          <a:p>
            <a:r>
              <a:rPr lang="fr-FR" smtClean="0"/>
              <a:t>Everybody's looking for something to believe in
4-  SEIGNEUR, J’AI DÉCOUVERT  QUE LES FIDÈLES SONT SI PEU</a:t>
            </a:r>
          </a:p>
          <a:p>
            <a:r>
              <a:rPr lang="fr-FR" smtClean="0"/>
              <a:t>Lord, I find the faithful are few and far between 
5-  PLUS JE LIS À TON SUJET MOINS J’AI DE RAISONS DE DOUTER </a:t>
            </a:r>
          </a:p>
          <a:p>
            <a:r>
              <a:rPr lang="fr-FR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JE PEUX CROIRE EN TA PAROLE MON COEUR PEUT SE REPOSER EN TOI </a:t>
            </a:r>
          </a:p>
          <a:p>
            <a:r>
              <a:rPr lang="fr-FR" smtClean="0"/>
              <a:t>	I can take You at Your word And my heart can rest assured
	8-  JE T’AIME ET J’AI CONFIANCE EN TOI </a:t>
            </a:r>
          </a:p>
          <a:p>
            <a:r>
              <a:rPr lang="fr-FR" smtClean="0"/>
              <a:t>	Lord I love you, Oh, I trust You</a:t>
            </a:r>
          </a:p>
          <a:p>
            <a:r>
              <a:rPr lang="fr-FR" smtClean="0"/>
              <a:t>	9-  ET LA VIE M’APPREND QUE JE PEUX CROIRE EN TA PAROLE 
	As I live I've learned That I can take You at Your word</a:t>
            </a:r>
          </a:p>
          <a:p>
            <a:endParaRPr lang="fr-FR" smtClean="0"/>
          </a:p>
          <a:p>
            <a:r>
              <a:rPr lang="fr-FR" smtClean="0"/>
              <a:t>10-  TON NOM EST ÉCRIT  LÀ DANS MON COEUR AMOUR ET DOUCEUR</a:t>
            </a:r>
          </a:p>
          <a:p>
            <a:r>
              <a:rPr lang="fr-FR" smtClean="0"/>
              <a:t>Your name is written here on the my life in love and kindness</a:t>
            </a:r>
          </a:p>
          <a:p>
            <a:r>
              <a:rPr lang="fr-FR" smtClean="0"/>
              <a:t>11-  TA PAROLE EST CACHÉE  DANS MON COEUR POUR ME GARDER </a:t>
            </a:r>
          </a:p>
          <a:p>
            <a:r>
              <a:rPr lang="fr-FR" smtClean="0"/>
              <a:t>Your word is hidden here in my heart to guard my soul
12-  J’AI ENTENDU LA BONNE NOUVELLE DE TON AMOUR </a:t>
            </a:r>
          </a:p>
          <a:p>
            <a:r>
              <a:rPr lang="fr-FR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14-  TA PAROLE EST VIE TA PAROLE EST AMOUR </a:t>
            </a:r>
          </a:p>
          <a:p>
            <a:r>
              <a:rPr lang="fr-FR" smtClean="0"/>
              <a:t>Your word is life, Your word is love,
15-  TA PAROLE EST VRAIE…                                x2</a:t>
            </a:r>
          </a:p>
          <a:p>
            <a:r>
              <a:rPr lang="fr-FR" smtClean="0"/>
              <a:t>Your word is true</a:t>
            </a:r>
          </a:p>
          <a:p>
            <a:r>
              <a:rPr lang="fr-FR" smtClean="0"/>
              <a:t>
16-  OUI PARLE, PARLE TA PAROLE </a:t>
            </a:r>
          </a:p>
          <a:p>
            <a:r>
              <a:rPr lang="fr-FR" smtClean="0"/>
              <a:t>Say You, say Your word to me
17-  SEIGNEUR, TA PAROLE  EST UNE LAMPE À MES PIEDS </a:t>
            </a:r>
          </a:p>
          <a:p>
            <a:r>
              <a:rPr lang="fr-FR" smtClean="0"/>
              <a:t>Lord, Your word is a lamp to my feet
18-  TA PAROLE UNE LUMIÈRE SUR MON SENTIER </a:t>
            </a:r>
          </a:p>
          <a:p>
            <a:r>
              <a:rPr lang="fr-FR" smtClean="0"/>
              <a:t>And Your word is a light to my path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TA PAROLE EST VIE TA PAROLE EST AMOUR </a:t>
            </a:r>
          </a:p>
          <a:p>
            <a:r>
              <a:rPr lang="fr-FR" b="0" smtClean="0"/>
              <a:t>Your word is life, Your word is love,
2-  TA PAROLE EST VRAIE…                             x3
Your word is true. . .</a:t>
            </a:r>
          </a:p>
          <a:p>
            <a:endParaRPr lang="fr-FR" b="0" smtClean="0"/>
          </a:p>
          <a:p>
            <a:r>
              <a:rPr lang="fr-FR" b="0" smtClean="0"/>
              <a:t>3-  CHACUN DE NOUS RECHERCHE QUELQUE CHOSE À CROIRE </a:t>
            </a:r>
          </a:p>
          <a:p>
            <a:r>
              <a:rPr lang="fr-FR" b="0" smtClean="0"/>
              <a:t>Everybody's looking for something to believe in
4-  SEIGNEUR, J’AI DÉCOUVERT  QUE LES FIDÈLES SONT SI PEU</a:t>
            </a:r>
          </a:p>
          <a:p>
            <a:r>
              <a:rPr lang="fr-FR" b="0" smtClean="0"/>
              <a:t>Lord, I find the faithful are few and far between 
5-  PLUS JE LIS À TON SUJET MOINS J’AI DE RAISONS DE DOUTER </a:t>
            </a:r>
          </a:p>
          <a:p>
            <a:r>
              <a:rPr lang="fr-FR" b="0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JE PEUX CROIRE EN TA PAROLE MON COEUR PEUT SE REPOSER EN TOI </a:t>
            </a:r>
          </a:p>
          <a:p>
            <a:r>
              <a:rPr lang="fr-FR" b="0" smtClean="0"/>
              <a:t>	I can take You at Your word And my heart can rest assured
	8-  JE T’AIME ET J’AI CONFIANCE EN TOI </a:t>
            </a:r>
          </a:p>
          <a:p>
            <a:r>
              <a:rPr lang="fr-FR" b="0" smtClean="0"/>
              <a:t>	Lord I love you, Oh, I trust You</a:t>
            </a:r>
          </a:p>
          <a:p>
            <a:r>
              <a:rPr lang="fr-FR" b="0" smtClean="0"/>
              <a:t>	9-  ET LA VIE M’APPREND QUE JE PEUX CROIRE EN TA PAROLE 
	As I live I've learned That I can take You at Your word</a:t>
            </a:r>
          </a:p>
          <a:p>
            <a:endParaRPr lang="fr-FR" b="0" smtClean="0"/>
          </a:p>
          <a:p>
            <a:r>
              <a:rPr lang="fr-FR" b="0" smtClean="0"/>
              <a:t>10-  TON NOM EST ÉCRIT  LÀ DANS MON COEUR AMOUR ET DOUCEUR</a:t>
            </a:r>
          </a:p>
          <a:p>
            <a:r>
              <a:rPr lang="fr-FR" b="0" smtClean="0"/>
              <a:t>Your name is written here on the my life in love and kindness</a:t>
            </a:r>
          </a:p>
          <a:p>
            <a:r>
              <a:rPr lang="fr-FR" b="0" smtClean="0"/>
              <a:t>11-  TA PAROLE EST CACHÉE  DANS MON COEUR POUR ME GARDER </a:t>
            </a:r>
          </a:p>
          <a:p>
            <a:r>
              <a:rPr lang="fr-FR" b="0" smtClean="0"/>
              <a:t>Your word is hidden here in my heart to guard my soul
12-  J’AI ENTENDU LA BONNE NOUVELLE DE TON AMOUR </a:t>
            </a:r>
          </a:p>
          <a:p>
            <a:r>
              <a:rPr lang="fr-FR" b="0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14-  TA PAROLE EST VIE TA PAROLE EST AMOUR </a:t>
            </a:r>
          </a:p>
          <a:p>
            <a:r>
              <a:rPr lang="fr-FR" b="0" smtClean="0"/>
              <a:t>Your word is life, Your word is love,
15-  TA PAROLE EST VRAIE…                                x2</a:t>
            </a:r>
          </a:p>
          <a:p>
            <a:r>
              <a:rPr lang="fr-FR" b="0" smtClean="0"/>
              <a:t>Your word is true</a:t>
            </a:r>
          </a:p>
          <a:p>
            <a:r>
              <a:rPr lang="fr-FR" b="0" smtClean="0"/>
              <a:t>
16-  OUI PARLE, PARLE TA PAROLE </a:t>
            </a:r>
          </a:p>
          <a:p>
            <a:r>
              <a:rPr lang="fr-FR" b="0" smtClean="0"/>
              <a:t>Say You, say Your word to me
17-  SEIGNEUR, TA PAROLE  EST UNE LAMPE À MES PIEDS </a:t>
            </a:r>
          </a:p>
          <a:p>
            <a:r>
              <a:rPr lang="fr-FR" b="0" smtClean="0"/>
              <a:t>Lord, Your word is a lamp to my feet
18-  TA PAROLE UNE LUMIÈRE SUR MON SENTIER </a:t>
            </a:r>
          </a:p>
          <a:p>
            <a:r>
              <a:rPr lang="fr-FR" b="0" smtClean="0"/>
              <a:t>And Your word is a light to my path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EST VIE TA PAROLE EST AMOUR </a:t>
            </a:r>
          </a:p>
          <a:p>
            <a:r>
              <a:rPr lang="fr-FR" smtClean="0"/>
              <a:t>Your word is life, Your word is love,
2-  TA PAROLE EST VRAIE…                             x3
Your word is true. . .</a:t>
            </a:r>
          </a:p>
          <a:p>
            <a:endParaRPr lang="fr-FR" smtClean="0"/>
          </a:p>
          <a:p>
            <a:r>
              <a:rPr lang="fr-FR" smtClean="0"/>
              <a:t>3-  CHACUN DE NOUS RECHERCHE QUELQUE CHOSE À CROIRE </a:t>
            </a:r>
          </a:p>
          <a:p>
            <a:r>
              <a:rPr lang="fr-FR" smtClean="0"/>
              <a:t>Everybody's looking for something to believe in
4-  SEIGNEUR, J’AI DÉCOUVERT  QUE LES FIDÈLES SONT SI PEU</a:t>
            </a:r>
          </a:p>
          <a:p>
            <a:r>
              <a:rPr lang="fr-FR" smtClean="0"/>
              <a:t>Lord, I find the faithful are few and far between 
5-  PLUS JE LIS À TON SUJET MOINS J’AI DE RAISONS DE DOUTER </a:t>
            </a:r>
          </a:p>
          <a:p>
            <a:r>
              <a:rPr lang="fr-FR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JE PEUX CROIRE EN TA PAROLE MON COEUR PEUT SE REPOSER EN TOI </a:t>
            </a:r>
          </a:p>
          <a:p>
            <a:r>
              <a:rPr lang="fr-FR" smtClean="0"/>
              <a:t>	I can take You at Your word And my heart can rest assured
	8-  JE T’AIME ET J’AI CONFIANCE EN TOI </a:t>
            </a:r>
          </a:p>
          <a:p>
            <a:r>
              <a:rPr lang="fr-FR" smtClean="0"/>
              <a:t>	Lord I love you, Oh, I trust You</a:t>
            </a:r>
          </a:p>
          <a:p>
            <a:r>
              <a:rPr lang="fr-FR" smtClean="0"/>
              <a:t>	9-  ET LA VIE M’APPREND QUE JE PEUX CROIRE EN TA PAROLE 
	As I live I've learned That I can take You at Your word</a:t>
            </a:r>
          </a:p>
          <a:p>
            <a:endParaRPr lang="fr-FR" smtClean="0"/>
          </a:p>
          <a:p>
            <a:r>
              <a:rPr lang="fr-FR" smtClean="0"/>
              <a:t>10-  TON NOM EST ÉCRIT  LÀ DANS MON COEUR AMOUR ET DOUCEUR</a:t>
            </a:r>
          </a:p>
          <a:p>
            <a:r>
              <a:rPr lang="fr-FR" smtClean="0"/>
              <a:t>Your name is written here on the my life in love and kindness</a:t>
            </a:r>
          </a:p>
          <a:p>
            <a:r>
              <a:rPr lang="fr-FR" smtClean="0"/>
              <a:t>11-  TA PAROLE EST CACHÉE  DANS MON COEUR POUR ME GARDER </a:t>
            </a:r>
          </a:p>
          <a:p>
            <a:r>
              <a:rPr lang="fr-FR" smtClean="0"/>
              <a:t>Your word is hidden here in my heart to guard my soul
12-  J’AI ENTENDU LA BONNE NOUVELLE DE TON AMOUR </a:t>
            </a:r>
          </a:p>
          <a:p>
            <a:r>
              <a:rPr lang="fr-FR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14-  TA PAROLE EST VIE TA PAROLE EST AMOUR </a:t>
            </a:r>
          </a:p>
          <a:p>
            <a:r>
              <a:rPr lang="fr-FR" smtClean="0"/>
              <a:t>Your word is life, Your word is love,
15-  TA PAROLE EST VRAIE…                                x2</a:t>
            </a:r>
          </a:p>
          <a:p>
            <a:r>
              <a:rPr lang="fr-FR" smtClean="0"/>
              <a:t>Your word is true</a:t>
            </a:r>
          </a:p>
          <a:p>
            <a:r>
              <a:rPr lang="fr-FR" smtClean="0"/>
              <a:t>
16-  OUI PARLE, PARLE TA PAROLE </a:t>
            </a:r>
          </a:p>
          <a:p>
            <a:r>
              <a:rPr lang="fr-FR" smtClean="0"/>
              <a:t>Say You, say Your word to me
17-  SEIGNEUR, TA PAROLE  EST UNE LAMPE À MES PIEDS </a:t>
            </a:r>
          </a:p>
          <a:p>
            <a:r>
              <a:rPr lang="fr-FR" smtClean="0"/>
              <a:t>Lord, Your word is a lamp to my feet
18-  TA PAROLE UNE LUMIÈRE SUR MON SENTIER </a:t>
            </a:r>
          </a:p>
          <a:p>
            <a:r>
              <a:rPr lang="fr-FR" smtClean="0"/>
              <a:t>And Your word is a light to my path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TA PAROLE EST VIE TA PAROLE EST AMOUR </a:t>
            </a:r>
          </a:p>
          <a:p>
            <a:r>
              <a:rPr lang="fr-FR" b="0" smtClean="0"/>
              <a:t>Your word is life, Your word is love,
2-  TA PAROLE EST VRAIE…                             x3
Your word is true. . .</a:t>
            </a:r>
          </a:p>
          <a:p>
            <a:endParaRPr lang="fr-FR" b="0" smtClean="0"/>
          </a:p>
          <a:p>
            <a:r>
              <a:rPr lang="fr-FR" b="0" smtClean="0"/>
              <a:t>3-  CHACUN DE NOUS RECHERCHE QUELQUE CHOSE À CROIRE </a:t>
            </a:r>
          </a:p>
          <a:p>
            <a:r>
              <a:rPr lang="fr-FR" b="0" smtClean="0"/>
              <a:t>Everybody's looking for something to believe in
4-  SEIGNEUR, J’AI DÉCOUVERT  QUE LES FIDÈLES SONT SI PEU</a:t>
            </a:r>
          </a:p>
          <a:p>
            <a:r>
              <a:rPr lang="fr-FR" b="0" smtClean="0"/>
              <a:t>Lord, I find the faithful are few and far between 
5-  PLUS JE LIS À TON SUJET MOINS J’AI DE RAISONS DE DOUTER </a:t>
            </a:r>
          </a:p>
          <a:p>
            <a:r>
              <a:rPr lang="fr-FR" b="0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JE PEUX CROIRE EN TA PAROLE MON COEUR PEUT SE REPOSER EN TOI </a:t>
            </a:r>
          </a:p>
          <a:p>
            <a:r>
              <a:rPr lang="fr-FR" b="0" smtClean="0"/>
              <a:t>	I can take You at Your word And my heart can rest assured
	8-  JE T’AIME ET J’AI CONFIANCE EN TOI </a:t>
            </a:r>
          </a:p>
          <a:p>
            <a:r>
              <a:rPr lang="fr-FR" b="0" smtClean="0"/>
              <a:t>	Lord I love you, Oh, I trust You</a:t>
            </a:r>
          </a:p>
          <a:p>
            <a:r>
              <a:rPr lang="fr-FR" b="0" smtClean="0"/>
              <a:t>	9-  ET LA VIE M’APPREND QUE JE PEUX CROIRE EN TA PAROLE 
	As I live I've learned That I can take You at Your word</a:t>
            </a:r>
          </a:p>
          <a:p>
            <a:endParaRPr lang="fr-FR" b="0" smtClean="0"/>
          </a:p>
          <a:p>
            <a:r>
              <a:rPr lang="fr-FR" b="0" smtClean="0"/>
              <a:t>10-  TON NOM EST ÉCRIT  LÀ DANS MON COEUR AMOUR ET DOUCEUR</a:t>
            </a:r>
          </a:p>
          <a:p>
            <a:r>
              <a:rPr lang="fr-FR" b="0" smtClean="0"/>
              <a:t>Your name is written here on the my life in love and kindness</a:t>
            </a:r>
          </a:p>
          <a:p>
            <a:r>
              <a:rPr lang="fr-FR" b="0" smtClean="0"/>
              <a:t>11-  TA PAROLE EST CACHÉE  DANS MON COEUR POUR ME GARDER </a:t>
            </a:r>
          </a:p>
          <a:p>
            <a:r>
              <a:rPr lang="fr-FR" b="0" smtClean="0"/>
              <a:t>Your word is hidden here in my heart to guard my soul
12-  J’AI ENTENDU LA BONNE NOUVELLE DE TON AMOUR </a:t>
            </a:r>
          </a:p>
          <a:p>
            <a:r>
              <a:rPr lang="fr-FR" b="0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14-  TA PAROLE EST VIE TA PAROLE EST AMOUR </a:t>
            </a:r>
          </a:p>
          <a:p>
            <a:r>
              <a:rPr lang="fr-FR" b="0" smtClean="0"/>
              <a:t>Your word is life, Your word is love,
15-  TA PAROLE EST VRAIE…                                x2</a:t>
            </a:r>
          </a:p>
          <a:p>
            <a:r>
              <a:rPr lang="fr-FR" b="0" smtClean="0"/>
              <a:t>Your word is true</a:t>
            </a:r>
          </a:p>
          <a:p>
            <a:r>
              <a:rPr lang="fr-FR" b="0" smtClean="0"/>
              <a:t>
16-  OUI PARLE, PARLE TA PAROLE </a:t>
            </a:r>
          </a:p>
          <a:p>
            <a:r>
              <a:rPr lang="fr-FR" b="0" smtClean="0"/>
              <a:t>Say You, say Your word to me
17-  SEIGNEUR, TA PAROLE  EST UNE LAMPE À MES PIEDS </a:t>
            </a:r>
          </a:p>
          <a:p>
            <a:r>
              <a:rPr lang="fr-FR" b="0" smtClean="0"/>
              <a:t>Lord, Your word is a lamp to my feet
18-  TA PAROLE UNE LUMIÈRE SUR MON SENTIER </a:t>
            </a:r>
          </a:p>
          <a:p>
            <a:r>
              <a:rPr lang="fr-FR" b="0" smtClean="0"/>
              <a:t>And Your word is a light to my path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EST VIE TA PAROLE EST AMOUR </a:t>
            </a:r>
          </a:p>
          <a:p>
            <a:r>
              <a:rPr lang="fr-FR" smtClean="0"/>
              <a:t>Your word is life, Your word is love,
2-  TA PAROLE EST VRAIE…                             x3
Your word is true. . .</a:t>
            </a:r>
          </a:p>
          <a:p>
            <a:endParaRPr lang="fr-FR" smtClean="0"/>
          </a:p>
          <a:p>
            <a:r>
              <a:rPr lang="fr-FR" smtClean="0"/>
              <a:t>3-  CHACUN DE NOUS RECHERCHE QUELQUE CHOSE À CROIRE </a:t>
            </a:r>
          </a:p>
          <a:p>
            <a:r>
              <a:rPr lang="fr-FR" smtClean="0"/>
              <a:t>Everybody's looking for something to believe in
4-  SEIGNEUR, J’AI DÉCOUVERT  QUE LES FIDÈLES SONT SI PEU</a:t>
            </a:r>
          </a:p>
          <a:p>
            <a:r>
              <a:rPr lang="fr-FR" smtClean="0"/>
              <a:t>Lord, I find the faithful are few and far between 
5-  PLUS JE LIS À TON SUJET MOINS J’AI DE RAISONS DE DOUTER </a:t>
            </a:r>
          </a:p>
          <a:p>
            <a:r>
              <a:rPr lang="fr-FR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JE PEUX CROIRE EN TA PAROLE MON COEUR PEUT SE REPOSER EN TOI </a:t>
            </a:r>
          </a:p>
          <a:p>
            <a:r>
              <a:rPr lang="fr-FR" smtClean="0"/>
              <a:t>	I can take You at Your word And my heart can rest assured
	8-  JE T’AIME ET J’AI CONFIANCE EN TOI </a:t>
            </a:r>
          </a:p>
          <a:p>
            <a:r>
              <a:rPr lang="fr-FR" smtClean="0"/>
              <a:t>	Lord I love you, Oh, I trust You</a:t>
            </a:r>
          </a:p>
          <a:p>
            <a:r>
              <a:rPr lang="fr-FR" smtClean="0"/>
              <a:t>	9-  ET LA VIE M’APPREND QUE JE PEUX CROIRE EN TA PAROLE 
	As I live I've learned That I can take You at Your word</a:t>
            </a:r>
          </a:p>
          <a:p>
            <a:endParaRPr lang="fr-FR" smtClean="0"/>
          </a:p>
          <a:p>
            <a:r>
              <a:rPr lang="fr-FR" smtClean="0"/>
              <a:t>10-  TON NOM EST ÉCRIT  LÀ DANS MON COEUR AMOUR ET DOUCEUR</a:t>
            </a:r>
          </a:p>
          <a:p>
            <a:r>
              <a:rPr lang="fr-FR" smtClean="0"/>
              <a:t>Your name is written here on the my life in love and kindness</a:t>
            </a:r>
          </a:p>
          <a:p>
            <a:r>
              <a:rPr lang="fr-FR" smtClean="0"/>
              <a:t>11-  TA PAROLE EST CACHÉE  DANS MON COEUR POUR ME GARDER </a:t>
            </a:r>
          </a:p>
          <a:p>
            <a:r>
              <a:rPr lang="fr-FR" smtClean="0"/>
              <a:t>Your word is hidden here in my heart to guard my soul
12-  J’AI ENTENDU LA BONNE NOUVELLE DE TON AMOUR </a:t>
            </a:r>
          </a:p>
          <a:p>
            <a:r>
              <a:rPr lang="fr-FR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14-  TA PAROLE EST VIE TA PAROLE EST AMOUR </a:t>
            </a:r>
          </a:p>
          <a:p>
            <a:r>
              <a:rPr lang="fr-FR" smtClean="0"/>
              <a:t>Your word is life, Your word is love,
15-  TA PAROLE EST VRAIE…                                x2</a:t>
            </a:r>
          </a:p>
          <a:p>
            <a:r>
              <a:rPr lang="fr-FR" smtClean="0"/>
              <a:t>Your word is true</a:t>
            </a:r>
          </a:p>
          <a:p>
            <a:r>
              <a:rPr lang="fr-FR" smtClean="0"/>
              <a:t>
16-  OUI PARLE, PARLE TA PAROLE </a:t>
            </a:r>
          </a:p>
          <a:p>
            <a:r>
              <a:rPr lang="fr-FR" smtClean="0"/>
              <a:t>Say You, say Your word to me
17-  SEIGNEUR, TA PAROLE  EST UNE LAMPE À MES PIEDS </a:t>
            </a:r>
          </a:p>
          <a:p>
            <a:r>
              <a:rPr lang="fr-FR" smtClean="0"/>
              <a:t>Lord, Your word is a lamp to my feet
18-  TA PAROLE UNE LUMIÈRE SUR MON SENTIER </a:t>
            </a:r>
          </a:p>
          <a:p>
            <a:r>
              <a:rPr lang="fr-FR" smtClean="0"/>
              <a:t>And Your word is a light to my path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TA PAROLE EST VIE TA PAROLE EST AMOUR </a:t>
            </a:r>
          </a:p>
          <a:p>
            <a:r>
              <a:rPr lang="fr-FR" b="0" smtClean="0"/>
              <a:t>Your word is life, Your word is love,
2-  TA PAROLE EST VRAIE…                             x3
Your word is true. . .</a:t>
            </a:r>
          </a:p>
          <a:p>
            <a:endParaRPr lang="fr-FR" b="0" smtClean="0"/>
          </a:p>
          <a:p>
            <a:r>
              <a:rPr lang="fr-FR" b="0" smtClean="0"/>
              <a:t>3-  CHACUN DE NOUS RECHERCHE QUELQUE CHOSE À CROIRE </a:t>
            </a:r>
          </a:p>
          <a:p>
            <a:r>
              <a:rPr lang="fr-FR" b="0" smtClean="0"/>
              <a:t>Everybody's looking for something to believe in
4-  SEIGNEUR, J’AI DÉCOUVERT  QUE LES FIDÈLES SONT SI PEU</a:t>
            </a:r>
          </a:p>
          <a:p>
            <a:r>
              <a:rPr lang="fr-FR" b="0" smtClean="0"/>
              <a:t>Lord, I find the faithful are few and far between 
5-  PLUS JE LIS À TON SUJET MOINS J’AI DE RAISONS DE DOUTER </a:t>
            </a:r>
          </a:p>
          <a:p>
            <a:r>
              <a:rPr lang="fr-FR" b="0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JE PEUX CROIRE EN TA PAROLE MON COEUR PEUT SE REPOSER EN TOI </a:t>
            </a:r>
          </a:p>
          <a:p>
            <a:r>
              <a:rPr lang="fr-FR" b="0" smtClean="0"/>
              <a:t>	I can take You at Your word And my heart can rest assured
	8-  JE T’AIME ET J’AI CONFIANCE EN TOI </a:t>
            </a:r>
          </a:p>
          <a:p>
            <a:r>
              <a:rPr lang="fr-FR" b="0" smtClean="0"/>
              <a:t>	Lord I love you, Oh, I trust You</a:t>
            </a:r>
          </a:p>
          <a:p>
            <a:r>
              <a:rPr lang="fr-FR" b="0" smtClean="0"/>
              <a:t>	9-  ET LA VIE M’APPREND QUE JE PEUX CROIRE EN TA PAROLE 
	As I live I've learned That I can take You at Your word</a:t>
            </a:r>
          </a:p>
          <a:p>
            <a:endParaRPr lang="fr-FR" b="0" smtClean="0"/>
          </a:p>
          <a:p>
            <a:r>
              <a:rPr lang="fr-FR" b="0" smtClean="0"/>
              <a:t>10-  TON NOM EST ÉCRIT  LÀ DANS MON COEUR AMOUR ET DOUCEUR</a:t>
            </a:r>
          </a:p>
          <a:p>
            <a:r>
              <a:rPr lang="fr-FR" b="0" smtClean="0"/>
              <a:t>Your name is written here on the my life in love and kindness</a:t>
            </a:r>
          </a:p>
          <a:p>
            <a:r>
              <a:rPr lang="fr-FR" b="0" smtClean="0"/>
              <a:t>11-  TA PAROLE EST CACHÉE  DANS MON COEUR POUR ME GARDER </a:t>
            </a:r>
          </a:p>
          <a:p>
            <a:r>
              <a:rPr lang="fr-FR" b="0" smtClean="0"/>
              <a:t>Your word is hidden here in my heart to guard my soul
12-  J’AI ENTENDU LA BONNE NOUVELLE DE TON AMOUR </a:t>
            </a:r>
          </a:p>
          <a:p>
            <a:r>
              <a:rPr lang="fr-FR" b="0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14-  TA PAROLE EST VIE TA PAROLE EST AMOUR </a:t>
            </a:r>
          </a:p>
          <a:p>
            <a:r>
              <a:rPr lang="fr-FR" b="0" smtClean="0"/>
              <a:t>Your word is life, Your word is love,
15-  TA PAROLE EST VRAIE…                                x2</a:t>
            </a:r>
          </a:p>
          <a:p>
            <a:r>
              <a:rPr lang="fr-FR" b="0" smtClean="0"/>
              <a:t>Your word is true</a:t>
            </a:r>
          </a:p>
          <a:p>
            <a:r>
              <a:rPr lang="fr-FR" b="0" smtClean="0"/>
              <a:t>
16-  OUI PARLE, PARLE TA PAROLE </a:t>
            </a:r>
          </a:p>
          <a:p>
            <a:r>
              <a:rPr lang="fr-FR" b="0" smtClean="0"/>
              <a:t>Say You, say Your word to me
17-  SEIGNEUR, TA PAROLE  EST UNE LAMPE À MES PIEDS </a:t>
            </a:r>
          </a:p>
          <a:p>
            <a:r>
              <a:rPr lang="fr-FR" b="0" smtClean="0"/>
              <a:t>Lord, Your word is a lamp to my feet
18-  TA PAROLE UNE LUMIÈRE SUR MON SENTIER </a:t>
            </a:r>
          </a:p>
          <a:p>
            <a:r>
              <a:rPr lang="fr-FR" b="0" smtClean="0"/>
              <a:t>And Your word is a light to my path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EST VIE TA PAROLE EST AMOUR </a:t>
            </a:r>
          </a:p>
          <a:p>
            <a:r>
              <a:rPr lang="fr-FR" smtClean="0"/>
              <a:t>Your word is life, Your word is love,
2-  TA PAROLE EST VRAIE…                             x3
Your word is true. . .</a:t>
            </a:r>
          </a:p>
          <a:p>
            <a:endParaRPr lang="fr-FR" smtClean="0"/>
          </a:p>
          <a:p>
            <a:r>
              <a:rPr lang="fr-FR" smtClean="0"/>
              <a:t>3-  CHACUN DE NOUS RECHERCHE QUELQUE CHOSE À CROIRE </a:t>
            </a:r>
          </a:p>
          <a:p>
            <a:r>
              <a:rPr lang="fr-FR" smtClean="0"/>
              <a:t>Everybody's looking for something to believe in
4-  SEIGNEUR, J’AI DÉCOUVERT  QUE LES FIDÈLES SONT SI PEU</a:t>
            </a:r>
          </a:p>
          <a:p>
            <a:r>
              <a:rPr lang="fr-FR" smtClean="0"/>
              <a:t>Lord, I find the faithful are few and far between 
5-  PLUS JE LIS À TON SUJET MOINS J’AI DE RAISONS DE DOUTER </a:t>
            </a:r>
          </a:p>
          <a:p>
            <a:r>
              <a:rPr lang="fr-FR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JE PEUX CROIRE EN TA PAROLE MON COEUR PEUT SE REPOSER EN TOI </a:t>
            </a:r>
          </a:p>
          <a:p>
            <a:r>
              <a:rPr lang="fr-FR" smtClean="0"/>
              <a:t>	I can take You at Your word And my heart can rest assured
	8-  JE T’AIME ET J’AI CONFIANCE EN TOI </a:t>
            </a:r>
          </a:p>
          <a:p>
            <a:r>
              <a:rPr lang="fr-FR" smtClean="0"/>
              <a:t>	Lord I love you, Oh, I trust You</a:t>
            </a:r>
          </a:p>
          <a:p>
            <a:r>
              <a:rPr lang="fr-FR" smtClean="0"/>
              <a:t>	9-  ET LA VIE M’APPREND QUE JE PEUX CROIRE EN TA PAROLE 
	As I live I've learned That I can take You at Your word</a:t>
            </a:r>
          </a:p>
          <a:p>
            <a:endParaRPr lang="fr-FR" smtClean="0"/>
          </a:p>
          <a:p>
            <a:r>
              <a:rPr lang="fr-FR" smtClean="0"/>
              <a:t>10-  TON NOM EST ÉCRIT  LÀ DANS MON COEUR AMOUR ET DOUCEUR</a:t>
            </a:r>
          </a:p>
          <a:p>
            <a:r>
              <a:rPr lang="fr-FR" smtClean="0"/>
              <a:t>Your name is written here on the my life in love and kindness</a:t>
            </a:r>
          </a:p>
          <a:p>
            <a:r>
              <a:rPr lang="fr-FR" smtClean="0"/>
              <a:t>11-  TA PAROLE EST CACHÉE  DANS MON COEUR POUR ME GARDER </a:t>
            </a:r>
          </a:p>
          <a:p>
            <a:r>
              <a:rPr lang="fr-FR" smtClean="0"/>
              <a:t>Your word is hidden here in my heart to guard my soul
12-  J’AI ENTENDU LA BONNE NOUVELLE DE TON AMOUR </a:t>
            </a:r>
          </a:p>
          <a:p>
            <a:r>
              <a:rPr lang="fr-FR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14-  TA PAROLE EST VIE TA PAROLE EST AMOUR </a:t>
            </a:r>
          </a:p>
          <a:p>
            <a:r>
              <a:rPr lang="fr-FR" smtClean="0"/>
              <a:t>Your word is life, Your word is love,
15-  TA PAROLE EST VRAIE…                                x2</a:t>
            </a:r>
          </a:p>
          <a:p>
            <a:r>
              <a:rPr lang="fr-FR" smtClean="0"/>
              <a:t>Your word is true</a:t>
            </a:r>
          </a:p>
          <a:p>
            <a:r>
              <a:rPr lang="fr-FR" smtClean="0"/>
              <a:t>
16-  OUI PARLE, PARLE TA PAROLE </a:t>
            </a:r>
          </a:p>
          <a:p>
            <a:r>
              <a:rPr lang="fr-FR" smtClean="0"/>
              <a:t>Say You, say Your word to me
17-  SEIGNEUR, TA PAROLE  EST UNE LAMPE À MES PIEDS </a:t>
            </a:r>
          </a:p>
          <a:p>
            <a:r>
              <a:rPr lang="fr-FR" smtClean="0"/>
              <a:t>Lord, Your word is a lamp to my feet
18-  TA PAROLE UNE LUMIÈRE SUR MON SENTIER </a:t>
            </a:r>
          </a:p>
          <a:p>
            <a:r>
              <a:rPr lang="fr-FR" smtClean="0"/>
              <a:t>And Your word is a light to my path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TA PAROLE EST VIE TA PAROLE EST AMOUR </a:t>
            </a:r>
          </a:p>
          <a:p>
            <a:r>
              <a:rPr lang="fr-FR" b="0" smtClean="0"/>
              <a:t>Your word is life, Your word is love,
2-  TA PAROLE EST VRAIE…                             x3
Your word is true. . .</a:t>
            </a:r>
          </a:p>
          <a:p>
            <a:endParaRPr lang="fr-FR" b="0" smtClean="0"/>
          </a:p>
          <a:p>
            <a:r>
              <a:rPr lang="fr-FR" b="0" smtClean="0"/>
              <a:t>3-  CHACUN DE NOUS RECHERCHE QUELQUE CHOSE À CROIRE </a:t>
            </a:r>
          </a:p>
          <a:p>
            <a:r>
              <a:rPr lang="fr-FR" b="0" smtClean="0"/>
              <a:t>Everybody's looking for something to believe in
4-  SEIGNEUR, J’AI DÉCOUVERT  QUE LES FIDÈLES SONT SI PEU</a:t>
            </a:r>
          </a:p>
          <a:p>
            <a:r>
              <a:rPr lang="fr-FR" b="0" smtClean="0"/>
              <a:t>Lord, I find the faithful are few and far between 
5-  PLUS JE LIS À TON SUJET MOINS J’AI DE RAISONS DE DOUTER </a:t>
            </a:r>
          </a:p>
          <a:p>
            <a:r>
              <a:rPr lang="fr-FR" b="0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JE PEUX CROIRE EN TA PAROLE MON COEUR PEUT SE REPOSER EN TOI </a:t>
            </a:r>
          </a:p>
          <a:p>
            <a:r>
              <a:rPr lang="fr-FR" b="0" smtClean="0"/>
              <a:t>	I can take You at Your word And my heart can rest assured
	8-  JE T’AIME ET J’AI CONFIANCE EN TOI </a:t>
            </a:r>
          </a:p>
          <a:p>
            <a:r>
              <a:rPr lang="fr-FR" b="0" smtClean="0"/>
              <a:t>	Lord I love you, Oh, I trust You</a:t>
            </a:r>
          </a:p>
          <a:p>
            <a:r>
              <a:rPr lang="fr-FR" b="0" smtClean="0"/>
              <a:t>	9-  ET LA VIE M’APPREND QUE JE PEUX CROIRE EN TA PAROLE 
	As I live I've learned That I can take You at Your word</a:t>
            </a:r>
          </a:p>
          <a:p>
            <a:endParaRPr lang="fr-FR" b="0" smtClean="0"/>
          </a:p>
          <a:p>
            <a:r>
              <a:rPr lang="fr-FR" b="0" smtClean="0"/>
              <a:t>10-  TON NOM EST ÉCRIT  LÀ DANS MON COEUR AMOUR ET DOUCEUR</a:t>
            </a:r>
          </a:p>
          <a:p>
            <a:r>
              <a:rPr lang="fr-FR" b="0" smtClean="0"/>
              <a:t>Your name is written here on the my life in love and kindness</a:t>
            </a:r>
          </a:p>
          <a:p>
            <a:r>
              <a:rPr lang="fr-FR" b="0" smtClean="0"/>
              <a:t>11-  TA PAROLE EST CACHÉE  DANS MON COEUR POUR ME GARDER </a:t>
            </a:r>
          </a:p>
          <a:p>
            <a:r>
              <a:rPr lang="fr-FR" b="0" smtClean="0"/>
              <a:t>Your word is hidden here in my heart to guard my soul
12-  J’AI ENTENDU LA BONNE NOUVELLE DE TON AMOUR </a:t>
            </a:r>
          </a:p>
          <a:p>
            <a:r>
              <a:rPr lang="fr-FR" b="0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14-  TA PAROLE EST VIE TA PAROLE EST AMOUR </a:t>
            </a:r>
          </a:p>
          <a:p>
            <a:r>
              <a:rPr lang="fr-FR" b="0" smtClean="0"/>
              <a:t>Your word is life, Your word is love,
15-  TA PAROLE EST VRAIE…                                x2</a:t>
            </a:r>
          </a:p>
          <a:p>
            <a:r>
              <a:rPr lang="fr-FR" b="0" smtClean="0"/>
              <a:t>Your word is true</a:t>
            </a:r>
          </a:p>
          <a:p>
            <a:r>
              <a:rPr lang="fr-FR" b="0" smtClean="0"/>
              <a:t>
16-  OUI PARLE, PARLE TA PAROLE </a:t>
            </a:r>
          </a:p>
          <a:p>
            <a:r>
              <a:rPr lang="fr-FR" b="0" smtClean="0"/>
              <a:t>Say You, say Your word to me
17-  SEIGNEUR, TA PAROLE  EST UNE LAMPE À MES PIEDS </a:t>
            </a:r>
          </a:p>
          <a:p>
            <a:r>
              <a:rPr lang="fr-FR" b="0" smtClean="0"/>
              <a:t>Lord, Your word is a lamp to my feet
18-  TA PAROLE UNE LUMIÈRE SUR MON SENTIER </a:t>
            </a:r>
          </a:p>
          <a:p>
            <a:r>
              <a:rPr lang="fr-FR" b="0" smtClean="0"/>
              <a:t>And Your word is a light to my path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EST VIE TA PAROLE EST AMOUR </a:t>
            </a:r>
          </a:p>
          <a:p>
            <a:r>
              <a:rPr lang="fr-FR" smtClean="0"/>
              <a:t>Your word is life, Your word is love,
2-  TA PAROLE EST VRAIE…                             x3
Your word is true. . .</a:t>
            </a:r>
          </a:p>
          <a:p>
            <a:endParaRPr lang="fr-FR" smtClean="0"/>
          </a:p>
          <a:p>
            <a:r>
              <a:rPr lang="fr-FR" smtClean="0"/>
              <a:t>3-  CHACUN DE NOUS RECHERCHE QUELQUE CHOSE À CROIRE </a:t>
            </a:r>
          </a:p>
          <a:p>
            <a:r>
              <a:rPr lang="fr-FR" smtClean="0"/>
              <a:t>Everybody's looking for something to believe in
4-  SEIGNEUR, J’AI DÉCOUVERT  QUE LES FIDÈLES SONT SI PEU</a:t>
            </a:r>
          </a:p>
          <a:p>
            <a:r>
              <a:rPr lang="fr-FR" smtClean="0"/>
              <a:t>Lord, I find the faithful are few and far between 
5-  PLUS JE LIS À TON SUJET MOINS J’AI DE RAISONS DE DOUTER </a:t>
            </a:r>
          </a:p>
          <a:p>
            <a:r>
              <a:rPr lang="fr-FR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JE PEUX CROIRE EN TA PAROLE MON COEUR PEUT SE REPOSER EN TOI </a:t>
            </a:r>
          </a:p>
          <a:p>
            <a:r>
              <a:rPr lang="fr-FR" smtClean="0"/>
              <a:t>	I can take You at Your word And my heart can rest assured
	8-  JE T’AIME ET J’AI CONFIANCE EN TOI </a:t>
            </a:r>
          </a:p>
          <a:p>
            <a:r>
              <a:rPr lang="fr-FR" smtClean="0"/>
              <a:t>	Lord I love you, Oh, I trust You</a:t>
            </a:r>
          </a:p>
          <a:p>
            <a:r>
              <a:rPr lang="fr-FR" smtClean="0"/>
              <a:t>	9-  ET LA VIE M’APPREND QUE JE PEUX CROIRE EN TA PAROLE 
	As I live I've learned That I can take You at Your word</a:t>
            </a:r>
          </a:p>
          <a:p>
            <a:endParaRPr lang="fr-FR" smtClean="0"/>
          </a:p>
          <a:p>
            <a:r>
              <a:rPr lang="fr-FR" smtClean="0"/>
              <a:t>10-  TON NOM EST ÉCRIT  LÀ DANS MON COEUR AMOUR ET DOUCEUR</a:t>
            </a:r>
          </a:p>
          <a:p>
            <a:r>
              <a:rPr lang="fr-FR" smtClean="0"/>
              <a:t>Your name is written here on the my life in love and kindness</a:t>
            </a:r>
          </a:p>
          <a:p>
            <a:r>
              <a:rPr lang="fr-FR" smtClean="0"/>
              <a:t>11-  TA PAROLE EST CACHÉE  DANS MON COEUR POUR ME GARDER </a:t>
            </a:r>
          </a:p>
          <a:p>
            <a:r>
              <a:rPr lang="fr-FR" smtClean="0"/>
              <a:t>Your word is hidden here in my heart to guard my soul
12-  J’AI ENTENDU LA BONNE NOUVELLE DE TON AMOUR </a:t>
            </a:r>
          </a:p>
          <a:p>
            <a:r>
              <a:rPr lang="fr-FR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14-  TA PAROLE EST VIE TA PAROLE EST AMOUR </a:t>
            </a:r>
          </a:p>
          <a:p>
            <a:r>
              <a:rPr lang="fr-FR" smtClean="0"/>
              <a:t>Your word is life, Your word is love,
15-  TA PAROLE EST VRAIE…                                x2</a:t>
            </a:r>
          </a:p>
          <a:p>
            <a:r>
              <a:rPr lang="fr-FR" smtClean="0"/>
              <a:t>Your word is true</a:t>
            </a:r>
          </a:p>
          <a:p>
            <a:r>
              <a:rPr lang="fr-FR" smtClean="0"/>
              <a:t>
16-  OUI PARLE, PARLE TA PAROLE </a:t>
            </a:r>
          </a:p>
          <a:p>
            <a:r>
              <a:rPr lang="fr-FR" smtClean="0"/>
              <a:t>Say You, say Your word to me
17-  SEIGNEUR, TA PAROLE  EST UNE LAMPE À MES PIEDS </a:t>
            </a:r>
          </a:p>
          <a:p>
            <a:r>
              <a:rPr lang="fr-FR" smtClean="0"/>
              <a:t>Lord, Your word is a lamp to my feet
18-  TA PAROLE UNE LUMIÈRE SUR MON SENTIER </a:t>
            </a:r>
          </a:p>
          <a:p>
            <a:r>
              <a:rPr lang="fr-FR" smtClean="0"/>
              <a:t>And Your word is a light to my path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TA PAROLE EST VIE TA PAROLE EST AMOUR </a:t>
            </a:r>
          </a:p>
          <a:p>
            <a:r>
              <a:rPr lang="fr-FR" b="0" smtClean="0"/>
              <a:t>Your word is life, Your word is love,
2-  TA PAROLE EST VRAIE…                             x3
Your word is true. . .</a:t>
            </a:r>
          </a:p>
          <a:p>
            <a:endParaRPr lang="fr-FR" b="0" smtClean="0"/>
          </a:p>
          <a:p>
            <a:r>
              <a:rPr lang="fr-FR" b="0" smtClean="0"/>
              <a:t>3-  CHACUN DE NOUS RECHERCHE QUELQUE CHOSE À CROIRE </a:t>
            </a:r>
          </a:p>
          <a:p>
            <a:r>
              <a:rPr lang="fr-FR" b="0" smtClean="0"/>
              <a:t>Everybody's looking for something to believe in
4-  SEIGNEUR, J’AI DÉCOUVERT  QUE LES FIDÈLES SONT SI PEU</a:t>
            </a:r>
          </a:p>
          <a:p>
            <a:r>
              <a:rPr lang="fr-FR" b="0" smtClean="0"/>
              <a:t>Lord, I find the faithful are few and far between 
5-  PLUS JE LIS À TON SUJET MOINS J’AI DE RAISONS DE DOUTER </a:t>
            </a:r>
          </a:p>
          <a:p>
            <a:r>
              <a:rPr lang="fr-FR" b="0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JE PEUX CROIRE EN TA PAROLE MON COEUR PEUT SE REPOSER EN TOI </a:t>
            </a:r>
          </a:p>
          <a:p>
            <a:r>
              <a:rPr lang="fr-FR" b="0" smtClean="0"/>
              <a:t>	I can take You at Your word And my heart can rest assured
	8-  JE T’AIME ET J’AI CONFIANCE EN TOI </a:t>
            </a:r>
          </a:p>
          <a:p>
            <a:r>
              <a:rPr lang="fr-FR" b="0" smtClean="0"/>
              <a:t>	Lord I love you, Oh, I trust You</a:t>
            </a:r>
          </a:p>
          <a:p>
            <a:r>
              <a:rPr lang="fr-FR" b="0" smtClean="0"/>
              <a:t>	9-  ET LA VIE M’APPREND QUE JE PEUX CROIRE EN TA PAROLE 
	As I live I've learned That I can take You at Your word</a:t>
            </a:r>
          </a:p>
          <a:p>
            <a:endParaRPr lang="fr-FR" b="0" smtClean="0"/>
          </a:p>
          <a:p>
            <a:r>
              <a:rPr lang="fr-FR" b="0" smtClean="0"/>
              <a:t>10-  TON NOM EST ÉCRIT  LÀ DANS MON COEUR AMOUR ET DOUCEUR</a:t>
            </a:r>
          </a:p>
          <a:p>
            <a:r>
              <a:rPr lang="fr-FR" b="0" smtClean="0"/>
              <a:t>Your name is written here on the my life in love and kindness</a:t>
            </a:r>
          </a:p>
          <a:p>
            <a:r>
              <a:rPr lang="fr-FR" b="0" smtClean="0"/>
              <a:t>11-  TA PAROLE EST CACHÉE  DANS MON COEUR POUR ME GARDER </a:t>
            </a:r>
          </a:p>
          <a:p>
            <a:r>
              <a:rPr lang="fr-FR" b="0" smtClean="0"/>
              <a:t>Your word is hidden here in my heart to guard my soul
12-  J’AI ENTENDU LA BONNE NOUVELLE DE TON AMOUR </a:t>
            </a:r>
          </a:p>
          <a:p>
            <a:r>
              <a:rPr lang="fr-FR" b="0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14-  TA PAROLE EST VIE TA PAROLE EST AMOUR </a:t>
            </a:r>
          </a:p>
          <a:p>
            <a:r>
              <a:rPr lang="fr-FR" b="0" smtClean="0"/>
              <a:t>Your word is life, Your word is love,
15-  TA PAROLE EST VRAIE…                                x2</a:t>
            </a:r>
          </a:p>
          <a:p>
            <a:r>
              <a:rPr lang="fr-FR" b="0" smtClean="0"/>
              <a:t>Your word is true</a:t>
            </a:r>
          </a:p>
          <a:p>
            <a:r>
              <a:rPr lang="fr-FR" b="0" smtClean="0"/>
              <a:t>
16-  OUI PARLE, PARLE TA PAROLE </a:t>
            </a:r>
          </a:p>
          <a:p>
            <a:r>
              <a:rPr lang="fr-FR" b="0" smtClean="0"/>
              <a:t>Say You, say Your word to me
17-  SEIGNEUR, TA PAROLE  EST UNE LAMPE À MES PIEDS </a:t>
            </a:r>
          </a:p>
          <a:p>
            <a:r>
              <a:rPr lang="fr-FR" b="0" smtClean="0"/>
              <a:t>Lord, Your word is a lamp to my feet
18-  TA PAROLE UNE LUMIÈRE SUR MON SENTIER </a:t>
            </a:r>
          </a:p>
          <a:p>
            <a:r>
              <a:rPr lang="fr-FR" b="0" smtClean="0"/>
              <a:t>And Your word is a light to my path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EST VIE TA PAROLE EST AMOUR </a:t>
            </a:r>
          </a:p>
          <a:p>
            <a:r>
              <a:rPr lang="fr-FR" smtClean="0"/>
              <a:t>Your word is life, Your word is love,
2-  TA PAROLE EST VRAIE…                             x3
Your word is true. . .</a:t>
            </a:r>
          </a:p>
          <a:p>
            <a:endParaRPr lang="fr-FR" smtClean="0"/>
          </a:p>
          <a:p>
            <a:r>
              <a:rPr lang="fr-FR" smtClean="0"/>
              <a:t>3-  CHACUN DE NOUS RECHERCHE QUELQUE CHOSE À CROIRE </a:t>
            </a:r>
          </a:p>
          <a:p>
            <a:r>
              <a:rPr lang="fr-FR" smtClean="0"/>
              <a:t>Everybody's looking for something to believe in
4-  SEIGNEUR, J’AI DÉCOUVERT  QUE LES FIDÈLES SONT SI PEU</a:t>
            </a:r>
          </a:p>
          <a:p>
            <a:r>
              <a:rPr lang="fr-FR" smtClean="0"/>
              <a:t>Lord, I find the faithful are few and far between 
5-  PLUS JE LIS À TON SUJET MOINS J’AI DE RAISONS DE DOUTER </a:t>
            </a:r>
          </a:p>
          <a:p>
            <a:r>
              <a:rPr lang="fr-FR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JE PEUX CROIRE EN TA PAROLE MON COEUR PEUT SE REPOSER EN TOI </a:t>
            </a:r>
          </a:p>
          <a:p>
            <a:r>
              <a:rPr lang="fr-FR" smtClean="0"/>
              <a:t>	I can take You at Your word And my heart can rest assured
	8-  JE T’AIME ET J’AI CONFIANCE EN TOI </a:t>
            </a:r>
          </a:p>
          <a:p>
            <a:r>
              <a:rPr lang="fr-FR" smtClean="0"/>
              <a:t>	Lord I love you, Oh, I trust You</a:t>
            </a:r>
          </a:p>
          <a:p>
            <a:r>
              <a:rPr lang="fr-FR" smtClean="0"/>
              <a:t>	9-  ET LA VIE M’APPREND QUE JE PEUX CROIRE EN TA PAROLE 
	As I live I've learned That I can take You at Your word</a:t>
            </a:r>
          </a:p>
          <a:p>
            <a:endParaRPr lang="fr-FR" smtClean="0"/>
          </a:p>
          <a:p>
            <a:r>
              <a:rPr lang="fr-FR" smtClean="0"/>
              <a:t>10-  TON NOM EST ÉCRIT  LÀ DANS MON COEUR AMOUR ET DOUCEUR</a:t>
            </a:r>
          </a:p>
          <a:p>
            <a:r>
              <a:rPr lang="fr-FR" smtClean="0"/>
              <a:t>Your name is written here on the my life in love and kindness</a:t>
            </a:r>
          </a:p>
          <a:p>
            <a:r>
              <a:rPr lang="fr-FR" smtClean="0"/>
              <a:t>11-  TA PAROLE EST CACHÉE  DANS MON COEUR POUR ME GARDER </a:t>
            </a:r>
          </a:p>
          <a:p>
            <a:r>
              <a:rPr lang="fr-FR" smtClean="0"/>
              <a:t>Your word is hidden here in my heart to guard my soul
12-  J’AI ENTENDU LA BONNE NOUVELLE DE TON AMOUR </a:t>
            </a:r>
          </a:p>
          <a:p>
            <a:r>
              <a:rPr lang="fr-FR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14-  TA PAROLE EST VIE TA PAROLE EST AMOUR </a:t>
            </a:r>
          </a:p>
          <a:p>
            <a:r>
              <a:rPr lang="fr-FR" smtClean="0"/>
              <a:t>Your word is life, Your word is love,
15-  TA PAROLE EST VRAIE…                                x2</a:t>
            </a:r>
          </a:p>
          <a:p>
            <a:r>
              <a:rPr lang="fr-FR" smtClean="0"/>
              <a:t>Your word is true</a:t>
            </a:r>
          </a:p>
          <a:p>
            <a:r>
              <a:rPr lang="fr-FR" smtClean="0"/>
              <a:t>
16-  OUI PARLE, PARLE TA PAROLE </a:t>
            </a:r>
          </a:p>
          <a:p>
            <a:r>
              <a:rPr lang="fr-FR" smtClean="0"/>
              <a:t>Say You, say Your word to me
17-  SEIGNEUR, TA PAROLE  EST UNE LAMPE À MES PIEDS </a:t>
            </a:r>
          </a:p>
          <a:p>
            <a:r>
              <a:rPr lang="fr-FR" smtClean="0"/>
              <a:t>Lord, Your word is a lamp to my feet
18-  TA PAROLE UNE LUMIÈRE SUR MON SENTIER </a:t>
            </a:r>
          </a:p>
          <a:p>
            <a:r>
              <a:rPr lang="fr-FR" smtClean="0"/>
              <a:t>And Your word is a light to my path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TA PAROLE EST VIE TA PAROLE EST AMOUR </a:t>
            </a:r>
          </a:p>
          <a:p>
            <a:r>
              <a:rPr lang="fr-FR" b="0" smtClean="0"/>
              <a:t>Your word is life, Your word is love,
2-  TA PAROLE EST VRAIE…                             x3
Your word is true. . .</a:t>
            </a:r>
          </a:p>
          <a:p>
            <a:endParaRPr lang="fr-FR" b="0" smtClean="0"/>
          </a:p>
          <a:p>
            <a:r>
              <a:rPr lang="fr-FR" b="0" smtClean="0"/>
              <a:t>3-  CHACUN DE NOUS RECHERCHE QUELQUE CHOSE À CROIRE </a:t>
            </a:r>
          </a:p>
          <a:p>
            <a:r>
              <a:rPr lang="fr-FR" b="0" smtClean="0"/>
              <a:t>Everybody's looking for something to believe in
4-  SEIGNEUR, J’AI DÉCOUVERT  QUE LES FIDÈLES SONT SI PEU</a:t>
            </a:r>
          </a:p>
          <a:p>
            <a:r>
              <a:rPr lang="fr-FR" b="0" smtClean="0"/>
              <a:t>Lord, I find the faithful are few and far between 
5-  PLUS JE LIS À TON SUJET MOINS J’AI DE RAISONS DE DOUTER </a:t>
            </a:r>
          </a:p>
          <a:p>
            <a:r>
              <a:rPr lang="fr-FR" b="0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JE PEUX CROIRE EN TA PAROLE MON COEUR PEUT SE REPOSER EN TOI </a:t>
            </a:r>
          </a:p>
          <a:p>
            <a:r>
              <a:rPr lang="fr-FR" b="0" smtClean="0"/>
              <a:t>	I can take You at Your word And my heart can rest assured
	8-  JE T’AIME ET J’AI CONFIANCE EN TOI </a:t>
            </a:r>
          </a:p>
          <a:p>
            <a:r>
              <a:rPr lang="fr-FR" b="0" smtClean="0"/>
              <a:t>	Lord I love you, Oh, I trust You</a:t>
            </a:r>
          </a:p>
          <a:p>
            <a:r>
              <a:rPr lang="fr-FR" b="0" smtClean="0"/>
              <a:t>	9-  ET LA VIE M’APPREND QUE JE PEUX CROIRE EN TA PAROLE 
	As I live I've learned That I can take You at Your word</a:t>
            </a:r>
          </a:p>
          <a:p>
            <a:endParaRPr lang="fr-FR" b="0" smtClean="0"/>
          </a:p>
          <a:p>
            <a:r>
              <a:rPr lang="fr-FR" b="0" smtClean="0"/>
              <a:t>10-  TON NOM EST ÉCRIT  LÀ DANS MON COEUR AMOUR ET DOUCEUR</a:t>
            </a:r>
          </a:p>
          <a:p>
            <a:r>
              <a:rPr lang="fr-FR" b="0" smtClean="0"/>
              <a:t>Your name is written here on the my life in love and kindness</a:t>
            </a:r>
          </a:p>
          <a:p>
            <a:r>
              <a:rPr lang="fr-FR" b="0" smtClean="0"/>
              <a:t>11-  TA PAROLE EST CACHÉE  DANS MON COEUR POUR ME GARDER </a:t>
            </a:r>
          </a:p>
          <a:p>
            <a:r>
              <a:rPr lang="fr-FR" b="0" smtClean="0"/>
              <a:t>Your word is hidden here in my heart to guard my soul
12-  J’AI ENTENDU LA BONNE NOUVELLE DE TON AMOUR </a:t>
            </a:r>
          </a:p>
          <a:p>
            <a:r>
              <a:rPr lang="fr-FR" b="0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14-  TA PAROLE EST VIE TA PAROLE EST AMOUR </a:t>
            </a:r>
          </a:p>
          <a:p>
            <a:r>
              <a:rPr lang="fr-FR" b="0" smtClean="0"/>
              <a:t>Your word is life, Your word is love,
15-  TA PAROLE EST VRAIE…                                x2</a:t>
            </a:r>
          </a:p>
          <a:p>
            <a:r>
              <a:rPr lang="fr-FR" b="0" smtClean="0"/>
              <a:t>Your word is true</a:t>
            </a:r>
          </a:p>
          <a:p>
            <a:r>
              <a:rPr lang="fr-FR" b="0" smtClean="0"/>
              <a:t>
16-  OUI PARLE, PARLE TA PAROLE </a:t>
            </a:r>
          </a:p>
          <a:p>
            <a:r>
              <a:rPr lang="fr-FR" b="0" smtClean="0"/>
              <a:t>Say You, say Your word to me
17-  SEIGNEUR, TA PAROLE  EST UNE LAMPE À MES PIEDS </a:t>
            </a:r>
          </a:p>
          <a:p>
            <a:r>
              <a:rPr lang="fr-FR" b="0" smtClean="0"/>
              <a:t>Lord, Your word is a lamp to my feet
18-  TA PAROLE UNE LUMIÈRE SUR MON SENTIER </a:t>
            </a:r>
          </a:p>
          <a:p>
            <a:r>
              <a:rPr lang="fr-FR" b="0" smtClean="0"/>
              <a:t>And Your word is a light to my path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EST VIE TA PAROLE EST AMOUR </a:t>
            </a:r>
          </a:p>
          <a:p>
            <a:r>
              <a:rPr lang="fr-FR" smtClean="0"/>
              <a:t>Your word is life, Your word is love,
2-  TA PAROLE EST VRAIE…                             x3
Your word is true. . .</a:t>
            </a:r>
          </a:p>
          <a:p>
            <a:endParaRPr lang="fr-FR" smtClean="0"/>
          </a:p>
          <a:p>
            <a:r>
              <a:rPr lang="fr-FR" smtClean="0"/>
              <a:t>3-  CHACUN DE NOUS RECHERCHE QUELQUE CHOSE À CROIRE </a:t>
            </a:r>
          </a:p>
          <a:p>
            <a:r>
              <a:rPr lang="fr-FR" smtClean="0"/>
              <a:t>Everybody's looking for something to believe in
4-  SEIGNEUR, J’AI DÉCOUVERT  QUE LES FIDÈLES SONT SI PEU</a:t>
            </a:r>
          </a:p>
          <a:p>
            <a:r>
              <a:rPr lang="fr-FR" smtClean="0"/>
              <a:t>Lord, I find the faithful are few and far between 
5-  PLUS JE LIS À TON SUJET MOINS J’AI DE RAISONS DE DOUTER </a:t>
            </a:r>
          </a:p>
          <a:p>
            <a:r>
              <a:rPr lang="fr-FR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JE PEUX CROIRE EN TA PAROLE MON COEUR PEUT SE REPOSER EN TOI </a:t>
            </a:r>
          </a:p>
          <a:p>
            <a:r>
              <a:rPr lang="fr-FR" smtClean="0"/>
              <a:t>	I can take You at Your word And my heart can rest assured
	8-  JE T’AIME ET J’AI CONFIANCE EN TOI </a:t>
            </a:r>
          </a:p>
          <a:p>
            <a:r>
              <a:rPr lang="fr-FR" smtClean="0"/>
              <a:t>	Lord I love you, Oh, I trust You</a:t>
            </a:r>
          </a:p>
          <a:p>
            <a:r>
              <a:rPr lang="fr-FR" smtClean="0"/>
              <a:t>	9-  ET LA VIE M’APPREND QUE JE PEUX CROIRE EN TA PAROLE 
	As I live I've learned That I can take You at Your word</a:t>
            </a:r>
          </a:p>
          <a:p>
            <a:endParaRPr lang="fr-FR" smtClean="0"/>
          </a:p>
          <a:p>
            <a:r>
              <a:rPr lang="fr-FR" smtClean="0"/>
              <a:t>10-  TON NOM EST ÉCRIT  LÀ DANS MON COEUR AMOUR ET DOUCEUR</a:t>
            </a:r>
          </a:p>
          <a:p>
            <a:r>
              <a:rPr lang="fr-FR" smtClean="0"/>
              <a:t>Your name is written here on the my life in love and kindness</a:t>
            </a:r>
          </a:p>
          <a:p>
            <a:r>
              <a:rPr lang="fr-FR" smtClean="0"/>
              <a:t>11-  TA PAROLE EST CACHÉE  DANS MON COEUR POUR ME GARDER </a:t>
            </a:r>
          </a:p>
          <a:p>
            <a:r>
              <a:rPr lang="fr-FR" smtClean="0"/>
              <a:t>Your word is hidden here in my heart to guard my soul
12-  J’AI ENTENDU LA BONNE NOUVELLE DE TON AMOUR </a:t>
            </a:r>
          </a:p>
          <a:p>
            <a:r>
              <a:rPr lang="fr-FR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14-  TA PAROLE EST VIE TA PAROLE EST AMOUR </a:t>
            </a:r>
          </a:p>
          <a:p>
            <a:r>
              <a:rPr lang="fr-FR" smtClean="0"/>
              <a:t>Your word is life, Your word is love,
15-  TA PAROLE EST VRAIE…                                x2</a:t>
            </a:r>
          </a:p>
          <a:p>
            <a:r>
              <a:rPr lang="fr-FR" smtClean="0"/>
              <a:t>Your word is true</a:t>
            </a:r>
          </a:p>
          <a:p>
            <a:r>
              <a:rPr lang="fr-FR" smtClean="0"/>
              <a:t>
16-  OUI PARLE, PARLE TA PAROLE </a:t>
            </a:r>
          </a:p>
          <a:p>
            <a:r>
              <a:rPr lang="fr-FR" smtClean="0"/>
              <a:t>Say You, say Your word to me
17-  SEIGNEUR, TA PAROLE  EST UNE LAMPE À MES PIEDS </a:t>
            </a:r>
          </a:p>
          <a:p>
            <a:r>
              <a:rPr lang="fr-FR" smtClean="0"/>
              <a:t>Lord, Your word is a lamp to my feet
18-  TA PAROLE UNE LUMIÈRE SUR MON SENTIER </a:t>
            </a:r>
          </a:p>
          <a:p>
            <a:r>
              <a:rPr lang="fr-FR" smtClean="0"/>
              <a:t>And Your word is a light to my path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TA PAROLE EST VIE TA PAROLE EST AMOUR </a:t>
            </a:r>
          </a:p>
          <a:p>
            <a:r>
              <a:rPr lang="fr-FR" b="0" smtClean="0"/>
              <a:t>Your word is life, Your word is love,
2-  TA PAROLE EST VRAIE…                             x3
Your word is true. . .</a:t>
            </a:r>
          </a:p>
          <a:p>
            <a:endParaRPr lang="fr-FR" b="0" smtClean="0"/>
          </a:p>
          <a:p>
            <a:r>
              <a:rPr lang="fr-FR" b="0" smtClean="0"/>
              <a:t>3-  CHACUN DE NOUS RECHERCHE QUELQUE CHOSE À CROIRE </a:t>
            </a:r>
          </a:p>
          <a:p>
            <a:r>
              <a:rPr lang="fr-FR" b="0" smtClean="0"/>
              <a:t>Everybody's looking for something to believe in
4-  SEIGNEUR, J’AI DÉCOUVERT  QUE LES FIDÈLES SONT SI PEU</a:t>
            </a:r>
          </a:p>
          <a:p>
            <a:r>
              <a:rPr lang="fr-FR" b="0" smtClean="0"/>
              <a:t>Lord, I find the faithful are few and far between 
5-  PLUS JE LIS À TON SUJET MOINS J’AI DE RAISONS DE DOUTER </a:t>
            </a:r>
          </a:p>
          <a:p>
            <a:r>
              <a:rPr lang="fr-FR" b="0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JE PEUX CROIRE EN TA PAROLE MON COEUR PEUT SE REPOSER EN TOI </a:t>
            </a:r>
          </a:p>
          <a:p>
            <a:r>
              <a:rPr lang="fr-FR" b="0" smtClean="0"/>
              <a:t>	I can take You at Your word And my heart can rest assured
	8-  JE T’AIME ET J’AI CONFIANCE EN TOI </a:t>
            </a:r>
          </a:p>
          <a:p>
            <a:r>
              <a:rPr lang="fr-FR" b="0" smtClean="0"/>
              <a:t>	Lord I love you, Oh, I trust You</a:t>
            </a:r>
          </a:p>
          <a:p>
            <a:r>
              <a:rPr lang="fr-FR" b="0" smtClean="0"/>
              <a:t>	9-  ET LA VIE M’APPREND QUE JE PEUX CROIRE EN TA PAROLE 
	As I live I've learned That I can take You at Your word</a:t>
            </a:r>
          </a:p>
          <a:p>
            <a:endParaRPr lang="fr-FR" b="0" smtClean="0"/>
          </a:p>
          <a:p>
            <a:r>
              <a:rPr lang="fr-FR" b="0" smtClean="0"/>
              <a:t>10-  TON NOM EST ÉCRIT  LÀ DANS MON COEUR AMOUR ET DOUCEUR</a:t>
            </a:r>
          </a:p>
          <a:p>
            <a:r>
              <a:rPr lang="fr-FR" b="0" smtClean="0"/>
              <a:t>Your name is written here on the my life in love and kindness</a:t>
            </a:r>
          </a:p>
          <a:p>
            <a:r>
              <a:rPr lang="fr-FR" b="0" smtClean="0"/>
              <a:t>11-  TA PAROLE EST CACHÉE  DANS MON COEUR POUR ME GARDER </a:t>
            </a:r>
          </a:p>
          <a:p>
            <a:r>
              <a:rPr lang="fr-FR" b="0" smtClean="0"/>
              <a:t>Your word is hidden here in my heart to guard my soul
12-  J’AI ENTENDU LA BONNE NOUVELLE DE TON AMOUR </a:t>
            </a:r>
          </a:p>
          <a:p>
            <a:r>
              <a:rPr lang="fr-FR" b="0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14-  TA PAROLE EST VIE TA PAROLE EST AMOUR </a:t>
            </a:r>
          </a:p>
          <a:p>
            <a:r>
              <a:rPr lang="fr-FR" b="0" smtClean="0"/>
              <a:t>Your word is life, Your word is love,
15-  TA PAROLE EST VRAIE…                                x2</a:t>
            </a:r>
          </a:p>
          <a:p>
            <a:r>
              <a:rPr lang="fr-FR" b="0" smtClean="0"/>
              <a:t>Your word is true</a:t>
            </a:r>
          </a:p>
          <a:p>
            <a:r>
              <a:rPr lang="fr-FR" b="0" smtClean="0"/>
              <a:t>
16-  OUI PARLE, PARLE TA PAROLE </a:t>
            </a:r>
          </a:p>
          <a:p>
            <a:r>
              <a:rPr lang="fr-FR" b="0" smtClean="0"/>
              <a:t>Say You, say Your word to me
17-  SEIGNEUR, TA PAROLE  EST UNE LAMPE À MES PIEDS </a:t>
            </a:r>
          </a:p>
          <a:p>
            <a:r>
              <a:rPr lang="fr-FR" b="0" smtClean="0"/>
              <a:t>Lord, Your word is a lamp to my feet
18-  TA PAROLE UNE LUMIÈRE SUR MON SENTIER </a:t>
            </a:r>
          </a:p>
          <a:p>
            <a:r>
              <a:rPr lang="fr-FR" b="0" smtClean="0"/>
              <a:t>And Your word is a light to my path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EST VIE TA PAROLE EST AMOUR </a:t>
            </a:r>
          </a:p>
          <a:p>
            <a:r>
              <a:rPr lang="fr-FR" smtClean="0"/>
              <a:t>Your word is life, Your word is love,
2-  TA PAROLE EST VRAIE…                             x3
Your word is true. . .</a:t>
            </a:r>
          </a:p>
          <a:p>
            <a:endParaRPr lang="fr-FR" smtClean="0"/>
          </a:p>
          <a:p>
            <a:r>
              <a:rPr lang="fr-FR" smtClean="0"/>
              <a:t>3-  CHACUN DE NOUS RECHERCHE QUELQUE CHOSE À CROIRE </a:t>
            </a:r>
          </a:p>
          <a:p>
            <a:r>
              <a:rPr lang="fr-FR" smtClean="0"/>
              <a:t>Everybody's looking for something to believe in
4-  SEIGNEUR, J’AI DÉCOUVERT  QUE LES FIDÈLES SONT SI PEU</a:t>
            </a:r>
          </a:p>
          <a:p>
            <a:r>
              <a:rPr lang="fr-FR" smtClean="0"/>
              <a:t>Lord, I find the faithful are few and far between 
5-  PLUS JE LIS À TON SUJET MOINS J’AI DE RAISONS DE DOUTER </a:t>
            </a:r>
          </a:p>
          <a:p>
            <a:r>
              <a:rPr lang="fr-FR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JE PEUX CROIRE EN TA PAROLE MON COEUR PEUT SE REPOSER EN TOI </a:t>
            </a:r>
          </a:p>
          <a:p>
            <a:r>
              <a:rPr lang="fr-FR" smtClean="0"/>
              <a:t>	I can take You at Your word And my heart can rest assured
	8-  JE T’AIME ET J’AI CONFIANCE EN TOI </a:t>
            </a:r>
          </a:p>
          <a:p>
            <a:r>
              <a:rPr lang="fr-FR" smtClean="0"/>
              <a:t>	Lord I love you, Oh, I trust You</a:t>
            </a:r>
          </a:p>
          <a:p>
            <a:r>
              <a:rPr lang="fr-FR" smtClean="0"/>
              <a:t>	9-  ET LA VIE M’APPREND QUE JE PEUX CROIRE EN TA PAROLE 
	As I live I've learned That I can take You at Your word</a:t>
            </a:r>
          </a:p>
          <a:p>
            <a:endParaRPr lang="fr-FR" smtClean="0"/>
          </a:p>
          <a:p>
            <a:r>
              <a:rPr lang="fr-FR" smtClean="0"/>
              <a:t>10-  TON NOM EST ÉCRIT  LÀ DANS MON COEUR AMOUR ET DOUCEUR</a:t>
            </a:r>
          </a:p>
          <a:p>
            <a:r>
              <a:rPr lang="fr-FR" smtClean="0"/>
              <a:t>Your name is written here on the my life in love and kindness</a:t>
            </a:r>
          </a:p>
          <a:p>
            <a:r>
              <a:rPr lang="fr-FR" smtClean="0"/>
              <a:t>11-  TA PAROLE EST CACHÉE  DANS MON COEUR POUR ME GARDER </a:t>
            </a:r>
          </a:p>
          <a:p>
            <a:r>
              <a:rPr lang="fr-FR" smtClean="0"/>
              <a:t>Your word is hidden here in my heart to guard my soul
12-  J’AI ENTENDU LA BONNE NOUVELLE DE TON AMOUR </a:t>
            </a:r>
          </a:p>
          <a:p>
            <a:r>
              <a:rPr lang="fr-FR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14-  TA PAROLE EST VIE TA PAROLE EST AMOUR </a:t>
            </a:r>
          </a:p>
          <a:p>
            <a:r>
              <a:rPr lang="fr-FR" smtClean="0"/>
              <a:t>Your word is life, Your word is love,
15-  TA PAROLE EST VRAIE…                                x2</a:t>
            </a:r>
          </a:p>
          <a:p>
            <a:r>
              <a:rPr lang="fr-FR" smtClean="0"/>
              <a:t>Your word is true</a:t>
            </a:r>
          </a:p>
          <a:p>
            <a:r>
              <a:rPr lang="fr-FR" smtClean="0"/>
              <a:t>
16-  OUI PARLE, PARLE TA PAROLE </a:t>
            </a:r>
          </a:p>
          <a:p>
            <a:r>
              <a:rPr lang="fr-FR" smtClean="0"/>
              <a:t>Say You, say Your word to me
17-  SEIGNEUR, TA PAROLE  EST UNE LAMPE À MES PIEDS </a:t>
            </a:r>
          </a:p>
          <a:p>
            <a:r>
              <a:rPr lang="fr-FR" smtClean="0"/>
              <a:t>Lord, Your word is a lamp to my feet
18-  TA PAROLE UNE LUMIÈRE SUR MON SENTIER </a:t>
            </a:r>
          </a:p>
          <a:p>
            <a:r>
              <a:rPr lang="fr-FR" smtClean="0"/>
              <a:t>And Your word is a light to my path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TA PAROLE EST VIE TA PAROLE EST AMOUR </a:t>
            </a:r>
          </a:p>
          <a:p>
            <a:r>
              <a:rPr lang="fr-FR" b="0" smtClean="0"/>
              <a:t>Your word is life, Your word is love,
2-  TA PAROLE EST VRAIE…                             x3
Your word is true. . .</a:t>
            </a:r>
          </a:p>
          <a:p>
            <a:endParaRPr lang="fr-FR" b="0" smtClean="0"/>
          </a:p>
          <a:p>
            <a:r>
              <a:rPr lang="fr-FR" b="0" smtClean="0"/>
              <a:t>3-  CHACUN DE NOUS RECHERCHE QUELQUE CHOSE À CROIRE </a:t>
            </a:r>
          </a:p>
          <a:p>
            <a:r>
              <a:rPr lang="fr-FR" b="0" smtClean="0"/>
              <a:t>Everybody's looking for something to believe in
4-  SEIGNEUR, J’AI DÉCOUVERT  QUE LES FIDÈLES SONT SI PEU</a:t>
            </a:r>
          </a:p>
          <a:p>
            <a:r>
              <a:rPr lang="fr-FR" b="0" smtClean="0"/>
              <a:t>Lord, I find the faithful are few and far between 
5-  PLUS JE LIS À TON SUJET MOINS J’AI DE RAISONS DE DOUTER </a:t>
            </a:r>
          </a:p>
          <a:p>
            <a:r>
              <a:rPr lang="fr-FR" b="0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JE PEUX CROIRE EN TA PAROLE MON COEUR PEUT SE REPOSER EN TOI </a:t>
            </a:r>
          </a:p>
          <a:p>
            <a:r>
              <a:rPr lang="fr-FR" b="0" smtClean="0"/>
              <a:t>	I can take You at Your word And my heart can rest assured
	8-  JE T’AIME ET J’AI CONFIANCE EN TOI </a:t>
            </a:r>
          </a:p>
          <a:p>
            <a:r>
              <a:rPr lang="fr-FR" b="0" smtClean="0"/>
              <a:t>	Lord I love you, Oh, I trust You</a:t>
            </a:r>
          </a:p>
          <a:p>
            <a:r>
              <a:rPr lang="fr-FR" b="0" smtClean="0"/>
              <a:t>	9-  ET LA VIE M’APPREND QUE JE PEUX CROIRE EN TA PAROLE 
	As I live I've learned That I can take You at Your word</a:t>
            </a:r>
          </a:p>
          <a:p>
            <a:endParaRPr lang="fr-FR" b="0" smtClean="0"/>
          </a:p>
          <a:p>
            <a:r>
              <a:rPr lang="fr-FR" b="0" smtClean="0"/>
              <a:t>10-  TON NOM EST ÉCRIT  LÀ DANS MON COEUR AMOUR ET DOUCEUR</a:t>
            </a:r>
          </a:p>
          <a:p>
            <a:r>
              <a:rPr lang="fr-FR" b="0" smtClean="0"/>
              <a:t>Your name is written here on the my life in love and kindness</a:t>
            </a:r>
          </a:p>
          <a:p>
            <a:r>
              <a:rPr lang="fr-FR" b="0" smtClean="0"/>
              <a:t>11-  TA PAROLE EST CACHÉE  DANS MON COEUR POUR ME GARDER </a:t>
            </a:r>
          </a:p>
          <a:p>
            <a:r>
              <a:rPr lang="fr-FR" b="0" smtClean="0"/>
              <a:t>Your word is hidden here in my heart to guard my soul
12-  J’AI ENTENDU LA BONNE NOUVELLE DE TON AMOUR </a:t>
            </a:r>
          </a:p>
          <a:p>
            <a:r>
              <a:rPr lang="fr-FR" b="0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14-  TA PAROLE EST VIE TA PAROLE EST AMOUR </a:t>
            </a:r>
          </a:p>
          <a:p>
            <a:r>
              <a:rPr lang="fr-FR" b="0" smtClean="0"/>
              <a:t>Your word is life, Your word is love,
15-  TA PAROLE EST VRAIE…                                x2</a:t>
            </a:r>
          </a:p>
          <a:p>
            <a:r>
              <a:rPr lang="fr-FR" b="0" smtClean="0"/>
              <a:t>Your word is true</a:t>
            </a:r>
          </a:p>
          <a:p>
            <a:r>
              <a:rPr lang="fr-FR" b="0" smtClean="0"/>
              <a:t>
16-  OUI PARLE, PARLE TA PAROLE </a:t>
            </a:r>
          </a:p>
          <a:p>
            <a:r>
              <a:rPr lang="fr-FR" b="0" smtClean="0"/>
              <a:t>Say You, say Your word to me
17-  SEIGNEUR, TA PAROLE  EST UNE LAMPE À MES PIEDS </a:t>
            </a:r>
          </a:p>
          <a:p>
            <a:r>
              <a:rPr lang="fr-FR" b="0" smtClean="0"/>
              <a:t>Lord, Your word is a lamp to my feet
18-  TA PAROLE UNE LUMIÈRE SUR MON SENTIER </a:t>
            </a:r>
          </a:p>
          <a:p>
            <a:r>
              <a:rPr lang="fr-FR" b="0" smtClean="0"/>
              <a:t>And Your word is a light to my path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EST VIE TA PAROLE EST AMOUR </a:t>
            </a:r>
          </a:p>
          <a:p>
            <a:r>
              <a:rPr lang="fr-FR" smtClean="0"/>
              <a:t>Your word is life, Your word is love,
2-  TA PAROLE EST VRAIE…                             x3
Your word is true. . .</a:t>
            </a:r>
          </a:p>
          <a:p>
            <a:endParaRPr lang="fr-FR" smtClean="0"/>
          </a:p>
          <a:p>
            <a:r>
              <a:rPr lang="fr-FR" smtClean="0"/>
              <a:t>3-  CHACUN DE NOUS RECHERCHE QUELQUE CHOSE À CROIRE </a:t>
            </a:r>
          </a:p>
          <a:p>
            <a:r>
              <a:rPr lang="fr-FR" smtClean="0"/>
              <a:t>Everybody's looking for something to believe in
4-  SEIGNEUR, J’AI DÉCOUVERT  QUE LES FIDÈLES SONT SI PEU</a:t>
            </a:r>
          </a:p>
          <a:p>
            <a:r>
              <a:rPr lang="fr-FR" smtClean="0"/>
              <a:t>Lord, I find the faithful are few and far between 
5-  PLUS JE LIS À TON SUJET MOINS J’AI DE RAISONS DE DOUTER </a:t>
            </a:r>
          </a:p>
          <a:p>
            <a:r>
              <a:rPr lang="fr-FR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JE PEUX CROIRE EN TA PAROLE MON COEUR PEUT SE REPOSER EN TOI </a:t>
            </a:r>
          </a:p>
          <a:p>
            <a:r>
              <a:rPr lang="fr-FR" smtClean="0"/>
              <a:t>	I can take You at Your word And my heart can rest assured
	8-  JE T’AIME ET J’AI CONFIANCE EN TOI </a:t>
            </a:r>
          </a:p>
          <a:p>
            <a:r>
              <a:rPr lang="fr-FR" smtClean="0"/>
              <a:t>	Lord I love you, Oh, I trust You</a:t>
            </a:r>
          </a:p>
          <a:p>
            <a:r>
              <a:rPr lang="fr-FR" smtClean="0"/>
              <a:t>	9-  ET LA VIE M’APPREND QUE JE PEUX CROIRE EN TA PAROLE 
	As I live I've learned That I can take You at Your word</a:t>
            </a:r>
          </a:p>
          <a:p>
            <a:endParaRPr lang="fr-FR" smtClean="0"/>
          </a:p>
          <a:p>
            <a:r>
              <a:rPr lang="fr-FR" smtClean="0"/>
              <a:t>10-  TON NOM EST ÉCRIT  LÀ DANS MON COEUR AMOUR ET DOUCEUR</a:t>
            </a:r>
          </a:p>
          <a:p>
            <a:r>
              <a:rPr lang="fr-FR" smtClean="0"/>
              <a:t>Your name is written here on the my life in love and kindness</a:t>
            </a:r>
          </a:p>
          <a:p>
            <a:r>
              <a:rPr lang="fr-FR" smtClean="0"/>
              <a:t>11-  TA PAROLE EST CACHÉE  DANS MON COEUR POUR ME GARDER </a:t>
            </a:r>
          </a:p>
          <a:p>
            <a:r>
              <a:rPr lang="fr-FR" smtClean="0"/>
              <a:t>Your word is hidden here in my heart to guard my soul
12-  J’AI ENTENDU LA BONNE NOUVELLE DE TON AMOUR </a:t>
            </a:r>
          </a:p>
          <a:p>
            <a:r>
              <a:rPr lang="fr-FR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14-  TA PAROLE EST VIE TA PAROLE EST AMOUR </a:t>
            </a:r>
          </a:p>
          <a:p>
            <a:r>
              <a:rPr lang="fr-FR" smtClean="0"/>
              <a:t>Your word is life, Your word is love,
15-  TA PAROLE EST VRAIE…                                x2</a:t>
            </a:r>
          </a:p>
          <a:p>
            <a:r>
              <a:rPr lang="fr-FR" smtClean="0"/>
              <a:t>Your word is true</a:t>
            </a:r>
          </a:p>
          <a:p>
            <a:r>
              <a:rPr lang="fr-FR" smtClean="0"/>
              <a:t>
16-  OUI PARLE, PARLE TA PAROLE </a:t>
            </a:r>
          </a:p>
          <a:p>
            <a:r>
              <a:rPr lang="fr-FR" smtClean="0"/>
              <a:t>Say You, say Your word to me
17-  SEIGNEUR, TA PAROLE  EST UNE LAMPE À MES PIEDS </a:t>
            </a:r>
          </a:p>
          <a:p>
            <a:r>
              <a:rPr lang="fr-FR" smtClean="0"/>
              <a:t>Lord, Your word is a lamp to my feet
18-  TA PAROLE UNE LUMIÈRE SUR MON SENTIER </a:t>
            </a:r>
          </a:p>
          <a:p>
            <a:r>
              <a:rPr lang="fr-FR" smtClean="0"/>
              <a:t>And Your word is a light to my path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TA PAROLE EST VIE TA PAROLE EST AMOUR </a:t>
            </a:r>
          </a:p>
          <a:p>
            <a:r>
              <a:rPr lang="fr-FR" b="0" smtClean="0"/>
              <a:t>Your word is life, Your word is love,
2-  TA PAROLE EST VRAIE…                             x3
Your word is true. . .</a:t>
            </a:r>
          </a:p>
          <a:p>
            <a:endParaRPr lang="fr-FR" b="0" smtClean="0"/>
          </a:p>
          <a:p>
            <a:r>
              <a:rPr lang="fr-FR" b="0" smtClean="0"/>
              <a:t>3-  CHACUN DE NOUS RECHERCHE QUELQUE CHOSE À CROIRE </a:t>
            </a:r>
          </a:p>
          <a:p>
            <a:r>
              <a:rPr lang="fr-FR" b="0" smtClean="0"/>
              <a:t>Everybody's looking for something to believe in
4-  SEIGNEUR, J’AI DÉCOUVERT  QUE LES FIDÈLES SONT SI PEU</a:t>
            </a:r>
          </a:p>
          <a:p>
            <a:r>
              <a:rPr lang="fr-FR" b="0" smtClean="0"/>
              <a:t>Lord, I find the faithful are few and far between 
5-  PLUS JE LIS À TON SUJET MOINS J’AI DE RAISONS DE DOUTER </a:t>
            </a:r>
          </a:p>
          <a:p>
            <a:r>
              <a:rPr lang="fr-FR" b="0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JE PEUX CROIRE EN TA PAROLE MON COEUR PEUT SE REPOSER EN TOI </a:t>
            </a:r>
          </a:p>
          <a:p>
            <a:r>
              <a:rPr lang="fr-FR" b="0" smtClean="0"/>
              <a:t>	I can take You at Your word And my heart can rest assured
	8-  JE T’AIME ET J’AI CONFIANCE EN TOI </a:t>
            </a:r>
          </a:p>
          <a:p>
            <a:r>
              <a:rPr lang="fr-FR" b="0" smtClean="0"/>
              <a:t>	Lord I love you, Oh, I trust You</a:t>
            </a:r>
          </a:p>
          <a:p>
            <a:r>
              <a:rPr lang="fr-FR" b="0" smtClean="0"/>
              <a:t>	9-  ET LA VIE M’APPREND QUE JE PEUX CROIRE EN TA PAROLE 
	As I live I've learned That I can take You at Your word</a:t>
            </a:r>
          </a:p>
          <a:p>
            <a:endParaRPr lang="fr-FR" b="0" smtClean="0"/>
          </a:p>
          <a:p>
            <a:r>
              <a:rPr lang="fr-FR" b="0" smtClean="0"/>
              <a:t>10-  TON NOM EST ÉCRIT  LÀ DANS MON COEUR AMOUR ET DOUCEUR</a:t>
            </a:r>
          </a:p>
          <a:p>
            <a:r>
              <a:rPr lang="fr-FR" b="0" smtClean="0"/>
              <a:t>Your name is written here on the my life in love and kindness</a:t>
            </a:r>
          </a:p>
          <a:p>
            <a:r>
              <a:rPr lang="fr-FR" b="0" smtClean="0"/>
              <a:t>11-  TA PAROLE EST CACHÉE  DANS MON COEUR POUR ME GARDER </a:t>
            </a:r>
          </a:p>
          <a:p>
            <a:r>
              <a:rPr lang="fr-FR" b="0" smtClean="0"/>
              <a:t>Your word is hidden here in my heart to guard my soul
12-  J’AI ENTENDU LA BONNE NOUVELLE DE TON AMOUR </a:t>
            </a:r>
          </a:p>
          <a:p>
            <a:r>
              <a:rPr lang="fr-FR" b="0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14-  TA PAROLE EST VIE TA PAROLE EST AMOUR </a:t>
            </a:r>
          </a:p>
          <a:p>
            <a:r>
              <a:rPr lang="fr-FR" b="0" smtClean="0"/>
              <a:t>Your word is life, Your word is love,
15-  TA PAROLE EST VRAIE…                                x2</a:t>
            </a:r>
          </a:p>
          <a:p>
            <a:r>
              <a:rPr lang="fr-FR" b="0" smtClean="0"/>
              <a:t>Your word is true</a:t>
            </a:r>
          </a:p>
          <a:p>
            <a:r>
              <a:rPr lang="fr-FR" b="0" smtClean="0"/>
              <a:t>
16-  OUI PARLE, PARLE TA PAROLE </a:t>
            </a:r>
          </a:p>
          <a:p>
            <a:r>
              <a:rPr lang="fr-FR" b="0" smtClean="0"/>
              <a:t>Say You, say Your word to me
17-  SEIGNEUR, TA PAROLE  EST UNE LAMPE À MES PIEDS </a:t>
            </a:r>
          </a:p>
          <a:p>
            <a:r>
              <a:rPr lang="fr-FR" b="0" smtClean="0"/>
              <a:t>Lord, Your word is a lamp to my feet
18-  TA PAROLE UNE LUMIÈRE SUR MON SENTIER </a:t>
            </a:r>
          </a:p>
          <a:p>
            <a:r>
              <a:rPr lang="fr-FR" b="0" smtClean="0"/>
              <a:t>And Your word is a light to my path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EST VIE TA PAROLE EST AMOUR </a:t>
            </a:r>
          </a:p>
          <a:p>
            <a:r>
              <a:rPr lang="fr-FR" smtClean="0"/>
              <a:t>Your word is life, Your word is love,
2-  TA PAROLE EST VRAIE…                             x3
Your word is true. . .</a:t>
            </a:r>
          </a:p>
          <a:p>
            <a:endParaRPr lang="fr-FR" smtClean="0"/>
          </a:p>
          <a:p>
            <a:r>
              <a:rPr lang="fr-FR" smtClean="0"/>
              <a:t>3-  CHACUN DE NOUS RECHERCHE QUELQUE CHOSE À CROIRE </a:t>
            </a:r>
          </a:p>
          <a:p>
            <a:r>
              <a:rPr lang="fr-FR" smtClean="0"/>
              <a:t>Everybody's looking for something to believe in
4-  SEIGNEUR, J’AI DÉCOUVERT  QUE LES FIDÈLES SONT SI PEU</a:t>
            </a:r>
          </a:p>
          <a:p>
            <a:r>
              <a:rPr lang="fr-FR" smtClean="0"/>
              <a:t>Lord, I find the faithful are few and far between 
5-  PLUS JE LIS À TON SUJET MOINS J’AI DE RAISONS DE DOUTER </a:t>
            </a:r>
          </a:p>
          <a:p>
            <a:r>
              <a:rPr lang="fr-FR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JE PEUX CROIRE EN TA PAROLE MON COEUR PEUT SE REPOSER EN TOI </a:t>
            </a:r>
          </a:p>
          <a:p>
            <a:r>
              <a:rPr lang="fr-FR" smtClean="0"/>
              <a:t>	I can take You at Your word And my heart can rest assured
	8-  JE T’AIME ET J’AI CONFIANCE EN TOI </a:t>
            </a:r>
          </a:p>
          <a:p>
            <a:r>
              <a:rPr lang="fr-FR" smtClean="0"/>
              <a:t>	Lord I love you, Oh, I trust You</a:t>
            </a:r>
          </a:p>
          <a:p>
            <a:r>
              <a:rPr lang="fr-FR" smtClean="0"/>
              <a:t>	9-  ET LA VIE M’APPREND QUE JE PEUX CROIRE EN TA PAROLE 
	As I live I've learned That I can take You at Your word</a:t>
            </a:r>
          </a:p>
          <a:p>
            <a:endParaRPr lang="fr-FR" smtClean="0"/>
          </a:p>
          <a:p>
            <a:r>
              <a:rPr lang="fr-FR" smtClean="0"/>
              <a:t>10-  TON NOM EST ÉCRIT  LÀ DANS MON COEUR AMOUR ET DOUCEUR</a:t>
            </a:r>
          </a:p>
          <a:p>
            <a:r>
              <a:rPr lang="fr-FR" smtClean="0"/>
              <a:t>Your name is written here on the my life in love and kindness</a:t>
            </a:r>
          </a:p>
          <a:p>
            <a:r>
              <a:rPr lang="fr-FR" smtClean="0"/>
              <a:t>11-  TA PAROLE EST CACHÉE  DANS MON COEUR POUR ME GARDER </a:t>
            </a:r>
          </a:p>
          <a:p>
            <a:r>
              <a:rPr lang="fr-FR" smtClean="0"/>
              <a:t>Your word is hidden here in my heart to guard my soul
12-  J’AI ENTENDU LA BONNE NOUVELLE DE TON AMOUR </a:t>
            </a:r>
          </a:p>
          <a:p>
            <a:r>
              <a:rPr lang="fr-FR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14-  TA PAROLE EST VIE TA PAROLE EST AMOUR </a:t>
            </a:r>
          </a:p>
          <a:p>
            <a:r>
              <a:rPr lang="fr-FR" smtClean="0"/>
              <a:t>Your word is life, Your word is love,
15-  TA PAROLE EST VRAIE…                                x2</a:t>
            </a:r>
          </a:p>
          <a:p>
            <a:r>
              <a:rPr lang="fr-FR" smtClean="0"/>
              <a:t>Your word is true</a:t>
            </a:r>
          </a:p>
          <a:p>
            <a:r>
              <a:rPr lang="fr-FR" smtClean="0"/>
              <a:t>
16-  OUI PARLE, PARLE TA PAROLE </a:t>
            </a:r>
          </a:p>
          <a:p>
            <a:r>
              <a:rPr lang="fr-FR" smtClean="0"/>
              <a:t>Say You, say Your word to me
17-  SEIGNEUR, TA PAROLE  EST UNE LAMPE À MES PIEDS </a:t>
            </a:r>
          </a:p>
          <a:p>
            <a:r>
              <a:rPr lang="fr-FR" smtClean="0"/>
              <a:t>Lord, Your word is a lamp to my feet
18-  TA PAROLE UNE LUMIÈRE SUR MON SENTIER </a:t>
            </a:r>
          </a:p>
          <a:p>
            <a:r>
              <a:rPr lang="fr-FR" smtClean="0"/>
              <a:t>And Your word is a light to my path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TA PAROLE EST VIE TA PAROLE EST AMOUR </a:t>
            </a:r>
          </a:p>
          <a:p>
            <a:r>
              <a:rPr lang="fr-FR" b="0" smtClean="0"/>
              <a:t>Your word is life, Your word is love,
2-  TA PAROLE EST VRAIE…                             x3
Your word is true. . .</a:t>
            </a:r>
          </a:p>
          <a:p>
            <a:endParaRPr lang="fr-FR" b="0" smtClean="0"/>
          </a:p>
          <a:p>
            <a:r>
              <a:rPr lang="fr-FR" b="0" smtClean="0"/>
              <a:t>3-  CHACUN DE NOUS RECHERCHE QUELQUE CHOSE À CROIRE </a:t>
            </a:r>
          </a:p>
          <a:p>
            <a:r>
              <a:rPr lang="fr-FR" b="0" smtClean="0"/>
              <a:t>Everybody's looking for something to believe in
4-  SEIGNEUR, J’AI DÉCOUVERT  QUE LES FIDÈLES SONT SI PEU</a:t>
            </a:r>
          </a:p>
          <a:p>
            <a:r>
              <a:rPr lang="fr-FR" b="0" smtClean="0"/>
              <a:t>Lord, I find the faithful are few and far between 
5-  PLUS JE LIS À TON SUJET MOINS J’AI DE RAISONS DE DOUTER </a:t>
            </a:r>
          </a:p>
          <a:p>
            <a:r>
              <a:rPr lang="fr-FR" b="0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JE PEUX CROIRE EN TA PAROLE MON COEUR PEUT SE REPOSER EN TOI </a:t>
            </a:r>
          </a:p>
          <a:p>
            <a:r>
              <a:rPr lang="fr-FR" b="0" smtClean="0"/>
              <a:t>	I can take You at Your word And my heart can rest assured
	8-  JE T’AIME ET J’AI CONFIANCE EN TOI </a:t>
            </a:r>
          </a:p>
          <a:p>
            <a:r>
              <a:rPr lang="fr-FR" b="0" smtClean="0"/>
              <a:t>	Lord I love you, Oh, I trust You</a:t>
            </a:r>
          </a:p>
          <a:p>
            <a:r>
              <a:rPr lang="fr-FR" b="0" smtClean="0"/>
              <a:t>	9-  ET LA VIE M’APPREND QUE JE PEUX CROIRE EN TA PAROLE 
	As I live I've learned That I can take You at Your word</a:t>
            </a:r>
          </a:p>
          <a:p>
            <a:endParaRPr lang="fr-FR" b="0" smtClean="0"/>
          </a:p>
          <a:p>
            <a:r>
              <a:rPr lang="fr-FR" b="0" smtClean="0"/>
              <a:t>10-  TON NOM EST ÉCRIT  LÀ DANS MON COEUR AMOUR ET DOUCEUR</a:t>
            </a:r>
          </a:p>
          <a:p>
            <a:r>
              <a:rPr lang="fr-FR" b="0" smtClean="0"/>
              <a:t>Your name is written here on the my life in love and kindness</a:t>
            </a:r>
          </a:p>
          <a:p>
            <a:r>
              <a:rPr lang="fr-FR" b="0" smtClean="0"/>
              <a:t>11-  TA PAROLE EST CACHÉE  DANS MON COEUR POUR ME GARDER </a:t>
            </a:r>
          </a:p>
          <a:p>
            <a:r>
              <a:rPr lang="fr-FR" b="0" smtClean="0"/>
              <a:t>Your word is hidden here in my heart to guard my soul
12-  J’AI ENTENDU LA BONNE NOUVELLE DE TON AMOUR </a:t>
            </a:r>
          </a:p>
          <a:p>
            <a:r>
              <a:rPr lang="fr-FR" b="0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14-  TA PAROLE EST VIE TA PAROLE EST AMOUR </a:t>
            </a:r>
          </a:p>
          <a:p>
            <a:r>
              <a:rPr lang="fr-FR" b="0" smtClean="0"/>
              <a:t>Your word is life, Your word is love,
15-  TA PAROLE EST VRAIE…                                x2</a:t>
            </a:r>
          </a:p>
          <a:p>
            <a:r>
              <a:rPr lang="fr-FR" b="0" smtClean="0"/>
              <a:t>Your word is true</a:t>
            </a:r>
          </a:p>
          <a:p>
            <a:r>
              <a:rPr lang="fr-FR" b="0" smtClean="0"/>
              <a:t>
16-  OUI PARLE, PARLE TA PAROLE </a:t>
            </a:r>
          </a:p>
          <a:p>
            <a:r>
              <a:rPr lang="fr-FR" b="0" smtClean="0"/>
              <a:t>Say You, say Your word to me
17-  SEIGNEUR, TA PAROLE  EST UNE LAMPE À MES PIEDS </a:t>
            </a:r>
          </a:p>
          <a:p>
            <a:r>
              <a:rPr lang="fr-FR" b="0" smtClean="0"/>
              <a:t>Lord, Your word is a lamp to my feet
18-  TA PAROLE UNE LUMIÈRE SUR MON SENTIER </a:t>
            </a:r>
          </a:p>
          <a:p>
            <a:r>
              <a:rPr lang="fr-FR" b="0" smtClean="0"/>
              <a:t>And Your word is a light to my path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EST VIE TA PAROLE EST AMOUR </a:t>
            </a:r>
          </a:p>
          <a:p>
            <a:r>
              <a:rPr lang="fr-FR" smtClean="0"/>
              <a:t>Your word is life, Your word is love,
2-  TA PAROLE EST VRAIE…                             x3
Your word is true. . .</a:t>
            </a:r>
          </a:p>
          <a:p>
            <a:endParaRPr lang="fr-FR" smtClean="0"/>
          </a:p>
          <a:p>
            <a:r>
              <a:rPr lang="fr-FR" smtClean="0"/>
              <a:t>3-  CHACUN DE NOUS RECHERCHE QUELQUE CHOSE À CROIRE </a:t>
            </a:r>
          </a:p>
          <a:p>
            <a:r>
              <a:rPr lang="fr-FR" smtClean="0"/>
              <a:t>Everybody's looking for something to believe in
4-  SEIGNEUR, J’AI DÉCOUVERT  QUE LES FIDÈLES SONT SI PEU</a:t>
            </a:r>
          </a:p>
          <a:p>
            <a:r>
              <a:rPr lang="fr-FR" smtClean="0"/>
              <a:t>Lord, I find the faithful are few and far between 
5-  PLUS JE LIS À TON SUJET MOINS J’AI DE RAISONS DE DOUTER </a:t>
            </a:r>
          </a:p>
          <a:p>
            <a:r>
              <a:rPr lang="fr-FR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JE PEUX CROIRE EN TA PAROLE MON COEUR PEUT SE REPOSER EN TOI </a:t>
            </a:r>
          </a:p>
          <a:p>
            <a:r>
              <a:rPr lang="fr-FR" smtClean="0"/>
              <a:t>	I can take You at Your word And my heart can rest assured
	8-  JE T’AIME ET J’AI CONFIANCE EN TOI </a:t>
            </a:r>
          </a:p>
          <a:p>
            <a:r>
              <a:rPr lang="fr-FR" smtClean="0"/>
              <a:t>	Lord I love you, Oh, I trust You</a:t>
            </a:r>
          </a:p>
          <a:p>
            <a:r>
              <a:rPr lang="fr-FR" smtClean="0"/>
              <a:t>	9-  ET LA VIE M’APPREND QUE JE PEUX CROIRE EN TA PAROLE 
	As I live I've learned That I can take You at Your word</a:t>
            </a:r>
          </a:p>
          <a:p>
            <a:endParaRPr lang="fr-FR" smtClean="0"/>
          </a:p>
          <a:p>
            <a:r>
              <a:rPr lang="fr-FR" smtClean="0"/>
              <a:t>10-  TON NOM EST ÉCRIT  LÀ DANS MON COEUR AMOUR ET DOUCEUR</a:t>
            </a:r>
          </a:p>
          <a:p>
            <a:r>
              <a:rPr lang="fr-FR" smtClean="0"/>
              <a:t>Your name is written here on the my life in love and kindness</a:t>
            </a:r>
          </a:p>
          <a:p>
            <a:r>
              <a:rPr lang="fr-FR" smtClean="0"/>
              <a:t>11-  TA PAROLE EST CACHÉE  DANS MON COEUR POUR ME GARDER </a:t>
            </a:r>
          </a:p>
          <a:p>
            <a:r>
              <a:rPr lang="fr-FR" smtClean="0"/>
              <a:t>Your word is hidden here in my heart to guard my soul
12-  J’AI ENTENDU LA BONNE NOUVELLE DE TON AMOUR </a:t>
            </a:r>
          </a:p>
          <a:p>
            <a:r>
              <a:rPr lang="fr-FR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14-  TA PAROLE EST VIE TA PAROLE EST AMOUR </a:t>
            </a:r>
          </a:p>
          <a:p>
            <a:r>
              <a:rPr lang="fr-FR" smtClean="0"/>
              <a:t>Your word is life, Your word is love,
15-  TA PAROLE EST VRAIE…                                x2</a:t>
            </a:r>
          </a:p>
          <a:p>
            <a:r>
              <a:rPr lang="fr-FR" smtClean="0"/>
              <a:t>Your word is true</a:t>
            </a:r>
          </a:p>
          <a:p>
            <a:r>
              <a:rPr lang="fr-FR" smtClean="0"/>
              <a:t>
16-  OUI PARLE, PARLE TA PAROLE </a:t>
            </a:r>
          </a:p>
          <a:p>
            <a:r>
              <a:rPr lang="fr-FR" smtClean="0"/>
              <a:t>Say You, say Your word to me
17-  SEIGNEUR, TA PAROLE  EST UNE LAMPE À MES PIEDS </a:t>
            </a:r>
          </a:p>
          <a:p>
            <a:r>
              <a:rPr lang="fr-FR" smtClean="0"/>
              <a:t>Lord, Your word is a lamp to my feet
18-  TA PAROLE UNE LUMIÈRE SUR MON SENTIER </a:t>
            </a:r>
          </a:p>
          <a:p>
            <a:r>
              <a:rPr lang="fr-FR" smtClean="0"/>
              <a:t>And Your word is a light to my path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TA PAROLE EST VIE TA PAROLE EST AMOUR </a:t>
            </a:r>
          </a:p>
          <a:p>
            <a:r>
              <a:rPr lang="fr-FR" b="0" smtClean="0"/>
              <a:t>Your word is life, Your word is love,
2-  TA PAROLE EST VRAIE…                             x3
Your word is true. . .</a:t>
            </a:r>
          </a:p>
          <a:p>
            <a:endParaRPr lang="fr-FR" b="0" smtClean="0"/>
          </a:p>
          <a:p>
            <a:r>
              <a:rPr lang="fr-FR" b="0" smtClean="0"/>
              <a:t>3-  CHACUN DE NOUS RECHERCHE QUELQUE CHOSE À CROIRE </a:t>
            </a:r>
          </a:p>
          <a:p>
            <a:r>
              <a:rPr lang="fr-FR" b="0" smtClean="0"/>
              <a:t>Everybody's looking for something to believe in
4-  SEIGNEUR, J’AI DÉCOUVERT  QUE LES FIDÈLES SONT SI PEU</a:t>
            </a:r>
          </a:p>
          <a:p>
            <a:r>
              <a:rPr lang="fr-FR" b="0" smtClean="0"/>
              <a:t>Lord, I find the faithful are few and far between 
5-  PLUS JE LIS À TON SUJET MOINS J’AI DE RAISONS DE DOUTER </a:t>
            </a:r>
          </a:p>
          <a:p>
            <a:r>
              <a:rPr lang="fr-FR" b="0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JE PEUX CROIRE EN TA PAROLE MON COEUR PEUT SE REPOSER EN TOI </a:t>
            </a:r>
          </a:p>
          <a:p>
            <a:r>
              <a:rPr lang="fr-FR" b="0" smtClean="0"/>
              <a:t>	I can take You at Your word And my heart can rest assured
	8-  JE T’AIME ET J’AI CONFIANCE EN TOI </a:t>
            </a:r>
          </a:p>
          <a:p>
            <a:r>
              <a:rPr lang="fr-FR" b="0" smtClean="0"/>
              <a:t>	Lord I love you, Oh, I trust You</a:t>
            </a:r>
          </a:p>
          <a:p>
            <a:r>
              <a:rPr lang="fr-FR" b="0" smtClean="0"/>
              <a:t>	9-  ET LA VIE M’APPREND QUE JE PEUX CROIRE EN TA PAROLE 
	As I live I've learned That I can take You at Your word</a:t>
            </a:r>
          </a:p>
          <a:p>
            <a:endParaRPr lang="fr-FR" b="0" smtClean="0"/>
          </a:p>
          <a:p>
            <a:r>
              <a:rPr lang="fr-FR" b="0" smtClean="0"/>
              <a:t>10-  TON NOM EST ÉCRIT  LÀ DANS MON COEUR AMOUR ET DOUCEUR</a:t>
            </a:r>
          </a:p>
          <a:p>
            <a:r>
              <a:rPr lang="fr-FR" b="0" smtClean="0"/>
              <a:t>Your name is written here on the my life in love and kindness</a:t>
            </a:r>
          </a:p>
          <a:p>
            <a:r>
              <a:rPr lang="fr-FR" b="0" smtClean="0"/>
              <a:t>11-  TA PAROLE EST CACHÉE  DANS MON COEUR POUR ME GARDER </a:t>
            </a:r>
          </a:p>
          <a:p>
            <a:r>
              <a:rPr lang="fr-FR" b="0" smtClean="0"/>
              <a:t>Your word is hidden here in my heart to guard my soul
12-  J’AI ENTENDU LA BONNE NOUVELLE DE TON AMOUR </a:t>
            </a:r>
          </a:p>
          <a:p>
            <a:r>
              <a:rPr lang="fr-FR" b="0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14-  TA PAROLE EST VIE TA PAROLE EST AMOUR </a:t>
            </a:r>
          </a:p>
          <a:p>
            <a:r>
              <a:rPr lang="fr-FR" b="0" smtClean="0"/>
              <a:t>Your word is life, Your word is love,
15-  TA PAROLE EST VRAIE…                                x2</a:t>
            </a:r>
          </a:p>
          <a:p>
            <a:r>
              <a:rPr lang="fr-FR" b="0" smtClean="0"/>
              <a:t>Your word is true</a:t>
            </a:r>
          </a:p>
          <a:p>
            <a:r>
              <a:rPr lang="fr-FR" b="0" smtClean="0"/>
              <a:t>
16-  OUI PARLE, PARLE TA PAROLE </a:t>
            </a:r>
          </a:p>
          <a:p>
            <a:r>
              <a:rPr lang="fr-FR" b="0" smtClean="0"/>
              <a:t>Say You, say Your word to me
17-  SEIGNEUR, TA PAROLE  EST UNE LAMPE À MES PIEDS </a:t>
            </a:r>
          </a:p>
          <a:p>
            <a:r>
              <a:rPr lang="fr-FR" b="0" smtClean="0"/>
              <a:t>Lord, Your word is a lamp to my feet
18-  TA PAROLE UNE LUMIÈRE SUR MON SENTIER </a:t>
            </a:r>
          </a:p>
          <a:p>
            <a:r>
              <a:rPr lang="fr-FR" b="0" smtClean="0"/>
              <a:t>And Your word is a light to my path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EST VIE TA PAROLE EST AMOUR </a:t>
            </a:r>
          </a:p>
          <a:p>
            <a:r>
              <a:rPr lang="fr-FR" smtClean="0"/>
              <a:t>Your word is life, Your word is love,
2-  TA PAROLE EST VRAIE…                             x3
Your word is true. . .</a:t>
            </a:r>
          </a:p>
          <a:p>
            <a:endParaRPr lang="fr-FR" smtClean="0"/>
          </a:p>
          <a:p>
            <a:r>
              <a:rPr lang="fr-FR" smtClean="0"/>
              <a:t>3-  CHACUN DE NOUS RECHERCHE QUELQUE CHOSE À CROIRE </a:t>
            </a:r>
          </a:p>
          <a:p>
            <a:r>
              <a:rPr lang="fr-FR" smtClean="0"/>
              <a:t>Everybody's looking for something to believe in
4-  SEIGNEUR, J’AI DÉCOUVERT  QUE LES FIDÈLES SONT SI PEU</a:t>
            </a:r>
          </a:p>
          <a:p>
            <a:r>
              <a:rPr lang="fr-FR" smtClean="0"/>
              <a:t>Lord, I find the faithful are few and far between 
5-  PLUS JE LIS À TON SUJET MOINS J’AI DE RAISONS DE DOUTER </a:t>
            </a:r>
          </a:p>
          <a:p>
            <a:r>
              <a:rPr lang="fr-FR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JE PEUX CROIRE EN TA PAROLE MON COEUR PEUT SE REPOSER EN TOI </a:t>
            </a:r>
          </a:p>
          <a:p>
            <a:r>
              <a:rPr lang="fr-FR" smtClean="0"/>
              <a:t>	I can take You at Your word And my heart can rest assured
	8-  JE T’AIME ET J’AI CONFIANCE EN TOI </a:t>
            </a:r>
          </a:p>
          <a:p>
            <a:r>
              <a:rPr lang="fr-FR" smtClean="0"/>
              <a:t>	Lord I love you, Oh, I trust You</a:t>
            </a:r>
          </a:p>
          <a:p>
            <a:r>
              <a:rPr lang="fr-FR" smtClean="0"/>
              <a:t>	9-  ET LA VIE M’APPREND QUE JE PEUX CROIRE EN TA PAROLE 
	As I live I've learned That I can take You at Your word</a:t>
            </a:r>
          </a:p>
          <a:p>
            <a:endParaRPr lang="fr-FR" smtClean="0"/>
          </a:p>
          <a:p>
            <a:r>
              <a:rPr lang="fr-FR" smtClean="0"/>
              <a:t>10-  TON NOM EST ÉCRIT  LÀ DANS MON COEUR AMOUR ET DOUCEUR</a:t>
            </a:r>
          </a:p>
          <a:p>
            <a:r>
              <a:rPr lang="fr-FR" smtClean="0"/>
              <a:t>Your name is written here on the my life in love and kindness</a:t>
            </a:r>
          </a:p>
          <a:p>
            <a:r>
              <a:rPr lang="fr-FR" smtClean="0"/>
              <a:t>11-  TA PAROLE EST CACHÉE  DANS MON COEUR POUR ME GARDER </a:t>
            </a:r>
          </a:p>
          <a:p>
            <a:r>
              <a:rPr lang="fr-FR" smtClean="0"/>
              <a:t>Your word is hidden here in my heart to guard my soul
12-  J’AI ENTENDU LA BONNE NOUVELLE DE TON AMOUR </a:t>
            </a:r>
          </a:p>
          <a:p>
            <a:r>
              <a:rPr lang="fr-FR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14-  TA PAROLE EST VIE TA PAROLE EST AMOUR </a:t>
            </a:r>
          </a:p>
          <a:p>
            <a:r>
              <a:rPr lang="fr-FR" smtClean="0"/>
              <a:t>Your word is life, Your word is love,
15-  TA PAROLE EST VRAIE…                                x2</a:t>
            </a:r>
          </a:p>
          <a:p>
            <a:r>
              <a:rPr lang="fr-FR" smtClean="0"/>
              <a:t>Your word is true</a:t>
            </a:r>
          </a:p>
          <a:p>
            <a:r>
              <a:rPr lang="fr-FR" smtClean="0"/>
              <a:t>
16-  OUI PARLE, PARLE TA PAROLE </a:t>
            </a:r>
          </a:p>
          <a:p>
            <a:r>
              <a:rPr lang="fr-FR" smtClean="0"/>
              <a:t>Say You, say Your word to me
17-  SEIGNEUR, TA PAROLE  EST UNE LAMPE À MES PIEDS </a:t>
            </a:r>
          </a:p>
          <a:p>
            <a:r>
              <a:rPr lang="fr-FR" smtClean="0"/>
              <a:t>Lord, Your word is a lamp to my feet
18-  TA PAROLE UNE LUMIÈRE SUR MON SENTIER </a:t>
            </a:r>
          </a:p>
          <a:p>
            <a:r>
              <a:rPr lang="fr-FR" smtClean="0"/>
              <a:t>And Your word is a light to my path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TA PAROLE EST VIE TA PAROLE EST AMOUR </a:t>
            </a:r>
          </a:p>
          <a:p>
            <a:r>
              <a:rPr lang="fr-FR" b="0" smtClean="0"/>
              <a:t>Your word is life, Your word is love,
2-  TA PAROLE EST VRAIE…                             x3
Your word is true. . .</a:t>
            </a:r>
          </a:p>
          <a:p>
            <a:endParaRPr lang="fr-FR" b="0" smtClean="0"/>
          </a:p>
          <a:p>
            <a:r>
              <a:rPr lang="fr-FR" b="0" smtClean="0"/>
              <a:t>3-  CHACUN DE NOUS RECHERCHE QUELQUE CHOSE À CROIRE </a:t>
            </a:r>
          </a:p>
          <a:p>
            <a:r>
              <a:rPr lang="fr-FR" b="0" smtClean="0"/>
              <a:t>Everybody's looking for something to believe in
4-  SEIGNEUR, J’AI DÉCOUVERT  QUE LES FIDÈLES SONT SI PEU</a:t>
            </a:r>
          </a:p>
          <a:p>
            <a:r>
              <a:rPr lang="fr-FR" b="0" smtClean="0"/>
              <a:t>Lord, I find the faithful are few and far between 
5-  PLUS JE LIS À TON SUJET MOINS J’AI DE RAISONS DE DOUTER </a:t>
            </a:r>
          </a:p>
          <a:p>
            <a:r>
              <a:rPr lang="fr-FR" b="0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JE PEUX CROIRE EN TA PAROLE MON COEUR PEUT SE REPOSER EN TOI </a:t>
            </a:r>
          </a:p>
          <a:p>
            <a:r>
              <a:rPr lang="fr-FR" b="0" smtClean="0"/>
              <a:t>	I can take You at Your word And my heart can rest assured
	8-  JE T’AIME ET J’AI CONFIANCE EN TOI </a:t>
            </a:r>
          </a:p>
          <a:p>
            <a:r>
              <a:rPr lang="fr-FR" b="0" smtClean="0"/>
              <a:t>	Lord I love you, Oh, I trust You</a:t>
            </a:r>
          </a:p>
          <a:p>
            <a:r>
              <a:rPr lang="fr-FR" b="0" smtClean="0"/>
              <a:t>	9-  ET LA VIE M’APPREND QUE JE PEUX CROIRE EN TA PAROLE 
	As I live I've learned That I can take You at Your word</a:t>
            </a:r>
          </a:p>
          <a:p>
            <a:endParaRPr lang="fr-FR" b="0" smtClean="0"/>
          </a:p>
          <a:p>
            <a:r>
              <a:rPr lang="fr-FR" b="0" smtClean="0"/>
              <a:t>10-  TON NOM EST ÉCRIT  LÀ DANS MON COEUR AMOUR ET DOUCEUR</a:t>
            </a:r>
          </a:p>
          <a:p>
            <a:r>
              <a:rPr lang="fr-FR" b="0" smtClean="0"/>
              <a:t>Your name is written here on the my life in love and kindness</a:t>
            </a:r>
          </a:p>
          <a:p>
            <a:r>
              <a:rPr lang="fr-FR" b="0" smtClean="0"/>
              <a:t>11-  TA PAROLE EST CACHÉE  DANS MON COEUR POUR ME GARDER </a:t>
            </a:r>
          </a:p>
          <a:p>
            <a:r>
              <a:rPr lang="fr-FR" b="0" smtClean="0"/>
              <a:t>Your word is hidden here in my heart to guard my soul
12-  J’AI ENTENDU LA BONNE NOUVELLE DE TON AMOUR </a:t>
            </a:r>
          </a:p>
          <a:p>
            <a:r>
              <a:rPr lang="fr-FR" b="0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14-  TA PAROLE EST VIE TA PAROLE EST AMOUR </a:t>
            </a:r>
          </a:p>
          <a:p>
            <a:r>
              <a:rPr lang="fr-FR" b="0" smtClean="0"/>
              <a:t>Your word is life, Your word is love,
15-  TA PAROLE EST VRAIE…                                x2</a:t>
            </a:r>
          </a:p>
          <a:p>
            <a:r>
              <a:rPr lang="fr-FR" b="0" smtClean="0"/>
              <a:t>Your word is true</a:t>
            </a:r>
          </a:p>
          <a:p>
            <a:r>
              <a:rPr lang="fr-FR" b="0" smtClean="0"/>
              <a:t>
16-  OUI PARLE, PARLE TA PAROLE </a:t>
            </a:r>
          </a:p>
          <a:p>
            <a:r>
              <a:rPr lang="fr-FR" b="0" smtClean="0"/>
              <a:t>Say You, say Your word to me
17-  SEIGNEUR, TA PAROLE  EST UNE LAMPE À MES PIEDS </a:t>
            </a:r>
          </a:p>
          <a:p>
            <a:r>
              <a:rPr lang="fr-FR" b="0" smtClean="0"/>
              <a:t>Lord, Your word is a lamp to my feet
18-  TA PAROLE UNE LUMIÈRE SUR MON SENTIER </a:t>
            </a:r>
          </a:p>
          <a:p>
            <a:r>
              <a:rPr lang="fr-FR" b="0" smtClean="0"/>
              <a:t>And Your word is a light to my path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EST VIE TA PAROLE EST AMOUR </a:t>
            </a:r>
          </a:p>
          <a:p>
            <a:r>
              <a:rPr lang="fr-FR" smtClean="0"/>
              <a:t>Your word is life, Your word is love,
2-  TA PAROLE EST VRAIE…                             x3
Your word is true. . .</a:t>
            </a:r>
          </a:p>
          <a:p>
            <a:endParaRPr lang="fr-FR" smtClean="0"/>
          </a:p>
          <a:p>
            <a:r>
              <a:rPr lang="fr-FR" smtClean="0"/>
              <a:t>3-  CHACUN DE NOUS RECHERCHE QUELQUE CHOSE À CROIRE </a:t>
            </a:r>
          </a:p>
          <a:p>
            <a:r>
              <a:rPr lang="fr-FR" smtClean="0"/>
              <a:t>Everybody's looking for something to believe in
4-  SEIGNEUR, J’AI DÉCOUVERT  QUE LES FIDÈLES SONT SI PEU</a:t>
            </a:r>
          </a:p>
          <a:p>
            <a:r>
              <a:rPr lang="fr-FR" smtClean="0"/>
              <a:t>Lord, I find the faithful are few and far between 
5-  PLUS JE LIS À TON SUJET MOINS J’AI DE RAISONS DE DOUTER </a:t>
            </a:r>
          </a:p>
          <a:p>
            <a:r>
              <a:rPr lang="fr-FR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JE PEUX CROIRE EN TA PAROLE MON COEUR PEUT SE REPOSER EN TOI </a:t>
            </a:r>
          </a:p>
          <a:p>
            <a:r>
              <a:rPr lang="fr-FR" smtClean="0"/>
              <a:t>	I can take You at Your word And my heart can rest assured
	8-  JE T’AIME ET J’AI CONFIANCE EN TOI </a:t>
            </a:r>
          </a:p>
          <a:p>
            <a:r>
              <a:rPr lang="fr-FR" smtClean="0"/>
              <a:t>	Lord I love you, Oh, I trust You</a:t>
            </a:r>
          </a:p>
          <a:p>
            <a:r>
              <a:rPr lang="fr-FR" smtClean="0"/>
              <a:t>	9-  ET LA VIE M’APPREND QUE JE PEUX CROIRE EN TA PAROLE 
	As I live I've learned That I can take You at Your word</a:t>
            </a:r>
          </a:p>
          <a:p>
            <a:endParaRPr lang="fr-FR" smtClean="0"/>
          </a:p>
          <a:p>
            <a:r>
              <a:rPr lang="fr-FR" smtClean="0"/>
              <a:t>10-  TON NOM EST ÉCRIT  LÀ DANS MON COEUR AMOUR ET DOUCEUR</a:t>
            </a:r>
          </a:p>
          <a:p>
            <a:r>
              <a:rPr lang="fr-FR" smtClean="0"/>
              <a:t>Your name is written here on the my life in love and kindness</a:t>
            </a:r>
          </a:p>
          <a:p>
            <a:r>
              <a:rPr lang="fr-FR" smtClean="0"/>
              <a:t>11-  TA PAROLE EST CACHÉE  DANS MON COEUR POUR ME GARDER </a:t>
            </a:r>
          </a:p>
          <a:p>
            <a:r>
              <a:rPr lang="fr-FR" smtClean="0"/>
              <a:t>Your word is hidden here in my heart to guard my soul
12-  J’AI ENTENDU LA BONNE NOUVELLE DE TON AMOUR </a:t>
            </a:r>
          </a:p>
          <a:p>
            <a:r>
              <a:rPr lang="fr-FR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14-  TA PAROLE EST VIE TA PAROLE EST AMOUR </a:t>
            </a:r>
          </a:p>
          <a:p>
            <a:r>
              <a:rPr lang="fr-FR" smtClean="0"/>
              <a:t>Your word is life, Your word is love,
15-  TA PAROLE EST VRAIE…                                x2</a:t>
            </a:r>
          </a:p>
          <a:p>
            <a:r>
              <a:rPr lang="fr-FR" smtClean="0"/>
              <a:t>Your word is true</a:t>
            </a:r>
          </a:p>
          <a:p>
            <a:r>
              <a:rPr lang="fr-FR" smtClean="0"/>
              <a:t>
16-  OUI PARLE, PARLE TA PAROLE </a:t>
            </a:r>
          </a:p>
          <a:p>
            <a:r>
              <a:rPr lang="fr-FR" smtClean="0"/>
              <a:t>Say You, say Your word to me
17-  SEIGNEUR, TA PAROLE  EST UNE LAMPE À MES PIEDS </a:t>
            </a:r>
          </a:p>
          <a:p>
            <a:r>
              <a:rPr lang="fr-FR" smtClean="0"/>
              <a:t>Lord, Your word is a lamp to my feet
18-  TA PAROLE UNE LUMIÈRE SUR MON SENTIER </a:t>
            </a:r>
          </a:p>
          <a:p>
            <a:r>
              <a:rPr lang="fr-FR" smtClean="0"/>
              <a:t>And Your word is a light to my path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TA PAROLE EST VIE TA PAROLE EST AMOUR </a:t>
            </a:r>
          </a:p>
          <a:p>
            <a:r>
              <a:rPr lang="fr-FR" b="0" smtClean="0"/>
              <a:t>Your word is life, Your word is love,
2-  TA PAROLE EST VRAIE…                             x3
Your word is true. . .</a:t>
            </a:r>
          </a:p>
          <a:p>
            <a:endParaRPr lang="fr-FR" b="0" smtClean="0"/>
          </a:p>
          <a:p>
            <a:r>
              <a:rPr lang="fr-FR" b="0" smtClean="0"/>
              <a:t>3-  CHACUN DE NOUS RECHERCHE QUELQUE CHOSE À CROIRE </a:t>
            </a:r>
          </a:p>
          <a:p>
            <a:r>
              <a:rPr lang="fr-FR" b="0" smtClean="0"/>
              <a:t>Everybody's looking for something to believe in
4-  SEIGNEUR, J’AI DÉCOUVERT  QUE LES FIDÈLES SONT SI PEU</a:t>
            </a:r>
          </a:p>
          <a:p>
            <a:r>
              <a:rPr lang="fr-FR" b="0" smtClean="0"/>
              <a:t>Lord, I find the faithful are few and far between 
5-  PLUS JE LIS À TON SUJET MOINS J’AI DE RAISONS DE DOUTER </a:t>
            </a:r>
          </a:p>
          <a:p>
            <a:r>
              <a:rPr lang="fr-FR" b="0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JE PEUX CROIRE EN TA PAROLE MON COEUR PEUT SE REPOSER EN TOI </a:t>
            </a:r>
          </a:p>
          <a:p>
            <a:r>
              <a:rPr lang="fr-FR" b="0" smtClean="0"/>
              <a:t>	I can take You at Your word And my heart can rest assured
	8-  JE T’AIME ET J’AI CONFIANCE EN TOI </a:t>
            </a:r>
          </a:p>
          <a:p>
            <a:r>
              <a:rPr lang="fr-FR" b="0" smtClean="0"/>
              <a:t>	Lord I love you, Oh, I trust You</a:t>
            </a:r>
          </a:p>
          <a:p>
            <a:r>
              <a:rPr lang="fr-FR" b="0" smtClean="0"/>
              <a:t>	9-  ET LA VIE M’APPREND QUE JE PEUX CROIRE EN TA PAROLE 
	As I live I've learned That I can take You at Your word</a:t>
            </a:r>
          </a:p>
          <a:p>
            <a:endParaRPr lang="fr-FR" b="0" smtClean="0"/>
          </a:p>
          <a:p>
            <a:r>
              <a:rPr lang="fr-FR" b="0" smtClean="0"/>
              <a:t>10-  TON NOM EST ÉCRIT  LÀ DANS MON COEUR AMOUR ET DOUCEUR</a:t>
            </a:r>
          </a:p>
          <a:p>
            <a:r>
              <a:rPr lang="fr-FR" b="0" smtClean="0"/>
              <a:t>Your name is written here on the my life in love and kindness</a:t>
            </a:r>
          </a:p>
          <a:p>
            <a:r>
              <a:rPr lang="fr-FR" b="0" smtClean="0"/>
              <a:t>11-  TA PAROLE EST CACHÉE  DANS MON COEUR POUR ME GARDER </a:t>
            </a:r>
          </a:p>
          <a:p>
            <a:r>
              <a:rPr lang="fr-FR" b="0" smtClean="0"/>
              <a:t>Your word is hidden here in my heart to guard my soul
12-  J’AI ENTENDU LA BONNE NOUVELLE DE TON AMOUR </a:t>
            </a:r>
          </a:p>
          <a:p>
            <a:r>
              <a:rPr lang="fr-FR" b="0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14-  TA PAROLE EST VIE TA PAROLE EST AMOUR </a:t>
            </a:r>
          </a:p>
          <a:p>
            <a:r>
              <a:rPr lang="fr-FR" b="0" smtClean="0"/>
              <a:t>Your word is life, Your word is love,
15-  TA PAROLE EST VRAIE…                                x2</a:t>
            </a:r>
          </a:p>
          <a:p>
            <a:r>
              <a:rPr lang="fr-FR" b="0" smtClean="0"/>
              <a:t>Your word is true</a:t>
            </a:r>
          </a:p>
          <a:p>
            <a:r>
              <a:rPr lang="fr-FR" b="0" smtClean="0"/>
              <a:t>
16-  OUI PARLE, PARLE TA PAROLE </a:t>
            </a:r>
          </a:p>
          <a:p>
            <a:r>
              <a:rPr lang="fr-FR" b="0" smtClean="0"/>
              <a:t>Say You, say Your word to me
17-  SEIGNEUR, TA PAROLE  EST UNE LAMPE À MES PIEDS </a:t>
            </a:r>
          </a:p>
          <a:p>
            <a:r>
              <a:rPr lang="fr-FR" b="0" smtClean="0"/>
              <a:t>Lord, Your word is a lamp to my feet
18-  TA PAROLE UNE LUMIÈRE SUR MON SENTIER </a:t>
            </a:r>
          </a:p>
          <a:p>
            <a:r>
              <a:rPr lang="fr-FR" b="0" smtClean="0"/>
              <a:t>And Your word is a light to my path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PAROLE EST VIE TA PAROLE EST AMOUR </a:t>
            </a:r>
          </a:p>
          <a:p>
            <a:r>
              <a:rPr lang="fr-FR" smtClean="0"/>
              <a:t>Your word is life, Your word is love,
2-  TA PAROLE EST VRAIE…                             x3
Your word is true. . .</a:t>
            </a:r>
          </a:p>
          <a:p>
            <a:endParaRPr lang="fr-FR" smtClean="0"/>
          </a:p>
          <a:p>
            <a:r>
              <a:rPr lang="fr-FR" smtClean="0"/>
              <a:t>3-  CHACUN DE NOUS RECHERCHE QUELQUE CHOSE À CROIRE </a:t>
            </a:r>
          </a:p>
          <a:p>
            <a:r>
              <a:rPr lang="fr-FR" smtClean="0"/>
              <a:t>Everybody's looking for something to believe in
4-  SEIGNEUR, J’AI DÉCOUVERT  QUE LES FIDÈLES SONT SI PEU</a:t>
            </a:r>
          </a:p>
          <a:p>
            <a:r>
              <a:rPr lang="fr-FR" smtClean="0"/>
              <a:t>Lord, I find the faithful are few and far between 
5-  PLUS JE LIS À TON SUJET MOINS J’AI DE RAISONS DE DOUTER </a:t>
            </a:r>
          </a:p>
          <a:p>
            <a:r>
              <a:rPr lang="fr-FR" smtClean="0"/>
              <a:t>The more I read about You The less I've cause to doubt you
6-  CE QUE TU DIS SEIGNEUR EST VRAI, J’AI COMPRIS 
What You say Lord, You mean Now I've seen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JE PEUX CROIRE EN TA PAROLE MON COEUR PEUT SE REPOSER EN TOI </a:t>
            </a:r>
          </a:p>
          <a:p>
            <a:r>
              <a:rPr lang="fr-FR" smtClean="0"/>
              <a:t>	I can take You at Your word And my heart can rest assured
	8-  JE T’AIME ET J’AI CONFIANCE EN TOI </a:t>
            </a:r>
          </a:p>
          <a:p>
            <a:r>
              <a:rPr lang="fr-FR" smtClean="0"/>
              <a:t>	Lord I love you, Oh, I trust You</a:t>
            </a:r>
          </a:p>
          <a:p>
            <a:r>
              <a:rPr lang="fr-FR" smtClean="0"/>
              <a:t>	9-  ET LA VIE M’APPREND QUE JE PEUX CROIRE EN TA PAROLE 
	As I live I've learned That I can take You at Your word</a:t>
            </a:r>
          </a:p>
          <a:p>
            <a:endParaRPr lang="fr-FR" smtClean="0"/>
          </a:p>
          <a:p>
            <a:r>
              <a:rPr lang="fr-FR" smtClean="0"/>
              <a:t>10-  TON NOM EST ÉCRIT  LÀ DANS MON COEUR AMOUR ET DOUCEUR</a:t>
            </a:r>
          </a:p>
          <a:p>
            <a:r>
              <a:rPr lang="fr-FR" smtClean="0"/>
              <a:t>Your name is written here on the my life in love and kindness</a:t>
            </a:r>
          </a:p>
          <a:p>
            <a:r>
              <a:rPr lang="fr-FR" smtClean="0"/>
              <a:t>11-  TA PAROLE EST CACHÉE  DANS MON COEUR POUR ME GARDER </a:t>
            </a:r>
          </a:p>
          <a:p>
            <a:r>
              <a:rPr lang="fr-FR" smtClean="0"/>
              <a:t>Your word is hidden here in my heart to guard my soul
12-  J’AI ENTENDU LA BONNE NOUVELLE DE TON AMOUR </a:t>
            </a:r>
          </a:p>
          <a:p>
            <a:r>
              <a:rPr lang="fr-FR" smtClean="0"/>
              <a:t>I've heard the gospel of You're redeeming love
13-  CE QUE TU DIS TU LE FAIS JE SAIS QUE C’EST VRAI 
What You say, Lord, You do I know it's true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14-  TA PAROLE EST VIE TA PAROLE EST AMOUR </a:t>
            </a:r>
          </a:p>
          <a:p>
            <a:r>
              <a:rPr lang="fr-FR" smtClean="0"/>
              <a:t>Your word is life, Your word is love,
15-  TA PAROLE EST VRAIE…                                x2</a:t>
            </a:r>
          </a:p>
          <a:p>
            <a:r>
              <a:rPr lang="fr-FR" smtClean="0"/>
              <a:t>Your word is true</a:t>
            </a:r>
          </a:p>
          <a:p>
            <a:r>
              <a:rPr lang="fr-FR" smtClean="0"/>
              <a:t>
16-  OUI PARLE, PARLE TA PAROLE </a:t>
            </a:r>
          </a:p>
          <a:p>
            <a:r>
              <a:rPr lang="fr-FR" smtClean="0"/>
              <a:t>Say You, say Your word to me
17-  SEIGNEUR, TA PAROLE  EST UNE LAMPE À MES PIEDS </a:t>
            </a:r>
          </a:p>
          <a:p>
            <a:r>
              <a:rPr lang="fr-FR" smtClean="0"/>
              <a:t>Lord, Your word is a lamp to my feet
18-  TA PAROLE UNE LUMIÈRE SUR MON SENTIER </a:t>
            </a:r>
          </a:p>
          <a:p>
            <a:r>
              <a:rPr lang="fr-FR" smtClean="0"/>
              <a:t>And Your word is a light to my path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PAROLE EST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PAROLE EST 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PAROLE EST VRAIE…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CHACUN DE NOUS RECHERCHE QUELQUE CHOSE À CROIRE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J’AI DÉCOUVERT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LES FIDÈLES SONT SI PEU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JE LIS À TON SUJET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MOINS J’AI DE RAISONS DE DOUTER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QUE TU DIS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VRAI, J’AI COMPRIS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 CROIRE EN TA PAROLE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CŒUR PEUT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REPOSER EN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T’AIME ET J’AI CONFIANCE EN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LA VIE M’APPREND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PEUX CROIRE EN TA PAROLE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NOM EST ÉCRIT LÀ DANS MON CŒUR AMOUR ET DOUCEUR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PAROLE EST CACHÉE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MON COEUR POUR ME GARDER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ENTENDU LA BONNE NOUVELLE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TON 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QUE TU DIS TU LE FAIS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C’EST VRAI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PAROLE EST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PAROLE EST 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PAROLE EST VRAIE…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PARLE, PARLE TA PAROLE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TA PAROLE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UNE LAMPE À MES PIEDS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PAROLE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LUMIÈRE SUR MON SENTIER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</TotalTime>
  <Words>845</Words>
  <Application>Microsoft Office PowerPoint</Application>
  <PresentationFormat>Affichage à l'écran (4:3)</PresentationFormat>
  <Paragraphs>1074</Paragraphs>
  <Slides>18</Slides>
  <Notes>18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CTK_USER09</cp:lastModifiedBy>
  <cp:revision>176</cp:revision>
  <dcterms:created xsi:type="dcterms:W3CDTF">2002-08-17T10:50:50Z</dcterms:created>
  <dcterms:modified xsi:type="dcterms:W3CDTF">2019-09-29T07:43:46Z</dcterms:modified>
</cp:coreProperties>
</file>