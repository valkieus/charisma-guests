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7" r:id="rId2"/>
    <p:sldId id="300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2" autoAdjust="0"/>
    <p:restoredTop sz="29412" autoAdjust="0"/>
  </p:normalViewPr>
  <p:slideViewPr>
    <p:cSldViewPr>
      <p:cViewPr varScale="1">
        <p:scale>
          <a:sx n="31" d="100"/>
          <a:sy n="31" d="100"/>
        </p:scale>
        <p:origin x="3432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FA3D961-DAA4-4204-A391-28EF0AAB1A05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2826C-5D8D-460D-B57B-A55D20F08E2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240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9403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32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048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4435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821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9042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2295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697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0448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9820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44040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6085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3741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45087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68402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5228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208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2565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81667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78076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30802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6741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61520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0359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2925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74550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65444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pPr>
              <a:defRPr/>
            </a:pPr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pPr>
              <a:defRPr/>
            </a:pPr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pPr>
              <a:defRPr/>
            </a:pPr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Sometimes it's hard for me to understand [Parfois c’est dur de comprendre pourquoi] 
2-  Why we pull away from each other so easily [Nous demeurons trop souvent si solitaires] 
3-  Even though we're all walking the same roadily [Même si nous suivons le même chemin] 
4-  Yet we build dividing walls between [Nous dressons des murs sans fin 
5-  Our brothers and ourselves [qui nous séparent de nos frères] 
</a:t>
            </a:r>
          </a:p>
          <a:p>
            <a:r>
              <a:rPr lang="fr-FR" smtClean="0"/>
              <a:t>6-  But I, I don't care what label you may wear [Pour moi, peu importe la couleur de ta peau] 
7-  If you believe in Jesus you belong with me [Car si tu crois en Jésus tu es ma famille] 
8-  The bond we share is all I care to see [Ce lien d’amour c’est tout ce qui compte pour moi]  
9-  And we can change this world forever [Nous créerons un monde nouveau]  
10-  If you will join with me Join and sing, sing [Alors chante avec moi, aujourd’hui]  
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11-  You're my brother, you're my sister [Tu es mon frère, tu es ma soeur]  
	12-  So take me by the hand [Tenons-nous par la main]  
	13-  Together we will work until He comes [Bâtissons le royaume jusqu’à Son retour]  
	14-  There's no foe that can defeat us [Oui, nous serons toujours vainqueurs]  
	15-  When we're walking side by side [Si d’un même pas nous marchons]  
	16-  As long as there is love [Unis dans Son amour]  
	17-  We will stand [Nous vaincrons]  
</a:t>
            </a:r>
          </a:p>
          <a:p>
            <a:r>
              <a:rPr lang="fr-FR" smtClean="0"/>
              <a:t>18-  The day will come when we will be as one [Ce jour viendra où nous ne serons plus qu’un]  
19-  And with a mighty voice together [Tous unis d’une même voix]  
20-  We will proclaim that Jesus [Proclamerons que Jésus]  
21-  Jesus is King [Jésus est Seigneur]  
22-  And it will echo through the earth [Toute la terre l’entendra]  
23-  It will shake the nations [Tout genou fléchira]  
24-  And the world will see [Et le monde verra, oui verra]  
25-  And the world will see [Et le monde verra, oui verra]  
26-  See that [Oui verra]  
</a:t>
            </a:r>
          </a:p>
          <a:p>
            <a:r>
              <a:rPr lang="fr-FR" smtClean="0"/>
              <a:t>27-  The time is here, the time is now [L’heure est venue, le temps est là]  
28-  To take a stand, to make a vow [De se lever de faire un choix]  
29-  I won't let go, you're not alone [Tu n’es pas seul, je serai là]  
30-  Now and forever we'll sing together [Maintenant et à jamais, oui je le chanterai] 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5523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83A2C-18C9-43E8-88B8-882CF2AE7CF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A202C3-CE32-4C02-8414-2289CDA0BC6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D9D36-572E-4333-8CFD-166AA3FA2D4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B5CD5-AC9A-4773-9121-A47A5517219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37C14-C866-477D-A25E-3710DD2ED1B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D9F85-5220-4EFC-982A-E8ADA64F8D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1F4A2-8D7F-4267-8B2B-56871FBE83B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7F67D-C1A9-4A7F-B8D9-1F4DDAF6DC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CD5B3-65BC-404D-B056-1C3AF072F51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FE649-C6A7-4BD2-8C72-D9AD845E38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F5662-5248-4CFA-B163-3D6D827AB6C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8EE981A-D482-436D-A02C-5945FB952C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91344" y="5461000"/>
            <a:ext cx="1200065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Sometimes it's hard for me to understand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Parfois c’est dur de comprendre pourquoi]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Why we pull away from each other so easily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Nous demeurons trop souvent si solitaires]</a:t>
            </a:r>
          </a:p>
        </p:txBody>
      </p:sp>
    </p:spTree>
    <p:extLst>
      <p:ext uri="{BB962C8B-B14F-4D97-AF65-F5344CB8AC3E}">
        <p14:creationId xmlns:p14="http://schemas.microsoft.com/office/powerpoint/2010/main" val="295063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Even though we're all walking the same </a:t>
            </a: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roadily</a:t>
            </a: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Même si nous suivons le même chemin]</a:t>
            </a:r>
          </a:p>
        </p:txBody>
      </p:sp>
    </p:spTree>
    <p:extLst>
      <p:ext uri="{BB962C8B-B14F-4D97-AF65-F5344CB8AC3E}">
        <p14:creationId xmlns:p14="http://schemas.microsoft.com/office/powerpoint/2010/main" val="120843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144016" y="5461000"/>
            <a:ext cx="126487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Yet we build dividing walls between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Nous dressons des murs sans fin</a:t>
            </a:r>
          </a:p>
        </p:txBody>
      </p:sp>
    </p:spTree>
    <p:extLst>
      <p:ext uri="{BB962C8B-B14F-4D97-AF65-F5344CB8AC3E}">
        <p14:creationId xmlns:p14="http://schemas.microsoft.com/office/powerpoint/2010/main" val="1178379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Our brothers and ourselves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qui nous séparent de nos frères]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444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I, I don't care what label you may wear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Pour moi, peu importe la couleur de ta peau]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048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If you believe in Jesus you belong with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Car si tu crois en Jésus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</a:t>
            </a: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 ma famille]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34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bond we share is all I care to see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Ce lien d’amour c’est tout ce qui compte pour moi]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721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we can change this world forever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Nous créerons un monde nouveau]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451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If you will join with me Join and sing, sing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Alors chante avec moi, aujourd’hui]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163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You're my brother, you're my sister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es mon frère, </a:t>
            </a:r>
            <a:r>
              <a:rPr lang="fr-FR" sz="2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 ma </a:t>
            </a:r>
            <a:r>
              <a:rPr lang="fr-FR" sz="28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soeur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107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take me by the hand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Tenons-nous par la main]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636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Together we will work until He comes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Bâtissons le royaume jusqu’à Son retour]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686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There's no foe that can defeat 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Oui, nous serons toujours vainqueurs]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751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When we're walking side by side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Si d’un même pas nous marchons]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886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As long as there is love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Unis dans Son amour]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923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will stand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Nous vaincrons]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14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day will come when we will be as one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Ce jour viendra où nous ne serons plus qu’un]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60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with a mighty voice together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Tous unis d’une même voix]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252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will proclaim that Jesus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Proclamerons que Jésus]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852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Jesus is King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Jésus est Seigneur]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63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it will echo through the earth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Toute la terre l’entendra]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063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 will shake the nations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Tout genou fléchira]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326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the world will see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le monde verra, oui verra]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615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the world will see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le monde verra, oui verra]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149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See that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[O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ui verra]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819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time is here, the time is now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L’heure est venue, le temps est là]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66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 take a stand, to make a vow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De se lever de faire un choix]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558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won't let go, you're not alone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n’es pas seul, je serai là]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7272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Now and forever we'll sing together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28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2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Maintenant et à jamais, oui je le chanterai]</a:t>
            </a:r>
          </a:p>
          <a:p>
            <a:pPr algn="ctr">
              <a:lnSpc>
                <a:spcPct val="90000"/>
              </a:lnSpc>
              <a:defRPr/>
            </a:pP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92993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1467</Words>
  <Application>Microsoft Office PowerPoint</Application>
  <PresentationFormat>Grand écran</PresentationFormat>
  <Paragraphs>540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Calibri</vt:lpstr>
      <vt:lpstr>Metropolis Semi 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105</cp:revision>
  <dcterms:created xsi:type="dcterms:W3CDTF">2002-08-17T13:12:10Z</dcterms:created>
  <dcterms:modified xsi:type="dcterms:W3CDTF">2025-05-11T12:34:22Z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2025-03-22T23:30:47Z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358d9ed8-39a6-4c1b-b6e4-371a790fe360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