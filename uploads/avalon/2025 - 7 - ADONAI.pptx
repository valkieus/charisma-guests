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306" r:id="rId2"/>
    <p:sldId id="307" r:id="rId3"/>
    <p:sldId id="308" r:id="rId4"/>
    <p:sldId id="309" r:id="rId5"/>
    <p:sldId id="310" r:id="rId6"/>
    <p:sldId id="311" r:id="rId7"/>
    <p:sldId id="312" r:id="rId8"/>
    <p:sldId id="313" r:id="rId9"/>
    <p:sldId id="314" r:id="rId10"/>
    <p:sldId id="315" r:id="rId11"/>
    <p:sldId id="316" r:id="rId12"/>
    <p:sldId id="317" r:id="rId13"/>
    <p:sldId id="318" r:id="rId14"/>
    <p:sldId id="319" r:id="rId15"/>
    <p:sldId id="320" r:id="rId16"/>
    <p:sldId id="321" r:id="rId17"/>
    <p:sldId id="322" r:id="rId18"/>
    <p:sldId id="323" r:id="rId19"/>
    <p:sldId id="324" r:id="rId20"/>
    <p:sldId id="325" r:id="rId21"/>
    <p:sldId id="326" r:id="rId22"/>
  </p:sldIdLst>
  <p:sldSz cx="12192000" cy="6858000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17" autoAdjust="0"/>
    <p:restoredTop sz="38698" autoAdjust="0"/>
  </p:normalViewPr>
  <p:slideViewPr>
    <p:cSldViewPr>
      <p:cViewPr varScale="1">
        <p:scale>
          <a:sx n="46" d="100"/>
          <a:sy n="46" d="100"/>
        </p:scale>
        <p:origin x="2808" y="6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-2442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DBCF637-A6AD-4758-8371-19EDEFB4AAE6}" type="datetimeFigureOut">
              <a:rPr lang="fr-FR"/>
              <a:pPr>
                <a:defRPr/>
              </a:pPr>
              <a:t>11/05/2025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B516598-CD51-4708-99B5-B31EE015290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5452332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ONE SINGLE DROP OF RAIN  [ une seule goutte de pluie ]
2- YOUR SALTY TEAR [ d’une seule de tes larmes ]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BECAME BLUE OCEAN [ tu crées un océan ]
4- ONE TINY GRAIN OF SAND [ et un seul grain de sable ]
5- TURNING IN YOUR HAND  [ entre tes mains ]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A WORLD IN MOTION [ devient un monde en mouvement ]
7- YOU'RE OUT BEYOND [ tu es plus loin ]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THE FURTHEST MORNING STAR [ que les plus lointaines étoiles ]
9- CLOSE ENOUGH TO HOLD ME [ mais assez près pour me tenir ]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IN YOUR ARMS  [ dans tes bras ]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ADONAI [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adonaï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12- I LIFT UP MY HEART AND I CRY [ je lève mes mains  et je pleure ] 
13- MON ADONAÏ [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
14- YOU ARE THE MAKER OF EACH MOMENT [ auteur de chaque instant ]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FATHER OF MY HOPE AND FREEDOM  [ père ma liberté, mon espoir ]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OH ! MON ADONAÏ [oh,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ONE TIMID FAITHFUL KNOCK [ un timide battement résonne ]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18- RESOUNDS UPON THE ROCK OF AGES [ sur le rocher des âges ]
19- ONE TREMBLING HEART AND SOUL [ et un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coeur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tout tremblant ]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20- BECOMES A SERVANT [ devient un serviteur ]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21- BOLD AND COURAGEOUS [ rempli de courage ]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22-  YOU CALL ACROSS THE MOUNTAINS AND THE SEASTU APPELLES À TRAVERS LES MONTAGNES ET LES MERS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23- I ANSWER FROM THE DEEPEST PART OF ME JE TE RÉPONDS DU PLUS PROFOND DE MOI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ADONAÏ, JE LÈVE MES MAINS  ET JE PLEURE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I lift up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MON ADONAÏ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18-  AUTEUR DE CHAQUE INSTANT PÈRE MA LIBERTÉ, MON ESPOIR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moment,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Father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hope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freedom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19-  OH ! MON ADONAÏ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OH ! D’ÂGE EN ÂGE  TU RÈGNES EN MAJESTÉ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reign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Majesty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21-  ET EN MOI  CES MIRACLES TU AS FAITS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making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miracles in me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ADONAÏ, JE LÈVE MES MAINS  ET JE PLEURE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I lift up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23-  MON ADONAÏ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 AUTEUR DE CHAQUE INSTANT PÈRE MA LIBERTÉ, MON ESPOIR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moment,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Father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hope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freedom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25-  OH ! MON ADONAÏ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ONE SINGLE DROP OF RAIN  [ une seule goutte de pluie ]
2- YOUR SALTY TEAR [ d’une seule de tes larmes ]</a:t>
            </a:r>
          </a:p>
          <a:p>
            <a:r>
              <a:rPr lang="fr-FR" smtClean="0"/>
              <a:t>3- BECAME BLUE OCEAN [ tu crées un océan ]
4- ONE TINY GRAIN OF SAND [ et un seul grain de sable ]
5- TURNING IN YOUR HAND  [ entre tes mains ]</a:t>
            </a:r>
          </a:p>
          <a:p>
            <a:r>
              <a:rPr lang="fr-FR" smtClean="0"/>
              <a:t>6- A WORLD IN MOTION [ devient un monde en mouvement ]
7- YOU'RE OUT BEYOND [ tu es plus loin ]</a:t>
            </a:r>
          </a:p>
          <a:p>
            <a:r>
              <a:rPr lang="fr-FR" smtClean="0"/>
              <a:t>8- THE FURTHEST MORNING STAR [ que les plus lointaines étoiles ]
9- CLOSE ENOUGH TO HOLD ME [ mais assez près pour me tenir ]</a:t>
            </a:r>
          </a:p>
          <a:p>
            <a:r>
              <a:rPr lang="fr-FR" smtClean="0"/>
              <a:t>10- IN YOUR ARMS  [ dans tes bras ]</a:t>
            </a:r>
          </a:p>
          <a:p>
            <a:endParaRPr lang="fr-FR" smtClean="0"/>
          </a:p>
          <a:p>
            <a:r>
              <a:rPr lang="fr-FR" smtClean="0"/>
              <a:t>
11- ADONAI [adonaï ]</a:t>
            </a:r>
          </a:p>
          <a:p>
            <a:r>
              <a:rPr lang="fr-FR" smtClean="0"/>
              <a:t>12- I LIFT UP MY HEART AND I CRY [ je lève mes mains  et je pleure ] 
13- MON ADONAÏ [ my adonai ]
14- YOU ARE THE MAKER OF EACH MOMENT [ auteur de chaque instant ]</a:t>
            </a:r>
          </a:p>
          <a:p>
            <a:r>
              <a:rPr lang="fr-FR" smtClean="0"/>
              <a:t>15- FATHER OF MY HOPE AND FREEDOM  [ père ma liberté, mon espoir ] </a:t>
            </a:r>
          </a:p>
          <a:p>
            <a:r>
              <a:rPr lang="fr-FR" smtClean="0"/>
              <a:t>
16-  OH ! MON ADONAÏ [oh, my adonai ]</a:t>
            </a:r>
          </a:p>
          <a:p>
            <a:endParaRPr lang="fr-FR" smtClean="0"/>
          </a:p>
          <a:p>
            <a:r>
              <a:rPr lang="fr-FR" smtClean="0"/>
              <a:t>
17- ONE TIMID FAITHFUL KNOCK [ un timide battement résonne ]</a:t>
            </a:r>
          </a:p>
          <a:p>
            <a:r>
              <a:rPr lang="fr-FR" smtClean="0"/>
              <a:t>18- RESOUNDS UPON THE ROCK OF AGES [ sur le rocher des âges ]
19- ONE TREMBLING HEART AND SOUL [ et un coeur tout tremblant ]</a:t>
            </a:r>
          </a:p>
          <a:p>
            <a:r>
              <a:rPr lang="fr-FR" smtClean="0"/>
              <a:t>20- BECOMES A SERVANT [ devient un serviteur ]</a:t>
            </a:r>
          </a:p>
          <a:p>
            <a:r>
              <a:rPr lang="fr-FR" smtClean="0"/>
              <a:t>21- BOLD AND COURAGEOUS [ rempli de courage ]</a:t>
            </a:r>
          </a:p>
          <a:p>
            <a:endParaRPr lang="fr-FR" smtClean="0"/>
          </a:p>
          <a:p>
            <a:r>
              <a:rPr lang="fr-FR" smtClean="0"/>
              <a:t>22-  YOU CALL ACROSS THE MOUNTAINS AND THE SEASTU APPELLES À TRAVERS LES MONTAGNES ET LES MERS </a:t>
            </a:r>
          </a:p>
          <a:p>
            <a:r>
              <a:rPr lang="fr-FR" smtClean="0"/>
              <a:t>23- I ANSWER FROM THE DEEPEST PART OF ME JE TE RÉPONDS DU PLUS PROFOND DE MOI </a:t>
            </a:r>
          </a:p>
          <a:p>
            <a:r>
              <a:rPr lang="fr-FR" smtClean="0"/>
              <a:t>
16-  ADONAÏ, JE LÈVE MES MAINS  ET JE PLEURE </a:t>
            </a:r>
          </a:p>
          <a:p>
            <a:r>
              <a:rPr lang="fr-FR" smtClean="0"/>
              <a:t>Adonai, I lift up my heart and I cry
17-  MON ADONAÏ </a:t>
            </a:r>
          </a:p>
          <a:p>
            <a:r>
              <a:rPr lang="fr-FR" smtClean="0"/>
              <a:t>My Adonai
18-  AUTEUR DE CHAQUE INSTANT PÈRE MA LIBERTÉ, MON ESPOIR </a:t>
            </a:r>
          </a:p>
          <a:p>
            <a:r>
              <a:rPr lang="fr-FR" smtClean="0"/>
              <a:t>You are the Maker of each moment, Father of my hope and freedom
19-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20-  OH ! D’ÂGE EN ÂGE  TU RÈGNES EN MAJESTÉ </a:t>
            </a:r>
          </a:p>
          <a:p>
            <a:r>
              <a:rPr lang="fr-FR" smtClean="0"/>
              <a:t>From age to age you reign in Majesty
21-  ET EN MOI  CES MIRACLES TU AS FAITS</a:t>
            </a:r>
          </a:p>
          <a:p>
            <a:r>
              <a:rPr lang="fr-FR" smtClean="0"/>
              <a:t>And today You're making miracles in me</a:t>
            </a:r>
          </a:p>
          <a:p>
            <a:r>
              <a:rPr lang="fr-FR" smtClean="0"/>
              <a:t>
22-  ADONAÏ, JE LÈVE MES MAINS  ET JE PLEURE </a:t>
            </a:r>
          </a:p>
          <a:p>
            <a:r>
              <a:rPr lang="fr-FR" smtClean="0"/>
              <a:t>Adonai, I lift up my heart and I cry
23-  MON ADONAÏ </a:t>
            </a:r>
          </a:p>
          <a:p>
            <a:r>
              <a:rPr lang="fr-FR" smtClean="0"/>
              <a:t>My Adonai
24-  AUTEUR DE CHAQUE INSTANT PÈRE MA LIBERTÉ, MON ESPOIR </a:t>
            </a:r>
          </a:p>
          <a:p>
            <a:r>
              <a:rPr lang="fr-FR" smtClean="0"/>
              <a:t>You are the Maker of each moment, Father of my hope and freedom
25-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val="8274810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ONE SINGLE DROP OF RAIN  [ une seule goutte de pluie ]
2- YOUR SALTY TEAR [ d’une seule de tes larmes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BECAME BLUE OCEAN [ tu crées un océan ]
4- ONE TINY GRAIN OF SAND [ et un seul grain de sable ]
5- TURNING IN YOUR HAND  [ entre tes mains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A WORLD IN MOTION [ devient un monde en mouvement ]
7- YOU'RE OUT BEYOND [ tu es plus loin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THE FURTHEST MORNING STAR [ que les plus lointaines étoiles ]
9- CLOSE ENOUGH TO HOLD ME [ mais assez près pour me tenir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IN YOUR ARMS  [ dans tes bras ]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ADONAI [adonaï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12- I LIFT UP MY HEART AND I CRY [ je lève mes mains  et je pleure ] 
13- MON ADONAÏ [ my adonai ]
14- YOU ARE THE MAKER OF EACH MOMENT [ auteur de chaque instant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FATHER OF MY HOPE AND FREEDOM  [ père ma liberté, mon espoir ]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OH ! MON ADONAÏ [oh, my adonai ]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ONE TIMID FAITHFUL KNOCK [ un timide battement résonne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18- RESOUNDS UPON THE ROCK OF AGES [ sur le rocher des âges ]
19- ONE TREMBLING HEART AND SOUL [ et un coeur tout tremblant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20- BECOMES A SERVANT [ devient un serviteur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21- BOLD AND COURAGEOUS [ rempli de courage ]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22-  YOU CALL ACROSS THE MOUNTAINS AND THE SEASTU APPELLES À TRAVERS LES MONTAGNES ET LES MERS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23- I ANSWER FROM THE DEEPEST PART OF ME JE TE RÉPONDS DU PLUS PROFOND DE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17-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18-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19-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OH ! D’ÂGE EN ÂGE  TU RÈGNES EN MAJESTÉ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age to age you reign in Majesty
21-  ET EN MOI  CES MIRACLES TU AS FAITS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today You're making miracles in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23-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24-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25-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ONE SINGLE DROP OF RAIN  [ une seule goutte de pluie ]
2- YOUR SALTY TEAR [ d’une seule de tes larmes ]</a:t>
            </a:r>
          </a:p>
          <a:p>
            <a:r>
              <a:rPr lang="fr-FR" smtClean="0"/>
              <a:t>3- BECAME BLUE OCEAN [ tu crées un océan ]
4- ONE TINY GRAIN OF SAND [ et un seul grain de sable ]
5- TURNING IN YOUR HAND  [ entre tes mains ]</a:t>
            </a:r>
          </a:p>
          <a:p>
            <a:r>
              <a:rPr lang="fr-FR" smtClean="0"/>
              <a:t>6- A WORLD IN MOTION [ devient un monde en mouvement ]
7- YOU'RE OUT BEYOND [ tu es plus loin ]</a:t>
            </a:r>
          </a:p>
          <a:p>
            <a:r>
              <a:rPr lang="fr-FR" smtClean="0"/>
              <a:t>8- THE FURTHEST MORNING STAR [ que les plus lointaines étoiles ]
9- CLOSE ENOUGH TO HOLD ME [ mais assez près pour me tenir ]</a:t>
            </a:r>
          </a:p>
          <a:p>
            <a:r>
              <a:rPr lang="fr-FR" smtClean="0"/>
              <a:t>10- IN YOUR ARMS  [ dans tes bras ]</a:t>
            </a:r>
          </a:p>
          <a:p>
            <a:endParaRPr lang="fr-FR" smtClean="0"/>
          </a:p>
          <a:p>
            <a:r>
              <a:rPr lang="fr-FR" smtClean="0"/>
              <a:t>
11- ADONAI [adonaï ]</a:t>
            </a:r>
          </a:p>
          <a:p>
            <a:r>
              <a:rPr lang="fr-FR" smtClean="0"/>
              <a:t>12- I LIFT UP MY HEART AND I CRY [ je lève mes mains  et je pleure ] 
13- MON ADONAÏ [ my adonai ]
14- YOU ARE THE MAKER OF EACH MOMENT [ auteur de chaque instant ]</a:t>
            </a:r>
          </a:p>
          <a:p>
            <a:r>
              <a:rPr lang="fr-FR" smtClean="0"/>
              <a:t>15- FATHER OF MY HOPE AND FREEDOM  [ père ma liberté, mon espoir ] </a:t>
            </a:r>
          </a:p>
          <a:p>
            <a:r>
              <a:rPr lang="fr-FR" smtClean="0"/>
              <a:t>
16-  OH ! MON ADONAÏ [oh, my adonai ]</a:t>
            </a:r>
          </a:p>
          <a:p>
            <a:endParaRPr lang="fr-FR" smtClean="0"/>
          </a:p>
          <a:p>
            <a:r>
              <a:rPr lang="fr-FR" smtClean="0"/>
              <a:t>
17- ONE TIMID FAITHFUL KNOCK [ un timide battement résonne ]</a:t>
            </a:r>
          </a:p>
          <a:p>
            <a:r>
              <a:rPr lang="fr-FR" smtClean="0"/>
              <a:t>18- RESOUNDS UPON THE ROCK OF AGES [ sur le rocher des âges ]
19- ONE TREMBLING HEART AND SOUL [ et un coeur tout tremblant ]</a:t>
            </a:r>
          </a:p>
          <a:p>
            <a:r>
              <a:rPr lang="fr-FR" smtClean="0"/>
              <a:t>20- BECOMES A SERVANT [ devient un serviteur ]</a:t>
            </a:r>
          </a:p>
          <a:p>
            <a:r>
              <a:rPr lang="fr-FR" smtClean="0"/>
              <a:t>21- BOLD AND COURAGEOUS [ rempli de courage ]</a:t>
            </a:r>
          </a:p>
          <a:p>
            <a:endParaRPr lang="fr-FR" smtClean="0"/>
          </a:p>
          <a:p>
            <a:r>
              <a:rPr lang="fr-FR" smtClean="0"/>
              <a:t>22-  YOU CALL ACROSS THE MOUNTAINS AND THE SEASTU APPELLES À TRAVERS LES MONTAGNES ET LES MERS </a:t>
            </a:r>
          </a:p>
          <a:p>
            <a:r>
              <a:rPr lang="fr-FR" smtClean="0"/>
              <a:t>23- I ANSWER FROM THE DEEPEST PART OF ME JE TE RÉPONDS DU PLUS PROFOND DE MOI </a:t>
            </a:r>
          </a:p>
          <a:p>
            <a:r>
              <a:rPr lang="fr-FR" smtClean="0"/>
              <a:t>
16-  ADONAÏ, JE LÈVE MES MAINS  ET JE PLEURE </a:t>
            </a:r>
          </a:p>
          <a:p>
            <a:r>
              <a:rPr lang="fr-FR" smtClean="0"/>
              <a:t>Adonai, I lift up my heart and I cry
17-  MON ADONAÏ </a:t>
            </a:r>
          </a:p>
          <a:p>
            <a:r>
              <a:rPr lang="fr-FR" smtClean="0"/>
              <a:t>My Adonai
18-  AUTEUR DE CHAQUE INSTANT PÈRE MA LIBERTÉ, MON ESPOIR </a:t>
            </a:r>
          </a:p>
          <a:p>
            <a:r>
              <a:rPr lang="fr-FR" smtClean="0"/>
              <a:t>You are the Maker of each moment, Father of my hope and freedom
19-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20-  OH ! D’ÂGE EN ÂGE  TU RÈGNES EN MAJESTÉ </a:t>
            </a:r>
          </a:p>
          <a:p>
            <a:r>
              <a:rPr lang="fr-FR" smtClean="0"/>
              <a:t>From age to age you reign in Majesty
21-  ET EN MOI  CES MIRACLES TU AS FAITS</a:t>
            </a:r>
          </a:p>
          <a:p>
            <a:r>
              <a:rPr lang="fr-FR" smtClean="0"/>
              <a:t>And today You're making miracles in me</a:t>
            </a:r>
          </a:p>
          <a:p>
            <a:r>
              <a:rPr lang="fr-FR" smtClean="0"/>
              <a:t>
22-  ADONAÏ, JE LÈVE MES MAINS  ET JE PLEURE </a:t>
            </a:r>
          </a:p>
          <a:p>
            <a:r>
              <a:rPr lang="fr-FR" smtClean="0"/>
              <a:t>Adonai, I lift up my heart and I cry
23-  MON ADONAÏ </a:t>
            </a:r>
          </a:p>
          <a:p>
            <a:r>
              <a:rPr lang="fr-FR" smtClean="0"/>
              <a:t>My Adonai
24-  AUTEUR DE CHAQUE INSTANT PÈRE MA LIBERTÉ, MON ESPOIR </a:t>
            </a:r>
          </a:p>
          <a:p>
            <a:r>
              <a:rPr lang="fr-FR" smtClean="0"/>
              <a:t>You are the Maker of each moment, Father of my hope and freedom
25-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val="13565325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ONE SINGLE DROP OF RAIN  [ une seule goutte de pluie ]
2- YOUR SALTY TEAR [ d’une seule de tes larmes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BECAME BLUE OCEAN [ tu crées un océan ]
4- ONE TINY GRAIN OF SAND [ et un seul grain de sable ]
5- TURNING IN YOUR HAND  [ entre tes mains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A WORLD IN MOTION [ devient un monde en mouvement ]
7- YOU'RE OUT BEYOND [ tu es plus loin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THE FURTHEST MORNING STAR [ que les plus lointaines étoiles ]
9- CLOSE ENOUGH TO HOLD ME [ mais assez près pour me tenir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IN YOUR ARMS  [ dans tes bras ]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ADONAI [adonaï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12- I LIFT UP MY HEART AND I CRY [ je lève mes mains  et je pleure ] 
13- MON ADONAÏ [ my adonai ]
14- YOU ARE THE MAKER OF EACH MOMENT [ auteur de chaque instant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FATHER OF MY HOPE AND FREEDOM  [ père ma liberté, mon espoir ]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OH ! MON ADONAÏ [oh, my adonai ]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ONE TIMID FAITHFUL KNOCK [ un timide battement résonne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18- RESOUNDS UPON THE ROCK OF AGES [ sur le rocher des âges ]
19- ONE TREMBLING HEART AND SOUL [ et un coeur tout tremblant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20- BECOMES A SERVANT [ devient un serviteur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21- BOLD AND COURAGEOUS [ rempli de courage ]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22-  YOU CALL ACROSS THE MOUNTAINS AND THE SEASTU APPELLES À TRAVERS LES MONTAGNES ET LES MERS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23- I ANSWER FROM THE DEEPEST PART OF ME JE TE RÉPONDS DU PLUS PROFOND DE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17-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18-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19-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OH ! D’ÂGE EN ÂGE  TU RÈGNES EN MAJESTÉ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age to age you reign in Majesty
21-  ET EN MOI  CES MIRACLES TU AS FAITS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today You're making miracles in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23-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24-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25-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ONE SINGLE DROP OF RAIN  [ une seule goutte de pluie ]
2- YOUR SALTY TEAR [ d’une seule de tes larmes ]</a:t>
            </a:r>
          </a:p>
          <a:p>
            <a:r>
              <a:rPr lang="fr-FR" smtClean="0"/>
              <a:t>3- BECAME BLUE OCEAN [ tu crées un océan ]
4- ONE TINY GRAIN OF SAND [ et un seul grain de sable ]
5- TURNING IN YOUR HAND  [ entre tes mains ]</a:t>
            </a:r>
          </a:p>
          <a:p>
            <a:r>
              <a:rPr lang="fr-FR" smtClean="0"/>
              <a:t>6- A WORLD IN MOTION [ devient un monde en mouvement ]
7- YOU'RE OUT BEYOND [ tu es plus loin ]</a:t>
            </a:r>
          </a:p>
          <a:p>
            <a:r>
              <a:rPr lang="fr-FR" smtClean="0"/>
              <a:t>8- THE FURTHEST MORNING STAR [ que les plus lointaines étoiles ]
9- CLOSE ENOUGH TO HOLD ME [ mais assez près pour me tenir ]</a:t>
            </a:r>
          </a:p>
          <a:p>
            <a:r>
              <a:rPr lang="fr-FR" smtClean="0"/>
              <a:t>10- IN YOUR ARMS  [ dans tes bras ]</a:t>
            </a:r>
          </a:p>
          <a:p>
            <a:endParaRPr lang="fr-FR" smtClean="0"/>
          </a:p>
          <a:p>
            <a:r>
              <a:rPr lang="fr-FR" smtClean="0"/>
              <a:t>
11- ADONAI [adonaï ]</a:t>
            </a:r>
          </a:p>
          <a:p>
            <a:r>
              <a:rPr lang="fr-FR" smtClean="0"/>
              <a:t>12- I LIFT UP MY HEART AND I CRY [ je lève mes mains  et je pleure ] 
13- MON ADONAÏ [ my adonai ]
14- YOU ARE THE MAKER OF EACH MOMENT [ auteur de chaque instant ]</a:t>
            </a:r>
          </a:p>
          <a:p>
            <a:r>
              <a:rPr lang="fr-FR" smtClean="0"/>
              <a:t>15- FATHER OF MY HOPE AND FREEDOM  [ père ma liberté, mon espoir ] </a:t>
            </a:r>
          </a:p>
          <a:p>
            <a:r>
              <a:rPr lang="fr-FR" smtClean="0"/>
              <a:t>
16-  OH ! MON ADONAÏ [oh, my adonai ]</a:t>
            </a:r>
          </a:p>
          <a:p>
            <a:endParaRPr lang="fr-FR" smtClean="0"/>
          </a:p>
          <a:p>
            <a:r>
              <a:rPr lang="fr-FR" smtClean="0"/>
              <a:t>
17- ONE TIMID FAITHFUL KNOCK [ un timide battement résonne ]</a:t>
            </a:r>
          </a:p>
          <a:p>
            <a:r>
              <a:rPr lang="fr-FR" smtClean="0"/>
              <a:t>18- RESOUNDS UPON THE ROCK OF AGES [ sur le rocher des âges ]
19- ONE TREMBLING HEART AND SOUL [ et un coeur tout tremblant ]</a:t>
            </a:r>
          </a:p>
          <a:p>
            <a:r>
              <a:rPr lang="fr-FR" smtClean="0"/>
              <a:t>20- BECOMES A SERVANT [ devient un serviteur ]</a:t>
            </a:r>
          </a:p>
          <a:p>
            <a:r>
              <a:rPr lang="fr-FR" smtClean="0"/>
              <a:t>21- BOLD AND COURAGEOUS [ rempli de courage ]</a:t>
            </a:r>
          </a:p>
          <a:p>
            <a:endParaRPr lang="fr-FR" smtClean="0"/>
          </a:p>
          <a:p>
            <a:r>
              <a:rPr lang="fr-FR" smtClean="0"/>
              <a:t>22-  YOU CALL ACROSS THE MOUNTAINS AND THE SEASTU APPELLES À TRAVERS LES MONTAGNES ET LES MERS </a:t>
            </a:r>
          </a:p>
          <a:p>
            <a:r>
              <a:rPr lang="fr-FR" smtClean="0"/>
              <a:t>23- I ANSWER FROM THE DEEPEST PART OF ME JE TE RÉPONDS DU PLUS PROFOND DE MOI </a:t>
            </a:r>
          </a:p>
          <a:p>
            <a:r>
              <a:rPr lang="fr-FR" smtClean="0"/>
              <a:t>
16-  ADONAÏ, JE LÈVE MES MAINS  ET JE PLEURE </a:t>
            </a:r>
          </a:p>
          <a:p>
            <a:r>
              <a:rPr lang="fr-FR" smtClean="0"/>
              <a:t>Adonai, I lift up my heart and I cry
17-  MON ADONAÏ </a:t>
            </a:r>
          </a:p>
          <a:p>
            <a:r>
              <a:rPr lang="fr-FR" smtClean="0"/>
              <a:t>My Adonai
18-  AUTEUR DE CHAQUE INSTANT PÈRE MA LIBERTÉ, MON ESPOIR </a:t>
            </a:r>
          </a:p>
          <a:p>
            <a:r>
              <a:rPr lang="fr-FR" smtClean="0"/>
              <a:t>You are the Maker of each moment, Father of my hope and freedom
19-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20-  OH ! D’ÂGE EN ÂGE  TU RÈGNES EN MAJESTÉ </a:t>
            </a:r>
          </a:p>
          <a:p>
            <a:r>
              <a:rPr lang="fr-FR" smtClean="0"/>
              <a:t>From age to age you reign in Majesty
21-  ET EN MOI  CES MIRACLES TU AS FAITS</a:t>
            </a:r>
          </a:p>
          <a:p>
            <a:r>
              <a:rPr lang="fr-FR" smtClean="0"/>
              <a:t>And today You're making miracles in me</a:t>
            </a:r>
          </a:p>
          <a:p>
            <a:r>
              <a:rPr lang="fr-FR" smtClean="0"/>
              <a:t>
22-  ADONAÏ, JE LÈVE MES MAINS  ET JE PLEURE </a:t>
            </a:r>
          </a:p>
          <a:p>
            <a:r>
              <a:rPr lang="fr-FR" smtClean="0"/>
              <a:t>Adonai, I lift up my heart and I cry
23-  MON ADONAÏ </a:t>
            </a:r>
          </a:p>
          <a:p>
            <a:r>
              <a:rPr lang="fr-FR" smtClean="0"/>
              <a:t>My Adonai
24-  AUTEUR DE CHAQUE INSTANT PÈRE MA LIBERTÉ, MON ESPOIR </a:t>
            </a:r>
          </a:p>
          <a:p>
            <a:r>
              <a:rPr lang="fr-FR" smtClean="0"/>
              <a:t>You are the Maker of each moment, Father of my hope and freedom
25-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val="2826997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ONE SINGLE DROP OF RAIN  [ une seule goutte de pluie ]
2- YOUR SALTY TEAR [ d’une seule de tes larmes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BECAME BLUE OCEAN [ tu crées un océan ]
4- ONE TINY GRAIN OF SAND [ et un seul grain de sable ]
5- TURNING IN YOUR HAND  [ entre tes mains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A WORLD IN MOTION [ devient un monde en mouvement ]
7- YOU'RE OUT BEYOND [ tu es plus loin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THE FURTHEST MORNING STAR [ que les plus lointaines étoiles ]
9- CLOSE ENOUGH TO HOLD ME [ mais assez près pour me tenir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IN YOUR ARMS  [ dans tes bras ]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ADONAI [adonaï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12- I LIFT UP MY HEART AND I CRY [ je lève mes mains  et je pleure ] 
13- MON ADONAÏ [ my adonai ]
14- YOU ARE THE MAKER OF EACH MOMENT [ auteur de chaque instant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FATHER OF MY HOPE AND FREEDOM  [ père ma liberté, mon espoir ]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OH ! MON ADONAÏ [oh, my adonai ]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ONE TIMID FAITHFUL KNOCK [ un timide battement résonne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18- RESOUNDS UPON THE ROCK OF AGES [ sur le rocher des âges ]
19- ONE TREMBLING HEART AND SOUL [ et un coeur tout tremblant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20- BECOMES A SERVANT [ devient un serviteur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21- BOLD AND COURAGEOUS [ rempli de courage ]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22-  YOU CALL ACROSS THE MOUNTAINS AND THE SEASTU APPELLES À TRAVERS LES MONTAGNES ET LES MERS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23- I ANSWER FROM THE DEEPEST PART OF ME JE TE RÉPONDS DU PLUS PROFOND DE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17-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18-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19-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OH ! D’ÂGE EN ÂGE  TU RÈGNES EN MAJESTÉ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age to age you reign in Majesty
21-  ET EN MOI  CES MIRACLES TU AS FAITS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today You're making miracles in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23-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24-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25-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ONE SINGLE DROP OF RAIN  [ une seule goutte de pluie ]
2- YOUR SALTY TEAR [ d’une seule de tes larmes ]</a:t>
            </a:r>
          </a:p>
          <a:p>
            <a:r>
              <a:rPr lang="fr-FR" smtClean="0"/>
              <a:t>3- BECAME BLUE OCEAN [ tu crées un océan ]
4- ONE TINY GRAIN OF SAND [ et un seul grain de sable ]
5- TURNING IN YOUR HAND  [ entre tes mains ]</a:t>
            </a:r>
          </a:p>
          <a:p>
            <a:r>
              <a:rPr lang="fr-FR" smtClean="0"/>
              <a:t>6- A WORLD IN MOTION [ devient un monde en mouvement ]
7- YOU'RE OUT BEYOND [ tu es plus loin ]</a:t>
            </a:r>
          </a:p>
          <a:p>
            <a:r>
              <a:rPr lang="fr-FR" smtClean="0"/>
              <a:t>8- THE FURTHEST MORNING STAR [ que les plus lointaines étoiles ]
9- CLOSE ENOUGH TO HOLD ME [ mais assez près pour me tenir ]</a:t>
            </a:r>
          </a:p>
          <a:p>
            <a:r>
              <a:rPr lang="fr-FR" smtClean="0"/>
              <a:t>10- IN YOUR ARMS  [ dans tes bras ]</a:t>
            </a:r>
          </a:p>
          <a:p>
            <a:endParaRPr lang="fr-FR" smtClean="0"/>
          </a:p>
          <a:p>
            <a:r>
              <a:rPr lang="fr-FR" smtClean="0"/>
              <a:t>
11- ADONAI [adonaï ]</a:t>
            </a:r>
          </a:p>
          <a:p>
            <a:r>
              <a:rPr lang="fr-FR" smtClean="0"/>
              <a:t>12- I LIFT UP MY HEART AND I CRY [ je lève mes mains  et je pleure ] 
13- MON ADONAÏ [ my adonai ]
14- YOU ARE THE MAKER OF EACH MOMENT [ auteur de chaque instant ]</a:t>
            </a:r>
          </a:p>
          <a:p>
            <a:r>
              <a:rPr lang="fr-FR" smtClean="0"/>
              <a:t>15- FATHER OF MY HOPE AND FREEDOM  [ père ma liberté, mon espoir ] </a:t>
            </a:r>
          </a:p>
          <a:p>
            <a:r>
              <a:rPr lang="fr-FR" smtClean="0"/>
              <a:t>
16-  OH ! MON ADONAÏ [oh, my adonai ]</a:t>
            </a:r>
          </a:p>
          <a:p>
            <a:endParaRPr lang="fr-FR" smtClean="0"/>
          </a:p>
          <a:p>
            <a:r>
              <a:rPr lang="fr-FR" smtClean="0"/>
              <a:t>
17- ONE TIMID FAITHFUL KNOCK [ un timide battement résonne ]</a:t>
            </a:r>
          </a:p>
          <a:p>
            <a:r>
              <a:rPr lang="fr-FR" smtClean="0"/>
              <a:t>18- RESOUNDS UPON THE ROCK OF AGES [ sur le rocher des âges ]
19- ONE TREMBLING HEART AND SOUL [ et un coeur tout tremblant ]</a:t>
            </a:r>
          </a:p>
          <a:p>
            <a:r>
              <a:rPr lang="fr-FR" smtClean="0"/>
              <a:t>20- BECOMES A SERVANT [ devient un serviteur ]</a:t>
            </a:r>
          </a:p>
          <a:p>
            <a:r>
              <a:rPr lang="fr-FR" smtClean="0"/>
              <a:t>21- BOLD AND COURAGEOUS [ rempli de courage ]</a:t>
            </a:r>
          </a:p>
          <a:p>
            <a:endParaRPr lang="fr-FR" smtClean="0"/>
          </a:p>
          <a:p>
            <a:r>
              <a:rPr lang="fr-FR" smtClean="0"/>
              <a:t>22-  YOU CALL ACROSS THE MOUNTAINS AND THE SEASTU APPELLES À TRAVERS LES MONTAGNES ET LES MERS </a:t>
            </a:r>
          </a:p>
          <a:p>
            <a:r>
              <a:rPr lang="fr-FR" smtClean="0"/>
              <a:t>23- I ANSWER FROM THE DEEPEST PART OF ME JE TE RÉPONDS DU PLUS PROFOND DE MOI </a:t>
            </a:r>
          </a:p>
          <a:p>
            <a:r>
              <a:rPr lang="fr-FR" smtClean="0"/>
              <a:t>
16-  ADONAÏ, JE LÈVE MES MAINS  ET JE PLEURE </a:t>
            </a:r>
          </a:p>
          <a:p>
            <a:r>
              <a:rPr lang="fr-FR" smtClean="0"/>
              <a:t>Adonai, I lift up my heart and I cry
17-  MON ADONAÏ </a:t>
            </a:r>
          </a:p>
          <a:p>
            <a:r>
              <a:rPr lang="fr-FR" smtClean="0"/>
              <a:t>My Adonai
18-  AUTEUR DE CHAQUE INSTANT PÈRE MA LIBERTÉ, MON ESPOIR </a:t>
            </a:r>
          </a:p>
          <a:p>
            <a:r>
              <a:rPr lang="fr-FR" smtClean="0"/>
              <a:t>You are the Maker of each moment, Father of my hope and freedom
19-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20-  OH ! D’ÂGE EN ÂGE  TU RÈGNES EN MAJESTÉ </a:t>
            </a:r>
          </a:p>
          <a:p>
            <a:r>
              <a:rPr lang="fr-FR" smtClean="0"/>
              <a:t>From age to age you reign in Majesty
21-  ET EN MOI  CES MIRACLES TU AS FAITS</a:t>
            </a:r>
          </a:p>
          <a:p>
            <a:r>
              <a:rPr lang="fr-FR" smtClean="0"/>
              <a:t>And today You're making miracles in me</a:t>
            </a:r>
          </a:p>
          <a:p>
            <a:r>
              <a:rPr lang="fr-FR" smtClean="0"/>
              <a:t>
22-  ADONAÏ, JE LÈVE MES MAINS  ET JE PLEURE </a:t>
            </a:r>
          </a:p>
          <a:p>
            <a:r>
              <a:rPr lang="fr-FR" smtClean="0"/>
              <a:t>Adonai, I lift up my heart and I cry
23-  MON ADONAÏ </a:t>
            </a:r>
          </a:p>
          <a:p>
            <a:r>
              <a:rPr lang="fr-FR" smtClean="0"/>
              <a:t>My Adonai
24-  AUTEUR DE CHAQUE INSTANT PÈRE MA LIBERTÉ, MON ESPOIR </a:t>
            </a:r>
          </a:p>
          <a:p>
            <a:r>
              <a:rPr lang="fr-FR" smtClean="0"/>
              <a:t>You are the Maker of each moment, Father of my hope and freedom
25-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val="34376256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ONE SINGLE DROP OF RAIN  [ une seule goutte de pluie ]
2- YOUR SALTY TEAR [ d’une seule de tes larmes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BECAME BLUE OCEAN [ tu crées un océan ]
4- ONE TINY GRAIN OF SAND [ et un seul grain de sable ]
5- TURNING IN YOUR HAND  [ entre tes mains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A WORLD IN MOTION [ devient un monde en mouvement ]
7- YOU'RE OUT BEYOND [ tu es plus loin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THE FURTHEST MORNING STAR [ que les plus lointaines étoiles ]
9- CLOSE ENOUGH TO HOLD ME [ mais assez près pour me tenir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IN YOUR ARMS  [ dans tes bras ]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ADONAI [adonaï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12- I LIFT UP MY HEART AND I CRY [ je lève mes mains  et je pleure ] 
13- MON ADONAÏ [ my adonai ]
14- YOU ARE THE MAKER OF EACH MOMENT [ auteur de chaque instant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FATHER OF MY HOPE AND FREEDOM  [ père ma liberté, mon espoir ]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OH ! MON ADONAÏ [oh, my adonai ]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ONE TIMID FAITHFUL KNOCK [ un timide battement résonne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18- RESOUNDS UPON THE ROCK OF AGES [ sur le rocher des âges ]
19- ONE TREMBLING HEART AND SOUL [ et un coeur tout tremblant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20- BECOMES A SERVANT [ devient un serviteur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21- BOLD AND COURAGEOUS [ rempli de courage ]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22-  YOU CALL ACROSS THE MOUNTAINS AND THE SEASTU APPELLES À TRAVERS LES MONTAGNES ET LES MERS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23- I ANSWER FROM THE DEEPEST PART OF ME JE TE RÉPONDS DU PLUS PROFOND DE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17-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18-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19-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OH ! D’ÂGE EN ÂGE  TU RÈGNES EN MAJESTÉ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age to age you reign in Majesty
21-  ET EN MOI  CES MIRACLES TU AS FAITS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today You're making miracles in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23-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24-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25-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ONE SINGLE DROP OF RAIN  [ une seule goutte de pluie ]
2- YOUR SALTY TEAR [ d’une seule de tes larmes ]</a:t>
            </a:r>
          </a:p>
          <a:p>
            <a:r>
              <a:rPr lang="fr-FR" smtClean="0"/>
              <a:t>3- BECAME BLUE OCEAN [ tu crées un océan ]
4- ONE TINY GRAIN OF SAND [ et un seul grain de sable ]
5- TURNING IN YOUR HAND  [ entre tes mains ]</a:t>
            </a:r>
          </a:p>
          <a:p>
            <a:r>
              <a:rPr lang="fr-FR" smtClean="0"/>
              <a:t>6- A WORLD IN MOTION [ devient un monde en mouvement ]
7- YOU'RE OUT BEYOND [ tu es plus loin ]</a:t>
            </a:r>
          </a:p>
          <a:p>
            <a:r>
              <a:rPr lang="fr-FR" smtClean="0"/>
              <a:t>8- THE FURTHEST MORNING STAR [ que les plus lointaines étoiles ]
9- CLOSE ENOUGH TO HOLD ME [ mais assez près pour me tenir ]</a:t>
            </a:r>
          </a:p>
          <a:p>
            <a:r>
              <a:rPr lang="fr-FR" smtClean="0"/>
              <a:t>10- IN YOUR ARMS  [ dans tes bras ]</a:t>
            </a:r>
          </a:p>
          <a:p>
            <a:endParaRPr lang="fr-FR" smtClean="0"/>
          </a:p>
          <a:p>
            <a:r>
              <a:rPr lang="fr-FR" smtClean="0"/>
              <a:t>
11- ADONAI [adonaï ]</a:t>
            </a:r>
          </a:p>
          <a:p>
            <a:r>
              <a:rPr lang="fr-FR" smtClean="0"/>
              <a:t>12- I LIFT UP MY HEART AND I CRY [ je lève mes mains  et je pleure ] 
13- MON ADONAÏ [ my adonai ]
14- YOU ARE THE MAKER OF EACH MOMENT [ auteur de chaque instant ]</a:t>
            </a:r>
          </a:p>
          <a:p>
            <a:r>
              <a:rPr lang="fr-FR" smtClean="0"/>
              <a:t>15- FATHER OF MY HOPE AND FREEDOM  [ père ma liberté, mon espoir ] </a:t>
            </a:r>
          </a:p>
          <a:p>
            <a:r>
              <a:rPr lang="fr-FR" smtClean="0"/>
              <a:t>
16-  OH ! MON ADONAÏ [oh, my adonai ]</a:t>
            </a:r>
          </a:p>
          <a:p>
            <a:endParaRPr lang="fr-FR" smtClean="0"/>
          </a:p>
          <a:p>
            <a:r>
              <a:rPr lang="fr-FR" smtClean="0"/>
              <a:t>
17- ONE TIMID FAITHFUL KNOCK [ un timide battement résonne ]</a:t>
            </a:r>
          </a:p>
          <a:p>
            <a:r>
              <a:rPr lang="fr-FR" smtClean="0"/>
              <a:t>18- RESOUNDS UPON THE ROCK OF AGES [ sur le rocher des âges ]
19- ONE TREMBLING HEART AND SOUL [ et un coeur tout tremblant ]</a:t>
            </a:r>
          </a:p>
          <a:p>
            <a:r>
              <a:rPr lang="fr-FR" smtClean="0"/>
              <a:t>20- BECOMES A SERVANT [ devient un serviteur ]</a:t>
            </a:r>
          </a:p>
          <a:p>
            <a:r>
              <a:rPr lang="fr-FR" smtClean="0"/>
              <a:t>21- BOLD AND COURAGEOUS [ rempli de courage ]</a:t>
            </a:r>
          </a:p>
          <a:p>
            <a:endParaRPr lang="fr-FR" smtClean="0"/>
          </a:p>
          <a:p>
            <a:r>
              <a:rPr lang="fr-FR" smtClean="0"/>
              <a:t>22-  YOU CALL ACROSS THE MOUNTAINS AND THE SEASTU APPELLES À TRAVERS LES MONTAGNES ET LES MERS </a:t>
            </a:r>
          </a:p>
          <a:p>
            <a:r>
              <a:rPr lang="fr-FR" smtClean="0"/>
              <a:t>23- I ANSWER FROM THE DEEPEST PART OF ME JE TE RÉPONDS DU PLUS PROFOND DE MOI </a:t>
            </a:r>
          </a:p>
          <a:p>
            <a:r>
              <a:rPr lang="fr-FR" smtClean="0"/>
              <a:t>
16-  ADONAÏ, JE LÈVE MES MAINS  ET JE PLEURE </a:t>
            </a:r>
          </a:p>
          <a:p>
            <a:r>
              <a:rPr lang="fr-FR" smtClean="0"/>
              <a:t>Adonai, I lift up my heart and I cry
17-  MON ADONAÏ </a:t>
            </a:r>
          </a:p>
          <a:p>
            <a:r>
              <a:rPr lang="fr-FR" smtClean="0"/>
              <a:t>My Adonai
18-  AUTEUR DE CHAQUE INSTANT PÈRE MA LIBERTÉ, MON ESPOIR </a:t>
            </a:r>
          </a:p>
          <a:p>
            <a:r>
              <a:rPr lang="fr-FR" smtClean="0"/>
              <a:t>You are the Maker of each moment, Father of my hope and freedom
19-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20-  OH ! D’ÂGE EN ÂGE  TU RÈGNES EN MAJESTÉ </a:t>
            </a:r>
          </a:p>
          <a:p>
            <a:r>
              <a:rPr lang="fr-FR" smtClean="0"/>
              <a:t>From age to age you reign in Majesty
21-  ET EN MOI  CES MIRACLES TU AS FAITS</a:t>
            </a:r>
          </a:p>
          <a:p>
            <a:r>
              <a:rPr lang="fr-FR" smtClean="0"/>
              <a:t>And today You're making miracles in me</a:t>
            </a:r>
          </a:p>
          <a:p>
            <a:r>
              <a:rPr lang="fr-FR" smtClean="0"/>
              <a:t>
22-  ADONAÏ, JE LÈVE MES MAINS  ET JE PLEURE </a:t>
            </a:r>
          </a:p>
          <a:p>
            <a:r>
              <a:rPr lang="fr-FR" smtClean="0"/>
              <a:t>Adonai, I lift up my heart and I cry
23-  MON ADONAÏ </a:t>
            </a:r>
          </a:p>
          <a:p>
            <a:r>
              <a:rPr lang="fr-FR" smtClean="0"/>
              <a:t>My Adonai
24-  AUTEUR DE CHAQUE INSTANT PÈRE MA LIBERTÉ, MON ESPOIR </a:t>
            </a:r>
          </a:p>
          <a:p>
            <a:r>
              <a:rPr lang="fr-FR" smtClean="0"/>
              <a:t>You are the Maker of each moment, Father of my hope and freedom
25-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val="17803577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ONE SINGLE DROP OF RAIN  [ une seule goutte de pluie ]
2- YOUR SALTY TEAR [ d’une seule de tes larmes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BECAME BLUE OCEAN [ tu crées un océan ]
4- ONE TINY GRAIN OF SAND [ et un seul grain de sable ]
5- TURNING IN YOUR HAND  [ entre tes mains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A WORLD IN MOTION [ devient un monde en mouvement ]
7- YOU'RE OUT BEYOND [ tu es plus loin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THE FURTHEST MORNING STAR [ que les plus lointaines étoiles ]
9- CLOSE ENOUGH TO HOLD ME [ mais assez près pour me tenir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IN YOUR ARMS  [ dans tes bras ]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ADONAI [adonaï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12- I LIFT UP MY HEART AND I CRY [ je lève mes mains  et je pleure ] 
13- MON ADONAÏ [ my adonai ]
14- YOU ARE THE MAKER OF EACH MOMENT [ auteur de chaque instant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FATHER OF MY HOPE AND FREEDOM  [ père ma liberté, mon espoir ]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OH ! MON ADONAÏ [oh, my adonai ]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ONE TIMID FAITHFUL KNOCK [ un timide battement résonne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18- RESOUNDS UPON THE ROCK OF AGES [ sur le rocher des âges ]
19- ONE TREMBLING HEART AND SOUL [ et un coeur tout tremblant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20- BECOMES A SERVANT [ devient un serviteur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21- BOLD AND COURAGEOUS [ rempli de courage ]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22-  YOU CALL ACROSS THE MOUNTAINS AND THE SEASTU APPELLES À TRAVERS LES MONTAGNES ET LES MERS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23- I ANSWER FROM THE DEEPEST PART OF ME JE TE RÉPONDS DU PLUS PROFOND DE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17-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18-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19-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OH ! D’ÂGE EN ÂGE  TU RÈGNES EN MAJESTÉ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age to age you reign in Majesty
21-  ET EN MOI  CES MIRACLES TU AS FAITS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today You're making miracles in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23-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24-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25-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ONE SINGLE DROP OF RAIN  [ une seule goutte de pluie ]
2- YOUR SALTY TEAR [ d’une seule de tes larmes ]</a:t>
            </a:r>
          </a:p>
          <a:p>
            <a:r>
              <a:rPr lang="fr-FR" smtClean="0"/>
              <a:t>3- BECAME BLUE OCEAN [ tu crées un océan ]
4- ONE TINY GRAIN OF SAND [ et un seul grain de sable ]
5- TURNING IN YOUR HAND  [ entre tes mains ]</a:t>
            </a:r>
          </a:p>
          <a:p>
            <a:r>
              <a:rPr lang="fr-FR" smtClean="0"/>
              <a:t>6- A WORLD IN MOTION [ devient un monde en mouvement ]
7- YOU'RE OUT BEYOND [ tu es plus loin ]</a:t>
            </a:r>
          </a:p>
          <a:p>
            <a:r>
              <a:rPr lang="fr-FR" smtClean="0"/>
              <a:t>8- THE FURTHEST MORNING STAR [ que les plus lointaines étoiles ]
9- CLOSE ENOUGH TO HOLD ME [ mais assez près pour me tenir ]</a:t>
            </a:r>
          </a:p>
          <a:p>
            <a:r>
              <a:rPr lang="fr-FR" smtClean="0"/>
              <a:t>10- IN YOUR ARMS  [ dans tes bras ]</a:t>
            </a:r>
          </a:p>
          <a:p>
            <a:endParaRPr lang="fr-FR" smtClean="0"/>
          </a:p>
          <a:p>
            <a:r>
              <a:rPr lang="fr-FR" smtClean="0"/>
              <a:t>
11- ADONAI [adonaï ]</a:t>
            </a:r>
          </a:p>
          <a:p>
            <a:r>
              <a:rPr lang="fr-FR" smtClean="0"/>
              <a:t>12- I LIFT UP MY HEART AND I CRY [ je lève mes mains  et je pleure ] 
13- MON ADONAÏ [ my adonai ]
14- YOU ARE THE MAKER OF EACH MOMENT [ auteur de chaque instant ]</a:t>
            </a:r>
          </a:p>
          <a:p>
            <a:r>
              <a:rPr lang="fr-FR" smtClean="0"/>
              <a:t>15- FATHER OF MY HOPE AND FREEDOM  [ père ma liberté, mon espoir ] </a:t>
            </a:r>
          </a:p>
          <a:p>
            <a:r>
              <a:rPr lang="fr-FR" smtClean="0"/>
              <a:t>
16-  OH ! MON ADONAÏ [oh, my adonai ]</a:t>
            </a:r>
          </a:p>
          <a:p>
            <a:endParaRPr lang="fr-FR" smtClean="0"/>
          </a:p>
          <a:p>
            <a:r>
              <a:rPr lang="fr-FR" smtClean="0"/>
              <a:t>
17- ONE TIMID FAITHFUL KNOCK [ un timide battement résonne ]</a:t>
            </a:r>
          </a:p>
          <a:p>
            <a:r>
              <a:rPr lang="fr-FR" smtClean="0"/>
              <a:t>18- RESOUNDS UPON THE ROCK OF AGES [ sur le rocher des âges ]
19- ONE TREMBLING HEART AND SOUL [ et un coeur tout tremblant ]</a:t>
            </a:r>
          </a:p>
          <a:p>
            <a:r>
              <a:rPr lang="fr-FR" smtClean="0"/>
              <a:t>20- BECOMES A SERVANT [ devient un serviteur ]</a:t>
            </a:r>
          </a:p>
          <a:p>
            <a:r>
              <a:rPr lang="fr-FR" smtClean="0"/>
              <a:t>21- BOLD AND COURAGEOUS [ rempli de courage ]</a:t>
            </a:r>
          </a:p>
          <a:p>
            <a:endParaRPr lang="fr-FR" smtClean="0"/>
          </a:p>
          <a:p>
            <a:r>
              <a:rPr lang="fr-FR" smtClean="0"/>
              <a:t>22-  YOU CALL ACROSS THE MOUNTAINS AND THE SEASTU APPELLES À TRAVERS LES MONTAGNES ET LES MERS </a:t>
            </a:r>
          </a:p>
          <a:p>
            <a:r>
              <a:rPr lang="fr-FR" smtClean="0"/>
              <a:t>23- I ANSWER FROM THE DEEPEST PART OF ME JE TE RÉPONDS DU PLUS PROFOND DE MOI </a:t>
            </a:r>
          </a:p>
          <a:p>
            <a:r>
              <a:rPr lang="fr-FR" smtClean="0"/>
              <a:t>
16-  ADONAÏ, JE LÈVE MES MAINS  ET JE PLEURE </a:t>
            </a:r>
          </a:p>
          <a:p>
            <a:r>
              <a:rPr lang="fr-FR" smtClean="0"/>
              <a:t>Adonai, I lift up my heart and I cry
17-  MON ADONAÏ </a:t>
            </a:r>
          </a:p>
          <a:p>
            <a:r>
              <a:rPr lang="fr-FR" smtClean="0"/>
              <a:t>My Adonai
18-  AUTEUR DE CHAQUE INSTANT PÈRE MA LIBERTÉ, MON ESPOIR </a:t>
            </a:r>
          </a:p>
          <a:p>
            <a:r>
              <a:rPr lang="fr-FR" smtClean="0"/>
              <a:t>You are the Maker of each moment, Father of my hope and freedom
19-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20-  OH ! D’ÂGE EN ÂGE  TU RÈGNES EN MAJESTÉ </a:t>
            </a:r>
          </a:p>
          <a:p>
            <a:r>
              <a:rPr lang="fr-FR" smtClean="0"/>
              <a:t>From age to age you reign in Majesty
21-  ET EN MOI  CES MIRACLES TU AS FAITS</a:t>
            </a:r>
          </a:p>
          <a:p>
            <a:r>
              <a:rPr lang="fr-FR" smtClean="0"/>
              <a:t>And today You're making miracles in me</a:t>
            </a:r>
          </a:p>
          <a:p>
            <a:r>
              <a:rPr lang="fr-FR" smtClean="0"/>
              <a:t>
22-  ADONAÏ, JE LÈVE MES MAINS  ET JE PLEURE </a:t>
            </a:r>
          </a:p>
          <a:p>
            <a:r>
              <a:rPr lang="fr-FR" smtClean="0"/>
              <a:t>Adonai, I lift up my heart and I cry
23-  MON ADONAÏ </a:t>
            </a:r>
          </a:p>
          <a:p>
            <a:r>
              <a:rPr lang="fr-FR" smtClean="0"/>
              <a:t>My Adonai
24-  AUTEUR DE CHAQUE INSTANT PÈRE MA LIBERTÉ, MON ESPOIR </a:t>
            </a:r>
          </a:p>
          <a:p>
            <a:r>
              <a:rPr lang="fr-FR" smtClean="0"/>
              <a:t>You are the Maker of each moment, Father of my hope and freedom
25-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val="36163679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ONE SINGLE DROP OF RAIN  [ une seule goutte de pluie ]
2- YOUR SALTY TEAR [ d’une seule de tes larmes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BECAME BLUE OCEAN [ tu crées un océan ]
4- ONE TINY GRAIN OF SAND [ et un seul grain de sable ]
5- TURNING IN YOUR HAND  [ entre tes mains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A WORLD IN MOTION [ devient un monde en mouvement ]
7- YOU'RE OUT BEYOND [ tu es plus loin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THE FURTHEST MORNING STAR [ que les plus lointaines étoiles ]
9- CLOSE ENOUGH TO HOLD ME [ mais assez près pour me tenir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IN YOUR ARMS  [ dans tes bras ]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ADONAI [adonaï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12- I LIFT UP MY HEART AND I CRY [ je lève mes mains  et je pleure ] 
13- MON ADONAÏ [ my adonai ]
14- YOU ARE THE MAKER OF EACH MOMENT [ auteur de chaque instant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FATHER OF MY HOPE AND FREEDOM  [ père ma liberté, mon espoir ]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OH ! MON ADONAÏ [oh, my adonai ]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ONE TIMID FAITHFUL KNOCK [ un timide battement résonne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18- RESOUNDS UPON THE ROCK OF AGES [ sur le rocher des âges ]
19- ONE TREMBLING HEART AND SOUL [ et un coeur tout tremblant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20- BECOMES A SERVANT [ devient un serviteur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21- BOLD AND COURAGEOUS [ rempli de courage ]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22-  YOU CALL ACROSS THE MOUNTAINS AND THE SEASTU APPELLES À TRAVERS LES MONTAGNES ET LES MERS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23- I ANSWER FROM THE DEEPEST PART OF ME JE TE RÉPONDS DU PLUS PROFOND DE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17-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18-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19-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OH ! D’ÂGE EN ÂGE  TU RÈGNES EN MAJESTÉ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age to age you reign in Majesty
21-  ET EN MOI  CES MIRACLES TU AS FAITS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today You're making miracles in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23-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24-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25-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ONE SINGLE DROP OF RAIN  [ une seule goutte de pluie ]
2- YOUR SALTY TEAR [ d’une seule de tes larmes ]</a:t>
            </a:r>
          </a:p>
          <a:p>
            <a:r>
              <a:rPr lang="fr-FR" smtClean="0"/>
              <a:t>3- BECAME BLUE OCEAN [ tu crées un océan ]
4- ONE TINY GRAIN OF SAND [ et un seul grain de sable ]
5- TURNING IN YOUR HAND  [ entre tes mains ]</a:t>
            </a:r>
          </a:p>
          <a:p>
            <a:r>
              <a:rPr lang="fr-FR" smtClean="0"/>
              <a:t>6- A WORLD IN MOTION [ devient un monde en mouvement ]
7- YOU'RE OUT BEYOND [ tu es plus loin ]</a:t>
            </a:r>
          </a:p>
          <a:p>
            <a:r>
              <a:rPr lang="fr-FR" smtClean="0"/>
              <a:t>8- THE FURTHEST MORNING STAR [ que les plus lointaines étoiles ]
9- CLOSE ENOUGH TO HOLD ME [ mais assez près pour me tenir ]</a:t>
            </a:r>
          </a:p>
          <a:p>
            <a:r>
              <a:rPr lang="fr-FR" smtClean="0"/>
              <a:t>10- IN YOUR ARMS  [ dans tes bras ]</a:t>
            </a:r>
          </a:p>
          <a:p>
            <a:endParaRPr lang="fr-FR" smtClean="0"/>
          </a:p>
          <a:p>
            <a:r>
              <a:rPr lang="fr-FR" smtClean="0"/>
              <a:t>
11- ADONAI [adonaï ]</a:t>
            </a:r>
          </a:p>
          <a:p>
            <a:r>
              <a:rPr lang="fr-FR" smtClean="0"/>
              <a:t>12- I LIFT UP MY HEART AND I CRY [ je lève mes mains  et je pleure ] 
13- MON ADONAÏ [ my adonai ]
14- YOU ARE THE MAKER OF EACH MOMENT [ auteur de chaque instant ]</a:t>
            </a:r>
          </a:p>
          <a:p>
            <a:r>
              <a:rPr lang="fr-FR" smtClean="0"/>
              <a:t>15- FATHER OF MY HOPE AND FREEDOM  [ père ma liberté, mon espoir ] </a:t>
            </a:r>
          </a:p>
          <a:p>
            <a:r>
              <a:rPr lang="fr-FR" smtClean="0"/>
              <a:t>
16-  OH ! MON ADONAÏ [oh, my adonai ]</a:t>
            </a:r>
          </a:p>
          <a:p>
            <a:endParaRPr lang="fr-FR" smtClean="0"/>
          </a:p>
          <a:p>
            <a:r>
              <a:rPr lang="fr-FR" smtClean="0"/>
              <a:t>
17- ONE TIMID FAITHFUL KNOCK [ un timide battement résonne ]</a:t>
            </a:r>
          </a:p>
          <a:p>
            <a:r>
              <a:rPr lang="fr-FR" smtClean="0"/>
              <a:t>18- RESOUNDS UPON THE ROCK OF AGES [ sur le rocher des âges ]
19- ONE TREMBLING HEART AND SOUL [ et un coeur tout tremblant ]</a:t>
            </a:r>
          </a:p>
          <a:p>
            <a:r>
              <a:rPr lang="fr-FR" smtClean="0"/>
              <a:t>20- BECOMES A SERVANT [ devient un serviteur ]</a:t>
            </a:r>
          </a:p>
          <a:p>
            <a:r>
              <a:rPr lang="fr-FR" smtClean="0"/>
              <a:t>21- BOLD AND COURAGEOUS [ rempli de courage ]</a:t>
            </a:r>
          </a:p>
          <a:p>
            <a:endParaRPr lang="fr-FR" smtClean="0"/>
          </a:p>
          <a:p>
            <a:r>
              <a:rPr lang="fr-FR" smtClean="0"/>
              <a:t>22-  YOU CALL ACROSS THE MOUNTAINS AND THE SEASTU APPELLES À TRAVERS LES MONTAGNES ET LES MERS </a:t>
            </a:r>
          </a:p>
          <a:p>
            <a:r>
              <a:rPr lang="fr-FR" smtClean="0"/>
              <a:t>23- I ANSWER FROM THE DEEPEST PART OF ME JE TE RÉPONDS DU PLUS PROFOND DE MOI </a:t>
            </a:r>
          </a:p>
          <a:p>
            <a:r>
              <a:rPr lang="fr-FR" smtClean="0"/>
              <a:t>
16-  ADONAÏ, JE LÈVE MES MAINS  ET JE PLEURE </a:t>
            </a:r>
          </a:p>
          <a:p>
            <a:r>
              <a:rPr lang="fr-FR" smtClean="0"/>
              <a:t>Adonai, I lift up my heart and I cry
17-  MON ADONAÏ </a:t>
            </a:r>
          </a:p>
          <a:p>
            <a:r>
              <a:rPr lang="fr-FR" smtClean="0"/>
              <a:t>My Adonai
18-  AUTEUR DE CHAQUE INSTANT PÈRE MA LIBERTÉ, MON ESPOIR </a:t>
            </a:r>
          </a:p>
          <a:p>
            <a:r>
              <a:rPr lang="fr-FR" smtClean="0"/>
              <a:t>You are the Maker of each moment, Father of my hope and freedom
19-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20-  OH ! D’ÂGE EN ÂGE  TU RÈGNES EN MAJESTÉ </a:t>
            </a:r>
          </a:p>
          <a:p>
            <a:r>
              <a:rPr lang="fr-FR" smtClean="0"/>
              <a:t>From age to age you reign in Majesty
21-  ET EN MOI  CES MIRACLES TU AS FAITS</a:t>
            </a:r>
          </a:p>
          <a:p>
            <a:r>
              <a:rPr lang="fr-FR" smtClean="0"/>
              <a:t>And today You're making miracles in me</a:t>
            </a:r>
          </a:p>
          <a:p>
            <a:r>
              <a:rPr lang="fr-FR" smtClean="0"/>
              <a:t>
22-  ADONAÏ, JE LÈVE MES MAINS  ET JE PLEURE </a:t>
            </a:r>
          </a:p>
          <a:p>
            <a:r>
              <a:rPr lang="fr-FR" smtClean="0"/>
              <a:t>Adonai, I lift up my heart and I cry
23-  MON ADONAÏ </a:t>
            </a:r>
          </a:p>
          <a:p>
            <a:r>
              <a:rPr lang="fr-FR" smtClean="0"/>
              <a:t>My Adonai
24-  AUTEUR DE CHAQUE INSTANT PÈRE MA LIBERTÉ, MON ESPOIR </a:t>
            </a:r>
          </a:p>
          <a:p>
            <a:r>
              <a:rPr lang="fr-FR" smtClean="0"/>
              <a:t>You are the Maker of each moment, Father of my hope and freedom
25-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val="6333814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ONE SINGLE DROP OF RAIN  [ une seule goutte de pluie ]
2- YOUR SALTY TEAR [ d’une seule de tes larmes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BECAME BLUE OCEAN [ tu crées un océan ]
4- ONE TINY GRAIN OF SAND [ et un seul grain de sable ]
5- TURNING IN YOUR HAND  [ entre tes mains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A WORLD IN MOTION [ devient un monde en mouvement ]
7- YOU'RE OUT BEYOND [ tu es plus loin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THE FURTHEST MORNING STAR [ que les plus lointaines étoiles ]
9- CLOSE ENOUGH TO HOLD ME [ mais assez près pour me tenir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IN YOUR ARMS  [ dans tes bras ]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ADONAI [adonaï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12- I LIFT UP MY HEART AND I CRY [ je lève mes mains  et je pleure ] 
13- MON ADONAÏ [ my adonai ]
14- YOU ARE THE MAKER OF EACH MOMENT [ auteur de chaque instant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FATHER OF MY HOPE AND FREEDOM  [ père ma liberté, mon espoir ]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OH ! MON ADONAÏ [oh, my adonai ]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ONE TIMID FAITHFUL KNOCK [ un timide battement résonne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18- RESOUNDS UPON THE ROCK OF AGES [ sur le rocher des âges ]
19- ONE TREMBLING HEART AND SOUL [ et un coeur tout tremblant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20- BECOMES A SERVANT [ devient un serviteur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21- BOLD AND COURAGEOUS [ rempli de courage ]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22-  YOU CALL ACROSS THE MOUNTAINS AND THE SEASTU APPELLES À TRAVERS LES MONTAGNES ET LES MERS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23- I ANSWER FROM THE DEEPEST PART OF ME JE TE RÉPONDS DU PLUS PROFOND DE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17-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18-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19-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OH ! D’ÂGE EN ÂGE  TU RÈGNES EN MAJESTÉ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age to age you reign in Majesty
21-  ET EN MOI  CES MIRACLES TU AS FAITS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today You're making miracles in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23-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24-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25-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ONE SINGLE DROP OF RAIN  [ une seule goutte de pluie ]
2- YOUR SALTY TEAR [ d’une seule de tes larmes ]</a:t>
            </a:r>
          </a:p>
          <a:p>
            <a:r>
              <a:rPr lang="fr-FR" smtClean="0"/>
              <a:t>3- BECAME BLUE OCEAN [ tu crées un océan ]
4- ONE TINY GRAIN OF SAND [ et un seul grain de sable ]
5- TURNING IN YOUR HAND  [ entre tes mains ]</a:t>
            </a:r>
          </a:p>
          <a:p>
            <a:r>
              <a:rPr lang="fr-FR" smtClean="0"/>
              <a:t>6- A WORLD IN MOTION [ devient un monde en mouvement ]
7- YOU'RE OUT BEYOND [ tu es plus loin ]</a:t>
            </a:r>
          </a:p>
          <a:p>
            <a:r>
              <a:rPr lang="fr-FR" smtClean="0"/>
              <a:t>8- THE FURTHEST MORNING STAR [ que les plus lointaines étoiles ]
9- CLOSE ENOUGH TO HOLD ME [ mais assez près pour me tenir ]</a:t>
            </a:r>
          </a:p>
          <a:p>
            <a:r>
              <a:rPr lang="fr-FR" smtClean="0"/>
              <a:t>10- IN YOUR ARMS  [ dans tes bras ]</a:t>
            </a:r>
          </a:p>
          <a:p>
            <a:endParaRPr lang="fr-FR" smtClean="0"/>
          </a:p>
          <a:p>
            <a:r>
              <a:rPr lang="fr-FR" smtClean="0"/>
              <a:t>
11- ADONAI [adonaï ]</a:t>
            </a:r>
          </a:p>
          <a:p>
            <a:r>
              <a:rPr lang="fr-FR" smtClean="0"/>
              <a:t>12- I LIFT UP MY HEART AND I CRY [ je lève mes mains  et je pleure ] 
13- MON ADONAÏ [ my adonai ]
14- YOU ARE THE MAKER OF EACH MOMENT [ auteur de chaque instant ]</a:t>
            </a:r>
          </a:p>
          <a:p>
            <a:r>
              <a:rPr lang="fr-FR" smtClean="0"/>
              <a:t>15- FATHER OF MY HOPE AND FREEDOM  [ père ma liberté, mon espoir ] </a:t>
            </a:r>
          </a:p>
          <a:p>
            <a:r>
              <a:rPr lang="fr-FR" smtClean="0"/>
              <a:t>
16-  OH ! MON ADONAÏ [oh, my adonai ]</a:t>
            </a:r>
          </a:p>
          <a:p>
            <a:endParaRPr lang="fr-FR" smtClean="0"/>
          </a:p>
          <a:p>
            <a:r>
              <a:rPr lang="fr-FR" smtClean="0"/>
              <a:t>
17- ONE TIMID FAITHFUL KNOCK [ un timide battement résonne ]</a:t>
            </a:r>
          </a:p>
          <a:p>
            <a:r>
              <a:rPr lang="fr-FR" smtClean="0"/>
              <a:t>18- RESOUNDS UPON THE ROCK OF AGES [ sur le rocher des âges ]
19- ONE TREMBLING HEART AND SOUL [ et un coeur tout tremblant ]</a:t>
            </a:r>
          </a:p>
          <a:p>
            <a:r>
              <a:rPr lang="fr-FR" smtClean="0"/>
              <a:t>20- BECOMES A SERVANT [ devient un serviteur ]</a:t>
            </a:r>
          </a:p>
          <a:p>
            <a:r>
              <a:rPr lang="fr-FR" smtClean="0"/>
              <a:t>21- BOLD AND COURAGEOUS [ rempli de courage ]</a:t>
            </a:r>
          </a:p>
          <a:p>
            <a:endParaRPr lang="fr-FR" smtClean="0"/>
          </a:p>
          <a:p>
            <a:r>
              <a:rPr lang="fr-FR" smtClean="0"/>
              <a:t>22-  YOU CALL ACROSS THE MOUNTAINS AND THE SEASTU APPELLES À TRAVERS LES MONTAGNES ET LES MERS </a:t>
            </a:r>
          </a:p>
          <a:p>
            <a:r>
              <a:rPr lang="fr-FR" smtClean="0"/>
              <a:t>23- I ANSWER FROM THE DEEPEST PART OF ME JE TE RÉPONDS DU PLUS PROFOND DE MOI </a:t>
            </a:r>
          </a:p>
          <a:p>
            <a:r>
              <a:rPr lang="fr-FR" smtClean="0"/>
              <a:t>
16-  ADONAÏ, JE LÈVE MES MAINS  ET JE PLEURE </a:t>
            </a:r>
          </a:p>
          <a:p>
            <a:r>
              <a:rPr lang="fr-FR" smtClean="0"/>
              <a:t>Adonai, I lift up my heart and I cry
17-  MON ADONAÏ </a:t>
            </a:r>
          </a:p>
          <a:p>
            <a:r>
              <a:rPr lang="fr-FR" smtClean="0"/>
              <a:t>My Adonai
18-  AUTEUR DE CHAQUE INSTANT PÈRE MA LIBERTÉ, MON ESPOIR </a:t>
            </a:r>
          </a:p>
          <a:p>
            <a:r>
              <a:rPr lang="fr-FR" smtClean="0"/>
              <a:t>You are the Maker of each moment, Father of my hope and freedom
19-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20-  OH ! D’ÂGE EN ÂGE  TU RÈGNES EN MAJESTÉ </a:t>
            </a:r>
          </a:p>
          <a:p>
            <a:r>
              <a:rPr lang="fr-FR" smtClean="0"/>
              <a:t>From age to age you reign in Majesty
21-  ET EN MOI  CES MIRACLES TU AS FAITS</a:t>
            </a:r>
          </a:p>
          <a:p>
            <a:r>
              <a:rPr lang="fr-FR" smtClean="0"/>
              <a:t>And today You're making miracles in me</a:t>
            </a:r>
          </a:p>
          <a:p>
            <a:r>
              <a:rPr lang="fr-FR" smtClean="0"/>
              <a:t>
22-  ADONAÏ, JE LÈVE MES MAINS  ET JE PLEURE </a:t>
            </a:r>
          </a:p>
          <a:p>
            <a:r>
              <a:rPr lang="fr-FR" smtClean="0"/>
              <a:t>Adonai, I lift up my heart and I cry
23-  MON ADONAÏ </a:t>
            </a:r>
          </a:p>
          <a:p>
            <a:r>
              <a:rPr lang="fr-FR" smtClean="0"/>
              <a:t>My Adonai
24-  AUTEUR DE CHAQUE INSTANT PÈRE MA LIBERTÉ, MON ESPOIR </a:t>
            </a:r>
          </a:p>
          <a:p>
            <a:r>
              <a:rPr lang="fr-FR" smtClean="0"/>
              <a:t>You are the Maker of each moment, Father of my hope and freedom
25-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val="33216096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ONE SINGLE DROP OF RAIN  [ une seule goutte de pluie ]
2- YOUR SALTY TEAR [ d’une seule de tes larmes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BECAME BLUE OCEAN [ tu crées un océan ]
4- ONE TINY GRAIN OF SAND [ et un seul grain de sable ]
5- TURNING IN YOUR HAND  [ entre tes mains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A WORLD IN MOTION [ devient un monde en mouvement ]
7- YOU'RE OUT BEYOND [ tu es plus loin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THE FURTHEST MORNING STAR [ que les plus lointaines étoiles ]
9- CLOSE ENOUGH TO HOLD ME [ mais assez près pour me tenir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IN YOUR ARMS  [ dans tes bras ]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ADONAI [adonaï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12- I LIFT UP MY HEART AND I CRY [ je lève mes mains  et je pleure ] 
13- MON ADONAÏ [ my adonai ]
14- YOU ARE THE MAKER OF EACH MOMENT [ auteur de chaque instant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FATHER OF MY HOPE AND FREEDOM  [ père ma liberté, mon espoir ]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OH ! MON ADONAÏ [oh, my adonai ]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ONE TIMID FAITHFUL KNOCK [ un timide battement résonne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18- RESOUNDS UPON THE ROCK OF AGES [ sur le rocher des âges ]
19- ONE TREMBLING HEART AND SOUL [ et un coeur tout tremblant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20- BECOMES A SERVANT [ devient un serviteur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21- BOLD AND COURAGEOUS [ rempli de courage ]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22-  YOU CALL ACROSS THE MOUNTAINS AND THE SEASTU APPELLES À TRAVERS LES MONTAGNES ET LES MERS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23- I ANSWER FROM THE DEEPEST PART OF ME JE TE RÉPONDS DU PLUS PROFOND DE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17-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18-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19-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OH ! D’ÂGE EN ÂGE  TU RÈGNES EN MAJESTÉ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age to age you reign in Majesty
21-  ET EN MOI  CES MIRACLES TU AS FAITS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today You're making miracles in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23-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24-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25-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ONE SINGLE DROP OF RAIN  [ une seule goutte de pluie ]
2- YOUR SALTY TEAR [ d’une seule de tes larmes ]</a:t>
            </a:r>
          </a:p>
          <a:p>
            <a:r>
              <a:rPr lang="fr-FR" smtClean="0"/>
              <a:t>3- BECAME BLUE OCEAN [ tu crées un océan ]
4- ONE TINY GRAIN OF SAND [ et un seul grain de sable ]
5- TURNING IN YOUR HAND  [ entre tes mains ]</a:t>
            </a:r>
          </a:p>
          <a:p>
            <a:r>
              <a:rPr lang="fr-FR" smtClean="0"/>
              <a:t>6- A WORLD IN MOTION [ devient un monde en mouvement ]
7- YOU'RE OUT BEYOND [ tu es plus loin ]</a:t>
            </a:r>
          </a:p>
          <a:p>
            <a:r>
              <a:rPr lang="fr-FR" smtClean="0"/>
              <a:t>8- THE FURTHEST MORNING STAR [ que les plus lointaines étoiles ]
9- CLOSE ENOUGH TO HOLD ME [ mais assez près pour me tenir ]</a:t>
            </a:r>
          </a:p>
          <a:p>
            <a:r>
              <a:rPr lang="fr-FR" smtClean="0"/>
              <a:t>10- IN YOUR ARMS  [ dans tes bras ]</a:t>
            </a:r>
          </a:p>
          <a:p>
            <a:endParaRPr lang="fr-FR" smtClean="0"/>
          </a:p>
          <a:p>
            <a:r>
              <a:rPr lang="fr-FR" smtClean="0"/>
              <a:t>
11- ADONAI [adonaï ]</a:t>
            </a:r>
          </a:p>
          <a:p>
            <a:r>
              <a:rPr lang="fr-FR" smtClean="0"/>
              <a:t>12- I LIFT UP MY HEART AND I CRY [ je lève mes mains  et je pleure ] 
13- MON ADONAÏ [ my adonai ]
14- YOU ARE THE MAKER OF EACH MOMENT [ auteur de chaque instant ]</a:t>
            </a:r>
          </a:p>
          <a:p>
            <a:r>
              <a:rPr lang="fr-FR" smtClean="0"/>
              <a:t>15- FATHER OF MY HOPE AND FREEDOM  [ père ma liberté, mon espoir ] </a:t>
            </a:r>
          </a:p>
          <a:p>
            <a:r>
              <a:rPr lang="fr-FR" smtClean="0"/>
              <a:t>
16-  OH ! MON ADONAÏ [oh, my adonai ]</a:t>
            </a:r>
          </a:p>
          <a:p>
            <a:endParaRPr lang="fr-FR" smtClean="0"/>
          </a:p>
          <a:p>
            <a:r>
              <a:rPr lang="fr-FR" smtClean="0"/>
              <a:t>
17- ONE TIMID FAITHFUL KNOCK [ un timide battement résonne ]</a:t>
            </a:r>
          </a:p>
          <a:p>
            <a:r>
              <a:rPr lang="fr-FR" smtClean="0"/>
              <a:t>18- RESOUNDS UPON THE ROCK OF AGES [ sur le rocher des âges ]
19- ONE TREMBLING HEART AND SOUL [ et un coeur tout tremblant ]</a:t>
            </a:r>
          </a:p>
          <a:p>
            <a:r>
              <a:rPr lang="fr-FR" smtClean="0"/>
              <a:t>20- BECOMES A SERVANT [ devient un serviteur ]</a:t>
            </a:r>
          </a:p>
          <a:p>
            <a:r>
              <a:rPr lang="fr-FR" smtClean="0"/>
              <a:t>21- BOLD AND COURAGEOUS [ rempli de courage ]</a:t>
            </a:r>
          </a:p>
          <a:p>
            <a:endParaRPr lang="fr-FR" smtClean="0"/>
          </a:p>
          <a:p>
            <a:r>
              <a:rPr lang="fr-FR" smtClean="0"/>
              <a:t>22-  YOU CALL ACROSS THE MOUNTAINS AND THE SEASTU APPELLES À TRAVERS LES MONTAGNES ET LES MERS </a:t>
            </a:r>
          </a:p>
          <a:p>
            <a:r>
              <a:rPr lang="fr-FR" smtClean="0"/>
              <a:t>23- I ANSWER FROM THE DEEPEST PART OF ME JE TE RÉPONDS DU PLUS PROFOND DE MOI </a:t>
            </a:r>
          </a:p>
          <a:p>
            <a:r>
              <a:rPr lang="fr-FR" smtClean="0"/>
              <a:t>
16-  ADONAÏ, JE LÈVE MES MAINS  ET JE PLEURE </a:t>
            </a:r>
          </a:p>
          <a:p>
            <a:r>
              <a:rPr lang="fr-FR" smtClean="0"/>
              <a:t>Adonai, I lift up my heart and I cry
17-  MON ADONAÏ </a:t>
            </a:r>
          </a:p>
          <a:p>
            <a:r>
              <a:rPr lang="fr-FR" smtClean="0"/>
              <a:t>My Adonai
18-  AUTEUR DE CHAQUE INSTANT PÈRE MA LIBERTÉ, MON ESPOIR </a:t>
            </a:r>
          </a:p>
          <a:p>
            <a:r>
              <a:rPr lang="fr-FR" smtClean="0"/>
              <a:t>You are the Maker of each moment, Father of my hope and freedom
19-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20-  OH ! D’ÂGE EN ÂGE  TU RÈGNES EN MAJESTÉ </a:t>
            </a:r>
          </a:p>
          <a:p>
            <a:r>
              <a:rPr lang="fr-FR" smtClean="0"/>
              <a:t>From age to age you reign in Majesty
21-  ET EN MOI  CES MIRACLES TU AS FAITS</a:t>
            </a:r>
          </a:p>
          <a:p>
            <a:r>
              <a:rPr lang="fr-FR" smtClean="0"/>
              <a:t>And today You're making miracles in me</a:t>
            </a:r>
          </a:p>
          <a:p>
            <a:r>
              <a:rPr lang="fr-FR" smtClean="0"/>
              <a:t>
22-  ADONAÏ, JE LÈVE MES MAINS  ET JE PLEURE </a:t>
            </a:r>
          </a:p>
          <a:p>
            <a:r>
              <a:rPr lang="fr-FR" smtClean="0"/>
              <a:t>Adonai, I lift up my heart and I cry
23-  MON ADONAÏ </a:t>
            </a:r>
          </a:p>
          <a:p>
            <a:r>
              <a:rPr lang="fr-FR" smtClean="0"/>
              <a:t>My Adonai
24-  AUTEUR DE CHAQUE INSTANT PÈRE MA LIBERTÉ, MON ESPOIR </a:t>
            </a:r>
          </a:p>
          <a:p>
            <a:r>
              <a:rPr lang="fr-FR" smtClean="0"/>
              <a:t>You are the Maker of each moment, Father of my hope and freedom
25-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val="17930096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ONE SINGLE DROP OF RAIN  [ une seule goutte de pluie ]
2- YOUR SALTY TEAR [ d’une seule de tes larmes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BECAME BLUE OCEAN [ tu crées un océan ]
4- ONE TINY GRAIN OF SAND [ et un seul grain de sable ]
5- TURNING IN YOUR HAND  [ entre tes mains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A WORLD IN MOTION [ devient un monde en mouvement ]
7- YOU'RE OUT BEYOND [ tu es plus loin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THE FURTHEST MORNING STAR [ que les plus lointaines étoiles ]
9- CLOSE ENOUGH TO HOLD ME [ mais assez près pour me tenir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IN YOUR ARMS  [ dans tes bras ]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ADONAI [adonaï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12- I LIFT UP MY HEART AND I CRY [ je lève mes mains  et je pleure ] 
13- MON ADONAÏ [ my adonai ]
14- YOU ARE THE MAKER OF EACH MOMENT [ auteur de chaque instant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FATHER OF MY HOPE AND FREEDOM  [ père ma liberté, mon espoir ]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OH ! MON ADONAÏ [oh, my adonai ]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ONE TIMID FAITHFUL KNOCK [ un timide battement résonne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18- RESOUNDS UPON THE ROCK OF AGES [ sur le rocher des âges ]
19- ONE TREMBLING HEART AND SOUL [ et un coeur tout tremblant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20- BECOMES A SERVANT [ devient un serviteur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21- BOLD AND COURAGEOUS [ rempli de courage ]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22-  YOU CALL ACROSS THE MOUNTAINS AND THE SEASTU APPELLES À TRAVERS LES MONTAGNES ET LES MERS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23- I ANSWER FROM THE DEEPEST PART OF ME JE TE RÉPONDS DU PLUS PROFOND DE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17-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18-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19-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OH ! D’ÂGE EN ÂGE  TU RÈGNES EN MAJESTÉ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age to age you reign in Majesty
21-  ET EN MOI  CES MIRACLES TU AS FAITS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today You're making miracles in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23-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24-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25-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ONE SINGLE DROP OF RAIN  [ une seule goutte de pluie ]
2- YOUR SALTY TEAR [ d’une seule de tes larmes ]</a:t>
            </a:r>
          </a:p>
          <a:p>
            <a:r>
              <a:rPr lang="fr-FR" smtClean="0"/>
              <a:t>3- BECAME BLUE OCEAN [ tu crées un océan ]
4- ONE TINY GRAIN OF SAND [ et un seul grain de sable ]
5- TURNING IN YOUR HAND  [ entre tes mains ]</a:t>
            </a:r>
          </a:p>
          <a:p>
            <a:r>
              <a:rPr lang="fr-FR" smtClean="0"/>
              <a:t>6- A WORLD IN MOTION [ devient un monde en mouvement ]
7- YOU'RE OUT BEYOND [ tu es plus loin ]</a:t>
            </a:r>
          </a:p>
          <a:p>
            <a:r>
              <a:rPr lang="fr-FR" smtClean="0"/>
              <a:t>8- THE FURTHEST MORNING STAR [ que les plus lointaines étoiles ]
9- CLOSE ENOUGH TO HOLD ME [ mais assez près pour me tenir ]</a:t>
            </a:r>
          </a:p>
          <a:p>
            <a:r>
              <a:rPr lang="fr-FR" smtClean="0"/>
              <a:t>10- IN YOUR ARMS  [ dans tes bras ]</a:t>
            </a:r>
          </a:p>
          <a:p>
            <a:endParaRPr lang="fr-FR" smtClean="0"/>
          </a:p>
          <a:p>
            <a:r>
              <a:rPr lang="fr-FR" smtClean="0"/>
              <a:t>
11- ADONAI [adonaï ]</a:t>
            </a:r>
          </a:p>
          <a:p>
            <a:r>
              <a:rPr lang="fr-FR" smtClean="0"/>
              <a:t>12- I LIFT UP MY HEART AND I CRY [ je lève mes mains  et je pleure ] 
13- MON ADONAÏ [ my adonai ]
14- YOU ARE THE MAKER OF EACH MOMENT [ auteur de chaque instant ]</a:t>
            </a:r>
          </a:p>
          <a:p>
            <a:r>
              <a:rPr lang="fr-FR" smtClean="0"/>
              <a:t>15- FATHER OF MY HOPE AND FREEDOM  [ père ma liberté, mon espoir ] </a:t>
            </a:r>
          </a:p>
          <a:p>
            <a:r>
              <a:rPr lang="fr-FR" smtClean="0"/>
              <a:t>
16-  OH ! MON ADONAÏ [oh, my adonai ]</a:t>
            </a:r>
          </a:p>
          <a:p>
            <a:endParaRPr lang="fr-FR" smtClean="0"/>
          </a:p>
          <a:p>
            <a:r>
              <a:rPr lang="fr-FR" smtClean="0"/>
              <a:t>
17- ONE TIMID FAITHFUL KNOCK [ un timide battement résonne ]</a:t>
            </a:r>
          </a:p>
          <a:p>
            <a:r>
              <a:rPr lang="fr-FR" smtClean="0"/>
              <a:t>18- RESOUNDS UPON THE ROCK OF AGES [ sur le rocher des âges ]
19- ONE TREMBLING HEART AND SOUL [ et un coeur tout tremblant ]</a:t>
            </a:r>
          </a:p>
          <a:p>
            <a:r>
              <a:rPr lang="fr-FR" smtClean="0"/>
              <a:t>20- BECOMES A SERVANT [ devient un serviteur ]</a:t>
            </a:r>
          </a:p>
          <a:p>
            <a:r>
              <a:rPr lang="fr-FR" smtClean="0"/>
              <a:t>21- BOLD AND COURAGEOUS [ rempli de courage ]</a:t>
            </a:r>
          </a:p>
          <a:p>
            <a:endParaRPr lang="fr-FR" smtClean="0"/>
          </a:p>
          <a:p>
            <a:r>
              <a:rPr lang="fr-FR" smtClean="0"/>
              <a:t>22-  YOU CALL ACROSS THE MOUNTAINS AND THE SEASTU APPELLES À TRAVERS LES MONTAGNES ET LES MERS </a:t>
            </a:r>
          </a:p>
          <a:p>
            <a:r>
              <a:rPr lang="fr-FR" smtClean="0"/>
              <a:t>23- I ANSWER FROM THE DEEPEST PART OF ME JE TE RÉPONDS DU PLUS PROFOND DE MOI </a:t>
            </a:r>
          </a:p>
          <a:p>
            <a:r>
              <a:rPr lang="fr-FR" smtClean="0"/>
              <a:t>
16-  ADONAÏ, JE LÈVE MES MAINS  ET JE PLEURE </a:t>
            </a:r>
          </a:p>
          <a:p>
            <a:r>
              <a:rPr lang="fr-FR" smtClean="0"/>
              <a:t>Adonai, I lift up my heart and I cry
17-  MON ADONAÏ </a:t>
            </a:r>
          </a:p>
          <a:p>
            <a:r>
              <a:rPr lang="fr-FR" smtClean="0"/>
              <a:t>My Adonai
18-  AUTEUR DE CHAQUE INSTANT PÈRE MA LIBERTÉ, MON ESPOIR </a:t>
            </a:r>
          </a:p>
          <a:p>
            <a:r>
              <a:rPr lang="fr-FR" smtClean="0"/>
              <a:t>You are the Maker of each moment, Father of my hope and freedom
19-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20-  OH ! D’ÂGE EN ÂGE  TU RÈGNES EN MAJESTÉ </a:t>
            </a:r>
          </a:p>
          <a:p>
            <a:r>
              <a:rPr lang="fr-FR" smtClean="0"/>
              <a:t>From age to age you reign in Majesty
21-  ET EN MOI  CES MIRACLES TU AS FAITS</a:t>
            </a:r>
          </a:p>
          <a:p>
            <a:r>
              <a:rPr lang="fr-FR" smtClean="0"/>
              <a:t>And today You're making miracles in me</a:t>
            </a:r>
          </a:p>
          <a:p>
            <a:r>
              <a:rPr lang="fr-FR" smtClean="0"/>
              <a:t>
22-  ADONAÏ, JE LÈVE MES MAINS  ET JE PLEURE </a:t>
            </a:r>
          </a:p>
          <a:p>
            <a:r>
              <a:rPr lang="fr-FR" smtClean="0"/>
              <a:t>Adonai, I lift up my heart and I cry
23-  MON ADONAÏ </a:t>
            </a:r>
          </a:p>
          <a:p>
            <a:r>
              <a:rPr lang="fr-FR" smtClean="0"/>
              <a:t>My Adonai
24-  AUTEUR DE CHAQUE INSTANT PÈRE MA LIBERTÉ, MON ESPOIR </a:t>
            </a:r>
          </a:p>
          <a:p>
            <a:r>
              <a:rPr lang="fr-FR" smtClean="0"/>
              <a:t>You are the Maker of each moment, Father of my hope and freedom
25-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val="412993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ONE SINGLE DROP OF RAIN  [ une seule goutte de pluie ]
2- YOUR SALTY TEAR [ d’une seule de tes larmes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BECAME BLUE OCEAN [ tu crées un océan ]
4- ONE TINY GRAIN OF SAND [ et un seul grain de sable ]
5- TURNING IN YOUR HAND  [ entre tes mains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A WORLD IN MOTION [ devient un monde en mouvement ]
7- YOU'RE OUT BEYOND [ tu es plus loin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THE FURTHEST MORNING STAR [ que les plus lointaines étoiles ]
9- CLOSE ENOUGH TO HOLD ME [ mais assez près pour me tenir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IN YOUR ARMS  [ dans tes bras ]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ADONAI [adonaï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12- I LIFT UP MY HEART AND I CRY [ je lève mes mains  et je pleure ] 
13- MON ADONAÏ [ my adonai ]
14- YOU ARE THE MAKER OF EACH MOMENT [ auteur de chaque instant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FATHER OF MY HOPE AND FREEDOM  [ père ma liberté, mon espoir ]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OH ! MON ADONAÏ [oh, my adonai ]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ONE TIMID FAITHFUL KNOCK [ un timide battement résonne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18- RESOUNDS UPON THE ROCK OF AGES [ sur le rocher des âges ]
19- ONE TREMBLING HEART AND SOUL [ et un coeur tout tremblant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20- BECOMES A SERVANT [ devient un serviteur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21- BOLD AND COURAGEOUS [ rempli de courage ]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22-  YOU CALL ACROSS THE MOUNTAINS AND THE SEASTU APPELLES À TRAVERS LES MONTAGNES ET LES MERS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23- I ANSWER FROM THE DEEPEST PART OF ME JE TE RÉPONDS DU PLUS PROFOND DE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17-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18-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19-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OH ! D’ÂGE EN ÂGE  TU RÈGNES EN MAJESTÉ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age to age you reign in Majesty
21-  ET EN MOI  CES MIRACLES TU AS FAITS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today You're making miracles in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23-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24-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25-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ONE SINGLE DROP OF RAIN  [ une seule goutte de pluie ]
2- YOUR SALTY TEAR [ d’une seule de tes larmes ]</a:t>
            </a:r>
          </a:p>
          <a:p>
            <a:r>
              <a:rPr lang="fr-FR" smtClean="0"/>
              <a:t>3- BECAME BLUE OCEAN [ tu crées un océan ]
4- ONE TINY GRAIN OF SAND [ et un seul grain de sable ]
5- TURNING IN YOUR HAND  [ entre tes mains ]</a:t>
            </a:r>
          </a:p>
          <a:p>
            <a:r>
              <a:rPr lang="fr-FR" smtClean="0"/>
              <a:t>6- A WORLD IN MOTION [ devient un monde en mouvement ]
7- YOU'RE OUT BEYOND [ tu es plus loin ]</a:t>
            </a:r>
          </a:p>
          <a:p>
            <a:r>
              <a:rPr lang="fr-FR" smtClean="0"/>
              <a:t>8- THE FURTHEST MORNING STAR [ que les plus lointaines étoiles ]
9- CLOSE ENOUGH TO HOLD ME [ mais assez près pour me tenir ]</a:t>
            </a:r>
          </a:p>
          <a:p>
            <a:r>
              <a:rPr lang="fr-FR" smtClean="0"/>
              <a:t>10- IN YOUR ARMS  [ dans tes bras ]</a:t>
            </a:r>
          </a:p>
          <a:p>
            <a:endParaRPr lang="fr-FR" smtClean="0"/>
          </a:p>
          <a:p>
            <a:r>
              <a:rPr lang="fr-FR" smtClean="0"/>
              <a:t>
11- ADONAI [adonaï ]</a:t>
            </a:r>
          </a:p>
          <a:p>
            <a:r>
              <a:rPr lang="fr-FR" smtClean="0"/>
              <a:t>12- I LIFT UP MY HEART AND I CRY [ je lève mes mains  et je pleure ] 
13- MON ADONAÏ [ my adonai ]
14- YOU ARE THE MAKER OF EACH MOMENT [ auteur de chaque instant ]</a:t>
            </a:r>
          </a:p>
          <a:p>
            <a:r>
              <a:rPr lang="fr-FR" smtClean="0"/>
              <a:t>15- FATHER OF MY HOPE AND FREEDOM  [ père ma liberté, mon espoir ] </a:t>
            </a:r>
          </a:p>
          <a:p>
            <a:r>
              <a:rPr lang="fr-FR" smtClean="0"/>
              <a:t>
16-  OH ! MON ADONAÏ [oh, my adonai ]</a:t>
            </a:r>
          </a:p>
          <a:p>
            <a:endParaRPr lang="fr-FR" smtClean="0"/>
          </a:p>
          <a:p>
            <a:r>
              <a:rPr lang="fr-FR" smtClean="0"/>
              <a:t>
17- ONE TIMID FAITHFUL KNOCK [ un timide battement résonne ]</a:t>
            </a:r>
          </a:p>
          <a:p>
            <a:r>
              <a:rPr lang="fr-FR" smtClean="0"/>
              <a:t>18- RESOUNDS UPON THE ROCK OF AGES [ sur le rocher des âges ]
19- ONE TREMBLING HEART AND SOUL [ et un coeur tout tremblant ]</a:t>
            </a:r>
          </a:p>
          <a:p>
            <a:r>
              <a:rPr lang="fr-FR" smtClean="0"/>
              <a:t>20- BECOMES A SERVANT [ devient un serviteur ]</a:t>
            </a:r>
          </a:p>
          <a:p>
            <a:r>
              <a:rPr lang="fr-FR" smtClean="0"/>
              <a:t>21- BOLD AND COURAGEOUS [ rempli de courage ]</a:t>
            </a:r>
          </a:p>
          <a:p>
            <a:endParaRPr lang="fr-FR" smtClean="0"/>
          </a:p>
          <a:p>
            <a:r>
              <a:rPr lang="fr-FR" smtClean="0"/>
              <a:t>22-  YOU CALL ACROSS THE MOUNTAINS AND THE SEASTU APPELLES À TRAVERS LES MONTAGNES ET LES MERS </a:t>
            </a:r>
          </a:p>
          <a:p>
            <a:r>
              <a:rPr lang="fr-FR" smtClean="0"/>
              <a:t>23- I ANSWER FROM THE DEEPEST PART OF ME JE TE RÉPONDS DU PLUS PROFOND DE MOI </a:t>
            </a:r>
          </a:p>
          <a:p>
            <a:r>
              <a:rPr lang="fr-FR" smtClean="0"/>
              <a:t>
16-  ADONAÏ, JE LÈVE MES MAINS  ET JE PLEURE </a:t>
            </a:r>
          </a:p>
          <a:p>
            <a:r>
              <a:rPr lang="fr-FR" smtClean="0"/>
              <a:t>Adonai, I lift up my heart and I cry
17-  MON ADONAÏ </a:t>
            </a:r>
          </a:p>
          <a:p>
            <a:r>
              <a:rPr lang="fr-FR" smtClean="0"/>
              <a:t>My Adonai
18-  AUTEUR DE CHAQUE INSTANT PÈRE MA LIBERTÉ, MON ESPOIR </a:t>
            </a:r>
          </a:p>
          <a:p>
            <a:r>
              <a:rPr lang="fr-FR" smtClean="0"/>
              <a:t>You are the Maker of each moment, Father of my hope and freedom
19-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20-  OH ! D’ÂGE EN ÂGE  TU RÈGNES EN MAJESTÉ </a:t>
            </a:r>
          </a:p>
          <a:p>
            <a:r>
              <a:rPr lang="fr-FR" smtClean="0"/>
              <a:t>From age to age you reign in Majesty
21-  ET EN MOI  CES MIRACLES TU AS FAITS</a:t>
            </a:r>
          </a:p>
          <a:p>
            <a:r>
              <a:rPr lang="fr-FR" smtClean="0"/>
              <a:t>And today You're making miracles in me</a:t>
            </a:r>
          </a:p>
          <a:p>
            <a:r>
              <a:rPr lang="fr-FR" smtClean="0"/>
              <a:t>
22-  ADONAÏ, JE LÈVE MES MAINS  ET JE PLEURE </a:t>
            </a:r>
          </a:p>
          <a:p>
            <a:r>
              <a:rPr lang="fr-FR" smtClean="0"/>
              <a:t>Adonai, I lift up my heart and I cry
23-  MON ADONAÏ </a:t>
            </a:r>
          </a:p>
          <a:p>
            <a:r>
              <a:rPr lang="fr-FR" smtClean="0"/>
              <a:t>My Adonai
24-  AUTEUR DE CHAQUE INSTANT PÈRE MA LIBERTÉ, MON ESPOIR </a:t>
            </a:r>
          </a:p>
          <a:p>
            <a:r>
              <a:rPr lang="fr-FR" smtClean="0"/>
              <a:t>You are the Maker of each moment, Father of my hope and freedom
25-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val="111325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ONE SINGLE DROP OF RAIN  [ une seule goutte de pluie ]
2- YOUR SALTY TEAR [ d’une seule de tes larmes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BECAME BLUE OCEAN [ tu crées un océan ]
4- ONE TINY GRAIN OF SAND [ et un seul grain de sable ]
5- TURNING IN YOUR HAND  [ entre tes mains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A WORLD IN MOTION [ devient un monde en mouvement ]
7- YOU'RE OUT BEYOND [ tu es plus loin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THE FURTHEST MORNING STAR [ que les plus lointaines étoiles ]
9- CLOSE ENOUGH TO HOLD ME [ mais assez près pour me tenir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IN YOUR ARMS  [ dans tes bras ]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ADONAI [adonaï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12- I LIFT UP MY HEART AND I CRY [ je lève mes mains  et je pleure ] 
13- MON ADONAÏ [ my adonai ]
14- YOU ARE THE MAKER OF EACH MOMENT [ auteur de chaque instant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FATHER OF MY HOPE AND FREEDOM  [ père ma liberté, mon espoir ]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OH ! MON ADONAÏ [oh, my adonai ]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ONE TIMID FAITHFUL KNOCK [ un timide battement résonne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18- RESOUNDS UPON THE ROCK OF AGES [ sur le rocher des âges ]
19- ONE TREMBLING HEART AND SOUL [ et un coeur tout tremblant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20- BECOMES A SERVANT [ devient un serviteur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21- BOLD AND COURAGEOUS [ rempli de courage ]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22-  YOU CALL ACROSS THE MOUNTAINS AND THE SEASTU APPELLES À TRAVERS LES MONTAGNES ET LES MERS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23- I ANSWER FROM THE DEEPEST PART OF ME JE TE RÉPONDS DU PLUS PROFOND DE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17-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18-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19-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OH ! D’ÂGE EN ÂGE  TU RÈGNES EN MAJESTÉ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age to age you reign in Majesty
21-  ET EN MOI  CES MIRACLES TU AS FAITS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today You're making miracles in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23-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24-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25-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ONE SINGLE DROP OF RAIN  [ une seule goutte de pluie ]
2- YOUR SALTY TEAR [ d’une seule de tes larmes ]</a:t>
            </a:r>
          </a:p>
          <a:p>
            <a:r>
              <a:rPr lang="fr-FR" smtClean="0"/>
              <a:t>3- BECAME BLUE OCEAN [ tu crées un océan ]
4- ONE TINY GRAIN OF SAND [ et un seul grain de sable ]
5- TURNING IN YOUR HAND  [ entre tes mains ]</a:t>
            </a:r>
          </a:p>
          <a:p>
            <a:r>
              <a:rPr lang="fr-FR" smtClean="0"/>
              <a:t>6- A WORLD IN MOTION [ devient un monde en mouvement ]
7- YOU'RE OUT BEYOND [ tu es plus loin ]</a:t>
            </a:r>
          </a:p>
          <a:p>
            <a:r>
              <a:rPr lang="fr-FR" smtClean="0"/>
              <a:t>8- THE FURTHEST MORNING STAR [ que les plus lointaines étoiles ]
9- CLOSE ENOUGH TO HOLD ME [ mais assez près pour me tenir ]</a:t>
            </a:r>
          </a:p>
          <a:p>
            <a:r>
              <a:rPr lang="fr-FR" smtClean="0"/>
              <a:t>10- IN YOUR ARMS  [ dans tes bras ]</a:t>
            </a:r>
          </a:p>
          <a:p>
            <a:endParaRPr lang="fr-FR" smtClean="0"/>
          </a:p>
          <a:p>
            <a:r>
              <a:rPr lang="fr-FR" smtClean="0"/>
              <a:t>
11- ADONAI [adonaï ]</a:t>
            </a:r>
          </a:p>
          <a:p>
            <a:r>
              <a:rPr lang="fr-FR" smtClean="0"/>
              <a:t>12- I LIFT UP MY HEART AND I CRY [ je lève mes mains  et je pleure ] 
13- MON ADONAÏ [ my adonai ]
14- YOU ARE THE MAKER OF EACH MOMENT [ auteur de chaque instant ]</a:t>
            </a:r>
          </a:p>
          <a:p>
            <a:r>
              <a:rPr lang="fr-FR" smtClean="0"/>
              <a:t>15- FATHER OF MY HOPE AND FREEDOM  [ père ma liberté, mon espoir ] </a:t>
            </a:r>
          </a:p>
          <a:p>
            <a:r>
              <a:rPr lang="fr-FR" smtClean="0"/>
              <a:t>
16-  OH ! MON ADONAÏ [oh, my adonai ]</a:t>
            </a:r>
          </a:p>
          <a:p>
            <a:endParaRPr lang="fr-FR" smtClean="0"/>
          </a:p>
          <a:p>
            <a:r>
              <a:rPr lang="fr-FR" smtClean="0"/>
              <a:t>
17- ONE TIMID FAITHFUL KNOCK [ un timide battement résonne ]</a:t>
            </a:r>
          </a:p>
          <a:p>
            <a:r>
              <a:rPr lang="fr-FR" smtClean="0"/>
              <a:t>18- RESOUNDS UPON THE ROCK OF AGES [ sur le rocher des âges ]
19- ONE TREMBLING HEART AND SOUL [ et un coeur tout tremblant ]</a:t>
            </a:r>
          </a:p>
          <a:p>
            <a:r>
              <a:rPr lang="fr-FR" smtClean="0"/>
              <a:t>20- BECOMES A SERVANT [ devient un serviteur ]</a:t>
            </a:r>
          </a:p>
          <a:p>
            <a:r>
              <a:rPr lang="fr-FR" smtClean="0"/>
              <a:t>21- BOLD AND COURAGEOUS [ rempli de courage ]</a:t>
            </a:r>
          </a:p>
          <a:p>
            <a:endParaRPr lang="fr-FR" smtClean="0"/>
          </a:p>
          <a:p>
            <a:r>
              <a:rPr lang="fr-FR" smtClean="0"/>
              <a:t>22-  YOU CALL ACROSS THE MOUNTAINS AND THE SEASTU APPELLES À TRAVERS LES MONTAGNES ET LES MERS </a:t>
            </a:r>
          </a:p>
          <a:p>
            <a:r>
              <a:rPr lang="fr-FR" smtClean="0"/>
              <a:t>23- I ANSWER FROM THE DEEPEST PART OF ME JE TE RÉPONDS DU PLUS PROFOND DE MOI </a:t>
            </a:r>
          </a:p>
          <a:p>
            <a:r>
              <a:rPr lang="fr-FR" smtClean="0"/>
              <a:t>
16-  ADONAÏ, JE LÈVE MES MAINS  ET JE PLEURE </a:t>
            </a:r>
          </a:p>
          <a:p>
            <a:r>
              <a:rPr lang="fr-FR" smtClean="0"/>
              <a:t>Adonai, I lift up my heart and I cry
17-  MON ADONAÏ </a:t>
            </a:r>
          </a:p>
          <a:p>
            <a:r>
              <a:rPr lang="fr-FR" smtClean="0"/>
              <a:t>My Adonai
18-  AUTEUR DE CHAQUE INSTANT PÈRE MA LIBERTÉ, MON ESPOIR </a:t>
            </a:r>
          </a:p>
          <a:p>
            <a:r>
              <a:rPr lang="fr-FR" smtClean="0"/>
              <a:t>You are the Maker of each moment, Father of my hope and freedom
19-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20-  OH ! D’ÂGE EN ÂGE  TU RÈGNES EN MAJESTÉ </a:t>
            </a:r>
          </a:p>
          <a:p>
            <a:r>
              <a:rPr lang="fr-FR" smtClean="0"/>
              <a:t>From age to age you reign in Majesty
21-  ET EN MOI  CES MIRACLES TU AS FAITS</a:t>
            </a:r>
          </a:p>
          <a:p>
            <a:r>
              <a:rPr lang="fr-FR" smtClean="0"/>
              <a:t>And today You're making miracles in me</a:t>
            </a:r>
          </a:p>
          <a:p>
            <a:r>
              <a:rPr lang="fr-FR" smtClean="0"/>
              <a:t>
22-  ADONAÏ, JE LÈVE MES MAINS  ET JE PLEURE </a:t>
            </a:r>
          </a:p>
          <a:p>
            <a:r>
              <a:rPr lang="fr-FR" smtClean="0"/>
              <a:t>Adonai, I lift up my heart and I cry
23-  MON ADONAÏ </a:t>
            </a:r>
          </a:p>
          <a:p>
            <a:r>
              <a:rPr lang="fr-FR" smtClean="0"/>
              <a:t>My Adonai
24-  AUTEUR DE CHAQUE INSTANT PÈRE MA LIBERTÉ, MON ESPOIR </a:t>
            </a:r>
          </a:p>
          <a:p>
            <a:r>
              <a:rPr lang="fr-FR" smtClean="0"/>
              <a:t>You are the Maker of each moment, Father of my hope and freedom
25-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val="30798249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ONE SINGLE DROP OF RAIN  [ une seule goutte de pluie ]
2- YOUR SALTY TEAR [ d’une seule de tes larmes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BECAME BLUE OCEAN [ tu crées un océan ]
4- ONE TINY GRAIN OF SAND [ et un seul grain de sable ]
5- TURNING IN YOUR HAND  [ entre tes mains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A WORLD IN MOTION [ devient un monde en mouvement ]
7- YOU'RE OUT BEYOND [ tu es plus loin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THE FURTHEST MORNING STAR [ que les plus lointaines étoiles ]
9- CLOSE ENOUGH TO HOLD ME [ mais assez près pour me tenir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IN YOUR ARMS  [ dans tes bras ]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ADONAI [adonaï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12- I LIFT UP MY HEART AND I CRY [ je lève mes mains  et je pleure ] 
13- MON ADONAÏ [ my adonai ]
14- YOU ARE THE MAKER OF EACH MOMENT [ auteur de chaque instant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FATHER OF MY HOPE AND FREEDOM  [ père ma liberté, mon espoir ]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OH ! MON ADONAÏ [oh, my adonai ]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ONE TIMID FAITHFUL KNOCK [ un timide battement résonne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18- RESOUNDS UPON THE ROCK OF AGES [ sur le rocher des âges ]
19- ONE TREMBLING HEART AND SOUL [ et un coeur tout tremblant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20- BECOMES A SERVANT [ devient un serviteur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21- BOLD AND COURAGEOUS [ rempli de courage ]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22-  YOU CALL ACROSS THE MOUNTAINS AND THE SEASTU APPELLES À TRAVERS LES MONTAGNES ET LES MERS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23- I ANSWER FROM THE DEEPEST PART OF ME JE TE RÉPONDS DU PLUS PROFOND DE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17-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18-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19-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OH ! D’ÂGE EN ÂGE  TU RÈGNES EN MAJESTÉ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age to age you reign in Majesty
21-  ET EN MOI  CES MIRACLES TU AS FAITS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today You're making miracles in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23-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24-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25-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ONE SINGLE DROP OF RAIN  [ une seule goutte de pluie ]
2- YOUR SALTY TEAR [ d’une seule de tes larmes ]</a:t>
            </a:r>
          </a:p>
          <a:p>
            <a:r>
              <a:rPr lang="fr-FR" smtClean="0"/>
              <a:t>3- BECAME BLUE OCEAN [ tu crées un océan ]
4- ONE TINY GRAIN OF SAND [ et un seul grain de sable ]
5- TURNING IN YOUR HAND  [ entre tes mains ]</a:t>
            </a:r>
          </a:p>
          <a:p>
            <a:r>
              <a:rPr lang="fr-FR" smtClean="0"/>
              <a:t>6- A WORLD IN MOTION [ devient un monde en mouvement ]
7- YOU'RE OUT BEYOND [ tu es plus loin ]</a:t>
            </a:r>
          </a:p>
          <a:p>
            <a:r>
              <a:rPr lang="fr-FR" smtClean="0"/>
              <a:t>8- THE FURTHEST MORNING STAR [ que les plus lointaines étoiles ]
9- CLOSE ENOUGH TO HOLD ME [ mais assez près pour me tenir ]</a:t>
            </a:r>
          </a:p>
          <a:p>
            <a:r>
              <a:rPr lang="fr-FR" smtClean="0"/>
              <a:t>10- IN YOUR ARMS  [ dans tes bras ]</a:t>
            </a:r>
          </a:p>
          <a:p>
            <a:endParaRPr lang="fr-FR" smtClean="0"/>
          </a:p>
          <a:p>
            <a:r>
              <a:rPr lang="fr-FR" smtClean="0"/>
              <a:t>
11- ADONAI [adonaï ]</a:t>
            </a:r>
          </a:p>
          <a:p>
            <a:r>
              <a:rPr lang="fr-FR" smtClean="0"/>
              <a:t>12- I LIFT UP MY HEART AND I CRY [ je lève mes mains  et je pleure ] 
13- MON ADONAÏ [ my adonai ]
14- YOU ARE THE MAKER OF EACH MOMENT [ auteur de chaque instant ]</a:t>
            </a:r>
          </a:p>
          <a:p>
            <a:r>
              <a:rPr lang="fr-FR" smtClean="0"/>
              <a:t>15- FATHER OF MY HOPE AND FREEDOM  [ père ma liberté, mon espoir ] </a:t>
            </a:r>
          </a:p>
          <a:p>
            <a:r>
              <a:rPr lang="fr-FR" smtClean="0"/>
              <a:t>
16-  OH ! MON ADONAÏ [oh, my adonai ]</a:t>
            </a:r>
          </a:p>
          <a:p>
            <a:endParaRPr lang="fr-FR" smtClean="0"/>
          </a:p>
          <a:p>
            <a:r>
              <a:rPr lang="fr-FR" smtClean="0"/>
              <a:t>
17- ONE TIMID FAITHFUL KNOCK [ un timide battement résonne ]</a:t>
            </a:r>
          </a:p>
          <a:p>
            <a:r>
              <a:rPr lang="fr-FR" smtClean="0"/>
              <a:t>18- RESOUNDS UPON THE ROCK OF AGES [ sur le rocher des âges ]
19- ONE TREMBLING HEART AND SOUL [ et un coeur tout tremblant ]</a:t>
            </a:r>
          </a:p>
          <a:p>
            <a:r>
              <a:rPr lang="fr-FR" smtClean="0"/>
              <a:t>20- BECOMES A SERVANT [ devient un serviteur ]</a:t>
            </a:r>
          </a:p>
          <a:p>
            <a:r>
              <a:rPr lang="fr-FR" smtClean="0"/>
              <a:t>21- BOLD AND COURAGEOUS [ rempli de courage ]</a:t>
            </a:r>
          </a:p>
          <a:p>
            <a:endParaRPr lang="fr-FR" smtClean="0"/>
          </a:p>
          <a:p>
            <a:r>
              <a:rPr lang="fr-FR" smtClean="0"/>
              <a:t>22-  YOU CALL ACROSS THE MOUNTAINS AND THE SEASTU APPELLES À TRAVERS LES MONTAGNES ET LES MERS </a:t>
            </a:r>
          </a:p>
          <a:p>
            <a:r>
              <a:rPr lang="fr-FR" smtClean="0"/>
              <a:t>23- I ANSWER FROM THE DEEPEST PART OF ME JE TE RÉPONDS DU PLUS PROFOND DE MOI </a:t>
            </a:r>
          </a:p>
          <a:p>
            <a:r>
              <a:rPr lang="fr-FR" smtClean="0"/>
              <a:t>
16-  ADONAÏ, JE LÈVE MES MAINS  ET JE PLEURE </a:t>
            </a:r>
          </a:p>
          <a:p>
            <a:r>
              <a:rPr lang="fr-FR" smtClean="0"/>
              <a:t>Adonai, I lift up my heart and I cry
17-  MON ADONAÏ </a:t>
            </a:r>
          </a:p>
          <a:p>
            <a:r>
              <a:rPr lang="fr-FR" smtClean="0"/>
              <a:t>My Adonai
18-  AUTEUR DE CHAQUE INSTANT PÈRE MA LIBERTÉ, MON ESPOIR </a:t>
            </a:r>
          </a:p>
          <a:p>
            <a:r>
              <a:rPr lang="fr-FR" smtClean="0"/>
              <a:t>You are the Maker of each moment, Father of my hope and freedom
19-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20-  OH ! D’ÂGE EN ÂGE  TU RÈGNES EN MAJESTÉ </a:t>
            </a:r>
          </a:p>
          <a:p>
            <a:r>
              <a:rPr lang="fr-FR" smtClean="0"/>
              <a:t>From age to age you reign in Majesty
21-  ET EN MOI  CES MIRACLES TU AS FAITS</a:t>
            </a:r>
          </a:p>
          <a:p>
            <a:r>
              <a:rPr lang="fr-FR" smtClean="0"/>
              <a:t>And today You're making miracles in me</a:t>
            </a:r>
          </a:p>
          <a:p>
            <a:r>
              <a:rPr lang="fr-FR" smtClean="0"/>
              <a:t>
22-  ADONAÏ, JE LÈVE MES MAINS  ET JE PLEURE </a:t>
            </a:r>
          </a:p>
          <a:p>
            <a:r>
              <a:rPr lang="fr-FR" smtClean="0"/>
              <a:t>Adonai, I lift up my heart and I cry
23-  MON ADONAÏ </a:t>
            </a:r>
          </a:p>
          <a:p>
            <a:r>
              <a:rPr lang="fr-FR" smtClean="0"/>
              <a:t>My Adonai
24-  AUTEUR DE CHAQUE INSTANT PÈRE MA LIBERTÉ, MON ESPOIR </a:t>
            </a:r>
          </a:p>
          <a:p>
            <a:r>
              <a:rPr lang="fr-FR" smtClean="0"/>
              <a:t>You are the Maker of each moment, Father of my hope and freedom
25-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val="4199383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ONE SINGLE DROP OF RAIN  [ une seule goutte de pluie ]
2- YOUR SALTY TEAR [ d’une seule de tes larmes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BECAME BLUE OCEAN [ tu crées un océan ]
4- ONE TINY GRAIN OF SAND [ et un seul grain de sable ]
5- TURNING IN YOUR HAND  [ entre tes mains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A WORLD IN MOTION [ devient un monde en mouvement ]
7- YOU'RE OUT BEYOND [ tu es plus loin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THE FURTHEST MORNING STAR [ que les plus lointaines étoiles ]
9- CLOSE ENOUGH TO HOLD ME [ mais assez près pour me tenir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IN YOUR ARMS  [ dans tes bras ]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ADONAI [adonaï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12- I LIFT UP MY HEART AND I CRY [ je lève mes mains  et je pleure ] 
13- MON ADONAÏ [ my adonai ]
14- YOU ARE THE MAKER OF EACH MOMENT [ auteur de chaque instant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FATHER OF MY HOPE AND FREEDOM  [ père ma liberté, mon espoir ]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OH ! MON ADONAÏ [oh, my adonai ]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ONE TIMID FAITHFUL KNOCK [ un timide battement résonne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18- RESOUNDS UPON THE ROCK OF AGES [ sur le rocher des âges ]
19- ONE TREMBLING HEART AND SOUL [ et un coeur tout tremblant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20- BECOMES A SERVANT [ devient un serviteur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21- BOLD AND COURAGEOUS [ rempli de courage ]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22-  YOU CALL ACROSS THE MOUNTAINS AND THE SEASTU APPELLES À TRAVERS LES MONTAGNES ET LES MERS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23- I ANSWER FROM THE DEEPEST PART OF ME JE TE RÉPONDS DU PLUS PROFOND DE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17-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18-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19-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OH ! D’ÂGE EN ÂGE  TU RÈGNES EN MAJESTÉ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age to age you reign in Majesty
21-  ET EN MOI  CES MIRACLES TU AS FAITS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today You're making miracles in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23-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24-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25-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ONE SINGLE DROP OF RAIN  [ une seule goutte de pluie ]
2- YOUR SALTY TEAR [ d’une seule de tes larmes ]</a:t>
            </a:r>
          </a:p>
          <a:p>
            <a:r>
              <a:rPr lang="fr-FR" smtClean="0"/>
              <a:t>3- BECAME BLUE OCEAN [ tu crées un océan ]
4- ONE TINY GRAIN OF SAND [ et un seul grain de sable ]
5- TURNING IN YOUR HAND  [ entre tes mains ]</a:t>
            </a:r>
          </a:p>
          <a:p>
            <a:r>
              <a:rPr lang="fr-FR" smtClean="0"/>
              <a:t>6- A WORLD IN MOTION [ devient un monde en mouvement ]
7- YOU'RE OUT BEYOND [ tu es plus loin ]</a:t>
            </a:r>
          </a:p>
          <a:p>
            <a:r>
              <a:rPr lang="fr-FR" smtClean="0"/>
              <a:t>8- THE FURTHEST MORNING STAR [ que les plus lointaines étoiles ]
9- CLOSE ENOUGH TO HOLD ME [ mais assez près pour me tenir ]</a:t>
            </a:r>
          </a:p>
          <a:p>
            <a:r>
              <a:rPr lang="fr-FR" smtClean="0"/>
              <a:t>10- IN YOUR ARMS  [ dans tes bras ]</a:t>
            </a:r>
          </a:p>
          <a:p>
            <a:endParaRPr lang="fr-FR" smtClean="0"/>
          </a:p>
          <a:p>
            <a:r>
              <a:rPr lang="fr-FR" smtClean="0"/>
              <a:t>
11- ADONAI [adonaï ]</a:t>
            </a:r>
          </a:p>
          <a:p>
            <a:r>
              <a:rPr lang="fr-FR" smtClean="0"/>
              <a:t>12- I LIFT UP MY HEART AND I CRY [ je lève mes mains  et je pleure ] 
13- MON ADONAÏ [ my adonai ]
14- YOU ARE THE MAKER OF EACH MOMENT [ auteur de chaque instant ]</a:t>
            </a:r>
          </a:p>
          <a:p>
            <a:r>
              <a:rPr lang="fr-FR" smtClean="0"/>
              <a:t>15- FATHER OF MY HOPE AND FREEDOM  [ père ma liberté, mon espoir ] </a:t>
            </a:r>
          </a:p>
          <a:p>
            <a:r>
              <a:rPr lang="fr-FR" smtClean="0"/>
              <a:t>
16-  OH ! MON ADONAÏ [oh, my adonai ]</a:t>
            </a:r>
          </a:p>
          <a:p>
            <a:endParaRPr lang="fr-FR" smtClean="0"/>
          </a:p>
          <a:p>
            <a:r>
              <a:rPr lang="fr-FR" smtClean="0"/>
              <a:t>
17- ONE TIMID FAITHFUL KNOCK [ un timide battement résonne ]</a:t>
            </a:r>
          </a:p>
          <a:p>
            <a:r>
              <a:rPr lang="fr-FR" smtClean="0"/>
              <a:t>18- RESOUNDS UPON THE ROCK OF AGES [ sur le rocher des âges ]
19- ONE TREMBLING HEART AND SOUL [ et un coeur tout tremblant ]</a:t>
            </a:r>
          </a:p>
          <a:p>
            <a:r>
              <a:rPr lang="fr-FR" smtClean="0"/>
              <a:t>20- BECOMES A SERVANT [ devient un serviteur ]</a:t>
            </a:r>
          </a:p>
          <a:p>
            <a:r>
              <a:rPr lang="fr-FR" smtClean="0"/>
              <a:t>21- BOLD AND COURAGEOUS [ rempli de courage ]</a:t>
            </a:r>
          </a:p>
          <a:p>
            <a:endParaRPr lang="fr-FR" smtClean="0"/>
          </a:p>
          <a:p>
            <a:r>
              <a:rPr lang="fr-FR" smtClean="0"/>
              <a:t>22-  YOU CALL ACROSS THE MOUNTAINS AND THE SEASTU APPELLES À TRAVERS LES MONTAGNES ET LES MERS </a:t>
            </a:r>
          </a:p>
          <a:p>
            <a:r>
              <a:rPr lang="fr-FR" smtClean="0"/>
              <a:t>23- I ANSWER FROM THE DEEPEST PART OF ME JE TE RÉPONDS DU PLUS PROFOND DE MOI </a:t>
            </a:r>
          </a:p>
          <a:p>
            <a:r>
              <a:rPr lang="fr-FR" smtClean="0"/>
              <a:t>
16-  ADONAÏ, JE LÈVE MES MAINS  ET JE PLEURE </a:t>
            </a:r>
          </a:p>
          <a:p>
            <a:r>
              <a:rPr lang="fr-FR" smtClean="0"/>
              <a:t>Adonai, I lift up my heart and I cry
17-  MON ADONAÏ </a:t>
            </a:r>
          </a:p>
          <a:p>
            <a:r>
              <a:rPr lang="fr-FR" smtClean="0"/>
              <a:t>My Adonai
18-  AUTEUR DE CHAQUE INSTANT PÈRE MA LIBERTÉ, MON ESPOIR </a:t>
            </a:r>
          </a:p>
          <a:p>
            <a:r>
              <a:rPr lang="fr-FR" smtClean="0"/>
              <a:t>You are the Maker of each moment, Father of my hope and freedom
19-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20-  OH ! D’ÂGE EN ÂGE  TU RÈGNES EN MAJESTÉ </a:t>
            </a:r>
          </a:p>
          <a:p>
            <a:r>
              <a:rPr lang="fr-FR" smtClean="0"/>
              <a:t>From age to age you reign in Majesty
21-  ET EN MOI  CES MIRACLES TU AS FAITS</a:t>
            </a:r>
          </a:p>
          <a:p>
            <a:r>
              <a:rPr lang="fr-FR" smtClean="0"/>
              <a:t>And today You're making miracles in me</a:t>
            </a:r>
          </a:p>
          <a:p>
            <a:r>
              <a:rPr lang="fr-FR" smtClean="0"/>
              <a:t>
22-  ADONAÏ, JE LÈVE MES MAINS  ET JE PLEURE </a:t>
            </a:r>
          </a:p>
          <a:p>
            <a:r>
              <a:rPr lang="fr-FR" smtClean="0"/>
              <a:t>Adonai, I lift up my heart and I cry
23-  MON ADONAÏ </a:t>
            </a:r>
          </a:p>
          <a:p>
            <a:r>
              <a:rPr lang="fr-FR" smtClean="0"/>
              <a:t>My Adonai
24-  AUTEUR DE CHAQUE INSTANT PÈRE MA LIBERTÉ, MON ESPOIR </a:t>
            </a:r>
          </a:p>
          <a:p>
            <a:r>
              <a:rPr lang="fr-FR" smtClean="0"/>
              <a:t>You are the Maker of each moment, Father of my hope and freedom
25-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val="435001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ONE SINGLE DROP OF RAIN  [ une seule goutte de pluie ]
2- YOUR SALTY TEAR [ d’une seule de tes larmes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BECAME BLUE OCEAN [ tu crées un océan ]
4- ONE TINY GRAIN OF SAND [ et un seul grain de sable ]
5- TURNING IN YOUR HAND  [ entre tes mains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A WORLD IN MOTION [ devient un monde en mouvement ]
7- YOU'RE OUT BEYOND [ tu es plus loin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THE FURTHEST MORNING STAR [ que les plus lointaines étoiles ]
9- CLOSE ENOUGH TO HOLD ME [ mais assez près pour me tenir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IN YOUR ARMS  [ dans tes bras ]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ADONAI [adonaï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12- I LIFT UP MY HEART AND I CRY [ je lève mes mains  et je pleure ] 
13- MON ADONAÏ [ my adonai ]
14- YOU ARE THE MAKER OF EACH MOMENT [ auteur de chaque instant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FATHER OF MY HOPE AND FREEDOM  [ père ma liberté, mon espoir ]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OH ! MON ADONAÏ [oh, my adonai ]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ONE TIMID FAITHFUL KNOCK [ un timide battement résonne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18- RESOUNDS UPON THE ROCK OF AGES [ sur le rocher des âges ]
19- ONE TREMBLING HEART AND SOUL [ et un coeur tout tremblant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20- BECOMES A SERVANT [ devient un serviteur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21- BOLD AND COURAGEOUS [ rempli de courage ]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22-  YOU CALL ACROSS THE MOUNTAINS AND THE SEASTU APPELLES À TRAVERS LES MONTAGNES ET LES MERS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23- I ANSWER FROM THE DEEPEST PART OF ME JE TE RÉPONDS DU PLUS PROFOND DE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17-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18-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19-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OH ! D’ÂGE EN ÂGE  TU RÈGNES EN MAJESTÉ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age to age you reign in Majesty
21-  ET EN MOI  CES MIRACLES TU AS FAITS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today You're making miracles in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23-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24-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25-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ONE SINGLE DROP OF RAIN  [ une seule goutte de pluie ]
2- YOUR SALTY TEAR [ d’une seule de tes larmes ]</a:t>
            </a:r>
          </a:p>
          <a:p>
            <a:r>
              <a:rPr lang="fr-FR" smtClean="0"/>
              <a:t>3- BECAME BLUE OCEAN [ tu crées un océan ]
4- ONE TINY GRAIN OF SAND [ et un seul grain de sable ]
5- TURNING IN YOUR HAND  [ entre tes mains ]</a:t>
            </a:r>
          </a:p>
          <a:p>
            <a:r>
              <a:rPr lang="fr-FR" smtClean="0"/>
              <a:t>6- A WORLD IN MOTION [ devient un monde en mouvement ]
7- YOU'RE OUT BEYOND [ tu es plus loin ]</a:t>
            </a:r>
          </a:p>
          <a:p>
            <a:r>
              <a:rPr lang="fr-FR" smtClean="0"/>
              <a:t>8- THE FURTHEST MORNING STAR [ que les plus lointaines étoiles ]
9- CLOSE ENOUGH TO HOLD ME [ mais assez près pour me tenir ]</a:t>
            </a:r>
          </a:p>
          <a:p>
            <a:r>
              <a:rPr lang="fr-FR" smtClean="0"/>
              <a:t>10- IN YOUR ARMS  [ dans tes bras ]</a:t>
            </a:r>
          </a:p>
          <a:p>
            <a:endParaRPr lang="fr-FR" smtClean="0"/>
          </a:p>
          <a:p>
            <a:r>
              <a:rPr lang="fr-FR" smtClean="0"/>
              <a:t>
11- ADONAI [adonaï ]</a:t>
            </a:r>
          </a:p>
          <a:p>
            <a:r>
              <a:rPr lang="fr-FR" smtClean="0"/>
              <a:t>12- I LIFT UP MY HEART AND I CRY [ je lève mes mains  et je pleure ] 
13- MON ADONAÏ [ my adonai ]
14- YOU ARE THE MAKER OF EACH MOMENT [ auteur de chaque instant ]</a:t>
            </a:r>
          </a:p>
          <a:p>
            <a:r>
              <a:rPr lang="fr-FR" smtClean="0"/>
              <a:t>15- FATHER OF MY HOPE AND FREEDOM  [ père ma liberté, mon espoir ] </a:t>
            </a:r>
          </a:p>
          <a:p>
            <a:r>
              <a:rPr lang="fr-FR" smtClean="0"/>
              <a:t>
16-  OH ! MON ADONAÏ [oh, my adonai ]</a:t>
            </a:r>
          </a:p>
          <a:p>
            <a:endParaRPr lang="fr-FR" smtClean="0"/>
          </a:p>
          <a:p>
            <a:r>
              <a:rPr lang="fr-FR" smtClean="0"/>
              <a:t>
17- ONE TIMID FAITHFUL KNOCK [ un timide battement résonne ]</a:t>
            </a:r>
          </a:p>
          <a:p>
            <a:r>
              <a:rPr lang="fr-FR" smtClean="0"/>
              <a:t>18- RESOUNDS UPON THE ROCK OF AGES [ sur le rocher des âges ]
19- ONE TREMBLING HEART AND SOUL [ et un coeur tout tremblant ]</a:t>
            </a:r>
          </a:p>
          <a:p>
            <a:r>
              <a:rPr lang="fr-FR" smtClean="0"/>
              <a:t>20- BECOMES A SERVANT [ devient un serviteur ]</a:t>
            </a:r>
          </a:p>
          <a:p>
            <a:r>
              <a:rPr lang="fr-FR" smtClean="0"/>
              <a:t>21- BOLD AND COURAGEOUS [ rempli de courage ]</a:t>
            </a:r>
          </a:p>
          <a:p>
            <a:endParaRPr lang="fr-FR" smtClean="0"/>
          </a:p>
          <a:p>
            <a:r>
              <a:rPr lang="fr-FR" smtClean="0"/>
              <a:t>22-  YOU CALL ACROSS THE MOUNTAINS AND THE SEASTU APPELLES À TRAVERS LES MONTAGNES ET LES MERS </a:t>
            </a:r>
          </a:p>
          <a:p>
            <a:r>
              <a:rPr lang="fr-FR" smtClean="0"/>
              <a:t>23- I ANSWER FROM THE DEEPEST PART OF ME JE TE RÉPONDS DU PLUS PROFOND DE MOI </a:t>
            </a:r>
          </a:p>
          <a:p>
            <a:r>
              <a:rPr lang="fr-FR" smtClean="0"/>
              <a:t>
16-  ADONAÏ, JE LÈVE MES MAINS  ET JE PLEURE </a:t>
            </a:r>
          </a:p>
          <a:p>
            <a:r>
              <a:rPr lang="fr-FR" smtClean="0"/>
              <a:t>Adonai, I lift up my heart and I cry
17-  MON ADONAÏ </a:t>
            </a:r>
          </a:p>
          <a:p>
            <a:r>
              <a:rPr lang="fr-FR" smtClean="0"/>
              <a:t>My Adonai
18-  AUTEUR DE CHAQUE INSTANT PÈRE MA LIBERTÉ, MON ESPOIR </a:t>
            </a:r>
          </a:p>
          <a:p>
            <a:r>
              <a:rPr lang="fr-FR" smtClean="0"/>
              <a:t>You are the Maker of each moment, Father of my hope and freedom
19-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20-  OH ! D’ÂGE EN ÂGE  TU RÈGNES EN MAJESTÉ </a:t>
            </a:r>
          </a:p>
          <a:p>
            <a:r>
              <a:rPr lang="fr-FR" smtClean="0"/>
              <a:t>From age to age you reign in Majesty
21-  ET EN MOI  CES MIRACLES TU AS FAITS</a:t>
            </a:r>
          </a:p>
          <a:p>
            <a:r>
              <a:rPr lang="fr-FR" smtClean="0"/>
              <a:t>And today You're making miracles in me</a:t>
            </a:r>
          </a:p>
          <a:p>
            <a:r>
              <a:rPr lang="fr-FR" smtClean="0"/>
              <a:t>
22-  ADONAÏ, JE LÈVE MES MAINS  ET JE PLEURE </a:t>
            </a:r>
          </a:p>
          <a:p>
            <a:r>
              <a:rPr lang="fr-FR" smtClean="0"/>
              <a:t>Adonai, I lift up my heart and I cry
23-  MON ADONAÏ </a:t>
            </a:r>
          </a:p>
          <a:p>
            <a:r>
              <a:rPr lang="fr-FR" smtClean="0"/>
              <a:t>My Adonai
24-  AUTEUR DE CHAQUE INSTANT PÈRE MA LIBERTÉ, MON ESPOIR </a:t>
            </a:r>
          </a:p>
          <a:p>
            <a:r>
              <a:rPr lang="fr-FR" smtClean="0"/>
              <a:t>You are the Maker of each moment, Father of my hope and freedom
25-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val="30880187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ONE SINGLE DROP OF RAIN  [ une seule goutte de pluie ]
2- YOUR SALTY TEAR [ d’une seule de tes larmes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BECAME BLUE OCEAN [ tu crées un océan ]
4- ONE TINY GRAIN OF SAND [ et un seul grain de sable ]
5- TURNING IN YOUR HAND  [ entre tes mains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A WORLD IN MOTION [ devient un monde en mouvement ]
7- YOU'RE OUT BEYOND [ tu es plus loin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THE FURTHEST MORNING STAR [ que les plus lointaines étoiles ]
9- CLOSE ENOUGH TO HOLD ME [ mais assez près pour me tenir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IN YOUR ARMS  [ dans tes bras ]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ADONAI [adonaï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12- I LIFT UP MY HEART AND I CRY [ je lève mes mains  et je pleure ] 
13- MON ADONAÏ [ my adonai ]
14- YOU ARE THE MAKER OF EACH MOMENT [ auteur de chaque instant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FATHER OF MY HOPE AND FREEDOM  [ père ma liberté, mon espoir ]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OH ! MON ADONAÏ [oh, my adonai ]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ONE TIMID FAITHFUL KNOCK [ un timide battement résonne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18- RESOUNDS UPON THE ROCK OF AGES [ sur le rocher des âges ]
19- ONE TREMBLING HEART AND SOUL [ et un coeur tout tremblant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20- BECOMES A SERVANT [ devient un serviteur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21- BOLD AND COURAGEOUS [ rempli de courage ]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22-  YOU CALL ACROSS THE MOUNTAINS AND THE SEASTU APPELLES À TRAVERS LES MONTAGNES ET LES MERS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23- I ANSWER FROM THE DEEPEST PART OF ME JE TE RÉPONDS DU PLUS PROFOND DE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17-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18-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19-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OH ! D’ÂGE EN ÂGE  TU RÈGNES EN MAJESTÉ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age to age you reign in Majesty
21-  ET EN MOI  CES MIRACLES TU AS FAITS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today You're making miracles in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23-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24-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25-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ONE SINGLE DROP OF RAIN  [ une seule goutte de pluie ]
2- YOUR SALTY TEAR [ d’une seule de tes larmes ]</a:t>
            </a:r>
          </a:p>
          <a:p>
            <a:r>
              <a:rPr lang="fr-FR" smtClean="0"/>
              <a:t>3- BECAME BLUE OCEAN [ tu crées un océan ]
4- ONE TINY GRAIN OF SAND [ et un seul grain de sable ]
5- TURNING IN YOUR HAND  [ entre tes mains ]</a:t>
            </a:r>
          </a:p>
          <a:p>
            <a:r>
              <a:rPr lang="fr-FR" smtClean="0"/>
              <a:t>6- A WORLD IN MOTION [ devient un monde en mouvement ]
7- YOU'RE OUT BEYOND [ tu es plus loin ]</a:t>
            </a:r>
          </a:p>
          <a:p>
            <a:r>
              <a:rPr lang="fr-FR" smtClean="0"/>
              <a:t>8- THE FURTHEST MORNING STAR [ que les plus lointaines étoiles ]
9- CLOSE ENOUGH TO HOLD ME [ mais assez près pour me tenir ]</a:t>
            </a:r>
          </a:p>
          <a:p>
            <a:r>
              <a:rPr lang="fr-FR" smtClean="0"/>
              <a:t>10- IN YOUR ARMS  [ dans tes bras ]</a:t>
            </a:r>
          </a:p>
          <a:p>
            <a:endParaRPr lang="fr-FR" smtClean="0"/>
          </a:p>
          <a:p>
            <a:r>
              <a:rPr lang="fr-FR" smtClean="0"/>
              <a:t>
11- ADONAI [adonaï ]</a:t>
            </a:r>
          </a:p>
          <a:p>
            <a:r>
              <a:rPr lang="fr-FR" smtClean="0"/>
              <a:t>12- I LIFT UP MY HEART AND I CRY [ je lève mes mains  et je pleure ] 
13- MON ADONAÏ [ my adonai ]
14- YOU ARE THE MAKER OF EACH MOMENT [ auteur de chaque instant ]</a:t>
            </a:r>
          </a:p>
          <a:p>
            <a:r>
              <a:rPr lang="fr-FR" smtClean="0"/>
              <a:t>15- FATHER OF MY HOPE AND FREEDOM  [ père ma liberté, mon espoir ] </a:t>
            </a:r>
          </a:p>
          <a:p>
            <a:r>
              <a:rPr lang="fr-FR" smtClean="0"/>
              <a:t>
16-  OH ! MON ADONAÏ [oh, my adonai ]</a:t>
            </a:r>
          </a:p>
          <a:p>
            <a:endParaRPr lang="fr-FR" smtClean="0"/>
          </a:p>
          <a:p>
            <a:r>
              <a:rPr lang="fr-FR" smtClean="0"/>
              <a:t>
17- ONE TIMID FAITHFUL KNOCK [ un timide battement résonne ]</a:t>
            </a:r>
          </a:p>
          <a:p>
            <a:r>
              <a:rPr lang="fr-FR" smtClean="0"/>
              <a:t>18- RESOUNDS UPON THE ROCK OF AGES [ sur le rocher des âges ]
19- ONE TREMBLING HEART AND SOUL [ et un coeur tout tremblant ]</a:t>
            </a:r>
          </a:p>
          <a:p>
            <a:r>
              <a:rPr lang="fr-FR" smtClean="0"/>
              <a:t>20- BECOMES A SERVANT [ devient un serviteur ]</a:t>
            </a:r>
          </a:p>
          <a:p>
            <a:r>
              <a:rPr lang="fr-FR" smtClean="0"/>
              <a:t>21- BOLD AND COURAGEOUS [ rempli de courage ]</a:t>
            </a:r>
          </a:p>
          <a:p>
            <a:endParaRPr lang="fr-FR" smtClean="0"/>
          </a:p>
          <a:p>
            <a:r>
              <a:rPr lang="fr-FR" smtClean="0"/>
              <a:t>22-  YOU CALL ACROSS THE MOUNTAINS AND THE SEASTU APPELLES À TRAVERS LES MONTAGNES ET LES MERS </a:t>
            </a:r>
          </a:p>
          <a:p>
            <a:r>
              <a:rPr lang="fr-FR" smtClean="0"/>
              <a:t>23- I ANSWER FROM THE DEEPEST PART OF ME JE TE RÉPONDS DU PLUS PROFOND DE MOI </a:t>
            </a:r>
          </a:p>
          <a:p>
            <a:r>
              <a:rPr lang="fr-FR" smtClean="0"/>
              <a:t>
16-  ADONAÏ, JE LÈVE MES MAINS  ET JE PLEURE </a:t>
            </a:r>
          </a:p>
          <a:p>
            <a:r>
              <a:rPr lang="fr-FR" smtClean="0"/>
              <a:t>Adonai, I lift up my heart and I cry
17-  MON ADONAÏ </a:t>
            </a:r>
          </a:p>
          <a:p>
            <a:r>
              <a:rPr lang="fr-FR" smtClean="0"/>
              <a:t>My Adonai
18-  AUTEUR DE CHAQUE INSTANT PÈRE MA LIBERTÉ, MON ESPOIR </a:t>
            </a:r>
          </a:p>
          <a:p>
            <a:r>
              <a:rPr lang="fr-FR" smtClean="0"/>
              <a:t>You are the Maker of each moment, Father of my hope and freedom
19-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20-  OH ! D’ÂGE EN ÂGE  TU RÈGNES EN MAJESTÉ </a:t>
            </a:r>
          </a:p>
          <a:p>
            <a:r>
              <a:rPr lang="fr-FR" smtClean="0"/>
              <a:t>From age to age you reign in Majesty
21-  ET EN MOI  CES MIRACLES TU AS FAITS</a:t>
            </a:r>
          </a:p>
          <a:p>
            <a:r>
              <a:rPr lang="fr-FR" smtClean="0"/>
              <a:t>And today You're making miracles in me</a:t>
            </a:r>
          </a:p>
          <a:p>
            <a:r>
              <a:rPr lang="fr-FR" smtClean="0"/>
              <a:t>
22-  ADONAÏ, JE LÈVE MES MAINS  ET JE PLEURE </a:t>
            </a:r>
          </a:p>
          <a:p>
            <a:r>
              <a:rPr lang="fr-FR" smtClean="0"/>
              <a:t>Adonai, I lift up my heart and I cry
23-  MON ADONAÏ </a:t>
            </a:r>
          </a:p>
          <a:p>
            <a:r>
              <a:rPr lang="fr-FR" smtClean="0"/>
              <a:t>My Adonai
24-  AUTEUR DE CHAQUE INSTANT PÈRE MA LIBERTÉ, MON ESPOIR </a:t>
            </a:r>
          </a:p>
          <a:p>
            <a:r>
              <a:rPr lang="fr-FR" smtClean="0"/>
              <a:t>You are the Maker of each moment, Father of my hope and freedom
25-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val="172672391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ONE SINGLE DROP OF RAIN  [ une seule goutte de pluie ]
2- YOUR SALTY TEAR [ d’une seule de tes larmes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BECAME BLUE OCEAN [ tu crées un océan ]
4- ONE TINY GRAIN OF SAND [ et un seul grain de sable ]
5- TURNING IN YOUR HAND  [ entre tes mains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A WORLD IN MOTION [ devient un monde en mouvement ]
7- YOU'RE OUT BEYOND [ tu es plus loin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THE FURTHEST MORNING STAR [ que les plus lointaines étoiles ]
9- CLOSE ENOUGH TO HOLD ME [ mais assez près pour me tenir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IN YOUR ARMS  [ dans tes bras ]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ADONAI [adonaï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12- I LIFT UP MY HEART AND I CRY [ je lève mes mains  et je pleure ] 
13- MON ADONAÏ [ my adonai ]
14- YOU ARE THE MAKER OF EACH MOMENT [ auteur de chaque instant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FATHER OF MY HOPE AND FREEDOM  [ père ma liberté, mon espoir ]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OH ! MON ADONAÏ [oh, my adonai ]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ONE TIMID FAITHFUL KNOCK [ un timide battement résonne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18- RESOUNDS UPON THE ROCK OF AGES [ sur le rocher des âges ]
19- ONE TREMBLING HEART AND SOUL [ et un coeur tout tremblant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20- BECOMES A SERVANT [ devient un serviteur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21- BOLD AND COURAGEOUS [ rempli de courage ]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22-  YOU CALL ACROSS THE MOUNTAINS AND THE SEASTU APPELLES À TRAVERS LES MONTAGNES ET LES MERS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23- I ANSWER FROM THE DEEPEST PART OF ME JE TE RÉPONDS DU PLUS PROFOND DE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17-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18-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19-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OH ! D’ÂGE EN ÂGE  TU RÈGNES EN MAJESTÉ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age to age you reign in Majesty
21-  ET EN MOI  CES MIRACLES TU AS FAITS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today You're making miracles in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23-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24-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25-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ONE SINGLE DROP OF RAIN  [ une seule goutte de pluie ]
2- YOUR SALTY TEAR [ d’une seule de tes larmes ]</a:t>
            </a:r>
          </a:p>
          <a:p>
            <a:r>
              <a:rPr lang="fr-FR" smtClean="0"/>
              <a:t>3- BECAME BLUE OCEAN [ tu crées un océan ]
4- ONE TINY GRAIN OF SAND [ et un seul grain de sable ]
5- TURNING IN YOUR HAND  [ entre tes mains ]</a:t>
            </a:r>
          </a:p>
          <a:p>
            <a:r>
              <a:rPr lang="fr-FR" smtClean="0"/>
              <a:t>6- A WORLD IN MOTION [ devient un monde en mouvement ]
7- YOU'RE OUT BEYOND [ tu es plus loin ]</a:t>
            </a:r>
          </a:p>
          <a:p>
            <a:r>
              <a:rPr lang="fr-FR" smtClean="0"/>
              <a:t>8- THE FURTHEST MORNING STAR [ que les plus lointaines étoiles ]
9- CLOSE ENOUGH TO HOLD ME [ mais assez près pour me tenir ]</a:t>
            </a:r>
          </a:p>
          <a:p>
            <a:r>
              <a:rPr lang="fr-FR" smtClean="0"/>
              <a:t>10- IN YOUR ARMS  [ dans tes bras ]</a:t>
            </a:r>
          </a:p>
          <a:p>
            <a:endParaRPr lang="fr-FR" smtClean="0"/>
          </a:p>
          <a:p>
            <a:r>
              <a:rPr lang="fr-FR" smtClean="0"/>
              <a:t>
11- ADONAI [adonaï ]</a:t>
            </a:r>
          </a:p>
          <a:p>
            <a:r>
              <a:rPr lang="fr-FR" smtClean="0"/>
              <a:t>12- I LIFT UP MY HEART AND I CRY [ je lève mes mains  et je pleure ] 
13- MON ADONAÏ [ my adonai ]
14- YOU ARE THE MAKER OF EACH MOMENT [ auteur de chaque instant ]</a:t>
            </a:r>
          </a:p>
          <a:p>
            <a:r>
              <a:rPr lang="fr-FR" smtClean="0"/>
              <a:t>15- FATHER OF MY HOPE AND FREEDOM  [ père ma liberté, mon espoir ] </a:t>
            </a:r>
          </a:p>
          <a:p>
            <a:r>
              <a:rPr lang="fr-FR" smtClean="0"/>
              <a:t>
16-  OH ! MON ADONAÏ [oh, my adonai ]</a:t>
            </a:r>
          </a:p>
          <a:p>
            <a:endParaRPr lang="fr-FR" smtClean="0"/>
          </a:p>
          <a:p>
            <a:r>
              <a:rPr lang="fr-FR" smtClean="0"/>
              <a:t>
17- ONE TIMID FAITHFUL KNOCK [ un timide battement résonne ]</a:t>
            </a:r>
          </a:p>
          <a:p>
            <a:r>
              <a:rPr lang="fr-FR" smtClean="0"/>
              <a:t>18- RESOUNDS UPON THE ROCK OF AGES [ sur le rocher des âges ]
19- ONE TREMBLING HEART AND SOUL [ et un coeur tout tremblant ]</a:t>
            </a:r>
          </a:p>
          <a:p>
            <a:r>
              <a:rPr lang="fr-FR" smtClean="0"/>
              <a:t>20- BECOMES A SERVANT [ devient un serviteur ]</a:t>
            </a:r>
          </a:p>
          <a:p>
            <a:r>
              <a:rPr lang="fr-FR" smtClean="0"/>
              <a:t>21- BOLD AND COURAGEOUS [ rempli de courage ]</a:t>
            </a:r>
          </a:p>
          <a:p>
            <a:endParaRPr lang="fr-FR" smtClean="0"/>
          </a:p>
          <a:p>
            <a:r>
              <a:rPr lang="fr-FR" smtClean="0"/>
              <a:t>22-  YOU CALL ACROSS THE MOUNTAINS AND THE SEASTU APPELLES À TRAVERS LES MONTAGNES ET LES MERS </a:t>
            </a:r>
          </a:p>
          <a:p>
            <a:r>
              <a:rPr lang="fr-FR" smtClean="0"/>
              <a:t>23- I ANSWER FROM THE DEEPEST PART OF ME JE TE RÉPONDS DU PLUS PROFOND DE MOI </a:t>
            </a:r>
          </a:p>
          <a:p>
            <a:r>
              <a:rPr lang="fr-FR" smtClean="0"/>
              <a:t>
16-  ADONAÏ, JE LÈVE MES MAINS  ET JE PLEURE </a:t>
            </a:r>
          </a:p>
          <a:p>
            <a:r>
              <a:rPr lang="fr-FR" smtClean="0"/>
              <a:t>Adonai, I lift up my heart and I cry
17-  MON ADONAÏ </a:t>
            </a:r>
          </a:p>
          <a:p>
            <a:r>
              <a:rPr lang="fr-FR" smtClean="0"/>
              <a:t>My Adonai
18-  AUTEUR DE CHAQUE INSTANT PÈRE MA LIBERTÉ, MON ESPOIR </a:t>
            </a:r>
          </a:p>
          <a:p>
            <a:r>
              <a:rPr lang="fr-FR" smtClean="0"/>
              <a:t>You are the Maker of each moment, Father of my hope and freedom
19-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20-  OH ! D’ÂGE EN ÂGE  TU RÈGNES EN MAJESTÉ </a:t>
            </a:r>
          </a:p>
          <a:p>
            <a:r>
              <a:rPr lang="fr-FR" smtClean="0"/>
              <a:t>From age to age you reign in Majesty
21-  ET EN MOI  CES MIRACLES TU AS FAITS</a:t>
            </a:r>
          </a:p>
          <a:p>
            <a:r>
              <a:rPr lang="fr-FR" smtClean="0"/>
              <a:t>And today You're making miracles in me</a:t>
            </a:r>
          </a:p>
          <a:p>
            <a:r>
              <a:rPr lang="fr-FR" smtClean="0"/>
              <a:t>
22-  ADONAÏ, JE LÈVE MES MAINS  ET JE PLEURE </a:t>
            </a:r>
          </a:p>
          <a:p>
            <a:r>
              <a:rPr lang="fr-FR" smtClean="0"/>
              <a:t>Adonai, I lift up my heart and I cry
23-  MON ADONAÏ </a:t>
            </a:r>
          </a:p>
          <a:p>
            <a:r>
              <a:rPr lang="fr-FR" smtClean="0"/>
              <a:t>My Adonai
24-  AUTEUR DE CHAQUE INSTANT PÈRE MA LIBERTÉ, MON ESPOIR </a:t>
            </a:r>
          </a:p>
          <a:p>
            <a:r>
              <a:rPr lang="fr-FR" smtClean="0"/>
              <a:t>You are the Maker of each moment, Father of my hope and freedom
25-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val="87402146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ONE SINGLE DROP OF RAIN  [ une seule goutte de pluie ]
2- YOUR SALTY TEAR [ d’une seule de tes larmes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BECAME BLUE OCEAN [ tu crées un océan ]
4- ONE TINY GRAIN OF SAND [ et un seul grain de sable ]
5- TURNING IN YOUR HAND  [ entre tes mains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A WORLD IN MOTION [ devient un monde en mouvement ]
7- YOU'RE OUT BEYOND [ tu es plus loin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THE FURTHEST MORNING STAR [ que les plus lointaines étoiles ]
9- CLOSE ENOUGH TO HOLD ME [ mais assez près pour me tenir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IN YOUR ARMS  [ dans tes bras ]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ADONAI [adonaï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12- I LIFT UP MY HEART AND I CRY [ je lève mes mains  et je pleure ] 
13- MON ADONAÏ [ my adonai ]
14- YOU ARE THE MAKER OF EACH MOMENT [ auteur de chaque instant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FATHER OF MY HOPE AND FREEDOM  [ père ma liberté, mon espoir ]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OH ! MON ADONAÏ [oh, my adonai ]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ONE TIMID FAITHFUL KNOCK [ un timide battement résonne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18- RESOUNDS UPON THE ROCK OF AGES [ sur le rocher des âges ]
19- ONE TREMBLING HEART AND SOUL [ et un coeur tout tremblant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20- BECOMES A SERVANT [ devient un serviteur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21- BOLD AND COURAGEOUS [ rempli de courage ]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22-  YOU CALL ACROSS THE MOUNTAINS AND THE SEASTU APPELLES À TRAVERS LES MONTAGNES ET LES MERS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23- I ANSWER FROM THE DEEPEST PART OF ME JE TE RÉPONDS DU PLUS PROFOND DE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17-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18-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19-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OH ! D’ÂGE EN ÂGE  TU RÈGNES EN MAJESTÉ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age to age you reign in Majesty
21-  ET EN MOI  CES MIRACLES TU AS FAITS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today You're making miracles in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23-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24-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25-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ONE SINGLE DROP OF RAIN  [ une seule goutte de pluie ]
2- YOUR SALTY TEAR [ d’une seule de tes larmes ]</a:t>
            </a:r>
          </a:p>
          <a:p>
            <a:r>
              <a:rPr lang="fr-FR" smtClean="0"/>
              <a:t>3- BECAME BLUE OCEAN [ tu crées un océan ]
4- ONE TINY GRAIN OF SAND [ et un seul grain de sable ]
5- TURNING IN YOUR HAND  [ entre tes mains ]</a:t>
            </a:r>
          </a:p>
          <a:p>
            <a:r>
              <a:rPr lang="fr-FR" smtClean="0"/>
              <a:t>6- A WORLD IN MOTION [ devient un monde en mouvement ]
7- YOU'RE OUT BEYOND [ tu es plus loin ]</a:t>
            </a:r>
          </a:p>
          <a:p>
            <a:r>
              <a:rPr lang="fr-FR" smtClean="0"/>
              <a:t>8- THE FURTHEST MORNING STAR [ que les plus lointaines étoiles ]
9- CLOSE ENOUGH TO HOLD ME [ mais assez près pour me tenir ]</a:t>
            </a:r>
          </a:p>
          <a:p>
            <a:r>
              <a:rPr lang="fr-FR" smtClean="0"/>
              <a:t>10- IN YOUR ARMS  [ dans tes bras ]</a:t>
            </a:r>
          </a:p>
          <a:p>
            <a:endParaRPr lang="fr-FR" smtClean="0"/>
          </a:p>
          <a:p>
            <a:r>
              <a:rPr lang="fr-FR" smtClean="0"/>
              <a:t>
11- ADONAI [adonaï ]</a:t>
            </a:r>
          </a:p>
          <a:p>
            <a:r>
              <a:rPr lang="fr-FR" smtClean="0"/>
              <a:t>12- I LIFT UP MY HEART AND I CRY [ je lève mes mains  et je pleure ] 
13- MON ADONAÏ [ my adonai ]
14- YOU ARE THE MAKER OF EACH MOMENT [ auteur de chaque instant ]</a:t>
            </a:r>
          </a:p>
          <a:p>
            <a:r>
              <a:rPr lang="fr-FR" smtClean="0"/>
              <a:t>15- FATHER OF MY HOPE AND FREEDOM  [ père ma liberté, mon espoir ] </a:t>
            </a:r>
          </a:p>
          <a:p>
            <a:r>
              <a:rPr lang="fr-FR" smtClean="0"/>
              <a:t>
16-  OH ! MON ADONAÏ [oh, my adonai ]</a:t>
            </a:r>
          </a:p>
          <a:p>
            <a:endParaRPr lang="fr-FR" smtClean="0"/>
          </a:p>
          <a:p>
            <a:r>
              <a:rPr lang="fr-FR" smtClean="0"/>
              <a:t>
17- ONE TIMID FAITHFUL KNOCK [ un timide battement résonne ]</a:t>
            </a:r>
          </a:p>
          <a:p>
            <a:r>
              <a:rPr lang="fr-FR" smtClean="0"/>
              <a:t>18- RESOUNDS UPON THE ROCK OF AGES [ sur le rocher des âges ]
19- ONE TREMBLING HEART AND SOUL [ et un coeur tout tremblant ]</a:t>
            </a:r>
          </a:p>
          <a:p>
            <a:r>
              <a:rPr lang="fr-FR" smtClean="0"/>
              <a:t>20- BECOMES A SERVANT [ devient un serviteur ]</a:t>
            </a:r>
          </a:p>
          <a:p>
            <a:r>
              <a:rPr lang="fr-FR" smtClean="0"/>
              <a:t>21- BOLD AND COURAGEOUS [ rempli de courage ]</a:t>
            </a:r>
          </a:p>
          <a:p>
            <a:endParaRPr lang="fr-FR" smtClean="0"/>
          </a:p>
          <a:p>
            <a:r>
              <a:rPr lang="fr-FR" smtClean="0"/>
              <a:t>22-  YOU CALL ACROSS THE MOUNTAINS AND THE SEASTU APPELLES À TRAVERS LES MONTAGNES ET LES MERS </a:t>
            </a:r>
          </a:p>
          <a:p>
            <a:r>
              <a:rPr lang="fr-FR" smtClean="0"/>
              <a:t>23- I ANSWER FROM THE DEEPEST PART OF ME JE TE RÉPONDS DU PLUS PROFOND DE MOI </a:t>
            </a:r>
          </a:p>
          <a:p>
            <a:r>
              <a:rPr lang="fr-FR" smtClean="0"/>
              <a:t>
16-  ADONAÏ, JE LÈVE MES MAINS  ET JE PLEURE </a:t>
            </a:r>
          </a:p>
          <a:p>
            <a:r>
              <a:rPr lang="fr-FR" smtClean="0"/>
              <a:t>Adonai, I lift up my heart and I cry
17-  MON ADONAÏ </a:t>
            </a:r>
          </a:p>
          <a:p>
            <a:r>
              <a:rPr lang="fr-FR" smtClean="0"/>
              <a:t>My Adonai
18-  AUTEUR DE CHAQUE INSTANT PÈRE MA LIBERTÉ, MON ESPOIR </a:t>
            </a:r>
          </a:p>
          <a:p>
            <a:r>
              <a:rPr lang="fr-FR" smtClean="0"/>
              <a:t>You are the Maker of each moment, Father of my hope and freedom
19-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20-  OH ! D’ÂGE EN ÂGE  TU RÈGNES EN MAJESTÉ </a:t>
            </a:r>
          </a:p>
          <a:p>
            <a:r>
              <a:rPr lang="fr-FR" smtClean="0"/>
              <a:t>From age to age you reign in Majesty
21-  ET EN MOI  CES MIRACLES TU AS FAITS</a:t>
            </a:r>
          </a:p>
          <a:p>
            <a:r>
              <a:rPr lang="fr-FR" smtClean="0"/>
              <a:t>And today You're making miracles in me</a:t>
            </a:r>
          </a:p>
          <a:p>
            <a:r>
              <a:rPr lang="fr-FR" smtClean="0"/>
              <a:t>
22-  ADONAÏ, JE LÈVE MES MAINS  ET JE PLEURE </a:t>
            </a:r>
          </a:p>
          <a:p>
            <a:r>
              <a:rPr lang="fr-FR" smtClean="0"/>
              <a:t>Adonai, I lift up my heart and I cry
23-  MON ADONAÏ </a:t>
            </a:r>
          </a:p>
          <a:p>
            <a:r>
              <a:rPr lang="fr-FR" smtClean="0"/>
              <a:t>My Adonai
24-  AUTEUR DE CHAQUE INSTANT PÈRE MA LIBERTÉ, MON ESPOIR </a:t>
            </a:r>
          </a:p>
          <a:p>
            <a:r>
              <a:rPr lang="fr-FR" smtClean="0"/>
              <a:t>You are the Maker of each moment, Father of my hope and freedom
25-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val="371534342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ONE SINGLE DROP OF RAIN  [ une seule goutte de pluie ]
2- YOUR SALTY TEAR [ d’une seule de tes larmes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BECAME BLUE OCEAN [ tu crées un océan ]
4- ONE TINY GRAIN OF SAND [ et un seul grain de sable ]
5- TURNING IN YOUR HAND  [ entre tes mains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A WORLD IN MOTION [ devient un monde en mouvement ]
7- YOU'RE OUT BEYOND [ tu es plus loin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THE FURTHEST MORNING STAR [ que les plus lointaines étoiles ]
9- CLOSE ENOUGH TO HOLD ME [ mais assez près pour me tenir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IN YOUR ARMS  [ dans tes bras ]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ADONAI [adonaï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12- I LIFT UP MY HEART AND I CRY [ je lève mes mains  et je pleure ] 
13- MON ADONAÏ [ my adonai ]
14- YOU ARE THE MAKER OF EACH MOMENT [ auteur de chaque instant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FATHER OF MY HOPE AND FREEDOM  [ père ma liberté, mon espoir ]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OH ! MON ADONAÏ [oh, my adonai ]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ONE TIMID FAITHFUL KNOCK [ un timide battement résonne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18- RESOUNDS UPON THE ROCK OF AGES [ sur le rocher des âges ]
19- ONE TREMBLING HEART AND SOUL [ et un coeur tout tremblant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20- BECOMES A SERVANT [ devient un serviteur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21- BOLD AND COURAGEOUS [ rempli de courage ]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22-  YOU CALL ACROSS THE MOUNTAINS AND THE SEASTU APPELLES À TRAVERS LES MONTAGNES ET LES MERS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23- I ANSWER FROM THE DEEPEST PART OF ME JE TE RÉPONDS DU PLUS PROFOND DE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17-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18-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19-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OH ! D’ÂGE EN ÂGE  TU RÈGNES EN MAJESTÉ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age to age you reign in Majesty
21-  ET EN MOI  CES MIRACLES TU AS FAITS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today You're making miracles in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23-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24-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25-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ONE SINGLE DROP OF RAIN  [ une seule goutte de pluie ]
2- YOUR SALTY TEAR [ d’une seule de tes larmes ]</a:t>
            </a:r>
          </a:p>
          <a:p>
            <a:r>
              <a:rPr lang="fr-FR" smtClean="0"/>
              <a:t>3- BECAME BLUE OCEAN [ tu crées un océan ]
4- ONE TINY GRAIN OF SAND [ et un seul grain de sable ]
5- TURNING IN YOUR HAND  [ entre tes mains ]</a:t>
            </a:r>
          </a:p>
          <a:p>
            <a:r>
              <a:rPr lang="fr-FR" smtClean="0"/>
              <a:t>6- A WORLD IN MOTION [ devient un monde en mouvement ]
7- YOU'RE OUT BEYOND [ tu es plus loin ]</a:t>
            </a:r>
          </a:p>
          <a:p>
            <a:r>
              <a:rPr lang="fr-FR" smtClean="0"/>
              <a:t>8- THE FURTHEST MORNING STAR [ que les plus lointaines étoiles ]
9- CLOSE ENOUGH TO HOLD ME [ mais assez près pour me tenir ]</a:t>
            </a:r>
          </a:p>
          <a:p>
            <a:r>
              <a:rPr lang="fr-FR" smtClean="0"/>
              <a:t>10- IN YOUR ARMS  [ dans tes bras ]</a:t>
            </a:r>
          </a:p>
          <a:p>
            <a:endParaRPr lang="fr-FR" smtClean="0"/>
          </a:p>
          <a:p>
            <a:r>
              <a:rPr lang="fr-FR" smtClean="0"/>
              <a:t>
11- ADONAI [adonaï ]</a:t>
            </a:r>
          </a:p>
          <a:p>
            <a:r>
              <a:rPr lang="fr-FR" smtClean="0"/>
              <a:t>12- I LIFT UP MY HEART AND I CRY [ je lève mes mains  et je pleure ] 
13- MON ADONAÏ [ my adonai ]
14- YOU ARE THE MAKER OF EACH MOMENT [ auteur de chaque instant ]</a:t>
            </a:r>
          </a:p>
          <a:p>
            <a:r>
              <a:rPr lang="fr-FR" smtClean="0"/>
              <a:t>15- FATHER OF MY HOPE AND FREEDOM  [ père ma liberté, mon espoir ] </a:t>
            </a:r>
          </a:p>
          <a:p>
            <a:r>
              <a:rPr lang="fr-FR" smtClean="0"/>
              <a:t>
16-  OH ! MON ADONAÏ [oh, my adonai ]</a:t>
            </a:r>
          </a:p>
          <a:p>
            <a:endParaRPr lang="fr-FR" smtClean="0"/>
          </a:p>
          <a:p>
            <a:r>
              <a:rPr lang="fr-FR" smtClean="0"/>
              <a:t>
17- ONE TIMID FAITHFUL KNOCK [ un timide battement résonne ]</a:t>
            </a:r>
          </a:p>
          <a:p>
            <a:r>
              <a:rPr lang="fr-FR" smtClean="0"/>
              <a:t>18- RESOUNDS UPON THE ROCK OF AGES [ sur le rocher des âges ]
19- ONE TREMBLING HEART AND SOUL [ et un coeur tout tremblant ]</a:t>
            </a:r>
          </a:p>
          <a:p>
            <a:r>
              <a:rPr lang="fr-FR" smtClean="0"/>
              <a:t>20- BECOMES A SERVANT [ devient un serviteur ]</a:t>
            </a:r>
          </a:p>
          <a:p>
            <a:r>
              <a:rPr lang="fr-FR" smtClean="0"/>
              <a:t>21- BOLD AND COURAGEOUS [ rempli de courage ]</a:t>
            </a:r>
          </a:p>
          <a:p>
            <a:endParaRPr lang="fr-FR" smtClean="0"/>
          </a:p>
          <a:p>
            <a:r>
              <a:rPr lang="fr-FR" smtClean="0"/>
              <a:t>22-  YOU CALL ACROSS THE MOUNTAINS AND THE SEASTU APPELLES À TRAVERS LES MONTAGNES ET LES MERS </a:t>
            </a:r>
          </a:p>
          <a:p>
            <a:r>
              <a:rPr lang="fr-FR" smtClean="0"/>
              <a:t>23- I ANSWER FROM THE DEEPEST PART OF ME JE TE RÉPONDS DU PLUS PROFOND DE MOI </a:t>
            </a:r>
          </a:p>
          <a:p>
            <a:r>
              <a:rPr lang="fr-FR" smtClean="0"/>
              <a:t>
16-  ADONAÏ, JE LÈVE MES MAINS  ET JE PLEURE </a:t>
            </a:r>
          </a:p>
          <a:p>
            <a:r>
              <a:rPr lang="fr-FR" smtClean="0"/>
              <a:t>Adonai, I lift up my heart and I cry
17-  MON ADONAÏ </a:t>
            </a:r>
          </a:p>
          <a:p>
            <a:r>
              <a:rPr lang="fr-FR" smtClean="0"/>
              <a:t>My Adonai
18-  AUTEUR DE CHAQUE INSTANT PÈRE MA LIBERTÉ, MON ESPOIR </a:t>
            </a:r>
          </a:p>
          <a:p>
            <a:r>
              <a:rPr lang="fr-FR" smtClean="0"/>
              <a:t>You are the Maker of each moment, Father of my hope and freedom
19-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20-  OH ! D’ÂGE EN ÂGE  TU RÈGNES EN MAJESTÉ </a:t>
            </a:r>
          </a:p>
          <a:p>
            <a:r>
              <a:rPr lang="fr-FR" smtClean="0"/>
              <a:t>From age to age you reign in Majesty
21-  ET EN MOI  CES MIRACLES TU AS FAITS</a:t>
            </a:r>
          </a:p>
          <a:p>
            <a:r>
              <a:rPr lang="fr-FR" smtClean="0"/>
              <a:t>And today You're making miracles in me</a:t>
            </a:r>
          </a:p>
          <a:p>
            <a:r>
              <a:rPr lang="fr-FR" smtClean="0"/>
              <a:t>
22-  ADONAÏ, JE LÈVE MES MAINS  ET JE PLEURE </a:t>
            </a:r>
          </a:p>
          <a:p>
            <a:r>
              <a:rPr lang="fr-FR" smtClean="0"/>
              <a:t>Adonai, I lift up my heart and I cry
23-  MON ADONAÏ </a:t>
            </a:r>
          </a:p>
          <a:p>
            <a:r>
              <a:rPr lang="fr-FR" smtClean="0"/>
              <a:t>My Adonai
24-  AUTEUR DE CHAQUE INSTANT PÈRE MA LIBERTÉ, MON ESPOIR </a:t>
            </a:r>
          </a:p>
          <a:p>
            <a:r>
              <a:rPr lang="fr-FR" smtClean="0"/>
              <a:t>You are the Maker of each moment, Father of my hope and freedom
25-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val="313945286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ONE SINGLE DROP OF RAIN  [ une seule goutte de pluie ]
2- YOUR SALTY TEAR [ d’une seule de tes larmes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BECAME BLUE OCEAN [ tu crées un océan ]
4- ONE TINY GRAIN OF SAND [ et un seul grain de sable ]
5- TURNING IN YOUR HAND  [ entre tes mains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A WORLD IN MOTION [ devient un monde en mouvement ]
7- YOU'RE OUT BEYOND [ tu es plus loin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THE FURTHEST MORNING STAR [ que les plus lointaines étoiles ]
9- CLOSE ENOUGH TO HOLD ME [ mais assez près pour me tenir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IN YOUR ARMS  [ dans tes bras ]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ADONAI [adonaï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12- I LIFT UP MY HEART AND I CRY [ je lève mes mains  et je pleure ] 
13- MON ADONAÏ [ my adonai ]
14- YOU ARE THE MAKER OF EACH MOMENT [ auteur de chaque instant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FATHER OF MY HOPE AND FREEDOM  [ père ma liberté, mon espoir ]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OH ! MON ADONAÏ [oh, my adonai ]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ONE TIMID FAITHFUL KNOCK [ un timide battement résonne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18- RESOUNDS UPON THE ROCK OF AGES [ sur le rocher des âges ]
19- ONE TREMBLING HEART AND SOUL [ et un coeur tout tremblant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20- BECOMES A SERVANT [ devient un serviteur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21- BOLD AND COURAGEOUS [ rempli de courage ]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22-  YOU CALL ACROSS THE MOUNTAINS AND THE SEASTU APPELLES À TRAVERS LES MONTAGNES ET LES MERS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23- I ANSWER FROM THE DEEPEST PART OF ME JE TE RÉPONDS DU PLUS PROFOND DE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17-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18-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19-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OH ! D’ÂGE EN ÂGE  TU RÈGNES EN MAJESTÉ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age to age you reign in Majesty
21-  ET EN MOI  CES MIRACLES TU AS FAITS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today You're making miracles in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23-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24-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25-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ONE SINGLE DROP OF RAIN  [ une seule goutte de pluie ]
2- YOUR SALTY TEAR [ d’une seule de tes larmes ]</a:t>
            </a:r>
          </a:p>
          <a:p>
            <a:r>
              <a:rPr lang="fr-FR" smtClean="0"/>
              <a:t>3- BECAME BLUE OCEAN [ tu crées un océan ]
4- ONE TINY GRAIN OF SAND [ et un seul grain de sable ]
5- TURNING IN YOUR HAND  [ entre tes mains ]</a:t>
            </a:r>
          </a:p>
          <a:p>
            <a:r>
              <a:rPr lang="fr-FR" smtClean="0"/>
              <a:t>6- A WORLD IN MOTION [ devient un monde en mouvement ]
7- YOU'RE OUT BEYOND [ tu es plus loin ]</a:t>
            </a:r>
          </a:p>
          <a:p>
            <a:r>
              <a:rPr lang="fr-FR" smtClean="0"/>
              <a:t>8- THE FURTHEST MORNING STAR [ que les plus lointaines étoiles ]
9- CLOSE ENOUGH TO HOLD ME [ mais assez près pour me tenir ]</a:t>
            </a:r>
          </a:p>
          <a:p>
            <a:r>
              <a:rPr lang="fr-FR" smtClean="0"/>
              <a:t>10- IN YOUR ARMS  [ dans tes bras ]</a:t>
            </a:r>
          </a:p>
          <a:p>
            <a:endParaRPr lang="fr-FR" smtClean="0"/>
          </a:p>
          <a:p>
            <a:r>
              <a:rPr lang="fr-FR" smtClean="0"/>
              <a:t>
11- ADONAI [adonaï ]</a:t>
            </a:r>
          </a:p>
          <a:p>
            <a:r>
              <a:rPr lang="fr-FR" smtClean="0"/>
              <a:t>12- I LIFT UP MY HEART AND I CRY [ je lève mes mains  et je pleure ] 
13- MON ADONAÏ [ my adonai ]
14- YOU ARE THE MAKER OF EACH MOMENT [ auteur de chaque instant ]</a:t>
            </a:r>
          </a:p>
          <a:p>
            <a:r>
              <a:rPr lang="fr-FR" smtClean="0"/>
              <a:t>15- FATHER OF MY HOPE AND FREEDOM  [ père ma liberté, mon espoir ] </a:t>
            </a:r>
          </a:p>
          <a:p>
            <a:r>
              <a:rPr lang="fr-FR" smtClean="0"/>
              <a:t>
16-  OH ! MON ADONAÏ [oh, my adonai ]</a:t>
            </a:r>
          </a:p>
          <a:p>
            <a:endParaRPr lang="fr-FR" smtClean="0"/>
          </a:p>
          <a:p>
            <a:r>
              <a:rPr lang="fr-FR" smtClean="0"/>
              <a:t>
17- ONE TIMID FAITHFUL KNOCK [ un timide battement résonne ]</a:t>
            </a:r>
          </a:p>
          <a:p>
            <a:r>
              <a:rPr lang="fr-FR" smtClean="0"/>
              <a:t>18- RESOUNDS UPON THE ROCK OF AGES [ sur le rocher des âges ]
19- ONE TREMBLING HEART AND SOUL [ et un coeur tout tremblant ]</a:t>
            </a:r>
          </a:p>
          <a:p>
            <a:r>
              <a:rPr lang="fr-FR" smtClean="0"/>
              <a:t>20- BECOMES A SERVANT [ devient un serviteur ]</a:t>
            </a:r>
          </a:p>
          <a:p>
            <a:r>
              <a:rPr lang="fr-FR" smtClean="0"/>
              <a:t>21- BOLD AND COURAGEOUS [ rempli de courage ]</a:t>
            </a:r>
          </a:p>
          <a:p>
            <a:endParaRPr lang="fr-FR" smtClean="0"/>
          </a:p>
          <a:p>
            <a:r>
              <a:rPr lang="fr-FR" smtClean="0"/>
              <a:t>22-  YOU CALL ACROSS THE MOUNTAINS AND THE SEASTU APPELLES À TRAVERS LES MONTAGNES ET LES MERS </a:t>
            </a:r>
          </a:p>
          <a:p>
            <a:r>
              <a:rPr lang="fr-FR" smtClean="0"/>
              <a:t>23- I ANSWER FROM THE DEEPEST PART OF ME JE TE RÉPONDS DU PLUS PROFOND DE MOI </a:t>
            </a:r>
          </a:p>
          <a:p>
            <a:r>
              <a:rPr lang="fr-FR" smtClean="0"/>
              <a:t>
16-  ADONAÏ, JE LÈVE MES MAINS  ET JE PLEURE </a:t>
            </a:r>
          </a:p>
          <a:p>
            <a:r>
              <a:rPr lang="fr-FR" smtClean="0"/>
              <a:t>Adonai, I lift up my heart and I cry
17-  MON ADONAÏ </a:t>
            </a:r>
          </a:p>
          <a:p>
            <a:r>
              <a:rPr lang="fr-FR" smtClean="0"/>
              <a:t>My Adonai
18-  AUTEUR DE CHAQUE INSTANT PÈRE MA LIBERTÉ, MON ESPOIR </a:t>
            </a:r>
          </a:p>
          <a:p>
            <a:r>
              <a:rPr lang="fr-FR" smtClean="0"/>
              <a:t>You are the Maker of each moment, Father of my hope and freedom
19-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20-  OH ! D’ÂGE EN ÂGE  TU RÈGNES EN MAJESTÉ </a:t>
            </a:r>
          </a:p>
          <a:p>
            <a:r>
              <a:rPr lang="fr-FR" smtClean="0"/>
              <a:t>From age to age you reign in Majesty
21-  ET EN MOI  CES MIRACLES TU AS FAITS</a:t>
            </a:r>
          </a:p>
          <a:p>
            <a:r>
              <a:rPr lang="fr-FR" smtClean="0"/>
              <a:t>And today You're making miracles in me</a:t>
            </a:r>
          </a:p>
          <a:p>
            <a:r>
              <a:rPr lang="fr-FR" smtClean="0"/>
              <a:t>
22-  ADONAÏ, JE LÈVE MES MAINS  ET JE PLEURE </a:t>
            </a:r>
          </a:p>
          <a:p>
            <a:r>
              <a:rPr lang="fr-FR" smtClean="0"/>
              <a:t>Adonai, I lift up my heart and I cry
23-  MON ADONAÏ </a:t>
            </a:r>
          </a:p>
          <a:p>
            <a:r>
              <a:rPr lang="fr-FR" smtClean="0"/>
              <a:t>My Adonai
24-  AUTEUR DE CHAQUE INSTANT PÈRE MA LIBERTÉ, MON ESPOIR </a:t>
            </a:r>
          </a:p>
          <a:p>
            <a:r>
              <a:rPr lang="fr-FR" smtClean="0"/>
              <a:t>You are the Maker of each moment, Father of my hope and freedom
25-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val="84455593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ONE SINGLE DROP OF RAIN  [ une seule goutte de pluie ]
2- YOUR SALTY TEAR [ d’une seule de tes larmes ]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BECAME BLUE OCEAN [ tu crées un océan ]
4- ONE TINY GRAIN OF SAND [ et un seul grain de sable ]
5- TURNING IN YOUR HAND  [ entre tes mains ]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A WORLD IN MOTION [ devient un monde en mouvement ]
7- YOU'RE OUT BEYOND [ tu es plus loin ]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THE FURTHEST MORNING STAR [ que les plus lointaines étoiles ]
9- CLOSE ENOUGH TO HOLD ME [ mais assez près pour me tenir ]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IN YOUR ARMS  [ dans tes bras ]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ADONAI [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adonaï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12- I LIFT UP MY HEART AND I CRY [ je lève mes mains  et je pleure ] 
13- MON ADONAÏ [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
14- YOU ARE THE MAKER OF EACH MOMENT [ auteur de chaque instant ]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FATHER OF MY HOPE AND FREEDOM  [ père ma liberté, mon espoir ]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OH ! MON ADONAÏ [oh,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ONE TIMID FAITHFUL KNOCK [ un timide battement résonne ]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18- RESOUNDS UPON THE ROCK OF AGES [ sur le rocher des âges ]
19- ONE TREMBLING HEART AND SOUL [ et un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coeur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tout tremblant ]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20- BECOMES A SERVANT [ devient un serviteur ]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21- BOLD AND COURAGEOUS [ rempli de courage ]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22-  YOU CALL ACROSS THE MOUNTAINS AND THE SEASTU APPELLES À TRAVERS LES MONTAGNES ET LES MERS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23- I ANSWER FROM THE DEEPEST PART OF ME JE TE RÉPONDS DU PLUS PROFOND DE MOI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ADONAÏ, JE LÈVE MES MAINS  ET JE PLEURE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I lift up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MON ADONAÏ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18-  AUTEUR DE CHAQUE INSTANT PÈRE MA LIBERTÉ, MON ESPOIR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moment,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Father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hope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freedom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19-  OH ! MON ADONAÏ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OH ! D’ÂGE EN ÂGE  TU RÈGNES EN MAJESTÉ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reign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Majesty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21-  ET EN MOI  CES MIRACLES TU AS FAITS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making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miracles in me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ADONAÏ, JE LÈVE MES MAINS  ET JE PLEURE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I lift up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23-  MON ADONAÏ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 AUTEUR DE CHAQUE INSTANT PÈRE MA LIBERTÉ, MON ESPOIR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moment,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Father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hope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freedom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25-  OH ! MON ADONAÏ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ONE SINGLE DROP OF RAIN  [ une seule goutte de pluie ]
2- YOUR SALTY TEAR [ d’une seule de tes larmes ]</a:t>
            </a:r>
          </a:p>
          <a:p>
            <a:r>
              <a:rPr lang="fr-FR" smtClean="0"/>
              <a:t>3- BECAME BLUE OCEAN [ tu crées un océan ]
4- ONE TINY GRAIN OF SAND [ et un seul grain de sable ]
5- TURNING IN YOUR HAND  [ entre tes mains ]</a:t>
            </a:r>
          </a:p>
          <a:p>
            <a:r>
              <a:rPr lang="fr-FR" smtClean="0"/>
              <a:t>6- A WORLD IN MOTION [ devient un monde en mouvement ]
7- YOU'RE OUT BEYOND [ tu es plus loin ]</a:t>
            </a:r>
          </a:p>
          <a:p>
            <a:r>
              <a:rPr lang="fr-FR" smtClean="0"/>
              <a:t>8- THE FURTHEST MORNING STAR [ que les plus lointaines étoiles ]
9- CLOSE ENOUGH TO HOLD ME [ mais assez près pour me tenir ]</a:t>
            </a:r>
          </a:p>
          <a:p>
            <a:r>
              <a:rPr lang="fr-FR" smtClean="0"/>
              <a:t>10- IN YOUR ARMS  [ dans tes bras ]</a:t>
            </a:r>
          </a:p>
          <a:p>
            <a:endParaRPr lang="fr-FR" smtClean="0"/>
          </a:p>
          <a:p>
            <a:r>
              <a:rPr lang="fr-FR" smtClean="0"/>
              <a:t>
11- ADONAI [adonaï ]</a:t>
            </a:r>
          </a:p>
          <a:p>
            <a:r>
              <a:rPr lang="fr-FR" smtClean="0"/>
              <a:t>12- I LIFT UP MY HEART AND I CRY [ je lève mes mains  et je pleure ] 
13- MON ADONAÏ [ my adonai ]
14- YOU ARE THE MAKER OF EACH MOMENT [ auteur de chaque instant ]</a:t>
            </a:r>
          </a:p>
          <a:p>
            <a:r>
              <a:rPr lang="fr-FR" smtClean="0"/>
              <a:t>15- FATHER OF MY HOPE AND FREEDOM  [ père ma liberté, mon espoir ] </a:t>
            </a:r>
          </a:p>
          <a:p>
            <a:r>
              <a:rPr lang="fr-FR" smtClean="0"/>
              <a:t>
16-  OH ! MON ADONAÏ [oh, my adonai ]</a:t>
            </a:r>
          </a:p>
          <a:p>
            <a:endParaRPr lang="fr-FR" smtClean="0"/>
          </a:p>
          <a:p>
            <a:r>
              <a:rPr lang="fr-FR" smtClean="0"/>
              <a:t>
17- ONE TIMID FAITHFUL KNOCK [ un timide battement résonne ]</a:t>
            </a:r>
          </a:p>
          <a:p>
            <a:r>
              <a:rPr lang="fr-FR" smtClean="0"/>
              <a:t>18- RESOUNDS UPON THE ROCK OF AGES [ sur le rocher des âges ]
19- ONE TREMBLING HEART AND SOUL [ et un coeur tout tremblant ]</a:t>
            </a:r>
          </a:p>
          <a:p>
            <a:r>
              <a:rPr lang="fr-FR" smtClean="0"/>
              <a:t>20- BECOMES A SERVANT [ devient un serviteur ]</a:t>
            </a:r>
          </a:p>
          <a:p>
            <a:r>
              <a:rPr lang="fr-FR" smtClean="0"/>
              <a:t>21- BOLD AND COURAGEOUS [ rempli de courage ]</a:t>
            </a:r>
          </a:p>
          <a:p>
            <a:endParaRPr lang="fr-FR" smtClean="0"/>
          </a:p>
          <a:p>
            <a:r>
              <a:rPr lang="fr-FR" smtClean="0"/>
              <a:t>22-  YOU CALL ACROSS THE MOUNTAINS AND THE SEASTU APPELLES À TRAVERS LES MONTAGNES ET LES MERS </a:t>
            </a:r>
          </a:p>
          <a:p>
            <a:r>
              <a:rPr lang="fr-FR" smtClean="0"/>
              <a:t>23- I ANSWER FROM THE DEEPEST PART OF ME JE TE RÉPONDS DU PLUS PROFOND DE MOI </a:t>
            </a:r>
          </a:p>
          <a:p>
            <a:r>
              <a:rPr lang="fr-FR" smtClean="0"/>
              <a:t>
16-  ADONAÏ, JE LÈVE MES MAINS  ET JE PLEURE </a:t>
            </a:r>
          </a:p>
          <a:p>
            <a:r>
              <a:rPr lang="fr-FR" smtClean="0"/>
              <a:t>Adonai, I lift up my heart and I cry
17-  MON ADONAÏ </a:t>
            </a:r>
          </a:p>
          <a:p>
            <a:r>
              <a:rPr lang="fr-FR" smtClean="0"/>
              <a:t>My Adonai
18-  AUTEUR DE CHAQUE INSTANT PÈRE MA LIBERTÉ, MON ESPOIR </a:t>
            </a:r>
          </a:p>
          <a:p>
            <a:r>
              <a:rPr lang="fr-FR" smtClean="0"/>
              <a:t>You are the Maker of each moment, Father of my hope and freedom
19-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20-  OH ! D’ÂGE EN ÂGE  TU RÈGNES EN MAJESTÉ </a:t>
            </a:r>
          </a:p>
          <a:p>
            <a:r>
              <a:rPr lang="fr-FR" smtClean="0"/>
              <a:t>From age to age you reign in Majesty
21-  ET EN MOI  CES MIRACLES TU AS FAITS</a:t>
            </a:r>
          </a:p>
          <a:p>
            <a:r>
              <a:rPr lang="fr-FR" smtClean="0"/>
              <a:t>And today You're making miracles in me</a:t>
            </a:r>
          </a:p>
          <a:p>
            <a:r>
              <a:rPr lang="fr-FR" smtClean="0"/>
              <a:t>
22-  ADONAÏ, JE LÈVE MES MAINS  ET JE PLEURE </a:t>
            </a:r>
          </a:p>
          <a:p>
            <a:r>
              <a:rPr lang="fr-FR" smtClean="0"/>
              <a:t>Adonai, I lift up my heart and I cry
23-  MON ADONAÏ </a:t>
            </a:r>
          </a:p>
          <a:p>
            <a:r>
              <a:rPr lang="fr-FR" smtClean="0"/>
              <a:t>My Adonai
24-  AUTEUR DE CHAQUE INSTANT PÈRE MA LIBERTÉ, MON ESPOIR </a:t>
            </a:r>
          </a:p>
          <a:p>
            <a:r>
              <a:rPr lang="fr-FR" smtClean="0"/>
              <a:t>You are the Maker of each moment, Father of my hope and freedom
25-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val="25062864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5CC59E-7D1E-4F01-9F56-5E381E9D621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7821F4-FCF3-4E59-99F6-41BA84B2C09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240ECE-20E6-4946-A7EF-79E7396C5CD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8BC1BB-849D-43A7-B866-1CB92D567A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EC5B45-4095-4228-BDBC-2A56430323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1E1DA2-E99B-4B4C-9271-FCE4A8903E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0BA51E-E4AE-4097-89B8-F79FBA162A8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B32D6D-9D18-4971-9E34-6BC0833C02B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D728AC-FBA5-4A8B-8058-AB296DE2A77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3DB35A-6AB0-4873-B73C-8E6E224E5D0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3231ED-B4C7-4F0B-A493-3E9A104EEE7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7AEA990-3CAF-4C04-AF86-A9B781D94F8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ONE SINGLE DROP OF RAIN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[ une seule goutte de pluie ] </a:t>
            </a:r>
            <a:endParaRPr 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YOUR SALTY TEAR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d’une seule de </a:t>
            </a: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Tes </a:t>
            </a: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larmes ]</a:t>
            </a:r>
            <a:endParaRPr 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7809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BECAME BLUE OCEAN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Tu </a:t>
            </a: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crées un océan ]</a:t>
            </a:r>
            <a:endParaRPr 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6453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ONE TINY GRAIN OF SAND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et un seul grain de sable ]</a:t>
            </a:r>
            <a:endParaRPr 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357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TURNING IN YOUR HAND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entre 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Tes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mains ]</a:t>
            </a:r>
            <a:endParaRPr lang="en-US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0995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 WORLD IN MOTION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[ devient un monde en mouvement ]</a:t>
            </a:r>
            <a:endParaRPr lang="en-US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7301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YOU'RE OUT BEYOND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Tu </a:t>
            </a: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es plus loin ]</a:t>
            </a:r>
            <a:endParaRPr 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2916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THE FURTHEST MORNING STAR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que les plus lointaines étoiles ]</a:t>
            </a:r>
            <a:endParaRPr 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8391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CLOSE ENOUGH TO HOLD ME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mais assez près pour me tenir ]</a:t>
            </a:r>
            <a:endParaRPr 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5353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IN YOUR ARMS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[ dans </a:t>
            </a: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Tes </a:t>
            </a: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bras ]</a:t>
            </a:r>
            <a:endParaRPr 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9879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ADONAI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[Adonaï ]</a:t>
            </a:r>
            <a:endParaRPr 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9363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LIFT UP MY HEART AND I CRY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je lève mes mains </a:t>
            </a: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et </a:t>
            </a: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je pleure ] </a:t>
            </a:r>
            <a:endParaRPr 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9835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MY </a:t>
            </a: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ADONAÏ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mon </a:t>
            </a:r>
            <a:r>
              <a:rPr lang="fr-FR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adonai</a:t>
            </a: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]</a:t>
            </a:r>
            <a:endParaRPr 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9615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 ARE THE MAKER OF EACH MOMENT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[ auteur de chaque instant ]</a:t>
            </a:r>
            <a:endParaRPr lang="en-US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0544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FATHER OF MY HOPE AND FREEDOM 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père ma liberté mon espoir ] </a:t>
            </a:r>
            <a:endParaRPr lang="en-US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9320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OH ! 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MY 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ADONAÏ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oh 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mon 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adonai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]</a:t>
            </a:r>
            <a:endParaRPr lang="en-US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0780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ONE TIMID FAITHFUL KNOCK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un timide battement résonne ]</a:t>
            </a:r>
            <a:endParaRPr lang="en-US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2617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RESOUNDS UPON THE ROCK OF AGES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sur le rocher des âges ]</a:t>
            </a:r>
            <a:endParaRPr lang="en-US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4303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ONE TREMBLING HEART AND SOUL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et un coeur tout tremblant ]</a:t>
            </a:r>
            <a:endParaRPr 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6996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BECOMES A SERVANT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devient un serviteur ]</a:t>
            </a:r>
            <a:endParaRPr 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6843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BECOMES A SERVANT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devient un serviteur ]</a:t>
            </a:r>
            <a:endParaRPr 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5739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1726</TotalTime>
  <Words>769</Words>
  <Application>Microsoft Office PowerPoint</Application>
  <PresentationFormat>Grand écran</PresentationFormat>
  <Paragraphs>1386</Paragraphs>
  <Slides>21</Slides>
  <Notes>21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25" baseType="lpstr">
      <vt:lpstr>Calibri</vt:lpstr>
      <vt:lpstr>Franklin Gothic Medium</vt:lpstr>
      <vt:lpstr>Metropolis Semi Bold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191</cp:revision>
  <dcterms:created xsi:type="dcterms:W3CDTF">2002-08-17T10:50:50Z</dcterms:created>
  <dcterms:modified xsi:type="dcterms:W3CDTF">2025-05-11T09:49:58Z</dcterms:modified>
</cp:coreProperties>
</file>