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59387" autoAdjust="0"/>
  </p:normalViewPr>
  <p:slideViewPr>
    <p:cSldViewPr>
      <p:cViewPr varScale="1">
        <p:scale>
          <a:sx n="75" d="100"/>
          <a:sy n="75" d="100"/>
        </p:scale>
        <p:origin x="2232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FA3D961-DAA4-4204-A391-28EF0AAB1A05}" type="datetimeFigureOut">
              <a:rPr lang="fr-FR"/>
              <a:pPr>
                <a:defRPr/>
              </a:pPr>
              <a:t>04/05/2025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2826C-5D8D-460D-B57B-A55D20F08E2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10213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1995387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1216718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1783797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2941536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3488056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1914772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46450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2908955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3369716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4011176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1435267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19927967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21077965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39319304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40222902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24665022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19508296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11848171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27069438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29138761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10438035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21074849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13552030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3672951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41784149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13862753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33576731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6443792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Pont:</a:t>
            </a:r>
          </a:p>
          <a:p>
            <a:pPr>
              <a:defRPr/>
            </a:pPr>
            <a:r>
              <a:rPr lang="fr-FR" dirty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/>
              <a:t>28-  MERCI SAINT-ESPRIT MERCI  
29-  VIENS ME PURIFIER 
30-  PURIFIE MON CŒUR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/>
              <a:t>7-  TU ES TOUJOURS LÀ DANS MES BESOINS 
8-  TU ME SOUTIENS TON AMOUR EST SI PUISSANT 
9-  POUR ME CHANGER  
</a:t>
            </a:r>
          </a:p>
          <a:p>
            <a:r>
              <a:rPr lang="fr-FR"/>
              <a:t>	Refrain:</a:t>
            </a:r>
          </a:p>
          <a:p>
            <a:r>
              <a:rPr lang="fr-FR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/>
              <a:t>23-  MÊME SI JE NE MÉRITE PAS  TON AMOUR POUR MOI  
24-  TU NE M’AS PAS JUGÉ TU M’AS PARDONNÉ 
</a:t>
            </a:r>
          </a:p>
          <a:p>
            <a:r>
              <a:rPr lang="fr-FR"/>
              <a:t>	Refrain:</a:t>
            </a:r>
          </a:p>
          <a:p>
            <a:endParaRPr lang="fr-FR"/>
          </a:p>
          <a:p>
            <a:r>
              <a:rPr lang="fr-FR"/>
              <a:t>Pont:</a:t>
            </a:r>
          </a:p>
          <a:p>
            <a:r>
              <a:rPr lang="fr-FR"/>
              <a:t>25-  JE TE DIS MERCI POUR LE SOLEIL  
26-  SEIGNEUR, MERCI POUR LA PLUIE ---
27-  MERCI DE M’AVOIR AIMÉ 
</a:t>
            </a:r>
          </a:p>
          <a:p>
            <a:r>
              <a:rPr lang="fr-FR"/>
              <a:t>28-  MERCI SAINT-ESPRIT MERCI  
29-  VIENS ME PURIFIER 
30-  PURIFIE MON CŒUR 
</a:t>
            </a:r>
          </a:p>
        </p:txBody>
      </p:sp>
    </p:spTree>
    <p:extLst>
      <p:ext uri="{BB962C8B-B14F-4D97-AF65-F5344CB8AC3E}">
        <p14:creationId xmlns:p14="http://schemas.microsoft.com/office/powerpoint/2010/main" val="590254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83A2C-18C9-43E8-88B8-882CF2AE7CF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A202C3-CE32-4C02-8414-2289CDA0BC6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D9D36-572E-4333-8CFD-166AA3FA2D4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B5CD5-AC9A-4773-9121-A47A5517219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37C14-C866-477D-A25E-3710DD2ED1B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D9F85-5220-4EFC-982A-E8ADA64F8D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1F4A2-8D7F-4267-8B2B-56871FBE83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7F67D-C1A9-4A7F-B8D9-1F4DDAF6DC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CD5B3-65BC-404D-B056-1C3AF072F51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FE649-C6A7-4BD2-8C72-D9AD845E38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F5662-5248-4CFA-B163-3D6D827AB6C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8EE981A-D482-436D-A02C-5945FB952C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Christ alone my hope is found</a:t>
            </a:r>
            <a:endParaRPr lang="fr-FR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Il est ma lumière, ma force, mon chant]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 is my light, my strength, my song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 Christ seul est mon espoir]</a:t>
            </a:r>
          </a:p>
        </p:txBody>
      </p:sp>
    </p:spTree>
    <p:extLst>
      <p:ext uri="{BB962C8B-B14F-4D97-AF65-F5344CB8AC3E}">
        <p14:creationId xmlns:p14="http://schemas.microsoft.com/office/powerpoint/2010/main" val="702487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cornerstone, this solid ground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Pierre angulaire, inébranlable]</a:t>
            </a:r>
          </a:p>
        </p:txBody>
      </p:sp>
    </p:spTree>
    <p:extLst>
      <p:ext uri="{BB962C8B-B14F-4D97-AF65-F5344CB8AC3E}">
        <p14:creationId xmlns:p14="http://schemas.microsoft.com/office/powerpoint/2010/main" val="2144041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Firm through the fiercest drought and storm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Ferme dans la sécheresse ou les vents]</a:t>
            </a:r>
          </a:p>
        </p:txBody>
      </p:sp>
    </p:spTree>
    <p:extLst>
      <p:ext uri="{BB962C8B-B14F-4D97-AF65-F5344CB8AC3E}">
        <p14:creationId xmlns:p14="http://schemas.microsoft.com/office/powerpoint/2010/main" val="4205775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heights of love, what depths of peace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Quel grand amour, quelle paix sans fin]</a:t>
            </a:r>
          </a:p>
        </p:txBody>
      </p:sp>
    </p:spTree>
    <p:extLst>
      <p:ext uri="{BB962C8B-B14F-4D97-AF65-F5344CB8AC3E}">
        <p14:creationId xmlns:p14="http://schemas.microsoft.com/office/powerpoint/2010/main" val="1101179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My comforter, my all in all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Consolateur, mon tout en tout]</a:t>
            </a:r>
          </a:p>
        </p:txBody>
      </p:sp>
    </p:spTree>
    <p:extLst>
      <p:ext uri="{BB962C8B-B14F-4D97-AF65-F5344CB8AC3E}">
        <p14:creationId xmlns:p14="http://schemas.microsoft.com/office/powerpoint/2010/main" val="2090605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Here in the love of Christ I stand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Dans l’amour de Christ je me tiens]</a:t>
            </a:r>
          </a:p>
        </p:txBody>
      </p:sp>
    </p:spTree>
    <p:extLst>
      <p:ext uri="{BB962C8B-B14F-4D97-AF65-F5344CB8AC3E}">
        <p14:creationId xmlns:p14="http://schemas.microsoft.com/office/powerpoint/2010/main" val="2588858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Christ alone who took on flesh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 Christ seul, vêtu de chair]</a:t>
            </a:r>
          </a:p>
        </p:txBody>
      </p:sp>
    </p:spTree>
    <p:extLst>
      <p:ext uri="{BB962C8B-B14F-4D97-AF65-F5344CB8AC3E}">
        <p14:creationId xmlns:p14="http://schemas.microsoft.com/office/powerpoint/2010/main" val="3014062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Fullness of God in helpless place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Dieu Tout-puissant dans un bébé]</a:t>
            </a:r>
          </a:p>
        </p:txBody>
      </p:sp>
    </p:spTree>
    <p:extLst>
      <p:ext uri="{BB962C8B-B14F-4D97-AF65-F5344CB8AC3E}">
        <p14:creationId xmlns:p14="http://schemas.microsoft.com/office/powerpoint/2010/main" val="2949231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gift of love and righteousness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Cadeau d’amour et de justice]</a:t>
            </a:r>
          </a:p>
        </p:txBody>
      </p:sp>
    </p:spTree>
    <p:extLst>
      <p:ext uri="{BB962C8B-B14F-4D97-AF65-F5344CB8AC3E}">
        <p14:creationId xmlns:p14="http://schemas.microsoft.com/office/powerpoint/2010/main" val="2715942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Scorned by ones he come to save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Rejeté par ceux qu’Il venait sauver]</a:t>
            </a:r>
          </a:p>
        </p:txBody>
      </p:sp>
    </p:spTree>
    <p:extLst>
      <p:ext uri="{BB962C8B-B14F-4D97-AF65-F5344CB8AC3E}">
        <p14:creationId xmlns:p14="http://schemas.microsoft.com/office/powerpoint/2010/main" val="2991777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Till on that cross as Jesus died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Quand sur cette croix Jésus est mort]</a:t>
            </a:r>
          </a:p>
        </p:txBody>
      </p:sp>
    </p:spTree>
    <p:extLst>
      <p:ext uri="{BB962C8B-B14F-4D97-AF65-F5344CB8AC3E}">
        <p14:creationId xmlns:p14="http://schemas.microsoft.com/office/powerpoint/2010/main" val="2510333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wrath of God was satisfied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La colère frappa sur Son corps]</a:t>
            </a:r>
          </a:p>
        </p:txBody>
      </p:sp>
    </p:spTree>
    <p:extLst>
      <p:ext uri="{BB962C8B-B14F-4D97-AF65-F5344CB8AC3E}">
        <p14:creationId xmlns:p14="http://schemas.microsoft.com/office/powerpoint/2010/main" val="909158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wrath of God was satisfied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Payant chaque péché comme les Siens]</a:t>
            </a:r>
          </a:p>
        </p:txBody>
      </p:sp>
    </p:spTree>
    <p:extLst>
      <p:ext uri="{BB962C8B-B14F-4D97-AF65-F5344CB8AC3E}">
        <p14:creationId xmlns:p14="http://schemas.microsoft.com/office/powerpoint/2010/main" val="3105731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Here in the death of Christ </a:t>
            </a: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live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Dans la mort de Christ je me tiens]</a:t>
            </a:r>
          </a:p>
        </p:txBody>
      </p:sp>
    </p:spTree>
    <p:extLst>
      <p:ext uri="{BB962C8B-B14F-4D97-AF65-F5344CB8AC3E}">
        <p14:creationId xmlns:p14="http://schemas.microsoft.com/office/powerpoint/2010/main" val="1244203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 in the ground His body lay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Là, sur le sol, ils l’ont posé]</a:t>
            </a:r>
          </a:p>
        </p:txBody>
      </p:sp>
    </p:spTree>
    <p:extLst>
      <p:ext uri="{BB962C8B-B14F-4D97-AF65-F5344CB8AC3E}">
        <p14:creationId xmlns:p14="http://schemas.microsoft.com/office/powerpoint/2010/main" val="2104169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Light of the world by darkness slain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La lumière du monde est sacrifiée]</a:t>
            </a:r>
          </a:p>
        </p:txBody>
      </p:sp>
    </p:spTree>
    <p:extLst>
      <p:ext uri="{BB962C8B-B14F-4D97-AF65-F5344CB8AC3E}">
        <p14:creationId xmlns:p14="http://schemas.microsoft.com/office/powerpoint/2010/main" val="2136523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Then bursting forth in glorious day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Puis glorieux, Il s’est levé]</a:t>
            </a:r>
          </a:p>
        </p:txBody>
      </p:sp>
    </p:spTree>
    <p:extLst>
      <p:ext uri="{BB962C8B-B14F-4D97-AF65-F5344CB8AC3E}">
        <p14:creationId xmlns:p14="http://schemas.microsoft.com/office/powerpoint/2010/main" val="4286349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Up from the grave He rose again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Du tombeau Il est ressuscité]</a:t>
            </a:r>
          </a:p>
        </p:txBody>
      </p:sp>
    </p:spTree>
    <p:extLst>
      <p:ext uri="{BB962C8B-B14F-4D97-AF65-F5344CB8AC3E}">
        <p14:creationId xmlns:p14="http://schemas.microsoft.com/office/powerpoint/2010/main" val="2849027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as He stands in victory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Là, Il se tient dans la victoire]</a:t>
            </a:r>
          </a:p>
        </p:txBody>
      </p:sp>
    </p:spTree>
    <p:extLst>
      <p:ext uri="{BB962C8B-B14F-4D97-AF65-F5344CB8AC3E}">
        <p14:creationId xmlns:p14="http://schemas.microsoft.com/office/powerpoint/2010/main" val="3699521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Sin's curse has lost its grip on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le péché perd tout pouvoir]</a:t>
            </a:r>
          </a:p>
        </p:txBody>
      </p:sp>
    </p:spTree>
    <p:extLst>
      <p:ext uri="{BB962C8B-B14F-4D97-AF65-F5344CB8AC3E}">
        <p14:creationId xmlns:p14="http://schemas.microsoft.com/office/powerpoint/2010/main" val="97323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For I am His and He is mine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suis à Lui, Il est à moi]</a:t>
            </a:r>
          </a:p>
        </p:txBody>
      </p:sp>
    </p:spTree>
    <p:extLst>
      <p:ext uri="{BB962C8B-B14F-4D97-AF65-F5344CB8AC3E}">
        <p14:creationId xmlns:p14="http://schemas.microsoft.com/office/powerpoint/2010/main" val="1850016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Bought with the precious blood of Christ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Racheté par le précieux sang de Christ]</a:t>
            </a:r>
          </a:p>
        </p:txBody>
      </p:sp>
    </p:spTree>
    <p:extLst>
      <p:ext uri="{BB962C8B-B14F-4D97-AF65-F5344CB8AC3E}">
        <p14:creationId xmlns:p14="http://schemas.microsoft.com/office/powerpoint/2010/main" val="3114735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 guilt in life, no fear in death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Nulle peur ni culpabilité]</a:t>
            </a:r>
          </a:p>
        </p:txBody>
      </p:sp>
    </p:spTree>
    <p:extLst>
      <p:ext uri="{BB962C8B-B14F-4D97-AF65-F5344CB8AC3E}">
        <p14:creationId xmlns:p14="http://schemas.microsoft.com/office/powerpoint/2010/main" val="153919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is the power of Christ in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Oui, c’est la puissance de Christ en moi]</a:t>
            </a:r>
          </a:p>
        </p:txBody>
      </p:sp>
    </p:spTree>
    <p:extLst>
      <p:ext uri="{BB962C8B-B14F-4D97-AF65-F5344CB8AC3E}">
        <p14:creationId xmlns:p14="http://schemas.microsoft.com/office/powerpoint/2010/main" val="1338025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From life's first cry to final breath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Du premier cri jusqu’à la fin]</a:t>
            </a:r>
          </a:p>
        </p:txBody>
      </p:sp>
    </p:spTree>
    <p:extLst>
      <p:ext uri="{BB962C8B-B14F-4D97-AF65-F5344CB8AC3E}">
        <p14:creationId xmlns:p14="http://schemas.microsoft.com/office/powerpoint/2010/main" val="3153471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Jesus commands my destiny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Jésus commandera mon destin]</a:t>
            </a:r>
          </a:p>
        </p:txBody>
      </p:sp>
    </p:spTree>
    <p:extLst>
      <p:ext uri="{BB962C8B-B14F-4D97-AF65-F5344CB8AC3E}">
        <p14:creationId xmlns:p14="http://schemas.microsoft.com/office/powerpoint/2010/main" val="29864162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 power of hell, no scheme of man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Aucun démon ni plan humain]</a:t>
            </a:r>
          </a:p>
        </p:txBody>
      </p:sp>
    </p:spTree>
    <p:extLst>
      <p:ext uri="{BB962C8B-B14F-4D97-AF65-F5344CB8AC3E}">
        <p14:creationId xmlns:p14="http://schemas.microsoft.com/office/powerpoint/2010/main" val="1802156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Can ever pluck me from His hand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Ne m’arrachera de Sa main]</a:t>
            </a:r>
          </a:p>
        </p:txBody>
      </p:sp>
    </p:spTree>
    <p:extLst>
      <p:ext uri="{BB962C8B-B14F-4D97-AF65-F5344CB8AC3E}">
        <p14:creationId xmlns:p14="http://schemas.microsoft.com/office/powerpoint/2010/main" val="3998962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'Til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He returns or calls me home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Qu’Il me rappelle ou qu’Il revienne]</a:t>
            </a:r>
          </a:p>
        </p:txBody>
      </p:sp>
    </p:spTree>
    <p:extLst>
      <p:ext uri="{BB962C8B-B14F-4D97-AF65-F5344CB8AC3E}">
        <p14:creationId xmlns:p14="http://schemas.microsoft.com/office/powerpoint/2010/main" val="1624218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Here I'll stand, in Christ alone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Dans </a:t>
            </a:r>
            <a:r>
              <a:rPr lang="fr-FR" sz="3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la me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tiens]</a:t>
            </a:r>
          </a:p>
        </p:txBody>
      </p:sp>
    </p:spTree>
    <p:extLst>
      <p:ext uri="{BB962C8B-B14F-4D97-AF65-F5344CB8AC3E}">
        <p14:creationId xmlns:p14="http://schemas.microsoft.com/office/powerpoint/2010/main" val="154686272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16538</Words>
  <Application>Microsoft Macintosh PowerPoint</Application>
  <PresentationFormat>Grand écran</PresentationFormat>
  <Paragraphs>744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Calibri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Paulo Baptista</cp:lastModifiedBy>
  <cp:revision>93</cp:revision>
  <dcterms:created xsi:type="dcterms:W3CDTF">2002-08-17T13:12:10Z</dcterms:created>
  <dcterms:modified xsi:type="dcterms:W3CDTF">2025-05-04T09:22:11Z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2025-03-22T23:30:47Z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358d9ed8-39a6-4c1b-b6e4-371a790fe360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