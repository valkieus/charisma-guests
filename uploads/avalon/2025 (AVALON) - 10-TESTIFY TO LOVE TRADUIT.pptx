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59387" autoAdjust="0"/>
  </p:normalViewPr>
  <p:slideViewPr>
    <p:cSldViewPr>
      <p:cViewPr varScale="1">
        <p:scale>
          <a:sx n="68" d="100"/>
          <a:sy n="68" d="100"/>
        </p:scale>
        <p:origin x="199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9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FA3D961-DAA4-4204-A391-28EF0AAB1A05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2826C-5D8D-460D-B57B-A55D20F08E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039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338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24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672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05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663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8314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174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271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548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731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329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515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552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4198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8830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262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787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979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90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dirty="0" smtClean="0"/>
              <a:t>  </a:t>
            </a:r>
            <a:r>
              <a:rPr lang="fr-FR" dirty="0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444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</a:t>
            </a:r>
            <a:r>
              <a:rPr lang="fr-FR" cap="all" baseline="0" dirty="0" smtClean="0"/>
              <a:t>All the </a:t>
            </a:r>
            <a:r>
              <a:rPr lang="fr-FR" cap="all" baseline="0" dirty="0" err="1" smtClean="0"/>
              <a:t>colors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rainbow</a:t>
            </a:r>
            <a:r>
              <a:rPr lang="fr-FR" cap="all" baseline="0" dirty="0" smtClean="0"/>
              <a:t> </a:t>
            </a:r>
            <a:r>
              <a:rPr lang="fr-FR" dirty="0" smtClean="0"/>
              <a:t>[Les couleurs de l’arc-en-ciel] 
2-  </a:t>
            </a:r>
            <a:r>
              <a:rPr lang="fr-FR" cap="all" baseline="0" dirty="0" smtClean="0"/>
              <a:t>All of </a:t>
            </a:r>
            <a:r>
              <a:rPr lang="fr-FR" cap="all" baseline="0" dirty="0" err="1" smtClean="0"/>
              <a:t>voices</a:t>
            </a:r>
            <a:r>
              <a:rPr lang="fr-FR" cap="all" baseline="0" dirty="0" smtClean="0"/>
              <a:t> of the </a:t>
            </a:r>
            <a:r>
              <a:rPr lang="fr-FR" cap="all" baseline="0" dirty="0" err="1" smtClean="0"/>
              <a:t>wind</a:t>
            </a:r>
            <a:r>
              <a:rPr lang="fr-FR" cap="all" baseline="0" dirty="0" smtClean="0"/>
              <a:t> </a:t>
            </a:r>
            <a:r>
              <a:rPr lang="fr-FR" dirty="0" smtClean="0"/>
              <a:t>[Toutes les voix dans le vent] 
3-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dream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</a:t>
            </a:r>
            <a:r>
              <a:rPr lang="fr-FR" dirty="0" smtClean="0"/>
              <a:t>[Chaque rêve qui se manifeste] 
4-  </a:t>
            </a:r>
            <a:r>
              <a:rPr lang="fr-FR" cap="all" baseline="0" dirty="0" smtClean="0"/>
              <a:t>That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find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where</a:t>
            </a:r>
            <a:r>
              <a:rPr lang="fr-FR" cap="all" baseline="0" dirty="0" smtClean="0"/>
              <a:t> love </a:t>
            </a:r>
            <a:r>
              <a:rPr lang="fr-FR" cap="all" baseline="0" dirty="0" err="1" smtClean="0"/>
              <a:t>begins</a:t>
            </a:r>
            <a:r>
              <a:rPr lang="fr-FR" cap="all" baseline="0" dirty="0" smtClean="0"/>
              <a:t> </a:t>
            </a:r>
            <a:r>
              <a:rPr lang="fr-FR" dirty="0" smtClean="0"/>
              <a:t>[Se manifeste en vertu de l’amour] 
5-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story</a:t>
            </a:r>
            <a:r>
              <a:rPr lang="fr-FR" dirty="0" smtClean="0"/>
              <a:t> [Chaque mot de chaque histoire] 
6-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star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sky</a:t>
            </a:r>
            <a:r>
              <a:rPr lang="fr-FR" dirty="0" smtClean="0"/>
              <a:t> [Chaque étoile de chaque ciel] 
</a:t>
            </a:r>
            <a:r>
              <a:rPr lang="fr-FR" cap="all" baseline="0" dirty="0" smtClean="0"/>
              <a:t>7-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corner of </a:t>
            </a:r>
            <a:r>
              <a:rPr lang="fr-FR" cap="all" baseline="0" dirty="0" err="1" smtClean="0"/>
              <a:t>creation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lives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</a:t>
            </a:r>
            <a:r>
              <a:rPr lang="fr-FR" dirty="0" smtClean="0"/>
              <a:t>[Chaque coin de la création vit pour témoigner]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</a:t>
            </a:r>
            <a:r>
              <a:rPr lang="fr-FR" cap="all" baseline="0" dirty="0" smtClean="0"/>
              <a:t>8-  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</a:t>
            </a:r>
            <a:r>
              <a:rPr lang="fr-FR" dirty="0" smtClean="0"/>
              <a:t>[Tout le temps où je vivrai] 
9-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</a:t>
            </a:r>
            <a:r>
              <a:rPr lang="fr-FR" dirty="0" smtClean="0"/>
              <a:t> [Je parlerai de Son Amour] 
10-  </a:t>
            </a:r>
            <a:r>
              <a:rPr lang="fr-FR" cap="all" baseline="0" dirty="0" err="1" smtClean="0"/>
              <a:t>I'll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be</a:t>
            </a:r>
            <a:r>
              <a:rPr lang="fr-FR" cap="all" baseline="0" dirty="0" smtClean="0"/>
              <a:t> a </a:t>
            </a:r>
            <a:r>
              <a:rPr lang="fr-FR" cap="all" baseline="0" dirty="0" err="1" smtClean="0"/>
              <a:t>witness</a:t>
            </a:r>
            <a:r>
              <a:rPr lang="fr-FR" cap="all" baseline="0" dirty="0" smtClean="0"/>
              <a:t> in the silences </a:t>
            </a:r>
            <a:r>
              <a:rPr lang="fr-FR" dirty="0" smtClean="0"/>
              <a:t>[Je parlerai dans le silence] 
11-  </a:t>
            </a:r>
            <a:r>
              <a:rPr lang="fr-FR" cap="all" baseline="0" dirty="0" err="1" smtClean="0"/>
              <a:t>when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words</a:t>
            </a:r>
            <a:r>
              <a:rPr lang="fr-FR" cap="all" baseline="0" dirty="0" smtClean="0"/>
              <a:t> are not </a:t>
            </a:r>
            <a:r>
              <a:rPr lang="fr-FR" cap="all" baseline="0" dirty="0" err="1" smtClean="0"/>
              <a:t>enough</a:t>
            </a:r>
            <a:r>
              <a:rPr lang="fr-FR" cap="all" baseline="0" dirty="0" smtClean="0"/>
              <a:t> </a:t>
            </a:r>
            <a:r>
              <a:rPr lang="fr-FR" dirty="0" smtClean="0"/>
              <a:t>[Lorsque les cœurs sont trop durs] 
12-  </a:t>
            </a:r>
            <a:r>
              <a:rPr lang="fr-FR" cap="all" baseline="0" dirty="0" err="1" smtClean="0"/>
              <a:t>With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breath</a:t>
            </a:r>
            <a:r>
              <a:rPr lang="fr-FR" cap="all" baseline="0" dirty="0" smtClean="0"/>
              <a:t> I </a:t>
            </a:r>
            <a:r>
              <a:rPr lang="fr-FR" cap="all" baseline="0" dirty="0" err="1" smtClean="0"/>
              <a:t>take</a:t>
            </a:r>
            <a:r>
              <a:rPr lang="fr-FR" cap="all" baseline="0" dirty="0" smtClean="0"/>
              <a:t>  </a:t>
            </a:r>
            <a:r>
              <a:rPr lang="fr-FR" dirty="0" smtClean="0"/>
              <a:t>[Avec chaque souffle de vie] 
13-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give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thanks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God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above</a:t>
            </a:r>
            <a:r>
              <a:rPr lang="fr-FR" cap="all" baseline="0" dirty="0" smtClean="0"/>
              <a:t>  </a:t>
            </a:r>
            <a:r>
              <a:rPr lang="fr-FR" dirty="0" smtClean="0"/>
              <a:t>[Je Le louerai chaque jour] 
14-  </a:t>
            </a:r>
            <a:r>
              <a:rPr lang="fr-FR" cap="all" baseline="0" dirty="0" smtClean="0"/>
              <a:t>For as long as I </a:t>
            </a:r>
            <a:r>
              <a:rPr lang="fr-FR" cap="all" baseline="0" dirty="0" err="1" smtClean="0"/>
              <a:t>shall</a:t>
            </a:r>
            <a:r>
              <a:rPr lang="fr-FR" cap="all" baseline="0" dirty="0" smtClean="0"/>
              <a:t> live  </a:t>
            </a:r>
            <a:r>
              <a:rPr lang="fr-FR" dirty="0" smtClean="0"/>
              <a:t>[Tout le temps où je vivrai] 
15-  </a:t>
            </a:r>
            <a:r>
              <a:rPr lang="fr-FR" cap="all" baseline="0" dirty="0" smtClean="0"/>
              <a:t>I </a:t>
            </a:r>
            <a:r>
              <a:rPr lang="fr-FR" cap="all" baseline="0" dirty="0" err="1" smtClean="0"/>
              <a:t>will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testify</a:t>
            </a:r>
            <a:r>
              <a:rPr lang="fr-FR" cap="all" baseline="0" dirty="0" smtClean="0"/>
              <a:t> to love  </a:t>
            </a:r>
            <a:r>
              <a:rPr lang="fr-FR" dirty="0" smtClean="0"/>
              <a:t>[Je parlerai de Son Amour]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
16-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mountains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valleys</a:t>
            </a:r>
            <a:r>
              <a:rPr lang="fr-FR" cap="all" baseline="0" dirty="0" smtClean="0"/>
              <a:t>  </a:t>
            </a:r>
            <a:r>
              <a:rPr lang="fr-FR" dirty="0" smtClean="0"/>
              <a:t>[Des montagnes jusqu’aux vallées] 
17-  </a:t>
            </a:r>
            <a:r>
              <a:rPr lang="fr-FR" cap="all" baseline="0" dirty="0" err="1" smtClean="0"/>
              <a:t>From</a:t>
            </a:r>
            <a:r>
              <a:rPr lang="fr-FR" cap="all" baseline="0" dirty="0" smtClean="0"/>
              <a:t> the </a:t>
            </a:r>
            <a:r>
              <a:rPr lang="fr-FR" cap="all" baseline="0" dirty="0" err="1" smtClean="0"/>
              <a:t>rivers</a:t>
            </a:r>
            <a:r>
              <a:rPr lang="fr-FR" cap="all" baseline="0" dirty="0" smtClean="0"/>
              <a:t> to the </a:t>
            </a:r>
            <a:r>
              <a:rPr lang="fr-FR" cap="all" baseline="0" dirty="0" err="1" smtClean="0"/>
              <a:t>sea</a:t>
            </a:r>
            <a:r>
              <a:rPr lang="fr-FR" cap="all" baseline="0" dirty="0" smtClean="0"/>
              <a:t>  </a:t>
            </a:r>
            <a:r>
              <a:rPr lang="fr-FR" dirty="0" smtClean="0"/>
              <a:t>[Et des fleuves jusqu'à la mer] 
18-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 </a:t>
            </a:r>
            <a:r>
              <a:rPr lang="fr-FR" dirty="0" smtClean="0"/>
              <a:t>[Chaque main qui se manifeste] 
19-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hand </a:t>
            </a:r>
            <a:r>
              <a:rPr lang="fr-FR" cap="all" baseline="0" dirty="0" err="1" smtClean="0"/>
              <a:t>that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reaches</a:t>
            </a:r>
            <a:r>
              <a:rPr lang="fr-FR" cap="all" baseline="0" dirty="0" smtClean="0"/>
              <a:t> out to </a:t>
            </a:r>
            <a:r>
              <a:rPr lang="fr-FR" cap="all" baseline="0" dirty="0" err="1" smtClean="0"/>
              <a:t>offer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peace</a:t>
            </a:r>
            <a:r>
              <a:rPr lang="fr-FR" cap="all" baseline="0" dirty="0" smtClean="0"/>
              <a:t>  </a:t>
            </a:r>
            <a:r>
              <a:rPr lang="fr-FR" dirty="0" smtClean="0"/>
              <a:t>[Se manifeste pour t’offrir la paix] 
20-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simple </a:t>
            </a:r>
            <a:r>
              <a:rPr lang="fr-FR" cap="all" baseline="0" dirty="0" err="1" smtClean="0"/>
              <a:t>act</a:t>
            </a:r>
            <a:r>
              <a:rPr lang="fr-FR" cap="all" baseline="0" dirty="0" smtClean="0"/>
              <a:t> of </a:t>
            </a:r>
            <a:r>
              <a:rPr lang="fr-FR" cap="all" baseline="0" dirty="0" err="1" smtClean="0"/>
              <a:t>mercy</a:t>
            </a:r>
            <a:r>
              <a:rPr lang="fr-FR" cap="all" baseline="0" dirty="0" smtClean="0"/>
              <a:t>  </a:t>
            </a:r>
            <a:r>
              <a:rPr lang="fr-FR" dirty="0" smtClean="0"/>
              <a:t>[Chaque geste de tendresse] 
21- 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step</a:t>
            </a:r>
            <a:r>
              <a:rPr lang="fr-FR" cap="all" baseline="0" dirty="0" smtClean="0"/>
              <a:t> to </a:t>
            </a:r>
            <a:r>
              <a:rPr lang="fr-FR" cap="all" baseline="0" dirty="0" err="1" smtClean="0"/>
              <a:t>kingdom</a:t>
            </a:r>
            <a:r>
              <a:rPr lang="fr-FR" cap="all" baseline="0" dirty="0" smtClean="0"/>
              <a:t> come  </a:t>
            </a:r>
            <a:r>
              <a:rPr lang="fr-FR" dirty="0" smtClean="0"/>
              <a:t>[Fait avancer Son royaume] 
22-  </a:t>
            </a:r>
            <a:r>
              <a:rPr lang="fr-FR" cap="all" baseline="0" dirty="0" smtClean="0"/>
              <a:t>All the Hope in </a:t>
            </a:r>
            <a:r>
              <a:rPr lang="fr-FR" cap="all" baseline="0" dirty="0" err="1" smtClean="0"/>
              <a:t>every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heart</a:t>
            </a:r>
            <a:r>
              <a:rPr lang="fr-FR" cap="all" baseline="0" dirty="0" smtClean="0"/>
              <a:t>   </a:t>
            </a:r>
            <a:r>
              <a:rPr lang="fr-FR" dirty="0" smtClean="0"/>
              <a:t>[L’amour produit de l’espoir] 
23-  </a:t>
            </a:r>
            <a:r>
              <a:rPr lang="fr-FR" cap="all" baseline="0" dirty="0" err="1" smtClean="0"/>
              <a:t>will,speak</a:t>
            </a:r>
            <a:r>
              <a:rPr lang="fr-FR" cap="all" baseline="0" dirty="0" smtClean="0"/>
              <a:t> </a:t>
            </a:r>
            <a:r>
              <a:rPr lang="fr-FR" cap="all" baseline="0" dirty="0" err="1" smtClean="0"/>
              <a:t>what</a:t>
            </a:r>
            <a:r>
              <a:rPr lang="fr-FR" cap="all" baseline="0" dirty="0" smtClean="0"/>
              <a:t> love has </a:t>
            </a:r>
            <a:r>
              <a:rPr lang="fr-FR" cap="all" baseline="0" dirty="0" err="1" smtClean="0"/>
              <a:t>done</a:t>
            </a:r>
            <a:r>
              <a:rPr lang="fr-FR" cap="all" baseline="0" smtClean="0"/>
              <a:t>  </a:t>
            </a:r>
            <a:r>
              <a:rPr lang="fr-FR" smtClean="0"/>
              <a:t>[Et l’espoir est un baume] 
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All the colors of the rainbow [Les couleurs de l’arc-en-ciel] 
2-  All of voices of the wind [Toutes les voix dans le vent] 
3-  Every dream that reaches out [Chaque rêve qui se manifeste] 
4-  That reaches out to find where love begins [Se manifeste en vertu de l’amour] 
5-  Every word of every story [Chaque mot de chaque histoire] 
6-  Every star in every sky [Chaque étoile de chaque ciel] 
7-  Every corner of creation lives to testify [Chaque coin de la création vit pour témoigner] 
8-  For as long as I shall live [Tout le temps où je vivrai] 
9-  I will testify to love [Je parlerai de Son Amour] 
10-  I'll be a witness in the silences [Je parlerai dans le silence] 
11-  when words are not enough [Lorsque les cœurs sont trop durs] 
12-  With every breath I take  [Avec chaque souffle de vie] 
13-  I will give thanks to God above  [Je Le louerai chaque jour] 
14-  For as long as I shall live  [Tout le temps où je vivrai] 
15-  I will testify to love  [Je parlerai de Son Amour] 
16-  From the mountains to the valleys  [Des montagnes jusqu’aux vallées] 
17-  From the rivers to the sea  [Et des fleuves jusqu'à la mer] 
18-  Every hand that reaches out  [Chaque main qui se manifeste] 
19-  Every hand that reaches out to offer peace  [Se manifeste pour t’offrir la paix] 
20-  Every simple act of mercy  [Chaque geste de tendresse] 
21-  Every step to kingdom come  [Fait avancer Son royaume] 
22-  All the Hope in every heart   [L’amour produit de l’espoir] 
23-  will,speak what love has done  [Et l’espoir est un baume]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85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3A2C-18C9-43E8-88B8-882CF2AE7C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202C3-CE32-4C02-8414-2289CDA0BC6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D9D36-572E-4333-8CFD-166AA3FA2D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B5CD5-AC9A-4773-9121-A47A5517219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37C14-C866-477D-A25E-3710DD2ED1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9F85-5220-4EFC-982A-E8ADA64F8D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1F4A2-8D7F-4267-8B2B-56871FBE83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7F67D-C1A9-4A7F-B8D9-1F4DDAF6DC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CD5B3-65BC-404D-B056-1C3AF072F51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FE649-C6A7-4BD2-8C72-D9AD845E38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F5662-5248-4CFA-B163-3D6D827AB6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EE981A-D482-436D-A02C-5945FB952C5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the colors of the rainbow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Les couleurs de l’arc-en-ciel]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of voices of the wind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Toutes les voix dans le vent]</a:t>
            </a:r>
          </a:p>
        </p:txBody>
      </p:sp>
    </p:spTree>
    <p:extLst>
      <p:ext uri="{BB962C8B-B14F-4D97-AF65-F5344CB8AC3E}">
        <p14:creationId xmlns:p14="http://schemas.microsoft.com/office/powerpoint/2010/main" val="297805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dream that reaches 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rêve qui se manifeste]</a:t>
            </a:r>
          </a:p>
        </p:txBody>
      </p:sp>
    </p:spTree>
    <p:extLst>
      <p:ext uri="{BB962C8B-B14F-4D97-AF65-F5344CB8AC3E}">
        <p14:creationId xmlns:p14="http://schemas.microsoft.com/office/powerpoint/2010/main" val="36896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That reaches out to find where love begins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 manifeste en vertu de l’amour]</a:t>
            </a:r>
          </a:p>
        </p:txBody>
      </p:sp>
    </p:spTree>
    <p:extLst>
      <p:ext uri="{BB962C8B-B14F-4D97-AF65-F5344CB8AC3E}">
        <p14:creationId xmlns:p14="http://schemas.microsoft.com/office/powerpoint/2010/main" val="405580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word of every story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mot de chaque histoire]</a:t>
            </a:r>
          </a:p>
        </p:txBody>
      </p:sp>
    </p:spTree>
    <p:extLst>
      <p:ext uri="{BB962C8B-B14F-4D97-AF65-F5344CB8AC3E}">
        <p14:creationId xmlns:p14="http://schemas.microsoft.com/office/powerpoint/2010/main" val="280354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star in every sky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étoile de chaque ciel]</a:t>
            </a:r>
          </a:p>
        </p:txBody>
      </p:sp>
    </p:spTree>
    <p:extLst>
      <p:ext uri="{BB962C8B-B14F-4D97-AF65-F5344CB8AC3E}">
        <p14:creationId xmlns:p14="http://schemas.microsoft.com/office/powerpoint/2010/main" val="405526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corner of creation lives to testify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coin de la création vit pour témoigner]</a:t>
            </a:r>
          </a:p>
        </p:txBody>
      </p:sp>
    </p:spTree>
    <p:extLst>
      <p:ext uri="{BB962C8B-B14F-4D97-AF65-F5344CB8AC3E}">
        <p14:creationId xmlns:p14="http://schemas.microsoft.com/office/powerpoint/2010/main" val="4009680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as long as I shall live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le temps où je vivrai]</a:t>
            </a:r>
          </a:p>
        </p:txBody>
      </p:sp>
    </p:spTree>
    <p:extLst>
      <p:ext uri="{BB962C8B-B14F-4D97-AF65-F5344CB8AC3E}">
        <p14:creationId xmlns:p14="http://schemas.microsoft.com/office/powerpoint/2010/main" val="287249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will testify to love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parlerai de Son Amour]</a:t>
            </a:r>
          </a:p>
        </p:txBody>
      </p:sp>
    </p:spTree>
    <p:extLst>
      <p:ext uri="{BB962C8B-B14F-4D97-AF65-F5344CB8AC3E}">
        <p14:creationId xmlns:p14="http://schemas.microsoft.com/office/powerpoint/2010/main" val="386770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I'll be a witness in the silences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parlerai dans le silence]</a:t>
            </a:r>
          </a:p>
        </p:txBody>
      </p:sp>
    </p:spTree>
    <p:extLst>
      <p:ext uri="{BB962C8B-B14F-4D97-AF65-F5344CB8AC3E}">
        <p14:creationId xmlns:p14="http://schemas.microsoft.com/office/powerpoint/2010/main" val="96873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when words are not enough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Lorsque les cœurs sont trop durs]</a:t>
            </a:r>
          </a:p>
        </p:txBody>
      </p:sp>
    </p:spTree>
    <p:extLst>
      <p:ext uri="{BB962C8B-B14F-4D97-AF65-F5344CB8AC3E}">
        <p14:creationId xmlns:p14="http://schemas.microsoft.com/office/powerpoint/2010/main" val="2023269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every breath I take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Avec chaque souffle de vie]</a:t>
            </a:r>
          </a:p>
        </p:txBody>
      </p:sp>
    </p:spTree>
    <p:extLst>
      <p:ext uri="{BB962C8B-B14F-4D97-AF65-F5344CB8AC3E}">
        <p14:creationId xmlns:p14="http://schemas.microsoft.com/office/powerpoint/2010/main" val="385165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will give thanks to God above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Le louerai chaque jour]</a:t>
            </a:r>
          </a:p>
        </p:txBody>
      </p:sp>
    </p:spTree>
    <p:extLst>
      <p:ext uri="{BB962C8B-B14F-4D97-AF65-F5344CB8AC3E}">
        <p14:creationId xmlns:p14="http://schemas.microsoft.com/office/powerpoint/2010/main" val="309103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For as long as I shall live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Tout le temps où je vivrai]</a:t>
            </a:r>
          </a:p>
        </p:txBody>
      </p:sp>
    </p:spTree>
    <p:extLst>
      <p:ext uri="{BB962C8B-B14F-4D97-AF65-F5344CB8AC3E}">
        <p14:creationId xmlns:p14="http://schemas.microsoft.com/office/powerpoint/2010/main" val="210933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will testify to love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Je parlerai de Son Amour]</a:t>
            </a:r>
          </a:p>
        </p:txBody>
      </p:sp>
    </p:spTree>
    <p:extLst>
      <p:ext uri="{BB962C8B-B14F-4D97-AF65-F5344CB8AC3E}">
        <p14:creationId xmlns:p14="http://schemas.microsoft.com/office/powerpoint/2010/main" val="3599072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the mountains to the valleys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Des montagnes jusqu’aux vallées]</a:t>
            </a:r>
          </a:p>
        </p:txBody>
      </p:sp>
    </p:spTree>
    <p:extLst>
      <p:ext uri="{BB962C8B-B14F-4D97-AF65-F5344CB8AC3E}">
        <p14:creationId xmlns:p14="http://schemas.microsoft.com/office/powerpoint/2010/main" val="335455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the rivers to the sea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des fleuves jusqu'à la mer]</a:t>
            </a:r>
          </a:p>
        </p:txBody>
      </p:sp>
    </p:spTree>
    <p:extLst>
      <p:ext uri="{BB962C8B-B14F-4D97-AF65-F5344CB8AC3E}">
        <p14:creationId xmlns:p14="http://schemas.microsoft.com/office/powerpoint/2010/main" val="110739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hand that reaches out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main qui se manifeste]</a:t>
            </a:r>
          </a:p>
        </p:txBody>
      </p:sp>
    </p:spTree>
    <p:extLst>
      <p:ext uri="{BB962C8B-B14F-4D97-AF65-F5344CB8AC3E}">
        <p14:creationId xmlns:p14="http://schemas.microsoft.com/office/powerpoint/2010/main" val="972959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hand that reaches out to offer peace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Se manifeste pour t’offrir la paix]</a:t>
            </a:r>
          </a:p>
        </p:txBody>
      </p:sp>
    </p:spTree>
    <p:extLst>
      <p:ext uri="{BB962C8B-B14F-4D97-AF65-F5344CB8AC3E}">
        <p14:creationId xmlns:p14="http://schemas.microsoft.com/office/powerpoint/2010/main" val="9931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simple act of mercy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Chaque geste de tendresse]</a:t>
            </a:r>
          </a:p>
        </p:txBody>
      </p:sp>
    </p:spTree>
    <p:extLst>
      <p:ext uri="{BB962C8B-B14F-4D97-AF65-F5344CB8AC3E}">
        <p14:creationId xmlns:p14="http://schemas.microsoft.com/office/powerpoint/2010/main" val="651186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Every step to kingdom come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Fait avancer Son royaume]</a:t>
            </a:r>
          </a:p>
        </p:txBody>
      </p:sp>
    </p:spTree>
    <p:extLst>
      <p:ext uri="{BB962C8B-B14F-4D97-AF65-F5344CB8AC3E}">
        <p14:creationId xmlns:p14="http://schemas.microsoft.com/office/powerpoint/2010/main" val="4002585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the Hope in every heart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L’amour produit de l’espoir]</a:t>
            </a:r>
          </a:p>
        </p:txBody>
      </p:sp>
    </p:spTree>
    <p:extLst>
      <p:ext uri="{BB962C8B-B14F-4D97-AF65-F5344CB8AC3E}">
        <p14:creationId xmlns:p14="http://schemas.microsoft.com/office/powerpoint/2010/main" val="182509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119336" y="5461000"/>
            <a:ext cx="1207266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will,speak</a:t>
            </a: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what love has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 </a:t>
            </a:r>
            <a:r>
              <a:rPr lang="fr-FR" sz="3000" cap="all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</a:t>
            </a:r>
            <a:r>
              <a:rPr lang="fr-FR" sz="3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Et l’espoir est un baume]</a:t>
            </a:r>
            <a:endParaRPr 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673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912</Words>
  <Application>Microsoft Office PowerPoint</Application>
  <PresentationFormat>Grand écran</PresentationFormat>
  <Paragraphs>184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Calibri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2002-08-17T13:12:10Z</dcterms:created>
  <dcterms:modified xsi:type="dcterms:W3CDTF">2025-05-11T12:21:38Z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2025-03-22T23:30:47Z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358d9ed8-39a6-4c1b-b6e4-371a790fe360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