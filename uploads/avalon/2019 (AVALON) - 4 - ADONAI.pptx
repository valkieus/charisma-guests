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06" r:id="rId2"/>
    <p:sldId id="319" r:id="rId3"/>
    <p:sldId id="318" r:id="rId4"/>
    <p:sldId id="320" r:id="rId5"/>
    <p:sldId id="317" r:id="rId6"/>
    <p:sldId id="321" r:id="rId7"/>
    <p:sldId id="316" r:id="rId8"/>
    <p:sldId id="322" r:id="rId9"/>
    <p:sldId id="315" r:id="rId10"/>
    <p:sldId id="314" r:id="rId11"/>
    <p:sldId id="313" r:id="rId12"/>
    <p:sldId id="312" r:id="rId13"/>
    <p:sldId id="323" r:id="rId14"/>
    <p:sldId id="311" r:id="rId15"/>
    <p:sldId id="324" r:id="rId16"/>
    <p:sldId id="326" r:id="rId17"/>
    <p:sldId id="327" r:id="rId18"/>
    <p:sldId id="328" r:id="rId19"/>
    <p:sldId id="329" r:id="rId20"/>
    <p:sldId id="309" r:id="rId21"/>
    <p:sldId id="325" r:id="rId22"/>
    <p:sldId id="330" r:id="rId23"/>
    <p:sldId id="331" r:id="rId24"/>
    <p:sldId id="332" r:id="rId25"/>
    <p:sldId id="333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25" d="100"/>
          <a:sy n="25" d="100"/>
        </p:scale>
        <p:origin x="-68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27/09/2019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254523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D’UNE SEULE DE TES LARMES  TU CRÉES UN OCÉAN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UN SEUL GRAIN DE SABLE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grain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4-  ENTRE TES MAINS DEVIENT UN MONDE EN MOUVEMENT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 A world in motion
5-  TU ES PLUS LOIN QUE LES PLUS LOINTAINES ÉTOILES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
6-  MAIS ASSEZ PRÈS POUR ME TENIR DANS TES BRAS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timid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knock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Rock of Ages
12-  ET UN COEUR TOUT TREMBLANT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trembling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soul
13-  DEVIENT UN SERVITEUR  REMPLI DE COURAGE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servant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courageous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mountains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of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82748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024115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02224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D’UNE SEULE DE TES LARMES  TU CRÉES UN OCÉAN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UN SEUL GRAIN DE SABLE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grain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4-  ENTRE TES MAINS DEVIENT UN MONDE EN MOUVEMENT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 A world in motion
5-  TU ES PLUS LOIN QUE LES PLUS LOINTAINES ÉTOILES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
6-  MAIS ASSEZ PRÈS POUR ME TENIR DANS TES BRAS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timid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knock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Rock of Ages
12-  ET UN COEUR TOUT TREMBLANT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trembling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soul
13-  DEVIENT UN SERVITEUR  REMPLI DE COURAGE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servant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courageous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mountains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of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080340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853286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10353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835288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247230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42013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289035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124402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789050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046704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211522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59227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156859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272262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868962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774947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238708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694137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399623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377300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362381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UNE SEULE GOUTTE DE PLUIE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single drop of rain
2-  D’UNE SEULE DE TES LARMES  TU CRÉES UN OCÉAN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salty tear became blue ocean
3-  ET UN SEUL GRAIN DE SABLE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tiny grain of sand 
4-  ENTRE TES MAINS DEVIENT UN MONDE EN MOUVEMENT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 in your hand A world in motion
5-  TU ES PLUS LOIN QUE LES PLUS LOINTAINES ÉTOILES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out beyond the furthest Morning Star
6-  MAIS ASSEZ PRÈS POUR ME TENIR DANS TES BRAS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 enough to hold me in Your arms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8-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9-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10-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UN TIMIDE BATTEMENT RÉSONNE SUR LE ROCHER DES ÂGES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timid faithful knock, Resounds upon the Rock of Ages
12-  ET UN COEUR TOUT TREMBLANT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trembling heart and soul
13-  DEVIENT UN SERVITEUR  REMPLI DE COURAGE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 a servant bold and courageous
14-  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call across the mountains and the seas
15- 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answer from the deepest part of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SEULE GOUTTE DE PLUIE </a:t>
            </a:r>
          </a:p>
          <a:p>
            <a:r>
              <a:rPr lang="fr-FR" smtClean="0"/>
              <a:t>One single drop of rain
2-  D’UNE SEULE DE TES LARMES  TU CRÉES UN OCÉAN </a:t>
            </a:r>
          </a:p>
          <a:p>
            <a:r>
              <a:rPr lang="fr-FR" smtClean="0"/>
              <a:t>Your salty tear became blue ocean
3-  ET UN SEUL GRAIN DE SABLE </a:t>
            </a:r>
          </a:p>
          <a:p>
            <a:r>
              <a:rPr lang="fr-FR" smtClean="0"/>
              <a:t>One tiny grain of sand 
4-  ENTRE TES MAINS DEVIENT UN MONDE EN MOUVEMENT </a:t>
            </a:r>
          </a:p>
          <a:p>
            <a:r>
              <a:rPr lang="fr-FR" smtClean="0"/>
              <a:t>Turning in your hand A world in motion
5-  TU ES PLUS LOIN QUE LES PLUS LOINTAINES ÉTOILES </a:t>
            </a:r>
          </a:p>
          <a:p>
            <a:r>
              <a:rPr lang="fr-FR" smtClean="0"/>
              <a:t>You're out beyond the furthest Morning Star
6-  MAIS ASSEZ PRÈS POUR ME TENIR DANS TES BRAS </a:t>
            </a:r>
          </a:p>
          <a:p>
            <a:r>
              <a:rPr lang="fr-FR" smtClean="0"/>
              <a:t>Close enough to hold me in Your arms</a:t>
            </a:r>
          </a:p>
          <a:p>
            <a:r>
              <a:rPr lang="fr-FR" smtClean="0"/>
              <a:t>
7-  ADONAÏ, JE LÈVE MES MAINS  ET JE PLEURE </a:t>
            </a:r>
          </a:p>
          <a:p>
            <a:r>
              <a:rPr lang="fr-FR" smtClean="0"/>
              <a:t>Adonai, I lift up my heart and I cry
8-  MON ADONAÏ </a:t>
            </a:r>
          </a:p>
          <a:p>
            <a:r>
              <a:rPr lang="fr-FR" smtClean="0"/>
              <a:t>My Adonai
9-  AUTEUR DE CHAQUE INSTANT PÈRE MA LIBERTÉ, MON ESPOIR </a:t>
            </a:r>
          </a:p>
          <a:p>
            <a:r>
              <a:rPr lang="fr-FR" smtClean="0"/>
              <a:t>You are the Maker of each moment, Father of my hope and freedom
10-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11-  UN TIMIDE BATTEMENT RÉSONNE SUR LE ROCHER DES ÂGES </a:t>
            </a:r>
          </a:p>
          <a:p>
            <a:r>
              <a:rPr lang="fr-FR" smtClean="0"/>
              <a:t>One timid faithful knock, Resounds upon the Rock of Ages
12-  ET UN COEUR TOUT TREMBLANT </a:t>
            </a:r>
          </a:p>
          <a:p>
            <a:r>
              <a:rPr lang="fr-FR" smtClean="0"/>
              <a:t>One trembling heart and soul
13-  DEVIENT UN SERVITEUR  REMPLI DE COURAGE </a:t>
            </a:r>
          </a:p>
          <a:p>
            <a:r>
              <a:rPr lang="fr-FR" smtClean="0"/>
              <a:t>Becomes a servant bold and courageous
14-  TU APPELLES À TRAVERS LES MONTAGNES ET LES MERS </a:t>
            </a:r>
          </a:p>
          <a:p>
            <a:r>
              <a:rPr lang="fr-FR" smtClean="0"/>
              <a:t>You call across the mountains and the seas
15-  JE TE RÉPONDS DU PLUS PROFOND DE MOI </a:t>
            </a:r>
          </a:p>
          <a:p>
            <a:r>
              <a:rPr lang="fr-FR" smtClean="0"/>
              <a:t>I answer from the deepest part of me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19008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GOUTTE DE PLUIE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SEULE DE TES LARMES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CRÉES UN OCÉAN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501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 SEUL GRAIN DE SABLE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43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ENTRE TES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DEVIENT UN MONDE EN MOUVEMENT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199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PLUS LOIN QUE LES PLUS LOINTAINES ÉTOILES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307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ASSEZ PRÈS POUR ME TENIR DANS TES BRAS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285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ADONAÏ, JE LÈVE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JE PLEURE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94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49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AUTEUR DE CHAQUE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 MA LIBERTÉ, MON ESPOIR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798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426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TIMIDE BATTEMENT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RÉSONNE SUR LE ROCHER DES ÂGES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202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 COEUR TOUT TREMBLANT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4392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DEVIENT UN SERVITEUR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 DE COURAGE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207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APPELLES À TRAVERS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MONTAGNES ET LES MERS</a:t>
            </a:r>
          </a:p>
        </p:txBody>
      </p:sp>
    </p:spTree>
    <p:extLst>
      <p:ext uri="{BB962C8B-B14F-4D97-AF65-F5344CB8AC3E}">
        <p14:creationId xmlns:p14="http://schemas.microsoft.com/office/powerpoint/2010/main" xmlns="" val="57891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RÉPONDS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PLUS PROFOND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2585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ADONAÏ, JE LÈVE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JE PLEURE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488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4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AUTEUR DE CHAQUE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 MA LIBERTÉ, MON ESPOIR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329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325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D’ÂGE EN ÂGE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RÈGNES EN MAJESTÉ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005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CES MIRACLES TU AS FAITS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472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ADONAÏ, JE LÈVE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JE PLEURE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8095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892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AUTEUR DE CHAQUE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 MA LIBERTÉ, MON ESPOIR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87378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MON 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308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729</Words>
  <Application>Microsoft Office PowerPoint</Application>
  <PresentationFormat>Affichage à l'écran (4:3)</PresentationFormat>
  <Paragraphs>1639</Paragraphs>
  <Slides>25</Slides>
  <Notes>25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180</cp:revision>
  <dcterms:created xsi:type="dcterms:W3CDTF">2002-08-17T10:50:50Z</dcterms:created>
  <dcterms:modified xsi:type="dcterms:W3CDTF">2019-09-27T14:12:33Z</dcterms:modified>
</cp:coreProperties>
</file>