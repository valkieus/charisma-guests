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58" r:id="rId2"/>
    <p:sldId id="259" r:id="rId3"/>
    <p:sldId id="26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4" autoAdjust="0"/>
    <p:restoredTop sz="46948" autoAdjust="0"/>
  </p:normalViewPr>
  <p:slideViewPr>
    <p:cSldViewPr>
      <p:cViewPr varScale="1">
        <p:scale>
          <a:sx n="53" d="100"/>
          <a:sy n="53" d="100"/>
        </p:scale>
        <p:origin x="1974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029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43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92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224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14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561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603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seul] 
2- 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ignorer ce désir dans mon cœur]    
3-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[Du réconfort des bras d'un être cher] 
4-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rêves] 
5-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ne jamais connaître l'émotion
6-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and out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[De poursuivre une étoile lointaine] 
7-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beaucoup de choses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carry on, but  [Et continuer d'avancer, mais..]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tomorrow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ne pourrai jamais affronter]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know [Ma vie sans Ton espoir, je le sais] 
11-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You[Je ne peux vivre un jour sans Toi] 
12-  Lord,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night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[Sans Tes bras d'amour pour me garder] 
14-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all I do [Tu es ma source en tout ce que je fais] 
15-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[Je ne peux vivre un jour sans Toi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[Je pourrais parcourir le monde] 
17-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wonders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beautiful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new [Et voir toutes les plus belles choses]   -----14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You [Elles ne me feraient que penser à Toi] 
19-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all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tout avoir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compare [Les plus grandes richesses de ce monde] 
21-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care [Au point de tout avoir sans douter] 
22- Oh,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[Oh, je pourrais tout faire, oh oui] 
23- But if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[Mais si Tu n'y es pas...]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live [Oh Jésus, je vis parce que Tu vis] 
25-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[Tu es l'air que je respire] 
26-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oh, I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 Jésus, Tu donnes tout ce que j'ai] 
27-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720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386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Refrain 2 -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844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491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5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108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2986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7845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536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62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931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91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536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seul] 
2- 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ignorer ce désir dans mon cœur]    
3-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[Du réconfort des bras d'un être cher] 
4-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rêves] 
5-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ne jamais connaître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l'émotion]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and out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[De poursuivre une étoile lointaine] 
7-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beaucoup de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choses]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carry on, but  [Et continuer d'avancer, mais..]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tomorrow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ne pourrai jamais affronter]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know [Ma vie sans Ton espoir, je le sais] 
11-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You[Je ne peux vivre un jour sans Toi] 
12-  Lord,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night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[Sans Tes bras d'amour pour me garder] 
14-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all I do [Tu es ma source en tout ce que je fais] 
15-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[Je ne peux vivre un jour sans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Toi]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[Je pourrais parcourir le monde] 
17-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wonders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beautiful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new [Et voir toutes les plus belles choses]   -----14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You [Elles ne me feraient que penser à Toi] 
19-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all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</a:t>
            </a: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</a:t>
            </a: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avoir]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Riches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compare [Les plus grandes richesses de ce monde] 
21-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care [Au point de tout avoir sans douter] 
22- Oh,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[Oh, je pourrais tout faire, oh oui] 
23- But if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[Mais si Tu n'y es pas...]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live [Oh Jésus, je vis parce que Tu vis] 
25-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[Tu es l'air que je respire] 
26-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oh, I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 Jésus, Tu donnes tout ce que j'ai] 
27-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688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297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404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349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could carry on, but  [Et continuer d'avancer, mais..]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3216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seul] 
2- 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ignorer ce désir dans mon cœur]    
3-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[Du réconfort des bras d'un être cher] 
4-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rêves] 
5-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[Et ne jamais connaître l'émotion
6-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and out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[De poursuivre une étoile lointaine] 
7-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vivre sans beaucoup de choses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
8- 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carry on, but  [Et continuer d'avancer, mais..]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
9-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tomorrow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ne pourrai jamais affronter]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know [Ma vie sans Ton espoir, je le sais] 
11-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You[Je ne peux vivre un jour sans Toi] 
12-  Lord,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night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[Seigneur, il n'y a pas de jour ni de nuit] 
13-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[Sans Tes bras d'amour pour me garder] 
14-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all I do [Tu es ma source en tout ce que je fais] 
15-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[Je ne peux vivre un jour sans Toi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
16-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[Je pourrais parcourir le monde] 
17-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wonders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beautiful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new [Et voir toutes les plus belles choses]   -----14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You [Elles ne me feraient que penser à Toi] 
19-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all life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[Je pourrais tout avoir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
20- Riches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compare [Les plus grandes richesses de ce monde] 
21-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care [Au point de tout avoir sans douter] 
22- Oh,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[Oh, je pourrais tout faire, oh oui] 
23- But if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[Mais si Tu n'y es pas...]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2 -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live [Oh Jésus, je vis parce que Tu vis] 
25-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[Tu es l'air que je respire] 
26-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oh, I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[Oh Jésus, Tu donnes tout ce que j'ai] 
27-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 [Oui, Tu es tout pour moi] 
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1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I could live life alone [Je pourrais vivre seul] 
2-  And never fill the longings of my heart [Et ignorer ce désir dans mon cœur]    
3- The healing warmth of someone's arms And [Du réconfort des bras d'un être cher] 
4-  I could live without dreams [Je pourrais vivre sans rêves] 
5- And never know the thrill of what could be [Et ne jamais connaître l'émotion
6- With every star so far and out of reach [De poursuivre une étoile lointaine] 
7- I could live without many things [Je pourrais vivre sans beaucoup de choses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 
8-  And I could carry on, but  [Et continuer d'avancer, mais..]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
9-  I couldn't face my life tomorrow [Je ne pourrai jamais affronter]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10-  Without Your hope in my heart I know [Ma vie sans Ton espoir, je le sais] 
11-  I can't live a day without You[Je ne peux vivre un jour sans Toi] 
12-  Lord, there's no night and there's no morning 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[Seigneur, il n'y a pas de jour ni de nuit] 
13- Without Your loving arms to hold me You're [Sans Tes bras d'amour pour me garder] 
14- the heartbeat of all I do [Tu es ma source en tout ce que je fais] 
15- I can't live a day without You [Je ne peux vivre un jour sans Toi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2 
16- I could travel the world [Je pourrais parcourir le monde] 
17- See all the wonders beautiful and new [Et voir toutes les plus belles choses]   -----14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18-  They'd only make me think of You [Elles ne me feraient que penser à Toi] 
19- And I could have all life offers [Je pourrais tout avoir</a:t>
            </a:r>
            <a:b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</a:b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] 
20- Riches that were far beyond compare [Les plus grandes richesses de ce monde] 
21- To grant my every wish without a care [Au point de tout avoir sans douter] 
22- Oh, I could do anything, oh yes [Oh, je pourrais tout faire, oh oui] 
23- But if You weren't in it all [Mais si Tu n'y es pas...]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Refrain 2 -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
24- Jesus, I live because You live [Oh Jésus, je vis parce que Tu vis] 
25- You're like the air I breathe [Tu es l'air que je respire] 
26-  Oh Jesus, oh, I have because You give You're [Oh Jésus, Tu donnes tout ce que j'ai] 
27- everything to me [Oui, Tu es tout pour moi] 
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58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 live life alone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pourrais vivre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seul ]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never fill the longings of my heart</a:t>
            </a:r>
          </a:p>
          <a:p>
            <a:pPr lvl="0"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Et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ignorer ce désir dans mon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cœur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548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35792" y="5445224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The healing warmth of someone's arms And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Du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réconfort des bras d'un être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cher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941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 live without dreams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pourrais vivre sans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rêves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784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never know the thrill of what could be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Et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ne jamais connaître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l'émotion 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202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With every star so far and out of reach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De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poursuivre une étoile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lointaine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622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 live without many things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pourrais vivre sans beaucoup de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choses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000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I could carry on, but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Et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continuer d'avancer,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mais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450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couldn't face my life tomorrow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pourrai jamais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affronter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cap="sm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 </a:t>
            </a:r>
            <a:endParaRPr lang="fr-FR" sz="3000" cap="sm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676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Without Your hope in my heart I know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Ma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vie sans Ton espoir, je le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sais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131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can't live a day without You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ne peux vivre un jour sans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Toi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584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Lord, there's no night and there's no morning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Seigneur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, il n'y a pas de jour ni de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nuit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708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407368" y="5461000"/>
            <a:ext cx="1144927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Without Your loving arms to hold me You're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Sans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Tes bras d'amour pour me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garder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281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the heartbeat of all I do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Tu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es ma source en tout ce que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fais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228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 can't live a day without You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ne peux vivre un jour sans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Toi 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93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I could travel the world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pourrais parcourir le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monde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85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See all the wonders beautiful and new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Et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voir toutes les plus belles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choses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014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They'd only make me think of You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Elles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ne me feraient que penser à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Toi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492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And I could have all life offers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pourrais tout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avoir 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30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Riches that were far beyond compare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Les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plus grandes richesses de ce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monde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95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To grant my every wish without a care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Au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point de tout avoir sans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douter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9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Oh, I could do anything, oh yes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Oh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, je pourrais tout faire, oh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oui ]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11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But if You weren't in it all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Mais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si Tu n'y es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pas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366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Jesus, I live because You live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Oh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Jésus, je vis parce que Tu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vis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418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You're like the air I breathe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Tu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es l'air que je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respire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797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Oh Jesus, oh, I have because You give You're 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Oh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Jésus, Tu donnes tout ce que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j'ai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036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3000" cap="all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everything</a:t>
            </a: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 to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[ Oui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, Tu es tout pour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  <a:ea typeface="+mn-ea"/>
              </a:rPr>
              <a:t>moi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16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1242</Words>
  <Application>Microsoft Office PowerPoint</Application>
  <PresentationFormat>Grand écran</PresentationFormat>
  <Paragraphs>865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116</cp:revision>
  <dcterms:created xsi:type="dcterms:W3CDTF">2011-01-30T10:04:33Z</dcterms:created>
  <dcterms:modified xsi:type="dcterms:W3CDTF">2025-05-11T12:02:15Z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2025-03-23T00:21:44Z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5b187904-160c-42cd-bc5e-41d57074b47a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