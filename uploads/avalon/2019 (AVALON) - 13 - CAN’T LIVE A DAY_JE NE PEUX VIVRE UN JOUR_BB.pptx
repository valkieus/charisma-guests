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6" r:id="rId2"/>
    <p:sldId id="307" r:id="rId3"/>
    <p:sldId id="308" r:id="rId4"/>
    <p:sldId id="309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>
        <p:scale>
          <a:sx n="29" d="100"/>
          <a:sy n="29" d="100"/>
        </p:scale>
        <p:origin x="-864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POURRAI VIVRE SEUL </a:t>
            </a:r>
          </a:p>
          <a:p>
            <a:r>
              <a:rPr lang="fr-FR" b="0" smtClean="0"/>
              <a:t>I could live life alone
2-  ET IGNORER CE DÉSIR  DANS MON CŒUR </a:t>
            </a:r>
          </a:p>
          <a:p>
            <a:r>
              <a:rPr lang="fr-FR" b="0" smtClean="0"/>
              <a:t>And never fill the longings of my heart
3-  DU RÉCONFORT DES BRAS  D'UN ÊTRE CHER </a:t>
            </a:r>
          </a:p>
          <a:p>
            <a:r>
              <a:rPr lang="fr-FR" b="0" smtClean="0"/>
              <a:t>The healing warmth of someone's arms
4-  JE POURRAI VIVRE SANS RÊVES  </a:t>
            </a:r>
          </a:p>
          <a:p>
            <a:r>
              <a:rPr lang="fr-FR" b="0" smtClean="0"/>
              <a:t>And I could live without dreams
5-  ET NE JAMAIS CONNAITRE L'ÉMOTION DE POURSUIVRE UNE ÉTOILE LOINTAINE </a:t>
            </a:r>
          </a:p>
          <a:p>
            <a:r>
              <a:rPr lang="fr-FR" b="0" smtClean="0"/>
              <a:t>And never know the thrill of what could be With every star so far and out of reach
6-  JE POURRAI VIVRE  SANS TOUTES CES CHOSES </a:t>
            </a:r>
          </a:p>
          <a:p>
            <a:r>
              <a:rPr lang="fr-FR" b="0" smtClean="0"/>
              <a:t>I could live without many things
7-  ET CONTINUER D'AVANCER, MAIS... 
And I could carry on, but...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JE NE POURRAI JAMAIS AFFRONTER MA VIE SANS TON ESPOIR JE LE SAIS </a:t>
            </a:r>
          </a:p>
          <a:p>
            <a:r>
              <a:rPr lang="fr-FR" b="0" smtClean="0"/>
              <a:t>	I couldn't face my life tomorrow Without Your hope in my heart I know
	9-  JE NE PEUX VIVRE UN JOUR SANS TOI </a:t>
            </a:r>
          </a:p>
          <a:p>
            <a:r>
              <a:rPr lang="fr-FR" b="0" smtClean="0"/>
              <a:t>	I can't live a day without You
	10-  SEIGNEUR  IL N'Y PAS DE NUIT NI DE JOURNÉE </a:t>
            </a:r>
          </a:p>
          <a:p>
            <a:r>
              <a:rPr lang="fr-FR" b="0" smtClean="0"/>
              <a:t>	Lord, there's no night and there's no morning
	11-  SANS TES BRAS D'AMOUR  POUR ME GARDER </a:t>
            </a:r>
          </a:p>
          <a:p>
            <a:r>
              <a:rPr lang="fr-FR" b="0" smtClean="0"/>
              <a:t>	Without Your loving arms to hold me
	12-  TU ES MA SOURCE  EN TOUT CE QUE JE FAIS </a:t>
            </a:r>
          </a:p>
          <a:p>
            <a:r>
              <a:rPr lang="fr-FR" b="0" smtClean="0"/>
              <a:t>	You're the heartbeat of all I do
	13-  JE NE PEUX VIVRE UN JOUR SANS TOI </a:t>
            </a:r>
          </a:p>
          <a:p>
            <a:r>
              <a:rPr lang="fr-FR" b="0" smtClean="0"/>
              <a:t>	I can't live a day without You</a:t>
            </a:r>
          </a:p>
          <a:p>
            <a:r>
              <a:rPr lang="fr-FR" b="0" smtClean="0"/>
              <a:t>
14-  JE POURRAI VOYAGER </a:t>
            </a:r>
          </a:p>
          <a:p>
            <a:r>
              <a:rPr lang="fr-FR" b="0" smtClean="0"/>
              <a:t>I could travel the world
15-  ET VOIR TOUTES  LES PLUS BELLES CHOSES ICI-BAS </a:t>
            </a:r>
          </a:p>
          <a:p>
            <a:r>
              <a:rPr lang="fr-FR" b="0" smtClean="0"/>
              <a:t>See all the wonders beautiful and new
16-  ELLES NE ME FERAIENT  QUE PENSER À TOI </a:t>
            </a:r>
          </a:p>
          <a:p>
            <a:r>
              <a:rPr lang="fr-FR" b="0" smtClean="0"/>
              <a:t>They'd only make me think of You
17-  JE POURRAIS TOUT AVOIR </a:t>
            </a:r>
          </a:p>
          <a:p>
            <a:r>
              <a:rPr lang="fr-FR" b="0" smtClean="0"/>
              <a:t>And I could have all life offers
18-  LES PLUS GRANDES RICHESSES  DE CE MONDE </a:t>
            </a:r>
          </a:p>
          <a:p>
            <a:r>
              <a:rPr lang="fr-FR" b="0" smtClean="0"/>
              <a:t>Riches that were far beyond compare
19-  AU POINT DE TOUT AVOIR  SANS DOUTER UNE SECONDE </a:t>
            </a:r>
          </a:p>
          <a:p>
            <a:r>
              <a:rPr lang="fr-FR" b="0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21-  OH JÉSUS, JE VIS PARCE QUE TU VIS TU ES L'AIR QUE JE RESPIRE </a:t>
            </a:r>
          </a:p>
          <a:p>
            <a:r>
              <a:rPr lang="fr-FR" b="0" smtClean="0"/>
              <a:t>Oh, Jesus, I live because You live You're like the air I breathe
22-  OH JÉSUS, TU DONNE TOUT CE QUE J'AI OUI TU ES TOUT POUR MOI </a:t>
            </a:r>
          </a:p>
          <a:p>
            <a:r>
              <a:rPr lang="fr-FR" b="0" smtClean="0"/>
              <a:t>Oh, Jesus, I have because You give You're everything to me</a:t>
            </a:r>
          </a:p>
          <a:p>
            <a:endParaRPr lang="fr-FR" b="0" smtClean="0"/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JE POURRAI VIVRE SEUL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could</a:t>
            </a:r>
            <a:r>
              <a:rPr lang="fr-FR" b="0" dirty="0" smtClean="0"/>
              <a:t> live life </a:t>
            </a:r>
            <a:r>
              <a:rPr lang="fr-FR" b="0" dirty="0" err="1" smtClean="0"/>
              <a:t>alone</a:t>
            </a:r>
            <a:r>
              <a:rPr lang="fr-FR" b="0" dirty="0" smtClean="0"/>
              <a:t>
2-  ET IGNORER CE DÉSIR  DANS MON CŒUR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never</a:t>
            </a:r>
            <a:r>
              <a:rPr lang="fr-FR" b="0" dirty="0" smtClean="0"/>
              <a:t> </a:t>
            </a:r>
            <a:r>
              <a:rPr lang="fr-FR" b="0" dirty="0" err="1" smtClean="0"/>
              <a:t>fill</a:t>
            </a:r>
            <a:r>
              <a:rPr lang="fr-FR" b="0" dirty="0" smtClean="0"/>
              <a:t> the </a:t>
            </a:r>
            <a:r>
              <a:rPr lang="fr-FR" b="0" dirty="0" err="1" smtClean="0"/>
              <a:t>longings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3-  DU RÉCONFORT DES BRAS  D'UN ÊTRE CHER </a:t>
            </a:r>
          </a:p>
          <a:p>
            <a:r>
              <a:rPr lang="fr-FR" b="0" dirty="0" smtClean="0"/>
              <a:t>The </a:t>
            </a:r>
            <a:r>
              <a:rPr lang="fr-FR" b="0" dirty="0" err="1" smtClean="0"/>
              <a:t>healing</a:t>
            </a:r>
            <a:r>
              <a:rPr lang="fr-FR" b="0" dirty="0" smtClean="0"/>
              <a:t> </a:t>
            </a:r>
            <a:r>
              <a:rPr lang="fr-FR" b="0" dirty="0" err="1" smtClean="0"/>
              <a:t>warmth</a:t>
            </a:r>
            <a:r>
              <a:rPr lang="fr-FR" b="0" dirty="0" smtClean="0"/>
              <a:t> of </a:t>
            </a:r>
            <a:r>
              <a:rPr lang="fr-FR" b="0" dirty="0" err="1" smtClean="0"/>
              <a:t>someone's</a:t>
            </a:r>
            <a:r>
              <a:rPr lang="fr-FR" b="0" dirty="0" smtClean="0"/>
              <a:t> </a:t>
            </a:r>
            <a:r>
              <a:rPr lang="fr-FR" b="0" dirty="0" err="1" smtClean="0"/>
              <a:t>arms</a:t>
            </a:r>
            <a:r>
              <a:rPr lang="fr-FR" b="0" dirty="0" smtClean="0"/>
              <a:t>
4-  JE POURRAI VIVRE SANS RÊVES  </a:t>
            </a:r>
          </a:p>
          <a:p>
            <a:r>
              <a:rPr lang="fr-FR" b="0" dirty="0" smtClean="0"/>
              <a:t>And I </a:t>
            </a:r>
            <a:r>
              <a:rPr lang="fr-FR" b="0" dirty="0" err="1" smtClean="0"/>
              <a:t>could</a:t>
            </a:r>
            <a:r>
              <a:rPr lang="fr-FR" b="0" dirty="0" smtClean="0"/>
              <a:t> live 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dreams</a:t>
            </a:r>
            <a:r>
              <a:rPr lang="fr-FR" b="0" dirty="0" smtClean="0"/>
              <a:t>
5-  ET NE JAMAIS CONNAITRE L'ÉMOTION DE POURSUIVRE UNE ÉTOILE LOINTAINE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never</a:t>
            </a:r>
            <a:r>
              <a:rPr lang="fr-FR" b="0" dirty="0" smtClean="0"/>
              <a:t> know the </a:t>
            </a:r>
            <a:r>
              <a:rPr lang="fr-FR" b="0" dirty="0" err="1" smtClean="0"/>
              <a:t>thrill</a:t>
            </a:r>
            <a:r>
              <a:rPr lang="fr-FR" b="0" dirty="0" smtClean="0"/>
              <a:t> of </a:t>
            </a:r>
            <a:r>
              <a:rPr lang="fr-FR" b="0" dirty="0" err="1" smtClean="0"/>
              <a:t>what</a:t>
            </a:r>
            <a:r>
              <a:rPr lang="fr-FR" b="0" dirty="0" smtClean="0"/>
              <a:t> </a:t>
            </a:r>
            <a:r>
              <a:rPr lang="fr-FR" b="0" dirty="0" err="1" smtClean="0"/>
              <a:t>could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every</a:t>
            </a:r>
            <a:r>
              <a:rPr lang="fr-FR" b="0" dirty="0" smtClean="0"/>
              <a:t> star </a:t>
            </a:r>
            <a:r>
              <a:rPr lang="fr-FR" b="0" dirty="0" err="1" smtClean="0"/>
              <a:t>so</a:t>
            </a:r>
            <a:r>
              <a:rPr lang="fr-FR" b="0" dirty="0" smtClean="0"/>
              <a:t> far and out of </a:t>
            </a:r>
            <a:r>
              <a:rPr lang="fr-FR" b="0" dirty="0" err="1" smtClean="0"/>
              <a:t>reach</a:t>
            </a:r>
            <a:r>
              <a:rPr lang="fr-FR" b="0" dirty="0" smtClean="0"/>
              <a:t>
6-  JE POURRAI VIVRE  SANS TOUTES CES CHOSES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could</a:t>
            </a:r>
            <a:r>
              <a:rPr lang="fr-FR" b="0" dirty="0" smtClean="0"/>
              <a:t> live 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many</a:t>
            </a:r>
            <a:r>
              <a:rPr lang="fr-FR" b="0" dirty="0" smtClean="0"/>
              <a:t> </a:t>
            </a:r>
            <a:r>
              <a:rPr lang="fr-FR" b="0" dirty="0" err="1" smtClean="0"/>
              <a:t>things</a:t>
            </a:r>
            <a:r>
              <a:rPr lang="fr-FR" b="0" dirty="0" smtClean="0"/>
              <a:t>
7-  ET CONTINUER D'AVANCER, MAIS... 
And I </a:t>
            </a:r>
            <a:r>
              <a:rPr lang="fr-FR" b="0" dirty="0" err="1" smtClean="0"/>
              <a:t>could</a:t>
            </a:r>
            <a:r>
              <a:rPr lang="fr-FR" b="0" dirty="0" smtClean="0"/>
              <a:t> carry on, but...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8-  JE NE POURRAI JAMAIS AFFRONTER MA VIE SANS TON ESPOIR JE LE SAIS </a:t>
            </a:r>
          </a:p>
          <a:p>
            <a:r>
              <a:rPr lang="fr-FR" b="0" dirty="0" smtClean="0"/>
              <a:t>	I </a:t>
            </a:r>
            <a:r>
              <a:rPr lang="fr-FR" b="0" dirty="0" err="1" smtClean="0"/>
              <a:t>couldn't</a:t>
            </a:r>
            <a:r>
              <a:rPr lang="fr-FR" b="0" dirty="0" smtClean="0"/>
              <a:t> face </a:t>
            </a:r>
            <a:r>
              <a:rPr lang="fr-FR" b="0" dirty="0" err="1" smtClean="0"/>
              <a:t>my</a:t>
            </a:r>
            <a:r>
              <a:rPr lang="fr-FR" b="0" dirty="0" smtClean="0"/>
              <a:t> life </a:t>
            </a:r>
            <a:r>
              <a:rPr lang="fr-FR" b="0" dirty="0" err="1" smtClean="0"/>
              <a:t>tomorrow</a:t>
            </a:r>
            <a:r>
              <a:rPr lang="fr-FR" b="0" dirty="0" smtClean="0"/>
              <a:t> 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hope</a:t>
            </a:r>
            <a:r>
              <a:rPr lang="fr-FR" b="0" dirty="0" smtClean="0"/>
              <a:t> in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I know
	9-  JE NE PEUX VIVRE UN JOUR SANS TOI </a:t>
            </a:r>
          </a:p>
          <a:p>
            <a:r>
              <a:rPr lang="fr-FR" b="0" dirty="0" smtClean="0"/>
              <a:t>	I </a:t>
            </a:r>
            <a:r>
              <a:rPr lang="fr-FR" b="0" dirty="0" err="1" smtClean="0"/>
              <a:t>can't</a:t>
            </a:r>
            <a:r>
              <a:rPr lang="fr-FR" b="0" dirty="0" smtClean="0"/>
              <a:t> live a </a:t>
            </a:r>
            <a:r>
              <a:rPr lang="fr-FR" b="0" dirty="0" err="1" smtClean="0"/>
              <a:t>day</a:t>
            </a:r>
            <a:r>
              <a:rPr lang="fr-FR" b="0" dirty="0" smtClean="0"/>
              <a:t> </a:t>
            </a:r>
            <a:r>
              <a:rPr lang="fr-FR" b="0" dirty="0" err="1" smtClean="0"/>
              <a:t>without</a:t>
            </a:r>
            <a:r>
              <a:rPr lang="fr-FR" b="0" dirty="0" smtClean="0"/>
              <a:t> You
	10-  SEIGNEUR  IL N'Y PAS DE NUIT NI DE JOURNÉE </a:t>
            </a:r>
          </a:p>
          <a:p>
            <a:r>
              <a:rPr lang="fr-FR" b="0" dirty="0" smtClean="0"/>
              <a:t>	Lord, </a:t>
            </a:r>
            <a:r>
              <a:rPr lang="fr-FR" b="0" dirty="0" err="1" smtClean="0"/>
              <a:t>there's</a:t>
            </a:r>
            <a:r>
              <a:rPr lang="fr-FR" b="0" dirty="0" smtClean="0"/>
              <a:t> no night and </a:t>
            </a:r>
            <a:r>
              <a:rPr lang="fr-FR" b="0" dirty="0" err="1" smtClean="0"/>
              <a:t>there's</a:t>
            </a:r>
            <a:r>
              <a:rPr lang="fr-FR" b="0" dirty="0" smtClean="0"/>
              <a:t> no </a:t>
            </a:r>
            <a:r>
              <a:rPr lang="fr-FR" b="0" dirty="0" err="1" smtClean="0"/>
              <a:t>morning</a:t>
            </a:r>
            <a:r>
              <a:rPr lang="fr-FR" b="0" dirty="0" smtClean="0"/>
              <a:t>
	11-  SANS TES BRAS D'AMOUR  POUR ME GARDER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loving</a:t>
            </a:r>
            <a:r>
              <a:rPr lang="fr-FR" b="0" dirty="0" smtClean="0"/>
              <a:t> </a:t>
            </a:r>
            <a:r>
              <a:rPr lang="fr-FR" b="0" dirty="0" err="1" smtClean="0"/>
              <a:t>arms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
	12-  TU ES MA SOURCE  EN TOUT CE QUE JE FAIS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You're</a:t>
            </a:r>
            <a:r>
              <a:rPr lang="fr-FR" b="0" dirty="0" smtClean="0"/>
              <a:t> the </a:t>
            </a:r>
            <a:r>
              <a:rPr lang="fr-FR" b="0" dirty="0" err="1" smtClean="0"/>
              <a:t>heartbeat</a:t>
            </a:r>
            <a:r>
              <a:rPr lang="fr-FR" b="0" dirty="0" smtClean="0"/>
              <a:t> of all I do
	13-  JE NE PEUX VIVRE UN JOUR SANS TOI </a:t>
            </a:r>
          </a:p>
          <a:p>
            <a:r>
              <a:rPr lang="fr-FR" b="0" dirty="0" smtClean="0"/>
              <a:t>	I </a:t>
            </a:r>
            <a:r>
              <a:rPr lang="fr-FR" b="0" dirty="0" err="1" smtClean="0"/>
              <a:t>can't</a:t>
            </a:r>
            <a:r>
              <a:rPr lang="fr-FR" b="0" dirty="0" smtClean="0"/>
              <a:t> live a </a:t>
            </a:r>
            <a:r>
              <a:rPr lang="fr-FR" b="0" dirty="0" err="1" smtClean="0"/>
              <a:t>day</a:t>
            </a:r>
            <a:r>
              <a:rPr lang="fr-FR" b="0" dirty="0" smtClean="0"/>
              <a:t> </a:t>
            </a:r>
            <a:r>
              <a:rPr lang="fr-FR" b="0" dirty="0" err="1" smtClean="0"/>
              <a:t>without</a:t>
            </a:r>
            <a:r>
              <a:rPr lang="fr-FR" b="0" dirty="0" smtClean="0"/>
              <a:t> You</a:t>
            </a:r>
          </a:p>
          <a:p>
            <a:r>
              <a:rPr lang="fr-FR" b="0" dirty="0" smtClean="0"/>
              <a:t>
14-  JE POURRAI VOYAGER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could</a:t>
            </a:r>
            <a:r>
              <a:rPr lang="fr-FR" b="0" dirty="0" smtClean="0"/>
              <a:t> </a:t>
            </a:r>
            <a:r>
              <a:rPr lang="fr-FR" b="0" dirty="0" err="1" smtClean="0"/>
              <a:t>travel</a:t>
            </a:r>
            <a:r>
              <a:rPr lang="fr-FR" b="0" dirty="0" smtClean="0"/>
              <a:t> the world
15-  ET VOIR TOUTES  LES PLUS BELLES CHOSES ICI-BAS </a:t>
            </a:r>
          </a:p>
          <a:p>
            <a:r>
              <a:rPr lang="fr-FR" b="0" dirty="0" err="1" smtClean="0"/>
              <a:t>See</a:t>
            </a:r>
            <a:r>
              <a:rPr lang="fr-FR" b="0" dirty="0" smtClean="0"/>
              <a:t> all the </a:t>
            </a:r>
            <a:r>
              <a:rPr lang="fr-FR" b="0" dirty="0" err="1" smtClean="0"/>
              <a:t>wonders</a:t>
            </a:r>
            <a:r>
              <a:rPr lang="fr-FR" b="0" dirty="0" smtClean="0"/>
              <a:t> </a:t>
            </a:r>
            <a:r>
              <a:rPr lang="fr-FR" b="0" dirty="0" err="1" smtClean="0"/>
              <a:t>beautiful</a:t>
            </a:r>
            <a:r>
              <a:rPr lang="fr-FR" b="0" dirty="0" smtClean="0"/>
              <a:t> and new
16-  ELLES NE ME FERAIENT  QUE PENSER À TOI </a:t>
            </a:r>
          </a:p>
          <a:p>
            <a:r>
              <a:rPr lang="fr-FR" b="0" dirty="0" err="1" smtClean="0"/>
              <a:t>They'd</a:t>
            </a:r>
            <a:r>
              <a:rPr lang="fr-FR" b="0" dirty="0" smtClean="0"/>
              <a:t> </a:t>
            </a:r>
            <a:r>
              <a:rPr lang="fr-FR" b="0" dirty="0" err="1" smtClean="0"/>
              <a:t>only</a:t>
            </a:r>
            <a:r>
              <a:rPr lang="fr-FR" b="0" dirty="0" smtClean="0"/>
              <a:t> </a:t>
            </a:r>
            <a:r>
              <a:rPr lang="fr-FR" b="0" dirty="0" err="1" smtClean="0"/>
              <a:t>make</a:t>
            </a:r>
            <a:r>
              <a:rPr lang="fr-FR" b="0" dirty="0" smtClean="0"/>
              <a:t> me </a:t>
            </a:r>
            <a:r>
              <a:rPr lang="fr-FR" b="0" dirty="0" err="1" smtClean="0"/>
              <a:t>think</a:t>
            </a:r>
            <a:r>
              <a:rPr lang="fr-FR" b="0" dirty="0" smtClean="0"/>
              <a:t> of You
17-  JE POURRAIS TOUT AVOIR </a:t>
            </a:r>
          </a:p>
          <a:p>
            <a:r>
              <a:rPr lang="fr-FR" b="0" dirty="0" smtClean="0"/>
              <a:t>And I </a:t>
            </a:r>
            <a:r>
              <a:rPr lang="fr-FR" b="0" dirty="0" err="1" smtClean="0"/>
              <a:t>could</a:t>
            </a:r>
            <a:r>
              <a:rPr lang="fr-FR" b="0" dirty="0" smtClean="0"/>
              <a:t> have all life </a:t>
            </a:r>
            <a:r>
              <a:rPr lang="fr-FR" b="0" dirty="0" err="1" smtClean="0"/>
              <a:t>offers</a:t>
            </a:r>
            <a:r>
              <a:rPr lang="fr-FR" b="0" dirty="0" smtClean="0"/>
              <a:t>
18-  LES PLUS GRANDES RICHESSES  DE CE MONDE </a:t>
            </a:r>
          </a:p>
          <a:p>
            <a:r>
              <a:rPr lang="fr-FR" b="0" dirty="0" smtClean="0"/>
              <a:t>Riches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were</a:t>
            </a:r>
            <a:r>
              <a:rPr lang="fr-FR" b="0" dirty="0" smtClean="0"/>
              <a:t> far </a:t>
            </a:r>
            <a:r>
              <a:rPr lang="fr-FR" b="0" dirty="0" err="1" smtClean="0"/>
              <a:t>beyond</a:t>
            </a:r>
            <a:r>
              <a:rPr lang="fr-FR" b="0" dirty="0" smtClean="0"/>
              <a:t> compare
19-  AU POINT DE TOUT AVOIR  SANS DOUTER UNE SECONDE </a:t>
            </a:r>
          </a:p>
          <a:p>
            <a:r>
              <a:rPr lang="fr-FR" b="0" dirty="0" smtClean="0"/>
              <a:t>To </a:t>
            </a:r>
            <a:r>
              <a:rPr lang="fr-FR" b="0" dirty="0" err="1" smtClean="0"/>
              <a:t>grant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every</a:t>
            </a:r>
            <a:r>
              <a:rPr lang="fr-FR" b="0" dirty="0" smtClean="0"/>
              <a:t> </a:t>
            </a:r>
            <a:r>
              <a:rPr lang="fr-FR" b="0" dirty="0" err="1" smtClean="0"/>
              <a:t>wish</a:t>
            </a:r>
            <a:r>
              <a:rPr lang="fr-FR" b="0" dirty="0" smtClean="0"/>
              <a:t> </a:t>
            </a:r>
            <a:r>
              <a:rPr lang="fr-FR" b="0" dirty="0" err="1" smtClean="0"/>
              <a:t>without</a:t>
            </a:r>
            <a:r>
              <a:rPr lang="fr-FR" b="0" dirty="0" smtClean="0"/>
              <a:t> a care
20-  OH, JE POURRAIS TOUT FAIRE MAIS SI TU N'Y ES PAS... 
Oh, I </a:t>
            </a:r>
            <a:r>
              <a:rPr lang="fr-FR" b="0" dirty="0" err="1" smtClean="0"/>
              <a:t>could</a:t>
            </a:r>
            <a:r>
              <a:rPr lang="fr-FR" b="0" dirty="0" smtClean="0"/>
              <a:t> do </a:t>
            </a:r>
            <a:r>
              <a:rPr lang="fr-FR" b="0" dirty="0" err="1" smtClean="0"/>
              <a:t>anything</a:t>
            </a:r>
            <a:r>
              <a:rPr lang="fr-FR" b="0" dirty="0" smtClean="0"/>
              <a:t>, oh </a:t>
            </a:r>
            <a:r>
              <a:rPr lang="fr-FR" b="0" dirty="0" err="1" smtClean="0"/>
              <a:t>yes</a:t>
            </a:r>
            <a:r>
              <a:rPr lang="fr-FR" b="0" dirty="0" smtClean="0"/>
              <a:t> But if You </a:t>
            </a:r>
            <a:r>
              <a:rPr lang="fr-FR" b="0" dirty="0" err="1" smtClean="0"/>
              <a:t>weren't</a:t>
            </a:r>
            <a:r>
              <a:rPr lang="fr-FR" b="0" dirty="0" smtClean="0"/>
              <a:t> in </a:t>
            </a:r>
            <a:r>
              <a:rPr lang="fr-FR" b="0" dirty="0" err="1" smtClean="0"/>
              <a:t>it</a:t>
            </a:r>
            <a:r>
              <a:rPr lang="fr-FR" b="0" dirty="0" smtClean="0"/>
              <a:t> all...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21-  OH JÉSUS, JE VIS PARCE QUE TU VIS TU ES L'AIR QUE JE RESPIRE </a:t>
            </a:r>
          </a:p>
          <a:p>
            <a:r>
              <a:rPr lang="fr-FR" b="0" dirty="0" smtClean="0"/>
              <a:t>Oh, </a:t>
            </a:r>
            <a:r>
              <a:rPr lang="fr-FR" b="0" dirty="0" err="1" smtClean="0"/>
              <a:t>Jesus</a:t>
            </a:r>
            <a:r>
              <a:rPr lang="fr-FR" b="0" dirty="0" smtClean="0"/>
              <a:t>, I live </a:t>
            </a:r>
            <a:r>
              <a:rPr lang="fr-FR" b="0" dirty="0" err="1" smtClean="0"/>
              <a:t>because</a:t>
            </a:r>
            <a:r>
              <a:rPr lang="fr-FR" b="0" dirty="0" smtClean="0"/>
              <a:t> You live </a:t>
            </a:r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like</a:t>
            </a:r>
            <a:r>
              <a:rPr lang="fr-FR" b="0" dirty="0" smtClean="0"/>
              <a:t> the air I </a:t>
            </a:r>
            <a:r>
              <a:rPr lang="fr-FR" b="0" dirty="0" err="1" smtClean="0"/>
              <a:t>breathe</a:t>
            </a:r>
            <a:r>
              <a:rPr lang="fr-FR" b="0" dirty="0" smtClean="0"/>
              <a:t>
22-  OH JÉSUS, TU DONNE TOUT CE QUE J'AI OUI TU ES TOUT POUR MOI </a:t>
            </a:r>
          </a:p>
          <a:p>
            <a:r>
              <a:rPr lang="fr-FR" b="0" dirty="0" smtClean="0"/>
              <a:t>Oh, </a:t>
            </a:r>
            <a:r>
              <a:rPr lang="fr-FR" b="0" dirty="0" err="1" smtClean="0"/>
              <a:t>Jesus</a:t>
            </a:r>
            <a:r>
              <a:rPr lang="fr-FR" b="0" dirty="0" smtClean="0"/>
              <a:t>, I have </a:t>
            </a:r>
            <a:r>
              <a:rPr lang="fr-FR" b="0" dirty="0" err="1" smtClean="0"/>
              <a:t>because</a:t>
            </a:r>
            <a:r>
              <a:rPr lang="fr-FR" b="0" dirty="0" smtClean="0"/>
              <a:t> You </a:t>
            </a:r>
            <a:r>
              <a:rPr lang="fr-FR" b="0" dirty="0" err="1" smtClean="0"/>
              <a:t>give</a:t>
            </a:r>
            <a:r>
              <a:rPr lang="fr-FR" b="0" dirty="0" smtClean="0"/>
              <a:t> </a:t>
            </a:r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</a:t>
            </a:r>
          </a:p>
          <a:p>
            <a:endParaRPr lang="fr-FR" b="0" dirty="0" smtClean="0"/>
          </a:p>
          <a:p>
            <a:r>
              <a:rPr lang="fr-FR" b="0" dirty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POURRAI VIVRE SEUL </a:t>
            </a:r>
          </a:p>
          <a:p>
            <a:r>
              <a:rPr lang="fr-FR" smtClean="0"/>
              <a:t>I could live life alone
2-  ET IGNORER CE DÉSIR  DANS MON CŒUR </a:t>
            </a:r>
          </a:p>
          <a:p>
            <a:r>
              <a:rPr lang="fr-FR" smtClean="0"/>
              <a:t>And never fill the longings of my heart
3-  DU RÉCONFORT DES BRAS  D'UN ÊTRE CHER </a:t>
            </a:r>
          </a:p>
          <a:p>
            <a:r>
              <a:rPr lang="fr-FR" smtClean="0"/>
              <a:t>The healing warmth of someone's arms
4-  JE POURRAI VIVRE SANS RÊVES  </a:t>
            </a:r>
          </a:p>
          <a:p>
            <a:r>
              <a:rPr lang="fr-FR" smtClean="0"/>
              <a:t>And I could live without dreams
5-  ET NE JAMAIS CONNAITRE L'ÉMOTION DE POURSUIVRE UNE ÉTOILE LOINTAINE </a:t>
            </a:r>
          </a:p>
          <a:p>
            <a:r>
              <a:rPr lang="fr-FR" smtClean="0"/>
              <a:t>And never know the thrill of what could be With every star so far and out of reach
6-  JE POURRAI VIVRE  SANS TOUTES CES CHOSES </a:t>
            </a:r>
          </a:p>
          <a:p>
            <a:r>
              <a:rPr lang="fr-FR" smtClean="0"/>
              <a:t>I could live without many things
7-  ET CONTINUER D'AVANCER, MAIS... 
And I could carry on, but...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JE NE POURRAI JAMAIS AFFRONTER MA VIE SANS TON ESPOIR JE LE SAIS </a:t>
            </a:r>
          </a:p>
          <a:p>
            <a:r>
              <a:rPr lang="fr-FR" smtClean="0"/>
              <a:t>	I couldn't face my life tomorrow Without Your hope in my heart I know
	9-  JE NE PEUX VIVRE UN JOUR SANS TOI </a:t>
            </a:r>
          </a:p>
          <a:p>
            <a:r>
              <a:rPr lang="fr-FR" smtClean="0"/>
              <a:t>	I can't live a day without You
	10-  SEIGNEUR  IL N'Y PAS DE NUIT NI DE JOURNÉE </a:t>
            </a:r>
          </a:p>
          <a:p>
            <a:r>
              <a:rPr lang="fr-FR" smtClean="0"/>
              <a:t>	Lord, there's no night and there's no morning
	11-  SANS TES BRAS D'AMOUR  POUR ME GARDER </a:t>
            </a:r>
          </a:p>
          <a:p>
            <a:r>
              <a:rPr lang="fr-FR" smtClean="0"/>
              <a:t>	Without Your loving arms to hold me
	12-  TU ES MA SOURCE  EN TOUT CE QUE JE FAIS </a:t>
            </a:r>
          </a:p>
          <a:p>
            <a:r>
              <a:rPr lang="fr-FR" smtClean="0"/>
              <a:t>	You're the heartbeat of all I do
	13-  JE NE PEUX VIVRE UN JOUR SANS TOI </a:t>
            </a:r>
          </a:p>
          <a:p>
            <a:r>
              <a:rPr lang="fr-FR" smtClean="0"/>
              <a:t>	I can't live a day without You</a:t>
            </a:r>
          </a:p>
          <a:p>
            <a:r>
              <a:rPr lang="fr-FR" smtClean="0"/>
              <a:t>
14-  JE POURRAI VOYAGER </a:t>
            </a:r>
          </a:p>
          <a:p>
            <a:r>
              <a:rPr lang="fr-FR" smtClean="0"/>
              <a:t>I could travel the world
15-  ET VOIR TOUTES  LES PLUS BELLES CHOSES ICI-BAS </a:t>
            </a:r>
          </a:p>
          <a:p>
            <a:r>
              <a:rPr lang="fr-FR" smtClean="0"/>
              <a:t>See all the wonders beautiful and new
16-  ELLES NE ME FERAIENT  QUE PENSER À TOI </a:t>
            </a:r>
          </a:p>
          <a:p>
            <a:r>
              <a:rPr lang="fr-FR" smtClean="0"/>
              <a:t>They'd only make me think of You
17-  JE POURRAIS TOUT AVOIR </a:t>
            </a:r>
          </a:p>
          <a:p>
            <a:r>
              <a:rPr lang="fr-FR" smtClean="0"/>
              <a:t>And I could have all life offers
18-  LES PLUS GRANDES RICHESSES  DE CE MONDE </a:t>
            </a:r>
          </a:p>
          <a:p>
            <a:r>
              <a:rPr lang="fr-FR" smtClean="0"/>
              <a:t>Riches that were far beyond compare
19-  AU POINT DE TOUT AVOIR  SANS DOUTER UNE SECONDE </a:t>
            </a:r>
          </a:p>
          <a:p>
            <a:r>
              <a:rPr lang="fr-FR" smtClean="0"/>
              <a:t>To grant my every wish without a care
20-  OH, JE POURRAIS TOUT FAIRE MAIS SI TU N'Y ES PAS... 
Oh, I could do anything, oh yes But if You weren't in it all...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21-  OH JÉSUS, JE VIS PARCE QUE TU VIS TU ES L'AIR QUE JE RESPIRE </a:t>
            </a:r>
          </a:p>
          <a:p>
            <a:r>
              <a:rPr lang="fr-FR" smtClean="0"/>
              <a:t>Oh, Jesus, I live because You live You're like the air I breathe
22-  OH JÉSUS, TU DONNE TOUT CE QUE J'AI OUI TU ES TOUT POUR MOI </a:t>
            </a:r>
          </a:p>
          <a:p>
            <a:r>
              <a:rPr lang="fr-FR" smtClean="0"/>
              <a:t>Oh, Jesus, I have because You give You're everything to me</a:t>
            </a:r>
          </a:p>
          <a:p>
            <a:endParaRPr lang="fr-FR" smtClean="0"/>
          </a:p>
          <a:p>
            <a:r>
              <a:rPr lang="fr-FR" smtClean="0"/>
              <a:t>	Refrain: x2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POURRAIS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VIVRE SEUL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IGNORER CE DÉSIR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RÉCONFORT DES BRAS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D'UN ÊTRE 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POURRAIS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VIVRE SANS RÊVES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NE JAMAIS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CONNAÎTRE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L'ÉMOTION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POURSUIVRE UNE ÉTOILE LOINTAINE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POURRAIS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TOUTES CES CHOSES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CONTINUER D'AVANCER, MAIS...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POURRAIS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JAMAIS AFFRONTER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VIE SANS TON ESPOIR JE LE SAIS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VIVRE UN JOUR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N'Y 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DE NUIT NI DE JOURNÉE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TES BRAS D'AMOUR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GARDER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MA SOURCE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CE QUE JE FAIS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VIVRE UN JOUR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POURRAIS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VOYAGER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VOIR TOUTES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PLUS BELLES CHOSES ICI-BAS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ELLES NE ME FERAIENT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PENSER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POURRAIS TOUT AVOIR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PLUS GRANDES RICHESSES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POINT DE TOUT AVOIR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DOUTER UNE SECONDE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POURRAIS TOUT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SI TU N'Y ES PAS...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JE VIS PARCE QUE TU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L'AIR QUE JE RESPIRE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JÉSUS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TU 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DONNES TOUT 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J'AI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TU 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TOUT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627</Words>
  <Application>Microsoft Office PowerPoint</Application>
  <PresentationFormat>Affichage à l'écran (4:3)</PresentationFormat>
  <Paragraphs>1401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CTK_USER09</cp:lastModifiedBy>
  <cp:revision>177</cp:revision>
  <dcterms:created xsi:type="dcterms:W3CDTF">2002-08-17T10:50:50Z</dcterms:created>
  <dcterms:modified xsi:type="dcterms:W3CDTF">2019-09-29T07:57:27Z</dcterms:modified>
</cp:coreProperties>
</file>