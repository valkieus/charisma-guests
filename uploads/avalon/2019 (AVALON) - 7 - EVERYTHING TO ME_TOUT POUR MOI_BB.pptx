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306" r:id="rId2"/>
    <p:sldId id="307" r:id="rId3"/>
    <p:sldId id="328" r:id="rId4"/>
    <p:sldId id="308" r:id="rId5"/>
    <p:sldId id="309" r:id="rId6"/>
    <p:sldId id="310" r:id="rId7"/>
    <p:sldId id="311" r:id="rId8"/>
    <p:sldId id="312" r:id="rId9"/>
    <p:sldId id="313" r:id="rId10"/>
    <p:sldId id="314" r:id="rId11"/>
    <p:sldId id="315" r:id="rId12"/>
    <p:sldId id="316" r:id="rId13"/>
    <p:sldId id="317" r:id="rId14"/>
    <p:sldId id="318" r:id="rId15"/>
    <p:sldId id="329" r:id="rId16"/>
    <p:sldId id="320" r:id="rId17"/>
    <p:sldId id="321" r:id="rId18"/>
    <p:sldId id="322" r:id="rId19"/>
    <p:sldId id="323" r:id="rId20"/>
    <p:sldId id="324" r:id="rId21"/>
    <p:sldId id="325" r:id="rId22"/>
    <p:sldId id="326" r:id="rId23"/>
    <p:sldId id="327" r:id="rId24"/>
    <p:sldId id="330" r:id="rId25"/>
    <p:sldId id="331" r:id="rId26"/>
    <p:sldId id="332" r:id="rId27"/>
    <p:sldId id="333" r:id="rId28"/>
    <p:sldId id="334" r:id="rId2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9617" autoAdjust="0"/>
    <p:restoredTop sz="38698" autoAdjust="0"/>
  </p:normalViewPr>
  <p:slideViewPr>
    <p:cSldViewPr>
      <p:cViewPr varScale="1">
        <p:scale>
          <a:sx n="26" d="100"/>
          <a:sy n="26" d="100"/>
        </p:scale>
        <p:origin x="-2478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3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28/09/2019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J’AI GRANDI À L’ÉCOLE DU DIMANCHE ET MÉMORISÉ LES RÈGLES D’OR</a:t>
            </a:r>
          </a:p>
          <a:p>
            <a:r>
              <a:rPr lang="fr-FR" b="0" smtClean="0"/>
              <a:t>I grew up in Sunday school I memorized the Golden Rule
2-  ET COMMENT JÉSUS A LIBÉRÉ  LES PÉCHEURS</a:t>
            </a:r>
          </a:p>
          <a:p>
            <a:r>
              <a:rPr lang="fr-FR" b="0" smtClean="0"/>
              <a:t>And how Jesus came to set the sinner free 
3-  JE PEUX VOUS RACONTER L’HISTOIRE </a:t>
            </a:r>
          </a:p>
          <a:p>
            <a:r>
              <a:rPr lang="fr-FR" b="0" smtClean="0"/>
              <a:t>I know the story inside out
4-  CE CHEMIN DE CROIX  CES HEURES NOIRES </a:t>
            </a:r>
          </a:p>
          <a:p>
            <a:r>
              <a:rPr lang="fr-FR" b="0" smtClean="0"/>
              <a:t>I can tell you all about
5-  QUI L’ONT CONDUIT  SUR LE MONT DU CALVAIRE </a:t>
            </a:r>
          </a:p>
          <a:p>
            <a:r>
              <a:rPr lang="fr-FR" b="0" smtClean="0"/>
              <a:t>The path that led Him up to Calvary
6-  MAIS POURQUOI M’AIME-T-IL ? JE NE SAIS L’EXPLIQUER </a:t>
            </a:r>
          </a:p>
          <a:p>
            <a:r>
              <a:rPr lang="fr-FR" b="0" smtClean="0"/>
              <a:t>But ask me why He loves me And I don't know what to say
7-  JE NE SERAI PLUS JAMAIS LE MÊME IL A CHANGÉ MA VIE EN DEVENANT </a:t>
            </a:r>
          </a:p>
          <a:p>
            <a:r>
              <a:rPr lang="fr-FR" b="0" smtClean="0"/>
              <a:t>But I'll never be the same Because He changed my life when He became...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8-  TOUT POUR MOI IL EST PLUS QU’UNE HISTOIRE </a:t>
            </a:r>
          </a:p>
          <a:p>
            <a:r>
              <a:rPr lang="fr-FR" b="0" smtClean="0"/>
              <a:t>	Everything to me He's more than a story
	9-  PLUS QUE LES MOTS  DES PAGES D’UN RÉCIT </a:t>
            </a:r>
          </a:p>
          <a:p>
            <a:r>
              <a:rPr lang="fr-FR" b="0" smtClean="0"/>
              <a:t>	More than words on a page of history
	10-  IL EST L’AIR QUE J’INSPIRE  L’EAU DONT J’AI BESOIN </a:t>
            </a:r>
          </a:p>
          <a:p>
            <a:r>
              <a:rPr lang="fr-FR" b="0" smtClean="0"/>
              <a:t>	He's the air that I breathe The water I thirst for
	11-  IL EST LE SOL SOUS MES PAS OH ! IL EST TOUT, IL EST TOUT POUR MOI 
	And the ground beneath my feet He's everything, everything to me</a:t>
            </a:r>
          </a:p>
          <a:p>
            <a:endParaRPr lang="fr-FR" b="0" smtClean="0"/>
          </a:p>
          <a:p>
            <a:r>
              <a:rPr lang="fr-FR" b="0" smtClean="0"/>
              <a:t>12-  NOUS VIVONS DES TEMPS INCERTAINS </a:t>
            </a:r>
          </a:p>
          <a:p>
            <a:r>
              <a:rPr lang="fr-FR" b="0" smtClean="0"/>
              <a:t>We're living in uncertain times
13-  QUI ME FONT COMPRENDRE  À QUEL POINT </a:t>
            </a:r>
          </a:p>
          <a:p>
            <a:r>
              <a:rPr lang="fr-FR" b="0" smtClean="0"/>
              <a:t>And more and more I find that I'm aware
14-  LA VIE PEUT ÊTRE FRAGILE PARFOIS </a:t>
            </a:r>
          </a:p>
          <a:p>
            <a:r>
              <a:rPr lang="fr-FR" b="0" smtClean="0"/>
              <a:t>Of just how fragile life can be
15-  JE VEUX CRIER QUE J’AI TROUVÉ UN AMOUR QUI M’A TRANSFORMÉ </a:t>
            </a:r>
          </a:p>
          <a:p>
            <a:r>
              <a:rPr lang="fr-FR" b="0" smtClean="0"/>
              <a:t>I want to tell the world I found A love that turned my life around
16-  LEUR DIRE QU’ILS PEUVENT  LE GOÛTER ET LE VOIR </a:t>
            </a:r>
          </a:p>
          <a:p>
            <a:r>
              <a:rPr lang="fr-FR" b="0" smtClean="0"/>
              <a:t>They need to know that they can taste and see
17-  ET CHAQUE JOUR JE PRIE QUE MON CŒUR LUI SOIT SOUMIS </a:t>
            </a:r>
          </a:p>
          <a:p>
            <a:r>
              <a:rPr lang="fr-FR" b="0" smtClean="0"/>
              <a:t>Now everyday I'm praying Just to give my heart away
18-  JE VEUX VIVRE POUR JÉSUS </a:t>
            </a:r>
          </a:p>
          <a:p>
            <a:r>
              <a:rPr lang="fr-FR" b="0" smtClean="0"/>
              <a:t>I want live for Jesus
19-  POUR QUE QUELQU’UN  VOIE AUSSI QU’IL EST… 
So that someone else might see that He is...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20-  ET QUAND J’EXAMINERAI  MA VIE À LA FIN </a:t>
            </a:r>
          </a:p>
          <a:p>
            <a:r>
              <a:rPr lang="fr-FR" b="0" smtClean="0"/>
              <a:t>And looking back over my life at the end
21-  JE TE VERRAI ET DIRAI QUE TU AS ÉTÉ 
I'll go to meet You saying You've been</a:t>
            </a:r>
          </a:p>
          <a:p>
            <a:r>
              <a:rPr lang="fr-FR" b="0" smtClean="0"/>
              <a:t>22-  TOUT POUR MOI IL EST PLUS QU’UNE HISTOIRE </a:t>
            </a:r>
          </a:p>
          <a:p>
            <a:r>
              <a:rPr lang="fr-FR" b="0" smtClean="0"/>
              <a:t>You're everything to me You're more than a story
23-  PLUS QUE LES MOTS  DES PAGES D’UN RÉCIT 
More than words on a page of history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24-  TU ES TOUT POUR MOI TU ES PLUS QU’UNE HISTOIRE </a:t>
            </a:r>
          </a:p>
          <a:p>
            <a:r>
              <a:rPr lang="fr-FR" b="0" smtClean="0"/>
              <a:t>	You’re Everything to me You’re more than a story
	25-  PLUS QUE LES MOTS  DES PAGES D’UN RÉCIT </a:t>
            </a:r>
          </a:p>
          <a:p>
            <a:r>
              <a:rPr lang="fr-FR" b="0" smtClean="0"/>
              <a:t>	More than words on a page of history
	26-  TU ES L’AIR QUE J’INSPIRE  L’EAU DONT J’AI BESOIN </a:t>
            </a:r>
          </a:p>
          <a:p>
            <a:r>
              <a:rPr lang="fr-FR" b="0" smtClean="0"/>
              <a:t>	You’re the air that I breathe The water I thirst for
	27-  TU ES LE SOL SOUS MES PAS OH ! TU ES TOUT, TU ES TOUT POUR MOI 
	And the ground beneath my feet You’re everything, Lord, You're everything to me</a:t>
            </a:r>
          </a:p>
          <a:p>
            <a:endParaRPr lang="fr-FR" b="0" smtClean="0"/>
          </a:p>
          <a:p>
            <a:r>
              <a:rPr lang="fr-FR" b="0" smtClean="0"/>
              <a:t>28- TU ES TOUT POUR MOI</a:t>
            </a:r>
          </a:p>
          <a:p>
            <a:r>
              <a:rPr lang="fr-FR" b="0" smtClean="0"/>
              <a:t>You're everything to me</a:t>
            </a: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GRANDI À L’ÉCOLE DU DIMANCHE ET MÉMORISÉ LES RÈGLES D’OR</a:t>
            </a:r>
          </a:p>
          <a:p>
            <a:r>
              <a:rPr lang="fr-FR" smtClean="0"/>
              <a:t>I grew up in Sunday school I memorized the Golden Rule
2-  ET COMMENT JÉSUS A LIBÉRÉ  LES PÉCHEURS</a:t>
            </a:r>
          </a:p>
          <a:p>
            <a:r>
              <a:rPr lang="fr-FR" smtClean="0"/>
              <a:t>And how Jesus came to set the sinner free 
3-  JE PEUX VOUS RACONTER L’HISTOIRE </a:t>
            </a:r>
          </a:p>
          <a:p>
            <a:r>
              <a:rPr lang="fr-FR" smtClean="0"/>
              <a:t>I know the story inside out
4-  CE CHEMIN DE CROIX  CES HEURES NOIRES </a:t>
            </a:r>
          </a:p>
          <a:p>
            <a:r>
              <a:rPr lang="fr-FR" smtClean="0"/>
              <a:t>I can tell you all about
5-  QUI L’ONT CONDUIT  SUR LE MONT DU CALVAIRE </a:t>
            </a:r>
          </a:p>
          <a:p>
            <a:r>
              <a:rPr lang="fr-FR" smtClean="0"/>
              <a:t>The path that led Him up to Calvary
6-  MAIS POURQUOI M’AIME-T-IL ? JE NE SAIS L’EXPLIQUER </a:t>
            </a:r>
          </a:p>
          <a:p>
            <a:r>
              <a:rPr lang="fr-FR" smtClean="0"/>
              <a:t>But ask me why He loves me And I don't know what to say
7-  JE NE SERAI PLUS JAMAIS LE MÊME IL A CHANGÉ MA VIE EN DEVENANT </a:t>
            </a:r>
          </a:p>
          <a:p>
            <a:r>
              <a:rPr lang="fr-FR" smtClean="0"/>
              <a:t>But I'll never be the same Because He changed my life when He became...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8-  TOUT POUR MOI IL EST PLUS QU’UNE HISTOIRE </a:t>
            </a:r>
          </a:p>
          <a:p>
            <a:r>
              <a:rPr lang="fr-FR" smtClean="0"/>
              <a:t>	Everything to me He's more than a story
	9-  PLUS QUE LES MOTS  DES PAGES D’UN RÉCIT </a:t>
            </a:r>
          </a:p>
          <a:p>
            <a:r>
              <a:rPr lang="fr-FR" smtClean="0"/>
              <a:t>	More than words on a page of history
	10-  IL EST L’AIR QUE J’INSPIRE  L’EAU DONT J’AI BESOIN </a:t>
            </a:r>
          </a:p>
          <a:p>
            <a:r>
              <a:rPr lang="fr-FR" smtClean="0"/>
              <a:t>	He's the air that I breathe The water I thirst for
	11-  IL EST LE SOL SOUS MES PAS OH ! IL EST TOUT, IL EST TOUT POUR MOI 
	And the ground beneath my feet He's everything, everything to me</a:t>
            </a:r>
          </a:p>
          <a:p>
            <a:endParaRPr lang="fr-FR" smtClean="0"/>
          </a:p>
          <a:p>
            <a:r>
              <a:rPr lang="fr-FR" smtClean="0"/>
              <a:t>12-  NOUS VIVONS DES TEMPS INCERTAINS </a:t>
            </a:r>
          </a:p>
          <a:p>
            <a:r>
              <a:rPr lang="fr-FR" smtClean="0"/>
              <a:t>We're living in uncertain times
13-  QUI ME FONT COMPRENDRE  À QUEL POINT </a:t>
            </a:r>
          </a:p>
          <a:p>
            <a:r>
              <a:rPr lang="fr-FR" smtClean="0"/>
              <a:t>And more and more I find that I'm aware
14-  LA VIE PEUT ÊTRE FRAGILE PARFOIS </a:t>
            </a:r>
          </a:p>
          <a:p>
            <a:r>
              <a:rPr lang="fr-FR" smtClean="0"/>
              <a:t>Of just how fragile life can be
15-  JE VEUX CRIER QUE J’AI TROUVÉ UN AMOUR QUI M’A TRANSFORMÉ </a:t>
            </a:r>
          </a:p>
          <a:p>
            <a:r>
              <a:rPr lang="fr-FR" smtClean="0"/>
              <a:t>I want to tell the world I found A love that turned my life around
16-  LEUR DIRE QU’ILS PEUVENT  LE GOÛTER ET LE VOIR </a:t>
            </a:r>
          </a:p>
          <a:p>
            <a:r>
              <a:rPr lang="fr-FR" smtClean="0"/>
              <a:t>They need to know that they can taste and see
17-  ET CHAQUE JOUR JE PRIE QUE MON CŒUR LUI SOIT SOUMIS </a:t>
            </a:r>
          </a:p>
          <a:p>
            <a:r>
              <a:rPr lang="fr-FR" smtClean="0"/>
              <a:t>Now everyday I'm praying Just to give my heart away
18-  JE VEUX VIVRE POUR JÉSUS </a:t>
            </a:r>
          </a:p>
          <a:p>
            <a:r>
              <a:rPr lang="fr-FR" smtClean="0"/>
              <a:t>I want live for Jesus
19-  POUR QUE QUELQU’UN  VOIE AUSSI QU’IL EST… 
So that someone else might see that He is...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20-  ET QUAND J’EXAMINERAI  MA VIE À LA FIN </a:t>
            </a:r>
          </a:p>
          <a:p>
            <a:r>
              <a:rPr lang="fr-FR" smtClean="0"/>
              <a:t>And looking back over my life at the end
21-  JE TE VERRAI ET DIRAI QUE TU AS ÉTÉ 
I'll go to meet You saying You've been</a:t>
            </a:r>
          </a:p>
          <a:p>
            <a:r>
              <a:rPr lang="fr-FR" smtClean="0"/>
              <a:t>22-  TOUT POUR MOI IL EST PLUS QU’UNE HISTOIRE </a:t>
            </a:r>
          </a:p>
          <a:p>
            <a:r>
              <a:rPr lang="fr-FR" smtClean="0"/>
              <a:t>You're everything to me You're more than a story
23-  PLUS QUE LES MOTS  DES PAGES D’UN RÉCIT 
More than words on a page of history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24-  TU ES TOUT POUR MOI TU ES PLUS QU’UNE HISTOIRE </a:t>
            </a:r>
          </a:p>
          <a:p>
            <a:r>
              <a:rPr lang="fr-FR" smtClean="0"/>
              <a:t>	You’re Everything to me You’re more than a story
	25-  PLUS QUE LES MOTS  DES PAGES D’UN RÉCIT </a:t>
            </a:r>
          </a:p>
          <a:p>
            <a:r>
              <a:rPr lang="fr-FR" smtClean="0"/>
              <a:t>	More than words on a page of history
	26-  TU ES L’AIR QUE J’INSPIRE  L’EAU DONT J’AI BESOIN </a:t>
            </a:r>
          </a:p>
          <a:p>
            <a:r>
              <a:rPr lang="fr-FR" smtClean="0"/>
              <a:t>	You’re the air that I breathe The water I thirst for
	27-  TU ES LE SOL SOUS MES PAS OH ! TU ES TOUT, TU ES TOUT POUR MOI 
	And the ground beneath my feet You’re everything, Lord, You're everything to me</a:t>
            </a:r>
          </a:p>
          <a:p>
            <a:endParaRPr lang="fr-FR" smtClean="0"/>
          </a:p>
          <a:p>
            <a:r>
              <a:rPr lang="fr-FR" smtClean="0"/>
              <a:t>28- TU ES TOUT POUR MOI</a:t>
            </a:r>
          </a:p>
          <a:p>
            <a:r>
              <a:rPr lang="fr-FR" smtClean="0"/>
              <a:t>You're everything to 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J’AI GRANDI À L’ÉCOLE DU DIMANCHE ET MÉMORISÉ LES RÈGLES D’OR</a:t>
            </a:r>
          </a:p>
          <a:p>
            <a:r>
              <a:rPr lang="fr-FR" b="0" smtClean="0"/>
              <a:t>I grew up in Sunday school I memorized the Golden Rule
2-  ET COMMENT JÉSUS A LIBÉRÉ  LES PÉCHEURS</a:t>
            </a:r>
          </a:p>
          <a:p>
            <a:r>
              <a:rPr lang="fr-FR" b="0" smtClean="0"/>
              <a:t>And how Jesus came to set the sinner free 
3-  JE PEUX VOUS RACONTER L’HISTOIRE </a:t>
            </a:r>
          </a:p>
          <a:p>
            <a:r>
              <a:rPr lang="fr-FR" b="0" smtClean="0"/>
              <a:t>I know the story inside out
4-  CE CHEMIN DE CROIX  CES HEURES NOIRES </a:t>
            </a:r>
          </a:p>
          <a:p>
            <a:r>
              <a:rPr lang="fr-FR" b="0" smtClean="0"/>
              <a:t>I can tell you all about
5-  QUI L’ONT CONDUIT  SUR LE MONT DU CALVAIRE </a:t>
            </a:r>
          </a:p>
          <a:p>
            <a:r>
              <a:rPr lang="fr-FR" b="0" smtClean="0"/>
              <a:t>The path that led Him up to Calvary
6-  MAIS POURQUOI M’AIME-T-IL ? JE NE SAIS L’EXPLIQUER </a:t>
            </a:r>
          </a:p>
          <a:p>
            <a:r>
              <a:rPr lang="fr-FR" b="0" smtClean="0"/>
              <a:t>But ask me why He loves me And I don't know what to say
7-  JE NE SERAI PLUS JAMAIS LE MÊME IL A CHANGÉ MA VIE EN DEVENANT </a:t>
            </a:r>
          </a:p>
          <a:p>
            <a:r>
              <a:rPr lang="fr-FR" b="0" smtClean="0"/>
              <a:t>But I'll never be the same Because He changed my life when He became...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8-  TOUT POUR MOI IL EST PLUS QU’UNE HISTOIRE </a:t>
            </a:r>
          </a:p>
          <a:p>
            <a:r>
              <a:rPr lang="fr-FR" b="0" smtClean="0"/>
              <a:t>	Everything to me He's more than a story
	9-  PLUS QUE LES MOTS  DES PAGES D’UN RÉCIT </a:t>
            </a:r>
          </a:p>
          <a:p>
            <a:r>
              <a:rPr lang="fr-FR" b="0" smtClean="0"/>
              <a:t>	More than words on a page of history
	10-  IL EST L’AIR QUE J’INSPIRE  L’EAU DONT J’AI BESOIN </a:t>
            </a:r>
          </a:p>
          <a:p>
            <a:r>
              <a:rPr lang="fr-FR" b="0" smtClean="0"/>
              <a:t>	He's the air that I breathe The water I thirst for
	11-  IL EST LE SOL SOUS MES PAS OH ! IL EST TOUT, IL EST TOUT POUR MOI 
	And the ground beneath my feet He's everything, everything to me</a:t>
            </a:r>
          </a:p>
          <a:p>
            <a:endParaRPr lang="fr-FR" b="0" smtClean="0"/>
          </a:p>
          <a:p>
            <a:r>
              <a:rPr lang="fr-FR" b="0" smtClean="0"/>
              <a:t>12-  NOUS VIVONS DES TEMPS INCERTAINS </a:t>
            </a:r>
          </a:p>
          <a:p>
            <a:r>
              <a:rPr lang="fr-FR" b="0" smtClean="0"/>
              <a:t>We're living in uncertain times
13-  QUI ME FONT COMPRENDRE  À QUEL POINT </a:t>
            </a:r>
          </a:p>
          <a:p>
            <a:r>
              <a:rPr lang="fr-FR" b="0" smtClean="0"/>
              <a:t>And more and more I find that I'm aware
14-  LA VIE PEUT ÊTRE FRAGILE PARFOIS </a:t>
            </a:r>
          </a:p>
          <a:p>
            <a:r>
              <a:rPr lang="fr-FR" b="0" smtClean="0"/>
              <a:t>Of just how fragile life can be
15-  JE VEUX CRIER QUE J’AI TROUVÉ UN AMOUR QUI M’A TRANSFORMÉ </a:t>
            </a:r>
          </a:p>
          <a:p>
            <a:r>
              <a:rPr lang="fr-FR" b="0" smtClean="0"/>
              <a:t>I want to tell the world I found A love that turned my life around
16-  LEUR DIRE QU’ILS PEUVENT  LE GOÛTER ET LE VOIR </a:t>
            </a:r>
          </a:p>
          <a:p>
            <a:r>
              <a:rPr lang="fr-FR" b="0" smtClean="0"/>
              <a:t>They need to know that they can taste and see
17-  ET CHAQUE JOUR JE PRIE QUE MON CŒUR LUI SOIT SOUMIS </a:t>
            </a:r>
          </a:p>
          <a:p>
            <a:r>
              <a:rPr lang="fr-FR" b="0" smtClean="0"/>
              <a:t>Now everyday I'm praying Just to give my heart away
18-  JE VEUX VIVRE POUR JÉSUS </a:t>
            </a:r>
          </a:p>
          <a:p>
            <a:r>
              <a:rPr lang="fr-FR" b="0" smtClean="0"/>
              <a:t>I want live for Jesus
19-  POUR QUE QUELQU’UN  VOIE AUSSI QU’IL EST… 
So that someone else might see that He is...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20-  ET QUAND J’EXAMINERAI  MA VIE À LA FIN </a:t>
            </a:r>
          </a:p>
          <a:p>
            <a:r>
              <a:rPr lang="fr-FR" b="0" smtClean="0"/>
              <a:t>And looking back over my life at the end
21-  JE TE VERRAI ET DIRAI QUE TU AS ÉTÉ 
I'll go to meet You saying You've been</a:t>
            </a:r>
          </a:p>
          <a:p>
            <a:r>
              <a:rPr lang="fr-FR" b="0" smtClean="0"/>
              <a:t>22-  TOUT POUR MOI IL EST PLUS QU’UNE HISTOIRE </a:t>
            </a:r>
          </a:p>
          <a:p>
            <a:r>
              <a:rPr lang="fr-FR" b="0" smtClean="0"/>
              <a:t>You're everything to me You're more than a story
23-  PLUS QUE LES MOTS  DES PAGES D’UN RÉCIT 
More than words on a page of history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24-  TU ES TOUT POUR MOI TU ES PLUS QU’UNE HISTOIRE </a:t>
            </a:r>
          </a:p>
          <a:p>
            <a:r>
              <a:rPr lang="fr-FR" b="0" smtClean="0"/>
              <a:t>	You’re Everything to me You’re more than a story
	25-  PLUS QUE LES MOTS  DES PAGES D’UN RÉCIT </a:t>
            </a:r>
          </a:p>
          <a:p>
            <a:r>
              <a:rPr lang="fr-FR" b="0" smtClean="0"/>
              <a:t>	More than words on a page of history
	26-  TU ES L’AIR QUE J’INSPIRE  L’EAU DONT J’AI BESOIN </a:t>
            </a:r>
          </a:p>
          <a:p>
            <a:r>
              <a:rPr lang="fr-FR" b="0" smtClean="0"/>
              <a:t>	You’re the air that I breathe The water I thirst for
	27-  TU ES LE SOL SOUS MES PAS OH ! TU ES TOUT, TU ES TOUT POUR MOI 
	And the ground beneath my feet You’re everything, Lord, You're everything to me</a:t>
            </a:r>
          </a:p>
          <a:p>
            <a:endParaRPr lang="fr-FR" b="0" smtClean="0"/>
          </a:p>
          <a:p>
            <a:r>
              <a:rPr lang="fr-FR" b="0" smtClean="0"/>
              <a:t>28- TU ES TOUT POUR MOI</a:t>
            </a:r>
          </a:p>
          <a:p>
            <a:r>
              <a:rPr lang="fr-FR" b="0" smtClean="0"/>
              <a:t>You're everything to me</a:t>
            </a: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GRANDI À L’ÉCOLE DU DIMANCHE ET MÉMORISÉ LES RÈGLES D’OR</a:t>
            </a:r>
          </a:p>
          <a:p>
            <a:r>
              <a:rPr lang="fr-FR" smtClean="0"/>
              <a:t>I grew up in Sunday school I memorized the Golden Rule
2-  ET COMMENT JÉSUS A LIBÉRÉ  LES PÉCHEURS</a:t>
            </a:r>
          </a:p>
          <a:p>
            <a:r>
              <a:rPr lang="fr-FR" smtClean="0"/>
              <a:t>And how Jesus came to set the sinner free 
3-  JE PEUX VOUS RACONTER L’HISTOIRE </a:t>
            </a:r>
          </a:p>
          <a:p>
            <a:r>
              <a:rPr lang="fr-FR" smtClean="0"/>
              <a:t>I know the story inside out
4-  CE CHEMIN DE CROIX  CES HEURES NOIRES </a:t>
            </a:r>
          </a:p>
          <a:p>
            <a:r>
              <a:rPr lang="fr-FR" smtClean="0"/>
              <a:t>I can tell you all about
5-  QUI L’ONT CONDUIT  SUR LE MONT DU CALVAIRE </a:t>
            </a:r>
          </a:p>
          <a:p>
            <a:r>
              <a:rPr lang="fr-FR" smtClean="0"/>
              <a:t>The path that led Him up to Calvary
6-  MAIS POURQUOI M’AIME-T-IL ? JE NE SAIS L’EXPLIQUER </a:t>
            </a:r>
          </a:p>
          <a:p>
            <a:r>
              <a:rPr lang="fr-FR" smtClean="0"/>
              <a:t>But ask me why He loves me And I don't know what to say
7-  JE NE SERAI PLUS JAMAIS LE MÊME IL A CHANGÉ MA VIE EN DEVENANT </a:t>
            </a:r>
          </a:p>
          <a:p>
            <a:r>
              <a:rPr lang="fr-FR" smtClean="0"/>
              <a:t>But I'll never be the same Because He changed my life when He became...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8-  TOUT POUR MOI IL EST PLUS QU’UNE HISTOIRE </a:t>
            </a:r>
          </a:p>
          <a:p>
            <a:r>
              <a:rPr lang="fr-FR" smtClean="0"/>
              <a:t>	Everything to me He's more than a story
	9-  PLUS QUE LES MOTS  DES PAGES D’UN RÉCIT </a:t>
            </a:r>
          </a:p>
          <a:p>
            <a:r>
              <a:rPr lang="fr-FR" smtClean="0"/>
              <a:t>	More than words on a page of history
	10-  IL EST L’AIR QUE J’INSPIRE  L’EAU DONT J’AI BESOIN </a:t>
            </a:r>
          </a:p>
          <a:p>
            <a:r>
              <a:rPr lang="fr-FR" smtClean="0"/>
              <a:t>	He's the air that I breathe The water I thirst for
	11-  IL EST LE SOL SOUS MES PAS OH ! IL EST TOUT, IL EST TOUT POUR MOI 
	And the ground beneath my feet He's everything, everything to me</a:t>
            </a:r>
          </a:p>
          <a:p>
            <a:endParaRPr lang="fr-FR" smtClean="0"/>
          </a:p>
          <a:p>
            <a:r>
              <a:rPr lang="fr-FR" smtClean="0"/>
              <a:t>12-  NOUS VIVONS DES TEMPS INCERTAINS </a:t>
            </a:r>
          </a:p>
          <a:p>
            <a:r>
              <a:rPr lang="fr-FR" smtClean="0"/>
              <a:t>We're living in uncertain times
13-  QUI ME FONT COMPRENDRE  À QUEL POINT </a:t>
            </a:r>
          </a:p>
          <a:p>
            <a:r>
              <a:rPr lang="fr-FR" smtClean="0"/>
              <a:t>And more and more I find that I'm aware
14-  LA VIE PEUT ÊTRE FRAGILE PARFOIS </a:t>
            </a:r>
          </a:p>
          <a:p>
            <a:r>
              <a:rPr lang="fr-FR" smtClean="0"/>
              <a:t>Of just how fragile life can be
15-  JE VEUX CRIER QUE J’AI TROUVÉ UN AMOUR QUI M’A TRANSFORMÉ </a:t>
            </a:r>
          </a:p>
          <a:p>
            <a:r>
              <a:rPr lang="fr-FR" smtClean="0"/>
              <a:t>I want to tell the world I found A love that turned my life around
16-  LEUR DIRE QU’ILS PEUVENT  LE GOÛTER ET LE VOIR </a:t>
            </a:r>
          </a:p>
          <a:p>
            <a:r>
              <a:rPr lang="fr-FR" smtClean="0"/>
              <a:t>They need to know that they can taste and see
17-  ET CHAQUE JOUR JE PRIE QUE MON CŒUR LUI SOIT SOUMIS </a:t>
            </a:r>
          </a:p>
          <a:p>
            <a:r>
              <a:rPr lang="fr-FR" smtClean="0"/>
              <a:t>Now everyday I'm praying Just to give my heart away
18-  JE VEUX VIVRE POUR JÉSUS </a:t>
            </a:r>
          </a:p>
          <a:p>
            <a:r>
              <a:rPr lang="fr-FR" smtClean="0"/>
              <a:t>I want live for Jesus
19-  POUR QUE QUELQU’UN  VOIE AUSSI QU’IL EST… 
So that someone else might see that He is...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20-  ET QUAND J’EXAMINERAI  MA VIE À LA FIN </a:t>
            </a:r>
          </a:p>
          <a:p>
            <a:r>
              <a:rPr lang="fr-FR" smtClean="0"/>
              <a:t>And looking back over my life at the end
21-  JE TE VERRAI ET DIRAI QUE TU AS ÉTÉ 
I'll go to meet You saying You've been</a:t>
            </a:r>
          </a:p>
          <a:p>
            <a:r>
              <a:rPr lang="fr-FR" smtClean="0"/>
              <a:t>22-  TOUT POUR MOI IL EST PLUS QU’UNE HISTOIRE </a:t>
            </a:r>
          </a:p>
          <a:p>
            <a:r>
              <a:rPr lang="fr-FR" smtClean="0"/>
              <a:t>You're everything to me You're more than a story
23-  PLUS QUE LES MOTS  DES PAGES D’UN RÉCIT 
More than words on a page of history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24-  TU ES TOUT POUR MOI TU ES PLUS QU’UNE HISTOIRE </a:t>
            </a:r>
          </a:p>
          <a:p>
            <a:r>
              <a:rPr lang="fr-FR" smtClean="0"/>
              <a:t>	You’re Everything to me You’re more than a story
	25-  PLUS QUE LES MOTS  DES PAGES D’UN RÉCIT </a:t>
            </a:r>
          </a:p>
          <a:p>
            <a:r>
              <a:rPr lang="fr-FR" smtClean="0"/>
              <a:t>	More than words on a page of history
	26-  TU ES L’AIR QUE J’INSPIRE  L’EAU DONT J’AI BESOIN </a:t>
            </a:r>
          </a:p>
          <a:p>
            <a:r>
              <a:rPr lang="fr-FR" smtClean="0"/>
              <a:t>	You’re the air that I breathe The water I thirst for
	27-  TU ES LE SOL SOUS MES PAS OH ! TU ES TOUT, TU ES TOUT POUR MOI 
	And the ground beneath my feet You’re everything, Lord, You're everything to me</a:t>
            </a:r>
          </a:p>
          <a:p>
            <a:endParaRPr lang="fr-FR" smtClean="0"/>
          </a:p>
          <a:p>
            <a:r>
              <a:rPr lang="fr-FR" smtClean="0"/>
              <a:t>28- TU ES TOUT POUR MOI</a:t>
            </a:r>
          </a:p>
          <a:p>
            <a:r>
              <a:rPr lang="fr-FR" smtClean="0"/>
              <a:t>You're everything to 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J’AI GRANDI À L’ÉCOLE DU DIMANCHE ET MÉMORISÉ LES RÈGLES D’OR</a:t>
            </a:r>
          </a:p>
          <a:p>
            <a:r>
              <a:rPr lang="fr-FR" b="0" smtClean="0"/>
              <a:t>I grew up in Sunday school I memorized the Golden Rule
2-  ET COMMENT JÉSUS A LIBÉRÉ  LES PÉCHEURS</a:t>
            </a:r>
          </a:p>
          <a:p>
            <a:r>
              <a:rPr lang="fr-FR" b="0" smtClean="0"/>
              <a:t>And how Jesus came to set the sinner free 
3-  JE PEUX VOUS RACONTER L’HISTOIRE </a:t>
            </a:r>
          </a:p>
          <a:p>
            <a:r>
              <a:rPr lang="fr-FR" b="0" smtClean="0"/>
              <a:t>I know the story inside out
4-  CE CHEMIN DE CROIX  CES HEURES NOIRES </a:t>
            </a:r>
          </a:p>
          <a:p>
            <a:r>
              <a:rPr lang="fr-FR" b="0" smtClean="0"/>
              <a:t>I can tell you all about
5-  QUI L’ONT CONDUIT  SUR LE MONT DU CALVAIRE </a:t>
            </a:r>
          </a:p>
          <a:p>
            <a:r>
              <a:rPr lang="fr-FR" b="0" smtClean="0"/>
              <a:t>The path that led Him up to Calvary
6-  MAIS POURQUOI M’AIME-T-IL ? JE NE SAIS L’EXPLIQUER </a:t>
            </a:r>
          </a:p>
          <a:p>
            <a:r>
              <a:rPr lang="fr-FR" b="0" smtClean="0"/>
              <a:t>But ask me why He loves me And I don't know what to say
7-  JE NE SERAI PLUS JAMAIS LE MÊME IL A CHANGÉ MA VIE EN DEVENANT </a:t>
            </a:r>
          </a:p>
          <a:p>
            <a:r>
              <a:rPr lang="fr-FR" b="0" smtClean="0"/>
              <a:t>But I'll never be the same Because He changed my life when He became...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8-  TOUT POUR MOI IL EST PLUS QU’UNE HISTOIRE </a:t>
            </a:r>
          </a:p>
          <a:p>
            <a:r>
              <a:rPr lang="fr-FR" b="0" smtClean="0"/>
              <a:t>	Everything to me He's more than a story
	9-  PLUS QUE LES MOTS  DES PAGES D’UN RÉCIT </a:t>
            </a:r>
          </a:p>
          <a:p>
            <a:r>
              <a:rPr lang="fr-FR" b="0" smtClean="0"/>
              <a:t>	More than words on a page of history
	10-  IL EST L’AIR QUE J’INSPIRE  L’EAU DONT J’AI BESOIN </a:t>
            </a:r>
          </a:p>
          <a:p>
            <a:r>
              <a:rPr lang="fr-FR" b="0" smtClean="0"/>
              <a:t>	He's the air that I breathe The water I thirst for
	11-  IL EST LE SOL SOUS MES PAS OH ! IL EST TOUT, IL EST TOUT POUR MOI 
	And the ground beneath my feet He's everything, everything to me</a:t>
            </a:r>
          </a:p>
          <a:p>
            <a:endParaRPr lang="fr-FR" b="0" smtClean="0"/>
          </a:p>
          <a:p>
            <a:r>
              <a:rPr lang="fr-FR" b="0" smtClean="0"/>
              <a:t>12-  NOUS VIVONS DES TEMPS INCERTAINS </a:t>
            </a:r>
          </a:p>
          <a:p>
            <a:r>
              <a:rPr lang="fr-FR" b="0" smtClean="0"/>
              <a:t>We're living in uncertain times
13-  QUI ME FONT COMPRENDRE  À QUEL POINT </a:t>
            </a:r>
          </a:p>
          <a:p>
            <a:r>
              <a:rPr lang="fr-FR" b="0" smtClean="0"/>
              <a:t>And more and more I find that I'm aware
14-  LA VIE PEUT ÊTRE FRAGILE PARFOIS </a:t>
            </a:r>
          </a:p>
          <a:p>
            <a:r>
              <a:rPr lang="fr-FR" b="0" smtClean="0"/>
              <a:t>Of just how fragile life can be
15-  JE VEUX CRIER QUE J’AI TROUVÉ UN AMOUR QUI M’A TRANSFORMÉ </a:t>
            </a:r>
          </a:p>
          <a:p>
            <a:r>
              <a:rPr lang="fr-FR" b="0" smtClean="0"/>
              <a:t>I want to tell the world I found A love that turned my life around
16-  LEUR DIRE QU’ILS PEUVENT  LE GOÛTER ET LE VOIR </a:t>
            </a:r>
          </a:p>
          <a:p>
            <a:r>
              <a:rPr lang="fr-FR" b="0" smtClean="0"/>
              <a:t>They need to know that they can taste and see
17-  ET CHAQUE JOUR JE PRIE QUE MON CŒUR LUI SOIT SOUMIS </a:t>
            </a:r>
          </a:p>
          <a:p>
            <a:r>
              <a:rPr lang="fr-FR" b="0" smtClean="0"/>
              <a:t>Now everyday I'm praying Just to give my heart away
18-  JE VEUX VIVRE POUR JÉSUS </a:t>
            </a:r>
          </a:p>
          <a:p>
            <a:r>
              <a:rPr lang="fr-FR" b="0" smtClean="0"/>
              <a:t>I want live for Jesus
19-  POUR QUE QUELQU’UN  VOIE AUSSI QU’IL EST… 
So that someone else might see that He is...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20-  ET QUAND J’EXAMINERAI  MA VIE À LA FIN </a:t>
            </a:r>
          </a:p>
          <a:p>
            <a:r>
              <a:rPr lang="fr-FR" b="0" smtClean="0"/>
              <a:t>And looking back over my life at the end
21-  JE TE VERRAI ET DIRAI QUE TU AS ÉTÉ 
I'll go to meet You saying You've been</a:t>
            </a:r>
          </a:p>
          <a:p>
            <a:r>
              <a:rPr lang="fr-FR" b="0" smtClean="0"/>
              <a:t>22-  TOUT POUR MOI IL EST PLUS QU’UNE HISTOIRE </a:t>
            </a:r>
          </a:p>
          <a:p>
            <a:r>
              <a:rPr lang="fr-FR" b="0" smtClean="0"/>
              <a:t>You're everything to me You're more than a story
23-  PLUS QUE LES MOTS  DES PAGES D’UN RÉCIT 
More than words on a page of history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24-  TU ES TOUT POUR MOI TU ES PLUS QU’UNE HISTOIRE </a:t>
            </a:r>
          </a:p>
          <a:p>
            <a:r>
              <a:rPr lang="fr-FR" b="0" smtClean="0"/>
              <a:t>	You’re Everything to me You’re more than a story
	25-  PLUS QUE LES MOTS  DES PAGES D’UN RÉCIT </a:t>
            </a:r>
          </a:p>
          <a:p>
            <a:r>
              <a:rPr lang="fr-FR" b="0" smtClean="0"/>
              <a:t>	More than words on a page of history
	26-  TU ES L’AIR QUE J’INSPIRE  L’EAU DONT J’AI BESOIN </a:t>
            </a:r>
          </a:p>
          <a:p>
            <a:r>
              <a:rPr lang="fr-FR" b="0" smtClean="0"/>
              <a:t>	You’re the air that I breathe The water I thirst for
	27-  TU ES LE SOL SOUS MES PAS OH ! TU ES TOUT, TU ES TOUT POUR MOI 
	And the ground beneath my feet You’re everything, Lord, You're everything to me</a:t>
            </a:r>
          </a:p>
          <a:p>
            <a:endParaRPr lang="fr-FR" b="0" smtClean="0"/>
          </a:p>
          <a:p>
            <a:r>
              <a:rPr lang="fr-FR" b="0" smtClean="0"/>
              <a:t>28- TU ES TOUT POUR MOI</a:t>
            </a:r>
          </a:p>
          <a:p>
            <a:r>
              <a:rPr lang="fr-FR" b="0" smtClean="0"/>
              <a:t>You're everything to me</a:t>
            </a: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GRANDI À L’ÉCOLE DU DIMANCHE ET MÉMORISÉ LES RÈGLES D’OR</a:t>
            </a:r>
          </a:p>
          <a:p>
            <a:r>
              <a:rPr lang="fr-FR" smtClean="0"/>
              <a:t>I grew up in Sunday school I memorized the Golden Rule
2-  ET COMMENT JÉSUS A LIBÉRÉ  LES PÉCHEURS</a:t>
            </a:r>
          </a:p>
          <a:p>
            <a:r>
              <a:rPr lang="fr-FR" smtClean="0"/>
              <a:t>And how Jesus came to set the sinner free 
3-  JE PEUX VOUS RACONTER L’HISTOIRE </a:t>
            </a:r>
          </a:p>
          <a:p>
            <a:r>
              <a:rPr lang="fr-FR" smtClean="0"/>
              <a:t>I know the story inside out
4-  CE CHEMIN DE CROIX  CES HEURES NOIRES </a:t>
            </a:r>
          </a:p>
          <a:p>
            <a:r>
              <a:rPr lang="fr-FR" smtClean="0"/>
              <a:t>I can tell you all about
5-  QUI L’ONT CONDUIT  SUR LE MONT DU CALVAIRE </a:t>
            </a:r>
          </a:p>
          <a:p>
            <a:r>
              <a:rPr lang="fr-FR" smtClean="0"/>
              <a:t>The path that led Him up to Calvary
6-  MAIS POURQUOI M’AIME-T-IL ? JE NE SAIS L’EXPLIQUER </a:t>
            </a:r>
          </a:p>
          <a:p>
            <a:r>
              <a:rPr lang="fr-FR" smtClean="0"/>
              <a:t>But ask me why He loves me And I don't know what to say
7-  JE NE SERAI PLUS JAMAIS LE MÊME IL A CHANGÉ MA VIE EN DEVENANT </a:t>
            </a:r>
          </a:p>
          <a:p>
            <a:r>
              <a:rPr lang="fr-FR" smtClean="0"/>
              <a:t>But I'll never be the same Because He changed my life when He became...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8-  TOUT POUR MOI IL EST PLUS QU’UNE HISTOIRE </a:t>
            </a:r>
          </a:p>
          <a:p>
            <a:r>
              <a:rPr lang="fr-FR" smtClean="0"/>
              <a:t>	Everything to me He's more than a story
	9-  PLUS QUE LES MOTS  DES PAGES D’UN RÉCIT </a:t>
            </a:r>
          </a:p>
          <a:p>
            <a:r>
              <a:rPr lang="fr-FR" smtClean="0"/>
              <a:t>	More than words on a page of history
	10-  IL EST L’AIR QUE J’INSPIRE  L’EAU DONT J’AI BESOIN </a:t>
            </a:r>
          </a:p>
          <a:p>
            <a:r>
              <a:rPr lang="fr-FR" smtClean="0"/>
              <a:t>	He's the air that I breathe The water I thirst for
	11-  IL EST LE SOL SOUS MES PAS OH ! IL EST TOUT, IL EST TOUT POUR MOI 
	And the ground beneath my feet He's everything, everything to me</a:t>
            </a:r>
          </a:p>
          <a:p>
            <a:endParaRPr lang="fr-FR" smtClean="0"/>
          </a:p>
          <a:p>
            <a:r>
              <a:rPr lang="fr-FR" smtClean="0"/>
              <a:t>12-  NOUS VIVONS DES TEMPS INCERTAINS </a:t>
            </a:r>
          </a:p>
          <a:p>
            <a:r>
              <a:rPr lang="fr-FR" smtClean="0"/>
              <a:t>We're living in uncertain times
13-  QUI ME FONT COMPRENDRE  À QUEL POINT </a:t>
            </a:r>
          </a:p>
          <a:p>
            <a:r>
              <a:rPr lang="fr-FR" smtClean="0"/>
              <a:t>And more and more I find that I'm aware
14-  LA VIE PEUT ÊTRE FRAGILE PARFOIS </a:t>
            </a:r>
          </a:p>
          <a:p>
            <a:r>
              <a:rPr lang="fr-FR" smtClean="0"/>
              <a:t>Of just how fragile life can be
15-  JE VEUX CRIER QUE J’AI TROUVÉ UN AMOUR QUI M’A TRANSFORMÉ </a:t>
            </a:r>
          </a:p>
          <a:p>
            <a:r>
              <a:rPr lang="fr-FR" smtClean="0"/>
              <a:t>I want to tell the world I found A love that turned my life around
16-  LEUR DIRE QU’ILS PEUVENT  LE GOÛTER ET LE VOIR </a:t>
            </a:r>
          </a:p>
          <a:p>
            <a:r>
              <a:rPr lang="fr-FR" smtClean="0"/>
              <a:t>They need to know that they can taste and see
17-  ET CHAQUE JOUR JE PRIE QUE MON CŒUR LUI SOIT SOUMIS </a:t>
            </a:r>
          </a:p>
          <a:p>
            <a:r>
              <a:rPr lang="fr-FR" smtClean="0"/>
              <a:t>Now everyday I'm praying Just to give my heart away
18-  JE VEUX VIVRE POUR JÉSUS </a:t>
            </a:r>
          </a:p>
          <a:p>
            <a:r>
              <a:rPr lang="fr-FR" smtClean="0"/>
              <a:t>I want live for Jesus
19-  POUR QUE QUELQU’UN  VOIE AUSSI QU’IL EST… 
So that someone else might see that He is...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20-  ET QUAND J’EXAMINERAI  MA VIE À LA FIN </a:t>
            </a:r>
          </a:p>
          <a:p>
            <a:r>
              <a:rPr lang="fr-FR" smtClean="0"/>
              <a:t>And looking back over my life at the end
21-  JE TE VERRAI ET DIRAI QUE TU AS ÉTÉ 
I'll go to meet You saying You've been</a:t>
            </a:r>
          </a:p>
          <a:p>
            <a:r>
              <a:rPr lang="fr-FR" smtClean="0"/>
              <a:t>22-  TOUT POUR MOI IL EST PLUS QU’UNE HISTOIRE </a:t>
            </a:r>
          </a:p>
          <a:p>
            <a:r>
              <a:rPr lang="fr-FR" smtClean="0"/>
              <a:t>You're everything to me You're more than a story
23-  PLUS QUE LES MOTS  DES PAGES D’UN RÉCIT 
More than words on a page of history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24-  TU ES TOUT POUR MOI TU ES PLUS QU’UNE HISTOIRE </a:t>
            </a:r>
          </a:p>
          <a:p>
            <a:r>
              <a:rPr lang="fr-FR" smtClean="0"/>
              <a:t>	You’re Everything to me You’re more than a story
	25-  PLUS QUE LES MOTS  DES PAGES D’UN RÉCIT </a:t>
            </a:r>
          </a:p>
          <a:p>
            <a:r>
              <a:rPr lang="fr-FR" smtClean="0"/>
              <a:t>	More than words on a page of history
	26-  TU ES L’AIR QUE J’INSPIRE  L’EAU DONT J’AI BESOIN </a:t>
            </a:r>
          </a:p>
          <a:p>
            <a:r>
              <a:rPr lang="fr-FR" smtClean="0"/>
              <a:t>	You’re the air that I breathe The water I thirst for
	27-  TU ES LE SOL SOUS MES PAS OH ! TU ES TOUT, TU ES TOUT POUR MOI 
	And the ground beneath my feet You’re everything, Lord, You're everything to me</a:t>
            </a:r>
          </a:p>
          <a:p>
            <a:endParaRPr lang="fr-FR" smtClean="0"/>
          </a:p>
          <a:p>
            <a:r>
              <a:rPr lang="fr-FR" smtClean="0"/>
              <a:t>28- TU ES TOUT POUR MOI</a:t>
            </a:r>
          </a:p>
          <a:p>
            <a:r>
              <a:rPr lang="fr-FR" smtClean="0"/>
              <a:t>You're everything to 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J’AI GRANDI À L’ÉCOLE DU DIMANCHE ET MÉMORISÉ LES RÈGLES D’OR</a:t>
            </a:r>
          </a:p>
          <a:p>
            <a:r>
              <a:rPr lang="fr-FR" b="0" smtClean="0"/>
              <a:t>I grew up in Sunday school I memorized the Golden Rule
2-  ET COMMENT JÉSUS A LIBÉRÉ  LES PÉCHEURS</a:t>
            </a:r>
          </a:p>
          <a:p>
            <a:r>
              <a:rPr lang="fr-FR" b="0" smtClean="0"/>
              <a:t>And how Jesus came to set the sinner free 
3-  JE PEUX VOUS RACONTER L’HISTOIRE </a:t>
            </a:r>
          </a:p>
          <a:p>
            <a:r>
              <a:rPr lang="fr-FR" b="0" smtClean="0"/>
              <a:t>I know the story inside out
4-  CE CHEMIN DE CROIX  CES HEURES NOIRES </a:t>
            </a:r>
          </a:p>
          <a:p>
            <a:r>
              <a:rPr lang="fr-FR" b="0" smtClean="0"/>
              <a:t>I can tell you all about
5-  QUI L’ONT CONDUIT  SUR LE MONT DU CALVAIRE </a:t>
            </a:r>
          </a:p>
          <a:p>
            <a:r>
              <a:rPr lang="fr-FR" b="0" smtClean="0"/>
              <a:t>The path that led Him up to Calvary
6-  MAIS POURQUOI M’AIME-T-IL ? JE NE SAIS L’EXPLIQUER </a:t>
            </a:r>
          </a:p>
          <a:p>
            <a:r>
              <a:rPr lang="fr-FR" b="0" smtClean="0"/>
              <a:t>But ask me why He loves me And I don't know what to say
7-  JE NE SERAI PLUS JAMAIS LE MÊME IL A CHANGÉ MA VIE EN DEVENANT </a:t>
            </a:r>
          </a:p>
          <a:p>
            <a:r>
              <a:rPr lang="fr-FR" b="0" smtClean="0"/>
              <a:t>But I'll never be the same Because He changed my life when He became...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8-  TOUT POUR MOI IL EST PLUS QU’UNE HISTOIRE </a:t>
            </a:r>
          </a:p>
          <a:p>
            <a:r>
              <a:rPr lang="fr-FR" b="0" smtClean="0"/>
              <a:t>	Everything to me He's more than a story
	9-  PLUS QUE LES MOTS  DES PAGES D’UN RÉCIT </a:t>
            </a:r>
          </a:p>
          <a:p>
            <a:r>
              <a:rPr lang="fr-FR" b="0" smtClean="0"/>
              <a:t>	More than words on a page of history
	10-  IL EST L’AIR QUE J’INSPIRE  L’EAU DONT J’AI BESOIN </a:t>
            </a:r>
          </a:p>
          <a:p>
            <a:r>
              <a:rPr lang="fr-FR" b="0" smtClean="0"/>
              <a:t>	He's the air that I breathe The water I thirst for
	11-  IL EST LE SOL SOUS MES PAS OH ! IL EST TOUT, IL EST TOUT POUR MOI 
	And the ground beneath my feet He's everything, everything to me</a:t>
            </a:r>
          </a:p>
          <a:p>
            <a:endParaRPr lang="fr-FR" b="0" smtClean="0"/>
          </a:p>
          <a:p>
            <a:r>
              <a:rPr lang="fr-FR" b="0" smtClean="0"/>
              <a:t>12-  NOUS VIVONS DES TEMPS INCERTAINS </a:t>
            </a:r>
          </a:p>
          <a:p>
            <a:r>
              <a:rPr lang="fr-FR" b="0" smtClean="0"/>
              <a:t>We're living in uncertain times
13-  QUI ME FONT COMPRENDRE  À QUEL POINT </a:t>
            </a:r>
          </a:p>
          <a:p>
            <a:r>
              <a:rPr lang="fr-FR" b="0" smtClean="0"/>
              <a:t>And more and more I find that I'm aware
14-  LA VIE PEUT ÊTRE FRAGILE PARFOIS </a:t>
            </a:r>
          </a:p>
          <a:p>
            <a:r>
              <a:rPr lang="fr-FR" b="0" smtClean="0"/>
              <a:t>Of just how fragile life can be
15-  JE VEUX CRIER QUE J’AI TROUVÉ UN AMOUR QUI M’A TRANSFORMÉ </a:t>
            </a:r>
          </a:p>
          <a:p>
            <a:r>
              <a:rPr lang="fr-FR" b="0" smtClean="0"/>
              <a:t>I want to tell the world I found A love that turned my life around
16-  LEUR DIRE QU’ILS PEUVENT  LE GOÛTER ET LE VOIR </a:t>
            </a:r>
          </a:p>
          <a:p>
            <a:r>
              <a:rPr lang="fr-FR" b="0" smtClean="0"/>
              <a:t>They need to know that they can taste and see
17-  ET CHAQUE JOUR JE PRIE QUE MON CŒUR LUI SOIT SOUMIS </a:t>
            </a:r>
          </a:p>
          <a:p>
            <a:r>
              <a:rPr lang="fr-FR" b="0" smtClean="0"/>
              <a:t>Now everyday I'm praying Just to give my heart away
18-  JE VEUX VIVRE POUR JÉSUS </a:t>
            </a:r>
          </a:p>
          <a:p>
            <a:r>
              <a:rPr lang="fr-FR" b="0" smtClean="0"/>
              <a:t>I want live for Jesus
19-  POUR QUE QUELQU’UN  VOIE AUSSI QU’IL EST… 
So that someone else might see that He is...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20-  ET QUAND J’EXAMINERAI  MA VIE À LA FIN </a:t>
            </a:r>
          </a:p>
          <a:p>
            <a:r>
              <a:rPr lang="fr-FR" b="0" smtClean="0"/>
              <a:t>And looking back over my life at the end
21-  JE TE VERRAI ET DIRAI QUE TU AS ÉTÉ 
I'll go to meet You saying You've been</a:t>
            </a:r>
          </a:p>
          <a:p>
            <a:r>
              <a:rPr lang="fr-FR" b="0" smtClean="0"/>
              <a:t>22-  TOUT POUR MOI IL EST PLUS QU’UNE HISTOIRE </a:t>
            </a:r>
          </a:p>
          <a:p>
            <a:r>
              <a:rPr lang="fr-FR" b="0" smtClean="0"/>
              <a:t>You're everything to me You're more than a story
23-  PLUS QUE LES MOTS  DES PAGES D’UN RÉCIT 
More than words on a page of history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24-  TU ES TOUT POUR MOI TU ES PLUS QU’UNE HISTOIRE </a:t>
            </a:r>
          </a:p>
          <a:p>
            <a:r>
              <a:rPr lang="fr-FR" b="0" smtClean="0"/>
              <a:t>	You’re Everything to me You’re more than a story
	25-  PLUS QUE LES MOTS  DES PAGES D’UN RÉCIT </a:t>
            </a:r>
          </a:p>
          <a:p>
            <a:r>
              <a:rPr lang="fr-FR" b="0" smtClean="0"/>
              <a:t>	More than words on a page of history
	26-  TU ES L’AIR QUE J’INSPIRE  L’EAU DONT J’AI BESOIN </a:t>
            </a:r>
          </a:p>
          <a:p>
            <a:r>
              <a:rPr lang="fr-FR" b="0" smtClean="0"/>
              <a:t>	You’re the air that I breathe The water I thirst for
	27-  TU ES LE SOL SOUS MES PAS OH ! TU ES TOUT, TU ES TOUT POUR MOI 
	And the ground beneath my feet You’re everything, Lord, You're everything to me</a:t>
            </a:r>
          </a:p>
          <a:p>
            <a:endParaRPr lang="fr-FR" b="0" smtClean="0"/>
          </a:p>
          <a:p>
            <a:r>
              <a:rPr lang="fr-FR" b="0" smtClean="0"/>
              <a:t>28- TU ES TOUT POUR MOI</a:t>
            </a:r>
          </a:p>
          <a:p>
            <a:r>
              <a:rPr lang="fr-FR" b="0" smtClean="0"/>
              <a:t>You're everything to me</a:t>
            </a: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GRANDI À L’ÉCOLE DU DIMANCHE ET MÉMORISÉ LES RÈGLES D’OR</a:t>
            </a:r>
          </a:p>
          <a:p>
            <a:r>
              <a:rPr lang="fr-FR" smtClean="0"/>
              <a:t>I grew up in Sunday school I memorized the Golden Rule
2-  ET COMMENT JÉSUS A LIBÉRÉ  LES PÉCHEURS</a:t>
            </a:r>
          </a:p>
          <a:p>
            <a:r>
              <a:rPr lang="fr-FR" smtClean="0"/>
              <a:t>And how Jesus came to set the sinner free 
3-  JE PEUX VOUS RACONTER L’HISTOIRE </a:t>
            </a:r>
          </a:p>
          <a:p>
            <a:r>
              <a:rPr lang="fr-FR" smtClean="0"/>
              <a:t>I know the story inside out
4-  CE CHEMIN DE CROIX  CES HEURES NOIRES </a:t>
            </a:r>
          </a:p>
          <a:p>
            <a:r>
              <a:rPr lang="fr-FR" smtClean="0"/>
              <a:t>I can tell you all about
5-  QUI L’ONT CONDUIT  SUR LE MONT DU CALVAIRE </a:t>
            </a:r>
          </a:p>
          <a:p>
            <a:r>
              <a:rPr lang="fr-FR" smtClean="0"/>
              <a:t>The path that led Him up to Calvary
6-  MAIS POURQUOI M’AIME-T-IL ? JE NE SAIS L’EXPLIQUER </a:t>
            </a:r>
          </a:p>
          <a:p>
            <a:r>
              <a:rPr lang="fr-FR" smtClean="0"/>
              <a:t>But ask me why He loves me And I don't know what to say
7-  JE NE SERAI PLUS JAMAIS LE MÊME IL A CHANGÉ MA VIE EN DEVENANT </a:t>
            </a:r>
          </a:p>
          <a:p>
            <a:r>
              <a:rPr lang="fr-FR" smtClean="0"/>
              <a:t>But I'll never be the same Because He changed my life when He became...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8-  TOUT POUR MOI IL EST PLUS QU’UNE HISTOIRE </a:t>
            </a:r>
          </a:p>
          <a:p>
            <a:r>
              <a:rPr lang="fr-FR" smtClean="0"/>
              <a:t>	Everything to me He's more than a story
	9-  PLUS QUE LES MOTS  DES PAGES D’UN RÉCIT </a:t>
            </a:r>
          </a:p>
          <a:p>
            <a:r>
              <a:rPr lang="fr-FR" smtClean="0"/>
              <a:t>	More than words on a page of history
	10-  IL EST L’AIR QUE J’INSPIRE  L’EAU DONT J’AI BESOIN </a:t>
            </a:r>
          </a:p>
          <a:p>
            <a:r>
              <a:rPr lang="fr-FR" smtClean="0"/>
              <a:t>	He's the air that I breathe The water I thirst for
	11-  IL EST LE SOL SOUS MES PAS OH ! IL EST TOUT, IL EST TOUT POUR MOI 
	And the ground beneath my feet He's everything, everything to me</a:t>
            </a:r>
          </a:p>
          <a:p>
            <a:endParaRPr lang="fr-FR" smtClean="0"/>
          </a:p>
          <a:p>
            <a:r>
              <a:rPr lang="fr-FR" smtClean="0"/>
              <a:t>12-  NOUS VIVONS DES TEMPS INCERTAINS </a:t>
            </a:r>
          </a:p>
          <a:p>
            <a:r>
              <a:rPr lang="fr-FR" smtClean="0"/>
              <a:t>We're living in uncertain times
13-  QUI ME FONT COMPRENDRE  À QUEL POINT </a:t>
            </a:r>
          </a:p>
          <a:p>
            <a:r>
              <a:rPr lang="fr-FR" smtClean="0"/>
              <a:t>And more and more I find that I'm aware
14-  LA VIE PEUT ÊTRE FRAGILE PARFOIS </a:t>
            </a:r>
          </a:p>
          <a:p>
            <a:r>
              <a:rPr lang="fr-FR" smtClean="0"/>
              <a:t>Of just how fragile life can be
15-  JE VEUX CRIER QUE J’AI TROUVÉ UN AMOUR QUI M’A TRANSFORMÉ </a:t>
            </a:r>
          </a:p>
          <a:p>
            <a:r>
              <a:rPr lang="fr-FR" smtClean="0"/>
              <a:t>I want to tell the world I found A love that turned my life around
16-  LEUR DIRE QU’ILS PEUVENT  LE GOÛTER ET LE VOIR </a:t>
            </a:r>
          </a:p>
          <a:p>
            <a:r>
              <a:rPr lang="fr-FR" smtClean="0"/>
              <a:t>They need to know that they can taste and see
17-  ET CHAQUE JOUR JE PRIE QUE MON CŒUR LUI SOIT SOUMIS </a:t>
            </a:r>
          </a:p>
          <a:p>
            <a:r>
              <a:rPr lang="fr-FR" smtClean="0"/>
              <a:t>Now everyday I'm praying Just to give my heart away
18-  JE VEUX VIVRE POUR JÉSUS </a:t>
            </a:r>
          </a:p>
          <a:p>
            <a:r>
              <a:rPr lang="fr-FR" smtClean="0"/>
              <a:t>I want live for Jesus
19-  POUR QUE QUELQU’UN  VOIE AUSSI QU’IL EST… 
So that someone else might see that He is...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20-  ET QUAND J’EXAMINERAI  MA VIE À LA FIN </a:t>
            </a:r>
          </a:p>
          <a:p>
            <a:r>
              <a:rPr lang="fr-FR" smtClean="0"/>
              <a:t>And looking back over my life at the end
21-  JE TE VERRAI ET DIRAI QUE TU AS ÉTÉ 
I'll go to meet You saying You've been</a:t>
            </a:r>
          </a:p>
          <a:p>
            <a:r>
              <a:rPr lang="fr-FR" smtClean="0"/>
              <a:t>22-  TOUT POUR MOI IL EST PLUS QU’UNE HISTOIRE </a:t>
            </a:r>
          </a:p>
          <a:p>
            <a:r>
              <a:rPr lang="fr-FR" smtClean="0"/>
              <a:t>You're everything to me You're more than a story
23-  PLUS QUE LES MOTS  DES PAGES D’UN RÉCIT 
More than words on a page of history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24-  TU ES TOUT POUR MOI TU ES PLUS QU’UNE HISTOIRE </a:t>
            </a:r>
          </a:p>
          <a:p>
            <a:r>
              <a:rPr lang="fr-FR" smtClean="0"/>
              <a:t>	You’re Everything to me You’re more than a story
	25-  PLUS QUE LES MOTS  DES PAGES D’UN RÉCIT </a:t>
            </a:r>
          </a:p>
          <a:p>
            <a:r>
              <a:rPr lang="fr-FR" smtClean="0"/>
              <a:t>	More than words on a page of history
	26-  TU ES L’AIR QUE J’INSPIRE  L’EAU DONT J’AI BESOIN </a:t>
            </a:r>
          </a:p>
          <a:p>
            <a:r>
              <a:rPr lang="fr-FR" smtClean="0"/>
              <a:t>	You’re the air that I breathe The water I thirst for
	27-  TU ES LE SOL SOUS MES PAS OH ! TU ES TOUT, TU ES TOUT POUR MOI 
	And the ground beneath my feet You’re everything, Lord, You're everything to me</a:t>
            </a:r>
          </a:p>
          <a:p>
            <a:endParaRPr lang="fr-FR" smtClean="0"/>
          </a:p>
          <a:p>
            <a:r>
              <a:rPr lang="fr-FR" smtClean="0"/>
              <a:t>28- TU ES TOUT POUR MOI</a:t>
            </a:r>
          </a:p>
          <a:p>
            <a:r>
              <a:rPr lang="fr-FR" smtClean="0"/>
              <a:t>You're everything to 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J’AI GRANDI À L’ÉCOLE DU DIMANCHE ET MÉMORISÉ LES RÈGLES D’OR</a:t>
            </a:r>
          </a:p>
          <a:p>
            <a:r>
              <a:rPr lang="fr-FR" b="0" smtClean="0"/>
              <a:t>I grew up in Sunday school I memorized the Golden Rule
2-  ET COMMENT JÉSUS A LIBÉRÉ  LES PÉCHEURS</a:t>
            </a:r>
          </a:p>
          <a:p>
            <a:r>
              <a:rPr lang="fr-FR" b="0" smtClean="0"/>
              <a:t>And how Jesus came to set the sinner free 
3-  JE PEUX VOUS RACONTER L’HISTOIRE </a:t>
            </a:r>
          </a:p>
          <a:p>
            <a:r>
              <a:rPr lang="fr-FR" b="0" smtClean="0"/>
              <a:t>I know the story inside out
4-  CE CHEMIN DE CROIX  CES HEURES NOIRES </a:t>
            </a:r>
          </a:p>
          <a:p>
            <a:r>
              <a:rPr lang="fr-FR" b="0" smtClean="0"/>
              <a:t>I can tell you all about
5-  QUI L’ONT CONDUIT  SUR LE MONT DU CALVAIRE </a:t>
            </a:r>
          </a:p>
          <a:p>
            <a:r>
              <a:rPr lang="fr-FR" b="0" smtClean="0"/>
              <a:t>The path that led Him up to Calvary
6-  MAIS POURQUOI M’AIME-T-IL ? JE NE SAIS L’EXPLIQUER </a:t>
            </a:r>
          </a:p>
          <a:p>
            <a:r>
              <a:rPr lang="fr-FR" b="0" smtClean="0"/>
              <a:t>But ask me why He loves me And I don't know what to say
7-  JE NE SERAI PLUS JAMAIS LE MÊME IL A CHANGÉ MA VIE EN DEVENANT </a:t>
            </a:r>
          </a:p>
          <a:p>
            <a:r>
              <a:rPr lang="fr-FR" b="0" smtClean="0"/>
              <a:t>But I'll never be the same Because He changed my life when He became...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8-  TOUT POUR MOI IL EST PLUS QU’UNE HISTOIRE </a:t>
            </a:r>
          </a:p>
          <a:p>
            <a:r>
              <a:rPr lang="fr-FR" b="0" smtClean="0"/>
              <a:t>	Everything to me He's more than a story
	9-  PLUS QUE LES MOTS  DES PAGES D’UN RÉCIT </a:t>
            </a:r>
          </a:p>
          <a:p>
            <a:r>
              <a:rPr lang="fr-FR" b="0" smtClean="0"/>
              <a:t>	More than words on a page of history
	10-  IL EST L’AIR QUE J’INSPIRE  L’EAU DONT J’AI BESOIN </a:t>
            </a:r>
          </a:p>
          <a:p>
            <a:r>
              <a:rPr lang="fr-FR" b="0" smtClean="0"/>
              <a:t>	He's the air that I breathe The water I thirst for
	11-  IL EST LE SOL SOUS MES PAS OH ! IL EST TOUT, IL EST TOUT POUR MOI 
	And the ground beneath my feet He's everything, everything to me</a:t>
            </a:r>
          </a:p>
          <a:p>
            <a:endParaRPr lang="fr-FR" b="0" smtClean="0"/>
          </a:p>
          <a:p>
            <a:r>
              <a:rPr lang="fr-FR" b="0" smtClean="0"/>
              <a:t>12-  NOUS VIVONS DES TEMPS INCERTAINS </a:t>
            </a:r>
          </a:p>
          <a:p>
            <a:r>
              <a:rPr lang="fr-FR" b="0" smtClean="0"/>
              <a:t>We're living in uncertain times
13-  QUI ME FONT COMPRENDRE  À QUEL POINT </a:t>
            </a:r>
          </a:p>
          <a:p>
            <a:r>
              <a:rPr lang="fr-FR" b="0" smtClean="0"/>
              <a:t>And more and more I find that I'm aware
14-  LA VIE PEUT ÊTRE FRAGILE PARFOIS </a:t>
            </a:r>
          </a:p>
          <a:p>
            <a:r>
              <a:rPr lang="fr-FR" b="0" smtClean="0"/>
              <a:t>Of just how fragile life can be
15-  JE VEUX CRIER QUE J’AI TROUVÉ UN AMOUR QUI M’A TRANSFORMÉ </a:t>
            </a:r>
          </a:p>
          <a:p>
            <a:r>
              <a:rPr lang="fr-FR" b="0" smtClean="0"/>
              <a:t>I want to tell the world I found A love that turned my life around
16-  LEUR DIRE QU’ILS PEUVENT  LE GOÛTER ET LE VOIR </a:t>
            </a:r>
          </a:p>
          <a:p>
            <a:r>
              <a:rPr lang="fr-FR" b="0" smtClean="0"/>
              <a:t>They need to know that they can taste and see
17-  ET CHAQUE JOUR JE PRIE QUE MON CŒUR LUI SOIT SOUMIS </a:t>
            </a:r>
          </a:p>
          <a:p>
            <a:r>
              <a:rPr lang="fr-FR" b="0" smtClean="0"/>
              <a:t>Now everyday I'm praying Just to give my heart away
18-  JE VEUX VIVRE POUR JÉSUS </a:t>
            </a:r>
          </a:p>
          <a:p>
            <a:r>
              <a:rPr lang="fr-FR" b="0" smtClean="0"/>
              <a:t>I want live for Jesus
19-  POUR QUE QUELQU’UN  VOIE AUSSI QU’IL EST… 
So that someone else might see that He is...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20-  ET QUAND J’EXAMINERAI  MA VIE À LA FIN </a:t>
            </a:r>
          </a:p>
          <a:p>
            <a:r>
              <a:rPr lang="fr-FR" b="0" smtClean="0"/>
              <a:t>And looking back over my life at the end
21-  JE TE VERRAI ET DIRAI QUE TU AS ÉTÉ 
I'll go to meet You saying You've been</a:t>
            </a:r>
          </a:p>
          <a:p>
            <a:r>
              <a:rPr lang="fr-FR" b="0" smtClean="0"/>
              <a:t>22-  TOUT POUR MOI IL EST PLUS QU’UNE HISTOIRE </a:t>
            </a:r>
          </a:p>
          <a:p>
            <a:r>
              <a:rPr lang="fr-FR" b="0" smtClean="0"/>
              <a:t>You're everything to me You're more than a story
23-  PLUS QUE LES MOTS  DES PAGES D’UN RÉCIT 
More than words on a page of history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24-  TU ES TOUT POUR MOI TU ES PLUS QU’UNE HISTOIRE </a:t>
            </a:r>
          </a:p>
          <a:p>
            <a:r>
              <a:rPr lang="fr-FR" b="0" smtClean="0"/>
              <a:t>	You’re Everything to me You’re more than a story
	25-  PLUS QUE LES MOTS  DES PAGES D’UN RÉCIT </a:t>
            </a:r>
          </a:p>
          <a:p>
            <a:r>
              <a:rPr lang="fr-FR" b="0" smtClean="0"/>
              <a:t>	More than words on a page of history
	26-  TU ES L’AIR QUE J’INSPIRE  L’EAU DONT J’AI BESOIN </a:t>
            </a:r>
          </a:p>
          <a:p>
            <a:r>
              <a:rPr lang="fr-FR" b="0" smtClean="0"/>
              <a:t>	You’re the air that I breathe The water I thirst for
	27-  TU ES LE SOL SOUS MES PAS OH ! TU ES TOUT, TU ES TOUT POUR MOI 
	And the ground beneath my feet You’re everything, Lord, You're everything to me</a:t>
            </a:r>
          </a:p>
          <a:p>
            <a:endParaRPr lang="fr-FR" b="0" smtClean="0"/>
          </a:p>
          <a:p>
            <a:r>
              <a:rPr lang="fr-FR" b="0" smtClean="0"/>
              <a:t>28- TU ES TOUT POUR MOI</a:t>
            </a:r>
          </a:p>
          <a:p>
            <a:r>
              <a:rPr lang="fr-FR" b="0" smtClean="0"/>
              <a:t>You're everything to me</a:t>
            </a: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GRANDI À L’ÉCOLE DU DIMANCHE ET MÉMORISÉ LES RÈGLES D’OR</a:t>
            </a:r>
          </a:p>
          <a:p>
            <a:r>
              <a:rPr lang="fr-FR" smtClean="0"/>
              <a:t>I grew up in Sunday school I memorized the Golden Rule
2-  ET COMMENT JÉSUS A LIBÉRÉ  LES PÉCHEURS</a:t>
            </a:r>
          </a:p>
          <a:p>
            <a:r>
              <a:rPr lang="fr-FR" smtClean="0"/>
              <a:t>And how Jesus came to set the sinner free 
3-  JE PEUX VOUS RACONTER L’HISTOIRE </a:t>
            </a:r>
          </a:p>
          <a:p>
            <a:r>
              <a:rPr lang="fr-FR" smtClean="0"/>
              <a:t>I know the story inside out
4-  CE CHEMIN DE CROIX  CES HEURES NOIRES </a:t>
            </a:r>
          </a:p>
          <a:p>
            <a:r>
              <a:rPr lang="fr-FR" smtClean="0"/>
              <a:t>I can tell you all about
5-  QUI L’ONT CONDUIT  SUR LE MONT DU CALVAIRE </a:t>
            </a:r>
          </a:p>
          <a:p>
            <a:r>
              <a:rPr lang="fr-FR" smtClean="0"/>
              <a:t>The path that led Him up to Calvary
6-  MAIS POURQUOI M’AIME-T-IL ? JE NE SAIS L’EXPLIQUER </a:t>
            </a:r>
          </a:p>
          <a:p>
            <a:r>
              <a:rPr lang="fr-FR" smtClean="0"/>
              <a:t>But ask me why He loves me And I don't know what to say
7-  JE NE SERAI PLUS JAMAIS LE MÊME IL A CHANGÉ MA VIE EN DEVENANT </a:t>
            </a:r>
          </a:p>
          <a:p>
            <a:r>
              <a:rPr lang="fr-FR" smtClean="0"/>
              <a:t>But I'll never be the same Because He changed my life when He became...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8-  TOUT POUR MOI IL EST PLUS QU’UNE HISTOIRE </a:t>
            </a:r>
          </a:p>
          <a:p>
            <a:r>
              <a:rPr lang="fr-FR" smtClean="0"/>
              <a:t>	Everything to me He's more than a story
	9-  PLUS QUE LES MOTS  DES PAGES D’UN RÉCIT </a:t>
            </a:r>
          </a:p>
          <a:p>
            <a:r>
              <a:rPr lang="fr-FR" smtClean="0"/>
              <a:t>	More than words on a page of history
	10-  IL EST L’AIR QUE J’INSPIRE  L’EAU DONT J’AI BESOIN </a:t>
            </a:r>
          </a:p>
          <a:p>
            <a:r>
              <a:rPr lang="fr-FR" smtClean="0"/>
              <a:t>	He's the air that I breathe The water I thirst for
	11-  IL EST LE SOL SOUS MES PAS OH ! IL EST TOUT, IL EST TOUT POUR MOI 
	And the ground beneath my feet He's everything, everything to me</a:t>
            </a:r>
          </a:p>
          <a:p>
            <a:endParaRPr lang="fr-FR" smtClean="0"/>
          </a:p>
          <a:p>
            <a:r>
              <a:rPr lang="fr-FR" smtClean="0"/>
              <a:t>12-  NOUS VIVONS DES TEMPS INCERTAINS </a:t>
            </a:r>
          </a:p>
          <a:p>
            <a:r>
              <a:rPr lang="fr-FR" smtClean="0"/>
              <a:t>We're living in uncertain times
13-  QUI ME FONT COMPRENDRE  À QUEL POINT </a:t>
            </a:r>
          </a:p>
          <a:p>
            <a:r>
              <a:rPr lang="fr-FR" smtClean="0"/>
              <a:t>And more and more I find that I'm aware
14-  LA VIE PEUT ÊTRE FRAGILE PARFOIS </a:t>
            </a:r>
          </a:p>
          <a:p>
            <a:r>
              <a:rPr lang="fr-FR" smtClean="0"/>
              <a:t>Of just how fragile life can be
15-  JE VEUX CRIER QUE J’AI TROUVÉ UN AMOUR QUI M’A TRANSFORMÉ </a:t>
            </a:r>
          </a:p>
          <a:p>
            <a:r>
              <a:rPr lang="fr-FR" smtClean="0"/>
              <a:t>I want to tell the world I found A love that turned my life around
16-  LEUR DIRE QU’ILS PEUVENT  LE GOÛTER ET LE VOIR </a:t>
            </a:r>
          </a:p>
          <a:p>
            <a:r>
              <a:rPr lang="fr-FR" smtClean="0"/>
              <a:t>They need to know that they can taste and see
17-  ET CHAQUE JOUR JE PRIE QUE MON CŒUR LUI SOIT SOUMIS </a:t>
            </a:r>
          </a:p>
          <a:p>
            <a:r>
              <a:rPr lang="fr-FR" smtClean="0"/>
              <a:t>Now everyday I'm praying Just to give my heart away
18-  JE VEUX VIVRE POUR JÉSUS </a:t>
            </a:r>
          </a:p>
          <a:p>
            <a:r>
              <a:rPr lang="fr-FR" smtClean="0"/>
              <a:t>I want live for Jesus
19-  POUR QUE QUELQU’UN  VOIE AUSSI QU’IL EST… 
So that someone else might see that He is...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20-  ET QUAND J’EXAMINERAI  MA VIE À LA FIN </a:t>
            </a:r>
          </a:p>
          <a:p>
            <a:r>
              <a:rPr lang="fr-FR" smtClean="0"/>
              <a:t>And looking back over my life at the end
21-  JE TE VERRAI ET DIRAI QUE TU AS ÉTÉ 
I'll go to meet You saying You've been</a:t>
            </a:r>
          </a:p>
          <a:p>
            <a:r>
              <a:rPr lang="fr-FR" smtClean="0"/>
              <a:t>22-  TOUT POUR MOI IL EST PLUS QU’UNE HISTOIRE </a:t>
            </a:r>
          </a:p>
          <a:p>
            <a:r>
              <a:rPr lang="fr-FR" smtClean="0"/>
              <a:t>You're everything to me You're more than a story
23-  PLUS QUE LES MOTS  DES PAGES D’UN RÉCIT 
More than words on a page of history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24-  TU ES TOUT POUR MOI TU ES PLUS QU’UNE HISTOIRE </a:t>
            </a:r>
          </a:p>
          <a:p>
            <a:r>
              <a:rPr lang="fr-FR" smtClean="0"/>
              <a:t>	You’re Everything to me You’re more than a story
	25-  PLUS QUE LES MOTS  DES PAGES D’UN RÉCIT </a:t>
            </a:r>
          </a:p>
          <a:p>
            <a:r>
              <a:rPr lang="fr-FR" smtClean="0"/>
              <a:t>	More than words on a page of history
	26-  TU ES L’AIR QUE J’INSPIRE  L’EAU DONT J’AI BESOIN </a:t>
            </a:r>
          </a:p>
          <a:p>
            <a:r>
              <a:rPr lang="fr-FR" smtClean="0"/>
              <a:t>	You’re the air that I breathe The water I thirst for
	27-  TU ES LE SOL SOUS MES PAS OH ! TU ES TOUT, TU ES TOUT POUR MOI 
	And the ground beneath my feet You’re everything, Lord, You're everything to me</a:t>
            </a:r>
          </a:p>
          <a:p>
            <a:endParaRPr lang="fr-FR" smtClean="0"/>
          </a:p>
          <a:p>
            <a:r>
              <a:rPr lang="fr-FR" smtClean="0"/>
              <a:t>28- TU ES TOUT POUR MOI</a:t>
            </a:r>
          </a:p>
          <a:p>
            <a:r>
              <a:rPr lang="fr-FR" smtClean="0"/>
              <a:t>You're everything to 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J’AI GRANDI À L’ÉCOLE DU DIMANCHE ET MÉMORISÉ LES RÈGLES D’OR</a:t>
            </a:r>
          </a:p>
          <a:p>
            <a:r>
              <a:rPr lang="fr-FR" b="0" smtClean="0"/>
              <a:t>I grew up in Sunday school I memorized the Golden Rule
2-  ET COMMENT JÉSUS A LIBÉRÉ  LES PÉCHEURS</a:t>
            </a:r>
          </a:p>
          <a:p>
            <a:r>
              <a:rPr lang="fr-FR" b="0" smtClean="0"/>
              <a:t>And how Jesus came to set the sinner free 
3-  JE PEUX VOUS RACONTER L’HISTOIRE </a:t>
            </a:r>
          </a:p>
          <a:p>
            <a:r>
              <a:rPr lang="fr-FR" b="0" smtClean="0"/>
              <a:t>I know the story inside out
4-  CE CHEMIN DE CROIX  CES HEURES NOIRES </a:t>
            </a:r>
          </a:p>
          <a:p>
            <a:r>
              <a:rPr lang="fr-FR" b="0" smtClean="0"/>
              <a:t>I can tell you all about
5-  QUI L’ONT CONDUIT  SUR LE MONT DU CALVAIRE </a:t>
            </a:r>
          </a:p>
          <a:p>
            <a:r>
              <a:rPr lang="fr-FR" b="0" smtClean="0"/>
              <a:t>The path that led Him up to Calvary
6-  MAIS POURQUOI M’AIME-T-IL ? JE NE SAIS L’EXPLIQUER </a:t>
            </a:r>
          </a:p>
          <a:p>
            <a:r>
              <a:rPr lang="fr-FR" b="0" smtClean="0"/>
              <a:t>But ask me why He loves me And I don't know what to say
7-  JE NE SERAI PLUS JAMAIS LE MÊME IL A CHANGÉ MA VIE EN DEVENANT </a:t>
            </a:r>
          </a:p>
          <a:p>
            <a:r>
              <a:rPr lang="fr-FR" b="0" smtClean="0"/>
              <a:t>But I'll never be the same Because He changed my life when He became...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8-  TOUT POUR MOI IL EST PLUS QU’UNE HISTOIRE </a:t>
            </a:r>
          </a:p>
          <a:p>
            <a:r>
              <a:rPr lang="fr-FR" b="0" smtClean="0"/>
              <a:t>	Everything to me He's more than a story
	9-  PLUS QUE LES MOTS  DES PAGES D’UN RÉCIT </a:t>
            </a:r>
          </a:p>
          <a:p>
            <a:r>
              <a:rPr lang="fr-FR" b="0" smtClean="0"/>
              <a:t>	More than words on a page of history
	10-  IL EST L’AIR QUE J’INSPIRE  L’EAU DONT J’AI BESOIN </a:t>
            </a:r>
          </a:p>
          <a:p>
            <a:r>
              <a:rPr lang="fr-FR" b="0" smtClean="0"/>
              <a:t>	He's the air that I breathe The water I thirst for
	11-  IL EST LE SOL SOUS MES PAS OH ! IL EST TOUT, IL EST TOUT POUR MOI 
	And the ground beneath my feet He's everything, everything to me</a:t>
            </a:r>
          </a:p>
          <a:p>
            <a:endParaRPr lang="fr-FR" b="0" smtClean="0"/>
          </a:p>
          <a:p>
            <a:r>
              <a:rPr lang="fr-FR" b="0" smtClean="0"/>
              <a:t>12-  NOUS VIVONS DES TEMPS INCERTAINS </a:t>
            </a:r>
          </a:p>
          <a:p>
            <a:r>
              <a:rPr lang="fr-FR" b="0" smtClean="0"/>
              <a:t>We're living in uncertain times
13-  QUI ME FONT COMPRENDRE  À QUEL POINT </a:t>
            </a:r>
          </a:p>
          <a:p>
            <a:r>
              <a:rPr lang="fr-FR" b="0" smtClean="0"/>
              <a:t>And more and more I find that I'm aware
14-  LA VIE PEUT ÊTRE FRAGILE PARFOIS </a:t>
            </a:r>
          </a:p>
          <a:p>
            <a:r>
              <a:rPr lang="fr-FR" b="0" smtClean="0"/>
              <a:t>Of just how fragile life can be
15-  JE VEUX CRIER QUE J’AI TROUVÉ UN AMOUR QUI M’A TRANSFORMÉ </a:t>
            </a:r>
          </a:p>
          <a:p>
            <a:r>
              <a:rPr lang="fr-FR" b="0" smtClean="0"/>
              <a:t>I want to tell the world I found A love that turned my life around
16-  LEUR DIRE QU’ILS PEUVENT  LE GOÛTER ET LE VOIR </a:t>
            </a:r>
          </a:p>
          <a:p>
            <a:r>
              <a:rPr lang="fr-FR" b="0" smtClean="0"/>
              <a:t>They need to know that they can taste and see
17-  ET CHAQUE JOUR JE PRIE QUE MON CŒUR LUI SOIT SOUMIS </a:t>
            </a:r>
          </a:p>
          <a:p>
            <a:r>
              <a:rPr lang="fr-FR" b="0" smtClean="0"/>
              <a:t>Now everyday I'm praying Just to give my heart away
18-  JE VEUX VIVRE POUR JÉSUS </a:t>
            </a:r>
          </a:p>
          <a:p>
            <a:r>
              <a:rPr lang="fr-FR" b="0" smtClean="0"/>
              <a:t>I want live for Jesus
19-  POUR QUE QUELQU’UN  VOIE AUSSI QU’IL EST… 
So that someone else might see that He is...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20-  ET QUAND J’EXAMINERAI  MA VIE À LA FIN </a:t>
            </a:r>
          </a:p>
          <a:p>
            <a:r>
              <a:rPr lang="fr-FR" b="0" smtClean="0"/>
              <a:t>And looking back over my life at the end
21-  JE TE VERRAI ET DIRAI QUE TU AS ÉTÉ 
I'll go to meet You saying You've been</a:t>
            </a:r>
          </a:p>
          <a:p>
            <a:r>
              <a:rPr lang="fr-FR" b="0" smtClean="0"/>
              <a:t>22-  TOUT POUR MOI IL EST PLUS QU’UNE HISTOIRE </a:t>
            </a:r>
          </a:p>
          <a:p>
            <a:r>
              <a:rPr lang="fr-FR" b="0" smtClean="0"/>
              <a:t>You're everything to me You're more than a story
23-  PLUS QUE LES MOTS  DES PAGES D’UN RÉCIT 
More than words on a page of history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24-  TU ES TOUT POUR MOI TU ES PLUS QU’UNE HISTOIRE </a:t>
            </a:r>
          </a:p>
          <a:p>
            <a:r>
              <a:rPr lang="fr-FR" b="0" smtClean="0"/>
              <a:t>	You’re Everything to me You’re more than a story
	25-  PLUS QUE LES MOTS  DES PAGES D’UN RÉCIT </a:t>
            </a:r>
          </a:p>
          <a:p>
            <a:r>
              <a:rPr lang="fr-FR" b="0" smtClean="0"/>
              <a:t>	More than words on a page of history
	26-  TU ES L’AIR QUE J’INSPIRE  L’EAU DONT J’AI BESOIN </a:t>
            </a:r>
          </a:p>
          <a:p>
            <a:r>
              <a:rPr lang="fr-FR" b="0" smtClean="0"/>
              <a:t>	You’re the air that I breathe The water I thirst for
	27-  TU ES LE SOL SOUS MES PAS OH ! TU ES TOUT, TU ES TOUT POUR MOI 
	And the ground beneath my feet You’re everything, Lord, You're everything to me</a:t>
            </a:r>
          </a:p>
          <a:p>
            <a:endParaRPr lang="fr-FR" b="0" smtClean="0"/>
          </a:p>
          <a:p>
            <a:r>
              <a:rPr lang="fr-FR" b="0" smtClean="0"/>
              <a:t>28- TU ES TOUT POUR MOI</a:t>
            </a:r>
          </a:p>
          <a:p>
            <a:r>
              <a:rPr lang="fr-FR" b="0" smtClean="0"/>
              <a:t>You're everything to me</a:t>
            </a: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GRANDI À L’ÉCOLE DU DIMANCHE ET MÉMORISÉ LES RÈGLES D’OR</a:t>
            </a:r>
          </a:p>
          <a:p>
            <a:r>
              <a:rPr lang="fr-FR" smtClean="0"/>
              <a:t>I grew up in Sunday school I memorized the Golden Rule
2-  ET COMMENT JÉSUS A LIBÉRÉ  LES PÉCHEURS</a:t>
            </a:r>
          </a:p>
          <a:p>
            <a:r>
              <a:rPr lang="fr-FR" smtClean="0"/>
              <a:t>And how Jesus came to set the sinner free 
3-  JE PEUX VOUS RACONTER L’HISTOIRE </a:t>
            </a:r>
          </a:p>
          <a:p>
            <a:r>
              <a:rPr lang="fr-FR" smtClean="0"/>
              <a:t>I know the story inside out
4-  CE CHEMIN DE CROIX  CES HEURES NOIRES </a:t>
            </a:r>
          </a:p>
          <a:p>
            <a:r>
              <a:rPr lang="fr-FR" smtClean="0"/>
              <a:t>I can tell you all about
5-  QUI L’ONT CONDUIT  SUR LE MONT DU CALVAIRE </a:t>
            </a:r>
          </a:p>
          <a:p>
            <a:r>
              <a:rPr lang="fr-FR" smtClean="0"/>
              <a:t>The path that led Him up to Calvary
6-  MAIS POURQUOI M’AIME-T-IL ? JE NE SAIS L’EXPLIQUER </a:t>
            </a:r>
          </a:p>
          <a:p>
            <a:r>
              <a:rPr lang="fr-FR" smtClean="0"/>
              <a:t>But ask me why He loves me And I don't know what to say
7-  JE NE SERAI PLUS JAMAIS LE MÊME IL A CHANGÉ MA VIE EN DEVENANT </a:t>
            </a:r>
          </a:p>
          <a:p>
            <a:r>
              <a:rPr lang="fr-FR" smtClean="0"/>
              <a:t>But I'll never be the same Because He changed my life when He became...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8-  TOUT POUR MOI IL EST PLUS QU’UNE HISTOIRE </a:t>
            </a:r>
          </a:p>
          <a:p>
            <a:r>
              <a:rPr lang="fr-FR" smtClean="0"/>
              <a:t>	Everything to me He's more than a story
	9-  PLUS QUE LES MOTS  DES PAGES D’UN RÉCIT </a:t>
            </a:r>
          </a:p>
          <a:p>
            <a:r>
              <a:rPr lang="fr-FR" smtClean="0"/>
              <a:t>	More than words on a page of history
	10-  IL EST L’AIR QUE J’INSPIRE  L’EAU DONT J’AI BESOIN </a:t>
            </a:r>
          </a:p>
          <a:p>
            <a:r>
              <a:rPr lang="fr-FR" smtClean="0"/>
              <a:t>	He's the air that I breathe The water I thirst for
	11-  IL EST LE SOL SOUS MES PAS OH ! IL EST TOUT, IL EST TOUT POUR MOI 
	And the ground beneath my feet He's everything, everything to me</a:t>
            </a:r>
          </a:p>
          <a:p>
            <a:endParaRPr lang="fr-FR" smtClean="0"/>
          </a:p>
          <a:p>
            <a:r>
              <a:rPr lang="fr-FR" smtClean="0"/>
              <a:t>12-  NOUS VIVONS DES TEMPS INCERTAINS </a:t>
            </a:r>
          </a:p>
          <a:p>
            <a:r>
              <a:rPr lang="fr-FR" smtClean="0"/>
              <a:t>We're living in uncertain times
13-  QUI ME FONT COMPRENDRE  À QUEL POINT </a:t>
            </a:r>
          </a:p>
          <a:p>
            <a:r>
              <a:rPr lang="fr-FR" smtClean="0"/>
              <a:t>And more and more I find that I'm aware
14-  LA VIE PEUT ÊTRE FRAGILE PARFOIS </a:t>
            </a:r>
          </a:p>
          <a:p>
            <a:r>
              <a:rPr lang="fr-FR" smtClean="0"/>
              <a:t>Of just how fragile life can be
15-  JE VEUX CRIER QUE J’AI TROUVÉ UN AMOUR QUI M’A TRANSFORMÉ </a:t>
            </a:r>
          </a:p>
          <a:p>
            <a:r>
              <a:rPr lang="fr-FR" smtClean="0"/>
              <a:t>I want to tell the world I found A love that turned my life around
16-  LEUR DIRE QU’ILS PEUVENT  LE GOÛTER ET LE VOIR </a:t>
            </a:r>
          </a:p>
          <a:p>
            <a:r>
              <a:rPr lang="fr-FR" smtClean="0"/>
              <a:t>They need to know that they can taste and see
17-  ET CHAQUE JOUR JE PRIE QUE MON CŒUR LUI SOIT SOUMIS </a:t>
            </a:r>
          </a:p>
          <a:p>
            <a:r>
              <a:rPr lang="fr-FR" smtClean="0"/>
              <a:t>Now everyday I'm praying Just to give my heart away
18-  JE VEUX VIVRE POUR JÉSUS </a:t>
            </a:r>
          </a:p>
          <a:p>
            <a:r>
              <a:rPr lang="fr-FR" smtClean="0"/>
              <a:t>I want live for Jesus
19-  POUR QUE QUELQU’UN  VOIE AUSSI QU’IL EST… 
So that someone else might see that He is...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20-  ET QUAND J’EXAMINERAI  MA VIE À LA FIN </a:t>
            </a:r>
          </a:p>
          <a:p>
            <a:r>
              <a:rPr lang="fr-FR" smtClean="0"/>
              <a:t>And looking back over my life at the end
21-  JE TE VERRAI ET DIRAI QUE TU AS ÉTÉ 
I'll go to meet You saying You've been</a:t>
            </a:r>
          </a:p>
          <a:p>
            <a:r>
              <a:rPr lang="fr-FR" smtClean="0"/>
              <a:t>22-  TOUT POUR MOI IL EST PLUS QU’UNE HISTOIRE </a:t>
            </a:r>
          </a:p>
          <a:p>
            <a:r>
              <a:rPr lang="fr-FR" smtClean="0"/>
              <a:t>You're everything to me You're more than a story
23-  PLUS QUE LES MOTS  DES PAGES D’UN RÉCIT 
More than words on a page of history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24-  TU ES TOUT POUR MOI TU ES PLUS QU’UNE HISTOIRE </a:t>
            </a:r>
          </a:p>
          <a:p>
            <a:r>
              <a:rPr lang="fr-FR" smtClean="0"/>
              <a:t>	You’re Everything to me You’re more than a story
	25-  PLUS QUE LES MOTS  DES PAGES D’UN RÉCIT </a:t>
            </a:r>
          </a:p>
          <a:p>
            <a:r>
              <a:rPr lang="fr-FR" smtClean="0"/>
              <a:t>	More than words on a page of history
	26-  TU ES L’AIR QUE J’INSPIRE  L’EAU DONT J’AI BESOIN </a:t>
            </a:r>
          </a:p>
          <a:p>
            <a:r>
              <a:rPr lang="fr-FR" smtClean="0"/>
              <a:t>	You’re the air that I breathe The water I thirst for
	27-  TU ES LE SOL SOUS MES PAS OH ! TU ES TOUT, TU ES TOUT POUR MOI 
	And the ground beneath my feet You’re everything, Lord, You're everything to me</a:t>
            </a:r>
          </a:p>
          <a:p>
            <a:endParaRPr lang="fr-FR" smtClean="0"/>
          </a:p>
          <a:p>
            <a:r>
              <a:rPr lang="fr-FR" smtClean="0"/>
              <a:t>28- TU ES TOUT POUR MOI</a:t>
            </a:r>
          </a:p>
          <a:p>
            <a:r>
              <a:rPr lang="fr-FR" smtClean="0"/>
              <a:t>You're everything to 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J’AI GRANDI À L’ÉCOLE DU DIMANCHE ET MÉMORISÉ LES RÈGLES D’OR</a:t>
            </a:r>
          </a:p>
          <a:p>
            <a:r>
              <a:rPr lang="fr-FR" b="0" smtClean="0"/>
              <a:t>I grew up in Sunday school I memorized the Golden Rule
2-  ET COMMENT JÉSUS A LIBÉRÉ  LES PÉCHEURS</a:t>
            </a:r>
          </a:p>
          <a:p>
            <a:r>
              <a:rPr lang="fr-FR" b="0" smtClean="0"/>
              <a:t>And how Jesus came to set the sinner free 
3-  JE PEUX VOUS RACONTER L’HISTOIRE </a:t>
            </a:r>
          </a:p>
          <a:p>
            <a:r>
              <a:rPr lang="fr-FR" b="0" smtClean="0"/>
              <a:t>I know the story inside out
4-  CE CHEMIN DE CROIX  CES HEURES NOIRES </a:t>
            </a:r>
          </a:p>
          <a:p>
            <a:r>
              <a:rPr lang="fr-FR" b="0" smtClean="0"/>
              <a:t>I can tell you all about
5-  QUI L’ONT CONDUIT  SUR LE MONT DU CALVAIRE </a:t>
            </a:r>
          </a:p>
          <a:p>
            <a:r>
              <a:rPr lang="fr-FR" b="0" smtClean="0"/>
              <a:t>The path that led Him up to Calvary
6-  MAIS POURQUOI M’AIME-T-IL ? JE NE SAIS L’EXPLIQUER </a:t>
            </a:r>
          </a:p>
          <a:p>
            <a:r>
              <a:rPr lang="fr-FR" b="0" smtClean="0"/>
              <a:t>But ask me why He loves me And I don't know what to say
7-  JE NE SERAI PLUS JAMAIS LE MÊME IL A CHANGÉ MA VIE EN DEVENANT </a:t>
            </a:r>
          </a:p>
          <a:p>
            <a:r>
              <a:rPr lang="fr-FR" b="0" smtClean="0"/>
              <a:t>But I'll never be the same Because He changed my life when He became...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8-  TOUT POUR MOI IL EST PLUS QU’UNE HISTOIRE </a:t>
            </a:r>
          </a:p>
          <a:p>
            <a:r>
              <a:rPr lang="fr-FR" b="0" smtClean="0"/>
              <a:t>	Everything to me He's more than a story
	9-  PLUS QUE LES MOTS  DES PAGES D’UN RÉCIT </a:t>
            </a:r>
          </a:p>
          <a:p>
            <a:r>
              <a:rPr lang="fr-FR" b="0" smtClean="0"/>
              <a:t>	More than words on a page of history
	10-  IL EST L’AIR QUE J’INSPIRE  L’EAU DONT J’AI BESOIN </a:t>
            </a:r>
          </a:p>
          <a:p>
            <a:r>
              <a:rPr lang="fr-FR" b="0" smtClean="0"/>
              <a:t>	He's the air that I breathe The water I thirst for
	11-  IL EST LE SOL SOUS MES PAS OH ! IL EST TOUT, IL EST TOUT POUR MOI 
	And the ground beneath my feet He's everything, everything to me</a:t>
            </a:r>
          </a:p>
          <a:p>
            <a:endParaRPr lang="fr-FR" b="0" smtClean="0"/>
          </a:p>
          <a:p>
            <a:r>
              <a:rPr lang="fr-FR" b="0" smtClean="0"/>
              <a:t>12-  NOUS VIVONS DES TEMPS INCERTAINS </a:t>
            </a:r>
          </a:p>
          <a:p>
            <a:r>
              <a:rPr lang="fr-FR" b="0" smtClean="0"/>
              <a:t>We're living in uncertain times
13-  QUI ME FONT COMPRENDRE  À QUEL POINT </a:t>
            </a:r>
          </a:p>
          <a:p>
            <a:r>
              <a:rPr lang="fr-FR" b="0" smtClean="0"/>
              <a:t>And more and more I find that I'm aware
14-  LA VIE PEUT ÊTRE FRAGILE PARFOIS </a:t>
            </a:r>
          </a:p>
          <a:p>
            <a:r>
              <a:rPr lang="fr-FR" b="0" smtClean="0"/>
              <a:t>Of just how fragile life can be
15-  JE VEUX CRIER QUE J’AI TROUVÉ UN AMOUR QUI M’A TRANSFORMÉ </a:t>
            </a:r>
          </a:p>
          <a:p>
            <a:r>
              <a:rPr lang="fr-FR" b="0" smtClean="0"/>
              <a:t>I want to tell the world I found A love that turned my life around
16-  LEUR DIRE QU’ILS PEUVENT  LE GOÛTER ET LE VOIR </a:t>
            </a:r>
          </a:p>
          <a:p>
            <a:r>
              <a:rPr lang="fr-FR" b="0" smtClean="0"/>
              <a:t>They need to know that they can taste and see
17-  ET CHAQUE JOUR JE PRIE QUE MON CŒUR LUI SOIT SOUMIS </a:t>
            </a:r>
          </a:p>
          <a:p>
            <a:r>
              <a:rPr lang="fr-FR" b="0" smtClean="0"/>
              <a:t>Now everyday I'm praying Just to give my heart away
18-  JE VEUX VIVRE POUR JÉSUS </a:t>
            </a:r>
          </a:p>
          <a:p>
            <a:r>
              <a:rPr lang="fr-FR" b="0" smtClean="0"/>
              <a:t>I want live for Jesus
19-  POUR QUE QUELQU’UN  VOIE AUSSI QU’IL EST… 
So that someone else might see that He is...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20-  ET QUAND J’EXAMINERAI  MA VIE À LA FIN </a:t>
            </a:r>
          </a:p>
          <a:p>
            <a:r>
              <a:rPr lang="fr-FR" b="0" smtClean="0"/>
              <a:t>And looking back over my life at the end
21-  JE TE VERRAI ET DIRAI QUE TU AS ÉTÉ 
I'll go to meet You saying You've been</a:t>
            </a:r>
          </a:p>
          <a:p>
            <a:r>
              <a:rPr lang="fr-FR" b="0" smtClean="0"/>
              <a:t>22-  TOUT POUR MOI IL EST PLUS QU’UNE HISTOIRE </a:t>
            </a:r>
          </a:p>
          <a:p>
            <a:r>
              <a:rPr lang="fr-FR" b="0" smtClean="0"/>
              <a:t>You're everything to me You're more than a story
23-  PLUS QUE LES MOTS  DES PAGES D’UN RÉCIT 
More than words on a page of history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24-  TU ES TOUT POUR MOI TU ES PLUS QU’UNE HISTOIRE </a:t>
            </a:r>
          </a:p>
          <a:p>
            <a:r>
              <a:rPr lang="fr-FR" b="0" smtClean="0"/>
              <a:t>	You’re Everything to me You’re more than a story
	25-  PLUS QUE LES MOTS  DES PAGES D’UN RÉCIT </a:t>
            </a:r>
          </a:p>
          <a:p>
            <a:r>
              <a:rPr lang="fr-FR" b="0" smtClean="0"/>
              <a:t>	More than words on a page of history
	26-  TU ES L’AIR QUE J’INSPIRE  L’EAU DONT J’AI BESOIN </a:t>
            </a:r>
          </a:p>
          <a:p>
            <a:r>
              <a:rPr lang="fr-FR" b="0" smtClean="0"/>
              <a:t>	You’re the air that I breathe The water I thirst for
	27-  TU ES LE SOL SOUS MES PAS OH ! TU ES TOUT, TU ES TOUT POUR MOI 
	And the ground beneath my feet You’re everything, Lord, You're everything to me</a:t>
            </a:r>
          </a:p>
          <a:p>
            <a:endParaRPr lang="fr-FR" b="0" smtClean="0"/>
          </a:p>
          <a:p>
            <a:r>
              <a:rPr lang="fr-FR" b="0" smtClean="0"/>
              <a:t>28- TU ES TOUT POUR MOI</a:t>
            </a:r>
          </a:p>
          <a:p>
            <a:r>
              <a:rPr lang="fr-FR" b="0" smtClean="0"/>
              <a:t>You're everything to me</a:t>
            </a: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GRANDI À L’ÉCOLE DU DIMANCHE ET MÉMORISÉ LES RÈGLES D’OR</a:t>
            </a:r>
          </a:p>
          <a:p>
            <a:r>
              <a:rPr lang="fr-FR" smtClean="0"/>
              <a:t>I grew up in Sunday school I memorized the Golden Rule
2-  ET COMMENT JÉSUS A LIBÉRÉ  LES PÉCHEURS</a:t>
            </a:r>
          </a:p>
          <a:p>
            <a:r>
              <a:rPr lang="fr-FR" smtClean="0"/>
              <a:t>And how Jesus came to set the sinner free 
3-  JE PEUX VOUS RACONTER L’HISTOIRE </a:t>
            </a:r>
          </a:p>
          <a:p>
            <a:r>
              <a:rPr lang="fr-FR" smtClean="0"/>
              <a:t>I know the story inside out
4-  CE CHEMIN DE CROIX  CES HEURES NOIRES </a:t>
            </a:r>
          </a:p>
          <a:p>
            <a:r>
              <a:rPr lang="fr-FR" smtClean="0"/>
              <a:t>I can tell you all about
5-  QUI L’ONT CONDUIT  SUR LE MONT DU CALVAIRE </a:t>
            </a:r>
          </a:p>
          <a:p>
            <a:r>
              <a:rPr lang="fr-FR" smtClean="0"/>
              <a:t>The path that led Him up to Calvary
6-  MAIS POURQUOI M’AIME-T-IL ? JE NE SAIS L’EXPLIQUER </a:t>
            </a:r>
          </a:p>
          <a:p>
            <a:r>
              <a:rPr lang="fr-FR" smtClean="0"/>
              <a:t>But ask me why He loves me And I don't know what to say
7-  JE NE SERAI PLUS JAMAIS LE MÊME IL A CHANGÉ MA VIE EN DEVENANT </a:t>
            </a:r>
          </a:p>
          <a:p>
            <a:r>
              <a:rPr lang="fr-FR" smtClean="0"/>
              <a:t>But I'll never be the same Because He changed my life when He became...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8-  TOUT POUR MOI IL EST PLUS QU’UNE HISTOIRE </a:t>
            </a:r>
          </a:p>
          <a:p>
            <a:r>
              <a:rPr lang="fr-FR" smtClean="0"/>
              <a:t>	Everything to me He's more than a story
	9-  PLUS QUE LES MOTS  DES PAGES D’UN RÉCIT </a:t>
            </a:r>
          </a:p>
          <a:p>
            <a:r>
              <a:rPr lang="fr-FR" smtClean="0"/>
              <a:t>	More than words on a page of history
	10-  IL EST L’AIR QUE J’INSPIRE  L’EAU DONT J’AI BESOIN </a:t>
            </a:r>
          </a:p>
          <a:p>
            <a:r>
              <a:rPr lang="fr-FR" smtClean="0"/>
              <a:t>	He's the air that I breathe The water I thirst for
	11-  IL EST LE SOL SOUS MES PAS OH ! IL EST TOUT, IL EST TOUT POUR MOI 
	And the ground beneath my feet He's everything, everything to me</a:t>
            </a:r>
          </a:p>
          <a:p>
            <a:endParaRPr lang="fr-FR" smtClean="0"/>
          </a:p>
          <a:p>
            <a:r>
              <a:rPr lang="fr-FR" smtClean="0"/>
              <a:t>12-  NOUS VIVONS DES TEMPS INCERTAINS </a:t>
            </a:r>
          </a:p>
          <a:p>
            <a:r>
              <a:rPr lang="fr-FR" smtClean="0"/>
              <a:t>We're living in uncertain times
13-  QUI ME FONT COMPRENDRE  À QUEL POINT </a:t>
            </a:r>
          </a:p>
          <a:p>
            <a:r>
              <a:rPr lang="fr-FR" smtClean="0"/>
              <a:t>And more and more I find that I'm aware
14-  LA VIE PEUT ÊTRE FRAGILE PARFOIS </a:t>
            </a:r>
          </a:p>
          <a:p>
            <a:r>
              <a:rPr lang="fr-FR" smtClean="0"/>
              <a:t>Of just how fragile life can be
15-  JE VEUX CRIER QUE J’AI TROUVÉ UN AMOUR QUI M’A TRANSFORMÉ </a:t>
            </a:r>
          </a:p>
          <a:p>
            <a:r>
              <a:rPr lang="fr-FR" smtClean="0"/>
              <a:t>I want to tell the world I found A love that turned my life around
16-  LEUR DIRE QU’ILS PEUVENT  LE GOÛTER ET LE VOIR </a:t>
            </a:r>
          </a:p>
          <a:p>
            <a:r>
              <a:rPr lang="fr-FR" smtClean="0"/>
              <a:t>They need to know that they can taste and see
17-  ET CHAQUE JOUR JE PRIE QUE MON CŒUR LUI SOIT SOUMIS </a:t>
            </a:r>
          </a:p>
          <a:p>
            <a:r>
              <a:rPr lang="fr-FR" smtClean="0"/>
              <a:t>Now everyday I'm praying Just to give my heart away
18-  JE VEUX VIVRE POUR JÉSUS </a:t>
            </a:r>
          </a:p>
          <a:p>
            <a:r>
              <a:rPr lang="fr-FR" smtClean="0"/>
              <a:t>I want live for Jesus
19-  POUR QUE QUELQU’UN  VOIE AUSSI QU’IL EST… 
So that someone else might see that He is...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20-  ET QUAND J’EXAMINERAI  MA VIE À LA FIN </a:t>
            </a:r>
          </a:p>
          <a:p>
            <a:r>
              <a:rPr lang="fr-FR" smtClean="0"/>
              <a:t>And looking back over my life at the end
21-  JE TE VERRAI ET DIRAI QUE TU AS ÉTÉ 
I'll go to meet You saying You've been</a:t>
            </a:r>
          </a:p>
          <a:p>
            <a:r>
              <a:rPr lang="fr-FR" smtClean="0"/>
              <a:t>22-  TOUT POUR MOI IL EST PLUS QU’UNE HISTOIRE </a:t>
            </a:r>
          </a:p>
          <a:p>
            <a:r>
              <a:rPr lang="fr-FR" smtClean="0"/>
              <a:t>You're everything to me You're more than a story
23-  PLUS QUE LES MOTS  DES PAGES D’UN RÉCIT 
More than words on a page of history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24-  TU ES TOUT POUR MOI TU ES PLUS QU’UNE HISTOIRE </a:t>
            </a:r>
          </a:p>
          <a:p>
            <a:r>
              <a:rPr lang="fr-FR" smtClean="0"/>
              <a:t>	You’re Everything to me You’re more than a story
	25-  PLUS QUE LES MOTS  DES PAGES D’UN RÉCIT </a:t>
            </a:r>
          </a:p>
          <a:p>
            <a:r>
              <a:rPr lang="fr-FR" smtClean="0"/>
              <a:t>	More than words on a page of history
	26-  TU ES L’AIR QUE J’INSPIRE  L’EAU DONT J’AI BESOIN </a:t>
            </a:r>
          </a:p>
          <a:p>
            <a:r>
              <a:rPr lang="fr-FR" smtClean="0"/>
              <a:t>	You’re the air that I breathe The water I thirst for
	27-  TU ES LE SOL SOUS MES PAS OH ! TU ES TOUT, TU ES TOUT POUR MOI 
	And the ground beneath my feet You’re everything, Lord, You're everything to me</a:t>
            </a:r>
          </a:p>
          <a:p>
            <a:endParaRPr lang="fr-FR" smtClean="0"/>
          </a:p>
          <a:p>
            <a:r>
              <a:rPr lang="fr-FR" smtClean="0"/>
              <a:t>28- TU ES TOUT POUR MOI</a:t>
            </a:r>
          </a:p>
          <a:p>
            <a:r>
              <a:rPr lang="fr-FR" smtClean="0"/>
              <a:t>You're everything to 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J’AI GRANDI À L’ÉCOLE DU DIMANCHE ET MÉMORISÉ LES RÈGLES D’OR</a:t>
            </a:r>
          </a:p>
          <a:p>
            <a:r>
              <a:rPr lang="fr-FR" b="0" smtClean="0"/>
              <a:t>I grew up in Sunday school I memorized the Golden Rule
2-  ET COMMENT JÉSUS A LIBÉRÉ  LES PÉCHEURS</a:t>
            </a:r>
          </a:p>
          <a:p>
            <a:r>
              <a:rPr lang="fr-FR" b="0" smtClean="0"/>
              <a:t>And how Jesus came to set the sinner free 
3-  JE PEUX VOUS RACONTER L’HISTOIRE </a:t>
            </a:r>
          </a:p>
          <a:p>
            <a:r>
              <a:rPr lang="fr-FR" b="0" smtClean="0"/>
              <a:t>I know the story inside out
4-  CE CHEMIN DE CROIX  CES HEURES NOIRES </a:t>
            </a:r>
          </a:p>
          <a:p>
            <a:r>
              <a:rPr lang="fr-FR" b="0" smtClean="0"/>
              <a:t>I can tell you all about
5-  QUI L’ONT CONDUIT  SUR LE MONT DU CALVAIRE </a:t>
            </a:r>
          </a:p>
          <a:p>
            <a:r>
              <a:rPr lang="fr-FR" b="0" smtClean="0"/>
              <a:t>The path that led Him up to Calvary
6-  MAIS POURQUOI M’AIME-T-IL ? JE NE SAIS L’EXPLIQUER </a:t>
            </a:r>
          </a:p>
          <a:p>
            <a:r>
              <a:rPr lang="fr-FR" b="0" smtClean="0"/>
              <a:t>But ask me why He loves me And I don't know what to say
7-  JE NE SERAI PLUS JAMAIS LE MÊME IL A CHANGÉ MA VIE EN DEVENANT </a:t>
            </a:r>
          </a:p>
          <a:p>
            <a:r>
              <a:rPr lang="fr-FR" b="0" smtClean="0"/>
              <a:t>But I'll never be the same Because He changed my life when He became...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8-  TOUT POUR MOI IL EST PLUS QU’UNE HISTOIRE </a:t>
            </a:r>
          </a:p>
          <a:p>
            <a:r>
              <a:rPr lang="fr-FR" b="0" smtClean="0"/>
              <a:t>	Everything to me He's more than a story
	9-  PLUS QUE LES MOTS  DES PAGES D’UN RÉCIT </a:t>
            </a:r>
          </a:p>
          <a:p>
            <a:r>
              <a:rPr lang="fr-FR" b="0" smtClean="0"/>
              <a:t>	More than words on a page of history
	10-  IL EST L’AIR QUE J’INSPIRE  L’EAU DONT J’AI BESOIN </a:t>
            </a:r>
          </a:p>
          <a:p>
            <a:r>
              <a:rPr lang="fr-FR" b="0" smtClean="0"/>
              <a:t>	He's the air that I breathe The water I thirst for
	11-  IL EST LE SOL SOUS MES PAS OH ! IL EST TOUT, IL EST TOUT POUR MOI 
	And the ground beneath my feet He's everything, everything to me</a:t>
            </a:r>
          </a:p>
          <a:p>
            <a:endParaRPr lang="fr-FR" b="0" smtClean="0"/>
          </a:p>
          <a:p>
            <a:r>
              <a:rPr lang="fr-FR" b="0" smtClean="0"/>
              <a:t>12-  NOUS VIVONS DES TEMPS INCERTAINS </a:t>
            </a:r>
          </a:p>
          <a:p>
            <a:r>
              <a:rPr lang="fr-FR" b="0" smtClean="0"/>
              <a:t>We're living in uncertain times
13-  QUI ME FONT COMPRENDRE  À QUEL POINT </a:t>
            </a:r>
          </a:p>
          <a:p>
            <a:r>
              <a:rPr lang="fr-FR" b="0" smtClean="0"/>
              <a:t>And more and more I find that I'm aware
14-  LA VIE PEUT ÊTRE FRAGILE PARFOIS </a:t>
            </a:r>
          </a:p>
          <a:p>
            <a:r>
              <a:rPr lang="fr-FR" b="0" smtClean="0"/>
              <a:t>Of just how fragile life can be
15-  JE VEUX CRIER QUE J’AI TROUVÉ UN AMOUR QUI M’A TRANSFORMÉ </a:t>
            </a:r>
          </a:p>
          <a:p>
            <a:r>
              <a:rPr lang="fr-FR" b="0" smtClean="0"/>
              <a:t>I want to tell the world I found A love that turned my life around
16-  LEUR DIRE QU’ILS PEUVENT  LE GOÛTER ET LE VOIR </a:t>
            </a:r>
          </a:p>
          <a:p>
            <a:r>
              <a:rPr lang="fr-FR" b="0" smtClean="0"/>
              <a:t>They need to know that they can taste and see
17-  ET CHAQUE JOUR JE PRIE QUE MON CŒUR LUI SOIT SOUMIS </a:t>
            </a:r>
          </a:p>
          <a:p>
            <a:r>
              <a:rPr lang="fr-FR" b="0" smtClean="0"/>
              <a:t>Now everyday I'm praying Just to give my heart away
18-  JE VEUX VIVRE POUR JÉSUS </a:t>
            </a:r>
          </a:p>
          <a:p>
            <a:r>
              <a:rPr lang="fr-FR" b="0" smtClean="0"/>
              <a:t>I want live for Jesus
19-  POUR QUE QUELQU’UN  VOIE AUSSI QU’IL EST… 
So that someone else might see that He is...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20-  ET QUAND J’EXAMINERAI  MA VIE À LA FIN </a:t>
            </a:r>
          </a:p>
          <a:p>
            <a:r>
              <a:rPr lang="fr-FR" b="0" smtClean="0"/>
              <a:t>And looking back over my life at the end
21-  JE TE VERRAI ET DIRAI QUE TU AS ÉTÉ 
I'll go to meet You saying You've been</a:t>
            </a:r>
          </a:p>
          <a:p>
            <a:r>
              <a:rPr lang="fr-FR" b="0" smtClean="0"/>
              <a:t>22-  TOUT POUR MOI IL EST PLUS QU’UNE HISTOIRE </a:t>
            </a:r>
          </a:p>
          <a:p>
            <a:r>
              <a:rPr lang="fr-FR" b="0" smtClean="0"/>
              <a:t>You're everything to me You're more than a story
23-  PLUS QUE LES MOTS  DES PAGES D’UN RÉCIT 
More than words on a page of history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24-  TU ES TOUT POUR MOI TU ES PLUS QU’UNE HISTOIRE </a:t>
            </a:r>
          </a:p>
          <a:p>
            <a:r>
              <a:rPr lang="fr-FR" b="0" smtClean="0"/>
              <a:t>	You’re Everything to me You’re more than a story
	25-  PLUS QUE LES MOTS  DES PAGES D’UN RÉCIT </a:t>
            </a:r>
          </a:p>
          <a:p>
            <a:r>
              <a:rPr lang="fr-FR" b="0" smtClean="0"/>
              <a:t>	More than words on a page of history
	26-  TU ES L’AIR QUE J’INSPIRE  L’EAU DONT J’AI BESOIN </a:t>
            </a:r>
          </a:p>
          <a:p>
            <a:r>
              <a:rPr lang="fr-FR" b="0" smtClean="0"/>
              <a:t>	You’re the air that I breathe The water I thirst for
	27-  TU ES LE SOL SOUS MES PAS OH ! TU ES TOUT, TU ES TOUT POUR MOI 
	And the ground beneath my feet You’re everything, Lord, You're everything to me</a:t>
            </a:r>
          </a:p>
          <a:p>
            <a:endParaRPr lang="fr-FR" b="0" smtClean="0"/>
          </a:p>
          <a:p>
            <a:r>
              <a:rPr lang="fr-FR" b="0" smtClean="0"/>
              <a:t>28- TU ES TOUT POUR MOI</a:t>
            </a:r>
          </a:p>
          <a:p>
            <a:r>
              <a:rPr lang="fr-FR" b="0" smtClean="0"/>
              <a:t>You're everything to me</a:t>
            </a: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GRANDI À L’ÉCOLE DU DIMANCHE ET MÉMORISÉ LES RÈGLES D’OR</a:t>
            </a:r>
          </a:p>
          <a:p>
            <a:r>
              <a:rPr lang="fr-FR" smtClean="0"/>
              <a:t>I grew up in Sunday school I memorized the Golden Rule
2-  ET COMMENT JÉSUS A LIBÉRÉ  LES PÉCHEURS</a:t>
            </a:r>
          </a:p>
          <a:p>
            <a:r>
              <a:rPr lang="fr-FR" smtClean="0"/>
              <a:t>And how Jesus came to set the sinner free 
3-  JE PEUX VOUS RACONTER L’HISTOIRE </a:t>
            </a:r>
          </a:p>
          <a:p>
            <a:r>
              <a:rPr lang="fr-FR" smtClean="0"/>
              <a:t>I know the story inside out
4-  CE CHEMIN DE CROIX  CES HEURES NOIRES </a:t>
            </a:r>
          </a:p>
          <a:p>
            <a:r>
              <a:rPr lang="fr-FR" smtClean="0"/>
              <a:t>I can tell you all about
5-  QUI L’ONT CONDUIT  SUR LE MONT DU CALVAIRE </a:t>
            </a:r>
          </a:p>
          <a:p>
            <a:r>
              <a:rPr lang="fr-FR" smtClean="0"/>
              <a:t>The path that led Him up to Calvary
6-  MAIS POURQUOI M’AIME-T-IL ? JE NE SAIS L’EXPLIQUER </a:t>
            </a:r>
          </a:p>
          <a:p>
            <a:r>
              <a:rPr lang="fr-FR" smtClean="0"/>
              <a:t>But ask me why He loves me And I don't know what to say
7-  JE NE SERAI PLUS JAMAIS LE MÊME IL A CHANGÉ MA VIE EN DEVENANT </a:t>
            </a:r>
          </a:p>
          <a:p>
            <a:r>
              <a:rPr lang="fr-FR" smtClean="0"/>
              <a:t>But I'll never be the same Because He changed my life when He became...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8-  TOUT POUR MOI IL EST PLUS QU’UNE HISTOIRE </a:t>
            </a:r>
          </a:p>
          <a:p>
            <a:r>
              <a:rPr lang="fr-FR" smtClean="0"/>
              <a:t>	Everything to me He's more than a story
	9-  PLUS QUE LES MOTS  DES PAGES D’UN RÉCIT </a:t>
            </a:r>
          </a:p>
          <a:p>
            <a:r>
              <a:rPr lang="fr-FR" smtClean="0"/>
              <a:t>	More than words on a page of history
	10-  IL EST L’AIR QUE J’INSPIRE  L’EAU DONT J’AI BESOIN </a:t>
            </a:r>
          </a:p>
          <a:p>
            <a:r>
              <a:rPr lang="fr-FR" smtClean="0"/>
              <a:t>	He's the air that I breathe The water I thirst for
	11-  IL EST LE SOL SOUS MES PAS OH ! IL EST TOUT, IL EST TOUT POUR MOI 
	And the ground beneath my feet He's everything, everything to me</a:t>
            </a:r>
          </a:p>
          <a:p>
            <a:endParaRPr lang="fr-FR" smtClean="0"/>
          </a:p>
          <a:p>
            <a:r>
              <a:rPr lang="fr-FR" smtClean="0"/>
              <a:t>12-  NOUS VIVONS DES TEMPS INCERTAINS </a:t>
            </a:r>
          </a:p>
          <a:p>
            <a:r>
              <a:rPr lang="fr-FR" smtClean="0"/>
              <a:t>We're living in uncertain times
13-  QUI ME FONT COMPRENDRE  À QUEL POINT </a:t>
            </a:r>
          </a:p>
          <a:p>
            <a:r>
              <a:rPr lang="fr-FR" smtClean="0"/>
              <a:t>And more and more I find that I'm aware
14-  LA VIE PEUT ÊTRE FRAGILE PARFOIS </a:t>
            </a:r>
          </a:p>
          <a:p>
            <a:r>
              <a:rPr lang="fr-FR" smtClean="0"/>
              <a:t>Of just how fragile life can be
15-  JE VEUX CRIER QUE J’AI TROUVÉ UN AMOUR QUI M’A TRANSFORMÉ </a:t>
            </a:r>
          </a:p>
          <a:p>
            <a:r>
              <a:rPr lang="fr-FR" smtClean="0"/>
              <a:t>I want to tell the world I found A love that turned my life around
16-  LEUR DIRE QU’ILS PEUVENT  LE GOÛTER ET LE VOIR </a:t>
            </a:r>
          </a:p>
          <a:p>
            <a:r>
              <a:rPr lang="fr-FR" smtClean="0"/>
              <a:t>They need to know that they can taste and see
17-  ET CHAQUE JOUR JE PRIE QUE MON CŒUR LUI SOIT SOUMIS </a:t>
            </a:r>
          </a:p>
          <a:p>
            <a:r>
              <a:rPr lang="fr-FR" smtClean="0"/>
              <a:t>Now everyday I'm praying Just to give my heart away
18-  JE VEUX VIVRE POUR JÉSUS </a:t>
            </a:r>
          </a:p>
          <a:p>
            <a:r>
              <a:rPr lang="fr-FR" smtClean="0"/>
              <a:t>I want live for Jesus
19-  POUR QUE QUELQU’UN  VOIE AUSSI QU’IL EST… 
So that someone else might see that He is...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20-  ET QUAND J’EXAMINERAI  MA VIE À LA FIN </a:t>
            </a:r>
          </a:p>
          <a:p>
            <a:r>
              <a:rPr lang="fr-FR" smtClean="0"/>
              <a:t>And looking back over my life at the end
21-  JE TE VERRAI ET DIRAI QUE TU AS ÉTÉ 
I'll go to meet You saying You've been</a:t>
            </a:r>
          </a:p>
          <a:p>
            <a:r>
              <a:rPr lang="fr-FR" smtClean="0"/>
              <a:t>22-  TOUT POUR MOI IL EST PLUS QU’UNE HISTOIRE </a:t>
            </a:r>
          </a:p>
          <a:p>
            <a:r>
              <a:rPr lang="fr-FR" smtClean="0"/>
              <a:t>You're everything to me You're more than a story
23-  PLUS QUE LES MOTS  DES PAGES D’UN RÉCIT 
More than words on a page of history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24-  TU ES TOUT POUR MOI TU ES PLUS QU’UNE HISTOIRE </a:t>
            </a:r>
          </a:p>
          <a:p>
            <a:r>
              <a:rPr lang="fr-FR" smtClean="0"/>
              <a:t>	You’re Everything to me You’re more than a story
	25-  PLUS QUE LES MOTS  DES PAGES D’UN RÉCIT </a:t>
            </a:r>
          </a:p>
          <a:p>
            <a:r>
              <a:rPr lang="fr-FR" smtClean="0"/>
              <a:t>	More than words on a page of history
	26-  TU ES L’AIR QUE J’INSPIRE  L’EAU DONT J’AI BESOIN </a:t>
            </a:r>
          </a:p>
          <a:p>
            <a:r>
              <a:rPr lang="fr-FR" smtClean="0"/>
              <a:t>	You’re the air that I breathe The water I thirst for
	27-  TU ES LE SOL SOUS MES PAS OH ! TU ES TOUT, TU ES TOUT POUR MOI 
	And the ground beneath my feet You’re everything, Lord, You're everything to me</a:t>
            </a:r>
          </a:p>
          <a:p>
            <a:endParaRPr lang="fr-FR" smtClean="0"/>
          </a:p>
          <a:p>
            <a:r>
              <a:rPr lang="fr-FR" smtClean="0"/>
              <a:t>28- TU ES TOUT POUR MOI</a:t>
            </a:r>
          </a:p>
          <a:p>
            <a:r>
              <a:rPr lang="fr-FR" smtClean="0"/>
              <a:t>You're everything to 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J’AI GRANDI À L’ÉCOLE DU DIMANCHE ET MÉMORISÉ LES RÈGLES D’OR</a:t>
            </a:r>
          </a:p>
          <a:p>
            <a:r>
              <a:rPr lang="fr-FR" b="0" smtClean="0"/>
              <a:t>I grew up in Sunday school I memorized the Golden Rule
2-  ET COMMENT JÉSUS A LIBÉRÉ  LES PÉCHEURS</a:t>
            </a:r>
          </a:p>
          <a:p>
            <a:r>
              <a:rPr lang="fr-FR" b="0" smtClean="0"/>
              <a:t>And how Jesus came to set the sinner free 
3-  JE PEUX VOUS RACONTER L’HISTOIRE </a:t>
            </a:r>
          </a:p>
          <a:p>
            <a:r>
              <a:rPr lang="fr-FR" b="0" smtClean="0"/>
              <a:t>I know the story inside out
4-  CE CHEMIN DE CROIX  CES HEURES NOIRES </a:t>
            </a:r>
          </a:p>
          <a:p>
            <a:r>
              <a:rPr lang="fr-FR" b="0" smtClean="0"/>
              <a:t>I can tell you all about
5-  QUI L’ONT CONDUIT  SUR LE MONT DU CALVAIRE </a:t>
            </a:r>
          </a:p>
          <a:p>
            <a:r>
              <a:rPr lang="fr-FR" b="0" smtClean="0"/>
              <a:t>The path that led Him up to Calvary
6-  MAIS POURQUOI M’AIME-T-IL ? JE NE SAIS L’EXPLIQUER </a:t>
            </a:r>
          </a:p>
          <a:p>
            <a:r>
              <a:rPr lang="fr-FR" b="0" smtClean="0"/>
              <a:t>But ask me why He loves me And I don't know what to say
7-  JE NE SERAI PLUS JAMAIS LE MÊME IL A CHANGÉ MA VIE EN DEVENANT </a:t>
            </a:r>
          </a:p>
          <a:p>
            <a:r>
              <a:rPr lang="fr-FR" b="0" smtClean="0"/>
              <a:t>But I'll never be the same Because He changed my life when He became...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8-  TOUT POUR MOI IL EST PLUS QU’UNE HISTOIRE </a:t>
            </a:r>
          </a:p>
          <a:p>
            <a:r>
              <a:rPr lang="fr-FR" b="0" smtClean="0"/>
              <a:t>	Everything to me He's more than a story
	9-  PLUS QUE LES MOTS  DES PAGES D’UN RÉCIT </a:t>
            </a:r>
          </a:p>
          <a:p>
            <a:r>
              <a:rPr lang="fr-FR" b="0" smtClean="0"/>
              <a:t>	More than words on a page of history
	10-  IL EST L’AIR QUE J’INSPIRE  L’EAU DONT J’AI BESOIN </a:t>
            </a:r>
          </a:p>
          <a:p>
            <a:r>
              <a:rPr lang="fr-FR" b="0" smtClean="0"/>
              <a:t>	He's the air that I breathe The water I thirst for
	11-  IL EST LE SOL SOUS MES PAS OH ! IL EST TOUT, IL EST TOUT POUR MOI 
	And the ground beneath my feet He's everything, everything to me</a:t>
            </a:r>
          </a:p>
          <a:p>
            <a:endParaRPr lang="fr-FR" b="0" smtClean="0"/>
          </a:p>
          <a:p>
            <a:r>
              <a:rPr lang="fr-FR" b="0" smtClean="0"/>
              <a:t>12-  NOUS VIVONS DES TEMPS INCERTAINS </a:t>
            </a:r>
          </a:p>
          <a:p>
            <a:r>
              <a:rPr lang="fr-FR" b="0" smtClean="0"/>
              <a:t>We're living in uncertain times
13-  QUI ME FONT COMPRENDRE  À QUEL POINT </a:t>
            </a:r>
          </a:p>
          <a:p>
            <a:r>
              <a:rPr lang="fr-FR" b="0" smtClean="0"/>
              <a:t>And more and more I find that I'm aware
14-  LA VIE PEUT ÊTRE FRAGILE PARFOIS </a:t>
            </a:r>
          </a:p>
          <a:p>
            <a:r>
              <a:rPr lang="fr-FR" b="0" smtClean="0"/>
              <a:t>Of just how fragile life can be
15-  JE VEUX CRIER QUE J’AI TROUVÉ UN AMOUR QUI M’A TRANSFORMÉ </a:t>
            </a:r>
          </a:p>
          <a:p>
            <a:r>
              <a:rPr lang="fr-FR" b="0" smtClean="0"/>
              <a:t>I want to tell the world I found A love that turned my life around
16-  LEUR DIRE QU’ILS PEUVENT  LE GOÛTER ET LE VOIR </a:t>
            </a:r>
          </a:p>
          <a:p>
            <a:r>
              <a:rPr lang="fr-FR" b="0" smtClean="0"/>
              <a:t>They need to know that they can taste and see
17-  ET CHAQUE JOUR JE PRIE QUE MON CŒUR LUI SOIT SOUMIS </a:t>
            </a:r>
          </a:p>
          <a:p>
            <a:r>
              <a:rPr lang="fr-FR" b="0" smtClean="0"/>
              <a:t>Now everyday I'm praying Just to give my heart away
18-  JE VEUX VIVRE POUR JÉSUS </a:t>
            </a:r>
          </a:p>
          <a:p>
            <a:r>
              <a:rPr lang="fr-FR" b="0" smtClean="0"/>
              <a:t>I want live for Jesus
19-  POUR QUE QUELQU’UN  VOIE AUSSI QU’IL EST… 
So that someone else might see that He is...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20-  ET QUAND J’EXAMINERAI  MA VIE À LA FIN </a:t>
            </a:r>
          </a:p>
          <a:p>
            <a:r>
              <a:rPr lang="fr-FR" b="0" smtClean="0"/>
              <a:t>And looking back over my life at the end
21-  JE TE VERRAI ET DIRAI QUE TU AS ÉTÉ 
I'll go to meet You saying You've been</a:t>
            </a:r>
          </a:p>
          <a:p>
            <a:r>
              <a:rPr lang="fr-FR" b="0" smtClean="0"/>
              <a:t>22-  TOUT POUR MOI IL EST PLUS QU’UNE HISTOIRE </a:t>
            </a:r>
          </a:p>
          <a:p>
            <a:r>
              <a:rPr lang="fr-FR" b="0" smtClean="0"/>
              <a:t>You're everything to me You're more than a story
23-  PLUS QUE LES MOTS  DES PAGES D’UN RÉCIT 
More than words on a page of history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24-  TU ES TOUT POUR MOI TU ES PLUS QU’UNE HISTOIRE </a:t>
            </a:r>
          </a:p>
          <a:p>
            <a:r>
              <a:rPr lang="fr-FR" b="0" smtClean="0"/>
              <a:t>	You’re Everything to me You’re more than a story
	25-  PLUS QUE LES MOTS  DES PAGES D’UN RÉCIT </a:t>
            </a:r>
          </a:p>
          <a:p>
            <a:r>
              <a:rPr lang="fr-FR" b="0" smtClean="0"/>
              <a:t>	More than words on a page of history
	26-  TU ES L’AIR QUE J’INSPIRE  L’EAU DONT J’AI BESOIN </a:t>
            </a:r>
          </a:p>
          <a:p>
            <a:r>
              <a:rPr lang="fr-FR" b="0" smtClean="0"/>
              <a:t>	You’re the air that I breathe The water I thirst for
	27-  TU ES LE SOL SOUS MES PAS OH ! TU ES TOUT, TU ES TOUT POUR MOI 
	And the ground beneath my feet You’re everything, Lord, You're everything to me</a:t>
            </a:r>
          </a:p>
          <a:p>
            <a:endParaRPr lang="fr-FR" b="0" smtClean="0"/>
          </a:p>
          <a:p>
            <a:r>
              <a:rPr lang="fr-FR" b="0" smtClean="0"/>
              <a:t>28- TU ES TOUT POUR MOI</a:t>
            </a:r>
          </a:p>
          <a:p>
            <a:r>
              <a:rPr lang="fr-FR" b="0" smtClean="0"/>
              <a:t>You're everything to me</a:t>
            </a: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GRANDI À L’ÉCOLE DU DIMANCHE ET MÉMORISÉ LES RÈGLES D’OR</a:t>
            </a:r>
          </a:p>
          <a:p>
            <a:r>
              <a:rPr lang="fr-FR" smtClean="0"/>
              <a:t>I grew up in Sunday school I memorized the Golden Rule
2-  ET COMMENT JÉSUS A LIBÉRÉ  LES PÉCHEURS</a:t>
            </a:r>
          </a:p>
          <a:p>
            <a:r>
              <a:rPr lang="fr-FR" smtClean="0"/>
              <a:t>And how Jesus came to set the sinner free 
3-  JE PEUX VOUS RACONTER L’HISTOIRE </a:t>
            </a:r>
          </a:p>
          <a:p>
            <a:r>
              <a:rPr lang="fr-FR" smtClean="0"/>
              <a:t>I know the story inside out
4-  CE CHEMIN DE CROIX  CES HEURES NOIRES </a:t>
            </a:r>
          </a:p>
          <a:p>
            <a:r>
              <a:rPr lang="fr-FR" smtClean="0"/>
              <a:t>I can tell you all about
5-  QUI L’ONT CONDUIT  SUR LE MONT DU CALVAIRE </a:t>
            </a:r>
          </a:p>
          <a:p>
            <a:r>
              <a:rPr lang="fr-FR" smtClean="0"/>
              <a:t>The path that led Him up to Calvary
6-  MAIS POURQUOI M’AIME-T-IL ? JE NE SAIS L’EXPLIQUER </a:t>
            </a:r>
          </a:p>
          <a:p>
            <a:r>
              <a:rPr lang="fr-FR" smtClean="0"/>
              <a:t>But ask me why He loves me And I don't know what to say
7-  JE NE SERAI PLUS JAMAIS LE MÊME IL A CHANGÉ MA VIE EN DEVENANT </a:t>
            </a:r>
          </a:p>
          <a:p>
            <a:r>
              <a:rPr lang="fr-FR" smtClean="0"/>
              <a:t>But I'll never be the same Because He changed my life when He became...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8-  TOUT POUR MOI IL EST PLUS QU’UNE HISTOIRE </a:t>
            </a:r>
          </a:p>
          <a:p>
            <a:r>
              <a:rPr lang="fr-FR" smtClean="0"/>
              <a:t>	Everything to me He's more than a story
	9-  PLUS QUE LES MOTS  DES PAGES D’UN RÉCIT </a:t>
            </a:r>
          </a:p>
          <a:p>
            <a:r>
              <a:rPr lang="fr-FR" smtClean="0"/>
              <a:t>	More than words on a page of history
	10-  IL EST L’AIR QUE J’INSPIRE  L’EAU DONT J’AI BESOIN </a:t>
            </a:r>
          </a:p>
          <a:p>
            <a:r>
              <a:rPr lang="fr-FR" smtClean="0"/>
              <a:t>	He's the air that I breathe The water I thirst for
	11-  IL EST LE SOL SOUS MES PAS OH ! IL EST TOUT, IL EST TOUT POUR MOI 
	And the ground beneath my feet He's everything, everything to me</a:t>
            </a:r>
          </a:p>
          <a:p>
            <a:endParaRPr lang="fr-FR" smtClean="0"/>
          </a:p>
          <a:p>
            <a:r>
              <a:rPr lang="fr-FR" smtClean="0"/>
              <a:t>12-  NOUS VIVONS DES TEMPS INCERTAINS </a:t>
            </a:r>
          </a:p>
          <a:p>
            <a:r>
              <a:rPr lang="fr-FR" smtClean="0"/>
              <a:t>We're living in uncertain times
13-  QUI ME FONT COMPRENDRE  À QUEL POINT </a:t>
            </a:r>
          </a:p>
          <a:p>
            <a:r>
              <a:rPr lang="fr-FR" smtClean="0"/>
              <a:t>And more and more I find that I'm aware
14-  LA VIE PEUT ÊTRE FRAGILE PARFOIS </a:t>
            </a:r>
          </a:p>
          <a:p>
            <a:r>
              <a:rPr lang="fr-FR" smtClean="0"/>
              <a:t>Of just how fragile life can be
15-  JE VEUX CRIER QUE J’AI TROUVÉ UN AMOUR QUI M’A TRANSFORMÉ </a:t>
            </a:r>
          </a:p>
          <a:p>
            <a:r>
              <a:rPr lang="fr-FR" smtClean="0"/>
              <a:t>I want to tell the world I found A love that turned my life around
16-  LEUR DIRE QU’ILS PEUVENT  LE GOÛTER ET LE VOIR </a:t>
            </a:r>
          </a:p>
          <a:p>
            <a:r>
              <a:rPr lang="fr-FR" smtClean="0"/>
              <a:t>They need to know that they can taste and see
17-  ET CHAQUE JOUR JE PRIE QUE MON CŒUR LUI SOIT SOUMIS </a:t>
            </a:r>
          </a:p>
          <a:p>
            <a:r>
              <a:rPr lang="fr-FR" smtClean="0"/>
              <a:t>Now everyday I'm praying Just to give my heart away
18-  JE VEUX VIVRE POUR JÉSUS </a:t>
            </a:r>
          </a:p>
          <a:p>
            <a:r>
              <a:rPr lang="fr-FR" smtClean="0"/>
              <a:t>I want live for Jesus
19-  POUR QUE QUELQU’UN  VOIE AUSSI QU’IL EST… 
So that someone else might see that He is...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20-  ET QUAND J’EXAMINERAI  MA VIE À LA FIN </a:t>
            </a:r>
          </a:p>
          <a:p>
            <a:r>
              <a:rPr lang="fr-FR" smtClean="0"/>
              <a:t>And looking back over my life at the end
21-  JE TE VERRAI ET DIRAI QUE TU AS ÉTÉ 
I'll go to meet You saying You've been</a:t>
            </a:r>
          </a:p>
          <a:p>
            <a:r>
              <a:rPr lang="fr-FR" smtClean="0"/>
              <a:t>22-  TOUT POUR MOI IL EST PLUS QU’UNE HISTOIRE </a:t>
            </a:r>
          </a:p>
          <a:p>
            <a:r>
              <a:rPr lang="fr-FR" smtClean="0"/>
              <a:t>You're everything to me You're more than a story
23-  PLUS QUE LES MOTS  DES PAGES D’UN RÉCIT 
More than words on a page of history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24-  TU ES TOUT POUR MOI TU ES PLUS QU’UNE HISTOIRE </a:t>
            </a:r>
          </a:p>
          <a:p>
            <a:r>
              <a:rPr lang="fr-FR" smtClean="0"/>
              <a:t>	You’re Everything to me You’re more than a story
	25-  PLUS QUE LES MOTS  DES PAGES D’UN RÉCIT </a:t>
            </a:r>
          </a:p>
          <a:p>
            <a:r>
              <a:rPr lang="fr-FR" smtClean="0"/>
              <a:t>	More than words on a page of history
	26-  TU ES L’AIR QUE J’INSPIRE  L’EAU DONT J’AI BESOIN </a:t>
            </a:r>
          </a:p>
          <a:p>
            <a:r>
              <a:rPr lang="fr-FR" smtClean="0"/>
              <a:t>	You’re the air that I breathe The water I thirst for
	27-  TU ES LE SOL SOUS MES PAS OH ! TU ES TOUT, TU ES TOUT POUR MOI 
	And the ground beneath my feet You’re everything, Lord, You're everything to me</a:t>
            </a:r>
          </a:p>
          <a:p>
            <a:endParaRPr lang="fr-FR" smtClean="0"/>
          </a:p>
          <a:p>
            <a:r>
              <a:rPr lang="fr-FR" smtClean="0"/>
              <a:t>28- TU ES TOUT POUR MOI</a:t>
            </a:r>
          </a:p>
          <a:p>
            <a:r>
              <a:rPr lang="fr-FR" smtClean="0"/>
              <a:t>You're everything to 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J’AI GRANDI À L’ÉCOLE DU DIMANCHE ET MÉMORISÉ LES RÈGLES D’OR</a:t>
            </a:r>
          </a:p>
          <a:p>
            <a:r>
              <a:rPr lang="fr-FR" b="0" smtClean="0"/>
              <a:t>I grew up in Sunday school I memorized the Golden Rule
2-  ET COMMENT JÉSUS A LIBÉRÉ  LES PÉCHEURS</a:t>
            </a:r>
          </a:p>
          <a:p>
            <a:r>
              <a:rPr lang="fr-FR" b="0" smtClean="0"/>
              <a:t>And how Jesus came to set the sinner free 
3-  JE PEUX VOUS RACONTER L’HISTOIRE </a:t>
            </a:r>
          </a:p>
          <a:p>
            <a:r>
              <a:rPr lang="fr-FR" b="0" smtClean="0"/>
              <a:t>I know the story inside out
4-  CE CHEMIN DE CROIX  CES HEURES NOIRES </a:t>
            </a:r>
          </a:p>
          <a:p>
            <a:r>
              <a:rPr lang="fr-FR" b="0" smtClean="0"/>
              <a:t>I can tell you all about
5-  QUI L’ONT CONDUIT  SUR LE MONT DU CALVAIRE </a:t>
            </a:r>
          </a:p>
          <a:p>
            <a:r>
              <a:rPr lang="fr-FR" b="0" smtClean="0"/>
              <a:t>The path that led Him up to Calvary
6-  MAIS POURQUOI M’AIME-T-IL ? JE NE SAIS L’EXPLIQUER </a:t>
            </a:r>
          </a:p>
          <a:p>
            <a:r>
              <a:rPr lang="fr-FR" b="0" smtClean="0"/>
              <a:t>But ask me why He loves me And I don't know what to say
7-  JE NE SERAI PLUS JAMAIS LE MÊME IL A CHANGÉ MA VIE EN DEVENANT </a:t>
            </a:r>
          </a:p>
          <a:p>
            <a:r>
              <a:rPr lang="fr-FR" b="0" smtClean="0"/>
              <a:t>But I'll never be the same Because He changed my life when He became...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8-  TOUT POUR MOI IL EST PLUS QU’UNE HISTOIRE </a:t>
            </a:r>
          </a:p>
          <a:p>
            <a:r>
              <a:rPr lang="fr-FR" b="0" smtClean="0"/>
              <a:t>	Everything to me He's more than a story
	9-  PLUS QUE LES MOTS  DES PAGES D’UN RÉCIT </a:t>
            </a:r>
          </a:p>
          <a:p>
            <a:r>
              <a:rPr lang="fr-FR" b="0" smtClean="0"/>
              <a:t>	More than words on a page of history
	10-  IL EST L’AIR QUE J’INSPIRE  L’EAU DONT J’AI BESOIN </a:t>
            </a:r>
          </a:p>
          <a:p>
            <a:r>
              <a:rPr lang="fr-FR" b="0" smtClean="0"/>
              <a:t>	He's the air that I breathe The water I thirst for
	11-  IL EST LE SOL SOUS MES PAS OH ! IL EST TOUT, IL EST TOUT POUR MOI 
	And the ground beneath my feet He's everything, everything to me</a:t>
            </a:r>
          </a:p>
          <a:p>
            <a:endParaRPr lang="fr-FR" b="0" smtClean="0"/>
          </a:p>
          <a:p>
            <a:r>
              <a:rPr lang="fr-FR" b="0" smtClean="0"/>
              <a:t>12-  NOUS VIVONS DES TEMPS INCERTAINS </a:t>
            </a:r>
          </a:p>
          <a:p>
            <a:r>
              <a:rPr lang="fr-FR" b="0" smtClean="0"/>
              <a:t>We're living in uncertain times
13-  QUI ME FONT COMPRENDRE  À QUEL POINT </a:t>
            </a:r>
          </a:p>
          <a:p>
            <a:r>
              <a:rPr lang="fr-FR" b="0" smtClean="0"/>
              <a:t>And more and more I find that I'm aware
14-  LA VIE PEUT ÊTRE FRAGILE PARFOIS </a:t>
            </a:r>
          </a:p>
          <a:p>
            <a:r>
              <a:rPr lang="fr-FR" b="0" smtClean="0"/>
              <a:t>Of just how fragile life can be
15-  JE VEUX CRIER QUE J’AI TROUVÉ UN AMOUR QUI M’A TRANSFORMÉ </a:t>
            </a:r>
          </a:p>
          <a:p>
            <a:r>
              <a:rPr lang="fr-FR" b="0" smtClean="0"/>
              <a:t>I want to tell the world I found A love that turned my life around
16-  LEUR DIRE QU’ILS PEUVENT  LE GOÛTER ET LE VOIR </a:t>
            </a:r>
          </a:p>
          <a:p>
            <a:r>
              <a:rPr lang="fr-FR" b="0" smtClean="0"/>
              <a:t>They need to know that they can taste and see
17-  ET CHAQUE JOUR JE PRIE QUE MON CŒUR LUI SOIT SOUMIS </a:t>
            </a:r>
          </a:p>
          <a:p>
            <a:r>
              <a:rPr lang="fr-FR" b="0" smtClean="0"/>
              <a:t>Now everyday I'm praying Just to give my heart away
18-  JE VEUX VIVRE POUR JÉSUS </a:t>
            </a:r>
          </a:p>
          <a:p>
            <a:r>
              <a:rPr lang="fr-FR" b="0" smtClean="0"/>
              <a:t>I want live for Jesus
19-  POUR QUE QUELQU’UN  VOIE AUSSI QU’IL EST… 
So that someone else might see that He is...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20-  ET QUAND J’EXAMINERAI  MA VIE À LA FIN </a:t>
            </a:r>
          </a:p>
          <a:p>
            <a:r>
              <a:rPr lang="fr-FR" b="0" smtClean="0"/>
              <a:t>And looking back over my life at the end
21-  JE TE VERRAI ET DIRAI QUE TU AS ÉTÉ 
I'll go to meet You saying You've been</a:t>
            </a:r>
          </a:p>
          <a:p>
            <a:r>
              <a:rPr lang="fr-FR" b="0" smtClean="0"/>
              <a:t>22-  TOUT POUR MOI IL EST PLUS QU’UNE HISTOIRE </a:t>
            </a:r>
          </a:p>
          <a:p>
            <a:r>
              <a:rPr lang="fr-FR" b="0" smtClean="0"/>
              <a:t>You're everything to me You're more than a story
23-  PLUS QUE LES MOTS  DES PAGES D’UN RÉCIT 
More than words on a page of history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24-  TU ES TOUT POUR MOI TU ES PLUS QU’UNE HISTOIRE </a:t>
            </a:r>
          </a:p>
          <a:p>
            <a:r>
              <a:rPr lang="fr-FR" b="0" smtClean="0"/>
              <a:t>	You’re Everything to me You’re more than a story
	25-  PLUS QUE LES MOTS  DES PAGES D’UN RÉCIT </a:t>
            </a:r>
          </a:p>
          <a:p>
            <a:r>
              <a:rPr lang="fr-FR" b="0" smtClean="0"/>
              <a:t>	More than words on a page of history
	26-  TU ES L’AIR QUE J’INSPIRE  L’EAU DONT J’AI BESOIN </a:t>
            </a:r>
          </a:p>
          <a:p>
            <a:r>
              <a:rPr lang="fr-FR" b="0" smtClean="0"/>
              <a:t>	You’re the air that I breathe The water I thirst for
	27-  TU ES LE SOL SOUS MES PAS OH ! TU ES TOUT, TU ES TOUT POUR MOI 
	And the ground beneath my feet You’re everything, Lord, You're everything to me</a:t>
            </a:r>
          </a:p>
          <a:p>
            <a:endParaRPr lang="fr-FR" b="0" smtClean="0"/>
          </a:p>
          <a:p>
            <a:r>
              <a:rPr lang="fr-FR" b="0" smtClean="0"/>
              <a:t>28- TU ES TOUT POUR MOI</a:t>
            </a:r>
          </a:p>
          <a:p>
            <a:r>
              <a:rPr lang="fr-FR" b="0" smtClean="0"/>
              <a:t>You're everything to me</a:t>
            </a: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GRANDI À L’ÉCOLE DU DIMANCHE ET MÉMORISÉ LES RÈGLES D’OR</a:t>
            </a:r>
          </a:p>
          <a:p>
            <a:r>
              <a:rPr lang="fr-FR" smtClean="0"/>
              <a:t>I grew up in Sunday school I memorized the Golden Rule
2-  ET COMMENT JÉSUS A LIBÉRÉ  LES PÉCHEURS</a:t>
            </a:r>
          </a:p>
          <a:p>
            <a:r>
              <a:rPr lang="fr-FR" smtClean="0"/>
              <a:t>And how Jesus came to set the sinner free 
3-  JE PEUX VOUS RACONTER L’HISTOIRE </a:t>
            </a:r>
          </a:p>
          <a:p>
            <a:r>
              <a:rPr lang="fr-FR" smtClean="0"/>
              <a:t>I know the story inside out
4-  CE CHEMIN DE CROIX  CES HEURES NOIRES </a:t>
            </a:r>
          </a:p>
          <a:p>
            <a:r>
              <a:rPr lang="fr-FR" smtClean="0"/>
              <a:t>I can tell you all about
5-  QUI L’ONT CONDUIT  SUR LE MONT DU CALVAIRE </a:t>
            </a:r>
          </a:p>
          <a:p>
            <a:r>
              <a:rPr lang="fr-FR" smtClean="0"/>
              <a:t>The path that led Him up to Calvary
6-  MAIS POURQUOI M’AIME-T-IL ? JE NE SAIS L’EXPLIQUER </a:t>
            </a:r>
          </a:p>
          <a:p>
            <a:r>
              <a:rPr lang="fr-FR" smtClean="0"/>
              <a:t>But ask me why He loves me And I don't know what to say
7-  JE NE SERAI PLUS JAMAIS LE MÊME IL A CHANGÉ MA VIE EN DEVENANT </a:t>
            </a:r>
          </a:p>
          <a:p>
            <a:r>
              <a:rPr lang="fr-FR" smtClean="0"/>
              <a:t>But I'll never be the same Because He changed my life when He became...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8-  TOUT POUR MOI IL EST PLUS QU’UNE HISTOIRE </a:t>
            </a:r>
          </a:p>
          <a:p>
            <a:r>
              <a:rPr lang="fr-FR" smtClean="0"/>
              <a:t>	Everything to me He's more than a story
	9-  PLUS QUE LES MOTS  DES PAGES D’UN RÉCIT </a:t>
            </a:r>
          </a:p>
          <a:p>
            <a:r>
              <a:rPr lang="fr-FR" smtClean="0"/>
              <a:t>	More than words on a page of history
	10-  IL EST L’AIR QUE J’INSPIRE  L’EAU DONT J’AI BESOIN </a:t>
            </a:r>
          </a:p>
          <a:p>
            <a:r>
              <a:rPr lang="fr-FR" smtClean="0"/>
              <a:t>	He's the air that I breathe The water I thirst for
	11-  IL EST LE SOL SOUS MES PAS OH ! IL EST TOUT, IL EST TOUT POUR MOI 
	And the ground beneath my feet He's everything, everything to me</a:t>
            </a:r>
          </a:p>
          <a:p>
            <a:endParaRPr lang="fr-FR" smtClean="0"/>
          </a:p>
          <a:p>
            <a:r>
              <a:rPr lang="fr-FR" smtClean="0"/>
              <a:t>12-  NOUS VIVONS DES TEMPS INCERTAINS </a:t>
            </a:r>
          </a:p>
          <a:p>
            <a:r>
              <a:rPr lang="fr-FR" smtClean="0"/>
              <a:t>We're living in uncertain times
13-  QUI ME FONT COMPRENDRE  À QUEL POINT </a:t>
            </a:r>
          </a:p>
          <a:p>
            <a:r>
              <a:rPr lang="fr-FR" smtClean="0"/>
              <a:t>And more and more I find that I'm aware
14-  LA VIE PEUT ÊTRE FRAGILE PARFOIS </a:t>
            </a:r>
          </a:p>
          <a:p>
            <a:r>
              <a:rPr lang="fr-FR" smtClean="0"/>
              <a:t>Of just how fragile life can be
15-  JE VEUX CRIER QUE J’AI TROUVÉ UN AMOUR QUI M’A TRANSFORMÉ </a:t>
            </a:r>
          </a:p>
          <a:p>
            <a:r>
              <a:rPr lang="fr-FR" smtClean="0"/>
              <a:t>I want to tell the world I found A love that turned my life around
16-  LEUR DIRE QU’ILS PEUVENT  LE GOÛTER ET LE VOIR </a:t>
            </a:r>
          </a:p>
          <a:p>
            <a:r>
              <a:rPr lang="fr-FR" smtClean="0"/>
              <a:t>They need to know that they can taste and see
17-  ET CHAQUE JOUR JE PRIE QUE MON CŒUR LUI SOIT SOUMIS </a:t>
            </a:r>
          </a:p>
          <a:p>
            <a:r>
              <a:rPr lang="fr-FR" smtClean="0"/>
              <a:t>Now everyday I'm praying Just to give my heart away
18-  JE VEUX VIVRE POUR JÉSUS </a:t>
            </a:r>
          </a:p>
          <a:p>
            <a:r>
              <a:rPr lang="fr-FR" smtClean="0"/>
              <a:t>I want live for Jesus
19-  POUR QUE QUELQU’UN  VOIE AUSSI QU’IL EST… 
So that someone else might see that He is...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20-  ET QUAND J’EXAMINERAI  MA VIE À LA FIN </a:t>
            </a:r>
          </a:p>
          <a:p>
            <a:r>
              <a:rPr lang="fr-FR" smtClean="0"/>
              <a:t>And looking back over my life at the end
21-  JE TE VERRAI ET DIRAI QUE TU AS ÉTÉ 
I'll go to meet You saying You've been</a:t>
            </a:r>
          </a:p>
          <a:p>
            <a:r>
              <a:rPr lang="fr-FR" smtClean="0"/>
              <a:t>22-  TOUT POUR MOI IL EST PLUS QU’UNE HISTOIRE </a:t>
            </a:r>
          </a:p>
          <a:p>
            <a:r>
              <a:rPr lang="fr-FR" smtClean="0"/>
              <a:t>You're everything to me You're more than a story
23-  PLUS QUE LES MOTS  DES PAGES D’UN RÉCIT 
More than words on a page of history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24-  TU ES TOUT POUR MOI TU ES PLUS QU’UNE HISTOIRE </a:t>
            </a:r>
          </a:p>
          <a:p>
            <a:r>
              <a:rPr lang="fr-FR" smtClean="0"/>
              <a:t>	You’re Everything to me You’re more than a story
	25-  PLUS QUE LES MOTS  DES PAGES D’UN RÉCIT </a:t>
            </a:r>
          </a:p>
          <a:p>
            <a:r>
              <a:rPr lang="fr-FR" smtClean="0"/>
              <a:t>	More than words on a page of history
	26-  TU ES L’AIR QUE J’INSPIRE  L’EAU DONT J’AI BESOIN </a:t>
            </a:r>
          </a:p>
          <a:p>
            <a:r>
              <a:rPr lang="fr-FR" smtClean="0"/>
              <a:t>	You’re the air that I breathe The water I thirst for
	27-  TU ES LE SOL SOUS MES PAS OH ! TU ES TOUT, TU ES TOUT POUR MOI 
	And the ground beneath my feet You’re everything, Lord, You're everything to me</a:t>
            </a:r>
          </a:p>
          <a:p>
            <a:endParaRPr lang="fr-FR" smtClean="0"/>
          </a:p>
          <a:p>
            <a:r>
              <a:rPr lang="fr-FR" smtClean="0"/>
              <a:t>28- TU ES TOUT POUR MOI</a:t>
            </a:r>
          </a:p>
          <a:p>
            <a:r>
              <a:rPr lang="fr-FR" smtClean="0"/>
              <a:t>You're everything to 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J’AI GRANDI À L’ÉCOLE DU DIMANCHE ET MÉMORISÉ LES RÈGLES D’OR</a:t>
            </a:r>
          </a:p>
          <a:p>
            <a:r>
              <a:rPr lang="fr-FR" b="0" smtClean="0"/>
              <a:t>I grew up in Sunday school I memorized the Golden Rule
2-  ET COMMENT JÉSUS A LIBÉRÉ  LES PÉCHEURS</a:t>
            </a:r>
          </a:p>
          <a:p>
            <a:r>
              <a:rPr lang="fr-FR" b="0" smtClean="0"/>
              <a:t>And how Jesus came to set the sinner free 
3-  JE PEUX VOUS RACONTER L’HISTOIRE </a:t>
            </a:r>
          </a:p>
          <a:p>
            <a:r>
              <a:rPr lang="fr-FR" b="0" smtClean="0"/>
              <a:t>I know the story inside out
4-  CE CHEMIN DE CROIX  CES HEURES NOIRES </a:t>
            </a:r>
          </a:p>
          <a:p>
            <a:r>
              <a:rPr lang="fr-FR" b="0" smtClean="0"/>
              <a:t>I can tell you all about
5-  QUI L’ONT CONDUIT  SUR LE MONT DU CALVAIRE </a:t>
            </a:r>
          </a:p>
          <a:p>
            <a:r>
              <a:rPr lang="fr-FR" b="0" smtClean="0"/>
              <a:t>The path that led Him up to Calvary
6-  MAIS POURQUOI M’AIME-T-IL ? JE NE SAIS L’EXPLIQUER </a:t>
            </a:r>
          </a:p>
          <a:p>
            <a:r>
              <a:rPr lang="fr-FR" b="0" smtClean="0"/>
              <a:t>But ask me why He loves me And I don't know what to say
7-  JE NE SERAI PLUS JAMAIS LE MÊME IL A CHANGÉ MA VIE EN DEVENANT </a:t>
            </a:r>
          </a:p>
          <a:p>
            <a:r>
              <a:rPr lang="fr-FR" b="0" smtClean="0"/>
              <a:t>But I'll never be the same Because He changed my life when He became...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8-  TOUT POUR MOI IL EST PLUS QU’UNE HISTOIRE </a:t>
            </a:r>
          </a:p>
          <a:p>
            <a:r>
              <a:rPr lang="fr-FR" b="0" smtClean="0"/>
              <a:t>	Everything to me He's more than a story
	9-  PLUS QUE LES MOTS  DES PAGES D’UN RÉCIT </a:t>
            </a:r>
          </a:p>
          <a:p>
            <a:r>
              <a:rPr lang="fr-FR" b="0" smtClean="0"/>
              <a:t>	More than words on a page of history
	10-  IL EST L’AIR QUE J’INSPIRE  L’EAU DONT J’AI BESOIN </a:t>
            </a:r>
          </a:p>
          <a:p>
            <a:r>
              <a:rPr lang="fr-FR" b="0" smtClean="0"/>
              <a:t>	He's the air that I breathe The water I thirst for
	11-  IL EST LE SOL SOUS MES PAS OH ! IL EST TOUT, IL EST TOUT POUR MOI 
	And the ground beneath my feet He's everything, everything to me</a:t>
            </a:r>
          </a:p>
          <a:p>
            <a:endParaRPr lang="fr-FR" b="0" smtClean="0"/>
          </a:p>
          <a:p>
            <a:r>
              <a:rPr lang="fr-FR" b="0" smtClean="0"/>
              <a:t>12-  NOUS VIVONS DES TEMPS INCERTAINS </a:t>
            </a:r>
          </a:p>
          <a:p>
            <a:r>
              <a:rPr lang="fr-FR" b="0" smtClean="0"/>
              <a:t>We're living in uncertain times
13-  QUI ME FONT COMPRENDRE  À QUEL POINT </a:t>
            </a:r>
          </a:p>
          <a:p>
            <a:r>
              <a:rPr lang="fr-FR" b="0" smtClean="0"/>
              <a:t>And more and more I find that I'm aware
14-  LA VIE PEUT ÊTRE FRAGILE PARFOIS </a:t>
            </a:r>
          </a:p>
          <a:p>
            <a:r>
              <a:rPr lang="fr-FR" b="0" smtClean="0"/>
              <a:t>Of just how fragile life can be
15-  JE VEUX CRIER QUE J’AI TROUVÉ UN AMOUR QUI M’A TRANSFORMÉ </a:t>
            </a:r>
          </a:p>
          <a:p>
            <a:r>
              <a:rPr lang="fr-FR" b="0" smtClean="0"/>
              <a:t>I want to tell the world I found A love that turned my life around
16-  LEUR DIRE QU’ILS PEUVENT  LE GOÛTER ET LE VOIR </a:t>
            </a:r>
          </a:p>
          <a:p>
            <a:r>
              <a:rPr lang="fr-FR" b="0" smtClean="0"/>
              <a:t>They need to know that they can taste and see
17-  ET CHAQUE JOUR JE PRIE QUE MON CŒUR LUI SOIT SOUMIS </a:t>
            </a:r>
          </a:p>
          <a:p>
            <a:r>
              <a:rPr lang="fr-FR" b="0" smtClean="0"/>
              <a:t>Now everyday I'm praying Just to give my heart away
18-  JE VEUX VIVRE POUR JÉSUS </a:t>
            </a:r>
          </a:p>
          <a:p>
            <a:r>
              <a:rPr lang="fr-FR" b="0" smtClean="0"/>
              <a:t>I want live for Jesus
19-  POUR QUE QUELQU’UN  VOIE AUSSI QU’IL EST… 
So that someone else might see that He is...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20-  ET QUAND J’EXAMINERAI  MA VIE À LA FIN </a:t>
            </a:r>
          </a:p>
          <a:p>
            <a:r>
              <a:rPr lang="fr-FR" b="0" smtClean="0"/>
              <a:t>And looking back over my life at the end
21-  JE TE VERRAI ET DIRAI QUE TU AS ÉTÉ 
I'll go to meet You saying You've been</a:t>
            </a:r>
          </a:p>
          <a:p>
            <a:r>
              <a:rPr lang="fr-FR" b="0" smtClean="0"/>
              <a:t>22-  TOUT POUR MOI IL EST PLUS QU’UNE HISTOIRE </a:t>
            </a:r>
          </a:p>
          <a:p>
            <a:r>
              <a:rPr lang="fr-FR" b="0" smtClean="0"/>
              <a:t>You're everything to me You're more than a story
23-  PLUS QUE LES MOTS  DES PAGES D’UN RÉCIT 
More than words on a page of history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24-  TU ES TOUT POUR MOI TU ES PLUS QU’UNE HISTOIRE </a:t>
            </a:r>
          </a:p>
          <a:p>
            <a:r>
              <a:rPr lang="fr-FR" b="0" smtClean="0"/>
              <a:t>	You’re Everything to me You’re more than a story
	25-  PLUS QUE LES MOTS  DES PAGES D’UN RÉCIT </a:t>
            </a:r>
          </a:p>
          <a:p>
            <a:r>
              <a:rPr lang="fr-FR" b="0" smtClean="0"/>
              <a:t>	More than words on a page of history
	26-  TU ES L’AIR QUE J’INSPIRE  L’EAU DONT J’AI BESOIN </a:t>
            </a:r>
          </a:p>
          <a:p>
            <a:r>
              <a:rPr lang="fr-FR" b="0" smtClean="0"/>
              <a:t>	You’re the air that I breathe The water I thirst for
	27-  TU ES LE SOL SOUS MES PAS OH ! TU ES TOUT, TU ES TOUT POUR MOI 
	And the ground beneath my feet You’re everything, Lord, You're everything to me</a:t>
            </a:r>
          </a:p>
          <a:p>
            <a:endParaRPr lang="fr-FR" b="0" smtClean="0"/>
          </a:p>
          <a:p>
            <a:r>
              <a:rPr lang="fr-FR" b="0" smtClean="0"/>
              <a:t>28- TU ES TOUT POUR MOI</a:t>
            </a:r>
          </a:p>
          <a:p>
            <a:r>
              <a:rPr lang="fr-FR" b="0" smtClean="0"/>
              <a:t>You're everything to me</a:t>
            </a: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GRANDI À L’ÉCOLE DU DIMANCHE ET MÉMORISÉ LES RÈGLES D’OR</a:t>
            </a:r>
          </a:p>
          <a:p>
            <a:r>
              <a:rPr lang="fr-FR" smtClean="0"/>
              <a:t>I grew up in Sunday school I memorized the Golden Rule
2-  ET COMMENT JÉSUS A LIBÉRÉ  LES PÉCHEURS</a:t>
            </a:r>
          </a:p>
          <a:p>
            <a:r>
              <a:rPr lang="fr-FR" smtClean="0"/>
              <a:t>And how Jesus came to set the sinner free 
3-  JE PEUX VOUS RACONTER L’HISTOIRE </a:t>
            </a:r>
          </a:p>
          <a:p>
            <a:r>
              <a:rPr lang="fr-FR" smtClean="0"/>
              <a:t>I know the story inside out
4-  CE CHEMIN DE CROIX  CES HEURES NOIRES </a:t>
            </a:r>
          </a:p>
          <a:p>
            <a:r>
              <a:rPr lang="fr-FR" smtClean="0"/>
              <a:t>I can tell you all about
5-  QUI L’ONT CONDUIT  SUR LE MONT DU CALVAIRE </a:t>
            </a:r>
          </a:p>
          <a:p>
            <a:r>
              <a:rPr lang="fr-FR" smtClean="0"/>
              <a:t>The path that led Him up to Calvary
6-  MAIS POURQUOI M’AIME-T-IL ? JE NE SAIS L’EXPLIQUER </a:t>
            </a:r>
          </a:p>
          <a:p>
            <a:r>
              <a:rPr lang="fr-FR" smtClean="0"/>
              <a:t>But ask me why He loves me And I don't know what to say
7-  JE NE SERAI PLUS JAMAIS LE MÊME IL A CHANGÉ MA VIE EN DEVENANT </a:t>
            </a:r>
          </a:p>
          <a:p>
            <a:r>
              <a:rPr lang="fr-FR" smtClean="0"/>
              <a:t>But I'll never be the same Because He changed my life when He became...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8-  TOUT POUR MOI IL EST PLUS QU’UNE HISTOIRE </a:t>
            </a:r>
          </a:p>
          <a:p>
            <a:r>
              <a:rPr lang="fr-FR" smtClean="0"/>
              <a:t>	Everything to me He's more than a story
	9-  PLUS QUE LES MOTS  DES PAGES D’UN RÉCIT </a:t>
            </a:r>
          </a:p>
          <a:p>
            <a:r>
              <a:rPr lang="fr-FR" smtClean="0"/>
              <a:t>	More than words on a page of history
	10-  IL EST L’AIR QUE J’INSPIRE  L’EAU DONT J’AI BESOIN </a:t>
            </a:r>
          </a:p>
          <a:p>
            <a:r>
              <a:rPr lang="fr-FR" smtClean="0"/>
              <a:t>	He's the air that I breathe The water I thirst for
	11-  IL EST LE SOL SOUS MES PAS OH ! IL EST TOUT, IL EST TOUT POUR MOI 
	And the ground beneath my feet He's everything, everything to me</a:t>
            </a:r>
          </a:p>
          <a:p>
            <a:endParaRPr lang="fr-FR" smtClean="0"/>
          </a:p>
          <a:p>
            <a:r>
              <a:rPr lang="fr-FR" smtClean="0"/>
              <a:t>12-  NOUS VIVONS DES TEMPS INCERTAINS </a:t>
            </a:r>
          </a:p>
          <a:p>
            <a:r>
              <a:rPr lang="fr-FR" smtClean="0"/>
              <a:t>We're living in uncertain times
13-  QUI ME FONT COMPRENDRE  À QUEL POINT </a:t>
            </a:r>
          </a:p>
          <a:p>
            <a:r>
              <a:rPr lang="fr-FR" smtClean="0"/>
              <a:t>And more and more I find that I'm aware
14-  LA VIE PEUT ÊTRE FRAGILE PARFOIS </a:t>
            </a:r>
          </a:p>
          <a:p>
            <a:r>
              <a:rPr lang="fr-FR" smtClean="0"/>
              <a:t>Of just how fragile life can be
15-  JE VEUX CRIER QUE J’AI TROUVÉ UN AMOUR QUI M’A TRANSFORMÉ </a:t>
            </a:r>
          </a:p>
          <a:p>
            <a:r>
              <a:rPr lang="fr-FR" smtClean="0"/>
              <a:t>I want to tell the world I found A love that turned my life around
16-  LEUR DIRE QU’ILS PEUVENT  LE GOÛTER ET LE VOIR </a:t>
            </a:r>
          </a:p>
          <a:p>
            <a:r>
              <a:rPr lang="fr-FR" smtClean="0"/>
              <a:t>They need to know that they can taste and see
17-  ET CHAQUE JOUR JE PRIE QUE MON CŒUR LUI SOIT SOUMIS </a:t>
            </a:r>
          </a:p>
          <a:p>
            <a:r>
              <a:rPr lang="fr-FR" smtClean="0"/>
              <a:t>Now everyday I'm praying Just to give my heart away
18-  JE VEUX VIVRE POUR JÉSUS </a:t>
            </a:r>
          </a:p>
          <a:p>
            <a:r>
              <a:rPr lang="fr-FR" smtClean="0"/>
              <a:t>I want live for Jesus
19-  POUR QUE QUELQU’UN  VOIE AUSSI QU’IL EST… 
So that someone else might see that He is...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20-  ET QUAND J’EXAMINERAI  MA VIE À LA FIN </a:t>
            </a:r>
          </a:p>
          <a:p>
            <a:r>
              <a:rPr lang="fr-FR" smtClean="0"/>
              <a:t>And looking back over my life at the end
21-  JE TE VERRAI ET DIRAI QUE TU AS ÉTÉ 
I'll go to meet You saying You've been</a:t>
            </a:r>
          </a:p>
          <a:p>
            <a:r>
              <a:rPr lang="fr-FR" smtClean="0"/>
              <a:t>22-  TOUT POUR MOI IL EST PLUS QU’UNE HISTOIRE </a:t>
            </a:r>
          </a:p>
          <a:p>
            <a:r>
              <a:rPr lang="fr-FR" smtClean="0"/>
              <a:t>You're everything to me You're more than a story
23-  PLUS QUE LES MOTS  DES PAGES D’UN RÉCIT 
More than words on a page of history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24-  TU ES TOUT POUR MOI TU ES PLUS QU’UNE HISTOIRE </a:t>
            </a:r>
          </a:p>
          <a:p>
            <a:r>
              <a:rPr lang="fr-FR" smtClean="0"/>
              <a:t>	You’re Everything to me You’re more than a story
	25-  PLUS QUE LES MOTS  DES PAGES D’UN RÉCIT </a:t>
            </a:r>
          </a:p>
          <a:p>
            <a:r>
              <a:rPr lang="fr-FR" smtClean="0"/>
              <a:t>	More than words on a page of history
	26-  TU ES L’AIR QUE J’INSPIRE  L’EAU DONT J’AI BESOIN </a:t>
            </a:r>
          </a:p>
          <a:p>
            <a:r>
              <a:rPr lang="fr-FR" smtClean="0"/>
              <a:t>	You’re the air that I breathe The water I thirst for
	27-  TU ES LE SOL SOUS MES PAS OH ! TU ES TOUT, TU ES TOUT POUR MOI 
	And the ground beneath my feet You’re everything, Lord, You're everything to me</a:t>
            </a:r>
          </a:p>
          <a:p>
            <a:endParaRPr lang="fr-FR" smtClean="0"/>
          </a:p>
          <a:p>
            <a:r>
              <a:rPr lang="fr-FR" smtClean="0"/>
              <a:t>28- TU ES TOUT POUR MOI</a:t>
            </a:r>
          </a:p>
          <a:p>
            <a:r>
              <a:rPr lang="fr-FR" smtClean="0"/>
              <a:t>You're everything to 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J’AI GRANDI À L’ÉCOLE DU DIMANCHE ET MÉMORISÉ LES RÈGLES D’OR</a:t>
            </a:r>
          </a:p>
          <a:p>
            <a:r>
              <a:rPr lang="fr-FR" b="0" smtClean="0"/>
              <a:t>I grew up in Sunday school I memorized the Golden Rule
2-  ET COMMENT JÉSUS A LIBÉRÉ  LES PÉCHEURS</a:t>
            </a:r>
          </a:p>
          <a:p>
            <a:r>
              <a:rPr lang="fr-FR" b="0" smtClean="0"/>
              <a:t>And how Jesus came to set the sinner free 
3-  JE PEUX VOUS RACONTER L’HISTOIRE </a:t>
            </a:r>
          </a:p>
          <a:p>
            <a:r>
              <a:rPr lang="fr-FR" b="0" smtClean="0"/>
              <a:t>I know the story inside out
4-  CE CHEMIN DE CROIX  CES HEURES NOIRES </a:t>
            </a:r>
          </a:p>
          <a:p>
            <a:r>
              <a:rPr lang="fr-FR" b="0" smtClean="0"/>
              <a:t>I can tell you all about
5-  QUI L’ONT CONDUIT  SUR LE MONT DU CALVAIRE </a:t>
            </a:r>
          </a:p>
          <a:p>
            <a:r>
              <a:rPr lang="fr-FR" b="0" smtClean="0"/>
              <a:t>The path that led Him up to Calvary
6-  MAIS POURQUOI M’AIME-T-IL ? JE NE SAIS L’EXPLIQUER </a:t>
            </a:r>
          </a:p>
          <a:p>
            <a:r>
              <a:rPr lang="fr-FR" b="0" smtClean="0"/>
              <a:t>But ask me why He loves me And I don't know what to say
7-  JE NE SERAI PLUS JAMAIS LE MÊME IL A CHANGÉ MA VIE EN DEVENANT </a:t>
            </a:r>
          </a:p>
          <a:p>
            <a:r>
              <a:rPr lang="fr-FR" b="0" smtClean="0"/>
              <a:t>But I'll never be the same Because He changed my life when He became...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8-  TOUT POUR MOI IL EST PLUS QU’UNE HISTOIRE </a:t>
            </a:r>
          </a:p>
          <a:p>
            <a:r>
              <a:rPr lang="fr-FR" b="0" smtClean="0"/>
              <a:t>	Everything to me He's more than a story
	9-  PLUS QUE LES MOTS  DES PAGES D’UN RÉCIT </a:t>
            </a:r>
          </a:p>
          <a:p>
            <a:r>
              <a:rPr lang="fr-FR" b="0" smtClean="0"/>
              <a:t>	More than words on a page of history
	10-  IL EST L’AIR QUE J’INSPIRE  L’EAU DONT J’AI BESOIN </a:t>
            </a:r>
          </a:p>
          <a:p>
            <a:r>
              <a:rPr lang="fr-FR" b="0" smtClean="0"/>
              <a:t>	He's the air that I breathe The water I thirst for
	11-  IL EST LE SOL SOUS MES PAS OH ! IL EST TOUT, IL EST TOUT POUR MOI 
	And the ground beneath my feet He's everything, everything to me</a:t>
            </a:r>
          </a:p>
          <a:p>
            <a:endParaRPr lang="fr-FR" b="0" smtClean="0"/>
          </a:p>
          <a:p>
            <a:r>
              <a:rPr lang="fr-FR" b="0" smtClean="0"/>
              <a:t>12-  NOUS VIVONS DES TEMPS INCERTAINS </a:t>
            </a:r>
          </a:p>
          <a:p>
            <a:r>
              <a:rPr lang="fr-FR" b="0" smtClean="0"/>
              <a:t>We're living in uncertain times
13-  QUI ME FONT COMPRENDRE  À QUEL POINT </a:t>
            </a:r>
          </a:p>
          <a:p>
            <a:r>
              <a:rPr lang="fr-FR" b="0" smtClean="0"/>
              <a:t>And more and more I find that I'm aware
14-  LA VIE PEUT ÊTRE FRAGILE PARFOIS </a:t>
            </a:r>
          </a:p>
          <a:p>
            <a:r>
              <a:rPr lang="fr-FR" b="0" smtClean="0"/>
              <a:t>Of just how fragile life can be
15-  JE VEUX CRIER QUE J’AI TROUVÉ UN AMOUR QUI M’A TRANSFORMÉ </a:t>
            </a:r>
          </a:p>
          <a:p>
            <a:r>
              <a:rPr lang="fr-FR" b="0" smtClean="0"/>
              <a:t>I want to tell the world I found A love that turned my life around
16-  LEUR DIRE QU’ILS PEUVENT  LE GOÛTER ET LE VOIR </a:t>
            </a:r>
          </a:p>
          <a:p>
            <a:r>
              <a:rPr lang="fr-FR" b="0" smtClean="0"/>
              <a:t>They need to know that they can taste and see
17-  ET CHAQUE JOUR JE PRIE QUE MON CŒUR LUI SOIT SOUMIS </a:t>
            </a:r>
          </a:p>
          <a:p>
            <a:r>
              <a:rPr lang="fr-FR" b="0" smtClean="0"/>
              <a:t>Now everyday I'm praying Just to give my heart away
18-  JE VEUX VIVRE POUR JÉSUS </a:t>
            </a:r>
          </a:p>
          <a:p>
            <a:r>
              <a:rPr lang="fr-FR" b="0" smtClean="0"/>
              <a:t>I want live for Jesus
19-  POUR QUE QUELQU’UN  VOIE AUSSI QU’IL EST… 
So that someone else might see that He is...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20-  ET QUAND J’EXAMINERAI  MA VIE À LA FIN </a:t>
            </a:r>
          </a:p>
          <a:p>
            <a:r>
              <a:rPr lang="fr-FR" b="0" smtClean="0"/>
              <a:t>And looking back over my life at the end
21-  JE TE VERRAI ET DIRAI QUE TU AS ÉTÉ 
I'll go to meet You saying You've been</a:t>
            </a:r>
          </a:p>
          <a:p>
            <a:r>
              <a:rPr lang="fr-FR" b="0" smtClean="0"/>
              <a:t>22-  TOUT POUR MOI IL EST PLUS QU’UNE HISTOIRE </a:t>
            </a:r>
          </a:p>
          <a:p>
            <a:r>
              <a:rPr lang="fr-FR" b="0" smtClean="0"/>
              <a:t>You're everything to me You're more than a story
23-  PLUS QUE LES MOTS  DES PAGES D’UN RÉCIT 
More than words on a page of history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24-  TU ES TOUT POUR MOI TU ES PLUS QU’UNE HISTOIRE </a:t>
            </a:r>
          </a:p>
          <a:p>
            <a:r>
              <a:rPr lang="fr-FR" b="0" smtClean="0"/>
              <a:t>	You’re Everything to me You’re more than a story
	25-  PLUS QUE LES MOTS  DES PAGES D’UN RÉCIT </a:t>
            </a:r>
          </a:p>
          <a:p>
            <a:r>
              <a:rPr lang="fr-FR" b="0" smtClean="0"/>
              <a:t>	More than words on a page of history
	26-  TU ES L’AIR QUE J’INSPIRE  L’EAU DONT J’AI BESOIN </a:t>
            </a:r>
          </a:p>
          <a:p>
            <a:r>
              <a:rPr lang="fr-FR" b="0" smtClean="0"/>
              <a:t>	You’re the air that I breathe The water I thirst for
	27-  TU ES LE SOL SOUS MES PAS OH ! TU ES TOUT, TU ES TOUT POUR MOI 
	And the ground beneath my feet You’re everything, Lord, You're everything to me</a:t>
            </a:r>
          </a:p>
          <a:p>
            <a:endParaRPr lang="fr-FR" b="0" smtClean="0"/>
          </a:p>
          <a:p>
            <a:r>
              <a:rPr lang="fr-FR" b="0" smtClean="0"/>
              <a:t>28- TU ES TOUT POUR MOI</a:t>
            </a:r>
          </a:p>
          <a:p>
            <a:r>
              <a:rPr lang="fr-FR" b="0" smtClean="0"/>
              <a:t>You're everything to me</a:t>
            </a: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GRANDI À L’ÉCOLE DU DIMANCHE ET MÉMORISÉ LES RÈGLES D’OR</a:t>
            </a:r>
          </a:p>
          <a:p>
            <a:r>
              <a:rPr lang="fr-FR" smtClean="0"/>
              <a:t>I grew up in Sunday school I memorized the Golden Rule
2-  ET COMMENT JÉSUS A LIBÉRÉ  LES PÉCHEURS</a:t>
            </a:r>
          </a:p>
          <a:p>
            <a:r>
              <a:rPr lang="fr-FR" smtClean="0"/>
              <a:t>And how Jesus came to set the sinner free 
3-  JE PEUX VOUS RACONTER L’HISTOIRE </a:t>
            </a:r>
          </a:p>
          <a:p>
            <a:r>
              <a:rPr lang="fr-FR" smtClean="0"/>
              <a:t>I know the story inside out
4-  CE CHEMIN DE CROIX  CES HEURES NOIRES </a:t>
            </a:r>
          </a:p>
          <a:p>
            <a:r>
              <a:rPr lang="fr-FR" smtClean="0"/>
              <a:t>I can tell you all about
5-  QUI L’ONT CONDUIT  SUR LE MONT DU CALVAIRE </a:t>
            </a:r>
          </a:p>
          <a:p>
            <a:r>
              <a:rPr lang="fr-FR" smtClean="0"/>
              <a:t>The path that led Him up to Calvary
6-  MAIS POURQUOI M’AIME-T-IL ? JE NE SAIS L’EXPLIQUER </a:t>
            </a:r>
          </a:p>
          <a:p>
            <a:r>
              <a:rPr lang="fr-FR" smtClean="0"/>
              <a:t>But ask me why He loves me And I don't know what to say
7-  JE NE SERAI PLUS JAMAIS LE MÊME IL A CHANGÉ MA VIE EN DEVENANT </a:t>
            </a:r>
          </a:p>
          <a:p>
            <a:r>
              <a:rPr lang="fr-FR" smtClean="0"/>
              <a:t>But I'll never be the same Because He changed my life when He became...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8-  TOUT POUR MOI IL EST PLUS QU’UNE HISTOIRE </a:t>
            </a:r>
          </a:p>
          <a:p>
            <a:r>
              <a:rPr lang="fr-FR" smtClean="0"/>
              <a:t>	Everything to me He's more than a story
	9-  PLUS QUE LES MOTS  DES PAGES D’UN RÉCIT </a:t>
            </a:r>
          </a:p>
          <a:p>
            <a:r>
              <a:rPr lang="fr-FR" smtClean="0"/>
              <a:t>	More than words on a page of history
	10-  IL EST L’AIR QUE J’INSPIRE  L’EAU DONT J’AI BESOIN </a:t>
            </a:r>
          </a:p>
          <a:p>
            <a:r>
              <a:rPr lang="fr-FR" smtClean="0"/>
              <a:t>	He's the air that I breathe The water I thirst for
	11-  IL EST LE SOL SOUS MES PAS OH ! IL EST TOUT, IL EST TOUT POUR MOI 
	And the ground beneath my feet He's everything, everything to me</a:t>
            </a:r>
          </a:p>
          <a:p>
            <a:endParaRPr lang="fr-FR" smtClean="0"/>
          </a:p>
          <a:p>
            <a:r>
              <a:rPr lang="fr-FR" smtClean="0"/>
              <a:t>12-  NOUS VIVONS DES TEMPS INCERTAINS </a:t>
            </a:r>
          </a:p>
          <a:p>
            <a:r>
              <a:rPr lang="fr-FR" smtClean="0"/>
              <a:t>We're living in uncertain times
13-  QUI ME FONT COMPRENDRE  À QUEL POINT </a:t>
            </a:r>
          </a:p>
          <a:p>
            <a:r>
              <a:rPr lang="fr-FR" smtClean="0"/>
              <a:t>And more and more I find that I'm aware
14-  LA VIE PEUT ÊTRE FRAGILE PARFOIS </a:t>
            </a:r>
          </a:p>
          <a:p>
            <a:r>
              <a:rPr lang="fr-FR" smtClean="0"/>
              <a:t>Of just how fragile life can be
15-  JE VEUX CRIER QUE J’AI TROUVÉ UN AMOUR QUI M’A TRANSFORMÉ </a:t>
            </a:r>
          </a:p>
          <a:p>
            <a:r>
              <a:rPr lang="fr-FR" smtClean="0"/>
              <a:t>I want to tell the world I found A love that turned my life around
16-  LEUR DIRE QU’ILS PEUVENT  LE GOÛTER ET LE VOIR </a:t>
            </a:r>
          </a:p>
          <a:p>
            <a:r>
              <a:rPr lang="fr-FR" smtClean="0"/>
              <a:t>They need to know that they can taste and see
17-  ET CHAQUE JOUR JE PRIE QUE MON CŒUR LUI SOIT SOUMIS </a:t>
            </a:r>
          </a:p>
          <a:p>
            <a:r>
              <a:rPr lang="fr-FR" smtClean="0"/>
              <a:t>Now everyday I'm praying Just to give my heart away
18-  JE VEUX VIVRE POUR JÉSUS </a:t>
            </a:r>
          </a:p>
          <a:p>
            <a:r>
              <a:rPr lang="fr-FR" smtClean="0"/>
              <a:t>I want live for Jesus
19-  POUR QUE QUELQU’UN  VOIE AUSSI QU’IL EST… 
So that someone else might see that He is...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20-  ET QUAND J’EXAMINERAI  MA VIE À LA FIN </a:t>
            </a:r>
          </a:p>
          <a:p>
            <a:r>
              <a:rPr lang="fr-FR" smtClean="0"/>
              <a:t>And looking back over my life at the end
21-  JE TE VERRAI ET DIRAI QUE TU AS ÉTÉ 
I'll go to meet You saying You've been</a:t>
            </a:r>
          </a:p>
          <a:p>
            <a:r>
              <a:rPr lang="fr-FR" smtClean="0"/>
              <a:t>22-  TOUT POUR MOI IL EST PLUS QU’UNE HISTOIRE </a:t>
            </a:r>
          </a:p>
          <a:p>
            <a:r>
              <a:rPr lang="fr-FR" smtClean="0"/>
              <a:t>You're everything to me You're more than a story
23-  PLUS QUE LES MOTS  DES PAGES D’UN RÉCIT 
More than words on a page of history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24-  TU ES TOUT POUR MOI TU ES PLUS QU’UNE HISTOIRE </a:t>
            </a:r>
          </a:p>
          <a:p>
            <a:r>
              <a:rPr lang="fr-FR" smtClean="0"/>
              <a:t>	You’re Everything to me You’re more than a story
	25-  PLUS QUE LES MOTS  DES PAGES D’UN RÉCIT </a:t>
            </a:r>
          </a:p>
          <a:p>
            <a:r>
              <a:rPr lang="fr-FR" smtClean="0"/>
              <a:t>	More than words on a page of history
	26-  TU ES L’AIR QUE J’INSPIRE  L’EAU DONT J’AI BESOIN </a:t>
            </a:r>
          </a:p>
          <a:p>
            <a:r>
              <a:rPr lang="fr-FR" smtClean="0"/>
              <a:t>	You’re the air that I breathe The water I thirst for
	27-  TU ES LE SOL SOUS MES PAS OH ! TU ES TOUT, TU ES TOUT POUR MOI 
	And the ground beneath my feet You’re everything, Lord, You're everything to me</a:t>
            </a:r>
          </a:p>
          <a:p>
            <a:endParaRPr lang="fr-FR" smtClean="0"/>
          </a:p>
          <a:p>
            <a:r>
              <a:rPr lang="fr-FR" smtClean="0"/>
              <a:t>28- TU ES TOUT POUR MOI</a:t>
            </a:r>
          </a:p>
          <a:p>
            <a:r>
              <a:rPr lang="fr-FR" smtClean="0"/>
              <a:t>You're everything to 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J’AI GRANDI À L’ÉCOLE DU DIMANCHE ET MÉMORISÉ LES RÈGLES D’OR</a:t>
            </a:r>
          </a:p>
          <a:p>
            <a:r>
              <a:rPr lang="fr-FR" b="0" smtClean="0"/>
              <a:t>I grew up in Sunday school I memorized the Golden Rule
2-  ET COMMENT JÉSUS A LIBÉRÉ  LES PÉCHEURS</a:t>
            </a:r>
          </a:p>
          <a:p>
            <a:r>
              <a:rPr lang="fr-FR" b="0" smtClean="0"/>
              <a:t>And how Jesus came to set the sinner free 
3-  JE PEUX VOUS RACONTER L’HISTOIRE </a:t>
            </a:r>
          </a:p>
          <a:p>
            <a:r>
              <a:rPr lang="fr-FR" b="0" smtClean="0"/>
              <a:t>I know the story inside out
4-  CE CHEMIN DE CROIX  CES HEURES NOIRES </a:t>
            </a:r>
          </a:p>
          <a:p>
            <a:r>
              <a:rPr lang="fr-FR" b="0" smtClean="0"/>
              <a:t>I can tell you all about
5-  QUI L’ONT CONDUIT  SUR LE MONT DU CALVAIRE </a:t>
            </a:r>
          </a:p>
          <a:p>
            <a:r>
              <a:rPr lang="fr-FR" b="0" smtClean="0"/>
              <a:t>The path that led Him up to Calvary
6-  MAIS POURQUOI M’AIME-T-IL ? JE NE SAIS L’EXPLIQUER </a:t>
            </a:r>
          </a:p>
          <a:p>
            <a:r>
              <a:rPr lang="fr-FR" b="0" smtClean="0"/>
              <a:t>But ask me why He loves me And I don't know what to say
7-  JE NE SERAI PLUS JAMAIS LE MÊME IL A CHANGÉ MA VIE EN DEVENANT </a:t>
            </a:r>
          </a:p>
          <a:p>
            <a:r>
              <a:rPr lang="fr-FR" b="0" smtClean="0"/>
              <a:t>But I'll never be the same Because He changed my life when He became...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8-  TOUT POUR MOI IL EST PLUS QU’UNE HISTOIRE </a:t>
            </a:r>
          </a:p>
          <a:p>
            <a:r>
              <a:rPr lang="fr-FR" b="0" smtClean="0"/>
              <a:t>	Everything to me He's more than a story
	9-  PLUS QUE LES MOTS  DES PAGES D’UN RÉCIT </a:t>
            </a:r>
          </a:p>
          <a:p>
            <a:r>
              <a:rPr lang="fr-FR" b="0" smtClean="0"/>
              <a:t>	More than words on a page of history
	10-  IL EST L’AIR QUE J’INSPIRE  L’EAU DONT J’AI BESOIN </a:t>
            </a:r>
          </a:p>
          <a:p>
            <a:r>
              <a:rPr lang="fr-FR" b="0" smtClean="0"/>
              <a:t>	He's the air that I breathe The water I thirst for
	11-  IL EST LE SOL SOUS MES PAS OH ! IL EST TOUT, IL EST TOUT POUR MOI 
	And the ground beneath my feet He's everything, everything to me</a:t>
            </a:r>
          </a:p>
          <a:p>
            <a:endParaRPr lang="fr-FR" b="0" smtClean="0"/>
          </a:p>
          <a:p>
            <a:r>
              <a:rPr lang="fr-FR" b="0" smtClean="0"/>
              <a:t>12-  NOUS VIVONS DES TEMPS INCERTAINS </a:t>
            </a:r>
          </a:p>
          <a:p>
            <a:r>
              <a:rPr lang="fr-FR" b="0" smtClean="0"/>
              <a:t>We're living in uncertain times
13-  QUI ME FONT COMPRENDRE  À QUEL POINT </a:t>
            </a:r>
          </a:p>
          <a:p>
            <a:r>
              <a:rPr lang="fr-FR" b="0" smtClean="0"/>
              <a:t>And more and more I find that I'm aware
14-  LA VIE PEUT ÊTRE FRAGILE PARFOIS </a:t>
            </a:r>
          </a:p>
          <a:p>
            <a:r>
              <a:rPr lang="fr-FR" b="0" smtClean="0"/>
              <a:t>Of just how fragile life can be
15-  JE VEUX CRIER QUE J’AI TROUVÉ UN AMOUR QUI M’A TRANSFORMÉ </a:t>
            </a:r>
          </a:p>
          <a:p>
            <a:r>
              <a:rPr lang="fr-FR" b="0" smtClean="0"/>
              <a:t>I want to tell the world I found A love that turned my life around
16-  LEUR DIRE QU’ILS PEUVENT  LE GOÛTER ET LE VOIR </a:t>
            </a:r>
          </a:p>
          <a:p>
            <a:r>
              <a:rPr lang="fr-FR" b="0" smtClean="0"/>
              <a:t>They need to know that they can taste and see
17-  ET CHAQUE JOUR JE PRIE QUE MON CŒUR LUI SOIT SOUMIS </a:t>
            </a:r>
          </a:p>
          <a:p>
            <a:r>
              <a:rPr lang="fr-FR" b="0" smtClean="0"/>
              <a:t>Now everyday I'm praying Just to give my heart away
18-  JE VEUX VIVRE POUR JÉSUS </a:t>
            </a:r>
          </a:p>
          <a:p>
            <a:r>
              <a:rPr lang="fr-FR" b="0" smtClean="0"/>
              <a:t>I want live for Jesus
19-  POUR QUE QUELQU’UN  VOIE AUSSI QU’IL EST… 
So that someone else might see that He is...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20-  ET QUAND J’EXAMINERAI  MA VIE À LA FIN </a:t>
            </a:r>
          </a:p>
          <a:p>
            <a:r>
              <a:rPr lang="fr-FR" b="0" smtClean="0"/>
              <a:t>And looking back over my life at the end
21-  JE TE VERRAI ET DIRAI QUE TU AS ÉTÉ 
I'll go to meet You saying You've been</a:t>
            </a:r>
          </a:p>
          <a:p>
            <a:r>
              <a:rPr lang="fr-FR" b="0" smtClean="0"/>
              <a:t>22-  TOUT POUR MOI IL EST PLUS QU’UNE HISTOIRE </a:t>
            </a:r>
          </a:p>
          <a:p>
            <a:r>
              <a:rPr lang="fr-FR" b="0" smtClean="0"/>
              <a:t>You're everything to me You're more than a story
23-  PLUS QUE LES MOTS  DES PAGES D’UN RÉCIT 
More than words on a page of history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24-  TU ES TOUT POUR MOI TU ES PLUS QU’UNE HISTOIRE </a:t>
            </a:r>
          </a:p>
          <a:p>
            <a:r>
              <a:rPr lang="fr-FR" b="0" smtClean="0"/>
              <a:t>	You’re Everything to me You’re more than a story
	25-  PLUS QUE LES MOTS  DES PAGES D’UN RÉCIT </a:t>
            </a:r>
          </a:p>
          <a:p>
            <a:r>
              <a:rPr lang="fr-FR" b="0" smtClean="0"/>
              <a:t>	More than words on a page of history
	26-  TU ES L’AIR QUE J’INSPIRE  L’EAU DONT J’AI BESOIN </a:t>
            </a:r>
          </a:p>
          <a:p>
            <a:r>
              <a:rPr lang="fr-FR" b="0" smtClean="0"/>
              <a:t>	You’re the air that I breathe The water I thirst for
	27-  TU ES LE SOL SOUS MES PAS OH ! TU ES TOUT, TU ES TOUT POUR MOI 
	And the ground beneath my feet You’re everything, Lord, You're everything to me</a:t>
            </a:r>
          </a:p>
          <a:p>
            <a:endParaRPr lang="fr-FR" b="0" smtClean="0"/>
          </a:p>
          <a:p>
            <a:r>
              <a:rPr lang="fr-FR" b="0" smtClean="0"/>
              <a:t>28- TU ES TOUT POUR MOI</a:t>
            </a:r>
          </a:p>
          <a:p>
            <a:r>
              <a:rPr lang="fr-FR" b="0" smtClean="0"/>
              <a:t>You're everything to me</a:t>
            </a: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GRANDI À L’ÉCOLE DU DIMANCHE ET MÉMORISÉ LES RÈGLES D’OR</a:t>
            </a:r>
          </a:p>
          <a:p>
            <a:r>
              <a:rPr lang="fr-FR" smtClean="0"/>
              <a:t>I grew up in Sunday school I memorized the Golden Rule
2-  ET COMMENT JÉSUS A LIBÉRÉ  LES PÉCHEURS</a:t>
            </a:r>
          </a:p>
          <a:p>
            <a:r>
              <a:rPr lang="fr-FR" smtClean="0"/>
              <a:t>And how Jesus came to set the sinner free 
3-  JE PEUX VOUS RACONTER L’HISTOIRE </a:t>
            </a:r>
          </a:p>
          <a:p>
            <a:r>
              <a:rPr lang="fr-FR" smtClean="0"/>
              <a:t>I know the story inside out
4-  CE CHEMIN DE CROIX  CES HEURES NOIRES </a:t>
            </a:r>
          </a:p>
          <a:p>
            <a:r>
              <a:rPr lang="fr-FR" smtClean="0"/>
              <a:t>I can tell you all about
5-  QUI L’ONT CONDUIT  SUR LE MONT DU CALVAIRE </a:t>
            </a:r>
          </a:p>
          <a:p>
            <a:r>
              <a:rPr lang="fr-FR" smtClean="0"/>
              <a:t>The path that led Him up to Calvary
6-  MAIS POURQUOI M’AIME-T-IL ? JE NE SAIS L’EXPLIQUER </a:t>
            </a:r>
          </a:p>
          <a:p>
            <a:r>
              <a:rPr lang="fr-FR" smtClean="0"/>
              <a:t>But ask me why He loves me And I don't know what to say
7-  JE NE SERAI PLUS JAMAIS LE MÊME IL A CHANGÉ MA VIE EN DEVENANT </a:t>
            </a:r>
          </a:p>
          <a:p>
            <a:r>
              <a:rPr lang="fr-FR" smtClean="0"/>
              <a:t>But I'll never be the same Because He changed my life when He became...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8-  TOUT POUR MOI IL EST PLUS QU’UNE HISTOIRE </a:t>
            </a:r>
          </a:p>
          <a:p>
            <a:r>
              <a:rPr lang="fr-FR" smtClean="0"/>
              <a:t>	Everything to me He's more than a story
	9-  PLUS QUE LES MOTS  DES PAGES D’UN RÉCIT </a:t>
            </a:r>
          </a:p>
          <a:p>
            <a:r>
              <a:rPr lang="fr-FR" smtClean="0"/>
              <a:t>	More than words on a page of history
	10-  IL EST L’AIR QUE J’INSPIRE  L’EAU DONT J’AI BESOIN </a:t>
            </a:r>
          </a:p>
          <a:p>
            <a:r>
              <a:rPr lang="fr-FR" smtClean="0"/>
              <a:t>	He's the air that I breathe The water I thirst for
	11-  IL EST LE SOL SOUS MES PAS OH ! IL EST TOUT, IL EST TOUT POUR MOI 
	And the ground beneath my feet He's everything, everything to me</a:t>
            </a:r>
          </a:p>
          <a:p>
            <a:endParaRPr lang="fr-FR" smtClean="0"/>
          </a:p>
          <a:p>
            <a:r>
              <a:rPr lang="fr-FR" smtClean="0"/>
              <a:t>12-  NOUS VIVONS DES TEMPS INCERTAINS </a:t>
            </a:r>
          </a:p>
          <a:p>
            <a:r>
              <a:rPr lang="fr-FR" smtClean="0"/>
              <a:t>We're living in uncertain times
13-  QUI ME FONT COMPRENDRE  À QUEL POINT </a:t>
            </a:r>
          </a:p>
          <a:p>
            <a:r>
              <a:rPr lang="fr-FR" smtClean="0"/>
              <a:t>And more and more I find that I'm aware
14-  LA VIE PEUT ÊTRE FRAGILE PARFOIS </a:t>
            </a:r>
          </a:p>
          <a:p>
            <a:r>
              <a:rPr lang="fr-FR" smtClean="0"/>
              <a:t>Of just how fragile life can be
15-  JE VEUX CRIER QUE J’AI TROUVÉ UN AMOUR QUI M’A TRANSFORMÉ </a:t>
            </a:r>
          </a:p>
          <a:p>
            <a:r>
              <a:rPr lang="fr-FR" smtClean="0"/>
              <a:t>I want to tell the world I found A love that turned my life around
16-  LEUR DIRE QU’ILS PEUVENT  LE GOÛTER ET LE VOIR </a:t>
            </a:r>
          </a:p>
          <a:p>
            <a:r>
              <a:rPr lang="fr-FR" smtClean="0"/>
              <a:t>They need to know that they can taste and see
17-  ET CHAQUE JOUR JE PRIE QUE MON CŒUR LUI SOIT SOUMIS </a:t>
            </a:r>
          </a:p>
          <a:p>
            <a:r>
              <a:rPr lang="fr-FR" smtClean="0"/>
              <a:t>Now everyday I'm praying Just to give my heart away
18-  JE VEUX VIVRE POUR JÉSUS </a:t>
            </a:r>
          </a:p>
          <a:p>
            <a:r>
              <a:rPr lang="fr-FR" smtClean="0"/>
              <a:t>I want live for Jesus
19-  POUR QUE QUELQU’UN  VOIE AUSSI QU’IL EST… 
So that someone else might see that He is...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20-  ET QUAND J’EXAMINERAI  MA VIE À LA FIN </a:t>
            </a:r>
          </a:p>
          <a:p>
            <a:r>
              <a:rPr lang="fr-FR" smtClean="0"/>
              <a:t>And looking back over my life at the end
21-  JE TE VERRAI ET DIRAI QUE TU AS ÉTÉ 
I'll go to meet You saying You've been</a:t>
            </a:r>
          </a:p>
          <a:p>
            <a:r>
              <a:rPr lang="fr-FR" smtClean="0"/>
              <a:t>22-  TOUT POUR MOI IL EST PLUS QU’UNE HISTOIRE </a:t>
            </a:r>
          </a:p>
          <a:p>
            <a:r>
              <a:rPr lang="fr-FR" smtClean="0"/>
              <a:t>You're everything to me You're more than a story
23-  PLUS QUE LES MOTS  DES PAGES D’UN RÉCIT 
More than words on a page of history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24-  TU ES TOUT POUR MOI TU ES PLUS QU’UNE HISTOIRE </a:t>
            </a:r>
          </a:p>
          <a:p>
            <a:r>
              <a:rPr lang="fr-FR" smtClean="0"/>
              <a:t>	You’re Everything to me You’re more than a story
	25-  PLUS QUE LES MOTS  DES PAGES D’UN RÉCIT </a:t>
            </a:r>
          </a:p>
          <a:p>
            <a:r>
              <a:rPr lang="fr-FR" smtClean="0"/>
              <a:t>	More than words on a page of history
	26-  TU ES L’AIR QUE J’INSPIRE  L’EAU DONT J’AI BESOIN </a:t>
            </a:r>
          </a:p>
          <a:p>
            <a:r>
              <a:rPr lang="fr-FR" smtClean="0"/>
              <a:t>	You’re the air that I breathe The water I thirst for
	27-  TU ES LE SOL SOUS MES PAS OH ! TU ES TOUT, TU ES TOUT POUR MOI 
	And the ground beneath my feet You’re everything, Lord, You're everything to me</a:t>
            </a:r>
          </a:p>
          <a:p>
            <a:endParaRPr lang="fr-FR" smtClean="0"/>
          </a:p>
          <a:p>
            <a:r>
              <a:rPr lang="fr-FR" smtClean="0"/>
              <a:t>28- TU ES TOUT POUR MOI</a:t>
            </a:r>
          </a:p>
          <a:p>
            <a:r>
              <a:rPr lang="fr-FR" smtClean="0"/>
              <a:t>You're everything to 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J’AI GRANDI À L’ÉCOLE DU DIMANCHE ET MÉMORISÉ LES RÈGLES D’OR</a:t>
            </a:r>
          </a:p>
          <a:p>
            <a:r>
              <a:rPr lang="fr-FR" b="0" smtClean="0"/>
              <a:t>I grew up in Sunday school I memorized the Golden Rule
2-  ET COMMENT JÉSUS A LIBÉRÉ  LES PÉCHEURS</a:t>
            </a:r>
          </a:p>
          <a:p>
            <a:r>
              <a:rPr lang="fr-FR" b="0" smtClean="0"/>
              <a:t>And how Jesus came to set the sinner free 
3-  JE PEUX VOUS RACONTER L’HISTOIRE </a:t>
            </a:r>
          </a:p>
          <a:p>
            <a:r>
              <a:rPr lang="fr-FR" b="0" smtClean="0"/>
              <a:t>I know the story inside out
4-  CE CHEMIN DE CROIX  CES HEURES NOIRES </a:t>
            </a:r>
          </a:p>
          <a:p>
            <a:r>
              <a:rPr lang="fr-FR" b="0" smtClean="0"/>
              <a:t>I can tell you all about
5-  QUI L’ONT CONDUIT  SUR LE MONT DU CALVAIRE </a:t>
            </a:r>
          </a:p>
          <a:p>
            <a:r>
              <a:rPr lang="fr-FR" b="0" smtClean="0"/>
              <a:t>The path that led Him up to Calvary
6-  MAIS POURQUOI M’AIME-T-IL ? JE NE SAIS L’EXPLIQUER </a:t>
            </a:r>
          </a:p>
          <a:p>
            <a:r>
              <a:rPr lang="fr-FR" b="0" smtClean="0"/>
              <a:t>But ask me why He loves me And I don't know what to say
7-  JE NE SERAI PLUS JAMAIS LE MÊME IL A CHANGÉ MA VIE EN DEVENANT </a:t>
            </a:r>
          </a:p>
          <a:p>
            <a:r>
              <a:rPr lang="fr-FR" b="0" smtClean="0"/>
              <a:t>But I'll never be the same Because He changed my life when He became...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8-  TOUT POUR MOI IL EST PLUS QU’UNE HISTOIRE </a:t>
            </a:r>
          </a:p>
          <a:p>
            <a:r>
              <a:rPr lang="fr-FR" b="0" smtClean="0"/>
              <a:t>	Everything to me He's more than a story
	9-  PLUS QUE LES MOTS  DES PAGES D’UN RÉCIT </a:t>
            </a:r>
          </a:p>
          <a:p>
            <a:r>
              <a:rPr lang="fr-FR" b="0" smtClean="0"/>
              <a:t>	More than words on a page of history
	10-  IL EST L’AIR QUE J’INSPIRE  L’EAU DONT J’AI BESOIN </a:t>
            </a:r>
          </a:p>
          <a:p>
            <a:r>
              <a:rPr lang="fr-FR" b="0" smtClean="0"/>
              <a:t>	He's the air that I breathe The water I thirst for
	11-  IL EST LE SOL SOUS MES PAS OH ! IL EST TOUT, IL EST TOUT POUR MOI 
	And the ground beneath my feet He's everything, everything to me</a:t>
            </a:r>
          </a:p>
          <a:p>
            <a:endParaRPr lang="fr-FR" b="0" smtClean="0"/>
          </a:p>
          <a:p>
            <a:r>
              <a:rPr lang="fr-FR" b="0" smtClean="0"/>
              <a:t>12-  NOUS VIVONS DES TEMPS INCERTAINS </a:t>
            </a:r>
          </a:p>
          <a:p>
            <a:r>
              <a:rPr lang="fr-FR" b="0" smtClean="0"/>
              <a:t>We're living in uncertain times
13-  QUI ME FONT COMPRENDRE  À QUEL POINT </a:t>
            </a:r>
          </a:p>
          <a:p>
            <a:r>
              <a:rPr lang="fr-FR" b="0" smtClean="0"/>
              <a:t>And more and more I find that I'm aware
14-  LA VIE PEUT ÊTRE FRAGILE PARFOIS </a:t>
            </a:r>
          </a:p>
          <a:p>
            <a:r>
              <a:rPr lang="fr-FR" b="0" smtClean="0"/>
              <a:t>Of just how fragile life can be
15-  JE VEUX CRIER QUE J’AI TROUVÉ UN AMOUR QUI M’A TRANSFORMÉ </a:t>
            </a:r>
          </a:p>
          <a:p>
            <a:r>
              <a:rPr lang="fr-FR" b="0" smtClean="0"/>
              <a:t>I want to tell the world I found A love that turned my life around
16-  LEUR DIRE QU’ILS PEUVENT  LE GOÛTER ET LE VOIR </a:t>
            </a:r>
          </a:p>
          <a:p>
            <a:r>
              <a:rPr lang="fr-FR" b="0" smtClean="0"/>
              <a:t>They need to know that they can taste and see
17-  ET CHAQUE JOUR JE PRIE QUE MON CŒUR LUI SOIT SOUMIS </a:t>
            </a:r>
          </a:p>
          <a:p>
            <a:r>
              <a:rPr lang="fr-FR" b="0" smtClean="0"/>
              <a:t>Now everyday I'm praying Just to give my heart away
18-  JE VEUX VIVRE POUR JÉSUS </a:t>
            </a:r>
          </a:p>
          <a:p>
            <a:r>
              <a:rPr lang="fr-FR" b="0" smtClean="0"/>
              <a:t>I want live for Jesus
19-  POUR QUE QUELQU’UN  VOIE AUSSI QU’IL EST… 
So that someone else might see that He is...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20-  ET QUAND J’EXAMINERAI  MA VIE À LA FIN </a:t>
            </a:r>
          </a:p>
          <a:p>
            <a:r>
              <a:rPr lang="fr-FR" b="0" smtClean="0"/>
              <a:t>And looking back over my life at the end
21-  JE TE VERRAI ET DIRAI QUE TU AS ÉTÉ 
I'll go to meet You saying You've been</a:t>
            </a:r>
          </a:p>
          <a:p>
            <a:r>
              <a:rPr lang="fr-FR" b="0" smtClean="0"/>
              <a:t>22-  TOUT POUR MOI IL EST PLUS QU’UNE HISTOIRE </a:t>
            </a:r>
          </a:p>
          <a:p>
            <a:r>
              <a:rPr lang="fr-FR" b="0" smtClean="0"/>
              <a:t>You're everything to me You're more than a story
23-  PLUS QUE LES MOTS  DES PAGES D’UN RÉCIT 
More than words on a page of history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24-  TU ES TOUT POUR MOI TU ES PLUS QU’UNE HISTOIRE </a:t>
            </a:r>
          </a:p>
          <a:p>
            <a:r>
              <a:rPr lang="fr-FR" b="0" smtClean="0"/>
              <a:t>	You’re Everything to me You’re more than a story
	25-  PLUS QUE LES MOTS  DES PAGES D’UN RÉCIT </a:t>
            </a:r>
          </a:p>
          <a:p>
            <a:r>
              <a:rPr lang="fr-FR" b="0" smtClean="0"/>
              <a:t>	More than words on a page of history
	26-  TU ES L’AIR QUE J’INSPIRE  L’EAU DONT J’AI BESOIN </a:t>
            </a:r>
          </a:p>
          <a:p>
            <a:r>
              <a:rPr lang="fr-FR" b="0" smtClean="0"/>
              <a:t>	You’re the air that I breathe The water I thirst for
	27-  TU ES LE SOL SOUS MES PAS OH ! TU ES TOUT, TU ES TOUT POUR MOI 
	And the ground beneath my feet You’re everything, Lord, You're everything to me</a:t>
            </a:r>
          </a:p>
          <a:p>
            <a:endParaRPr lang="fr-FR" b="0" smtClean="0"/>
          </a:p>
          <a:p>
            <a:r>
              <a:rPr lang="fr-FR" b="0" smtClean="0"/>
              <a:t>28- TU ES TOUT POUR MOI</a:t>
            </a:r>
          </a:p>
          <a:p>
            <a:r>
              <a:rPr lang="fr-FR" b="0" smtClean="0"/>
              <a:t>You're everything to me</a:t>
            </a: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GRANDI À L’ÉCOLE DU DIMANCHE ET MÉMORISÉ LES RÈGLES D’OR</a:t>
            </a:r>
          </a:p>
          <a:p>
            <a:r>
              <a:rPr lang="fr-FR" smtClean="0"/>
              <a:t>I grew up in Sunday school I memorized the Golden Rule
2-  ET COMMENT JÉSUS A LIBÉRÉ  LES PÉCHEURS</a:t>
            </a:r>
          </a:p>
          <a:p>
            <a:r>
              <a:rPr lang="fr-FR" smtClean="0"/>
              <a:t>And how Jesus came to set the sinner free 
3-  JE PEUX VOUS RACONTER L’HISTOIRE </a:t>
            </a:r>
          </a:p>
          <a:p>
            <a:r>
              <a:rPr lang="fr-FR" smtClean="0"/>
              <a:t>I know the story inside out
4-  CE CHEMIN DE CROIX  CES HEURES NOIRES </a:t>
            </a:r>
          </a:p>
          <a:p>
            <a:r>
              <a:rPr lang="fr-FR" smtClean="0"/>
              <a:t>I can tell you all about
5-  QUI L’ONT CONDUIT  SUR LE MONT DU CALVAIRE </a:t>
            </a:r>
          </a:p>
          <a:p>
            <a:r>
              <a:rPr lang="fr-FR" smtClean="0"/>
              <a:t>The path that led Him up to Calvary
6-  MAIS POURQUOI M’AIME-T-IL ? JE NE SAIS L’EXPLIQUER </a:t>
            </a:r>
          </a:p>
          <a:p>
            <a:r>
              <a:rPr lang="fr-FR" smtClean="0"/>
              <a:t>But ask me why He loves me And I don't know what to say
7-  JE NE SERAI PLUS JAMAIS LE MÊME IL A CHANGÉ MA VIE EN DEVENANT </a:t>
            </a:r>
          </a:p>
          <a:p>
            <a:r>
              <a:rPr lang="fr-FR" smtClean="0"/>
              <a:t>But I'll never be the same Because He changed my life when He became...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8-  TOUT POUR MOI IL EST PLUS QU’UNE HISTOIRE </a:t>
            </a:r>
          </a:p>
          <a:p>
            <a:r>
              <a:rPr lang="fr-FR" smtClean="0"/>
              <a:t>	Everything to me He's more than a story
	9-  PLUS QUE LES MOTS  DES PAGES D’UN RÉCIT </a:t>
            </a:r>
          </a:p>
          <a:p>
            <a:r>
              <a:rPr lang="fr-FR" smtClean="0"/>
              <a:t>	More than words on a page of history
	10-  IL EST L’AIR QUE J’INSPIRE  L’EAU DONT J’AI BESOIN </a:t>
            </a:r>
          </a:p>
          <a:p>
            <a:r>
              <a:rPr lang="fr-FR" smtClean="0"/>
              <a:t>	He's the air that I breathe The water I thirst for
	11-  IL EST LE SOL SOUS MES PAS OH ! IL EST TOUT, IL EST TOUT POUR MOI 
	And the ground beneath my feet He's everything, everything to me</a:t>
            </a:r>
          </a:p>
          <a:p>
            <a:endParaRPr lang="fr-FR" smtClean="0"/>
          </a:p>
          <a:p>
            <a:r>
              <a:rPr lang="fr-FR" smtClean="0"/>
              <a:t>12-  NOUS VIVONS DES TEMPS INCERTAINS </a:t>
            </a:r>
          </a:p>
          <a:p>
            <a:r>
              <a:rPr lang="fr-FR" smtClean="0"/>
              <a:t>We're living in uncertain times
13-  QUI ME FONT COMPRENDRE  À QUEL POINT </a:t>
            </a:r>
          </a:p>
          <a:p>
            <a:r>
              <a:rPr lang="fr-FR" smtClean="0"/>
              <a:t>And more and more I find that I'm aware
14-  LA VIE PEUT ÊTRE FRAGILE PARFOIS </a:t>
            </a:r>
          </a:p>
          <a:p>
            <a:r>
              <a:rPr lang="fr-FR" smtClean="0"/>
              <a:t>Of just how fragile life can be
15-  JE VEUX CRIER QUE J’AI TROUVÉ UN AMOUR QUI M’A TRANSFORMÉ </a:t>
            </a:r>
          </a:p>
          <a:p>
            <a:r>
              <a:rPr lang="fr-FR" smtClean="0"/>
              <a:t>I want to tell the world I found A love that turned my life around
16-  LEUR DIRE QU’ILS PEUVENT  LE GOÛTER ET LE VOIR </a:t>
            </a:r>
          </a:p>
          <a:p>
            <a:r>
              <a:rPr lang="fr-FR" smtClean="0"/>
              <a:t>They need to know that they can taste and see
17-  ET CHAQUE JOUR JE PRIE QUE MON CŒUR LUI SOIT SOUMIS </a:t>
            </a:r>
          </a:p>
          <a:p>
            <a:r>
              <a:rPr lang="fr-FR" smtClean="0"/>
              <a:t>Now everyday I'm praying Just to give my heart away
18-  JE VEUX VIVRE POUR JÉSUS </a:t>
            </a:r>
          </a:p>
          <a:p>
            <a:r>
              <a:rPr lang="fr-FR" smtClean="0"/>
              <a:t>I want live for Jesus
19-  POUR QUE QUELQU’UN  VOIE AUSSI QU’IL EST… 
So that someone else might see that He is...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20-  ET QUAND J’EXAMINERAI  MA VIE À LA FIN </a:t>
            </a:r>
          </a:p>
          <a:p>
            <a:r>
              <a:rPr lang="fr-FR" smtClean="0"/>
              <a:t>And looking back over my life at the end
21-  JE TE VERRAI ET DIRAI QUE TU AS ÉTÉ 
I'll go to meet You saying You've been</a:t>
            </a:r>
          </a:p>
          <a:p>
            <a:r>
              <a:rPr lang="fr-FR" smtClean="0"/>
              <a:t>22-  TOUT POUR MOI IL EST PLUS QU’UNE HISTOIRE </a:t>
            </a:r>
          </a:p>
          <a:p>
            <a:r>
              <a:rPr lang="fr-FR" smtClean="0"/>
              <a:t>You're everything to me You're more than a story
23-  PLUS QUE LES MOTS  DES PAGES D’UN RÉCIT 
More than words on a page of history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24-  TU ES TOUT POUR MOI TU ES PLUS QU’UNE HISTOIRE </a:t>
            </a:r>
          </a:p>
          <a:p>
            <a:r>
              <a:rPr lang="fr-FR" smtClean="0"/>
              <a:t>	You’re Everything to me You’re more than a story
	25-  PLUS QUE LES MOTS  DES PAGES D’UN RÉCIT </a:t>
            </a:r>
          </a:p>
          <a:p>
            <a:r>
              <a:rPr lang="fr-FR" smtClean="0"/>
              <a:t>	More than words on a page of history
	26-  TU ES L’AIR QUE J’INSPIRE  L’EAU DONT J’AI BESOIN </a:t>
            </a:r>
          </a:p>
          <a:p>
            <a:r>
              <a:rPr lang="fr-FR" smtClean="0"/>
              <a:t>	You’re the air that I breathe The water I thirst for
	27-  TU ES LE SOL SOUS MES PAS OH ! TU ES TOUT, TU ES TOUT POUR MOI 
	And the ground beneath my feet You’re everything, Lord, You're everything to me</a:t>
            </a:r>
          </a:p>
          <a:p>
            <a:endParaRPr lang="fr-FR" smtClean="0"/>
          </a:p>
          <a:p>
            <a:r>
              <a:rPr lang="fr-FR" smtClean="0"/>
              <a:t>28- TU ES TOUT POUR MOI</a:t>
            </a:r>
          </a:p>
          <a:p>
            <a:r>
              <a:rPr lang="fr-FR" smtClean="0"/>
              <a:t>You're everything to 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J’AI GRANDI À L’ÉCOLE DU DIMANCHE ET MÉMORISÉ LES RÈGLES D’OR</a:t>
            </a:r>
          </a:p>
          <a:p>
            <a:r>
              <a:rPr lang="fr-FR" b="0" smtClean="0"/>
              <a:t>I grew up in Sunday school I memorized the Golden Rule
2-  ET COMMENT JÉSUS A LIBÉRÉ  LES PÉCHEURS</a:t>
            </a:r>
          </a:p>
          <a:p>
            <a:r>
              <a:rPr lang="fr-FR" b="0" smtClean="0"/>
              <a:t>And how Jesus came to set the sinner free 
3-  JE PEUX VOUS RACONTER L’HISTOIRE </a:t>
            </a:r>
          </a:p>
          <a:p>
            <a:r>
              <a:rPr lang="fr-FR" b="0" smtClean="0"/>
              <a:t>I know the story inside out
4-  CE CHEMIN DE CROIX  CES HEURES NOIRES </a:t>
            </a:r>
          </a:p>
          <a:p>
            <a:r>
              <a:rPr lang="fr-FR" b="0" smtClean="0"/>
              <a:t>I can tell you all about
5-  QUI L’ONT CONDUIT  SUR LE MONT DU CALVAIRE </a:t>
            </a:r>
          </a:p>
          <a:p>
            <a:r>
              <a:rPr lang="fr-FR" b="0" smtClean="0"/>
              <a:t>The path that led Him up to Calvary
6-  MAIS POURQUOI M’AIME-T-IL ? JE NE SAIS L’EXPLIQUER </a:t>
            </a:r>
          </a:p>
          <a:p>
            <a:r>
              <a:rPr lang="fr-FR" b="0" smtClean="0"/>
              <a:t>But ask me why He loves me And I don't know what to say
7-  JE NE SERAI PLUS JAMAIS LE MÊME IL A CHANGÉ MA VIE EN DEVENANT </a:t>
            </a:r>
          </a:p>
          <a:p>
            <a:r>
              <a:rPr lang="fr-FR" b="0" smtClean="0"/>
              <a:t>But I'll never be the same Because He changed my life when He became...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8-  TOUT POUR MOI IL EST PLUS QU’UNE HISTOIRE </a:t>
            </a:r>
          </a:p>
          <a:p>
            <a:r>
              <a:rPr lang="fr-FR" b="0" smtClean="0"/>
              <a:t>	Everything to me He's more than a story
	9-  PLUS QUE LES MOTS  DES PAGES D’UN RÉCIT </a:t>
            </a:r>
          </a:p>
          <a:p>
            <a:r>
              <a:rPr lang="fr-FR" b="0" smtClean="0"/>
              <a:t>	More than words on a page of history
	10-  IL EST L’AIR QUE J’INSPIRE  L’EAU DONT J’AI BESOIN </a:t>
            </a:r>
          </a:p>
          <a:p>
            <a:r>
              <a:rPr lang="fr-FR" b="0" smtClean="0"/>
              <a:t>	He's the air that I breathe The water I thirst for
	11-  IL EST LE SOL SOUS MES PAS OH ! IL EST TOUT, IL EST TOUT POUR MOI 
	And the ground beneath my feet He's everything, everything to me</a:t>
            </a:r>
          </a:p>
          <a:p>
            <a:endParaRPr lang="fr-FR" b="0" smtClean="0"/>
          </a:p>
          <a:p>
            <a:r>
              <a:rPr lang="fr-FR" b="0" smtClean="0"/>
              <a:t>12-  NOUS VIVONS DES TEMPS INCERTAINS </a:t>
            </a:r>
          </a:p>
          <a:p>
            <a:r>
              <a:rPr lang="fr-FR" b="0" smtClean="0"/>
              <a:t>We're living in uncertain times
13-  QUI ME FONT COMPRENDRE  À QUEL POINT </a:t>
            </a:r>
          </a:p>
          <a:p>
            <a:r>
              <a:rPr lang="fr-FR" b="0" smtClean="0"/>
              <a:t>And more and more I find that I'm aware
14-  LA VIE PEUT ÊTRE FRAGILE PARFOIS </a:t>
            </a:r>
          </a:p>
          <a:p>
            <a:r>
              <a:rPr lang="fr-FR" b="0" smtClean="0"/>
              <a:t>Of just how fragile life can be
15-  JE VEUX CRIER QUE J’AI TROUVÉ UN AMOUR QUI M’A TRANSFORMÉ </a:t>
            </a:r>
          </a:p>
          <a:p>
            <a:r>
              <a:rPr lang="fr-FR" b="0" smtClean="0"/>
              <a:t>I want to tell the world I found A love that turned my life around
16-  LEUR DIRE QU’ILS PEUVENT  LE GOÛTER ET LE VOIR </a:t>
            </a:r>
          </a:p>
          <a:p>
            <a:r>
              <a:rPr lang="fr-FR" b="0" smtClean="0"/>
              <a:t>They need to know that they can taste and see
17-  ET CHAQUE JOUR JE PRIE QUE MON CŒUR LUI SOIT SOUMIS </a:t>
            </a:r>
          </a:p>
          <a:p>
            <a:r>
              <a:rPr lang="fr-FR" b="0" smtClean="0"/>
              <a:t>Now everyday I'm praying Just to give my heart away
18-  JE VEUX VIVRE POUR JÉSUS </a:t>
            </a:r>
          </a:p>
          <a:p>
            <a:r>
              <a:rPr lang="fr-FR" b="0" smtClean="0"/>
              <a:t>I want live for Jesus
19-  POUR QUE QUELQU’UN  VOIE AUSSI QU’IL EST… 
So that someone else might see that He is...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20-  ET QUAND J’EXAMINERAI  MA VIE À LA FIN </a:t>
            </a:r>
          </a:p>
          <a:p>
            <a:r>
              <a:rPr lang="fr-FR" b="0" smtClean="0"/>
              <a:t>And looking back over my life at the end
21-  JE TE VERRAI ET DIRAI QUE TU AS ÉTÉ 
I'll go to meet You saying You've been</a:t>
            </a:r>
          </a:p>
          <a:p>
            <a:r>
              <a:rPr lang="fr-FR" b="0" smtClean="0"/>
              <a:t>22-  TOUT POUR MOI IL EST PLUS QU’UNE HISTOIRE </a:t>
            </a:r>
          </a:p>
          <a:p>
            <a:r>
              <a:rPr lang="fr-FR" b="0" smtClean="0"/>
              <a:t>You're everything to me You're more than a story
23-  PLUS QUE LES MOTS  DES PAGES D’UN RÉCIT 
More than words on a page of history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24-  TU ES TOUT POUR MOI TU ES PLUS QU’UNE HISTOIRE </a:t>
            </a:r>
          </a:p>
          <a:p>
            <a:r>
              <a:rPr lang="fr-FR" b="0" smtClean="0"/>
              <a:t>	You’re Everything to me You’re more than a story
	25-  PLUS QUE LES MOTS  DES PAGES D’UN RÉCIT </a:t>
            </a:r>
          </a:p>
          <a:p>
            <a:r>
              <a:rPr lang="fr-FR" b="0" smtClean="0"/>
              <a:t>	More than words on a page of history
	26-  TU ES L’AIR QUE J’INSPIRE  L’EAU DONT J’AI BESOIN </a:t>
            </a:r>
          </a:p>
          <a:p>
            <a:r>
              <a:rPr lang="fr-FR" b="0" smtClean="0"/>
              <a:t>	You’re the air that I breathe The water I thirst for
	27-  TU ES LE SOL SOUS MES PAS OH ! TU ES TOUT, TU ES TOUT POUR MOI 
	And the ground beneath my feet You’re everything, Lord, You're everything to me</a:t>
            </a:r>
          </a:p>
          <a:p>
            <a:endParaRPr lang="fr-FR" b="0" smtClean="0"/>
          </a:p>
          <a:p>
            <a:r>
              <a:rPr lang="fr-FR" b="0" smtClean="0"/>
              <a:t>28- TU ES TOUT POUR MOI</a:t>
            </a:r>
          </a:p>
          <a:p>
            <a:r>
              <a:rPr lang="fr-FR" b="0" smtClean="0"/>
              <a:t>You're everything to me</a:t>
            </a: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GRANDI À L’ÉCOLE DU DIMANCHE ET MÉMORISÉ LES RÈGLES D’OR</a:t>
            </a:r>
          </a:p>
          <a:p>
            <a:r>
              <a:rPr lang="fr-FR" smtClean="0"/>
              <a:t>I grew up in Sunday school I memorized the Golden Rule
2-  ET COMMENT JÉSUS A LIBÉRÉ  LES PÉCHEURS</a:t>
            </a:r>
          </a:p>
          <a:p>
            <a:r>
              <a:rPr lang="fr-FR" smtClean="0"/>
              <a:t>And how Jesus came to set the sinner free 
3-  JE PEUX VOUS RACONTER L’HISTOIRE </a:t>
            </a:r>
          </a:p>
          <a:p>
            <a:r>
              <a:rPr lang="fr-FR" smtClean="0"/>
              <a:t>I know the story inside out
4-  CE CHEMIN DE CROIX  CES HEURES NOIRES </a:t>
            </a:r>
          </a:p>
          <a:p>
            <a:r>
              <a:rPr lang="fr-FR" smtClean="0"/>
              <a:t>I can tell you all about
5-  QUI L’ONT CONDUIT  SUR LE MONT DU CALVAIRE </a:t>
            </a:r>
          </a:p>
          <a:p>
            <a:r>
              <a:rPr lang="fr-FR" smtClean="0"/>
              <a:t>The path that led Him up to Calvary
6-  MAIS POURQUOI M’AIME-T-IL ? JE NE SAIS L’EXPLIQUER </a:t>
            </a:r>
          </a:p>
          <a:p>
            <a:r>
              <a:rPr lang="fr-FR" smtClean="0"/>
              <a:t>But ask me why He loves me And I don't know what to say
7-  JE NE SERAI PLUS JAMAIS LE MÊME IL A CHANGÉ MA VIE EN DEVENANT </a:t>
            </a:r>
          </a:p>
          <a:p>
            <a:r>
              <a:rPr lang="fr-FR" smtClean="0"/>
              <a:t>But I'll never be the same Because He changed my life when He became...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8-  TOUT POUR MOI IL EST PLUS QU’UNE HISTOIRE </a:t>
            </a:r>
          </a:p>
          <a:p>
            <a:r>
              <a:rPr lang="fr-FR" smtClean="0"/>
              <a:t>	Everything to me He's more than a story
	9-  PLUS QUE LES MOTS  DES PAGES D’UN RÉCIT </a:t>
            </a:r>
          </a:p>
          <a:p>
            <a:r>
              <a:rPr lang="fr-FR" smtClean="0"/>
              <a:t>	More than words on a page of history
	10-  IL EST L’AIR QUE J’INSPIRE  L’EAU DONT J’AI BESOIN </a:t>
            </a:r>
          </a:p>
          <a:p>
            <a:r>
              <a:rPr lang="fr-FR" smtClean="0"/>
              <a:t>	He's the air that I breathe The water I thirst for
	11-  IL EST LE SOL SOUS MES PAS OH ! IL EST TOUT, IL EST TOUT POUR MOI 
	And the ground beneath my feet He's everything, everything to me</a:t>
            </a:r>
          </a:p>
          <a:p>
            <a:endParaRPr lang="fr-FR" smtClean="0"/>
          </a:p>
          <a:p>
            <a:r>
              <a:rPr lang="fr-FR" smtClean="0"/>
              <a:t>12-  NOUS VIVONS DES TEMPS INCERTAINS </a:t>
            </a:r>
          </a:p>
          <a:p>
            <a:r>
              <a:rPr lang="fr-FR" smtClean="0"/>
              <a:t>We're living in uncertain times
13-  QUI ME FONT COMPRENDRE  À QUEL POINT </a:t>
            </a:r>
          </a:p>
          <a:p>
            <a:r>
              <a:rPr lang="fr-FR" smtClean="0"/>
              <a:t>And more and more I find that I'm aware
14-  LA VIE PEUT ÊTRE FRAGILE PARFOIS </a:t>
            </a:r>
          </a:p>
          <a:p>
            <a:r>
              <a:rPr lang="fr-FR" smtClean="0"/>
              <a:t>Of just how fragile life can be
15-  JE VEUX CRIER QUE J’AI TROUVÉ UN AMOUR QUI M’A TRANSFORMÉ </a:t>
            </a:r>
          </a:p>
          <a:p>
            <a:r>
              <a:rPr lang="fr-FR" smtClean="0"/>
              <a:t>I want to tell the world I found A love that turned my life around
16-  LEUR DIRE QU’ILS PEUVENT  LE GOÛTER ET LE VOIR </a:t>
            </a:r>
          </a:p>
          <a:p>
            <a:r>
              <a:rPr lang="fr-FR" smtClean="0"/>
              <a:t>They need to know that they can taste and see
17-  ET CHAQUE JOUR JE PRIE QUE MON CŒUR LUI SOIT SOUMIS </a:t>
            </a:r>
          </a:p>
          <a:p>
            <a:r>
              <a:rPr lang="fr-FR" smtClean="0"/>
              <a:t>Now everyday I'm praying Just to give my heart away
18-  JE VEUX VIVRE POUR JÉSUS </a:t>
            </a:r>
          </a:p>
          <a:p>
            <a:r>
              <a:rPr lang="fr-FR" smtClean="0"/>
              <a:t>I want live for Jesus
19-  POUR QUE QUELQU’UN  VOIE AUSSI QU’IL EST… 
So that someone else might see that He is...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20-  ET QUAND J’EXAMINERAI  MA VIE À LA FIN </a:t>
            </a:r>
          </a:p>
          <a:p>
            <a:r>
              <a:rPr lang="fr-FR" smtClean="0"/>
              <a:t>And looking back over my life at the end
21-  JE TE VERRAI ET DIRAI QUE TU AS ÉTÉ 
I'll go to meet You saying You've been</a:t>
            </a:r>
          </a:p>
          <a:p>
            <a:r>
              <a:rPr lang="fr-FR" smtClean="0"/>
              <a:t>22-  TOUT POUR MOI IL EST PLUS QU’UNE HISTOIRE </a:t>
            </a:r>
          </a:p>
          <a:p>
            <a:r>
              <a:rPr lang="fr-FR" smtClean="0"/>
              <a:t>You're everything to me You're more than a story
23-  PLUS QUE LES MOTS  DES PAGES D’UN RÉCIT 
More than words on a page of history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24-  TU ES TOUT POUR MOI TU ES PLUS QU’UNE HISTOIRE </a:t>
            </a:r>
          </a:p>
          <a:p>
            <a:r>
              <a:rPr lang="fr-FR" smtClean="0"/>
              <a:t>	You’re Everything to me You’re more than a story
	25-  PLUS QUE LES MOTS  DES PAGES D’UN RÉCIT </a:t>
            </a:r>
          </a:p>
          <a:p>
            <a:r>
              <a:rPr lang="fr-FR" smtClean="0"/>
              <a:t>	More than words on a page of history
	26-  TU ES L’AIR QUE J’INSPIRE  L’EAU DONT J’AI BESOIN </a:t>
            </a:r>
          </a:p>
          <a:p>
            <a:r>
              <a:rPr lang="fr-FR" smtClean="0"/>
              <a:t>	You’re the air that I breathe The water I thirst for
	27-  TU ES LE SOL SOUS MES PAS OH ! TU ES TOUT, TU ES TOUT POUR MOI 
	And the ground beneath my feet You’re everything, Lord, You're everything to me</a:t>
            </a:r>
          </a:p>
          <a:p>
            <a:endParaRPr lang="fr-FR" smtClean="0"/>
          </a:p>
          <a:p>
            <a:r>
              <a:rPr lang="fr-FR" smtClean="0"/>
              <a:t>28- TU ES TOUT POUR MOI</a:t>
            </a:r>
          </a:p>
          <a:p>
            <a:r>
              <a:rPr lang="fr-FR" smtClean="0"/>
              <a:t>You're everything to 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J’AI GRANDI À L’ÉCOLE DU DIMANCHE ET MÉMORISÉ LES RÈGLES D’OR</a:t>
            </a:r>
          </a:p>
          <a:p>
            <a:r>
              <a:rPr lang="fr-FR" b="0" smtClean="0"/>
              <a:t>I grew up in Sunday school I memorized the Golden Rule
2-  ET COMMENT JÉSUS A LIBÉRÉ  LES PÉCHEURS</a:t>
            </a:r>
          </a:p>
          <a:p>
            <a:r>
              <a:rPr lang="fr-FR" b="0" smtClean="0"/>
              <a:t>And how Jesus came to set the sinner free 
3-  JE PEUX VOUS RACONTER L’HISTOIRE </a:t>
            </a:r>
          </a:p>
          <a:p>
            <a:r>
              <a:rPr lang="fr-FR" b="0" smtClean="0"/>
              <a:t>I know the story inside out
4-  CE CHEMIN DE CROIX  CES HEURES NOIRES </a:t>
            </a:r>
          </a:p>
          <a:p>
            <a:r>
              <a:rPr lang="fr-FR" b="0" smtClean="0"/>
              <a:t>I can tell you all about
5-  QUI L’ONT CONDUIT  SUR LE MONT DU CALVAIRE </a:t>
            </a:r>
          </a:p>
          <a:p>
            <a:r>
              <a:rPr lang="fr-FR" b="0" smtClean="0"/>
              <a:t>The path that led Him up to Calvary
6-  MAIS POURQUOI M’AIME-T-IL ? JE NE SAIS L’EXPLIQUER </a:t>
            </a:r>
          </a:p>
          <a:p>
            <a:r>
              <a:rPr lang="fr-FR" b="0" smtClean="0"/>
              <a:t>But ask me why He loves me And I don't know what to say
7-  JE NE SERAI PLUS JAMAIS LE MÊME IL A CHANGÉ MA VIE EN DEVENANT </a:t>
            </a:r>
          </a:p>
          <a:p>
            <a:r>
              <a:rPr lang="fr-FR" b="0" smtClean="0"/>
              <a:t>But I'll never be the same Because He changed my life when He became...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8-  TOUT POUR MOI IL EST PLUS QU’UNE HISTOIRE </a:t>
            </a:r>
          </a:p>
          <a:p>
            <a:r>
              <a:rPr lang="fr-FR" b="0" smtClean="0"/>
              <a:t>	Everything to me He's more than a story
	9-  PLUS QUE LES MOTS  DES PAGES D’UN RÉCIT </a:t>
            </a:r>
          </a:p>
          <a:p>
            <a:r>
              <a:rPr lang="fr-FR" b="0" smtClean="0"/>
              <a:t>	More than words on a page of history
	10-  IL EST L’AIR QUE J’INSPIRE  L’EAU DONT J’AI BESOIN </a:t>
            </a:r>
          </a:p>
          <a:p>
            <a:r>
              <a:rPr lang="fr-FR" b="0" smtClean="0"/>
              <a:t>	He's the air that I breathe The water I thirst for
	11-  IL EST LE SOL SOUS MES PAS OH ! IL EST TOUT, IL EST TOUT POUR MOI 
	And the ground beneath my feet He's everything, everything to me</a:t>
            </a:r>
          </a:p>
          <a:p>
            <a:endParaRPr lang="fr-FR" b="0" smtClean="0"/>
          </a:p>
          <a:p>
            <a:r>
              <a:rPr lang="fr-FR" b="0" smtClean="0"/>
              <a:t>12-  NOUS VIVONS DES TEMPS INCERTAINS </a:t>
            </a:r>
          </a:p>
          <a:p>
            <a:r>
              <a:rPr lang="fr-FR" b="0" smtClean="0"/>
              <a:t>We're living in uncertain times
13-  QUI ME FONT COMPRENDRE  À QUEL POINT </a:t>
            </a:r>
          </a:p>
          <a:p>
            <a:r>
              <a:rPr lang="fr-FR" b="0" smtClean="0"/>
              <a:t>And more and more I find that I'm aware
14-  LA VIE PEUT ÊTRE FRAGILE PARFOIS </a:t>
            </a:r>
          </a:p>
          <a:p>
            <a:r>
              <a:rPr lang="fr-FR" b="0" smtClean="0"/>
              <a:t>Of just how fragile life can be
15-  JE VEUX CRIER QUE J’AI TROUVÉ UN AMOUR QUI M’A TRANSFORMÉ </a:t>
            </a:r>
          </a:p>
          <a:p>
            <a:r>
              <a:rPr lang="fr-FR" b="0" smtClean="0"/>
              <a:t>I want to tell the world I found A love that turned my life around
16-  LEUR DIRE QU’ILS PEUVENT  LE GOÛTER ET LE VOIR </a:t>
            </a:r>
          </a:p>
          <a:p>
            <a:r>
              <a:rPr lang="fr-FR" b="0" smtClean="0"/>
              <a:t>They need to know that they can taste and see
17-  ET CHAQUE JOUR JE PRIE QUE MON CŒUR LUI SOIT SOUMIS </a:t>
            </a:r>
          </a:p>
          <a:p>
            <a:r>
              <a:rPr lang="fr-FR" b="0" smtClean="0"/>
              <a:t>Now everyday I'm praying Just to give my heart away
18-  JE VEUX VIVRE POUR JÉSUS </a:t>
            </a:r>
          </a:p>
          <a:p>
            <a:r>
              <a:rPr lang="fr-FR" b="0" smtClean="0"/>
              <a:t>I want live for Jesus
19-  POUR QUE QUELQU’UN  VOIE AUSSI QU’IL EST… 
So that someone else might see that He is...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20-  ET QUAND J’EXAMINERAI  MA VIE À LA FIN </a:t>
            </a:r>
          </a:p>
          <a:p>
            <a:r>
              <a:rPr lang="fr-FR" b="0" smtClean="0"/>
              <a:t>And looking back over my life at the end
21-  JE TE VERRAI ET DIRAI QUE TU AS ÉTÉ 
I'll go to meet You saying You've been</a:t>
            </a:r>
          </a:p>
          <a:p>
            <a:r>
              <a:rPr lang="fr-FR" b="0" smtClean="0"/>
              <a:t>22-  TOUT POUR MOI IL EST PLUS QU’UNE HISTOIRE </a:t>
            </a:r>
          </a:p>
          <a:p>
            <a:r>
              <a:rPr lang="fr-FR" b="0" smtClean="0"/>
              <a:t>You're everything to me You're more than a story
23-  PLUS QUE LES MOTS  DES PAGES D’UN RÉCIT 
More than words on a page of history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24-  TU ES TOUT POUR MOI TU ES PLUS QU’UNE HISTOIRE </a:t>
            </a:r>
          </a:p>
          <a:p>
            <a:r>
              <a:rPr lang="fr-FR" b="0" smtClean="0"/>
              <a:t>	You’re Everything to me You’re more than a story
	25-  PLUS QUE LES MOTS  DES PAGES D’UN RÉCIT </a:t>
            </a:r>
          </a:p>
          <a:p>
            <a:r>
              <a:rPr lang="fr-FR" b="0" smtClean="0"/>
              <a:t>	More than words on a page of history
	26-  TU ES L’AIR QUE J’INSPIRE  L’EAU DONT J’AI BESOIN </a:t>
            </a:r>
          </a:p>
          <a:p>
            <a:r>
              <a:rPr lang="fr-FR" b="0" smtClean="0"/>
              <a:t>	You’re the air that I breathe The water I thirst for
	27-  TU ES LE SOL SOUS MES PAS OH ! TU ES TOUT, TU ES TOUT POUR MOI 
	And the ground beneath my feet You’re everything, Lord, You're everything to me</a:t>
            </a:r>
          </a:p>
          <a:p>
            <a:endParaRPr lang="fr-FR" b="0" smtClean="0"/>
          </a:p>
          <a:p>
            <a:r>
              <a:rPr lang="fr-FR" b="0" smtClean="0"/>
              <a:t>28- TU ES TOUT POUR MOI</a:t>
            </a:r>
          </a:p>
          <a:p>
            <a:r>
              <a:rPr lang="fr-FR" b="0" smtClean="0"/>
              <a:t>You're everything to me</a:t>
            </a: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GRANDI À L’ÉCOLE DU DIMANCHE ET MÉMORISÉ LES RÈGLES D’OR</a:t>
            </a:r>
          </a:p>
          <a:p>
            <a:r>
              <a:rPr lang="fr-FR" smtClean="0"/>
              <a:t>I grew up in Sunday school I memorized the Golden Rule
2-  ET COMMENT JÉSUS A LIBÉRÉ  LES PÉCHEURS</a:t>
            </a:r>
          </a:p>
          <a:p>
            <a:r>
              <a:rPr lang="fr-FR" smtClean="0"/>
              <a:t>And how Jesus came to set the sinner free 
3-  JE PEUX VOUS RACONTER L’HISTOIRE </a:t>
            </a:r>
          </a:p>
          <a:p>
            <a:r>
              <a:rPr lang="fr-FR" smtClean="0"/>
              <a:t>I know the story inside out
4-  CE CHEMIN DE CROIX  CES HEURES NOIRES </a:t>
            </a:r>
          </a:p>
          <a:p>
            <a:r>
              <a:rPr lang="fr-FR" smtClean="0"/>
              <a:t>I can tell you all about
5-  QUI L’ONT CONDUIT  SUR LE MONT DU CALVAIRE </a:t>
            </a:r>
          </a:p>
          <a:p>
            <a:r>
              <a:rPr lang="fr-FR" smtClean="0"/>
              <a:t>The path that led Him up to Calvary
6-  MAIS POURQUOI M’AIME-T-IL ? JE NE SAIS L’EXPLIQUER </a:t>
            </a:r>
          </a:p>
          <a:p>
            <a:r>
              <a:rPr lang="fr-FR" smtClean="0"/>
              <a:t>But ask me why He loves me And I don't know what to say
7-  JE NE SERAI PLUS JAMAIS LE MÊME IL A CHANGÉ MA VIE EN DEVENANT </a:t>
            </a:r>
          </a:p>
          <a:p>
            <a:r>
              <a:rPr lang="fr-FR" smtClean="0"/>
              <a:t>But I'll never be the same Because He changed my life when He became...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8-  TOUT POUR MOI IL EST PLUS QU’UNE HISTOIRE </a:t>
            </a:r>
          </a:p>
          <a:p>
            <a:r>
              <a:rPr lang="fr-FR" smtClean="0"/>
              <a:t>	Everything to me He's more than a story
	9-  PLUS QUE LES MOTS  DES PAGES D’UN RÉCIT </a:t>
            </a:r>
          </a:p>
          <a:p>
            <a:r>
              <a:rPr lang="fr-FR" smtClean="0"/>
              <a:t>	More than words on a page of history
	10-  IL EST L’AIR QUE J’INSPIRE  L’EAU DONT J’AI BESOIN </a:t>
            </a:r>
          </a:p>
          <a:p>
            <a:r>
              <a:rPr lang="fr-FR" smtClean="0"/>
              <a:t>	He's the air that I breathe The water I thirst for
	11-  IL EST LE SOL SOUS MES PAS OH ! IL EST TOUT, IL EST TOUT POUR MOI 
	And the ground beneath my feet He's everything, everything to me</a:t>
            </a:r>
          </a:p>
          <a:p>
            <a:endParaRPr lang="fr-FR" smtClean="0"/>
          </a:p>
          <a:p>
            <a:r>
              <a:rPr lang="fr-FR" smtClean="0"/>
              <a:t>12-  NOUS VIVONS DES TEMPS INCERTAINS </a:t>
            </a:r>
          </a:p>
          <a:p>
            <a:r>
              <a:rPr lang="fr-FR" smtClean="0"/>
              <a:t>We're living in uncertain times
13-  QUI ME FONT COMPRENDRE  À QUEL POINT </a:t>
            </a:r>
          </a:p>
          <a:p>
            <a:r>
              <a:rPr lang="fr-FR" smtClean="0"/>
              <a:t>And more and more I find that I'm aware
14-  LA VIE PEUT ÊTRE FRAGILE PARFOIS </a:t>
            </a:r>
          </a:p>
          <a:p>
            <a:r>
              <a:rPr lang="fr-FR" smtClean="0"/>
              <a:t>Of just how fragile life can be
15-  JE VEUX CRIER QUE J’AI TROUVÉ UN AMOUR QUI M’A TRANSFORMÉ </a:t>
            </a:r>
          </a:p>
          <a:p>
            <a:r>
              <a:rPr lang="fr-FR" smtClean="0"/>
              <a:t>I want to tell the world I found A love that turned my life around
16-  LEUR DIRE QU’ILS PEUVENT  LE GOÛTER ET LE VOIR </a:t>
            </a:r>
          </a:p>
          <a:p>
            <a:r>
              <a:rPr lang="fr-FR" smtClean="0"/>
              <a:t>They need to know that they can taste and see
17-  ET CHAQUE JOUR JE PRIE QUE MON CŒUR LUI SOIT SOUMIS </a:t>
            </a:r>
          </a:p>
          <a:p>
            <a:r>
              <a:rPr lang="fr-FR" smtClean="0"/>
              <a:t>Now everyday I'm praying Just to give my heart away
18-  JE VEUX VIVRE POUR JÉSUS </a:t>
            </a:r>
          </a:p>
          <a:p>
            <a:r>
              <a:rPr lang="fr-FR" smtClean="0"/>
              <a:t>I want live for Jesus
19-  POUR QUE QUELQU’UN  VOIE AUSSI QU’IL EST… 
So that someone else might see that He is...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20-  ET QUAND J’EXAMINERAI  MA VIE À LA FIN </a:t>
            </a:r>
          </a:p>
          <a:p>
            <a:r>
              <a:rPr lang="fr-FR" smtClean="0"/>
              <a:t>And looking back over my life at the end
21-  JE TE VERRAI ET DIRAI QUE TU AS ÉTÉ 
I'll go to meet You saying You've been</a:t>
            </a:r>
          </a:p>
          <a:p>
            <a:r>
              <a:rPr lang="fr-FR" smtClean="0"/>
              <a:t>22-  TOUT POUR MOI IL EST PLUS QU’UNE HISTOIRE </a:t>
            </a:r>
          </a:p>
          <a:p>
            <a:r>
              <a:rPr lang="fr-FR" smtClean="0"/>
              <a:t>You're everything to me You're more than a story
23-  PLUS QUE LES MOTS  DES PAGES D’UN RÉCIT 
More than words on a page of history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24-  TU ES TOUT POUR MOI TU ES PLUS QU’UNE HISTOIRE </a:t>
            </a:r>
          </a:p>
          <a:p>
            <a:r>
              <a:rPr lang="fr-FR" smtClean="0"/>
              <a:t>	You’re Everything to me You’re more than a story
	25-  PLUS QUE LES MOTS  DES PAGES D’UN RÉCIT </a:t>
            </a:r>
          </a:p>
          <a:p>
            <a:r>
              <a:rPr lang="fr-FR" smtClean="0"/>
              <a:t>	More than words on a page of history
	26-  TU ES L’AIR QUE J’INSPIRE  L’EAU DONT J’AI BESOIN </a:t>
            </a:r>
          </a:p>
          <a:p>
            <a:r>
              <a:rPr lang="fr-FR" smtClean="0"/>
              <a:t>	You’re the air that I breathe The water I thirst for
	27-  TU ES LE SOL SOUS MES PAS OH ! TU ES TOUT, TU ES TOUT POUR MOI 
	And the ground beneath my feet You’re everything, Lord, You're everything to me</a:t>
            </a:r>
          </a:p>
          <a:p>
            <a:endParaRPr lang="fr-FR" smtClean="0"/>
          </a:p>
          <a:p>
            <a:r>
              <a:rPr lang="fr-FR" smtClean="0"/>
              <a:t>28- TU ES TOUT POUR MOI</a:t>
            </a:r>
          </a:p>
          <a:p>
            <a:r>
              <a:rPr lang="fr-FR" smtClean="0"/>
              <a:t>You're everything to 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J’AI GRANDI À L’ÉCOLE DU DIMANCHE ET MÉMORISÉ LES RÈGLES D’OR</a:t>
            </a:r>
          </a:p>
          <a:p>
            <a:r>
              <a:rPr lang="fr-FR" b="0" smtClean="0"/>
              <a:t>I grew up in Sunday school I memorized the Golden Rule
2-  ET COMMENT JÉSUS A LIBÉRÉ  LES PÉCHEURS</a:t>
            </a:r>
          </a:p>
          <a:p>
            <a:r>
              <a:rPr lang="fr-FR" b="0" smtClean="0"/>
              <a:t>And how Jesus came to set the sinner free 
3-  JE PEUX VOUS RACONTER L’HISTOIRE </a:t>
            </a:r>
          </a:p>
          <a:p>
            <a:r>
              <a:rPr lang="fr-FR" b="0" smtClean="0"/>
              <a:t>I know the story inside out
4-  CE CHEMIN DE CROIX  CES HEURES NOIRES </a:t>
            </a:r>
          </a:p>
          <a:p>
            <a:r>
              <a:rPr lang="fr-FR" b="0" smtClean="0"/>
              <a:t>I can tell you all about
5-  QUI L’ONT CONDUIT  SUR LE MONT DU CALVAIRE </a:t>
            </a:r>
          </a:p>
          <a:p>
            <a:r>
              <a:rPr lang="fr-FR" b="0" smtClean="0"/>
              <a:t>The path that led Him up to Calvary
6-  MAIS POURQUOI M’AIME-T-IL ? JE NE SAIS L’EXPLIQUER </a:t>
            </a:r>
          </a:p>
          <a:p>
            <a:r>
              <a:rPr lang="fr-FR" b="0" smtClean="0"/>
              <a:t>But ask me why He loves me And I don't know what to say
7-  JE NE SERAI PLUS JAMAIS LE MÊME IL A CHANGÉ MA VIE EN DEVENANT </a:t>
            </a:r>
          </a:p>
          <a:p>
            <a:r>
              <a:rPr lang="fr-FR" b="0" smtClean="0"/>
              <a:t>But I'll never be the same Because He changed my life when He became...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8-  TOUT POUR MOI IL EST PLUS QU’UNE HISTOIRE </a:t>
            </a:r>
          </a:p>
          <a:p>
            <a:r>
              <a:rPr lang="fr-FR" b="0" smtClean="0"/>
              <a:t>	Everything to me He's more than a story
	9-  PLUS QUE LES MOTS  DES PAGES D’UN RÉCIT </a:t>
            </a:r>
          </a:p>
          <a:p>
            <a:r>
              <a:rPr lang="fr-FR" b="0" smtClean="0"/>
              <a:t>	More than words on a page of history
	10-  IL EST L’AIR QUE J’INSPIRE  L’EAU DONT J’AI BESOIN </a:t>
            </a:r>
          </a:p>
          <a:p>
            <a:r>
              <a:rPr lang="fr-FR" b="0" smtClean="0"/>
              <a:t>	He's the air that I breathe The water I thirst for
	11-  IL EST LE SOL SOUS MES PAS OH ! IL EST TOUT, IL EST TOUT POUR MOI 
	And the ground beneath my feet He's everything, everything to me</a:t>
            </a:r>
          </a:p>
          <a:p>
            <a:endParaRPr lang="fr-FR" b="0" smtClean="0"/>
          </a:p>
          <a:p>
            <a:r>
              <a:rPr lang="fr-FR" b="0" smtClean="0"/>
              <a:t>12-  NOUS VIVONS DES TEMPS INCERTAINS </a:t>
            </a:r>
          </a:p>
          <a:p>
            <a:r>
              <a:rPr lang="fr-FR" b="0" smtClean="0"/>
              <a:t>We're living in uncertain times
13-  QUI ME FONT COMPRENDRE  À QUEL POINT </a:t>
            </a:r>
          </a:p>
          <a:p>
            <a:r>
              <a:rPr lang="fr-FR" b="0" smtClean="0"/>
              <a:t>And more and more I find that I'm aware
14-  LA VIE PEUT ÊTRE FRAGILE PARFOIS </a:t>
            </a:r>
          </a:p>
          <a:p>
            <a:r>
              <a:rPr lang="fr-FR" b="0" smtClean="0"/>
              <a:t>Of just how fragile life can be
15-  JE VEUX CRIER QUE J’AI TROUVÉ UN AMOUR QUI M’A TRANSFORMÉ </a:t>
            </a:r>
          </a:p>
          <a:p>
            <a:r>
              <a:rPr lang="fr-FR" b="0" smtClean="0"/>
              <a:t>I want to tell the world I found A love that turned my life around
16-  LEUR DIRE QU’ILS PEUVENT  LE GOÛTER ET LE VOIR </a:t>
            </a:r>
          </a:p>
          <a:p>
            <a:r>
              <a:rPr lang="fr-FR" b="0" smtClean="0"/>
              <a:t>They need to know that they can taste and see
17-  ET CHAQUE JOUR JE PRIE QUE MON CŒUR LUI SOIT SOUMIS </a:t>
            </a:r>
          </a:p>
          <a:p>
            <a:r>
              <a:rPr lang="fr-FR" b="0" smtClean="0"/>
              <a:t>Now everyday I'm praying Just to give my heart away
18-  JE VEUX VIVRE POUR JÉSUS </a:t>
            </a:r>
          </a:p>
          <a:p>
            <a:r>
              <a:rPr lang="fr-FR" b="0" smtClean="0"/>
              <a:t>I want live for Jesus
19-  POUR QUE QUELQU’UN  VOIE AUSSI QU’IL EST… 
So that someone else might see that He is...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20-  ET QUAND J’EXAMINERAI  MA VIE À LA FIN </a:t>
            </a:r>
          </a:p>
          <a:p>
            <a:r>
              <a:rPr lang="fr-FR" b="0" smtClean="0"/>
              <a:t>And looking back over my life at the end
21-  JE TE VERRAI ET DIRAI QUE TU AS ÉTÉ 
I'll go to meet You saying You've been</a:t>
            </a:r>
          </a:p>
          <a:p>
            <a:r>
              <a:rPr lang="fr-FR" b="0" smtClean="0"/>
              <a:t>22-  TOUT POUR MOI IL EST PLUS QU’UNE HISTOIRE </a:t>
            </a:r>
          </a:p>
          <a:p>
            <a:r>
              <a:rPr lang="fr-FR" b="0" smtClean="0"/>
              <a:t>You're everything to me You're more than a story
23-  PLUS QUE LES MOTS  DES PAGES D’UN RÉCIT 
More than words on a page of history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24-  TU ES TOUT POUR MOI TU ES PLUS QU’UNE HISTOIRE </a:t>
            </a:r>
          </a:p>
          <a:p>
            <a:r>
              <a:rPr lang="fr-FR" b="0" smtClean="0"/>
              <a:t>	You’re Everything to me You’re more than a story
	25-  PLUS QUE LES MOTS  DES PAGES D’UN RÉCIT </a:t>
            </a:r>
          </a:p>
          <a:p>
            <a:r>
              <a:rPr lang="fr-FR" b="0" smtClean="0"/>
              <a:t>	More than words on a page of history
	26-  TU ES L’AIR QUE J’INSPIRE  L’EAU DONT J’AI BESOIN </a:t>
            </a:r>
          </a:p>
          <a:p>
            <a:r>
              <a:rPr lang="fr-FR" b="0" smtClean="0"/>
              <a:t>	You’re the air that I breathe The water I thirst for
	27-  TU ES LE SOL SOUS MES PAS OH ! TU ES TOUT, TU ES TOUT POUR MOI 
	And the ground beneath my feet You’re everything, Lord, You're everything to me</a:t>
            </a:r>
          </a:p>
          <a:p>
            <a:endParaRPr lang="fr-FR" b="0" smtClean="0"/>
          </a:p>
          <a:p>
            <a:r>
              <a:rPr lang="fr-FR" b="0" smtClean="0"/>
              <a:t>28- TU ES TOUT POUR MOI</a:t>
            </a:r>
          </a:p>
          <a:p>
            <a:r>
              <a:rPr lang="fr-FR" b="0" smtClean="0"/>
              <a:t>You're everything to me</a:t>
            </a: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GRANDI À L’ÉCOLE DU DIMANCHE ET MÉMORISÉ LES RÈGLES D’OR</a:t>
            </a:r>
          </a:p>
          <a:p>
            <a:r>
              <a:rPr lang="fr-FR" smtClean="0"/>
              <a:t>I grew up in Sunday school I memorized the Golden Rule
2-  ET COMMENT JÉSUS A LIBÉRÉ  LES PÉCHEURS</a:t>
            </a:r>
          </a:p>
          <a:p>
            <a:r>
              <a:rPr lang="fr-FR" smtClean="0"/>
              <a:t>And how Jesus came to set the sinner free 
3-  JE PEUX VOUS RACONTER L’HISTOIRE </a:t>
            </a:r>
          </a:p>
          <a:p>
            <a:r>
              <a:rPr lang="fr-FR" smtClean="0"/>
              <a:t>I know the story inside out
4-  CE CHEMIN DE CROIX  CES HEURES NOIRES </a:t>
            </a:r>
          </a:p>
          <a:p>
            <a:r>
              <a:rPr lang="fr-FR" smtClean="0"/>
              <a:t>I can tell you all about
5-  QUI L’ONT CONDUIT  SUR LE MONT DU CALVAIRE </a:t>
            </a:r>
          </a:p>
          <a:p>
            <a:r>
              <a:rPr lang="fr-FR" smtClean="0"/>
              <a:t>The path that led Him up to Calvary
6-  MAIS POURQUOI M’AIME-T-IL ? JE NE SAIS L’EXPLIQUER </a:t>
            </a:r>
          </a:p>
          <a:p>
            <a:r>
              <a:rPr lang="fr-FR" smtClean="0"/>
              <a:t>But ask me why He loves me And I don't know what to say
7-  JE NE SERAI PLUS JAMAIS LE MÊME IL A CHANGÉ MA VIE EN DEVENANT </a:t>
            </a:r>
          </a:p>
          <a:p>
            <a:r>
              <a:rPr lang="fr-FR" smtClean="0"/>
              <a:t>But I'll never be the same Because He changed my life when He became...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8-  TOUT POUR MOI IL EST PLUS QU’UNE HISTOIRE </a:t>
            </a:r>
          </a:p>
          <a:p>
            <a:r>
              <a:rPr lang="fr-FR" smtClean="0"/>
              <a:t>	Everything to me He's more than a story
	9-  PLUS QUE LES MOTS  DES PAGES D’UN RÉCIT </a:t>
            </a:r>
          </a:p>
          <a:p>
            <a:r>
              <a:rPr lang="fr-FR" smtClean="0"/>
              <a:t>	More than words on a page of history
	10-  IL EST L’AIR QUE J’INSPIRE  L’EAU DONT J’AI BESOIN </a:t>
            </a:r>
          </a:p>
          <a:p>
            <a:r>
              <a:rPr lang="fr-FR" smtClean="0"/>
              <a:t>	He's the air that I breathe The water I thirst for
	11-  IL EST LE SOL SOUS MES PAS OH ! IL EST TOUT, IL EST TOUT POUR MOI 
	And the ground beneath my feet He's everything, everything to me</a:t>
            </a:r>
          </a:p>
          <a:p>
            <a:endParaRPr lang="fr-FR" smtClean="0"/>
          </a:p>
          <a:p>
            <a:r>
              <a:rPr lang="fr-FR" smtClean="0"/>
              <a:t>12-  NOUS VIVONS DES TEMPS INCERTAINS </a:t>
            </a:r>
          </a:p>
          <a:p>
            <a:r>
              <a:rPr lang="fr-FR" smtClean="0"/>
              <a:t>We're living in uncertain times
13-  QUI ME FONT COMPRENDRE  À QUEL POINT </a:t>
            </a:r>
          </a:p>
          <a:p>
            <a:r>
              <a:rPr lang="fr-FR" smtClean="0"/>
              <a:t>And more and more I find that I'm aware
14-  LA VIE PEUT ÊTRE FRAGILE PARFOIS </a:t>
            </a:r>
          </a:p>
          <a:p>
            <a:r>
              <a:rPr lang="fr-FR" smtClean="0"/>
              <a:t>Of just how fragile life can be
15-  JE VEUX CRIER QUE J’AI TROUVÉ UN AMOUR QUI M’A TRANSFORMÉ </a:t>
            </a:r>
          </a:p>
          <a:p>
            <a:r>
              <a:rPr lang="fr-FR" smtClean="0"/>
              <a:t>I want to tell the world I found A love that turned my life around
16-  LEUR DIRE QU’ILS PEUVENT  LE GOÛTER ET LE VOIR </a:t>
            </a:r>
          </a:p>
          <a:p>
            <a:r>
              <a:rPr lang="fr-FR" smtClean="0"/>
              <a:t>They need to know that they can taste and see
17-  ET CHAQUE JOUR JE PRIE QUE MON CŒUR LUI SOIT SOUMIS </a:t>
            </a:r>
          </a:p>
          <a:p>
            <a:r>
              <a:rPr lang="fr-FR" smtClean="0"/>
              <a:t>Now everyday I'm praying Just to give my heart away
18-  JE VEUX VIVRE POUR JÉSUS </a:t>
            </a:r>
          </a:p>
          <a:p>
            <a:r>
              <a:rPr lang="fr-FR" smtClean="0"/>
              <a:t>I want live for Jesus
19-  POUR QUE QUELQU’UN  VOIE AUSSI QU’IL EST… 
So that someone else might see that He is...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20-  ET QUAND J’EXAMINERAI  MA VIE À LA FIN </a:t>
            </a:r>
          </a:p>
          <a:p>
            <a:r>
              <a:rPr lang="fr-FR" smtClean="0"/>
              <a:t>And looking back over my life at the end
21-  JE TE VERRAI ET DIRAI QUE TU AS ÉTÉ 
I'll go to meet You saying You've been</a:t>
            </a:r>
          </a:p>
          <a:p>
            <a:r>
              <a:rPr lang="fr-FR" smtClean="0"/>
              <a:t>22-  TOUT POUR MOI IL EST PLUS QU’UNE HISTOIRE </a:t>
            </a:r>
          </a:p>
          <a:p>
            <a:r>
              <a:rPr lang="fr-FR" smtClean="0"/>
              <a:t>You're everything to me You're more than a story
23-  PLUS QUE LES MOTS  DES PAGES D’UN RÉCIT 
More than words on a page of history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24-  TU ES TOUT POUR MOI TU ES PLUS QU’UNE HISTOIRE </a:t>
            </a:r>
          </a:p>
          <a:p>
            <a:r>
              <a:rPr lang="fr-FR" smtClean="0"/>
              <a:t>	You’re Everything to me You’re more than a story
	25-  PLUS QUE LES MOTS  DES PAGES D’UN RÉCIT </a:t>
            </a:r>
          </a:p>
          <a:p>
            <a:r>
              <a:rPr lang="fr-FR" smtClean="0"/>
              <a:t>	More than words on a page of history
	26-  TU ES L’AIR QUE J’INSPIRE  L’EAU DONT J’AI BESOIN </a:t>
            </a:r>
          </a:p>
          <a:p>
            <a:r>
              <a:rPr lang="fr-FR" smtClean="0"/>
              <a:t>	You’re the air that I breathe The water I thirst for
	27-  TU ES LE SOL SOUS MES PAS OH ! TU ES TOUT, TU ES TOUT POUR MOI 
	And the ground beneath my feet You’re everything, Lord, You're everything to me</a:t>
            </a:r>
          </a:p>
          <a:p>
            <a:endParaRPr lang="fr-FR" smtClean="0"/>
          </a:p>
          <a:p>
            <a:r>
              <a:rPr lang="fr-FR" smtClean="0"/>
              <a:t>28- TU ES TOUT POUR MOI</a:t>
            </a:r>
          </a:p>
          <a:p>
            <a:r>
              <a:rPr lang="fr-FR" smtClean="0"/>
              <a:t>You're everything to 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J’AI GRANDI À L’ÉCOLE DU DIMANCHE ET MÉMORISÉ LES RÈGLES D’OR</a:t>
            </a:r>
          </a:p>
          <a:p>
            <a:r>
              <a:rPr lang="fr-FR" b="0" smtClean="0"/>
              <a:t>I grew up in Sunday school I memorized the Golden Rule
2-  ET COMMENT JÉSUS A LIBÉRÉ  LES PÉCHEURS</a:t>
            </a:r>
          </a:p>
          <a:p>
            <a:r>
              <a:rPr lang="fr-FR" b="0" smtClean="0"/>
              <a:t>And how Jesus came to set the sinner free 
3-  JE PEUX VOUS RACONTER L’HISTOIRE </a:t>
            </a:r>
          </a:p>
          <a:p>
            <a:r>
              <a:rPr lang="fr-FR" b="0" smtClean="0"/>
              <a:t>I know the story inside out
4-  CE CHEMIN DE CROIX  CES HEURES NOIRES </a:t>
            </a:r>
          </a:p>
          <a:p>
            <a:r>
              <a:rPr lang="fr-FR" b="0" smtClean="0"/>
              <a:t>I can tell you all about
5-  QUI L’ONT CONDUIT  SUR LE MONT DU CALVAIRE </a:t>
            </a:r>
          </a:p>
          <a:p>
            <a:r>
              <a:rPr lang="fr-FR" b="0" smtClean="0"/>
              <a:t>The path that led Him up to Calvary
6-  MAIS POURQUOI M’AIME-T-IL ? JE NE SAIS L’EXPLIQUER </a:t>
            </a:r>
          </a:p>
          <a:p>
            <a:r>
              <a:rPr lang="fr-FR" b="0" smtClean="0"/>
              <a:t>But ask me why He loves me And I don't know what to say
7-  JE NE SERAI PLUS JAMAIS LE MÊME IL A CHANGÉ MA VIE EN DEVENANT </a:t>
            </a:r>
          </a:p>
          <a:p>
            <a:r>
              <a:rPr lang="fr-FR" b="0" smtClean="0"/>
              <a:t>But I'll never be the same Because He changed my life when He became...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8-  TOUT POUR MOI IL EST PLUS QU’UNE HISTOIRE </a:t>
            </a:r>
          </a:p>
          <a:p>
            <a:r>
              <a:rPr lang="fr-FR" b="0" smtClean="0"/>
              <a:t>	Everything to me He's more than a story
	9-  PLUS QUE LES MOTS  DES PAGES D’UN RÉCIT </a:t>
            </a:r>
          </a:p>
          <a:p>
            <a:r>
              <a:rPr lang="fr-FR" b="0" smtClean="0"/>
              <a:t>	More than words on a page of history
	10-  IL EST L’AIR QUE J’INSPIRE  L’EAU DONT J’AI BESOIN </a:t>
            </a:r>
          </a:p>
          <a:p>
            <a:r>
              <a:rPr lang="fr-FR" b="0" smtClean="0"/>
              <a:t>	He's the air that I breathe The water I thirst for
	11-  IL EST LE SOL SOUS MES PAS OH ! IL EST TOUT, IL EST TOUT POUR MOI 
	And the ground beneath my feet He's everything, everything to me</a:t>
            </a:r>
          </a:p>
          <a:p>
            <a:endParaRPr lang="fr-FR" b="0" smtClean="0"/>
          </a:p>
          <a:p>
            <a:r>
              <a:rPr lang="fr-FR" b="0" smtClean="0"/>
              <a:t>12-  NOUS VIVONS DES TEMPS INCERTAINS </a:t>
            </a:r>
          </a:p>
          <a:p>
            <a:r>
              <a:rPr lang="fr-FR" b="0" smtClean="0"/>
              <a:t>We're living in uncertain times
13-  QUI ME FONT COMPRENDRE  À QUEL POINT </a:t>
            </a:r>
          </a:p>
          <a:p>
            <a:r>
              <a:rPr lang="fr-FR" b="0" smtClean="0"/>
              <a:t>And more and more I find that I'm aware
14-  LA VIE PEUT ÊTRE FRAGILE PARFOIS </a:t>
            </a:r>
          </a:p>
          <a:p>
            <a:r>
              <a:rPr lang="fr-FR" b="0" smtClean="0"/>
              <a:t>Of just how fragile life can be
15-  JE VEUX CRIER QUE J’AI TROUVÉ UN AMOUR QUI M’A TRANSFORMÉ </a:t>
            </a:r>
          </a:p>
          <a:p>
            <a:r>
              <a:rPr lang="fr-FR" b="0" smtClean="0"/>
              <a:t>I want to tell the world I found A love that turned my life around
16-  LEUR DIRE QU’ILS PEUVENT  LE GOÛTER ET LE VOIR </a:t>
            </a:r>
          </a:p>
          <a:p>
            <a:r>
              <a:rPr lang="fr-FR" b="0" smtClean="0"/>
              <a:t>They need to know that they can taste and see
17-  ET CHAQUE JOUR JE PRIE QUE MON CŒUR LUI SOIT SOUMIS </a:t>
            </a:r>
          </a:p>
          <a:p>
            <a:r>
              <a:rPr lang="fr-FR" b="0" smtClean="0"/>
              <a:t>Now everyday I'm praying Just to give my heart away
18-  JE VEUX VIVRE POUR JÉSUS </a:t>
            </a:r>
          </a:p>
          <a:p>
            <a:r>
              <a:rPr lang="fr-FR" b="0" smtClean="0"/>
              <a:t>I want live for Jesus
19-  POUR QUE QUELQU’UN  VOIE AUSSI QU’IL EST… 
So that someone else might see that He is...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20-  ET QUAND J’EXAMINERAI  MA VIE À LA FIN </a:t>
            </a:r>
          </a:p>
          <a:p>
            <a:r>
              <a:rPr lang="fr-FR" b="0" smtClean="0"/>
              <a:t>And looking back over my life at the end
21-  JE TE VERRAI ET DIRAI QUE TU AS ÉTÉ 
I'll go to meet You saying You've been</a:t>
            </a:r>
          </a:p>
          <a:p>
            <a:r>
              <a:rPr lang="fr-FR" b="0" smtClean="0"/>
              <a:t>22-  TOUT POUR MOI IL EST PLUS QU’UNE HISTOIRE </a:t>
            </a:r>
          </a:p>
          <a:p>
            <a:r>
              <a:rPr lang="fr-FR" b="0" smtClean="0"/>
              <a:t>You're everything to me You're more than a story
23-  PLUS QUE LES MOTS  DES PAGES D’UN RÉCIT 
More than words on a page of history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24-  TU ES TOUT POUR MOI TU ES PLUS QU’UNE HISTOIRE </a:t>
            </a:r>
          </a:p>
          <a:p>
            <a:r>
              <a:rPr lang="fr-FR" b="0" smtClean="0"/>
              <a:t>	You’re Everything to me You’re more than a story
	25-  PLUS QUE LES MOTS  DES PAGES D’UN RÉCIT </a:t>
            </a:r>
          </a:p>
          <a:p>
            <a:r>
              <a:rPr lang="fr-FR" b="0" smtClean="0"/>
              <a:t>	More than words on a page of history
	26-  TU ES L’AIR QUE J’INSPIRE  L’EAU DONT J’AI BESOIN </a:t>
            </a:r>
          </a:p>
          <a:p>
            <a:r>
              <a:rPr lang="fr-FR" b="0" smtClean="0"/>
              <a:t>	You’re the air that I breathe The water I thirst for
	27-  TU ES LE SOL SOUS MES PAS OH ! TU ES TOUT, TU ES TOUT POUR MOI 
	And the ground beneath my feet You’re everything, Lord, You're everything to me</a:t>
            </a:r>
          </a:p>
          <a:p>
            <a:endParaRPr lang="fr-FR" b="0" smtClean="0"/>
          </a:p>
          <a:p>
            <a:r>
              <a:rPr lang="fr-FR" b="0" smtClean="0"/>
              <a:t>28- TU ES TOUT POUR MOI</a:t>
            </a:r>
          </a:p>
          <a:p>
            <a:r>
              <a:rPr lang="fr-FR" b="0" smtClean="0"/>
              <a:t>You're everything to me</a:t>
            </a: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GRANDI À L’ÉCOLE DU DIMANCHE ET MÉMORISÉ LES RÈGLES D’OR</a:t>
            </a:r>
          </a:p>
          <a:p>
            <a:r>
              <a:rPr lang="fr-FR" smtClean="0"/>
              <a:t>I grew up in Sunday school I memorized the Golden Rule
2-  ET COMMENT JÉSUS A LIBÉRÉ  LES PÉCHEURS</a:t>
            </a:r>
          </a:p>
          <a:p>
            <a:r>
              <a:rPr lang="fr-FR" smtClean="0"/>
              <a:t>And how Jesus came to set the sinner free 
3-  JE PEUX VOUS RACONTER L’HISTOIRE </a:t>
            </a:r>
          </a:p>
          <a:p>
            <a:r>
              <a:rPr lang="fr-FR" smtClean="0"/>
              <a:t>I know the story inside out
4-  CE CHEMIN DE CROIX  CES HEURES NOIRES </a:t>
            </a:r>
          </a:p>
          <a:p>
            <a:r>
              <a:rPr lang="fr-FR" smtClean="0"/>
              <a:t>I can tell you all about
5-  QUI L’ONT CONDUIT  SUR LE MONT DU CALVAIRE </a:t>
            </a:r>
          </a:p>
          <a:p>
            <a:r>
              <a:rPr lang="fr-FR" smtClean="0"/>
              <a:t>The path that led Him up to Calvary
6-  MAIS POURQUOI M’AIME-T-IL ? JE NE SAIS L’EXPLIQUER </a:t>
            </a:r>
          </a:p>
          <a:p>
            <a:r>
              <a:rPr lang="fr-FR" smtClean="0"/>
              <a:t>But ask me why He loves me And I don't know what to say
7-  JE NE SERAI PLUS JAMAIS LE MÊME IL A CHANGÉ MA VIE EN DEVENANT </a:t>
            </a:r>
          </a:p>
          <a:p>
            <a:r>
              <a:rPr lang="fr-FR" smtClean="0"/>
              <a:t>But I'll never be the same Because He changed my life when He became...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8-  TOUT POUR MOI IL EST PLUS QU’UNE HISTOIRE </a:t>
            </a:r>
          </a:p>
          <a:p>
            <a:r>
              <a:rPr lang="fr-FR" smtClean="0"/>
              <a:t>	Everything to me He's more than a story
	9-  PLUS QUE LES MOTS  DES PAGES D’UN RÉCIT </a:t>
            </a:r>
          </a:p>
          <a:p>
            <a:r>
              <a:rPr lang="fr-FR" smtClean="0"/>
              <a:t>	More than words on a page of history
	10-  IL EST L’AIR QUE J’INSPIRE  L’EAU DONT J’AI BESOIN </a:t>
            </a:r>
          </a:p>
          <a:p>
            <a:r>
              <a:rPr lang="fr-FR" smtClean="0"/>
              <a:t>	He's the air that I breathe The water I thirst for
	11-  IL EST LE SOL SOUS MES PAS OH ! IL EST TOUT, IL EST TOUT POUR MOI 
	And the ground beneath my feet He's everything, everything to me</a:t>
            </a:r>
          </a:p>
          <a:p>
            <a:endParaRPr lang="fr-FR" smtClean="0"/>
          </a:p>
          <a:p>
            <a:r>
              <a:rPr lang="fr-FR" smtClean="0"/>
              <a:t>12-  NOUS VIVONS DES TEMPS INCERTAINS </a:t>
            </a:r>
          </a:p>
          <a:p>
            <a:r>
              <a:rPr lang="fr-FR" smtClean="0"/>
              <a:t>We're living in uncertain times
13-  QUI ME FONT COMPRENDRE  À QUEL POINT </a:t>
            </a:r>
          </a:p>
          <a:p>
            <a:r>
              <a:rPr lang="fr-FR" smtClean="0"/>
              <a:t>And more and more I find that I'm aware
14-  LA VIE PEUT ÊTRE FRAGILE PARFOIS </a:t>
            </a:r>
          </a:p>
          <a:p>
            <a:r>
              <a:rPr lang="fr-FR" smtClean="0"/>
              <a:t>Of just how fragile life can be
15-  JE VEUX CRIER QUE J’AI TROUVÉ UN AMOUR QUI M’A TRANSFORMÉ </a:t>
            </a:r>
          </a:p>
          <a:p>
            <a:r>
              <a:rPr lang="fr-FR" smtClean="0"/>
              <a:t>I want to tell the world I found A love that turned my life around
16-  LEUR DIRE QU’ILS PEUVENT  LE GOÛTER ET LE VOIR </a:t>
            </a:r>
          </a:p>
          <a:p>
            <a:r>
              <a:rPr lang="fr-FR" smtClean="0"/>
              <a:t>They need to know that they can taste and see
17-  ET CHAQUE JOUR JE PRIE QUE MON CŒUR LUI SOIT SOUMIS </a:t>
            </a:r>
          </a:p>
          <a:p>
            <a:r>
              <a:rPr lang="fr-FR" smtClean="0"/>
              <a:t>Now everyday I'm praying Just to give my heart away
18-  JE VEUX VIVRE POUR JÉSUS </a:t>
            </a:r>
          </a:p>
          <a:p>
            <a:r>
              <a:rPr lang="fr-FR" smtClean="0"/>
              <a:t>I want live for Jesus
19-  POUR QUE QUELQU’UN  VOIE AUSSI QU’IL EST… 
So that someone else might see that He is...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20-  ET QUAND J’EXAMINERAI  MA VIE À LA FIN </a:t>
            </a:r>
          </a:p>
          <a:p>
            <a:r>
              <a:rPr lang="fr-FR" smtClean="0"/>
              <a:t>And looking back over my life at the end
21-  JE TE VERRAI ET DIRAI QUE TU AS ÉTÉ 
I'll go to meet You saying You've been</a:t>
            </a:r>
          </a:p>
          <a:p>
            <a:r>
              <a:rPr lang="fr-FR" smtClean="0"/>
              <a:t>22-  TOUT POUR MOI IL EST PLUS QU’UNE HISTOIRE </a:t>
            </a:r>
          </a:p>
          <a:p>
            <a:r>
              <a:rPr lang="fr-FR" smtClean="0"/>
              <a:t>You're everything to me You're more than a story
23-  PLUS QUE LES MOTS  DES PAGES D’UN RÉCIT 
More than words on a page of history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24-  TU ES TOUT POUR MOI TU ES PLUS QU’UNE HISTOIRE </a:t>
            </a:r>
          </a:p>
          <a:p>
            <a:r>
              <a:rPr lang="fr-FR" smtClean="0"/>
              <a:t>	You’re Everything to me You’re more than a story
	25-  PLUS QUE LES MOTS  DES PAGES D’UN RÉCIT </a:t>
            </a:r>
          </a:p>
          <a:p>
            <a:r>
              <a:rPr lang="fr-FR" smtClean="0"/>
              <a:t>	More than words on a page of history
	26-  TU ES L’AIR QUE J’INSPIRE  L’EAU DONT J’AI BESOIN </a:t>
            </a:r>
          </a:p>
          <a:p>
            <a:r>
              <a:rPr lang="fr-FR" smtClean="0"/>
              <a:t>	You’re the air that I breathe The water I thirst for
	27-  TU ES LE SOL SOUS MES PAS OH ! TU ES TOUT, TU ES TOUT POUR MOI 
	And the ground beneath my feet You’re everything, Lord, You're everything to me</a:t>
            </a:r>
          </a:p>
          <a:p>
            <a:endParaRPr lang="fr-FR" smtClean="0"/>
          </a:p>
          <a:p>
            <a:r>
              <a:rPr lang="fr-FR" smtClean="0"/>
              <a:t>28- TU ES TOUT POUR MOI</a:t>
            </a:r>
          </a:p>
          <a:p>
            <a:r>
              <a:rPr lang="fr-FR" smtClean="0"/>
              <a:t>You're everything to 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J’AI GRANDI À L’ÉCOLE DU DIMANCHE ET MÉMORISÉ LES RÈGLES D’OR</a:t>
            </a:r>
          </a:p>
          <a:p>
            <a:r>
              <a:rPr lang="fr-FR" b="0" smtClean="0"/>
              <a:t>I grew up in Sunday school I memorized the Golden Rule
2-  ET COMMENT JÉSUS A LIBÉRÉ  LES PÉCHEURS</a:t>
            </a:r>
          </a:p>
          <a:p>
            <a:r>
              <a:rPr lang="fr-FR" b="0" smtClean="0"/>
              <a:t>And how Jesus came to set the sinner free 
3-  JE PEUX VOUS RACONTER L’HISTOIRE </a:t>
            </a:r>
          </a:p>
          <a:p>
            <a:r>
              <a:rPr lang="fr-FR" b="0" smtClean="0"/>
              <a:t>I know the story inside out
4-  CE CHEMIN DE CROIX  CES HEURES NOIRES </a:t>
            </a:r>
          </a:p>
          <a:p>
            <a:r>
              <a:rPr lang="fr-FR" b="0" smtClean="0"/>
              <a:t>I can tell you all about
5-  QUI L’ONT CONDUIT  SUR LE MONT DU CALVAIRE </a:t>
            </a:r>
          </a:p>
          <a:p>
            <a:r>
              <a:rPr lang="fr-FR" b="0" smtClean="0"/>
              <a:t>The path that led Him up to Calvary
6-  MAIS POURQUOI M’AIME-T-IL ? JE NE SAIS L’EXPLIQUER </a:t>
            </a:r>
          </a:p>
          <a:p>
            <a:r>
              <a:rPr lang="fr-FR" b="0" smtClean="0"/>
              <a:t>But ask me why He loves me And I don't know what to say
7-  JE NE SERAI PLUS JAMAIS LE MÊME IL A CHANGÉ MA VIE EN DEVENANT </a:t>
            </a:r>
          </a:p>
          <a:p>
            <a:r>
              <a:rPr lang="fr-FR" b="0" smtClean="0"/>
              <a:t>But I'll never be the same Because He changed my life when He became...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8-  TOUT POUR MOI IL EST PLUS QU’UNE HISTOIRE </a:t>
            </a:r>
          </a:p>
          <a:p>
            <a:r>
              <a:rPr lang="fr-FR" b="0" smtClean="0"/>
              <a:t>	Everything to me He's more than a story
	9-  PLUS QUE LES MOTS  DES PAGES D’UN RÉCIT </a:t>
            </a:r>
          </a:p>
          <a:p>
            <a:r>
              <a:rPr lang="fr-FR" b="0" smtClean="0"/>
              <a:t>	More than words on a page of history
	10-  IL EST L’AIR QUE J’INSPIRE  L’EAU DONT J’AI BESOIN </a:t>
            </a:r>
          </a:p>
          <a:p>
            <a:r>
              <a:rPr lang="fr-FR" b="0" smtClean="0"/>
              <a:t>	He's the air that I breathe The water I thirst for
	11-  IL EST LE SOL SOUS MES PAS OH ! IL EST TOUT, IL EST TOUT POUR MOI 
	And the ground beneath my feet He's everything, everything to me</a:t>
            </a:r>
          </a:p>
          <a:p>
            <a:endParaRPr lang="fr-FR" b="0" smtClean="0"/>
          </a:p>
          <a:p>
            <a:r>
              <a:rPr lang="fr-FR" b="0" smtClean="0"/>
              <a:t>12-  NOUS VIVONS DES TEMPS INCERTAINS </a:t>
            </a:r>
          </a:p>
          <a:p>
            <a:r>
              <a:rPr lang="fr-FR" b="0" smtClean="0"/>
              <a:t>We're living in uncertain times
13-  QUI ME FONT COMPRENDRE  À QUEL POINT </a:t>
            </a:r>
          </a:p>
          <a:p>
            <a:r>
              <a:rPr lang="fr-FR" b="0" smtClean="0"/>
              <a:t>And more and more I find that I'm aware
14-  LA VIE PEUT ÊTRE FRAGILE PARFOIS </a:t>
            </a:r>
          </a:p>
          <a:p>
            <a:r>
              <a:rPr lang="fr-FR" b="0" smtClean="0"/>
              <a:t>Of just how fragile life can be
15-  JE VEUX CRIER QUE J’AI TROUVÉ UN AMOUR QUI M’A TRANSFORMÉ </a:t>
            </a:r>
          </a:p>
          <a:p>
            <a:r>
              <a:rPr lang="fr-FR" b="0" smtClean="0"/>
              <a:t>I want to tell the world I found A love that turned my life around
16-  LEUR DIRE QU’ILS PEUVENT  LE GOÛTER ET LE VOIR </a:t>
            </a:r>
          </a:p>
          <a:p>
            <a:r>
              <a:rPr lang="fr-FR" b="0" smtClean="0"/>
              <a:t>They need to know that they can taste and see
17-  ET CHAQUE JOUR JE PRIE QUE MON CŒUR LUI SOIT SOUMIS </a:t>
            </a:r>
          </a:p>
          <a:p>
            <a:r>
              <a:rPr lang="fr-FR" b="0" smtClean="0"/>
              <a:t>Now everyday I'm praying Just to give my heart away
18-  JE VEUX VIVRE POUR JÉSUS </a:t>
            </a:r>
          </a:p>
          <a:p>
            <a:r>
              <a:rPr lang="fr-FR" b="0" smtClean="0"/>
              <a:t>I want live for Jesus
19-  POUR QUE QUELQU’UN  VOIE AUSSI QU’IL EST… 
So that someone else might see that He is...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20-  ET QUAND J’EXAMINERAI  MA VIE À LA FIN </a:t>
            </a:r>
          </a:p>
          <a:p>
            <a:r>
              <a:rPr lang="fr-FR" b="0" smtClean="0"/>
              <a:t>And looking back over my life at the end
21-  JE TE VERRAI ET DIRAI QUE TU AS ÉTÉ 
I'll go to meet You saying You've been</a:t>
            </a:r>
          </a:p>
          <a:p>
            <a:r>
              <a:rPr lang="fr-FR" b="0" smtClean="0"/>
              <a:t>22-  TOUT POUR MOI IL EST PLUS QU’UNE HISTOIRE </a:t>
            </a:r>
          </a:p>
          <a:p>
            <a:r>
              <a:rPr lang="fr-FR" b="0" smtClean="0"/>
              <a:t>You're everything to me You're more than a story
23-  PLUS QUE LES MOTS  DES PAGES D’UN RÉCIT 
More than words on a page of history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24-  TU ES TOUT POUR MOI TU ES PLUS QU’UNE HISTOIRE </a:t>
            </a:r>
          </a:p>
          <a:p>
            <a:r>
              <a:rPr lang="fr-FR" b="0" smtClean="0"/>
              <a:t>	You’re Everything to me You’re more than a story
	25-  PLUS QUE LES MOTS  DES PAGES D’UN RÉCIT </a:t>
            </a:r>
          </a:p>
          <a:p>
            <a:r>
              <a:rPr lang="fr-FR" b="0" smtClean="0"/>
              <a:t>	More than words on a page of history
	26-  TU ES L’AIR QUE J’INSPIRE  L’EAU DONT J’AI BESOIN </a:t>
            </a:r>
          </a:p>
          <a:p>
            <a:r>
              <a:rPr lang="fr-FR" b="0" smtClean="0"/>
              <a:t>	You’re the air that I breathe The water I thirst for
	27-  TU ES LE SOL SOUS MES PAS OH ! TU ES TOUT, TU ES TOUT POUR MOI 
	And the ground beneath my feet You’re everything, Lord, You're everything to me</a:t>
            </a:r>
          </a:p>
          <a:p>
            <a:endParaRPr lang="fr-FR" b="0" smtClean="0"/>
          </a:p>
          <a:p>
            <a:r>
              <a:rPr lang="fr-FR" b="0" smtClean="0"/>
              <a:t>28- TU ES TOUT POUR MOI</a:t>
            </a:r>
          </a:p>
          <a:p>
            <a:r>
              <a:rPr lang="fr-FR" b="0" smtClean="0"/>
              <a:t>You're everything to me</a:t>
            </a: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GRANDI À L’ÉCOLE DU DIMANCHE ET MÉMORISÉ LES RÈGLES D’OR</a:t>
            </a:r>
          </a:p>
          <a:p>
            <a:r>
              <a:rPr lang="fr-FR" smtClean="0"/>
              <a:t>I grew up in Sunday school I memorized the Golden Rule
2-  ET COMMENT JÉSUS A LIBÉRÉ  LES PÉCHEURS</a:t>
            </a:r>
          </a:p>
          <a:p>
            <a:r>
              <a:rPr lang="fr-FR" smtClean="0"/>
              <a:t>And how Jesus came to set the sinner free 
3-  JE PEUX VOUS RACONTER L’HISTOIRE </a:t>
            </a:r>
          </a:p>
          <a:p>
            <a:r>
              <a:rPr lang="fr-FR" smtClean="0"/>
              <a:t>I know the story inside out
4-  CE CHEMIN DE CROIX  CES HEURES NOIRES </a:t>
            </a:r>
          </a:p>
          <a:p>
            <a:r>
              <a:rPr lang="fr-FR" smtClean="0"/>
              <a:t>I can tell you all about
5-  QUI L’ONT CONDUIT  SUR LE MONT DU CALVAIRE </a:t>
            </a:r>
          </a:p>
          <a:p>
            <a:r>
              <a:rPr lang="fr-FR" smtClean="0"/>
              <a:t>The path that led Him up to Calvary
6-  MAIS POURQUOI M’AIME-T-IL ? JE NE SAIS L’EXPLIQUER </a:t>
            </a:r>
          </a:p>
          <a:p>
            <a:r>
              <a:rPr lang="fr-FR" smtClean="0"/>
              <a:t>But ask me why He loves me And I don't know what to say
7-  JE NE SERAI PLUS JAMAIS LE MÊME IL A CHANGÉ MA VIE EN DEVENANT </a:t>
            </a:r>
          </a:p>
          <a:p>
            <a:r>
              <a:rPr lang="fr-FR" smtClean="0"/>
              <a:t>But I'll never be the same Because He changed my life when He became...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8-  TOUT POUR MOI IL EST PLUS QU’UNE HISTOIRE </a:t>
            </a:r>
          </a:p>
          <a:p>
            <a:r>
              <a:rPr lang="fr-FR" smtClean="0"/>
              <a:t>	Everything to me He's more than a story
	9-  PLUS QUE LES MOTS  DES PAGES D’UN RÉCIT </a:t>
            </a:r>
          </a:p>
          <a:p>
            <a:r>
              <a:rPr lang="fr-FR" smtClean="0"/>
              <a:t>	More than words on a page of history
	10-  IL EST L’AIR QUE J’INSPIRE  L’EAU DONT J’AI BESOIN </a:t>
            </a:r>
          </a:p>
          <a:p>
            <a:r>
              <a:rPr lang="fr-FR" smtClean="0"/>
              <a:t>	He's the air that I breathe The water I thirst for
	11-  IL EST LE SOL SOUS MES PAS OH ! IL EST TOUT, IL EST TOUT POUR MOI 
	And the ground beneath my feet He's everything, everything to me</a:t>
            </a:r>
          </a:p>
          <a:p>
            <a:endParaRPr lang="fr-FR" smtClean="0"/>
          </a:p>
          <a:p>
            <a:r>
              <a:rPr lang="fr-FR" smtClean="0"/>
              <a:t>12-  NOUS VIVONS DES TEMPS INCERTAINS </a:t>
            </a:r>
          </a:p>
          <a:p>
            <a:r>
              <a:rPr lang="fr-FR" smtClean="0"/>
              <a:t>We're living in uncertain times
13-  QUI ME FONT COMPRENDRE  À QUEL POINT </a:t>
            </a:r>
          </a:p>
          <a:p>
            <a:r>
              <a:rPr lang="fr-FR" smtClean="0"/>
              <a:t>And more and more I find that I'm aware
14-  LA VIE PEUT ÊTRE FRAGILE PARFOIS </a:t>
            </a:r>
          </a:p>
          <a:p>
            <a:r>
              <a:rPr lang="fr-FR" smtClean="0"/>
              <a:t>Of just how fragile life can be
15-  JE VEUX CRIER QUE J’AI TROUVÉ UN AMOUR QUI M’A TRANSFORMÉ </a:t>
            </a:r>
          </a:p>
          <a:p>
            <a:r>
              <a:rPr lang="fr-FR" smtClean="0"/>
              <a:t>I want to tell the world I found A love that turned my life around
16-  LEUR DIRE QU’ILS PEUVENT  LE GOÛTER ET LE VOIR </a:t>
            </a:r>
          </a:p>
          <a:p>
            <a:r>
              <a:rPr lang="fr-FR" smtClean="0"/>
              <a:t>They need to know that they can taste and see
17-  ET CHAQUE JOUR JE PRIE QUE MON CŒUR LUI SOIT SOUMIS </a:t>
            </a:r>
          </a:p>
          <a:p>
            <a:r>
              <a:rPr lang="fr-FR" smtClean="0"/>
              <a:t>Now everyday I'm praying Just to give my heart away
18-  JE VEUX VIVRE POUR JÉSUS </a:t>
            </a:r>
          </a:p>
          <a:p>
            <a:r>
              <a:rPr lang="fr-FR" smtClean="0"/>
              <a:t>I want live for Jesus
19-  POUR QUE QUELQU’UN  VOIE AUSSI QU’IL EST… 
So that someone else might see that He is...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20-  ET QUAND J’EXAMINERAI  MA VIE À LA FIN </a:t>
            </a:r>
          </a:p>
          <a:p>
            <a:r>
              <a:rPr lang="fr-FR" smtClean="0"/>
              <a:t>And looking back over my life at the end
21-  JE TE VERRAI ET DIRAI QUE TU AS ÉTÉ 
I'll go to meet You saying You've been</a:t>
            </a:r>
          </a:p>
          <a:p>
            <a:r>
              <a:rPr lang="fr-FR" smtClean="0"/>
              <a:t>22-  TOUT POUR MOI IL EST PLUS QU’UNE HISTOIRE </a:t>
            </a:r>
          </a:p>
          <a:p>
            <a:r>
              <a:rPr lang="fr-FR" smtClean="0"/>
              <a:t>You're everything to me You're more than a story
23-  PLUS QUE LES MOTS  DES PAGES D’UN RÉCIT 
More than words on a page of history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24-  TU ES TOUT POUR MOI TU ES PLUS QU’UNE HISTOIRE </a:t>
            </a:r>
          </a:p>
          <a:p>
            <a:r>
              <a:rPr lang="fr-FR" smtClean="0"/>
              <a:t>	You’re Everything to me You’re more than a story
	25-  PLUS QUE LES MOTS  DES PAGES D’UN RÉCIT </a:t>
            </a:r>
          </a:p>
          <a:p>
            <a:r>
              <a:rPr lang="fr-FR" smtClean="0"/>
              <a:t>	More than words on a page of history
	26-  TU ES L’AIR QUE J’INSPIRE  L’EAU DONT J’AI BESOIN </a:t>
            </a:r>
          </a:p>
          <a:p>
            <a:r>
              <a:rPr lang="fr-FR" smtClean="0"/>
              <a:t>	You’re the air that I breathe The water I thirst for
	27-  TU ES LE SOL SOUS MES PAS OH ! TU ES TOUT, TU ES TOUT POUR MOI 
	And the ground beneath my feet You’re everything, Lord, You're everything to me</a:t>
            </a:r>
          </a:p>
          <a:p>
            <a:endParaRPr lang="fr-FR" smtClean="0"/>
          </a:p>
          <a:p>
            <a:r>
              <a:rPr lang="fr-FR" smtClean="0"/>
              <a:t>28- TU ES TOUT POUR MOI</a:t>
            </a:r>
          </a:p>
          <a:p>
            <a:r>
              <a:rPr lang="fr-FR" smtClean="0"/>
              <a:t>You're everything to 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J’AI GRANDI À L’ÉCOLE DU DIMANCHE ET MÉMORISÉ LES RÈGLES D’OR</a:t>
            </a:r>
          </a:p>
          <a:p>
            <a:r>
              <a:rPr lang="fr-FR" b="0" smtClean="0"/>
              <a:t>I grew up in Sunday school I memorized the Golden Rule
2-  ET COMMENT JÉSUS A LIBÉRÉ  LES PÉCHEURS</a:t>
            </a:r>
          </a:p>
          <a:p>
            <a:r>
              <a:rPr lang="fr-FR" b="0" smtClean="0"/>
              <a:t>And how Jesus came to set the sinner free 
3-  JE PEUX VOUS RACONTER L’HISTOIRE </a:t>
            </a:r>
          </a:p>
          <a:p>
            <a:r>
              <a:rPr lang="fr-FR" b="0" smtClean="0"/>
              <a:t>I know the story inside out
4-  CE CHEMIN DE CROIX  CES HEURES NOIRES </a:t>
            </a:r>
          </a:p>
          <a:p>
            <a:r>
              <a:rPr lang="fr-FR" b="0" smtClean="0"/>
              <a:t>I can tell you all about
5-  QUI L’ONT CONDUIT  SUR LE MONT DU CALVAIRE </a:t>
            </a:r>
          </a:p>
          <a:p>
            <a:r>
              <a:rPr lang="fr-FR" b="0" smtClean="0"/>
              <a:t>The path that led Him up to Calvary
6-  MAIS POURQUOI M’AIME-T-IL ? JE NE SAIS L’EXPLIQUER </a:t>
            </a:r>
          </a:p>
          <a:p>
            <a:r>
              <a:rPr lang="fr-FR" b="0" smtClean="0"/>
              <a:t>But ask me why He loves me And I don't know what to say
7-  JE NE SERAI PLUS JAMAIS LE MÊME IL A CHANGÉ MA VIE EN DEVENANT </a:t>
            </a:r>
          </a:p>
          <a:p>
            <a:r>
              <a:rPr lang="fr-FR" b="0" smtClean="0"/>
              <a:t>But I'll never be the same Because He changed my life when He became...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8-  TOUT POUR MOI IL EST PLUS QU’UNE HISTOIRE </a:t>
            </a:r>
          </a:p>
          <a:p>
            <a:r>
              <a:rPr lang="fr-FR" b="0" smtClean="0"/>
              <a:t>	Everything to me He's more than a story
	9-  PLUS QUE LES MOTS  DES PAGES D’UN RÉCIT </a:t>
            </a:r>
          </a:p>
          <a:p>
            <a:r>
              <a:rPr lang="fr-FR" b="0" smtClean="0"/>
              <a:t>	More than words on a page of history
	10-  IL EST L’AIR QUE J’INSPIRE  L’EAU DONT J’AI BESOIN </a:t>
            </a:r>
          </a:p>
          <a:p>
            <a:r>
              <a:rPr lang="fr-FR" b="0" smtClean="0"/>
              <a:t>	He's the air that I breathe The water I thirst for
	11-  IL EST LE SOL SOUS MES PAS OH ! IL EST TOUT, IL EST TOUT POUR MOI 
	And the ground beneath my feet He's everything, everything to me</a:t>
            </a:r>
          </a:p>
          <a:p>
            <a:endParaRPr lang="fr-FR" b="0" smtClean="0"/>
          </a:p>
          <a:p>
            <a:r>
              <a:rPr lang="fr-FR" b="0" smtClean="0"/>
              <a:t>12-  NOUS VIVONS DES TEMPS INCERTAINS </a:t>
            </a:r>
          </a:p>
          <a:p>
            <a:r>
              <a:rPr lang="fr-FR" b="0" smtClean="0"/>
              <a:t>We're living in uncertain times
13-  QUI ME FONT COMPRENDRE  À QUEL POINT </a:t>
            </a:r>
          </a:p>
          <a:p>
            <a:r>
              <a:rPr lang="fr-FR" b="0" smtClean="0"/>
              <a:t>And more and more I find that I'm aware
14-  LA VIE PEUT ÊTRE FRAGILE PARFOIS </a:t>
            </a:r>
          </a:p>
          <a:p>
            <a:r>
              <a:rPr lang="fr-FR" b="0" smtClean="0"/>
              <a:t>Of just how fragile life can be
15-  JE VEUX CRIER QUE J’AI TROUVÉ UN AMOUR QUI M’A TRANSFORMÉ </a:t>
            </a:r>
          </a:p>
          <a:p>
            <a:r>
              <a:rPr lang="fr-FR" b="0" smtClean="0"/>
              <a:t>I want to tell the world I found A love that turned my life around
16-  LEUR DIRE QU’ILS PEUVENT  LE GOÛTER ET LE VOIR </a:t>
            </a:r>
          </a:p>
          <a:p>
            <a:r>
              <a:rPr lang="fr-FR" b="0" smtClean="0"/>
              <a:t>They need to know that they can taste and see
17-  ET CHAQUE JOUR JE PRIE QUE MON CŒUR LUI SOIT SOUMIS </a:t>
            </a:r>
          </a:p>
          <a:p>
            <a:r>
              <a:rPr lang="fr-FR" b="0" smtClean="0"/>
              <a:t>Now everyday I'm praying Just to give my heart away
18-  JE VEUX VIVRE POUR JÉSUS </a:t>
            </a:r>
          </a:p>
          <a:p>
            <a:r>
              <a:rPr lang="fr-FR" b="0" smtClean="0"/>
              <a:t>I want live for Jesus
19-  POUR QUE QUELQU’UN  VOIE AUSSI QU’IL EST… 
So that someone else might see that He is...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20-  ET QUAND J’EXAMINERAI  MA VIE À LA FIN </a:t>
            </a:r>
          </a:p>
          <a:p>
            <a:r>
              <a:rPr lang="fr-FR" b="0" smtClean="0"/>
              <a:t>And looking back over my life at the end
21-  JE TE VERRAI ET DIRAI QUE TU AS ÉTÉ 
I'll go to meet You saying You've been</a:t>
            </a:r>
          </a:p>
          <a:p>
            <a:r>
              <a:rPr lang="fr-FR" b="0" smtClean="0"/>
              <a:t>22-  TOUT POUR MOI IL EST PLUS QU’UNE HISTOIRE </a:t>
            </a:r>
          </a:p>
          <a:p>
            <a:r>
              <a:rPr lang="fr-FR" b="0" smtClean="0"/>
              <a:t>You're everything to me You're more than a story
23-  PLUS QUE LES MOTS  DES PAGES D’UN RÉCIT 
More than words on a page of history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24-  TU ES TOUT POUR MOI TU ES PLUS QU’UNE HISTOIRE </a:t>
            </a:r>
          </a:p>
          <a:p>
            <a:r>
              <a:rPr lang="fr-FR" b="0" smtClean="0"/>
              <a:t>	You’re Everything to me You’re more than a story
	25-  PLUS QUE LES MOTS  DES PAGES D’UN RÉCIT </a:t>
            </a:r>
          </a:p>
          <a:p>
            <a:r>
              <a:rPr lang="fr-FR" b="0" smtClean="0"/>
              <a:t>	More than words on a page of history
	26-  TU ES L’AIR QUE J’INSPIRE  L’EAU DONT J’AI BESOIN </a:t>
            </a:r>
          </a:p>
          <a:p>
            <a:r>
              <a:rPr lang="fr-FR" b="0" smtClean="0"/>
              <a:t>	You’re the air that I breathe The water I thirst for
	27-  TU ES LE SOL SOUS MES PAS OH ! TU ES TOUT, TU ES TOUT POUR MOI 
	And the ground beneath my feet You’re everything, Lord, You're everything to me</a:t>
            </a:r>
          </a:p>
          <a:p>
            <a:endParaRPr lang="fr-FR" b="0" smtClean="0"/>
          </a:p>
          <a:p>
            <a:r>
              <a:rPr lang="fr-FR" b="0" smtClean="0"/>
              <a:t>28- TU ES TOUT POUR MOI</a:t>
            </a:r>
          </a:p>
          <a:p>
            <a:r>
              <a:rPr lang="fr-FR" b="0" smtClean="0"/>
              <a:t>You're everything to me</a:t>
            </a: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GRANDI À L’ÉCOLE DU DIMANCHE ET MÉMORISÉ LES RÈGLES D’OR</a:t>
            </a:r>
          </a:p>
          <a:p>
            <a:r>
              <a:rPr lang="fr-FR" smtClean="0"/>
              <a:t>I grew up in Sunday school I memorized the Golden Rule
2-  ET COMMENT JÉSUS A LIBÉRÉ  LES PÉCHEURS</a:t>
            </a:r>
          </a:p>
          <a:p>
            <a:r>
              <a:rPr lang="fr-FR" smtClean="0"/>
              <a:t>And how Jesus came to set the sinner free 
3-  JE PEUX VOUS RACONTER L’HISTOIRE </a:t>
            </a:r>
          </a:p>
          <a:p>
            <a:r>
              <a:rPr lang="fr-FR" smtClean="0"/>
              <a:t>I know the story inside out
4-  CE CHEMIN DE CROIX  CES HEURES NOIRES </a:t>
            </a:r>
          </a:p>
          <a:p>
            <a:r>
              <a:rPr lang="fr-FR" smtClean="0"/>
              <a:t>I can tell you all about
5-  QUI L’ONT CONDUIT  SUR LE MONT DU CALVAIRE </a:t>
            </a:r>
          </a:p>
          <a:p>
            <a:r>
              <a:rPr lang="fr-FR" smtClean="0"/>
              <a:t>The path that led Him up to Calvary
6-  MAIS POURQUOI M’AIME-T-IL ? JE NE SAIS L’EXPLIQUER </a:t>
            </a:r>
          </a:p>
          <a:p>
            <a:r>
              <a:rPr lang="fr-FR" smtClean="0"/>
              <a:t>But ask me why He loves me And I don't know what to say
7-  JE NE SERAI PLUS JAMAIS LE MÊME IL A CHANGÉ MA VIE EN DEVENANT </a:t>
            </a:r>
          </a:p>
          <a:p>
            <a:r>
              <a:rPr lang="fr-FR" smtClean="0"/>
              <a:t>But I'll never be the same Because He changed my life when He became...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8-  TOUT POUR MOI IL EST PLUS QU’UNE HISTOIRE </a:t>
            </a:r>
          </a:p>
          <a:p>
            <a:r>
              <a:rPr lang="fr-FR" smtClean="0"/>
              <a:t>	Everything to me He's more than a story
	9-  PLUS QUE LES MOTS  DES PAGES D’UN RÉCIT </a:t>
            </a:r>
          </a:p>
          <a:p>
            <a:r>
              <a:rPr lang="fr-FR" smtClean="0"/>
              <a:t>	More than words on a page of history
	10-  IL EST L’AIR QUE J’INSPIRE  L’EAU DONT J’AI BESOIN </a:t>
            </a:r>
          </a:p>
          <a:p>
            <a:r>
              <a:rPr lang="fr-FR" smtClean="0"/>
              <a:t>	He's the air that I breathe The water I thirst for
	11-  IL EST LE SOL SOUS MES PAS OH ! IL EST TOUT, IL EST TOUT POUR MOI 
	And the ground beneath my feet He's everything, everything to me</a:t>
            </a:r>
          </a:p>
          <a:p>
            <a:endParaRPr lang="fr-FR" smtClean="0"/>
          </a:p>
          <a:p>
            <a:r>
              <a:rPr lang="fr-FR" smtClean="0"/>
              <a:t>12-  NOUS VIVONS DES TEMPS INCERTAINS </a:t>
            </a:r>
          </a:p>
          <a:p>
            <a:r>
              <a:rPr lang="fr-FR" smtClean="0"/>
              <a:t>We're living in uncertain times
13-  QUI ME FONT COMPRENDRE  À QUEL POINT </a:t>
            </a:r>
          </a:p>
          <a:p>
            <a:r>
              <a:rPr lang="fr-FR" smtClean="0"/>
              <a:t>And more and more I find that I'm aware
14-  LA VIE PEUT ÊTRE FRAGILE PARFOIS </a:t>
            </a:r>
          </a:p>
          <a:p>
            <a:r>
              <a:rPr lang="fr-FR" smtClean="0"/>
              <a:t>Of just how fragile life can be
15-  JE VEUX CRIER QUE J’AI TROUVÉ UN AMOUR QUI M’A TRANSFORMÉ </a:t>
            </a:r>
          </a:p>
          <a:p>
            <a:r>
              <a:rPr lang="fr-FR" smtClean="0"/>
              <a:t>I want to tell the world I found A love that turned my life around
16-  LEUR DIRE QU’ILS PEUVENT  LE GOÛTER ET LE VOIR </a:t>
            </a:r>
          </a:p>
          <a:p>
            <a:r>
              <a:rPr lang="fr-FR" smtClean="0"/>
              <a:t>They need to know that they can taste and see
17-  ET CHAQUE JOUR JE PRIE QUE MON CŒUR LUI SOIT SOUMIS </a:t>
            </a:r>
          </a:p>
          <a:p>
            <a:r>
              <a:rPr lang="fr-FR" smtClean="0"/>
              <a:t>Now everyday I'm praying Just to give my heart away
18-  JE VEUX VIVRE POUR JÉSUS </a:t>
            </a:r>
          </a:p>
          <a:p>
            <a:r>
              <a:rPr lang="fr-FR" smtClean="0"/>
              <a:t>I want live for Jesus
19-  POUR QUE QUELQU’UN  VOIE AUSSI QU’IL EST… 
So that someone else might see that He is...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20-  ET QUAND J’EXAMINERAI  MA VIE À LA FIN </a:t>
            </a:r>
          </a:p>
          <a:p>
            <a:r>
              <a:rPr lang="fr-FR" smtClean="0"/>
              <a:t>And looking back over my life at the end
21-  JE TE VERRAI ET DIRAI QUE TU AS ÉTÉ 
I'll go to meet You saying You've been</a:t>
            </a:r>
          </a:p>
          <a:p>
            <a:r>
              <a:rPr lang="fr-FR" smtClean="0"/>
              <a:t>22-  TOUT POUR MOI IL EST PLUS QU’UNE HISTOIRE </a:t>
            </a:r>
          </a:p>
          <a:p>
            <a:r>
              <a:rPr lang="fr-FR" smtClean="0"/>
              <a:t>You're everything to me You're more than a story
23-  PLUS QUE LES MOTS  DES PAGES D’UN RÉCIT 
More than words on a page of history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24-  TU ES TOUT POUR MOI TU ES PLUS QU’UNE HISTOIRE </a:t>
            </a:r>
          </a:p>
          <a:p>
            <a:r>
              <a:rPr lang="fr-FR" smtClean="0"/>
              <a:t>	You’re Everything to me You’re more than a story
	25-  PLUS QUE LES MOTS  DES PAGES D’UN RÉCIT </a:t>
            </a:r>
          </a:p>
          <a:p>
            <a:r>
              <a:rPr lang="fr-FR" smtClean="0"/>
              <a:t>	More than words on a page of history
	26-  TU ES L’AIR QUE J’INSPIRE  L’EAU DONT J’AI BESOIN </a:t>
            </a:r>
          </a:p>
          <a:p>
            <a:r>
              <a:rPr lang="fr-FR" smtClean="0"/>
              <a:t>	You’re the air that I breathe The water I thirst for
	27-  TU ES LE SOL SOUS MES PAS OH ! TU ES TOUT, TU ES TOUT POUR MOI 
	And the ground beneath my feet You’re everything, Lord, You're everything to me</a:t>
            </a:r>
          </a:p>
          <a:p>
            <a:endParaRPr lang="fr-FR" smtClean="0"/>
          </a:p>
          <a:p>
            <a:r>
              <a:rPr lang="fr-FR" smtClean="0"/>
              <a:t>28- TU ES TOUT POUR MOI</a:t>
            </a:r>
          </a:p>
          <a:p>
            <a:r>
              <a:rPr lang="fr-FR" smtClean="0"/>
              <a:t>You're everything to 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J’AI GRANDI À L’ÉCOLE DU DIMANCHE ET MÉMORISÉ LES RÈGLES D’OR</a:t>
            </a:r>
          </a:p>
          <a:p>
            <a:r>
              <a:rPr lang="fr-FR" b="0" smtClean="0"/>
              <a:t>I grew up in Sunday school I memorized the Golden Rule
2-  ET COMMENT JÉSUS A LIBÉRÉ  LES PÉCHEURS</a:t>
            </a:r>
          </a:p>
          <a:p>
            <a:r>
              <a:rPr lang="fr-FR" b="0" smtClean="0"/>
              <a:t>And how Jesus came to set the sinner free 
3-  JE PEUX VOUS RACONTER L’HISTOIRE </a:t>
            </a:r>
          </a:p>
          <a:p>
            <a:r>
              <a:rPr lang="fr-FR" b="0" smtClean="0"/>
              <a:t>I know the story inside out
4-  CE CHEMIN DE CROIX  CES HEURES NOIRES </a:t>
            </a:r>
          </a:p>
          <a:p>
            <a:r>
              <a:rPr lang="fr-FR" b="0" smtClean="0"/>
              <a:t>I can tell you all about
5-  QUI L’ONT CONDUIT  SUR LE MONT DU CALVAIRE </a:t>
            </a:r>
          </a:p>
          <a:p>
            <a:r>
              <a:rPr lang="fr-FR" b="0" smtClean="0"/>
              <a:t>The path that led Him up to Calvary
6-  MAIS POURQUOI M’AIME-T-IL ? JE NE SAIS L’EXPLIQUER </a:t>
            </a:r>
          </a:p>
          <a:p>
            <a:r>
              <a:rPr lang="fr-FR" b="0" smtClean="0"/>
              <a:t>But ask me why He loves me And I don't know what to say
7-  JE NE SERAI PLUS JAMAIS LE MÊME IL A CHANGÉ MA VIE EN DEVENANT </a:t>
            </a:r>
          </a:p>
          <a:p>
            <a:r>
              <a:rPr lang="fr-FR" b="0" smtClean="0"/>
              <a:t>But I'll never be the same Because He changed my life when He became...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8-  TOUT POUR MOI IL EST PLUS QU’UNE HISTOIRE </a:t>
            </a:r>
          </a:p>
          <a:p>
            <a:r>
              <a:rPr lang="fr-FR" b="0" smtClean="0"/>
              <a:t>	Everything to me He's more than a story
	9-  PLUS QUE LES MOTS  DES PAGES D’UN RÉCIT </a:t>
            </a:r>
          </a:p>
          <a:p>
            <a:r>
              <a:rPr lang="fr-FR" b="0" smtClean="0"/>
              <a:t>	More than words on a page of history
	10-  IL EST L’AIR QUE J’INSPIRE  L’EAU DONT J’AI BESOIN </a:t>
            </a:r>
          </a:p>
          <a:p>
            <a:r>
              <a:rPr lang="fr-FR" b="0" smtClean="0"/>
              <a:t>	He's the air that I breathe The water I thirst for
	11-  IL EST LE SOL SOUS MES PAS OH ! IL EST TOUT, IL EST TOUT POUR MOI 
	And the ground beneath my feet He's everything, everything to me</a:t>
            </a:r>
          </a:p>
          <a:p>
            <a:endParaRPr lang="fr-FR" b="0" smtClean="0"/>
          </a:p>
          <a:p>
            <a:r>
              <a:rPr lang="fr-FR" b="0" smtClean="0"/>
              <a:t>12-  NOUS VIVONS DES TEMPS INCERTAINS </a:t>
            </a:r>
          </a:p>
          <a:p>
            <a:r>
              <a:rPr lang="fr-FR" b="0" smtClean="0"/>
              <a:t>We're living in uncertain times
13-  QUI ME FONT COMPRENDRE  À QUEL POINT </a:t>
            </a:r>
          </a:p>
          <a:p>
            <a:r>
              <a:rPr lang="fr-FR" b="0" smtClean="0"/>
              <a:t>And more and more I find that I'm aware
14-  LA VIE PEUT ÊTRE FRAGILE PARFOIS </a:t>
            </a:r>
          </a:p>
          <a:p>
            <a:r>
              <a:rPr lang="fr-FR" b="0" smtClean="0"/>
              <a:t>Of just how fragile life can be
15-  JE VEUX CRIER QUE J’AI TROUVÉ UN AMOUR QUI M’A TRANSFORMÉ </a:t>
            </a:r>
          </a:p>
          <a:p>
            <a:r>
              <a:rPr lang="fr-FR" b="0" smtClean="0"/>
              <a:t>I want to tell the world I found A love that turned my life around
16-  LEUR DIRE QU’ILS PEUVENT  LE GOÛTER ET LE VOIR </a:t>
            </a:r>
          </a:p>
          <a:p>
            <a:r>
              <a:rPr lang="fr-FR" b="0" smtClean="0"/>
              <a:t>They need to know that they can taste and see
17-  ET CHAQUE JOUR JE PRIE QUE MON CŒUR LUI SOIT SOUMIS </a:t>
            </a:r>
          </a:p>
          <a:p>
            <a:r>
              <a:rPr lang="fr-FR" b="0" smtClean="0"/>
              <a:t>Now everyday I'm praying Just to give my heart away
18-  JE VEUX VIVRE POUR JÉSUS </a:t>
            </a:r>
          </a:p>
          <a:p>
            <a:r>
              <a:rPr lang="fr-FR" b="0" smtClean="0"/>
              <a:t>I want live for Jesus
19-  POUR QUE QUELQU’UN  VOIE AUSSI QU’IL EST… 
So that someone else might see that He is...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20-  ET QUAND J’EXAMINERAI  MA VIE À LA FIN </a:t>
            </a:r>
          </a:p>
          <a:p>
            <a:r>
              <a:rPr lang="fr-FR" b="0" smtClean="0"/>
              <a:t>And looking back over my life at the end
21-  JE TE VERRAI ET DIRAI QUE TU AS ÉTÉ 
I'll go to meet You saying You've been</a:t>
            </a:r>
          </a:p>
          <a:p>
            <a:r>
              <a:rPr lang="fr-FR" b="0" smtClean="0"/>
              <a:t>22-  TOUT POUR MOI IL EST PLUS QU’UNE HISTOIRE </a:t>
            </a:r>
          </a:p>
          <a:p>
            <a:r>
              <a:rPr lang="fr-FR" b="0" smtClean="0"/>
              <a:t>You're everything to me You're more than a story
23-  PLUS QUE LES MOTS  DES PAGES D’UN RÉCIT 
More than words on a page of history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24-  TU ES TOUT POUR MOI TU ES PLUS QU’UNE HISTOIRE </a:t>
            </a:r>
          </a:p>
          <a:p>
            <a:r>
              <a:rPr lang="fr-FR" b="0" smtClean="0"/>
              <a:t>	You’re Everything to me You’re more than a story
	25-  PLUS QUE LES MOTS  DES PAGES D’UN RÉCIT </a:t>
            </a:r>
          </a:p>
          <a:p>
            <a:r>
              <a:rPr lang="fr-FR" b="0" smtClean="0"/>
              <a:t>	More than words on a page of history
	26-  TU ES L’AIR QUE J’INSPIRE  L’EAU DONT J’AI BESOIN </a:t>
            </a:r>
          </a:p>
          <a:p>
            <a:r>
              <a:rPr lang="fr-FR" b="0" smtClean="0"/>
              <a:t>	You’re the air that I breathe The water I thirst for
	27-  TU ES LE SOL SOUS MES PAS OH ! TU ES TOUT, TU ES TOUT POUR MOI 
	And the ground beneath my feet You’re everything, Lord, You're everything to me</a:t>
            </a:r>
          </a:p>
          <a:p>
            <a:endParaRPr lang="fr-FR" b="0" smtClean="0"/>
          </a:p>
          <a:p>
            <a:r>
              <a:rPr lang="fr-FR" b="0" smtClean="0"/>
              <a:t>28- TU ES TOUT POUR MOI</a:t>
            </a:r>
          </a:p>
          <a:p>
            <a:r>
              <a:rPr lang="fr-FR" b="0" smtClean="0"/>
              <a:t>You're everything to me</a:t>
            </a: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GRANDI À L’ÉCOLE DU DIMANCHE ET MÉMORISÉ LES RÈGLES D’OR</a:t>
            </a:r>
          </a:p>
          <a:p>
            <a:r>
              <a:rPr lang="fr-FR" smtClean="0"/>
              <a:t>I grew up in Sunday school I memorized the Golden Rule
2-  ET COMMENT JÉSUS A LIBÉRÉ  LES PÉCHEURS</a:t>
            </a:r>
          </a:p>
          <a:p>
            <a:r>
              <a:rPr lang="fr-FR" smtClean="0"/>
              <a:t>And how Jesus came to set the sinner free 
3-  JE PEUX VOUS RACONTER L’HISTOIRE </a:t>
            </a:r>
          </a:p>
          <a:p>
            <a:r>
              <a:rPr lang="fr-FR" smtClean="0"/>
              <a:t>I know the story inside out
4-  CE CHEMIN DE CROIX  CES HEURES NOIRES </a:t>
            </a:r>
          </a:p>
          <a:p>
            <a:r>
              <a:rPr lang="fr-FR" smtClean="0"/>
              <a:t>I can tell you all about
5-  QUI L’ONT CONDUIT  SUR LE MONT DU CALVAIRE </a:t>
            </a:r>
          </a:p>
          <a:p>
            <a:r>
              <a:rPr lang="fr-FR" smtClean="0"/>
              <a:t>The path that led Him up to Calvary
6-  MAIS POURQUOI M’AIME-T-IL ? JE NE SAIS L’EXPLIQUER </a:t>
            </a:r>
          </a:p>
          <a:p>
            <a:r>
              <a:rPr lang="fr-FR" smtClean="0"/>
              <a:t>But ask me why He loves me And I don't know what to say
7-  JE NE SERAI PLUS JAMAIS LE MÊME IL A CHANGÉ MA VIE EN DEVENANT </a:t>
            </a:r>
          </a:p>
          <a:p>
            <a:r>
              <a:rPr lang="fr-FR" smtClean="0"/>
              <a:t>But I'll never be the same Because He changed my life when He became...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8-  TOUT POUR MOI IL EST PLUS QU’UNE HISTOIRE </a:t>
            </a:r>
          </a:p>
          <a:p>
            <a:r>
              <a:rPr lang="fr-FR" smtClean="0"/>
              <a:t>	Everything to me He's more than a story
	9-  PLUS QUE LES MOTS  DES PAGES D’UN RÉCIT </a:t>
            </a:r>
          </a:p>
          <a:p>
            <a:r>
              <a:rPr lang="fr-FR" smtClean="0"/>
              <a:t>	More than words on a page of history
	10-  IL EST L’AIR QUE J’INSPIRE  L’EAU DONT J’AI BESOIN </a:t>
            </a:r>
          </a:p>
          <a:p>
            <a:r>
              <a:rPr lang="fr-FR" smtClean="0"/>
              <a:t>	He's the air that I breathe The water I thirst for
	11-  IL EST LE SOL SOUS MES PAS OH ! IL EST TOUT, IL EST TOUT POUR MOI 
	And the ground beneath my feet He's everything, everything to me</a:t>
            </a:r>
          </a:p>
          <a:p>
            <a:endParaRPr lang="fr-FR" smtClean="0"/>
          </a:p>
          <a:p>
            <a:r>
              <a:rPr lang="fr-FR" smtClean="0"/>
              <a:t>12-  NOUS VIVONS DES TEMPS INCERTAINS </a:t>
            </a:r>
          </a:p>
          <a:p>
            <a:r>
              <a:rPr lang="fr-FR" smtClean="0"/>
              <a:t>We're living in uncertain times
13-  QUI ME FONT COMPRENDRE  À QUEL POINT </a:t>
            </a:r>
          </a:p>
          <a:p>
            <a:r>
              <a:rPr lang="fr-FR" smtClean="0"/>
              <a:t>And more and more I find that I'm aware
14-  LA VIE PEUT ÊTRE FRAGILE PARFOIS </a:t>
            </a:r>
          </a:p>
          <a:p>
            <a:r>
              <a:rPr lang="fr-FR" smtClean="0"/>
              <a:t>Of just how fragile life can be
15-  JE VEUX CRIER QUE J’AI TROUVÉ UN AMOUR QUI M’A TRANSFORMÉ </a:t>
            </a:r>
          </a:p>
          <a:p>
            <a:r>
              <a:rPr lang="fr-FR" smtClean="0"/>
              <a:t>I want to tell the world I found A love that turned my life around
16-  LEUR DIRE QU’ILS PEUVENT  LE GOÛTER ET LE VOIR </a:t>
            </a:r>
          </a:p>
          <a:p>
            <a:r>
              <a:rPr lang="fr-FR" smtClean="0"/>
              <a:t>They need to know that they can taste and see
17-  ET CHAQUE JOUR JE PRIE QUE MON CŒUR LUI SOIT SOUMIS </a:t>
            </a:r>
          </a:p>
          <a:p>
            <a:r>
              <a:rPr lang="fr-FR" smtClean="0"/>
              <a:t>Now everyday I'm praying Just to give my heart away
18-  JE VEUX VIVRE POUR JÉSUS </a:t>
            </a:r>
          </a:p>
          <a:p>
            <a:r>
              <a:rPr lang="fr-FR" smtClean="0"/>
              <a:t>I want live for Jesus
19-  POUR QUE QUELQU’UN  VOIE AUSSI QU’IL EST… 
So that someone else might see that He is...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20-  ET QUAND J’EXAMINERAI  MA VIE À LA FIN </a:t>
            </a:r>
          </a:p>
          <a:p>
            <a:r>
              <a:rPr lang="fr-FR" smtClean="0"/>
              <a:t>And looking back over my life at the end
21-  JE TE VERRAI ET DIRAI QUE TU AS ÉTÉ 
I'll go to meet You saying You've been</a:t>
            </a:r>
          </a:p>
          <a:p>
            <a:r>
              <a:rPr lang="fr-FR" smtClean="0"/>
              <a:t>22-  TOUT POUR MOI IL EST PLUS QU’UNE HISTOIRE </a:t>
            </a:r>
          </a:p>
          <a:p>
            <a:r>
              <a:rPr lang="fr-FR" smtClean="0"/>
              <a:t>You're everything to me You're more than a story
23-  PLUS QUE LES MOTS  DES PAGES D’UN RÉCIT 
More than words on a page of history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24-  TU ES TOUT POUR MOI TU ES PLUS QU’UNE HISTOIRE </a:t>
            </a:r>
          </a:p>
          <a:p>
            <a:r>
              <a:rPr lang="fr-FR" smtClean="0"/>
              <a:t>	You’re Everything to me You’re more than a story
	25-  PLUS QUE LES MOTS  DES PAGES D’UN RÉCIT </a:t>
            </a:r>
          </a:p>
          <a:p>
            <a:r>
              <a:rPr lang="fr-FR" smtClean="0"/>
              <a:t>	More than words on a page of history
	26-  TU ES L’AIR QUE J’INSPIRE  L’EAU DONT J’AI BESOIN </a:t>
            </a:r>
          </a:p>
          <a:p>
            <a:r>
              <a:rPr lang="fr-FR" smtClean="0"/>
              <a:t>	You’re the air that I breathe The water I thirst for
	27-  TU ES LE SOL SOUS MES PAS OH ! TU ES TOUT, TU ES TOUT POUR MOI 
	And the ground beneath my feet You’re everything, Lord, You're everything to me</a:t>
            </a:r>
          </a:p>
          <a:p>
            <a:endParaRPr lang="fr-FR" smtClean="0"/>
          </a:p>
          <a:p>
            <a:r>
              <a:rPr lang="fr-FR" smtClean="0"/>
              <a:t>28- TU ES TOUT POUR MOI</a:t>
            </a:r>
          </a:p>
          <a:p>
            <a:r>
              <a:rPr lang="fr-FR" smtClean="0"/>
              <a:t>You're everything to 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J’AI GRANDI À L’ÉCOLE DU DIMANCHE ET MÉMORISÉ LES RÈGLES D’OR</a:t>
            </a:r>
          </a:p>
          <a:p>
            <a:r>
              <a:rPr lang="fr-FR" b="0" smtClean="0"/>
              <a:t>I grew up in Sunday school I memorized the Golden Rule
2-  ET COMMENT JÉSUS A LIBÉRÉ  LES PÉCHEURS</a:t>
            </a:r>
          </a:p>
          <a:p>
            <a:r>
              <a:rPr lang="fr-FR" b="0" smtClean="0"/>
              <a:t>And how Jesus came to set the sinner free 
3-  JE PEUX VOUS RACONTER L’HISTOIRE </a:t>
            </a:r>
          </a:p>
          <a:p>
            <a:r>
              <a:rPr lang="fr-FR" b="0" smtClean="0"/>
              <a:t>I know the story inside out
4-  CE CHEMIN DE CROIX  CES HEURES NOIRES </a:t>
            </a:r>
          </a:p>
          <a:p>
            <a:r>
              <a:rPr lang="fr-FR" b="0" smtClean="0"/>
              <a:t>I can tell you all about
5-  QUI L’ONT CONDUIT  SUR LE MONT DU CALVAIRE </a:t>
            </a:r>
          </a:p>
          <a:p>
            <a:r>
              <a:rPr lang="fr-FR" b="0" smtClean="0"/>
              <a:t>The path that led Him up to Calvary
6-  MAIS POURQUOI M’AIME-T-IL ? JE NE SAIS L’EXPLIQUER </a:t>
            </a:r>
          </a:p>
          <a:p>
            <a:r>
              <a:rPr lang="fr-FR" b="0" smtClean="0"/>
              <a:t>But ask me why He loves me And I don't know what to say
7-  JE NE SERAI PLUS JAMAIS LE MÊME IL A CHANGÉ MA VIE EN DEVENANT </a:t>
            </a:r>
          </a:p>
          <a:p>
            <a:r>
              <a:rPr lang="fr-FR" b="0" smtClean="0"/>
              <a:t>But I'll never be the same Because He changed my life when He became...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8-  TOUT POUR MOI IL EST PLUS QU’UNE HISTOIRE </a:t>
            </a:r>
          </a:p>
          <a:p>
            <a:r>
              <a:rPr lang="fr-FR" b="0" smtClean="0"/>
              <a:t>	Everything to me He's more than a story
	9-  PLUS QUE LES MOTS  DES PAGES D’UN RÉCIT </a:t>
            </a:r>
          </a:p>
          <a:p>
            <a:r>
              <a:rPr lang="fr-FR" b="0" smtClean="0"/>
              <a:t>	More than words on a page of history
	10-  IL EST L’AIR QUE J’INSPIRE  L’EAU DONT J’AI BESOIN </a:t>
            </a:r>
          </a:p>
          <a:p>
            <a:r>
              <a:rPr lang="fr-FR" b="0" smtClean="0"/>
              <a:t>	He's the air that I breathe The water I thirst for
	11-  IL EST LE SOL SOUS MES PAS OH ! IL EST TOUT, IL EST TOUT POUR MOI 
	And the ground beneath my feet He's everything, everything to me</a:t>
            </a:r>
          </a:p>
          <a:p>
            <a:endParaRPr lang="fr-FR" b="0" smtClean="0"/>
          </a:p>
          <a:p>
            <a:r>
              <a:rPr lang="fr-FR" b="0" smtClean="0"/>
              <a:t>12-  NOUS VIVONS DES TEMPS INCERTAINS </a:t>
            </a:r>
          </a:p>
          <a:p>
            <a:r>
              <a:rPr lang="fr-FR" b="0" smtClean="0"/>
              <a:t>We're living in uncertain times
13-  QUI ME FONT COMPRENDRE  À QUEL POINT </a:t>
            </a:r>
          </a:p>
          <a:p>
            <a:r>
              <a:rPr lang="fr-FR" b="0" smtClean="0"/>
              <a:t>And more and more I find that I'm aware
14-  LA VIE PEUT ÊTRE FRAGILE PARFOIS </a:t>
            </a:r>
          </a:p>
          <a:p>
            <a:r>
              <a:rPr lang="fr-FR" b="0" smtClean="0"/>
              <a:t>Of just how fragile life can be
15-  JE VEUX CRIER QUE J’AI TROUVÉ UN AMOUR QUI M’A TRANSFORMÉ </a:t>
            </a:r>
          </a:p>
          <a:p>
            <a:r>
              <a:rPr lang="fr-FR" b="0" smtClean="0"/>
              <a:t>I want to tell the world I found A love that turned my life around
16-  LEUR DIRE QU’ILS PEUVENT  LE GOÛTER ET LE VOIR </a:t>
            </a:r>
          </a:p>
          <a:p>
            <a:r>
              <a:rPr lang="fr-FR" b="0" smtClean="0"/>
              <a:t>They need to know that they can taste and see
17-  ET CHAQUE JOUR JE PRIE QUE MON CŒUR LUI SOIT SOUMIS </a:t>
            </a:r>
          </a:p>
          <a:p>
            <a:r>
              <a:rPr lang="fr-FR" b="0" smtClean="0"/>
              <a:t>Now everyday I'm praying Just to give my heart away
18-  JE VEUX VIVRE POUR JÉSUS </a:t>
            </a:r>
          </a:p>
          <a:p>
            <a:r>
              <a:rPr lang="fr-FR" b="0" smtClean="0"/>
              <a:t>I want live for Jesus
19-  POUR QUE QUELQU’UN  VOIE AUSSI QU’IL EST… 
So that someone else might see that He is...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20-  ET QUAND J’EXAMINERAI  MA VIE À LA FIN </a:t>
            </a:r>
          </a:p>
          <a:p>
            <a:r>
              <a:rPr lang="fr-FR" b="0" smtClean="0"/>
              <a:t>And looking back over my life at the end
21-  JE TE VERRAI ET DIRAI QUE TU AS ÉTÉ 
I'll go to meet You saying You've been</a:t>
            </a:r>
          </a:p>
          <a:p>
            <a:r>
              <a:rPr lang="fr-FR" b="0" smtClean="0"/>
              <a:t>22-  TOUT POUR MOI IL EST PLUS QU’UNE HISTOIRE </a:t>
            </a:r>
          </a:p>
          <a:p>
            <a:r>
              <a:rPr lang="fr-FR" b="0" smtClean="0"/>
              <a:t>You're everything to me You're more than a story
23-  PLUS QUE LES MOTS  DES PAGES D’UN RÉCIT 
More than words on a page of history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24-  TU ES TOUT POUR MOI TU ES PLUS QU’UNE HISTOIRE </a:t>
            </a:r>
          </a:p>
          <a:p>
            <a:r>
              <a:rPr lang="fr-FR" b="0" smtClean="0"/>
              <a:t>	You’re Everything to me You’re more than a story
	25-  PLUS QUE LES MOTS  DES PAGES D’UN RÉCIT </a:t>
            </a:r>
          </a:p>
          <a:p>
            <a:r>
              <a:rPr lang="fr-FR" b="0" smtClean="0"/>
              <a:t>	More than words on a page of history
	26-  TU ES L’AIR QUE J’INSPIRE  L’EAU DONT J’AI BESOIN </a:t>
            </a:r>
          </a:p>
          <a:p>
            <a:r>
              <a:rPr lang="fr-FR" b="0" smtClean="0"/>
              <a:t>	You’re the air that I breathe The water I thirst for
	27-  TU ES LE SOL SOUS MES PAS OH ! TU ES TOUT, TU ES TOUT POUR MOI 
	And the ground beneath my feet You’re everything, Lord, You're everything to me</a:t>
            </a:r>
          </a:p>
          <a:p>
            <a:endParaRPr lang="fr-FR" b="0" smtClean="0"/>
          </a:p>
          <a:p>
            <a:r>
              <a:rPr lang="fr-FR" b="0" smtClean="0"/>
              <a:t>28- TU ES TOUT POUR MOI</a:t>
            </a:r>
          </a:p>
          <a:p>
            <a:r>
              <a:rPr lang="fr-FR" b="0" smtClean="0"/>
              <a:t>You're everything to me</a:t>
            </a: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GRANDI À L’ÉCOLE DU DIMANCHE ET MÉMORISÉ LES RÈGLES D’OR</a:t>
            </a:r>
          </a:p>
          <a:p>
            <a:r>
              <a:rPr lang="fr-FR" smtClean="0"/>
              <a:t>I grew up in Sunday school I memorized the Golden Rule
2-  ET COMMENT JÉSUS A LIBÉRÉ  LES PÉCHEURS</a:t>
            </a:r>
          </a:p>
          <a:p>
            <a:r>
              <a:rPr lang="fr-FR" smtClean="0"/>
              <a:t>And how Jesus came to set the sinner free 
3-  JE PEUX VOUS RACONTER L’HISTOIRE </a:t>
            </a:r>
          </a:p>
          <a:p>
            <a:r>
              <a:rPr lang="fr-FR" smtClean="0"/>
              <a:t>I know the story inside out
4-  CE CHEMIN DE CROIX  CES HEURES NOIRES </a:t>
            </a:r>
          </a:p>
          <a:p>
            <a:r>
              <a:rPr lang="fr-FR" smtClean="0"/>
              <a:t>I can tell you all about
5-  QUI L’ONT CONDUIT  SUR LE MONT DU CALVAIRE </a:t>
            </a:r>
          </a:p>
          <a:p>
            <a:r>
              <a:rPr lang="fr-FR" smtClean="0"/>
              <a:t>The path that led Him up to Calvary
6-  MAIS POURQUOI M’AIME-T-IL ? JE NE SAIS L’EXPLIQUER </a:t>
            </a:r>
          </a:p>
          <a:p>
            <a:r>
              <a:rPr lang="fr-FR" smtClean="0"/>
              <a:t>But ask me why He loves me And I don't know what to say
7-  JE NE SERAI PLUS JAMAIS LE MÊME IL A CHANGÉ MA VIE EN DEVENANT </a:t>
            </a:r>
          </a:p>
          <a:p>
            <a:r>
              <a:rPr lang="fr-FR" smtClean="0"/>
              <a:t>But I'll never be the same Because He changed my life when He became...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8-  TOUT POUR MOI IL EST PLUS QU’UNE HISTOIRE </a:t>
            </a:r>
          </a:p>
          <a:p>
            <a:r>
              <a:rPr lang="fr-FR" smtClean="0"/>
              <a:t>	Everything to me He's more than a story
	9-  PLUS QUE LES MOTS  DES PAGES D’UN RÉCIT </a:t>
            </a:r>
          </a:p>
          <a:p>
            <a:r>
              <a:rPr lang="fr-FR" smtClean="0"/>
              <a:t>	More than words on a page of history
	10-  IL EST L’AIR QUE J’INSPIRE  L’EAU DONT J’AI BESOIN </a:t>
            </a:r>
          </a:p>
          <a:p>
            <a:r>
              <a:rPr lang="fr-FR" smtClean="0"/>
              <a:t>	He's the air that I breathe The water I thirst for
	11-  IL EST LE SOL SOUS MES PAS OH ! IL EST TOUT, IL EST TOUT POUR MOI 
	And the ground beneath my feet He's everything, everything to me</a:t>
            </a:r>
          </a:p>
          <a:p>
            <a:endParaRPr lang="fr-FR" smtClean="0"/>
          </a:p>
          <a:p>
            <a:r>
              <a:rPr lang="fr-FR" smtClean="0"/>
              <a:t>12-  NOUS VIVONS DES TEMPS INCERTAINS </a:t>
            </a:r>
          </a:p>
          <a:p>
            <a:r>
              <a:rPr lang="fr-FR" smtClean="0"/>
              <a:t>We're living in uncertain times
13-  QUI ME FONT COMPRENDRE  À QUEL POINT </a:t>
            </a:r>
          </a:p>
          <a:p>
            <a:r>
              <a:rPr lang="fr-FR" smtClean="0"/>
              <a:t>And more and more I find that I'm aware
14-  LA VIE PEUT ÊTRE FRAGILE PARFOIS </a:t>
            </a:r>
          </a:p>
          <a:p>
            <a:r>
              <a:rPr lang="fr-FR" smtClean="0"/>
              <a:t>Of just how fragile life can be
15-  JE VEUX CRIER QUE J’AI TROUVÉ UN AMOUR QUI M’A TRANSFORMÉ </a:t>
            </a:r>
          </a:p>
          <a:p>
            <a:r>
              <a:rPr lang="fr-FR" smtClean="0"/>
              <a:t>I want to tell the world I found A love that turned my life around
16-  LEUR DIRE QU’ILS PEUVENT  LE GOÛTER ET LE VOIR </a:t>
            </a:r>
          </a:p>
          <a:p>
            <a:r>
              <a:rPr lang="fr-FR" smtClean="0"/>
              <a:t>They need to know that they can taste and see
17-  ET CHAQUE JOUR JE PRIE QUE MON CŒUR LUI SOIT SOUMIS </a:t>
            </a:r>
          </a:p>
          <a:p>
            <a:r>
              <a:rPr lang="fr-FR" smtClean="0"/>
              <a:t>Now everyday I'm praying Just to give my heart away
18-  JE VEUX VIVRE POUR JÉSUS </a:t>
            </a:r>
          </a:p>
          <a:p>
            <a:r>
              <a:rPr lang="fr-FR" smtClean="0"/>
              <a:t>I want live for Jesus
19-  POUR QUE QUELQU’UN  VOIE AUSSI QU’IL EST… 
So that someone else might see that He is...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20-  ET QUAND J’EXAMINERAI  MA VIE À LA FIN </a:t>
            </a:r>
          </a:p>
          <a:p>
            <a:r>
              <a:rPr lang="fr-FR" smtClean="0"/>
              <a:t>And looking back over my life at the end
21-  JE TE VERRAI ET DIRAI QUE TU AS ÉTÉ 
I'll go to meet You saying You've been</a:t>
            </a:r>
          </a:p>
          <a:p>
            <a:r>
              <a:rPr lang="fr-FR" smtClean="0"/>
              <a:t>22-  TOUT POUR MOI IL EST PLUS QU’UNE HISTOIRE </a:t>
            </a:r>
          </a:p>
          <a:p>
            <a:r>
              <a:rPr lang="fr-FR" smtClean="0"/>
              <a:t>You're everything to me You're more than a story
23-  PLUS QUE LES MOTS  DES PAGES D’UN RÉCIT 
More than words on a page of history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24-  TU ES TOUT POUR MOI TU ES PLUS QU’UNE HISTOIRE </a:t>
            </a:r>
          </a:p>
          <a:p>
            <a:r>
              <a:rPr lang="fr-FR" smtClean="0"/>
              <a:t>	You’re Everything to me You’re more than a story
	25-  PLUS QUE LES MOTS  DES PAGES D’UN RÉCIT </a:t>
            </a:r>
          </a:p>
          <a:p>
            <a:r>
              <a:rPr lang="fr-FR" smtClean="0"/>
              <a:t>	More than words on a page of history
	26-  TU ES L’AIR QUE J’INSPIRE  L’EAU DONT J’AI BESOIN </a:t>
            </a:r>
          </a:p>
          <a:p>
            <a:r>
              <a:rPr lang="fr-FR" smtClean="0"/>
              <a:t>	You’re the air that I breathe The water I thirst for
	27-  TU ES LE SOL SOUS MES PAS OH ! TU ES TOUT, TU ES TOUT POUR MOI 
	And the ground beneath my feet You’re everything, Lord, You're everything to me</a:t>
            </a:r>
          </a:p>
          <a:p>
            <a:endParaRPr lang="fr-FR" smtClean="0"/>
          </a:p>
          <a:p>
            <a:r>
              <a:rPr lang="fr-FR" smtClean="0"/>
              <a:t>28- TU ES TOUT POUR MOI</a:t>
            </a:r>
          </a:p>
          <a:p>
            <a:r>
              <a:rPr lang="fr-FR" smtClean="0"/>
              <a:t>You're everything to 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J’AI GRANDI À L’ÉCOLE DU DIMANCHE ET MÉMORISÉ LES RÈGLES D’OR</a:t>
            </a:r>
          </a:p>
          <a:p>
            <a:r>
              <a:rPr lang="fr-FR" b="0" smtClean="0"/>
              <a:t>I grew up in Sunday school I memorized the Golden Rule
2-  ET COMMENT JÉSUS A LIBÉRÉ  LES PÉCHEURS</a:t>
            </a:r>
          </a:p>
          <a:p>
            <a:r>
              <a:rPr lang="fr-FR" b="0" smtClean="0"/>
              <a:t>And how Jesus came to set the sinner free 
3-  JE PEUX VOUS RACONTER L’HISTOIRE </a:t>
            </a:r>
          </a:p>
          <a:p>
            <a:r>
              <a:rPr lang="fr-FR" b="0" smtClean="0"/>
              <a:t>I know the story inside out
4-  CE CHEMIN DE CROIX  CES HEURES NOIRES </a:t>
            </a:r>
          </a:p>
          <a:p>
            <a:r>
              <a:rPr lang="fr-FR" b="0" smtClean="0"/>
              <a:t>I can tell you all about
5-  QUI L’ONT CONDUIT  SUR LE MONT DU CALVAIRE </a:t>
            </a:r>
          </a:p>
          <a:p>
            <a:r>
              <a:rPr lang="fr-FR" b="0" smtClean="0"/>
              <a:t>The path that led Him up to Calvary
6-  MAIS POURQUOI M’AIME-T-IL ? JE NE SAIS L’EXPLIQUER </a:t>
            </a:r>
          </a:p>
          <a:p>
            <a:r>
              <a:rPr lang="fr-FR" b="0" smtClean="0"/>
              <a:t>But ask me why He loves me And I don't know what to say
7-  JE NE SERAI PLUS JAMAIS LE MÊME IL A CHANGÉ MA VIE EN DEVENANT </a:t>
            </a:r>
          </a:p>
          <a:p>
            <a:r>
              <a:rPr lang="fr-FR" b="0" smtClean="0"/>
              <a:t>But I'll never be the same Because He changed my life when He became...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8-  TOUT POUR MOI IL EST PLUS QU’UNE HISTOIRE </a:t>
            </a:r>
          </a:p>
          <a:p>
            <a:r>
              <a:rPr lang="fr-FR" b="0" smtClean="0"/>
              <a:t>	Everything to me He's more than a story
	9-  PLUS QUE LES MOTS  DES PAGES D’UN RÉCIT </a:t>
            </a:r>
          </a:p>
          <a:p>
            <a:r>
              <a:rPr lang="fr-FR" b="0" smtClean="0"/>
              <a:t>	More than words on a page of history
	10-  IL EST L’AIR QUE J’INSPIRE  L’EAU DONT J’AI BESOIN </a:t>
            </a:r>
          </a:p>
          <a:p>
            <a:r>
              <a:rPr lang="fr-FR" b="0" smtClean="0"/>
              <a:t>	He's the air that I breathe The water I thirst for
	11-  IL EST LE SOL SOUS MES PAS OH ! IL EST TOUT, IL EST TOUT POUR MOI 
	And the ground beneath my feet He's everything, everything to me</a:t>
            </a:r>
          </a:p>
          <a:p>
            <a:endParaRPr lang="fr-FR" b="0" smtClean="0"/>
          </a:p>
          <a:p>
            <a:r>
              <a:rPr lang="fr-FR" b="0" smtClean="0"/>
              <a:t>12-  NOUS VIVONS DES TEMPS INCERTAINS </a:t>
            </a:r>
          </a:p>
          <a:p>
            <a:r>
              <a:rPr lang="fr-FR" b="0" smtClean="0"/>
              <a:t>We're living in uncertain times
13-  QUI ME FONT COMPRENDRE  À QUEL POINT </a:t>
            </a:r>
          </a:p>
          <a:p>
            <a:r>
              <a:rPr lang="fr-FR" b="0" smtClean="0"/>
              <a:t>And more and more I find that I'm aware
14-  LA VIE PEUT ÊTRE FRAGILE PARFOIS </a:t>
            </a:r>
          </a:p>
          <a:p>
            <a:r>
              <a:rPr lang="fr-FR" b="0" smtClean="0"/>
              <a:t>Of just how fragile life can be
15-  JE VEUX CRIER QUE J’AI TROUVÉ UN AMOUR QUI M’A TRANSFORMÉ </a:t>
            </a:r>
          </a:p>
          <a:p>
            <a:r>
              <a:rPr lang="fr-FR" b="0" smtClean="0"/>
              <a:t>I want to tell the world I found A love that turned my life around
16-  LEUR DIRE QU’ILS PEUVENT  LE GOÛTER ET LE VOIR </a:t>
            </a:r>
          </a:p>
          <a:p>
            <a:r>
              <a:rPr lang="fr-FR" b="0" smtClean="0"/>
              <a:t>They need to know that they can taste and see
17-  ET CHAQUE JOUR JE PRIE QUE MON CŒUR LUI SOIT SOUMIS </a:t>
            </a:r>
          </a:p>
          <a:p>
            <a:r>
              <a:rPr lang="fr-FR" b="0" smtClean="0"/>
              <a:t>Now everyday I'm praying Just to give my heart away
18-  JE VEUX VIVRE POUR JÉSUS </a:t>
            </a:r>
          </a:p>
          <a:p>
            <a:r>
              <a:rPr lang="fr-FR" b="0" smtClean="0"/>
              <a:t>I want live for Jesus
19-  POUR QUE QUELQU’UN  VOIE AUSSI QU’IL EST… 
So that someone else might see that He is...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20-  ET QUAND J’EXAMINERAI  MA VIE À LA FIN </a:t>
            </a:r>
          </a:p>
          <a:p>
            <a:r>
              <a:rPr lang="fr-FR" b="0" smtClean="0"/>
              <a:t>And looking back over my life at the end
21-  JE TE VERRAI ET DIRAI QUE TU AS ÉTÉ 
I'll go to meet You saying You've been</a:t>
            </a:r>
          </a:p>
          <a:p>
            <a:r>
              <a:rPr lang="fr-FR" b="0" smtClean="0"/>
              <a:t>22-  TOUT POUR MOI IL EST PLUS QU’UNE HISTOIRE </a:t>
            </a:r>
          </a:p>
          <a:p>
            <a:r>
              <a:rPr lang="fr-FR" b="0" smtClean="0"/>
              <a:t>You're everything to me You're more than a story
23-  PLUS QUE LES MOTS  DES PAGES D’UN RÉCIT 
More than words on a page of history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24-  TU ES TOUT POUR MOI TU ES PLUS QU’UNE HISTOIRE </a:t>
            </a:r>
          </a:p>
          <a:p>
            <a:r>
              <a:rPr lang="fr-FR" b="0" smtClean="0"/>
              <a:t>	You’re Everything to me You’re more than a story
	25-  PLUS QUE LES MOTS  DES PAGES D’UN RÉCIT </a:t>
            </a:r>
          </a:p>
          <a:p>
            <a:r>
              <a:rPr lang="fr-FR" b="0" smtClean="0"/>
              <a:t>	More than words on a page of history
	26-  TU ES L’AIR QUE J’INSPIRE  L’EAU DONT J’AI BESOIN </a:t>
            </a:r>
          </a:p>
          <a:p>
            <a:r>
              <a:rPr lang="fr-FR" b="0" smtClean="0"/>
              <a:t>	You’re the air that I breathe The water I thirst for
	27-  TU ES LE SOL SOUS MES PAS OH ! TU ES TOUT, TU ES TOUT POUR MOI 
	And the ground beneath my feet You’re everything, Lord, You're everything to me</a:t>
            </a:r>
          </a:p>
          <a:p>
            <a:endParaRPr lang="fr-FR" b="0" smtClean="0"/>
          </a:p>
          <a:p>
            <a:r>
              <a:rPr lang="fr-FR" b="0" smtClean="0"/>
              <a:t>28- TU ES TOUT POUR MOI</a:t>
            </a:r>
          </a:p>
          <a:p>
            <a:r>
              <a:rPr lang="fr-FR" b="0" smtClean="0"/>
              <a:t>You're everything to me</a:t>
            </a: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GRANDI À L’ÉCOLE DU DIMANCHE ET MÉMORISÉ LES RÈGLES D’OR</a:t>
            </a:r>
          </a:p>
          <a:p>
            <a:r>
              <a:rPr lang="fr-FR" smtClean="0"/>
              <a:t>I grew up in Sunday school I memorized the Golden Rule
2-  ET COMMENT JÉSUS A LIBÉRÉ  LES PÉCHEURS</a:t>
            </a:r>
          </a:p>
          <a:p>
            <a:r>
              <a:rPr lang="fr-FR" smtClean="0"/>
              <a:t>And how Jesus came to set the sinner free 
3-  JE PEUX VOUS RACONTER L’HISTOIRE </a:t>
            </a:r>
          </a:p>
          <a:p>
            <a:r>
              <a:rPr lang="fr-FR" smtClean="0"/>
              <a:t>I know the story inside out
4-  CE CHEMIN DE CROIX  CES HEURES NOIRES </a:t>
            </a:r>
          </a:p>
          <a:p>
            <a:r>
              <a:rPr lang="fr-FR" smtClean="0"/>
              <a:t>I can tell you all about
5-  QUI L’ONT CONDUIT  SUR LE MONT DU CALVAIRE </a:t>
            </a:r>
          </a:p>
          <a:p>
            <a:r>
              <a:rPr lang="fr-FR" smtClean="0"/>
              <a:t>The path that led Him up to Calvary
6-  MAIS POURQUOI M’AIME-T-IL ? JE NE SAIS L’EXPLIQUER </a:t>
            </a:r>
          </a:p>
          <a:p>
            <a:r>
              <a:rPr lang="fr-FR" smtClean="0"/>
              <a:t>But ask me why He loves me And I don't know what to say
7-  JE NE SERAI PLUS JAMAIS LE MÊME IL A CHANGÉ MA VIE EN DEVENANT </a:t>
            </a:r>
          </a:p>
          <a:p>
            <a:r>
              <a:rPr lang="fr-FR" smtClean="0"/>
              <a:t>But I'll never be the same Because He changed my life when He became...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8-  TOUT POUR MOI IL EST PLUS QU’UNE HISTOIRE </a:t>
            </a:r>
          </a:p>
          <a:p>
            <a:r>
              <a:rPr lang="fr-FR" smtClean="0"/>
              <a:t>	Everything to me He's more than a story
	9-  PLUS QUE LES MOTS  DES PAGES D’UN RÉCIT </a:t>
            </a:r>
          </a:p>
          <a:p>
            <a:r>
              <a:rPr lang="fr-FR" smtClean="0"/>
              <a:t>	More than words on a page of history
	10-  IL EST L’AIR QUE J’INSPIRE  L’EAU DONT J’AI BESOIN </a:t>
            </a:r>
          </a:p>
          <a:p>
            <a:r>
              <a:rPr lang="fr-FR" smtClean="0"/>
              <a:t>	He's the air that I breathe The water I thirst for
	11-  IL EST LE SOL SOUS MES PAS OH ! IL EST TOUT, IL EST TOUT POUR MOI 
	And the ground beneath my feet He's everything, everything to me</a:t>
            </a:r>
          </a:p>
          <a:p>
            <a:endParaRPr lang="fr-FR" smtClean="0"/>
          </a:p>
          <a:p>
            <a:r>
              <a:rPr lang="fr-FR" smtClean="0"/>
              <a:t>12-  NOUS VIVONS DES TEMPS INCERTAINS </a:t>
            </a:r>
          </a:p>
          <a:p>
            <a:r>
              <a:rPr lang="fr-FR" smtClean="0"/>
              <a:t>We're living in uncertain times
13-  QUI ME FONT COMPRENDRE  À QUEL POINT </a:t>
            </a:r>
          </a:p>
          <a:p>
            <a:r>
              <a:rPr lang="fr-FR" smtClean="0"/>
              <a:t>And more and more I find that I'm aware
14-  LA VIE PEUT ÊTRE FRAGILE PARFOIS </a:t>
            </a:r>
          </a:p>
          <a:p>
            <a:r>
              <a:rPr lang="fr-FR" smtClean="0"/>
              <a:t>Of just how fragile life can be
15-  JE VEUX CRIER QUE J’AI TROUVÉ UN AMOUR QUI M’A TRANSFORMÉ </a:t>
            </a:r>
          </a:p>
          <a:p>
            <a:r>
              <a:rPr lang="fr-FR" smtClean="0"/>
              <a:t>I want to tell the world I found A love that turned my life around
16-  LEUR DIRE QU’ILS PEUVENT  LE GOÛTER ET LE VOIR </a:t>
            </a:r>
          </a:p>
          <a:p>
            <a:r>
              <a:rPr lang="fr-FR" smtClean="0"/>
              <a:t>They need to know that they can taste and see
17-  ET CHAQUE JOUR JE PRIE QUE MON CŒUR LUI SOIT SOUMIS </a:t>
            </a:r>
          </a:p>
          <a:p>
            <a:r>
              <a:rPr lang="fr-FR" smtClean="0"/>
              <a:t>Now everyday I'm praying Just to give my heart away
18-  JE VEUX VIVRE POUR JÉSUS </a:t>
            </a:r>
          </a:p>
          <a:p>
            <a:r>
              <a:rPr lang="fr-FR" smtClean="0"/>
              <a:t>I want live for Jesus
19-  POUR QUE QUELQU’UN  VOIE AUSSI QU’IL EST… 
So that someone else might see that He is...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20-  ET QUAND J’EXAMINERAI  MA VIE À LA FIN </a:t>
            </a:r>
          </a:p>
          <a:p>
            <a:r>
              <a:rPr lang="fr-FR" smtClean="0"/>
              <a:t>And looking back over my life at the end
21-  JE TE VERRAI ET DIRAI QUE TU AS ÉTÉ 
I'll go to meet You saying You've been</a:t>
            </a:r>
          </a:p>
          <a:p>
            <a:r>
              <a:rPr lang="fr-FR" smtClean="0"/>
              <a:t>22-  TOUT POUR MOI IL EST PLUS QU’UNE HISTOIRE </a:t>
            </a:r>
          </a:p>
          <a:p>
            <a:r>
              <a:rPr lang="fr-FR" smtClean="0"/>
              <a:t>You're everything to me You're more than a story
23-  PLUS QUE LES MOTS  DES PAGES D’UN RÉCIT 
More than words on a page of history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24-  TU ES TOUT POUR MOI TU ES PLUS QU’UNE HISTOIRE </a:t>
            </a:r>
          </a:p>
          <a:p>
            <a:r>
              <a:rPr lang="fr-FR" smtClean="0"/>
              <a:t>	You’re Everything to me You’re more than a story
	25-  PLUS QUE LES MOTS  DES PAGES D’UN RÉCIT </a:t>
            </a:r>
          </a:p>
          <a:p>
            <a:r>
              <a:rPr lang="fr-FR" smtClean="0"/>
              <a:t>	More than words on a page of history
	26-  TU ES L’AIR QUE J’INSPIRE  L’EAU DONT J’AI BESOIN </a:t>
            </a:r>
          </a:p>
          <a:p>
            <a:r>
              <a:rPr lang="fr-FR" smtClean="0"/>
              <a:t>	You’re the air that I breathe The water I thirst for
	27-  TU ES LE SOL SOUS MES PAS OH ! TU ES TOUT, TU ES TOUT POUR MOI 
	And the ground beneath my feet You’re everything, Lord, You're everything to me</a:t>
            </a:r>
          </a:p>
          <a:p>
            <a:endParaRPr lang="fr-FR" smtClean="0"/>
          </a:p>
          <a:p>
            <a:r>
              <a:rPr lang="fr-FR" smtClean="0"/>
              <a:t>28- TU ES TOUT POUR MOI</a:t>
            </a:r>
          </a:p>
          <a:p>
            <a:r>
              <a:rPr lang="fr-FR" smtClean="0"/>
              <a:t>You're everything to 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J’AI GRANDI À L’ÉCOLE DU DIMANCHE ET MÉMORISÉ LES RÈGLES D’OR</a:t>
            </a:r>
          </a:p>
          <a:p>
            <a:r>
              <a:rPr lang="fr-FR" b="0" smtClean="0"/>
              <a:t>I grew up in Sunday school I memorized the Golden Rule
2-  ET COMMENT JÉSUS A LIBÉRÉ  LES PÉCHEURS</a:t>
            </a:r>
          </a:p>
          <a:p>
            <a:r>
              <a:rPr lang="fr-FR" b="0" smtClean="0"/>
              <a:t>And how Jesus came to set the sinner free 
3-  JE PEUX VOUS RACONTER L’HISTOIRE </a:t>
            </a:r>
          </a:p>
          <a:p>
            <a:r>
              <a:rPr lang="fr-FR" b="0" smtClean="0"/>
              <a:t>I know the story inside out
4-  CE CHEMIN DE CROIX  CES HEURES NOIRES </a:t>
            </a:r>
          </a:p>
          <a:p>
            <a:r>
              <a:rPr lang="fr-FR" b="0" smtClean="0"/>
              <a:t>I can tell you all about
5-  QUI L’ONT CONDUIT  SUR LE MONT DU CALVAIRE </a:t>
            </a:r>
          </a:p>
          <a:p>
            <a:r>
              <a:rPr lang="fr-FR" b="0" smtClean="0"/>
              <a:t>The path that led Him up to Calvary
6-  MAIS POURQUOI M’AIME-T-IL ? JE NE SAIS L’EXPLIQUER </a:t>
            </a:r>
          </a:p>
          <a:p>
            <a:r>
              <a:rPr lang="fr-FR" b="0" smtClean="0"/>
              <a:t>But ask me why He loves me And I don't know what to say
7-  JE NE SERAI PLUS JAMAIS LE MÊME IL A CHANGÉ MA VIE EN DEVENANT </a:t>
            </a:r>
          </a:p>
          <a:p>
            <a:r>
              <a:rPr lang="fr-FR" b="0" smtClean="0"/>
              <a:t>But I'll never be the same Because He changed my life when He became...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8-  TOUT POUR MOI IL EST PLUS QU’UNE HISTOIRE </a:t>
            </a:r>
          </a:p>
          <a:p>
            <a:r>
              <a:rPr lang="fr-FR" b="0" smtClean="0"/>
              <a:t>	Everything to me He's more than a story
	9-  PLUS QUE LES MOTS  DES PAGES D’UN RÉCIT </a:t>
            </a:r>
          </a:p>
          <a:p>
            <a:r>
              <a:rPr lang="fr-FR" b="0" smtClean="0"/>
              <a:t>	More than words on a page of history
	10-  IL EST L’AIR QUE J’INSPIRE  L’EAU DONT J’AI BESOIN </a:t>
            </a:r>
          </a:p>
          <a:p>
            <a:r>
              <a:rPr lang="fr-FR" b="0" smtClean="0"/>
              <a:t>	He's the air that I breathe The water I thirst for
	11-  IL EST LE SOL SOUS MES PAS OH ! IL EST TOUT, IL EST TOUT POUR MOI 
	And the ground beneath my feet He's everything, everything to me</a:t>
            </a:r>
          </a:p>
          <a:p>
            <a:endParaRPr lang="fr-FR" b="0" smtClean="0"/>
          </a:p>
          <a:p>
            <a:r>
              <a:rPr lang="fr-FR" b="0" smtClean="0"/>
              <a:t>12-  NOUS VIVONS DES TEMPS INCERTAINS </a:t>
            </a:r>
          </a:p>
          <a:p>
            <a:r>
              <a:rPr lang="fr-FR" b="0" smtClean="0"/>
              <a:t>We're living in uncertain times
13-  QUI ME FONT COMPRENDRE  À QUEL POINT </a:t>
            </a:r>
          </a:p>
          <a:p>
            <a:r>
              <a:rPr lang="fr-FR" b="0" smtClean="0"/>
              <a:t>And more and more I find that I'm aware
14-  LA VIE PEUT ÊTRE FRAGILE PARFOIS </a:t>
            </a:r>
          </a:p>
          <a:p>
            <a:r>
              <a:rPr lang="fr-FR" b="0" smtClean="0"/>
              <a:t>Of just how fragile life can be
15-  JE VEUX CRIER QUE J’AI TROUVÉ UN AMOUR QUI M’A TRANSFORMÉ </a:t>
            </a:r>
          </a:p>
          <a:p>
            <a:r>
              <a:rPr lang="fr-FR" b="0" smtClean="0"/>
              <a:t>I want to tell the world I found A love that turned my life around
16-  LEUR DIRE QU’ILS PEUVENT  LE GOÛTER ET LE VOIR </a:t>
            </a:r>
          </a:p>
          <a:p>
            <a:r>
              <a:rPr lang="fr-FR" b="0" smtClean="0"/>
              <a:t>They need to know that they can taste and see
17-  ET CHAQUE JOUR JE PRIE QUE MON CŒUR LUI SOIT SOUMIS </a:t>
            </a:r>
          </a:p>
          <a:p>
            <a:r>
              <a:rPr lang="fr-FR" b="0" smtClean="0"/>
              <a:t>Now everyday I'm praying Just to give my heart away
18-  JE VEUX VIVRE POUR JÉSUS </a:t>
            </a:r>
          </a:p>
          <a:p>
            <a:r>
              <a:rPr lang="fr-FR" b="0" smtClean="0"/>
              <a:t>I want live for Jesus
19-  POUR QUE QUELQU’UN  VOIE AUSSI QU’IL EST… 
So that someone else might see that He is...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20-  ET QUAND J’EXAMINERAI  MA VIE À LA FIN </a:t>
            </a:r>
          </a:p>
          <a:p>
            <a:r>
              <a:rPr lang="fr-FR" b="0" smtClean="0"/>
              <a:t>And looking back over my life at the end
21-  JE TE VERRAI ET DIRAI QUE TU AS ÉTÉ 
I'll go to meet You saying You've been</a:t>
            </a:r>
          </a:p>
          <a:p>
            <a:r>
              <a:rPr lang="fr-FR" b="0" smtClean="0"/>
              <a:t>22-  TOUT POUR MOI IL EST PLUS QU’UNE HISTOIRE </a:t>
            </a:r>
          </a:p>
          <a:p>
            <a:r>
              <a:rPr lang="fr-FR" b="0" smtClean="0"/>
              <a:t>You're everything to me You're more than a story
23-  PLUS QUE LES MOTS  DES PAGES D’UN RÉCIT 
More than words on a page of history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24-  TU ES TOUT POUR MOI TU ES PLUS QU’UNE HISTOIRE </a:t>
            </a:r>
          </a:p>
          <a:p>
            <a:r>
              <a:rPr lang="fr-FR" b="0" smtClean="0"/>
              <a:t>	You’re Everything to me You’re more than a story
	25-  PLUS QUE LES MOTS  DES PAGES D’UN RÉCIT </a:t>
            </a:r>
          </a:p>
          <a:p>
            <a:r>
              <a:rPr lang="fr-FR" b="0" smtClean="0"/>
              <a:t>	More than words on a page of history
	26-  TU ES L’AIR QUE J’INSPIRE  L’EAU DONT J’AI BESOIN </a:t>
            </a:r>
          </a:p>
          <a:p>
            <a:r>
              <a:rPr lang="fr-FR" b="0" smtClean="0"/>
              <a:t>	You’re the air that I breathe The water I thirst for
	27-  TU ES LE SOL SOUS MES PAS OH ! TU ES TOUT, TU ES TOUT POUR MOI 
	And the ground beneath my feet You’re everything, Lord, You're everything to me</a:t>
            </a:r>
          </a:p>
          <a:p>
            <a:endParaRPr lang="fr-FR" b="0" smtClean="0"/>
          </a:p>
          <a:p>
            <a:r>
              <a:rPr lang="fr-FR" b="0" smtClean="0"/>
              <a:t>28- TU ES TOUT POUR MOI</a:t>
            </a:r>
          </a:p>
          <a:p>
            <a:r>
              <a:rPr lang="fr-FR" b="0" smtClean="0"/>
              <a:t>You're everything to me</a:t>
            </a: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GRANDI À L’ÉCOLE DU DIMANCHE ET MÉMORISÉ LES RÈGLES D’OR</a:t>
            </a:r>
          </a:p>
          <a:p>
            <a:r>
              <a:rPr lang="fr-FR" smtClean="0"/>
              <a:t>I grew up in Sunday school I memorized the Golden Rule
2-  ET COMMENT JÉSUS A LIBÉRÉ  LES PÉCHEURS</a:t>
            </a:r>
          </a:p>
          <a:p>
            <a:r>
              <a:rPr lang="fr-FR" smtClean="0"/>
              <a:t>And how Jesus came to set the sinner free 
3-  JE PEUX VOUS RACONTER L’HISTOIRE </a:t>
            </a:r>
          </a:p>
          <a:p>
            <a:r>
              <a:rPr lang="fr-FR" smtClean="0"/>
              <a:t>I know the story inside out
4-  CE CHEMIN DE CROIX  CES HEURES NOIRES </a:t>
            </a:r>
          </a:p>
          <a:p>
            <a:r>
              <a:rPr lang="fr-FR" smtClean="0"/>
              <a:t>I can tell you all about
5-  QUI L’ONT CONDUIT  SUR LE MONT DU CALVAIRE </a:t>
            </a:r>
          </a:p>
          <a:p>
            <a:r>
              <a:rPr lang="fr-FR" smtClean="0"/>
              <a:t>The path that led Him up to Calvary
6-  MAIS POURQUOI M’AIME-T-IL ? JE NE SAIS L’EXPLIQUER </a:t>
            </a:r>
          </a:p>
          <a:p>
            <a:r>
              <a:rPr lang="fr-FR" smtClean="0"/>
              <a:t>But ask me why He loves me And I don't know what to say
7-  JE NE SERAI PLUS JAMAIS LE MÊME IL A CHANGÉ MA VIE EN DEVENANT </a:t>
            </a:r>
          </a:p>
          <a:p>
            <a:r>
              <a:rPr lang="fr-FR" smtClean="0"/>
              <a:t>But I'll never be the same Because He changed my life when He became...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8-  TOUT POUR MOI IL EST PLUS QU’UNE HISTOIRE </a:t>
            </a:r>
          </a:p>
          <a:p>
            <a:r>
              <a:rPr lang="fr-FR" smtClean="0"/>
              <a:t>	Everything to me He's more than a story
	9-  PLUS QUE LES MOTS  DES PAGES D’UN RÉCIT </a:t>
            </a:r>
          </a:p>
          <a:p>
            <a:r>
              <a:rPr lang="fr-FR" smtClean="0"/>
              <a:t>	More than words on a page of history
	10-  IL EST L’AIR QUE J’INSPIRE  L’EAU DONT J’AI BESOIN </a:t>
            </a:r>
          </a:p>
          <a:p>
            <a:r>
              <a:rPr lang="fr-FR" smtClean="0"/>
              <a:t>	He's the air that I breathe The water I thirst for
	11-  IL EST LE SOL SOUS MES PAS OH ! IL EST TOUT, IL EST TOUT POUR MOI 
	And the ground beneath my feet He's everything, everything to me</a:t>
            </a:r>
          </a:p>
          <a:p>
            <a:endParaRPr lang="fr-FR" smtClean="0"/>
          </a:p>
          <a:p>
            <a:r>
              <a:rPr lang="fr-FR" smtClean="0"/>
              <a:t>12-  NOUS VIVONS DES TEMPS INCERTAINS </a:t>
            </a:r>
          </a:p>
          <a:p>
            <a:r>
              <a:rPr lang="fr-FR" smtClean="0"/>
              <a:t>We're living in uncertain times
13-  QUI ME FONT COMPRENDRE  À QUEL POINT </a:t>
            </a:r>
          </a:p>
          <a:p>
            <a:r>
              <a:rPr lang="fr-FR" smtClean="0"/>
              <a:t>And more and more I find that I'm aware
14-  LA VIE PEUT ÊTRE FRAGILE PARFOIS </a:t>
            </a:r>
          </a:p>
          <a:p>
            <a:r>
              <a:rPr lang="fr-FR" smtClean="0"/>
              <a:t>Of just how fragile life can be
15-  JE VEUX CRIER QUE J’AI TROUVÉ UN AMOUR QUI M’A TRANSFORMÉ </a:t>
            </a:r>
          </a:p>
          <a:p>
            <a:r>
              <a:rPr lang="fr-FR" smtClean="0"/>
              <a:t>I want to tell the world I found A love that turned my life around
16-  LEUR DIRE QU’ILS PEUVENT  LE GOÛTER ET LE VOIR </a:t>
            </a:r>
          </a:p>
          <a:p>
            <a:r>
              <a:rPr lang="fr-FR" smtClean="0"/>
              <a:t>They need to know that they can taste and see
17-  ET CHAQUE JOUR JE PRIE QUE MON CŒUR LUI SOIT SOUMIS </a:t>
            </a:r>
          </a:p>
          <a:p>
            <a:r>
              <a:rPr lang="fr-FR" smtClean="0"/>
              <a:t>Now everyday I'm praying Just to give my heart away
18-  JE VEUX VIVRE POUR JÉSUS </a:t>
            </a:r>
          </a:p>
          <a:p>
            <a:r>
              <a:rPr lang="fr-FR" smtClean="0"/>
              <a:t>I want live for Jesus
19-  POUR QUE QUELQU’UN  VOIE AUSSI QU’IL EST… 
So that someone else might see that He is...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20-  ET QUAND J’EXAMINERAI  MA VIE À LA FIN </a:t>
            </a:r>
          </a:p>
          <a:p>
            <a:r>
              <a:rPr lang="fr-FR" smtClean="0"/>
              <a:t>And looking back over my life at the end
21-  JE TE VERRAI ET DIRAI QUE TU AS ÉTÉ 
I'll go to meet You saying You've been</a:t>
            </a:r>
          </a:p>
          <a:p>
            <a:r>
              <a:rPr lang="fr-FR" smtClean="0"/>
              <a:t>22-  TOUT POUR MOI IL EST PLUS QU’UNE HISTOIRE </a:t>
            </a:r>
          </a:p>
          <a:p>
            <a:r>
              <a:rPr lang="fr-FR" smtClean="0"/>
              <a:t>You're everything to me You're more than a story
23-  PLUS QUE LES MOTS  DES PAGES D’UN RÉCIT 
More than words on a page of history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24-  TU ES TOUT POUR MOI TU ES PLUS QU’UNE HISTOIRE </a:t>
            </a:r>
          </a:p>
          <a:p>
            <a:r>
              <a:rPr lang="fr-FR" smtClean="0"/>
              <a:t>	You’re Everything to me You’re more than a story
	25-  PLUS QUE LES MOTS  DES PAGES D’UN RÉCIT </a:t>
            </a:r>
          </a:p>
          <a:p>
            <a:r>
              <a:rPr lang="fr-FR" smtClean="0"/>
              <a:t>	More than words on a page of history
	26-  TU ES L’AIR QUE J’INSPIRE  L’EAU DONT J’AI BESOIN </a:t>
            </a:r>
          </a:p>
          <a:p>
            <a:r>
              <a:rPr lang="fr-FR" smtClean="0"/>
              <a:t>	You’re the air that I breathe The water I thirst for
	27-  TU ES LE SOL SOUS MES PAS OH ! TU ES TOUT, TU ES TOUT POUR MOI 
	And the ground beneath my feet You’re everything, Lord, You're everything to me</a:t>
            </a:r>
          </a:p>
          <a:p>
            <a:endParaRPr lang="fr-FR" smtClean="0"/>
          </a:p>
          <a:p>
            <a:r>
              <a:rPr lang="fr-FR" smtClean="0"/>
              <a:t>28- TU ES TOUT POUR MOI</a:t>
            </a:r>
          </a:p>
          <a:p>
            <a:r>
              <a:rPr lang="fr-FR" smtClean="0"/>
              <a:t>You're everything to 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J’AI GRANDI À L’ÉCOLE DU DIMANCHE ET MÉMORISÉ LES RÈGLES D’OR</a:t>
            </a:r>
          </a:p>
          <a:p>
            <a:r>
              <a:rPr lang="fr-FR" b="0" smtClean="0"/>
              <a:t>I grew up in Sunday school I memorized the Golden Rule
2-  ET COMMENT JÉSUS A LIBÉRÉ  LES PÉCHEURS</a:t>
            </a:r>
          </a:p>
          <a:p>
            <a:r>
              <a:rPr lang="fr-FR" b="0" smtClean="0"/>
              <a:t>And how Jesus came to set the sinner free 
3-  JE PEUX VOUS RACONTER L’HISTOIRE </a:t>
            </a:r>
          </a:p>
          <a:p>
            <a:r>
              <a:rPr lang="fr-FR" b="0" smtClean="0"/>
              <a:t>I know the story inside out
4-  CE CHEMIN DE CROIX  CES HEURES NOIRES </a:t>
            </a:r>
          </a:p>
          <a:p>
            <a:r>
              <a:rPr lang="fr-FR" b="0" smtClean="0"/>
              <a:t>I can tell you all about
5-  QUI L’ONT CONDUIT  SUR LE MONT DU CALVAIRE </a:t>
            </a:r>
          </a:p>
          <a:p>
            <a:r>
              <a:rPr lang="fr-FR" b="0" smtClean="0"/>
              <a:t>The path that led Him up to Calvary
6-  MAIS POURQUOI M’AIME-T-IL ? JE NE SAIS L’EXPLIQUER </a:t>
            </a:r>
          </a:p>
          <a:p>
            <a:r>
              <a:rPr lang="fr-FR" b="0" smtClean="0"/>
              <a:t>But ask me why He loves me And I don't know what to say
7-  JE NE SERAI PLUS JAMAIS LE MÊME IL A CHANGÉ MA VIE EN DEVENANT </a:t>
            </a:r>
          </a:p>
          <a:p>
            <a:r>
              <a:rPr lang="fr-FR" b="0" smtClean="0"/>
              <a:t>But I'll never be the same Because He changed my life when He became...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8-  TOUT POUR MOI IL EST PLUS QU’UNE HISTOIRE </a:t>
            </a:r>
          </a:p>
          <a:p>
            <a:r>
              <a:rPr lang="fr-FR" b="0" smtClean="0"/>
              <a:t>	Everything to me He's more than a story
	9-  PLUS QUE LES MOTS  DES PAGES D’UN RÉCIT </a:t>
            </a:r>
          </a:p>
          <a:p>
            <a:r>
              <a:rPr lang="fr-FR" b="0" smtClean="0"/>
              <a:t>	More than words on a page of history
	10-  IL EST L’AIR QUE J’INSPIRE  L’EAU DONT J’AI BESOIN </a:t>
            </a:r>
          </a:p>
          <a:p>
            <a:r>
              <a:rPr lang="fr-FR" b="0" smtClean="0"/>
              <a:t>	He's the air that I breathe The water I thirst for
	11-  IL EST LE SOL SOUS MES PAS OH ! IL EST TOUT, IL EST TOUT POUR MOI 
	And the ground beneath my feet He's everything, everything to me</a:t>
            </a:r>
          </a:p>
          <a:p>
            <a:endParaRPr lang="fr-FR" b="0" smtClean="0"/>
          </a:p>
          <a:p>
            <a:r>
              <a:rPr lang="fr-FR" b="0" smtClean="0"/>
              <a:t>12-  NOUS VIVONS DES TEMPS INCERTAINS </a:t>
            </a:r>
          </a:p>
          <a:p>
            <a:r>
              <a:rPr lang="fr-FR" b="0" smtClean="0"/>
              <a:t>We're living in uncertain times
13-  QUI ME FONT COMPRENDRE  À QUEL POINT </a:t>
            </a:r>
          </a:p>
          <a:p>
            <a:r>
              <a:rPr lang="fr-FR" b="0" smtClean="0"/>
              <a:t>And more and more I find that I'm aware
14-  LA VIE PEUT ÊTRE FRAGILE PARFOIS </a:t>
            </a:r>
          </a:p>
          <a:p>
            <a:r>
              <a:rPr lang="fr-FR" b="0" smtClean="0"/>
              <a:t>Of just how fragile life can be
15-  JE VEUX CRIER QUE J’AI TROUVÉ UN AMOUR QUI M’A TRANSFORMÉ </a:t>
            </a:r>
          </a:p>
          <a:p>
            <a:r>
              <a:rPr lang="fr-FR" b="0" smtClean="0"/>
              <a:t>I want to tell the world I found A love that turned my life around
16-  LEUR DIRE QU’ILS PEUVENT  LE GOÛTER ET LE VOIR </a:t>
            </a:r>
          </a:p>
          <a:p>
            <a:r>
              <a:rPr lang="fr-FR" b="0" smtClean="0"/>
              <a:t>They need to know that they can taste and see
17-  ET CHAQUE JOUR JE PRIE QUE MON CŒUR LUI SOIT SOUMIS </a:t>
            </a:r>
          </a:p>
          <a:p>
            <a:r>
              <a:rPr lang="fr-FR" b="0" smtClean="0"/>
              <a:t>Now everyday I'm praying Just to give my heart away
18-  JE VEUX VIVRE POUR JÉSUS </a:t>
            </a:r>
          </a:p>
          <a:p>
            <a:r>
              <a:rPr lang="fr-FR" b="0" smtClean="0"/>
              <a:t>I want live for Jesus
19-  POUR QUE QUELQU’UN  VOIE AUSSI QU’IL EST… 
So that someone else might see that He is...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20-  ET QUAND J’EXAMINERAI  MA VIE À LA FIN </a:t>
            </a:r>
          </a:p>
          <a:p>
            <a:r>
              <a:rPr lang="fr-FR" b="0" smtClean="0"/>
              <a:t>And looking back over my life at the end
21-  JE TE VERRAI ET DIRAI QUE TU AS ÉTÉ 
I'll go to meet You saying You've been</a:t>
            </a:r>
          </a:p>
          <a:p>
            <a:r>
              <a:rPr lang="fr-FR" b="0" smtClean="0"/>
              <a:t>22-  TOUT POUR MOI IL EST PLUS QU’UNE HISTOIRE </a:t>
            </a:r>
          </a:p>
          <a:p>
            <a:r>
              <a:rPr lang="fr-FR" b="0" smtClean="0"/>
              <a:t>You're everything to me You're more than a story
23-  PLUS QUE LES MOTS  DES PAGES D’UN RÉCIT 
More than words on a page of history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24-  TU ES TOUT POUR MOI TU ES PLUS QU’UNE HISTOIRE </a:t>
            </a:r>
          </a:p>
          <a:p>
            <a:r>
              <a:rPr lang="fr-FR" b="0" smtClean="0"/>
              <a:t>	You’re Everything to me You’re more than a story
	25-  PLUS QUE LES MOTS  DES PAGES D’UN RÉCIT </a:t>
            </a:r>
          </a:p>
          <a:p>
            <a:r>
              <a:rPr lang="fr-FR" b="0" smtClean="0"/>
              <a:t>	More than words on a page of history
	26-  TU ES L’AIR QUE J’INSPIRE  L’EAU DONT J’AI BESOIN </a:t>
            </a:r>
          </a:p>
          <a:p>
            <a:r>
              <a:rPr lang="fr-FR" b="0" smtClean="0"/>
              <a:t>	You’re the air that I breathe The water I thirst for
	27-  TU ES LE SOL SOUS MES PAS OH ! TU ES TOUT, TU ES TOUT POUR MOI 
	And the ground beneath my feet You’re everything, Lord, You're everything to me</a:t>
            </a:r>
          </a:p>
          <a:p>
            <a:endParaRPr lang="fr-FR" b="0" smtClean="0"/>
          </a:p>
          <a:p>
            <a:r>
              <a:rPr lang="fr-FR" b="0" smtClean="0"/>
              <a:t>28- TU ES TOUT POUR MOI</a:t>
            </a:r>
          </a:p>
          <a:p>
            <a:r>
              <a:rPr lang="fr-FR" b="0" smtClean="0"/>
              <a:t>You're everything to me</a:t>
            </a: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GRANDI À L’ÉCOLE DU DIMANCHE ET MÉMORISÉ LES RÈGLES D’OR</a:t>
            </a:r>
          </a:p>
          <a:p>
            <a:r>
              <a:rPr lang="fr-FR" smtClean="0"/>
              <a:t>I grew up in Sunday school I memorized the Golden Rule
2-  ET COMMENT JÉSUS A LIBÉRÉ  LES PÉCHEURS</a:t>
            </a:r>
          </a:p>
          <a:p>
            <a:r>
              <a:rPr lang="fr-FR" smtClean="0"/>
              <a:t>And how Jesus came to set the sinner free 
3-  JE PEUX VOUS RACONTER L’HISTOIRE </a:t>
            </a:r>
          </a:p>
          <a:p>
            <a:r>
              <a:rPr lang="fr-FR" smtClean="0"/>
              <a:t>I know the story inside out
4-  CE CHEMIN DE CROIX  CES HEURES NOIRES </a:t>
            </a:r>
          </a:p>
          <a:p>
            <a:r>
              <a:rPr lang="fr-FR" smtClean="0"/>
              <a:t>I can tell you all about
5-  QUI L’ONT CONDUIT  SUR LE MONT DU CALVAIRE </a:t>
            </a:r>
          </a:p>
          <a:p>
            <a:r>
              <a:rPr lang="fr-FR" smtClean="0"/>
              <a:t>The path that led Him up to Calvary
6-  MAIS POURQUOI M’AIME-T-IL ? JE NE SAIS L’EXPLIQUER </a:t>
            </a:r>
          </a:p>
          <a:p>
            <a:r>
              <a:rPr lang="fr-FR" smtClean="0"/>
              <a:t>But ask me why He loves me And I don't know what to say
7-  JE NE SERAI PLUS JAMAIS LE MÊME IL A CHANGÉ MA VIE EN DEVENANT </a:t>
            </a:r>
          </a:p>
          <a:p>
            <a:r>
              <a:rPr lang="fr-FR" smtClean="0"/>
              <a:t>But I'll never be the same Because He changed my life when He became...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8-  TOUT POUR MOI IL EST PLUS QU’UNE HISTOIRE </a:t>
            </a:r>
          </a:p>
          <a:p>
            <a:r>
              <a:rPr lang="fr-FR" smtClean="0"/>
              <a:t>	Everything to me He's more than a story
	9-  PLUS QUE LES MOTS  DES PAGES D’UN RÉCIT </a:t>
            </a:r>
          </a:p>
          <a:p>
            <a:r>
              <a:rPr lang="fr-FR" smtClean="0"/>
              <a:t>	More than words on a page of history
	10-  IL EST L’AIR QUE J’INSPIRE  L’EAU DONT J’AI BESOIN </a:t>
            </a:r>
          </a:p>
          <a:p>
            <a:r>
              <a:rPr lang="fr-FR" smtClean="0"/>
              <a:t>	He's the air that I breathe The water I thirst for
	11-  IL EST LE SOL SOUS MES PAS OH ! IL EST TOUT, IL EST TOUT POUR MOI 
	And the ground beneath my feet He's everything, everything to me</a:t>
            </a:r>
          </a:p>
          <a:p>
            <a:endParaRPr lang="fr-FR" smtClean="0"/>
          </a:p>
          <a:p>
            <a:r>
              <a:rPr lang="fr-FR" smtClean="0"/>
              <a:t>12-  NOUS VIVONS DES TEMPS INCERTAINS </a:t>
            </a:r>
          </a:p>
          <a:p>
            <a:r>
              <a:rPr lang="fr-FR" smtClean="0"/>
              <a:t>We're living in uncertain times
13-  QUI ME FONT COMPRENDRE  À QUEL POINT </a:t>
            </a:r>
          </a:p>
          <a:p>
            <a:r>
              <a:rPr lang="fr-FR" smtClean="0"/>
              <a:t>And more and more I find that I'm aware
14-  LA VIE PEUT ÊTRE FRAGILE PARFOIS </a:t>
            </a:r>
          </a:p>
          <a:p>
            <a:r>
              <a:rPr lang="fr-FR" smtClean="0"/>
              <a:t>Of just how fragile life can be
15-  JE VEUX CRIER QUE J’AI TROUVÉ UN AMOUR QUI M’A TRANSFORMÉ </a:t>
            </a:r>
          </a:p>
          <a:p>
            <a:r>
              <a:rPr lang="fr-FR" smtClean="0"/>
              <a:t>I want to tell the world I found A love that turned my life around
16-  LEUR DIRE QU’ILS PEUVENT  LE GOÛTER ET LE VOIR </a:t>
            </a:r>
          </a:p>
          <a:p>
            <a:r>
              <a:rPr lang="fr-FR" smtClean="0"/>
              <a:t>They need to know that they can taste and see
17-  ET CHAQUE JOUR JE PRIE QUE MON CŒUR LUI SOIT SOUMIS </a:t>
            </a:r>
          </a:p>
          <a:p>
            <a:r>
              <a:rPr lang="fr-FR" smtClean="0"/>
              <a:t>Now everyday I'm praying Just to give my heart away
18-  JE VEUX VIVRE POUR JÉSUS </a:t>
            </a:r>
          </a:p>
          <a:p>
            <a:r>
              <a:rPr lang="fr-FR" smtClean="0"/>
              <a:t>I want live for Jesus
19-  POUR QUE QUELQU’UN  VOIE AUSSI QU’IL EST… 
So that someone else might see that He is...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20-  ET QUAND J’EXAMINERAI  MA VIE À LA FIN </a:t>
            </a:r>
          </a:p>
          <a:p>
            <a:r>
              <a:rPr lang="fr-FR" smtClean="0"/>
              <a:t>And looking back over my life at the end
21-  JE TE VERRAI ET DIRAI QUE TU AS ÉTÉ 
I'll go to meet You saying You've been</a:t>
            </a:r>
          </a:p>
          <a:p>
            <a:r>
              <a:rPr lang="fr-FR" smtClean="0"/>
              <a:t>22-  TOUT POUR MOI IL EST PLUS QU’UNE HISTOIRE </a:t>
            </a:r>
          </a:p>
          <a:p>
            <a:r>
              <a:rPr lang="fr-FR" smtClean="0"/>
              <a:t>You're everything to me You're more than a story
23-  PLUS QUE LES MOTS  DES PAGES D’UN RÉCIT 
More than words on a page of history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24-  TU ES TOUT POUR MOI TU ES PLUS QU’UNE HISTOIRE </a:t>
            </a:r>
          </a:p>
          <a:p>
            <a:r>
              <a:rPr lang="fr-FR" smtClean="0"/>
              <a:t>	You’re Everything to me You’re more than a story
	25-  PLUS QUE LES MOTS  DES PAGES D’UN RÉCIT </a:t>
            </a:r>
          </a:p>
          <a:p>
            <a:r>
              <a:rPr lang="fr-FR" smtClean="0"/>
              <a:t>	More than words on a page of history
	26-  TU ES L’AIR QUE J’INSPIRE  L’EAU DONT J’AI BESOIN </a:t>
            </a:r>
          </a:p>
          <a:p>
            <a:r>
              <a:rPr lang="fr-FR" smtClean="0"/>
              <a:t>	You’re the air that I breathe The water I thirst for
	27-  TU ES LE SOL SOUS MES PAS OH ! TU ES TOUT, TU ES TOUT POUR MOI 
	And the ground beneath my feet You’re everything, Lord, You're everything to me</a:t>
            </a:r>
          </a:p>
          <a:p>
            <a:endParaRPr lang="fr-FR" smtClean="0"/>
          </a:p>
          <a:p>
            <a:r>
              <a:rPr lang="fr-FR" smtClean="0"/>
              <a:t>28- TU ES TOUT POUR MOI</a:t>
            </a:r>
          </a:p>
          <a:p>
            <a:r>
              <a:rPr lang="fr-FR" smtClean="0"/>
              <a:t>You're everything to 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J’AI GRANDI À L’ÉCOLE DU DIMANCHE ET MÉMORISÉ LES RÈGLES D’OR</a:t>
            </a:r>
          </a:p>
          <a:p>
            <a:r>
              <a:rPr lang="fr-FR" b="0" smtClean="0"/>
              <a:t>I grew up in Sunday school I memorized the Golden Rule
2-  ET COMMENT JÉSUS A LIBÉRÉ  LES PÉCHEURS</a:t>
            </a:r>
          </a:p>
          <a:p>
            <a:r>
              <a:rPr lang="fr-FR" b="0" smtClean="0"/>
              <a:t>And how Jesus came to set the sinner free 
3-  JE PEUX VOUS RACONTER L’HISTOIRE </a:t>
            </a:r>
          </a:p>
          <a:p>
            <a:r>
              <a:rPr lang="fr-FR" b="0" smtClean="0"/>
              <a:t>I know the story inside out
4-  CE CHEMIN DE CROIX  CES HEURES NOIRES </a:t>
            </a:r>
          </a:p>
          <a:p>
            <a:r>
              <a:rPr lang="fr-FR" b="0" smtClean="0"/>
              <a:t>I can tell you all about
5-  QUI L’ONT CONDUIT  SUR LE MONT DU CALVAIRE </a:t>
            </a:r>
          </a:p>
          <a:p>
            <a:r>
              <a:rPr lang="fr-FR" b="0" smtClean="0"/>
              <a:t>The path that led Him up to Calvary
6-  MAIS POURQUOI M’AIME-T-IL ? JE NE SAIS L’EXPLIQUER </a:t>
            </a:r>
          </a:p>
          <a:p>
            <a:r>
              <a:rPr lang="fr-FR" b="0" smtClean="0"/>
              <a:t>But ask me why He loves me And I don't know what to say
7-  JE NE SERAI PLUS JAMAIS LE MÊME IL A CHANGÉ MA VIE EN DEVENANT </a:t>
            </a:r>
          </a:p>
          <a:p>
            <a:r>
              <a:rPr lang="fr-FR" b="0" smtClean="0"/>
              <a:t>But I'll never be the same Because He changed my life when He became...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8-  TOUT POUR MOI IL EST PLUS QU’UNE HISTOIRE </a:t>
            </a:r>
          </a:p>
          <a:p>
            <a:r>
              <a:rPr lang="fr-FR" b="0" smtClean="0"/>
              <a:t>	Everything to me He's more than a story
	9-  PLUS QUE LES MOTS  DES PAGES D’UN RÉCIT </a:t>
            </a:r>
          </a:p>
          <a:p>
            <a:r>
              <a:rPr lang="fr-FR" b="0" smtClean="0"/>
              <a:t>	More than words on a page of history
	10-  IL EST L’AIR QUE J’INSPIRE  L’EAU DONT J’AI BESOIN </a:t>
            </a:r>
          </a:p>
          <a:p>
            <a:r>
              <a:rPr lang="fr-FR" b="0" smtClean="0"/>
              <a:t>	He's the air that I breathe The water I thirst for
	11-  IL EST LE SOL SOUS MES PAS OH ! IL EST TOUT, IL EST TOUT POUR MOI 
	And the ground beneath my feet He's everything, everything to me</a:t>
            </a:r>
          </a:p>
          <a:p>
            <a:endParaRPr lang="fr-FR" b="0" smtClean="0"/>
          </a:p>
          <a:p>
            <a:r>
              <a:rPr lang="fr-FR" b="0" smtClean="0"/>
              <a:t>12-  NOUS VIVONS DES TEMPS INCERTAINS </a:t>
            </a:r>
          </a:p>
          <a:p>
            <a:r>
              <a:rPr lang="fr-FR" b="0" smtClean="0"/>
              <a:t>We're living in uncertain times
13-  QUI ME FONT COMPRENDRE  À QUEL POINT </a:t>
            </a:r>
          </a:p>
          <a:p>
            <a:r>
              <a:rPr lang="fr-FR" b="0" smtClean="0"/>
              <a:t>And more and more I find that I'm aware
14-  LA VIE PEUT ÊTRE FRAGILE PARFOIS </a:t>
            </a:r>
          </a:p>
          <a:p>
            <a:r>
              <a:rPr lang="fr-FR" b="0" smtClean="0"/>
              <a:t>Of just how fragile life can be
15-  JE VEUX CRIER QUE J’AI TROUVÉ UN AMOUR QUI M’A TRANSFORMÉ </a:t>
            </a:r>
          </a:p>
          <a:p>
            <a:r>
              <a:rPr lang="fr-FR" b="0" smtClean="0"/>
              <a:t>I want to tell the world I found A love that turned my life around
16-  LEUR DIRE QU’ILS PEUVENT  LE GOÛTER ET LE VOIR </a:t>
            </a:r>
          </a:p>
          <a:p>
            <a:r>
              <a:rPr lang="fr-FR" b="0" smtClean="0"/>
              <a:t>They need to know that they can taste and see
17-  ET CHAQUE JOUR JE PRIE QUE MON CŒUR LUI SOIT SOUMIS </a:t>
            </a:r>
          </a:p>
          <a:p>
            <a:r>
              <a:rPr lang="fr-FR" b="0" smtClean="0"/>
              <a:t>Now everyday I'm praying Just to give my heart away
18-  JE VEUX VIVRE POUR JÉSUS </a:t>
            </a:r>
          </a:p>
          <a:p>
            <a:r>
              <a:rPr lang="fr-FR" b="0" smtClean="0"/>
              <a:t>I want live for Jesus
19-  POUR QUE QUELQU’UN  VOIE AUSSI QU’IL EST… 
So that someone else might see that He is...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20-  ET QUAND J’EXAMINERAI  MA VIE À LA FIN </a:t>
            </a:r>
          </a:p>
          <a:p>
            <a:r>
              <a:rPr lang="fr-FR" b="0" smtClean="0"/>
              <a:t>And looking back over my life at the end
21-  JE TE VERRAI ET DIRAI QUE TU AS ÉTÉ 
I'll go to meet You saying You've been</a:t>
            </a:r>
          </a:p>
          <a:p>
            <a:r>
              <a:rPr lang="fr-FR" b="0" smtClean="0"/>
              <a:t>22-  TOUT POUR MOI IL EST PLUS QU’UNE HISTOIRE </a:t>
            </a:r>
          </a:p>
          <a:p>
            <a:r>
              <a:rPr lang="fr-FR" b="0" smtClean="0"/>
              <a:t>You're everything to me You're more than a story
23-  PLUS QUE LES MOTS  DES PAGES D’UN RÉCIT 
More than words on a page of history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24-  TU ES TOUT POUR MOI TU ES PLUS QU’UNE HISTOIRE </a:t>
            </a:r>
          </a:p>
          <a:p>
            <a:r>
              <a:rPr lang="fr-FR" b="0" smtClean="0"/>
              <a:t>	You’re Everything to me You’re more than a story
	25-  PLUS QUE LES MOTS  DES PAGES D’UN RÉCIT </a:t>
            </a:r>
          </a:p>
          <a:p>
            <a:r>
              <a:rPr lang="fr-FR" b="0" smtClean="0"/>
              <a:t>	More than words on a page of history
	26-  TU ES L’AIR QUE J’INSPIRE  L’EAU DONT J’AI BESOIN </a:t>
            </a:r>
          </a:p>
          <a:p>
            <a:r>
              <a:rPr lang="fr-FR" b="0" smtClean="0"/>
              <a:t>	You’re the air that I breathe The water I thirst for
	27-  TU ES LE SOL SOUS MES PAS OH ! TU ES TOUT, TU ES TOUT POUR MOI 
	And the ground beneath my feet You’re everything, Lord, You're everything to me</a:t>
            </a:r>
          </a:p>
          <a:p>
            <a:endParaRPr lang="fr-FR" b="0" smtClean="0"/>
          </a:p>
          <a:p>
            <a:r>
              <a:rPr lang="fr-FR" b="0" smtClean="0"/>
              <a:t>28- TU ES TOUT POUR MOI</a:t>
            </a:r>
          </a:p>
          <a:p>
            <a:r>
              <a:rPr lang="fr-FR" b="0" smtClean="0"/>
              <a:t>You're everything to me</a:t>
            </a: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GRANDI À L’ÉCOLE DU DIMANCHE ET MÉMORISÉ LES RÈGLES D’OR</a:t>
            </a:r>
          </a:p>
          <a:p>
            <a:r>
              <a:rPr lang="fr-FR" smtClean="0"/>
              <a:t>I grew up in Sunday school I memorized the Golden Rule
2-  ET COMMENT JÉSUS A LIBÉRÉ  LES PÉCHEURS</a:t>
            </a:r>
          </a:p>
          <a:p>
            <a:r>
              <a:rPr lang="fr-FR" smtClean="0"/>
              <a:t>And how Jesus came to set the sinner free 
3-  JE PEUX VOUS RACONTER L’HISTOIRE </a:t>
            </a:r>
          </a:p>
          <a:p>
            <a:r>
              <a:rPr lang="fr-FR" smtClean="0"/>
              <a:t>I know the story inside out
4-  CE CHEMIN DE CROIX  CES HEURES NOIRES </a:t>
            </a:r>
          </a:p>
          <a:p>
            <a:r>
              <a:rPr lang="fr-FR" smtClean="0"/>
              <a:t>I can tell you all about
5-  QUI L’ONT CONDUIT  SUR LE MONT DU CALVAIRE </a:t>
            </a:r>
          </a:p>
          <a:p>
            <a:r>
              <a:rPr lang="fr-FR" smtClean="0"/>
              <a:t>The path that led Him up to Calvary
6-  MAIS POURQUOI M’AIME-T-IL ? JE NE SAIS L’EXPLIQUER </a:t>
            </a:r>
          </a:p>
          <a:p>
            <a:r>
              <a:rPr lang="fr-FR" smtClean="0"/>
              <a:t>But ask me why He loves me And I don't know what to say
7-  JE NE SERAI PLUS JAMAIS LE MÊME IL A CHANGÉ MA VIE EN DEVENANT </a:t>
            </a:r>
          </a:p>
          <a:p>
            <a:r>
              <a:rPr lang="fr-FR" smtClean="0"/>
              <a:t>But I'll never be the same Because He changed my life when He became...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8-  TOUT POUR MOI IL EST PLUS QU’UNE HISTOIRE </a:t>
            </a:r>
          </a:p>
          <a:p>
            <a:r>
              <a:rPr lang="fr-FR" smtClean="0"/>
              <a:t>	Everything to me He's more than a story
	9-  PLUS QUE LES MOTS  DES PAGES D’UN RÉCIT </a:t>
            </a:r>
          </a:p>
          <a:p>
            <a:r>
              <a:rPr lang="fr-FR" smtClean="0"/>
              <a:t>	More than words on a page of history
	10-  IL EST L’AIR QUE J’INSPIRE  L’EAU DONT J’AI BESOIN </a:t>
            </a:r>
          </a:p>
          <a:p>
            <a:r>
              <a:rPr lang="fr-FR" smtClean="0"/>
              <a:t>	He's the air that I breathe The water I thirst for
	11-  IL EST LE SOL SOUS MES PAS OH ! IL EST TOUT, IL EST TOUT POUR MOI 
	And the ground beneath my feet He's everything, everything to me</a:t>
            </a:r>
          </a:p>
          <a:p>
            <a:endParaRPr lang="fr-FR" smtClean="0"/>
          </a:p>
          <a:p>
            <a:r>
              <a:rPr lang="fr-FR" smtClean="0"/>
              <a:t>12-  NOUS VIVONS DES TEMPS INCERTAINS </a:t>
            </a:r>
          </a:p>
          <a:p>
            <a:r>
              <a:rPr lang="fr-FR" smtClean="0"/>
              <a:t>We're living in uncertain times
13-  QUI ME FONT COMPRENDRE  À QUEL POINT </a:t>
            </a:r>
          </a:p>
          <a:p>
            <a:r>
              <a:rPr lang="fr-FR" smtClean="0"/>
              <a:t>And more and more I find that I'm aware
14-  LA VIE PEUT ÊTRE FRAGILE PARFOIS </a:t>
            </a:r>
          </a:p>
          <a:p>
            <a:r>
              <a:rPr lang="fr-FR" smtClean="0"/>
              <a:t>Of just how fragile life can be
15-  JE VEUX CRIER QUE J’AI TROUVÉ UN AMOUR QUI M’A TRANSFORMÉ </a:t>
            </a:r>
          </a:p>
          <a:p>
            <a:r>
              <a:rPr lang="fr-FR" smtClean="0"/>
              <a:t>I want to tell the world I found A love that turned my life around
16-  LEUR DIRE QU’ILS PEUVENT  LE GOÛTER ET LE VOIR </a:t>
            </a:r>
          </a:p>
          <a:p>
            <a:r>
              <a:rPr lang="fr-FR" smtClean="0"/>
              <a:t>They need to know that they can taste and see
17-  ET CHAQUE JOUR JE PRIE QUE MON CŒUR LUI SOIT SOUMIS </a:t>
            </a:r>
          </a:p>
          <a:p>
            <a:r>
              <a:rPr lang="fr-FR" smtClean="0"/>
              <a:t>Now everyday I'm praying Just to give my heart away
18-  JE VEUX VIVRE POUR JÉSUS </a:t>
            </a:r>
          </a:p>
          <a:p>
            <a:r>
              <a:rPr lang="fr-FR" smtClean="0"/>
              <a:t>I want live for Jesus
19-  POUR QUE QUELQU’UN  VOIE AUSSI QU’IL EST… 
So that someone else might see that He is...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20-  ET QUAND J’EXAMINERAI  MA VIE À LA FIN </a:t>
            </a:r>
          </a:p>
          <a:p>
            <a:r>
              <a:rPr lang="fr-FR" smtClean="0"/>
              <a:t>And looking back over my life at the end
21-  JE TE VERRAI ET DIRAI QUE TU AS ÉTÉ 
I'll go to meet You saying You've been</a:t>
            </a:r>
          </a:p>
          <a:p>
            <a:r>
              <a:rPr lang="fr-FR" smtClean="0"/>
              <a:t>22-  TOUT POUR MOI IL EST PLUS QU’UNE HISTOIRE </a:t>
            </a:r>
          </a:p>
          <a:p>
            <a:r>
              <a:rPr lang="fr-FR" smtClean="0"/>
              <a:t>You're everything to me You're more than a story
23-  PLUS QUE LES MOTS  DES PAGES D’UN RÉCIT 
More than words on a page of history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24-  TU ES TOUT POUR MOI TU ES PLUS QU’UNE HISTOIRE </a:t>
            </a:r>
          </a:p>
          <a:p>
            <a:r>
              <a:rPr lang="fr-FR" smtClean="0"/>
              <a:t>	You’re Everything to me You’re more than a story
	25-  PLUS QUE LES MOTS  DES PAGES D’UN RÉCIT </a:t>
            </a:r>
          </a:p>
          <a:p>
            <a:r>
              <a:rPr lang="fr-FR" smtClean="0"/>
              <a:t>	More than words on a page of history
	26-  TU ES L’AIR QUE J’INSPIRE  L’EAU DONT J’AI BESOIN </a:t>
            </a:r>
          </a:p>
          <a:p>
            <a:r>
              <a:rPr lang="fr-FR" smtClean="0"/>
              <a:t>	You’re the air that I breathe The water I thirst for
	27-  TU ES LE SOL SOUS MES PAS OH ! TU ES TOUT, TU ES TOUT POUR MOI 
	And the ground beneath my feet You’re everything, Lord, You're everything to me</a:t>
            </a:r>
          </a:p>
          <a:p>
            <a:endParaRPr lang="fr-FR" smtClean="0"/>
          </a:p>
          <a:p>
            <a:r>
              <a:rPr lang="fr-FR" smtClean="0"/>
              <a:t>28- TU ES TOUT POUR MOI</a:t>
            </a:r>
          </a:p>
          <a:p>
            <a:r>
              <a:rPr lang="fr-FR" smtClean="0"/>
              <a:t>You're everything to 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J’AI GRANDI À L’ÉCOLE DU DIMANCHE ET MÉMORISÉ LES RÈGLES D’OR</a:t>
            </a:r>
          </a:p>
          <a:p>
            <a:r>
              <a:rPr lang="fr-FR" b="0" dirty="0" smtClean="0"/>
              <a:t>I </a:t>
            </a:r>
            <a:r>
              <a:rPr lang="fr-FR" b="0" dirty="0" err="1" smtClean="0"/>
              <a:t>grew</a:t>
            </a:r>
            <a:r>
              <a:rPr lang="fr-FR" b="0" dirty="0" smtClean="0"/>
              <a:t> up in </a:t>
            </a:r>
            <a:r>
              <a:rPr lang="fr-FR" b="0" dirty="0" err="1" smtClean="0"/>
              <a:t>Sunday</a:t>
            </a:r>
            <a:r>
              <a:rPr lang="fr-FR" b="0" dirty="0" smtClean="0"/>
              <a:t> </a:t>
            </a:r>
            <a:r>
              <a:rPr lang="fr-FR" b="0" dirty="0" err="1" smtClean="0"/>
              <a:t>school</a:t>
            </a:r>
            <a:r>
              <a:rPr lang="fr-FR" b="0" dirty="0" smtClean="0"/>
              <a:t> I </a:t>
            </a:r>
            <a:r>
              <a:rPr lang="fr-FR" b="0" dirty="0" err="1" smtClean="0"/>
              <a:t>memorized</a:t>
            </a:r>
            <a:r>
              <a:rPr lang="fr-FR" b="0" dirty="0" smtClean="0"/>
              <a:t> the Golden </a:t>
            </a:r>
            <a:r>
              <a:rPr lang="fr-FR" b="0" dirty="0" err="1" smtClean="0"/>
              <a:t>Rule</a:t>
            </a:r>
            <a:r>
              <a:rPr lang="fr-FR" b="0" dirty="0" smtClean="0"/>
              <a:t>
2-  ET COMMENT JÉSUS A LIBÉRÉ  LES PÉCHEURS</a:t>
            </a:r>
          </a:p>
          <a:p>
            <a:r>
              <a:rPr lang="fr-FR" b="0" dirty="0" smtClean="0"/>
              <a:t>And how </a:t>
            </a:r>
            <a:r>
              <a:rPr lang="fr-FR" b="0" dirty="0" err="1" smtClean="0"/>
              <a:t>Jesus</a:t>
            </a:r>
            <a:r>
              <a:rPr lang="fr-FR" b="0" dirty="0" smtClean="0"/>
              <a:t> came to set the </a:t>
            </a:r>
            <a:r>
              <a:rPr lang="fr-FR" b="0" dirty="0" err="1" smtClean="0"/>
              <a:t>sinner</a:t>
            </a:r>
            <a:r>
              <a:rPr lang="fr-FR" b="0" dirty="0" smtClean="0"/>
              <a:t> free 
3-  JE PEUX VOUS RACONTER L’HISTOIRE </a:t>
            </a:r>
          </a:p>
          <a:p>
            <a:r>
              <a:rPr lang="fr-FR" b="0" dirty="0" smtClean="0"/>
              <a:t>I know the story </a:t>
            </a:r>
            <a:r>
              <a:rPr lang="fr-FR" b="0" dirty="0" err="1" smtClean="0"/>
              <a:t>inside</a:t>
            </a:r>
            <a:r>
              <a:rPr lang="fr-FR" b="0" dirty="0" smtClean="0"/>
              <a:t> out
4-  CE CHEMIN DE CROIX  CES HEURES NOIRES </a:t>
            </a:r>
          </a:p>
          <a:p>
            <a:r>
              <a:rPr lang="fr-FR" b="0" dirty="0" smtClean="0"/>
              <a:t>I </a:t>
            </a:r>
            <a:r>
              <a:rPr lang="fr-FR" b="0" dirty="0" err="1" smtClean="0"/>
              <a:t>can</a:t>
            </a:r>
            <a:r>
              <a:rPr lang="fr-FR" b="0" dirty="0" smtClean="0"/>
              <a:t> tell </a:t>
            </a:r>
            <a:r>
              <a:rPr lang="fr-FR" b="0" dirty="0" err="1" smtClean="0"/>
              <a:t>you</a:t>
            </a:r>
            <a:r>
              <a:rPr lang="fr-FR" b="0" dirty="0" smtClean="0"/>
              <a:t> all about
5-  QUI L’ONT CONDUIT  SUR LE MONT DU CALVAIRE </a:t>
            </a:r>
          </a:p>
          <a:p>
            <a:r>
              <a:rPr lang="fr-FR" b="0" dirty="0" smtClean="0"/>
              <a:t>The </a:t>
            </a:r>
            <a:r>
              <a:rPr lang="fr-FR" b="0" dirty="0" err="1" smtClean="0"/>
              <a:t>path</a:t>
            </a:r>
            <a:r>
              <a:rPr lang="fr-FR" b="0" dirty="0" smtClean="0"/>
              <a:t> </a:t>
            </a:r>
            <a:r>
              <a:rPr lang="fr-FR" b="0" dirty="0" err="1" smtClean="0"/>
              <a:t>that</a:t>
            </a:r>
            <a:r>
              <a:rPr lang="fr-FR" b="0" dirty="0" smtClean="0"/>
              <a:t> </a:t>
            </a:r>
            <a:r>
              <a:rPr lang="fr-FR" b="0" dirty="0" err="1" smtClean="0"/>
              <a:t>led</a:t>
            </a:r>
            <a:r>
              <a:rPr lang="fr-FR" b="0" dirty="0" smtClean="0"/>
              <a:t> </a:t>
            </a:r>
            <a:r>
              <a:rPr lang="fr-FR" b="0" dirty="0" err="1" smtClean="0"/>
              <a:t>Him</a:t>
            </a:r>
            <a:r>
              <a:rPr lang="fr-FR" b="0" dirty="0" smtClean="0"/>
              <a:t> up to </a:t>
            </a:r>
            <a:r>
              <a:rPr lang="fr-FR" b="0" dirty="0" err="1" smtClean="0"/>
              <a:t>Calvary</a:t>
            </a:r>
            <a:r>
              <a:rPr lang="fr-FR" b="0" dirty="0" smtClean="0"/>
              <a:t>
6-  MAIS POURQUOI M’AIME-T-IL ? JE NE SAIS L’EXPLIQUER </a:t>
            </a:r>
          </a:p>
          <a:p>
            <a:r>
              <a:rPr lang="fr-FR" b="0" dirty="0" smtClean="0"/>
              <a:t>But </a:t>
            </a:r>
            <a:r>
              <a:rPr lang="fr-FR" b="0" dirty="0" err="1" smtClean="0"/>
              <a:t>ask</a:t>
            </a:r>
            <a:r>
              <a:rPr lang="fr-FR" b="0" dirty="0" smtClean="0"/>
              <a:t> me </a:t>
            </a:r>
            <a:r>
              <a:rPr lang="fr-FR" b="0" dirty="0" err="1" smtClean="0"/>
              <a:t>why</a:t>
            </a:r>
            <a:r>
              <a:rPr lang="fr-FR" b="0" dirty="0" smtClean="0"/>
              <a:t> He loves me And I </a:t>
            </a:r>
            <a:r>
              <a:rPr lang="fr-FR" b="0" dirty="0" err="1" smtClean="0"/>
              <a:t>don't</a:t>
            </a:r>
            <a:r>
              <a:rPr lang="fr-FR" b="0" dirty="0" smtClean="0"/>
              <a:t> know </a:t>
            </a:r>
            <a:r>
              <a:rPr lang="fr-FR" b="0" dirty="0" err="1" smtClean="0"/>
              <a:t>what</a:t>
            </a:r>
            <a:r>
              <a:rPr lang="fr-FR" b="0" dirty="0" smtClean="0"/>
              <a:t> to </a:t>
            </a:r>
            <a:r>
              <a:rPr lang="fr-FR" b="0" dirty="0" err="1" smtClean="0"/>
              <a:t>say</a:t>
            </a:r>
            <a:r>
              <a:rPr lang="fr-FR" b="0" dirty="0" smtClean="0"/>
              <a:t>
7-  JE NE SERAI PLUS JAMAIS LE MÊME IL A CHANGÉ MA VIE EN DEVENANT </a:t>
            </a:r>
          </a:p>
          <a:p>
            <a:r>
              <a:rPr lang="fr-FR" b="0" dirty="0" smtClean="0"/>
              <a:t>But </a:t>
            </a:r>
            <a:r>
              <a:rPr lang="fr-FR" b="0" dirty="0" err="1" smtClean="0"/>
              <a:t>I'll</a:t>
            </a:r>
            <a:r>
              <a:rPr lang="fr-FR" b="0" dirty="0" smtClean="0"/>
              <a:t> </a:t>
            </a:r>
            <a:r>
              <a:rPr lang="fr-FR" b="0" dirty="0" err="1" smtClean="0"/>
              <a:t>never</a:t>
            </a:r>
            <a:r>
              <a:rPr lang="fr-FR" b="0" dirty="0" smtClean="0"/>
              <a:t> </a:t>
            </a:r>
            <a:r>
              <a:rPr lang="fr-FR" b="0" dirty="0" err="1" smtClean="0"/>
              <a:t>be</a:t>
            </a:r>
            <a:r>
              <a:rPr lang="fr-FR" b="0" dirty="0" smtClean="0"/>
              <a:t> the </a:t>
            </a:r>
            <a:r>
              <a:rPr lang="fr-FR" b="0" dirty="0" err="1" smtClean="0"/>
              <a:t>same</a:t>
            </a:r>
            <a:r>
              <a:rPr lang="fr-FR" b="0" dirty="0" smtClean="0"/>
              <a:t> </a:t>
            </a:r>
            <a:r>
              <a:rPr lang="fr-FR" b="0" dirty="0" err="1" smtClean="0"/>
              <a:t>Because</a:t>
            </a:r>
            <a:r>
              <a:rPr lang="fr-FR" b="0" dirty="0" smtClean="0"/>
              <a:t> He </a:t>
            </a:r>
            <a:r>
              <a:rPr lang="fr-FR" b="0" dirty="0" err="1" smtClean="0"/>
              <a:t>changed</a:t>
            </a:r>
            <a:r>
              <a:rPr lang="fr-FR" b="0" dirty="0" smtClean="0"/>
              <a:t> </a:t>
            </a:r>
            <a:r>
              <a:rPr lang="fr-FR" b="0" dirty="0" err="1" smtClean="0"/>
              <a:t>my</a:t>
            </a:r>
            <a:r>
              <a:rPr lang="fr-FR" b="0" dirty="0" smtClean="0"/>
              <a:t> life </a:t>
            </a:r>
            <a:r>
              <a:rPr lang="fr-FR" b="0" dirty="0" err="1" smtClean="0"/>
              <a:t>when</a:t>
            </a:r>
            <a:r>
              <a:rPr lang="fr-FR" b="0" dirty="0" smtClean="0"/>
              <a:t> He </a:t>
            </a:r>
            <a:r>
              <a:rPr lang="fr-FR" b="0" dirty="0" err="1" smtClean="0"/>
              <a:t>became</a:t>
            </a:r>
            <a:r>
              <a:rPr lang="fr-FR" b="0" dirty="0" smtClean="0"/>
              <a:t>...</a:t>
            </a:r>
          </a:p>
          <a:p>
            <a:r>
              <a:rPr lang="fr-FR" b="0" dirty="0" smtClean="0"/>
              <a:t> 
	Refrain:</a:t>
            </a:r>
          </a:p>
          <a:p>
            <a:r>
              <a:rPr lang="fr-FR" b="0" dirty="0" smtClean="0"/>
              <a:t>	8-  TOUT POUR MOI IL EST PLUS QU’UNE HISTOIRE </a:t>
            </a:r>
          </a:p>
          <a:p>
            <a:r>
              <a:rPr lang="fr-FR" b="0" dirty="0" smtClean="0"/>
              <a:t>	</a:t>
            </a:r>
            <a:r>
              <a:rPr lang="fr-FR" b="0" dirty="0" err="1" smtClean="0"/>
              <a:t>Everything</a:t>
            </a:r>
            <a:r>
              <a:rPr lang="fr-FR" b="0" dirty="0" smtClean="0"/>
              <a:t> to me </a:t>
            </a:r>
            <a:r>
              <a:rPr lang="fr-FR" b="0" dirty="0" err="1" smtClean="0"/>
              <a:t>He's</a:t>
            </a:r>
            <a:r>
              <a:rPr lang="fr-FR" b="0" dirty="0" smtClean="0"/>
              <a:t> more </a:t>
            </a:r>
            <a:r>
              <a:rPr lang="fr-FR" b="0" dirty="0" err="1" smtClean="0"/>
              <a:t>than</a:t>
            </a:r>
            <a:r>
              <a:rPr lang="fr-FR" b="0" dirty="0" smtClean="0"/>
              <a:t> a story
	9-  PLUS QUE LES MOTS  DES PAGES D’UN RÉCIT </a:t>
            </a:r>
          </a:p>
          <a:p>
            <a:r>
              <a:rPr lang="fr-FR" b="0" dirty="0" smtClean="0"/>
              <a:t>	More </a:t>
            </a:r>
            <a:r>
              <a:rPr lang="fr-FR" b="0" dirty="0" err="1" smtClean="0"/>
              <a:t>than</a:t>
            </a:r>
            <a:r>
              <a:rPr lang="fr-FR" b="0" dirty="0" smtClean="0"/>
              <a:t> </a:t>
            </a:r>
            <a:r>
              <a:rPr lang="fr-FR" b="0" dirty="0" err="1" smtClean="0"/>
              <a:t>words</a:t>
            </a:r>
            <a:r>
              <a:rPr lang="fr-FR" b="0" dirty="0" smtClean="0"/>
              <a:t> on a page of </a:t>
            </a:r>
            <a:r>
              <a:rPr lang="fr-FR" b="0" dirty="0" err="1" smtClean="0"/>
              <a:t>history</a:t>
            </a:r>
            <a:r>
              <a:rPr lang="fr-FR" b="0" dirty="0" smtClean="0"/>
              <a:t>
	10-  IL EST L’AIR QUE J’INSPIRE  L’EAU DONT J’AI BESOIN </a:t>
            </a:r>
          </a:p>
          <a:p>
            <a:r>
              <a:rPr lang="fr-FR" b="0" dirty="0" smtClean="0"/>
              <a:t>	</a:t>
            </a:r>
            <a:r>
              <a:rPr lang="fr-FR" b="0" dirty="0" err="1" smtClean="0"/>
              <a:t>He's</a:t>
            </a:r>
            <a:r>
              <a:rPr lang="fr-FR" b="0" dirty="0" smtClean="0"/>
              <a:t> the air </a:t>
            </a:r>
            <a:r>
              <a:rPr lang="fr-FR" b="0" dirty="0" err="1" smtClean="0"/>
              <a:t>that</a:t>
            </a:r>
            <a:r>
              <a:rPr lang="fr-FR" b="0" dirty="0" smtClean="0"/>
              <a:t> I </a:t>
            </a:r>
            <a:r>
              <a:rPr lang="fr-FR" b="0" dirty="0" err="1" smtClean="0"/>
              <a:t>breathe</a:t>
            </a:r>
            <a:r>
              <a:rPr lang="fr-FR" b="0" dirty="0" smtClean="0"/>
              <a:t> The water I </a:t>
            </a:r>
            <a:r>
              <a:rPr lang="fr-FR" b="0" dirty="0" err="1" smtClean="0"/>
              <a:t>thirst</a:t>
            </a:r>
            <a:r>
              <a:rPr lang="fr-FR" b="0" dirty="0" smtClean="0"/>
              <a:t> for
	11-  IL EST LE SOL SOUS MES PAS OH ! IL EST TOUT, IL EST TOUT POUR MOI 
	And the </a:t>
            </a:r>
            <a:r>
              <a:rPr lang="fr-FR" b="0" dirty="0" err="1" smtClean="0"/>
              <a:t>ground</a:t>
            </a:r>
            <a:r>
              <a:rPr lang="fr-FR" b="0" dirty="0" smtClean="0"/>
              <a:t> </a:t>
            </a:r>
            <a:r>
              <a:rPr lang="fr-FR" b="0" dirty="0" err="1" smtClean="0"/>
              <a:t>beneath</a:t>
            </a:r>
            <a:r>
              <a:rPr lang="fr-FR" b="0" dirty="0" smtClean="0"/>
              <a:t>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feet</a:t>
            </a:r>
            <a:r>
              <a:rPr lang="fr-FR" b="0" dirty="0" smtClean="0"/>
              <a:t> </a:t>
            </a:r>
            <a:r>
              <a:rPr lang="fr-FR" b="0" dirty="0" err="1" smtClean="0"/>
              <a:t>He's</a:t>
            </a:r>
            <a:r>
              <a:rPr lang="fr-FR" b="0" dirty="0" smtClean="0"/>
              <a:t> </a:t>
            </a:r>
            <a:r>
              <a:rPr lang="fr-FR" b="0" dirty="0" err="1" smtClean="0"/>
              <a:t>everything</a:t>
            </a:r>
            <a:r>
              <a:rPr lang="fr-FR" b="0" dirty="0" smtClean="0"/>
              <a:t>, </a:t>
            </a:r>
            <a:r>
              <a:rPr lang="fr-FR" b="0" dirty="0" err="1" smtClean="0"/>
              <a:t>everything</a:t>
            </a:r>
            <a:r>
              <a:rPr lang="fr-FR" b="0" dirty="0" smtClean="0"/>
              <a:t> to me</a:t>
            </a:r>
          </a:p>
          <a:p>
            <a:endParaRPr lang="fr-FR" b="0" dirty="0" smtClean="0"/>
          </a:p>
          <a:p>
            <a:r>
              <a:rPr lang="fr-FR" b="0" dirty="0" smtClean="0"/>
              <a:t>12-  NOUS VIVONS DES TEMPS INCERTAINS </a:t>
            </a:r>
          </a:p>
          <a:p>
            <a:r>
              <a:rPr lang="fr-FR" b="0" dirty="0" err="1" smtClean="0"/>
              <a:t>We're</a:t>
            </a:r>
            <a:r>
              <a:rPr lang="fr-FR" b="0" dirty="0" smtClean="0"/>
              <a:t> living in </a:t>
            </a:r>
            <a:r>
              <a:rPr lang="fr-FR" b="0" dirty="0" err="1" smtClean="0"/>
              <a:t>uncertain</a:t>
            </a:r>
            <a:r>
              <a:rPr lang="fr-FR" b="0" dirty="0" smtClean="0"/>
              <a:t> times
13-  QUI ME FONT COMPRENDRE  À QUEL POINT </a:t>
            </a:r>
          </a:p>
          <a:p>
            <a:r>
              <a:rPr lang="fr-FR" b="0" dirty="0" smtClean="0"/>
              <a:t>And more and more I </a:t>
            </a:r>
            <a:r>
              <a:rPr lang="fr-FR" b="0" dirty="0" err="1" smtClean="0"/>
              <a:t>find</a:t>
            </a:r>
            <a:r>
              <a:rPr lang="fr-FR" b="0" dirty="0" smtClean="0"/>
              <a:t> </a:t>
            </a:r>
            <a:r>
              <a:rPr lang="fr-FR" b="0" dirty="0" err="1" smtClean="0"/>
              <a:t>that</a:t>
            </a:r>
            <a:r>
              <a:rPr lang="fr-FR" b="0" dirty="0" smtClean="0"/>
              <a:t> </a:t>
            </a:r>
            <a:r>
              <a:rPr lang="fr-FR" b="0" dirty="0" err="1" smtClean="0"/>
              <a:t>I'm</a:t>
            </a:r>
            <a:r>
              <a:rPr lang="fr-FR" b="0" dirty="0" smtClean="0"/>
              <a:t> </a:t>
            </a:r>
            <a:r>
              <a:rPr lang="fr-FR" b="0" dirty="0" err="1" smtClean="0"/>
              <a:t>aware</a:t>
            </a:r>
            <a:r>
              <a:rPr lang="fr-FR" b="0" dirty="0" smtClean="0"/>
              <a:t>
14-  LA VIE PEUT ÊTRE FRAGILE PARFOIS </a:t>
            </a:r>
          </a:p>
          <a:p>
            <a:r>
              <a:rPr lang="fr-FR" b="0" dirty="0" smtClean="0"/>
              <a:t>Of </a:t>
            </a:r>
            <a:r>
              <a:rPr lang="fr-FR" b="0" dirty="0" err="1" smtClean="0"/>
              <a:t>just</a:t>
            </a:r>
            <a:r>
              <a:rPr lang="fr-FR" b="0" dirty="0" smtClean="0"/>
              <a:t> how fragile life </a:t>
            </a:r>
            <a:r>
              <a:rPr lang="fr-FR" b="0" dirty="0" err="1" smtClean="0"/>
              <a:t>can</a:t>
            </a:r>
            <a:r>
              <a:rPr lang="fr-FR" b="0" dirty="0" smtClean="0"/>
              <a:t> </a:t>
            </a:r>
            <a:r>
              <a:rPr lang="fr-FR" b="0" dirty="0" err="1" smtClean="0"/>
              <a:t>be</a:t>
            </a:r>
            <a:r>
              <a:rPr lang="fr-FR" b="0" dirty="0" smtClean="0"/>
              <a:t>
15-  JE VEUX CRIER QUE J’AI TROUVÉ UN AMOUR QUI M’A TRANSFORMÉ </a:t>
            </a:r>
          </a:p>
          <a:p>
            <a:r>
              <a:rPr lang="fr-FR" b="0" dirty="0" smtClean="0"/>
              <a:t>I </a:t>
            </a:r>
            <a:r>
              <a:rPr lang="fr-FR" b="0" dirty="0" err="1" smtClean="0"/>
              <a:t>want</a:t>
            </a:r>
            <a:r>
              <a:rPr lang="fr-FR" b="0" dirty="0" smtClean="0"/>
              <a:t> to tell the world I </a:t>
            </a:r>
            <a:r>
              <a:rPr lang="fr-FR" b="0" dirty="0" err="1" smtClean="0"/>
              <a:t>found</a:t>
            </a:r>
            <a:r>
              <a:rPr lang="fr-FR" b="0" dirty="0" smtClean="0"/>
              <a:t> A love </a:t>
            </a:r>
            <a:r>
              <a:rPr lang="fr-FR" b="0" dirty="0" err="1" smtClean="0"/>
              <a:t>that</a:t>
            </a:r>
            <a:r>
              <a:rPr lang="fr-FR" b="0" dirty="0" smtClean="0"/>
              <a:t> </a:t>
            </a:r>
            <a:r>
              <a:rPr lang="fr-FR" b="0" dirty="0" err="1" smtClean="0"/>
              <a:t>turned</a:t>
            </a:r>
            <a:r>
              <a:rPr lang="fr-FR" b="0" dirty="0" smtClean="0"/>
              <a:t> </a:t>
            </a:r>
            <a:r>
              <a:rPr lang="fr-FR" b="0" dirty="0" err="1" smtClean="0"/>
              <a:t>my</a:t>
            </a:r>
            <a:r>
              <a:rPr lang="fr-FR" b="0" dirty="0" smtClean="0"/>
              <a:t> life </a:t>
            </a:r>
            <a:r>
              <a:rPr lang="fr-FR" b="0" dirty="0" err="1" smtClean="0"/>
              <a:t>around</a:t>
            </a:r>
            <a:r>
              <a:rPr lang="fr-FR" b="0" dirty="0" smtClean="0"/>
              <a:t>
16-  LEUR DIRE QU’ILS PEUVENT  LE GOÛTER ET LE VOIR </a:t>
            </a:r>
          </a:p>
          <a:p>
            <a:r>
              <a:rPr lang="fr-FR" b="0" dirty="0" err="1" smtClean="0"/>
              <a:t>They</a:t>
            </a:r>
            <a:r>
              <a:rPr lang="fr-FR" b="0" dirty="0" smtClean="0"/>
              <a:t> </a:t>
            </a:r>
            <a:r>
              <a:rPr lang="fr-FR" b="0" dirty="0" err="1" smtClean="0"/>
              <a:t>need</a:t>
            </a:r>
            <a:r>
              <a:rPr lang="fr-FR" b="0" dirty="0" smtClean="0"/>
              <a:t> to know </a:t>
            </a:r>
            <a:r>
              <a:rPr lang="fr-FR" b="0" dirty="0" err="1" smtClean="0"/>
              <a:t>that</a:t>
            </a:r>
            <a:r>
              <a:rPr lang="fr-FR" b="0" dirty="0" smtClean="0"/>
              <a:t> </a:t>
            </a:r>
            <a:r>
              <a:rPr lang="fr-FR" b="0" dirty="0" err="1" smtClean="0"/>
              <a:t>they</a:t>
            </a:r>
            <a:r>
              <a:rPr lang="fr-FR" b="0" dirty="0" smtClean="0"/>
              <a:t> </a:t>
            </a:r>
            <a:r>
              <a:rPr lang="fr-FR" b="0" dirty="0" err="1" smtClean="0"/>
              <a:t>can</a:t>
            </a:r>
            <a:r>
              <a:rPr lang="fr-FR" b="0" dirty="0" smtClean="0"/>
              <a:t> taste and </a:t>
            </a:r>
            <a:r>
              <a:rPr lang="fr-FR" b="0" dirty="0" err="1" smtClean="0"/>
              <a:t>see</a:t>
            </a:r>
            <a:r>
              <a:rPr lang="fr-FR" b="0" dirty="0" smtClean="0"/>
              <a:t>
17-  ET CHAQUE JOUR JE PRIE QUE MON CŒUR LUI SOIT SOUMIS </a:t>
            </a:r>
          </a:p>
          <a:p>
            <a:r>
              <a:rPr lang="fr-FR" b="0" dirty="0" err="1" smtClean="0"/>
              <a:t>Now</a:t>
            </a:r>
            <a:r>
              <a:rPr lang="fr-FR" b="0" dirty="0" smtClean="0"/>
              <a:t> </a:t>
            </a:r>
            <a:r>
              <a:rPr lang="fr-FR" b="0" dirty="0" err="1" smtClean="0"/>
              <a:t>everyday</a:t>
            </a:r>
            <a:r>
              <a:rPr lang="fr-FR" b="0" dirty="0" smtClean="0"/>
              <a:t> </a:t>
            </a:r>
            <a:r>
              <a:rPr lang="fr-FR" b="0" dirty="0" err="1" smtClean="0"/>
              <a:t>I'm</a:t>
            </a:r>
            <a:r>
              <a:rPr lang="fr-FR" b="0" dirty="0" smtClean="0"/>
              <a:t> </a:t>
            </a:r>
            <a:r>
              <a:rPr lang="fr-FR" b="0" dirty="0" err="1" smtClean="0"/>
              <a:t>praying</a:t>
            </a:r>
            <a:r>
              <a:rPr lang="fr-FR" b="0" dirty="0" smtClean="0"/>
              <a:t> Just to </a:t>
            </a:r>
            <a:r>
              <a:rPr lang="fr-FR" b="0" dirty="0" err="1" smtClean="0"/>
              <a:t>give</a:t>
            </a:r>
            <a:r>
              <a:rPr lang="fr-FR" b="0" dirty="0" smtClean="0"/>
              <a:t>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heart</a:t>
            </a:r>
            <a:r>
              <a:rPr lang="fr-FR" b="0" dirty="0" smtClean="0"/>
              <a:t> </a:t>
            </a:r>
            <a:r>
              <a:rPr lang="fr-FR" b="0" dirty="0" err="1" smtClean="0"/>
              <a:t>away</a:t>
            </a:r>
            <a:r>
              <a:rPr lang="fr-FR" b="0" dirty="0" smtClean="0"/>
              <a:t>
18-  JE VEUX VIVRE POUR JÉSUS </a:t>
            </a:r>
          </a:p>
          <a:p>
            <a:r>
              <a:rPr lang="fr-FR" b="0" dirty="0" smtClean="0"/>
              <a:t>I </a:t>
            </a:r>
            <a:r>
              <a:rPr lang="fr-FR" b="0" dirty="0" err="1" smtClean="0"/>
              <a:t>want</a:t>
            </a:r>
            <a:r>
              <a:rPr lang="fr-FR" b="0" dirty="0" smtClean="0"/>
              <a:t> live for </a:t>
            </a:r>
            <a:r>
              <a:rPr lang="fr-FR" b="0" dirty="0" err="1" smtClean="0"/>
              <a:t>Jesus</a:t>
            </a:r>
            <a:r>
              <a:rPr lang="fr-FR" b="0" dirty="0" smtClean="0"/>
              <a:t>
19-  POUR QUE QUELQU’UN  VOIE AUSSI QU’IL EST… 
So </a:t>
            </a:r>
            <a:r>
              <a:rPr lang="fr-FR" b="0" dirty="0" err="1" smtClean="0"/>
              <a:t>that</a:t>
            </a:r>
            <a:r>
              <a:rPr lang="fr-FR" b="0" dirty="0" smtClean="0"/>
              <a:t> </a:t>
            </a:r>
            <a:r>
              <a:rPr lang="fr-FR" b="0" dirty="0" err="1" smtClean="0"/>
              <a:t>someone</a:t>
            </a:r>
            <a:r>
              <a:rPr lang="fr-FR" b="0" dirty="0" smtClean="0"/>
              <a:t> </a:t>
            </a:r>
            <a:r>
              <a:rPr lang="fr-FR" b="0" dirty="0" err="1" smtClean="0"/>
              <a:t>else</a:t>
            </a:r>
            <a:r>
              <a:rPr lang="fr-FR" b="0" dirty="0" smtClean="0"/>
              <a:t> </a:t>
            </a:r>
            <a:r>
              <a:rPr lang="fr-FR" b="0" dirty="0" err="1" smtClean="0"/>
              <a:t>might</a:t>
            </a:r>
            <a:r>
              <a:rPr lang="fr-FR" b="0" dirty="0" smtClean="0"/>
              <a:t> </a:t>
            </a:r>
            <a:r>
              <a:rPr lang="fr-FR" b="0" dirty="0" err="1" smtClean="0"/>
              <a:t>see</a:t>
            </a:r>
            <a:r>
              <a:rPr lang="fr-FR" b="0" dirty="0" smtClean="0"/>
              <a:t> </a:t>
            </a:r>
            <a:r>
              <a:rPr lang="fr-FR" b="0" dirty="0" err="1" smtClean="0"/>
              <a:t>that</a:t>
            </a:r>
            <a:r>
              <a:rPr lang="fr-FR" b="0" dirty="0" smtClean="0"/>
              <a:t> He </a:t>
            </a:r>
            <a:r>
              <a:rPr lang="fr-FR" b="0" dirty="0" err="1" smtClean="0"/>
              <a:t>is</a:t>
            </a:r>
            <a:r>
              <a:rPr lang="fr-FR" b="0" dirty="0" smtClean="0"/>
              <a:t>...</a:t>
            </a:r>
          </a:p>
          <a:p>
            <a:endParaRPr lang="fr-FR" b="0" dirty="0" smtClean="0"/>
          </a:p>
          <a:p>
            <a:r>
              <a:rPr lang="fr-FR" b="0" dirty="0" smtClean="0"/>
              <a:t>	Refrain:</a:t>
            </a:r>
          </a:p>
          <a:p>
            <a:endParaRPr lang="fr-FR" b="0" dirty="0" smtClean="0"/>
          </a:p>
          <a:p>
            <a:r>
              <a:rPr lang="fr-FR" b="0" dirty="0" smtClean="0"/>
              <a:t>20-  ET QUAND J’EXAMINERAI  MA VIE À LA FIN </a:t>
            </a:r>
          </a:p>
          <a:p>
            <a:r>
              <a:rPr lang="fr-FR" b="0" dirty="0" smtClean="0"/>
              <a:t>And </a:t>
            </a:r>
            <a:r>
              <a:rPr lang="fr-FR" b="0" dirty="0" err="1" smtClean="0"/>
              <a:t>looking</a:t>
            </a:r>
            <a:r>
              <a:rPr lang="fr-FR" b="0" dirty="0" smtClean="0"/>
              <a:t> back over </a:t>
            </a:r>
            <a:r>
              <a:rPr lang="fr-FR" b="0" dirty="0" err="1" smtClean="0"/>
              <a:t>my</a:t>
            </a:r>
            <a:r>
              <a:rPr lang="fr-FR" b="0" dirty="0" smtClean="0"/>
              <a:t> life </a:t>
            </a:r>
            <a:r>
              <a:rPr lang="fr-FR" b="0" dirty="0" err="1" smtClean="0"/>
              <a:t>at</a:t>
            </a:r>
            <a:r>
              <a:rPr lang="fr-FR" b="0" dirty="0" smtClean="0"/>
              <a:t> the end
21-  JE TE VERRAI ET DIRAI QUE TU AS ÉTÉ 
</a:t>
            </a:r>
            <a:r>
              <a:rPr lang="fr-FR" b="0" dirty="0" err="1" smtClean="0"/>
              <a:t>I'll</a:t>
            </a:r>
            <a:r>
              <a:rPr lang="fr-FR" b="0" dirty="0" smtClean="0"/>
              <a:t> go to </a:t>
            </a:r>
            <a:r>
              <a:rPr lang="fr-FR" b="0" dirty="0" err="1" smtClean="0"/>
              <a:t>meet</a:t>
            </a:r>
            <a:r>
              <a:rPr lang="fr-FR" b="0" dirty="0" smtClean="0"/>
              <a:t> You </a:t>
            </a:r>
            <a:r>
              <a:rPr lang="fr-FR" b="0" dirty="0" err="1" smtClean="0"/>
              <a:t>saying</a:t>
            </a:r>
            <a:r>
              <a:rPr lang="fr-FR" b="0" dirty="0" smtClean="0"/>
              <a:t> </a:t>
            </a:r>
            <a:r>
              <a:rPr lang="fr-FR" b="0" dirty="0" err="1" smtClean="0"/>
              <a:t>You've</a:t>
            </a:r>
            <a:r>
              <a:rPr lang="fr-FR" b="0" dirty="0" smtClean="0"/>
              <a:t> been</a:t>
            </a:r>
          </a:p>
          <a:p>
            <a:r>
              <a:rPr lang="fr-FR" b="0" dirty="0" smtClean="0"/>
              <a:t>22-  TOUT POUR MOI IL EST PLUS QU’UNE HISTOIRE </a:t>
            </a:r>
          </a:p>
          <a:p>
            <a:r>
              <a:rPr lang="fr-FR" b="0" dirty="0" err="1" smtClean="0"/>
              <a:t>You're</a:t>
            </a:r>
            <a:r>
              <a:rPr lang="fr-FR" b="0" dirty="0" smtClean="0"/>
              <a:t> </a:t>
            </a:r>
            <a:r>
              <a:rPr lang="fr-FR" b="0" dirty="0" err="1" smtClean="0"/>
              <a:t>everything</a:t>
            </a:r>
            <a:r>
              <a:rPr lang="fr-FR" b="0" dirty="0" smtClean="0"/>
              <a:t> to me </a:t>
            </a:r>
            <a:r>
              <a:rPr lang="fr-FR" b="0" dirty="0" err="1" smtClean="0"/>
              <a:t>You're</a:t>
            </a:r>
            <a:r>
              <a:rPr lang="fr-FR" b="0" dirty="0" smtClean="0"/>
              <a:t> more </a:t>
            </a:r>
            <a:r>
              <a:rPr lang="fr-FR" b="0" dirty="0" err="1" smtClean="0"/>
              <a:t>than</a:t>
            </a:r>
            <a:r>
              <a:rPr lang="fr-FR" b="0" dirty="0" smtClean="0"/>
              <a:t> a story
23-  PLUS QUE LES MOTS  DES PAGES D’UN RÉCIT 
More </a:t>
            </a:r>
            <a:r>
              <a:rPr lang="fr-FR" b="0" dirty="0" err="1" smtClean="0"/>
              <a:t>than</a:t>
            </a:r>
            <a:r>
              <a:rPr lang="fr-FR" b="0" dirty="0" smtClean="0"/>
              <a:t> </a:t>
            </a:r>
            <a:r>
              <a:rPr lang="fr-FR" b="0" dirty="0" err="1" smtClean="0"/>
              <a:t>words</a:t>
            </a:r>
            <a:r>
              <a:rPr lang="fr-FR" b="0" dirty="0" smtClean="0"/>
              <a:t> on a page of </a:t>
            </a:r>
            <a:r>
              <a:rPr lang="fr-FR" b="0" dirty="0" err="1" smtClean="0"/>
              <a:t>history</a:t>
            </a:r>
            <a:endParaRPr lang="fr-FR" b="0" dirty="0" smtClean="0"/>
          </a:p>
          <a:p>
            <a:endParaRPr lang="fr-FR" b="0" dirty="0" smtClean="0"/>
          </a:p>
          <a:p>
            <a:r>
              <a:rPr lang="fr-FR" b="0" dirty="0" smtClean="0"/>
              <a:t>	Refrain:</a:t>
            </a:r>
          </a:p>
          <a:p>
            <a:r>
              <a:rPr lang="fr-FR" b="0" dirty="0" smtClean="0"/>
              <a:t>	24-  TU ES TOUT POUR MOI TU ES PLUS QU’UNE HISTOIRE </a:t>
            </a:r>
          </a:p>
          <a:p>
            <a:r>
              <a:rPr lang="fr-FR" b="0" dirty="0" smtClean="0"/>
              <a:t>	</a:t>
            </a:r>
            <a:r>
              <a:rPr lang="fr-FR" b="0" dirty="0" err="1" smtClean="0"/>
              <a:t>You’re</a:t>
            </a:r>
            <a:r>
              <a:rPr lang="fr-FR" b="0" dirty="0" smtClean="0"/>
              <a:t> </a:t>
            </a:r>
            <a:r>
              <a:rPr lang="fr-FR" b="0" dirty="0" err="1" smtClean="0"/>
              <a:t>Everything</a:t>
            </a:r>
            <a:r>
              <a:rPr lang="fr-FR" b="0" dirty="0" smtClean="0"/>
              <a:t> to me </a:t>
            </a:r>
            <a:r>
              <a:rPr lang="fr-FR" b="0" dirty="0" err="1" smtClean="0"/>
              <a:t>You’re</a:t>
            </a:r>
            <a:r>
              <a:rPr lang="fr-FR" b="0" dirty="0" smtClean="0"/>
              <a:t> more </a:t>
            </a:r>
            <a:r>
              <a:rPr lang="fr-FR" b="0" dirty="0" err="1" smtClean="0"/>
              <a:t>than</a:t>
            </a:r>
            <a:r>
              <a:rPr lang="fr-FR" b="0" dirty="0" smtClean="0"/>
              <a:t> a story
	25-  PLUS QUE LES MOTS  DES PAGES D’UN RÉCIT </a:t>
            </a:r>
          </a:p>
          <a:p>
            <a:r>
              <a:rPr lang="fr-FR" b="0" dirty="0" smtClean="0"/>
              <a:t>	More </a:t>
            </a:r>
            <a:r>
              <a:rPr lang="fr-FR" b="0" dirty="0" err="1" smtClean="0"/>
              <a:t>than</a:t>
            </a:r>
            <a:r>
              <a:rPr lang="fr-FR" b="0" dirty="0" smtClean="0"/>
              <a:t> </a:t>
            </a:r>
            <a:r>
              <a:rPr lang="fr-FR" b="0" dirty="0" err="1" smtClean="0"/>
              <a:t>words</a:t>
            </a:r>
            <a:r>
              <a:rPr lang="fr-FR" b="0" dirty="0" smtClean="0"/>
              <a:t> on a page of </a:t>
            </a:r>
            <a:r>
              <a:rPr lang="fr-FR" b="0" dirty="0" err="1" smtClean="0"/>
              <a:t>history</a:t>
            </a:r>
            <a:r>
              <a:rPr lang="fr-FR" b="0" dirty="0" smtClean="0"/>
              <a:t>
	26-  TU ES L’AIR QUE J’INSPIRE  L’EAU DONT J’AI BESOIN </a:t>
            </a:r>
          </a:p>
          <a:p>
            <a:r>
              <a:rPr lang="fr-FR" b="0" dirty="0" smtClean="0"/>
              <a:t>	</a:t>
            </a:r>
            <a:r>
              <a:rPr lang="fr-FR" b="0" dirty="0" err="1" smtClean="0"/>
              <a:t>You’re</a:t>
            </a:r>
            <a:r>
              <a:rPr lang="fr-FR" b="0" dirty="0" smtClean="0"/>
              <a:t> the air </a:t>
            </a:r>
            <a:r>
              <a:rPr lang="fr-FR" b="0" dirty="0" err="1" smtClean="0"/>
              <a:t>that</a:t>
            </a:r>
            <a:r>
              <a:rPr lang="fr-FR" b="0" dirty="0" smtClean="0"/>
              <a:t> I </a:t>
            </a:r>
            <a:r>
              <a:rPr lang="fr-FR" b="0" dirty="0" err="1" smtClean="0"/>
              <a:t>breathe</a:t>
            </a:r>
            <a:r>
              <a:rPr lang="fr-FR" b="0" dirty="0" smtClean="0"/>
              <a:t> The water I </a:t>
            </a:r>
            <a:r>
              <a:rPr lang="fr-FR" b="0" dirty="0" err="1" smtClean="0"/>
              <a:t>thirst</a:t>
            </a:r>
            <a:r>
              <a:rPr lang="fr-FR" b="0" dirty="0" smtClean="0"/>
              <a:t> for
	27-  TU ES LE SOL SOUS MES PAS OH ! TU ES TOUT, TU ES TOUT POUR MOI 
	And the </a:t>
            </a:r>
            <a:r>
              <a:rPr lang="fr-FR" b="0" dirty="0" err="1" smtClean="0"/>
              <a:t>ground</a:t>
            </a:r>
            <a:r>
              <a:rPr lang="fr-FR" b="0" dirty="0" smtClean="0"/>
              <a:t> </a:t>
            </a:r>
            <a:r>
              <a:rPr lang="fr-FR" b="0" dirty="0" err="1" smtClean="0"/>
              <a:t>beneath</a:t>
            </a:r>
            <a:r>
              <a:rPr lang="fr-FR" b="0" dirty="0" smtClean="0"/>
              <a:t>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feet</a:t>
            </a:r>
            <a:r>
              <a:rPr lang="fr-FR" b="0" dirty="0" smtClean="0"/>
              <a:t> </a:t>
            </a:r>
            <a:r>
              <a:rPr lang="fr-FR" b="0" dirty="0" err="1" smtClean="0"/>
              <a:t>You’re</a:t>
            </a:r>
            <a:r>
              <a:rPr lang="fr-FR" b="0" dirty="0" smtClean="0"/>
              <a:t> </a:t>
            </a:r>
            <a:r>
              <a:rPr lang="fr-FR" b="0" dirty="0" err="1" smtClean="0"/>
              <a:t>everything</a:t>
            </a:r>
            <a:r>
              <a:rPr lang="fr-FR" b="0" dirty="0" smtClean="0"/>
              <a:t>, Lord, </a:t>
            </a:r>
            <a:r>
              <a:rPr lang="fr-FR" b="0" dirty="0" err="1" smtClean="0"/>
              <a:t>You're</a:t>
            </a:r>
            <a:r>
              <a:rPr lang="fr-FR" b="0" dirty="0" smtClean="0"/>
              <a:t> </a:t>
            </a:r>
            <a:r>
              <a:rPr lang="fr-FR" b="0" dirty="0" err="1" smtClean="0"/>
              <a:t>everything</a:t>
            </a:r>
            <a:r>
              <a:rPr lang="fr-FR" b="0" dirty="0" smtClean="0"/>
              <a:t> to me</a:t>
            </a:r>
          </a:p>
          <a:p>
            <a:endParaRPr lang="fr-FR" b="0" dirty="0" smtClean="0"/>
          </a:p>
          <a:p>
            <a:r>
              <a:rPr lang="fr-FR" b="0" dirty="0" smtClean="0"/>
              <a:t>28- TU ES TOUT POUR MOI</a:t>
            </a:r>
          </a:p>
          <a:p>
            <a:r>
              <a:rPr lang="fr-FR" b="0" dirty="0" err="1" smtClean="0"/>
              <a:t>You're</a:t>
            </a:r>
            <a:r>
              <a:rPr lang="fr-FR" b="0" dirty="0" smtClean="0"/>
              <a:t> </a:t>
            </a:r>
            <a:r>
              <a:rPr lang="fr-FR" b="0" dirty="0" err="1" smtClean="0"/>
              <a:t>everything</a:t>
            </a:r>
            <a:r>
              <a:rPr lang="fr-FR" b="0" dirty="0" smtClean="0"/>
              <a:t> to me</a:t>
            </a: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GRANDI À L’ÉCOLE DU DIMANCHE ET MÉMORISÉ LES RÈGLES D’OR</a:t>
            </a:r>
          </a:p>
          <a:p>
            <a:r>
              <a:rPr lang="fr-FR" smtClean="0"/>
              <a:t>I grew up in Sunday school I memorized the Golden Rule
2-  ET COMMENT JÉSUS A LIBÉRÉ  LES PÉCHEURS</a:t>
            </a:r>
          </a:p>
          <a:p>
            <a:r>
              <a:rPr lang="fr-FR" smtClean="0"/>
              <a:t>And how Jesus came to set the sinner free 
3-  JE PEUX VOUS RACONTER L’HISTOIRE </a:t>
            </a:r>
          </a:p>
          <a:p>
            <a:r>
              <a:rPr lang="fr-FR" smtClean="0"/>
              <a:t>I know the story inside out
4-  CE CHEMIN DE CROIX  CES HEURES NOIRES </a:t>
            </a:r>
          </a:p>
          <a:p>
            <a:r>
              <a:rPr lang="fr-FR" smtClean="0"/>
              <a:t>I can tell you all about
5-  QUI L’ONT CONDUIT  SUR LE MONT DU CALVAIRE </a:t>
            </a:r>
          </a:p>
          <a:p>
            <a:r>
              <a:rPr lang="fr-FR" smtClean="0"/>
              <a:t>The path that led Him up to Calvary
6-  MAIS POURQUOI M’AIME-T-IL ? JE NE SAIS L’EXPLIQUER </a:t>
            </a:r>
          </a:p>
          <a:p>
            <a:r>
              <a:rPr lang="fr-FR" smtClean="0"/>
              <a:t>But ask me why He loves me And I don't know what to say
7-  JE NE SERAI PLUS JAMAIS LE MÊME IL A CHANGÉ MA VIE EN DEVENANT </a:t>
            </a:r>
          </a:p>
          <a:p>
            <a:r>
              <a:rPr lang="fr-FR" smtClean="0"/>
              <a:t>But I'll never be the same Because He changed my life when He became...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8-  TOUT POUR MOI IL EST PLUS QU’UNE HISTOIRE </a:t>
            </a:r>
          </a:p>
          <a:p>
            <a:r>
              <a:rPr lang="fr-FR" smtClean="0"/>
              <a:t>	Everything to me He's more than a story
	9-  PLUS QUE LES MOTS  DES PAGES D’UN RÉCIT </a:t>
            </a:r>
          </a:p>
          <a:p>
            <a:r>
              <a:rPr lang="fr-FR" smtClean="0"/>
              <a:t>	More than words on a page of history
	10-  IL EST L’AIR QUE J’INSPIRE  L’EAU DONT J’AI BESOIN </a:t>
            </a:r>
          </a:p>
          <a:p>
            <a:r>
              <a:rPr lang="fr-FR" smtClean="0"/>
              <a:t>	He's the air that I breathe The water I thirst for
	11-  IL EST LE SOL SOUS MES PAS OH ! IL EST TOUT, IL EST TOUT POUR MOI 
	And the ground beneath my feet He's everything, everything to me</a:t>
            </a:r>
          </a:p>
          <a:p>
            <a:endParaRPr lang="fr-FR" smtClean="0"/>
          </a:p>
          <a:p>
            <a:r>
              <a:rPr lang="fr-FR" smtClean="0"/>
              <a:t>12-  NOUS VIVONS DES TEMPS INCERTAINS </a:t>
            </a:r>
          </a:p>
          <a:p>
            <a:r>
              <a:rPr lang="fr-FR" smtClean="0"/>
              <a:t>We're living in uncertain times
13-  QUI ME FONT COMPRENDRE  À QUEL POINT </a:t>
            </a:r>
          </a:p>
          <a:p>
            <a:r>
              <a:rPr lang="fr-FR" smtClean="0"/>
              <a:t>And more and more I find that I'm aware
14-  LA VIE PEUT ÊTRE FRAGILE PARFOIS </a:t>
            </a:r>
          </a:p>
          <a:p>
            <a:r>
              <a:rPr lang="fr-FR" smtClean="0"/>
              <a:t>Of just how fragile life can be
15-  JE VEUX CRIER QUE J’AI TROUVÉ UN AMOUR QUI M’A TRANSFORMÉ </a:t>
            </a:r>
          </a:p>
          <a:p>
            <a:r>
              <a:rPr lang="fr-FR" smtClean="0"/>
              <a:t>I want to tell the world I found A love that turned my life around
16-  LEUR DIRE QU’ILS PEUVENT  LE GOÛTER ET LE VOIR </a:t>
            </a:r>
          </a:p>
          <a:p>
            <a:r>
              <a:rPr lang="fr-FR" smtClean="0"/>
              <a:t>They need to know that they can taste and see
17-  ET CHAQUE JOUR JE PRIE QUE MON CŒUR LUI SOIT SOUMIS </a:t>
            </a:r>
          </a:p>
          <a:p>
            <a:r>
              <a:rPr lang="fr-FR" smtClean="0"/>
              <a:t>Now everyday I'm praying Just to give my heart away
18-  JE VEUX VIVRE POUR JÉSUS </a:t>
            </a:r>
          </a:p>
          <a:p>
            <a:r>
              <a:rPr lang="fr-FR" smtClean="0"/>
              <a:t>I want live for Jesus
19-  POUR QUE QUELQU’UN  VOIE AUSSI QU’IL EST… 
So that someone else might see that He is...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20-  ET QUAND J’EXAMINERAI  MA VIE À LA FIN </a:t>
            </a:r>
          </a:p>
          <a:p>
            <a:r>
              <a:rPr lang="fr-FR" smtClean="0"/>
              <a:t>And looking back over my life at the end
21-  JE TE VERRAI ET DIRAI QUE TU AS ÉTÉ 
I'll go to meet You saying You've been</a:t>
            </a:r>
          </a:p>
          <a:p>
            <a:r>
              <a:rPr lang="fr-FR" smtClean="0"/>
              <a:t>22-  TOUT POUR MOI IL EST PLUS QU’UNE HISTOIRE </a:t>
            </a:r>
          </a:p>
          <a:p>
            <a:r>
              <a:rPr lang="fr-FR" smtClean="0"/>
              <a:t>You're everything to me You're more than a story
23-  PLUS QUE LES MOTS  DES PAGES D’UN RÉCIT 
More than words on a page of history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24-  TU ES TOUT POUR MOI TU ES PLUS QU’UNE HISTOIRE </a:t>
            </a:r>
          </a:p>
          <a:p>
            <a:r>
              <a:rPr lang="fr-FR" smtClean="0"/>
              <a:t>	You’re Everything to me You’re more than a story
	25-  PLUS QUE LES MOTS  DES PAGES D’UN RÉCIT </a:t>
            </a:r>
          </a:p>
          <a:p>
            <a:r>
              <a:rPr lang="fr-FR" smtClean="0"/>
              <a:t>	More than words on a page of history
	26-  TU ES L’AIR QUE J’INSPIRE  L’EAU DONT J’AI BESOIN </a:t>
            </a:r>
          </a:p>
          <a:p>
            <a:r>
              <a:rPr lang="fr-FR" smtClean="0"/>
              <a:t>	You’re the air that I breathe The water I thirst for
	27-  TU ES LE SOL SOUS MES PAS OH ! TU ES TOUT, TU ES TOUT POUR MOI 
	And the ground beneath my feet You’re everything, Lord, You're everything to me</a:t>
            </a:r>
          </a:p>
          <a:p>
            <a:endParaRPr lang="fr-FR" smtClean="0"/>
          </a:p>
          <a:p>
            <a:r>
              <a:rPr lang="fr-FR" smtClean="0"/>
              <a:t>28- TU ES TOUT POUR MOI</a:t>
            </a:r>
          </a:p>
          <a:p>
            <a:r>
              <a:rPr lang="fr-FR" smtClean="0"/>
              <a:t>You're everything to 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dirty="0" smtClean="0"/>
              <a:t>1-  J’AI GRANDI À L’ÉCOLE DU DIMANCHE ET MÉMORISÉ LES RÈGLES D’OR</a:t>
            </a:r>
          </a:p>
          <a:p>
            <a:r>
              <a:rPr lang="fr-FR" b="0" dirty="0" smtClean="0"/>
              <a:t>I </a:t>
            </a:r>
            <a:r>
              <a:rPr lang="fr-FR" b="0" dirty="0" err="1" smtClean="0"/>
              <a:t>grew</a:t>
            </a:r>
            <a:r>
              <a:rPr lang="fr-FR" b="0" dirty="0" smtClean="0"/>
              <a:t> up in </a:t>
            </a:r>
            <a:r>
              <a:rPr lang="fr-FR" b="0" dirty="0" err="1" smtClean="0"/>
              <a:t>Sunday</a:t>
            </a:r>
            <a:r>
              <a:rPr lang="fr-FR" b="0" dirty="0" smtClean="0"/>
              <a:t> </a:t>
            </a:r>
            <a:r>
              <a:rPr lang="fr-FR" b="0" dirty="0" err="1" smtClean="0"/>
              <a:t>school</a:t>
            </a:r>
            <a:r>
              <a:rPr lang="fr-FR" b="0" dirty="0" smtClean="0"/>
              <a:t> I </a:t>
            </a:r>
            <a:r>
              <a:rPr lang="fr-FR" b="0" dirty="0" err="1" smtClean="0"/>
              <a:t>memorized</a:t>
            </a:r>
            <a:r>
              <a:rPr lang="fr-FR" b="0" dirty="0" smtClean="0"/>
              <a:t> the Golden </a:t>
            </a:r>
            <a:r>
              <a:rPr lang="fr-FR" b="0" dirty="0" err="1" smtClean="0"/>
              <a:t>Rule</a:t>
            </a:r>
            <a:r>
              <a:rPr lang="fr-FR" b="0" dirty="0" smtClean="0"/>
              <a:t>
2-  ET COMMENT JÉSUS A LIBÉRÉ  LES PÉCHEURS</a:t>
            </a:r>
          </a:p>
          <a:p>
            <a:r>
              <a:rPr lang="fr-FR" b="0" dirty="0" smtClean="0"/>
              <a:t>And how </a:t>
            </a:r>
            <a:r>
              <a:rPr lang="fr-FR" b="0" dirty="0" err="1" smtClean="0"/>
              <a:t>Jesus</a:t>
            </a:r>
            <a:r>
              <a:rPr lang="fr-FR" b="0" dirty="0" smtClean="0"/>
              <a:t> came to set the </a:t>
            </a:r>
            <a:r>
              <a:rPr lang="fr-FR" b="0" dirty="0" err="1" smtClean="0"/>
              <a:t>sinner</a:t>
            </a:r>
            <a:r>
              <a:rPr lang="fr-FR" b="0" dirty="0" smtClean="0"/>
              <a:t> free 
3-  JE PEUX VOUS RACONTER L’HISTOIRE </a:t>
            </a:r>
          </a:p>
          <a:p>
            <a:r>
              <a:rPr lang="fr-FR" b="0" dirty="0" smtClean="0"/>
              <a:t>I know the story </a:t>
            </a:r>
            <a:r>
              <a:rPr lang="fr-FR" b="0" dirty="0" err="1" smtClean="0"/>
              <a:t>inside</a:t>
            </a:r>
            <a:r>
              <a:rPr lang="fr-FR" b="0" dirty="0" smtClean="0"/>
              <a:t> out
4-  CE CHEMIN DE CROIX  CES HEURES NOIRES </a:t>
            </a:r>
          </a:p>
          <a:p>
            <a:r>
              <a:rPr lang="fr-FR" b="0" dirty="0" smtClean="0"/>
              <a:t>I </a:t>
            </a:r>
            <a:r>
              <a:rPr lang="fr-FR" b="0" dirty="0" err="1" smtClean="0"/>
              <a:t>can</a:t>
            </a:r>
            <a:r>
              <a:rPr lang="fr-FR" b="0" dirty="0" smtClean="0"/>
              <a:t> tell </a:t>
            </a:r>
            <a:r>
              <a:rPr lang="fr-FR" b="0" dirty="0" err="1" smtClean="0"/>
              <a:t>you</a:t>
            </a:r>
            <a:r>
              <a:rPr lang="fr-FR" b="0" dirty="0" smtClean="0"/>
              <a:t> all about
5-  QUI L’ONT CONDUIT  SUR LE MONT DU CALVAIRE </a:t>
            </a:r>
          </a:p>
          <a:p>
            <a:r>
              <a:rPr lang="fr-FR" b="0" dirty="0" smtClean="0"/>
              <a:t>The </a:t>
            </a:r>
            <a:r>
              <a:rPr lang="fr-FR" b="0" dirty="0" err="1" smtClean="0"/>
              <a:t>path</a:t>
            </a:r>
            <a:r>
              <a:rPr lang="fr-FR" b="0" dirty="0" smtClean="0"/>
              <a:t> </a:t>
            </a:r>
            <a:r>
              <a:rPr lang="fr-FR" b="0" dirty="0" err="1" smtClean="0"/>
              <a:t>that</a:t>
            </a:r>
            <a:r>
              <a:rPr lang="fr-FR" b="0" dirty="0" smtClean="0"/>
              <a:t> </a:t>
            </a:r>
            <a:r>
              <a:rPr lang="fr-FR" b="0" dirty="0" err="1" smtClean="0"/>
              <a:t>led</a:t>
            </a:r>
            <a:r>
              <a:rPr lang="fr-FR" b="0" dirty="0" smtClean="0"/>
              <a:t> </a:t>
            </a:r>
            <a:r>
              <a:rPr lang="fr-FR" b="0" dirty="0" err="1" smtClean="0"/>
              <a:t>Him</a:t>
            </a:r>
            <a:r>
              <a:rPr lang="fr-FR" b="0" dirty="0" smtClean="0"/>
              <a:t> up to </a:t>
            </a:r>
            <a:r>
              <a:rPr lang="fr-FR" b="0" dirty="0" err="1" smtClean="0"/>
              <a:t>Calvary</a:t>
            </a:r>
            <a:r>
              <a:rPr lang="fr-FR" b="0" dirty="0" smtClean="0"/>
              <a:t>
6-  MAIS POURQUOI M’AIME-T-IL ? JE NE SAIS L’EXPLIQUER </a:t>
            </a:r>
          </a:p>
          <a:p>
            <a:r>
              <a:rPr lang="fr-FR" b="0" dirty="0" smtClean="0"/>
              <a:t>But </a:t>
            </a:r>
            <a:r>
              <a:rPr lang="fr-FR" b="0" dirty="0" err="1" smtClean="0"/>
              <a:t>ask</a:t>
            </a:r>
            <a:r>
              <a:rPr lang="fr-FR" b="0" dirty="0" smtClean="0"/>
              <a:t> me </a:t>
            </a:r>
            <a:r>
              <a:rPr lang="fr-FR" b="0" dirty="0" err="1" smtClean="0"/>
              <a:t>why</a:t>
            </a:r>
            <a:r>
              <a:rPr lang="fr-FR" b="0" dirty="0" smtClean="0"/>
              <a:t> He loves me And I </a:t>
            </a:r>
            <a:r>
              <a:rPr lang="fr-FR" b="0" dirty="0" err="1" smtClean="0"/>
              <a:t>don't</a:t>
            </a:r>
            <a:r>
              <a:rPr lang="fr-FR" b="0" dirty="0" smtClean="0"/>
              <a:t> know </a:t>
            </a:r>
            <a:r>
              <a:rPr lang="fr-FR" b="0" dirty="0" err="1" smtClean="0"/>
              <a:t>what</a:t>
            </a:r>
            <a:r>
              <a:rPr lang="fr-FR" b="0" dirty="0" smtClean="0"/>
              <a:t> to </a:t>
            </a:r>
            <a:r>
              <a:rPr lang="fr-FR" b="0" dirty="0" err="1" smtClean="0"/>
              <a:t>say</a:t>
            </a:r>
            <a:r>
              <a:rPr lang="fr-FR" b="0" dirty="0" smtClean="0"/>
              <a:t>
7-  JE NE SERAI PLUS JAMAIS LE MÊME IL A CHANGÉ MA VIE EN DEVENANT </a:t>
            </a:r>
          </a:p>
          <a:p>
            <a:r>
              <a:rPr lang="fr-FR" b="0" dirty="0" smtClean="0"/>
              <a:t>But </a:t>
            </a:r>
            <a:r>
              <a:rPr lang="fr-FR" b="0" dirty="0" err="1" smtClean="0"/>
              <a:t>I'll</a:t>
            </a:r>
            <a:r>
              <a:rPr lang="fr-FR" b="0" dirty="0" smtClean="0"/>
              <a:t> </a:t>
            </a:r>
            <a:r>
              <a:rPr lang="fr-FR" b="0" dirty="0" err="1" smtClean="0"/>
              <a:t>never</a:t>
            </a:r>
            <a:r>
              <a:rPr lang="fr-FR" b="0" dirty="0" smtClean="0"/>
              <a:t> </a:t>
            </a:r>
            <a:r>
              <a:rPr lang="fr-FR" b="0" dirty="0" err="1" smtClean="0"/>
              <a:t>be</a:t>
            </a:r>
            <a:r>
              <a:rPr lang="fr-FR" b="0" dirty="0" smtClean="0"/>
              <a:t> the </a:t>
            </a:r>
            <a:r>
              <a:rPr lang="fr-FR" b="0" dirty="0" err="1" smtClean="0"/>
              <a:t>same</a:t>
            </a:r>
            <a:r>
              <a:rPr lang="fr-FR" b="0" dirty="0" smtClean="0"/>
              <a:t> </a:t>
            </a:r>
            <a:r>
              <a:rPr lang="fr-FR" b="0" dirty="0" err="1" smtClean="0"/>
              <a:t>Because</a:t>
            </a:r>
            <a:r>
              <a:rPr lang="fr-FR" b="0" dirty="0" smtClean="0"/>
              <a:t> He </a:t>
            </a:r>
            <a:r>
              <a:rPr lang="fr-FR" b="0" dirty="0" err="1" smtClean="0"/>
              <a:t>changed</a:t>
            </a:r>
            <a:r>
              <a:rPr lang="fr-FR" b="0" dirty="0" smtClean="0"/>
              <a:t> </a:t>
            </a:r>
            <a:r>
              <a:rPr lang="fr-FR" b="0" dirty="0" err="1" smtClean="0"/>
              <a:t>my</a:t>
            </a:r>
            <a:r>
              <a:rPr lang="fr-FR" b="0" dirty="0" smtClean="0"/>
              <a:t> life </a:t>
            </a:r>
            <a:r>
              <a:rPr lang="fr-FR" b="0" dirty="0" err="1" smtClean="0"/>
              <a:t>when</a:t>
            </a:r>
            <a:r>
              <a:rPr lang="fr-FR" b="0" dirty="0" smtClean="0"/>
              <a:t> He </a:t>
            </a:r>
            <a:r>
              <a:rPr lang="fr-FR" b="0" dirty="0" err="1" smtClean="0"/>
              <a:t>became</a:t>
            </a:r>
            <a:r>
              <a:rPr lang="fr-FR" b="0" dirty="0" smtClean="0"/>
              <a:t>...</a:t>
            </a:r>
          </a:p>
          <a:p>
            <a:r>
              <a:rPr lang="fr-FR" b="0" dirty="0" smtClean="0"/>
              <a:t> 
	Refrain:</a:t>
            </a:r>
          </a:p>
          <a:p>
            <a:r>
              <a:rPr lang="fr-FR" b="0" dirty="0" smtClean="0"/>
              <a:t>	8-  TOUT POUR MOI IL EST PLUS QU’UNE HISTOIRE </a:t>
            </a:r>
          </a:p>
          <a:p>
            <a:r>
              <a:rPr lang="fr-FR" b="0" dirty="0" smtClean="0"/>
              <a:t>	</a:t>
            </a:r>
            <a:r>
              <a:rPr lang="fr-FR" b="0" dirty="0" err="1" smtClean="0"/>
              <a:t>Everything</a:t>
            </a:r>
            <a:r>
              <a:rPr lang="fr-FR" b="0" dirty="0" smtClean="0"/>
              <a:t> to me </a:t>
            </a:r>
            <a:r>
              <a:rPr lang="fr-FR" b="0" dirty="0" err="1" smtClean="0"/>
              <a:t>He's</a:t>
            </a:r>
            <a:r>
              <a:rPr lang="fr-FR" b="0" dirty="0" smtClean="0"/>
              <a:t> more </a:t>
            </a:r>
            <a:r>
              <a:rPr lang="fr-FR" b="0" dirty="0" err="1" smtClean="0"/>
              <a:t>than</a:t>
            </a:r>
            <a:r>
              <a:rPr lang="fr-FR" b="0" dirty="0" smtClean="0"/>
              <a:t> a story
	9-  PLUS QUE LES MOTS  DES PAGES D’UN RÉCIT </a:t>
            </a:r>
          </a:p>
          <a:p>
            <a:r>
              <a:rPr lang="fr-FR" b="0" dirty="0" smtClean="0"/>
              <a:t>	More </a:t>
            </a:r>
            <a:r>
              <a:rPr lang="fr-FR" b="0" dirty="0" err="1" smtClean="0"/>
              <a:t>than</a:t>
            </a:r>
            <a:r>
              <a:rPr lang="fr-FR" b="0" dirty="0" smtClean="0"/>
              <a:t> </a:t>
            </a:r>
            <a:r>
              <a:rPr lang="fr-FR" b="0" dirty="0" err="1" smtClean="0"/>
              <a:t>words</a:t>
            </a:r>
            <a:r>
              <a:rPr lang="fr-FR" b="0" dirty="0" smtClean="0"/>
              <a:t> on a page of </a:t>
            </a:r>
            <a:r>
              <a:rPr lang="fr-FR" b="0" dirty="0" err="1" smtClean="0"/>
              <a:t>history</a:t>
            </a:r>
            <a:r>
              <a:rPr lang="fr-FR" b="0" dirty="0" smtClean="0"/>
              <a:t>
	10-  IL EST L’AIR QUE J’INSPIRE  L’EAU DONT J’AI BESOIN </a:t>
            </a:r>
          </a:p>
          <a:p>
            <a:r>
              <a:rPr lang="fr-FR" b="0" dirty="0" smtClean="0"/>
              <a:t>	</a:t>
            </a:r>
            <a:r>
              <a:rPr lang="fr-FR" b="0" dirty="0" err="1" smtClean="0"/>
              <a:t>He's</a:t>
            </a:r>
            <a:r>
              <a:rPr lang="fr-FR" b="0" dirty="0" smtClean="0"/>
              <a:t> the air </a:t>
            </a:r>
            <a:r>
              <a:rPr lang="fr-FR" b="0" dirty="0" err="1" smtClean="0"/>
              <a:t>that</a:t>
            </a:r>
            <a:r>
              <a:rPr lang="fr-FR" b="0" dirty="0" smtClean="0"/>
              <a:t> I </a:t>
            </a:r>
            <a:r>
              <a:rPr lang="fr-FR" b="0" dirty="0" err="1" smtClean="0"/>
              <a:t>breathe</a:t>
            </a:r>
            <a:r>
              <a:rPr lang="fr-FR" b="0" dirty="0" smtClean="0"/>
              <a:t> The water I </a:t>
            </a:r>
            <a:r>
              <a:rPr lang="fr-FR" b="0" dirty="0" err="1" smtClean="0"/>
              <a:t>thirst</a:t>
            </a:r>
            <a:r>
              <a:rPr lang="fr-FR" b="0" dirty="0" smtClean="0"/>
              <a:t> for
	11-  IL EST LE SOL SOUS MES PAS OH ! IL EST TOUT, IL EST TOUT POUR MOI 
	And the </a:t>
            </a:r>
            <a:r>
              <a:rPr lang="fr-FR" b="0" dirty="0" err="1" smtClean="0"/>
              <a:t>ground</a:t>
            </a:r>
            <a:r>
              <a:rPr lang="fr-FR" b="0" dirty="0" smtClean="0"/>
              <a:t> </a:t>
            </a:r>
            <a:r>
              <a:rPr lang="fr-FR" b="0" dirty="0" err="1" smtClean="0"/>
              <a:t>beneath</a:t>
            </a:r>
            <a:r>
              <a:rPr lang="fr-FR" b="0" dirty="0" smtClean="0"/>
              <a:t>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feet</a:t>
            </a:r>
            <a:r>
              <a:rPr lang="fr-FR" b="0" dirty="0" smtClean="0"/>
              <a:t> </a:t>
            </a:r>
            <a:r>
              <a:rPr lang="fr-FR" b="0" dirty="0" err="1" smtClean="0"/>
              <a:t>He's</a:t>
            </a:r>
            <a:r>
              <a:rPr lang="fr-FR" b="0" dirty="0" smtClean="0"/>
              <a:t> </a:t>
            </a:r>
            <a:r>
              <a:rPr lang="fr-FR" b="0" dirty="0" err="1" smtClean="0"/>
              <a:t>everything</a:t>
            </a:r>
            <a:r>
              <a:rPr lang="fr-FR" b="0" dirty="0" smtClean="0"/>
              <a:t>, </a:t>
            </a:r>
            <a:r>
              <a:rPr lang="fr-FR" b="0" dirty="0" err="1" smtClean="0"/>
              <a:t>everything</a:t>
            </a:r>
            <a:r>
              <a:rPr lang="fr-FR" b="0" dirty="0" smtClean="0"/>
              <a:t> to me</a:t>
            </a:r>
          </a:p>
          <a:p>
            <a:endParaRPr lang="fr-FR" b="0" dirty="0" smtClean="0"/>
          </a:p>
          <a:p>
            <a:r>
              <a:rPr lang="fr-FR" b="0" dirty="0" smtClean="0"/>
              <a:t>12-  NOUS VIVONS DES TEMPS INCERTAINS </a:t>
            </a:r>
          </a:p>
          <a:p>
            <a:r>
              <a:rPr lang="fr-FR" b="0" dirty="0" err="1" smtClean="0"/>
              <a:t>We're</a:t>
            </a:r>
            <a:r>
              <a:rPr lang="fr-FR" b="0" dirty="0" smtClean="0"/>
              <a:t> living in </a:t>
            </a:r>
            <a:r>
              <a:rPr lang="fr-FR" b="0" dirty="0" err="1" smtClean="0"/>
              <a:t>uncertain</a:t>
            </a:r>
            <a:r>
              <a:rPr lang="fr-FR" b="0" dirty="0" smtClean="0"/>
              <a:t> times
13-  QUI ME FONT COMPRENDRE  À QUEL POINT </a:t>
            </a:r>
          </a:p>
          <a:p>
            <a:r>
              <a:rPr lang="fr-FR" b="0" dirty="0" smtClean="0"/>
              <a:t>And more and more I </a:t>
            </a:r>
            <a:r>
              <a:rPr lang="fr-FR" b="0" dirty="0" err="1" smtClean="0"/>
              <a:t>find</a:t>
            </a:r>
            <a:r>
              <a:rPr lang="fr-FR" b="0" dirty="0" smtClean="0"/>
              <a:t> </a:t>
            </a:r>
            <a:r>
              <a:rPr lang="fr-FR" b="0" dirty="0" err="1" smtClean="0"/>
              <a:t>that</a:t>
            </a:r>
            <a:r>
              <a:rPr lang="fr-FR" b="0" dirty="0" smtClean="0"/>
              <a:t> </a:t>
            </a:r>
            <a:r>
              <a:rPr lang="fr-FR" b="0" dirty="0" err="1" smtClean="0"/>
              <a:t>I'm</a:t>
            </a:r>
            <a:r>
              <a:rPr lang="fr-FR" b="0" dirty="0" smtClean="0"/>
              <a:t> </a:t>
            </a:r>
            <a:r>
              <a:rPr lang="fr-FR" b="0" dirty="0" err="1" smtClean="0"/>
              <a:t>aware</a:t>
            </a:r>
            <a:r>
              <a:rPr lang="fr-FR" b="0" dirty="0" smtClean="0"/>
              <a:t>
14-  LA VIE PEUT ÊTRE FRAGILE PARFOIS </a:t>
            </a:r>
          </a:p>
          <a:p>
            <a:r>
              <a:rPr lang="fr-FR" b="0" dirty="0" smtClean="0"/>
              <a:t>Of </a:t>
            </a:r>
            <a:r>
              <a:rPr lang="fr-FR" b="0" dirty="0" err="1" smtClean="0"/>
              <a:t>just</a:t>
            </a:r>
            <a:r>
              <a:rPr lang="fr-FR" b="0" dirty="0" smtClean="0"/>
              <a:t> how fragile life </a:t>
            </a:r>
            <a:r>
              <a:rPr lang="fr-FR" b="0" dirty="0" err="1" smtClean="0"/>
              <a:t>can</a:t>
            </a:r>
            <a:r>
              <a:rPr lang="fr-FR" b="0" dirty="0" smtClean="0"/>
              <a:t> </a:t>
            </a:r>
            <a:r>
              <a:rPr lang="fr-FR" b="0" dirty="0" err="1" smtClean="0"/>
              <a:t>be</a:t>
            </a:r>
            <a:r>
              <a:rPr lang="fr-FR" b="0" dirty="0" smtClean="0"/>
              <a:t>
15-  JE VEUX CRIER QUE J’AI TROUVÉ UN AMOUR QUI M’A TRANSFORMÉ </a:t>
            </a:r>
          </a:p>
          <a:p>
            <a:r>
              <a:rPr lang="fr-FR" b="0" dirty="0" smtClean="0"/>
              <a:t>I </a:t>
            </a:r>
            <a:r>
              <a:rPr lang="fr-FR" b="0" dirty="0" err="1" smtClean="0"/>
              <a:t>want</a:t>
            </a:r>
            <a:r>
              <a:rPr lang="fr-FR" b="0" dirty="0" smtClean="0"/>
              <a:t> to tell the world I </a:t>
            </a:r>
            <a:r>
              <a:rPr lang="fr-FR" b="0" dirty="0" err="1" smtClean="0"/>
              <a:t>found</a:t>
            </a:r>
            <a:r>
              <a:rPr lang="fr-FR" b="0" dirty="0" smtClean="0"/>
              <a:t> A love </a:t>
            </a:r>
            <a:r>
              <a:rPr lang="fr-FR" b="0" dirty="0" err="1" smtClean="0"/>
              <a:t>that</a:t>
            </a:r>
            <a:r>
              <a:rPr lang="fr-FR" b="0" dirty="0" smtClean="0"/>
              <a:t> </a:t>
            </a:r>
            <a:r>
              <a:rPr lang="fr-FR" b="0" dirty="0" err="1" smtClean="0"/>
              <a:t>turned</a:t>
            </a:r>
            <a:r>
              <a:rPr lang="fr-FR" b="0" dirty="0" smtClean="0"/>
              <a:t> </a:t>
            </a:r>
            <a:r>
              <a:rPr lang="fr-FR" b="0" dirty="0" err="1" smtClean="0"/>
              <a:t>my</a:t>
            </a:r>
            <a:r>
              <a:rPr lang="fr-FR" b="0" dirty="0" smtClean="0"/>
              <a:t> life </a:t>
            </a:r>
            <a:r>
              <a:rPr lang="fr-FR" b="0" dirty="0" err="1" smtClean="0"/>
              <a:t>around</a:t>
            </a:r>
            <a:r>
              <a:rPr lang="fr-FR" b="0" dirty="0" smtClean="0"/>
              <a:t>
16-  LEUR DIRE QU’ILS PEUVENT  LE GOÛTER ET LE VOIR </a:t>
            </a:r>
          </a:p>
          <a:p>
            <a:r>
              <a:rPr lang="fr-FR" b="0" dirty="0" err="1" smtClean="0"/>
              <a:t>They</a:t>
            </a:r>
            <a:r>
              <a:rPr lang="fr-FR" b="0" dirty="0" smtClean="0"/>
              <a:t> </a:t>
            </a:r>
            <a:r>
              <a:rPr lang="fr-FR" b="0" dirty="0" err="1" smtClean="0"/>
              <a:t>need</a:t>
            </a:r>
            <a:r>
              <a:rPr lang="fr-FR" b="0" dirty="0" smtClean="0"/>
              <a:t> to know </a:t>
            </a:r>
            <a:r>
              <a:rPr lang="fr-FR" b="0" dirty="0" err="1" smtClean="0"/>
              <a:t>that</a:t>
            </a:r>
            <a:r>
              <a:rPr lang="fr-FR" b="0" dirty="0" smtClean="0"/>
              <a:t> </a:t>
            </a:r>
            <a:r>
              <a:rPr lang="fr-FR" b="0" dirty="0" err="1" smtClean="0"/>
              <a:t>they</a:t>
            </a:r>
            <a:r>
              <a:rPr lang="fr-FR" b="0" dirty="0" smtClean="0"/>
              <a:t> </a:t>
            </a:r>
            <a:r>
              <a:rPr lang="fr-FR" b="0" dirty="0" err="1" smtClean="0"/>
              <a:t>can</a:t>
            </a:r>
            <a:r>
              <a:rPr lang="fr-FR" b="0" dirty="0" smtClean="0"/>
              <a:t> taste and </a:t>
            </a:r>
            <a:r>
              <a:rPr lang="fr-FR" b="0" dirty="0" err="1" smtClean="0"/>
              <a:t>see</a:t>
            </a:r>
            <a:r>
              <a:rPr lang="fr-FR" b="0" dirty="0" smtClean="0"/>
              <a:t>
17-  ET CHAQUE JOUR JE PRIE QUE MON CŒUR LUI SOIT SOUMIS </a:t>
            </a:r>
          </a:p>
          <a:p>
            <a:r>
              <a:rPr lang="fr-FR" b="0" dirty="0" err="1" smtClean="0"/>
              <a:t>Now</a:t>
            </a:r>
            <a:r>
              <a:rPr lang="fr-FR" b="0" dirty="0" smtClean="0"/>
              <a:t> </a:t>
            </a:r>
            <a:r>
              <a:rPr lang="fr-FR" b="0" dirty="0" err="1" smtClean="0"/>
              <a:t>everyday</a:t>
            </a:r>
            <a:r>
              <a:rPr lang="fr-FR" b="0" dirty="0" smtClean="0"/>
              <a:t> </a:t>
            </a:r>
            <a:r>
              <a:rPr lang="fr-FR" b="0" dirty="0" err="1" smtClean="0"/>
              <a:t>I'm</a:t>
            </a:r>
            <a:r>
              <a:rPr lang="fr-FR" b="0" dirty="0" smtClean="0"/>
              <a:t> </a:t>
            </a:r>
            <a:r>
              <a:rPr lang="fr-FR" b="0" dirty="0" err="1" smtClean="0"/>
              <a:t>praying</a:t>
            </a:r>
            <a:r>
              <a:rPr lang="fr-FR" b="0" dirty="0" smtClean="0"/>
              <a:t> Just to </a:t>
            </a:r>
            <a:r>
              <a:rPr lang="fr-FR" b="0" dirty="0" err="1" smtClean="0"/>
              <a:t>give</a:t>
            </a:r>
            <a:r>
              <a:rPr lang="fr-FR" b="0" dirty="0" smtClean="0"/>
              <a:t>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heart</a:t>
            </a:r>
            <a:r>
              <a:rPr lang="fr-FR" b="0" dirty="0" smtClean="0"/>
              <a:t> </a:t>
            </a:r>
            <a:r>
              <a:rPr lang="fr-FR" b="0" dirty="0" err="1" smtClean="0"/>
              <a:t>away</a:t>
            </a:r>
            <a:r>
              <a:rPr lang="fr-FR" b="0" dirty="0" smtClean="0"/>
              <a:t>
18-  JE VEUX VIVRE POUR JÉSUS </a:t>
            </a:r>
          </a:p>
          <a:p>
            <a:r>
              <a:rPr lang="fr-FR" b="0" dirty="0" smtClean="0"/>
              <a:t>I </a:t>
            </a:r>
            <a:r>
              <a:rPr lang="fr-FR" b="0" dirty="0" err="1" smtClean="0"/>
              <a:t>want</a:t>
            </a:r>
            <a:r>
              <a:rPr lang="fr-FR" b="0" dirty="0" smtClean="0"/>
              <a:t> live for </a:t>
            </a:r>
            <a:r>
              <a:rPr lang="fr-FR" b="0" dirty="0" err="1" smtClean="0"/>
              <a:t>Jesus</a:t>
            </a:r>
            <a:r>
              <a:rPr lang="fr-FR" b="0" dirty="0" smtClean="0"/>
              <a:t>
19-  POUR QUE QUELQU’UN  VOIE AUSSI QU’IL EST… 
So </a:t>
            </a:r>
            <a:r>
              <a:rPr lang="fr-FR" b="0" dirty="0" err="1" smtClean="0"/>
              <a:t>that</a:t>
            </a:r>
            <a:r>
              <a:rPr lang="fr-FR" b="0" dirty="0" smtClean="0"/>
              <a:t> </a:t>
            </a:r>
            <a:r>
              <a:rPr lang="fr-FR" b="0" dirty="0" err="1" smtClean="0"/>
              <a:t>someone</a:t>
            </a:r>
            <a:r>
              <a:rPr lang="fr-FR" b="0" dirty="0" smtClean="0"/>
              <a:t> </a:t>
            </a:r>
            <a:r>
              <a:rPr lang="fr-FR" b="0" dirty="0" err="1" smtClean="0"/>
              <a:t>else</a:t>
            </a:r>
            <a:r>
              <a:rPr lang="fr-FR" b="0" dirty="0" smtClean="0"/>
              <a:t> </a:t>
            </a:r>
            <a:r>
              <a:rPr lang="fr-FR" b="0" dirty="0" err="1" smtClean="0"/>
              <a:t>might</a:t>
            </a:r>
            <a:r>
              <a:rPr lang="fr-FR" b="0" dirty="0" smtClean="0"/>
              <a:t> </a:t>
            </a:r>
            <a:r>
              <a:rPr lang="fr-FR" b="0" dirty="0" err="1" smtClean="0"/>
              <a:t>see</a:t>
            </a:r>
            <a:r>
              <a:rPr lang="fr-FR" b="0" dirty="0" smtClean="0"/>
              <a:t> </a:t>
            </a:r>
            <a:r>
              <a:rPr lang="fr-FR" b="0" dirty="0" err="1" smtClean="0"/>
              <a:t>that</a:t>
            </a:r>
            <a:r>
              <a:rPr lang="fr-FR" b="0" dirty="0" smtClean="0"/>
              <a:t> He </a:t>
            </a:r>
            <a:r>
              <a:rPr lang="fr-FR" b="0" dirty="0" err="1" smtClean="0"/>
              <a:t>is</a:t>
            </a:r>
            <a:r>
              <a:rPr lang="fr-FR" b="0" dirty="0" smtClean="0"/>
              <a:t>...</a:t>
            </a:r>
          </a:p>
          <a:p>
            <a:endParaRPr lang="fr-FR" b="0" dirty="0" smtClean="0"/>
          </a:p>
          <a:p>
            <a:r>
              <a:rPr lang="fr-FR" b="0" dirty="0" smtClean="0"/>
              <a:t>	Refrain:</a:t>
            </a:r>
          </a:p>
          <a:p>
            <a:endParaRPr lang="fr-FR" b="0" dirty="0" smtClean="0"/>
          </a:p>
          <a:p>
            <a:r>
              <a:rPr lang="fr-FR" b="0" dirty="0" smtClean="0"/>
              <a:t>20-  ET QUAND J’EXAMINERAI  MA VIE À LA FIN </a:t>
            </a:r>
          </a:p>
          <a:p>
            <a:r>
              <a:rPr lang="fr-FR" b="0" dirty="0" smtClean="0"/>
              <a:t>And </a:t>
            </a:r>
            <a:r>
              <a:rPr lang="fr-FR" b="0" dirty="0" err="1" smtClean="0"/>
              <a:t>looking</a:t>
            </a:r>
            <a:r>
              <a:rPr lang="fr-FR" b="0" dirty="0" smtClean="0"/>
              <a:t> back over </a:t>
            </a:r>
            <a:r>
              <a:rPr lang="fr-FR" b="0" dirty="0" err="1" smtClean="0"/>
              <a:t>my</a:t>
            </a:r>
            <a:r>
              <a:rPr lang="fr-FR" b="0" dirty="0" smtClean="0"/>
              <a:t> life </a:t>
            </a:r>
            <a:r>
              <a:rPr lang="fr-FR" b="0" dirty="0" err="1" smtClean="0"/>
              <a:t>at</a:t>
            </a:r>
            <a:r>
              <a:rPr lang="fr-FR" b="0" dirty="0" smtClean="0"/>
              <a:t> the end
21-  JE TE VERRAI ET DIRAI QUE TU AS ÉTÉ 
</a:t>
            </a:r>
            <a:r>
              <a:rPr lang="fr-FR" b="0" dirty="0" err="1" smtClean="0"/>
              <a:t>I'll</a:t>
            </a:r>
            <a:r>
              <a:rPr lang="fr-FR" b="0" dirty="0" smtClean="0"/>
              <a:t> go to </a:t>
            </a:r>
            <a:r>
              <a:rPr lang="fr-FR" b="0" dirty="0" err="1" smtClean="0"/>
              <a:t>meet</a:t>
            </a:r>
            <a:r>
              <a:rPr lang="fr-FR" b="0" dirty="0" smtClean="0"/>
              <a:t> You </a:t>
            </a:r>
            <a:r>
              <a:rPr lang="fr-FR" b="0" dirty="0" err="1" smtClean="0"/>
              <a:t>saying</a:t>
            </a:r>
            <a:r>
              <a:rPr lang="fr-FR" b="0" dirty="0" smtClean="0"/>
              <a:t> </a:t>
            </a:r>
            <a:r>
              <a:rPr lang="fr-FR" b="0" dirty="0" err="1" smtClean="0"/>
              <a:t>You've</a:t>
            </a:r>
            <a:r>
              <a:rPr lang="fr-FR" b="0" dirty="0" smtClean="0"/>
              <a:t> been</a:t>
            </a:r>
          </a:p>
          <a:p>
            <a:r>
              <a:rPr lang="fr-FR" b="0" dirty="0" smtClean="0"/>
              <a:t>22-  TOUT POUR MOI IL EST PLUS QU’UNE HISTOIRE </a:t>
            </a:r>
          </a:p>
          <a:p>
            <a:r>
              <a:rPr lang="fr-FR" b="0" dirty="0" err="1" smtClean="0"/>
              <a:t>You're</a:t>
            </a:r>
            <a:r>
              <a:rPr lang="fr-FR" b="0" dirty="0" smtClean="0"/>
              <a:t> </a:t>
            </a:r>
            <a:r>
              <a:rPr lang="fr-FR" b="0" dirty="0" err="1" smtClean="0"/>
              <a:t>everything</a:t>
            </a:r>
            <a:r>
              <a:rPr lang="fr-FR" b="0" dirty="0" smtClean="0"/>
              <a:t> to me </a:t>
            </a:r>
            <a:r>
              <a:rPr lang="fr-FR" b="0" dirty="0" err="1" smtClean="0"/>
              <a:t>You're</a:t>
            </a:r>
            <a:r>
              <a:rPr lang="fr-FR" b="0" dirty="0" smtClean="0"/>
              <a:t> more </a:t>
            </a:r>
            <a:r>
              <a:rPr lang="fr-FR" b="0" dirty="0" err="1" smtClean="0"/>
              <a:t>than</a:t>
            </a:r>
            <a:r>
              <a:rPr lang="fr-FR" b="0" dirty="0" smtClean="0"/>
              <a:t> a story
23-  PLUS QUE LES MOTS  DES PAGES D’UN RÉCIT 
More </a:t>
            </a:r>
            <a:r>
              <a:rPr lang="fr-FR" b="0" dirty="0" err="1" smtClean="0"/>
              <a:t>than</a:t>
            </a:r>
            <a:r>
              <a:rPr lang="fr-FR" b="0" dirty="0" smtClean="0"/>
              <a:t> </a:t>
            </a:r>
            <a:r>
              <a:rPr lang="fr-FR" b="0" dirty="0" err="1" smtClean="0"/>
              <a:t>words</a:t>
            </a:r>
            <a:r>
              <a:rPr lang="fr-FR" b="0" dirty="0" smtClean="0"/>
              <a:t> on a page of </a:t>
            </a:r>
            <a:r>
              <a:rPr lang="fr-FR" b="0" dirty="0" err="1" smtClean="0"/>
              <a:t>history</a:t>
            </a:r>
            <a:endParaRPr lang="fr-FR" b="0" dirty="0" smtClean="0"/>
          </a:p>
          <a:p>
            <a:endParaRPr lang="fr-FR" b="0" dirty="0" smtClean="0"/>
          </a:p>
          <a:p>
            <a:r>
              <a:rPr lang="fr-FR" b="0" dirty="0" smtClean="0"/>
              <a:t>	Refrain:</a:t>
            </a:r>
          </a:p>
          <a:p>
            <a:r>
              <a:rPr lang="fr-FR" b="0" dirty="0" smtClean="0"/>
              <a:t>	24-  TU ES TOUT POUR MOI TU ES PLUS QU’UNE HISTOIRE </a:t>
            </a:r>
          </a:p>
          <a:p>
            <a:r>
              <a:rPr lang="fr-FR" b="0" dirty="0" smtClean="0"/>
              <a:t>	</a:t>
            </a:r>
            <a:r>
              <a:rPr lang="fr-FR" b="0" dirty="0" err="1" smtClean="0"/>
              <a:t>You’re</a:t>
            </a:r>
            <a:r>
              <a:rPr lang="fr-FR" b="0" dirty="0" smtClean="0"/>
              <a:t> </a:t>
            </a:r>
            <a:r>
              <a:rPr lang="fr-FR" b="0" dirty="0" err="1" smtClean="0"/>
              <a:t>Everything</a:t>
            </a:r>
            <a:r>
              <a:rPr lang="fr-FR" b="0" dirty="0" smtClean="0"/>
              <a:t> to me </a:t>
            </a:r>
            <a:r>
              <a:rPr lang="fr-FR" b="0" dirty="0" err="1" smtClean="0"/>
              <a:t>You’re</a:t>
            </a:r>
            <a:r>
              <a:rPr lang="fr-FR" b="0" dirty="0" smtClean="0"/>
              <a:t> more </a:t>
            </a:r>
            <a:r>
              <a:rPr lang="fr-FR" b="0" dirty="0" err="1" smtClean="0"/>
              <a:t>than</a:t>
            </a:r>
            <a:r>
              <a:rPr lang="fr-FR" b="0" dirty="0" smtClean="0"/>
              <a:t> a story
	25-  PLUS QUE LES MOTS  DES PAGES D’UN RÉCIT </a:t>
            </a:r>
          </a:p>
          <a:p>
            <a:r>
              <a:rPr lang="fr-FR" b="0" dirty="0" smtClean="0"/>
              <a:t>	More </a:t>
            </a:r>
            <a:r>
              <a:rPr lang="fr-FR" b="0" dirty="0" err="1" smtClean="0"/>
              <a:t>than</a:t>
            </a:r>
            <a:r>
              <a:rPr lang="fr-FR" b="0" dirty="0" smtClean="0"/>
              <a:t> </a:t>
            </a:r>
            <a:r>
              <a:rPr lang="fr-FR" b="0" dirty="0" err="1" smtClean="0"/>
              <a:t>words</a:t>
            </a:r>
            <a:r>
              <a:rPr lang="fr-FR" b="0" dirty="0" smtClean="0"/>
              <a:t> on a page of </a:t>
            </a:r>
            <a:r>
              <a:rPr lang="fr-FR" b="0" dirty="0" err="1" smtClean="0"/>
              <a:t>history</a:t>
            </a:r>
            <a:r>
              <a:rPr lang="fr-FR" b="0" dirty="0" smtClean="0"/>
              <a:t>
	26-  TU ES L’AIR QUE J’INSPIRE  L’EAU DONT J’AI BESOIN </a:t>
            </a:r>
          </a:p>
          <a:p>
            <a:r>
              <a:rPr lang="fr-FR" b="0" dirty="0" smtClean="0"/>
              <a:t>	</a:t>
            </a:r>
            <a:r>
              <a:rPr lang="fr-FR" b="0" dirty="0" err="1" smtClean="0"/>
              <a:t>You’re</a:t>
            </a:r>
            <a:r>
              <a:rPr lang="fr-FR" b="0" dirty="0" smtClean="0"/>
              <a:t> the air </a:t>
            </a:r>
            <a:r>
              <a:rPr lang="fr-FR" b="0" dirty="0" err="1" smtClean="0"/>
              <a:t>that</a:t>
            </a:r>
            <a:r>
              <a:rPr lang="fr-FR" b="0" dirty="0" smtClean="0"/>
              <a:t> I </a:t>
            </a:r>
            <a:r>
              <a:rPr lang="fr-FR" b="0" dirty="0" err="1" smtClean="0"/>
              <a:t>breathe</a:t>
            </a:r>
            <a:r>
              <a:rPr lang="fr-FR" b="0" dirty="0" smtClean="0"/>
              <a:t> The water I </a:t>
            </a:r>
            <a:r>
              <a:rPr lang="fr-FR" b="0" dirty="0" err="1" smtClean="0"/>
              <a:t>thirst</a:t>
            </a:r>
            <a:r>
              <a:rPr lang="fr-FR" b="0" dirty="0" smtClean="0"/>
              <a:t> for
	27-  TU ES LE SOL SOUS MES PAS OH ! TU ES TOUT, TU ES TOUT POUR MOI 
	And the </a:t>
            </a:r>
            <a:r>
              <a:rPr lang="fr-FR" b="0" dirty="0" err="1" smtClean="0"/>
              <a:t>ground</a:t>
            </a:r>
            <a:r>
              <a:rPr lang="fr-FR" b="0" dirty="0" smtClean="0"/>
              <a:t> </a:t>
            </a:r>
            <a:r>
              <a:rPr lang="fr-FR" b="0" dirty="0" err="1" smtClean="0"/>
              <a:t>beneath</a:t>
            </a:r>
            <a:r>
              <a:rPr lang="fr-FR" b="0" dirty="0" smtClean="0"/>
              <a:t>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feet</a:t>
            </a:r>
            <a:r>
              <a:rPr lang="fr-FR" b="0" dirty="0" smtClean="0"/>
              <a:t> </a:t>
            </a:r>
            <a:r>
              <a:rPr lang="fr-FR" b="0" dirty="0" err="1" smtClean="0"/>
              <a:t>You’re</a:t>
            </a:r>
            <a:r>
              <a:rPr lang="fr-FR" b="0" dirty="0" smtClean="0"/>
              <a:t> </a:t>
            </a:r>
            <a:r>
              <a:rPr lang="fr-FR" b="0" dirty="0" err="1" smtClean="0"/>
              <a:t>everything</a:t>
            </a:r>
            <a:r>
              <a:rPr lang="fr-FR" b="0" dirty="0" smtClean="0"/>
              <a:t>, Lord, </a:t>
            </a:r>
            <a:r>
              <a:rPr lang="fr-FR" b="0" dirty="0" err="1" smtClean="0"/>
              <a:t>You're</a:t>
            </a:r>
            <a:r>
              <a:rPr lang="fr-FR" b="0" dirty="0" smtClean="0"/>
              <a:t> </a:t>
            </a:r>
            <a:r>
              <a:rPr lang="fr-FR" b="0" dirty="0" err="1" smtClean="0"/>
              <a:t>everything</a:t>
            </a:r>
            <a:r>
              <a:rPr lang="fr-FR" b="0" dirty="0" smtClean="0"/>
              <a:t> to me</a:t>
            </a:r>
          </a:p>
          <a:p>
            <a:endParaRPr lang="fr-FR" b="0" dirty="0" smtClean="0"/>
          </a:p>
          <a:p>
            <a:r>
              <a:rPr lang="fr-FR" b="0" dirty="0" smtClean="0"/>
              <a:t>28- TU ES TOUT POUR MOI</a:t>
            </a:r>
          </a:p>
          <a:p>
            <a:r>
              <a:rPr lang="fr-FR" b="0" dirty="0" err="1" smtClean="0"/>
              <a:t>You're</a:t>
            </a:r>
            <a:r>
              <a:rPr lang="fr-FR" b="0" dirty="0" smtClean="0"/>
              <a:t> </a:t>
            </a:r>
            <a:r>
              <a:rPr lang="fr-FR" b="0" dirty="0" err="1" smtClean="0"/>
              <a:t>everything</a:t>
            </a:r>
            <a:r>
              <a:rPr lang="fr-FR" b="0" dirty="0" smtClean="0"/>
              <a:t> to me</a:t>
            </a: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GRANDI À L’ÉCOLE DU DIMANCHE ET MÉMORISÉ LES RÈGLES D’OR</a:t>
            </a:r>
          </a:p>
          <a:p>
            <a:r>
              <a:rPr lang="fr-FR" smtClean="0"/>
              <a:t>I grew up in Sunday school I memorized the Golden Rule
2-  ET COMMENT JÉSUS A LIBÉRÉ  LES PÉCHEURS</a:t>
            </a:r>
          </a:p>
          <a:p>
            <a:r>
              <a:rPr lang="fr-FR" smtClean="0"/>
              <a:t>And how Jesus came to set the sinner free 
3-  JE PEUX VOUS RACONTER L’HISTOIRE </a:t>
            </a:r>
          </a:p>
          <a:p>
            <a:r>
              <a:rPr lang="fr-FR" smtClean="0"/>
              <a:t>I know the story inside out
4-  CE CHEMIN DE CROIX  CES HEURES NOIRES </a:t>
            </a:r>
          </a:p>
          <a:p>
            <a:r>
              <a:rPr lang="fr-FR" smtClean="0"/>
              <a:t>I can tell you all about
5-  QUI L’ONT CONDUIT  SUR LE MONT DU CALVAIRE </a:t>
            </a:r>
          </a:p>
          <a:p>
            <a:r>
              <a:rPr lang="fr-FR" smtClean="0"/>
              <a:t>The path that led Him up to Calvary
6-  MAIS POURQUOI M’AIME-T-IL ? JE NE SAIS L’EXPLIQUER </a:t>
            </a:r>
          </a:p>
          <a:p>
            <a:r>
              <a:rPr lang="fr-FR" smtClean="0"/>
              <a:t>But ask me why He loves me And I don't know what to say
7-  JE NE SERAI PLUS JAMAIS LE MÊME IL A CHANGÉ MA VIE EN DEVENANT </a:t>
            </a:r>
          </a:p>
          <a:p>
            <a:r>
              <a:rPr lang="fr-FR" smtClean="0"/>
              <a:t>But I'll never be the same Because He changed my life when He became...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8-  TOUT POUR MOI IL EST PLUS QU’UNE HISTOIRE </a:t>
            </a:r>
          </a:p>
          <a:p>
            <a:r>
              <a:rPr lang="fr-FR" smtClean="0"/>
              <a:t>	Everything to me He's more than a story
	9-  PLUS QUE LES MOTS  DES PAGES D’UN RÉCIT </a:t>
            </a:r>
          </a:p>
          <a:p>
            <a:r>
              <a:rPr lang="fr-FR" smtClean="0"/>
              <a:t>	More than words on a page of history
	10-  IL EST L’AIR QUE J’INSPIRE  L’EAU DONT J’AI BESOIN </a:t>
            </a:r>
          </a:p>
          <a:p>
            <a:r>
              <a:rPr lang="fr-FR" smtClean="0"/>
              <a:t>	He's the air that I breathe The water I thirst for
	11-  IL EST LE SOL SOUS MES PAS OH ! IL EST TOUT, IL EST TOUT POUR MOI 
	And the ground beneath my feet He's everything, everything to me</a:t>
            </a:r>
          </a:p>
          <a:p>
            <a:endParaRPr lang="fr-FR" smtClean="0"/>
          </a:p>
          <a:p>
            <a:r>
              <a:rPr lang="fr-FR" smtClean="0"/>
              <a:t>12-  NOUS VIVONS DES TEMPS INCERTAINS </a:t>
            </a:r>
          </a:p>
          <a:p>
            <a:r>
              <a:rPr lang="fr-FR" smtClean="0"/>
              <a:t>We're living in uncertain times
13-  QUI ME FONT COMPRENDRE  À QUEL POINT </a:t>
            </a:r>
          </a:p>
          <a:p>
            <a:r>
              <a:rPr lang="fr-FR" smtClean="0"/>
              <a:t>And more and more I find that I'm aware
14-  LA VIE PEUT ÊTRE FRAGILE PARFOIS </a:t>
            </a:r>
          </a:p>
          <a:p>
            <a:r>
              <a:rPr lang="fr-FR" smtClean="0"/>
              <a:t>Of just how fragile life can be
15-  JE VEUX CRIER QUE J’AI TROUVÉ UN AMOUR QUI M’A TRANSFORMÉ </a:t>
            </a:r>
          </a:p>
          <a:p>
            <a:r>
              <a:rPr lang="fr-FR" smtClean="0"/>
              <a:t>I want to tell the world I found A love that turned my life around
16-  LEUR DIRE QU’ILS PEUVENT  LE GOÛTER ET LE VOIR </a:t>
            </a:r>
          </a:p>
          <a:p>
            <a:r>
              <a:rPr lang="fr-FR" smtClean="0"/>
              <a:t>They need to know that they can taste and see
17-  ET CHAQUE JOUR JE PRIE QUE MON CŒUR LUI SOIT SOUMIS </a:t>
            </a:r>
          </a:p>
          <a:p>
            <a:r>
              <a:rPr lang="fr-FR" smtClean="0"/>
              <a:t>Now everyday I'm praying Just to give my heart away
18-  JE VEUX VIVRE POUR JÉSUS </a:t>
            </a:r>
          </a:p>
          <a:p>
            <a:r>
              <a:rPr lang="fr-FR" smtClean="0"/>
              <a:t>I want live for Jesus
19-  POUR QUE QUELQU’UN  VOIE AUSSI QU’IL EST… 
So that someone else might see that He is...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20-  ET QUAND J’EXAMINERAI  MA VIE À LA FIN </a:t>
            </a:r>
          </a:p>
          <a:p>
            <a:r>
              <a:rPr lang="fr-FR" smtClean="0"/>
              <a:t>And looking back over my life at the end
21-  JE TE VERRAI ET DIRAI QUE TU AS ÉTÉ 
I'll go to meet You saying You've been</a:t>
            </a:r>
          </a:p>
          <a:p>
            <a:r>
              <a:rPr lang="fr-FR" smtClean="0"/>
              <a:t>22-  TOUT POUR MOI IL EST PLUS QU’UNE HISTOIRE </a:t>
            </a:r>
          </a:p>
          <a:p>
            <a:r>
              <a:rPr lang="fr-FR" smtClean="0"/>
              <a:t>You're everything to me You're more than a story
23-  PLUS QUE LES MOTS  DES PAGES D’UN RÉCIT 
More than words on a page of history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24-  TU ES TOUT POUR MOI TU ES PLUS QU’UNE HISTOIRE </a:t>
            </a:r>
          </a:p>
          <a:p>
            <a:r>
              <a:rPr lang="fr-FR" smtClean="0"/>
              <a:t>	You’re Everything to me You’re more than a story
	25-  PLUS QUE LES MOTS  DES PAGES D’UN RÉCIT </a:t>
            </a:r>
          </a:p>
          <a:p>
            <a:r>
              <a:rPr lang="fr-FR" smtClean="0"/>
              <a:t>	More than words on a page of history
	26-  TU ES L’AIR QUE J’INSPIRE  L’EAU DONT J’AI BESOIN </a:t>
            </a:r>
          </a:p>
          <a:p>
            <a:r>
              <a:rPr lang="fr-FR" smtClean="0"/>
              <a:t>	You’re the air that I breathe The water I thirst for
	27-  TU ES LE SOL SOUS MES PAS OH ! TU ES TOUT, TU ES TOUT POUR MOI 
	And the ground beneath my feet You’re everything, Lord, You're everything to me</a:t>
            </a:r>
          </a:p>
          <a:p>
            <a:endParaRPr lang="fr-FR" smtClean="0"/>
          </a:p>
          <a:p>
            <a:r>
              <a:rPr lang="fr-FR" smtClean="0"/>
              <a:t>28- TU ES TOUT POUR MOI</a:t>
            </a:r>
          </a:p>
          <a:p>
            <a:r>
              <a:rPr lang="fr-FR" smtClean="0"/>
              <a:t>You're everything to 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J’AI GRANDI À L’ÉCOLE DU DIMANCHE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MÉMORISÉ LES RÈGLES D’OR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COMMENT JÉSUS A LIBÉRÉ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PÉCHEURS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PEUX VOUS RACONTER L’HISTOIRE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 CHEMIN DE CROIX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CES HEURES NOIRES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L’ONT CONDUIT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SUR LE MONT DU CALVAIRE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MAIS POURQUOI M’AIME-T-IL ?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NE SAIS L’EXPLIQUER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NE SERAI PLUS JAMAIS LE MÊME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A CHANGÉ MA VIE EN DEVENANT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POUR MOI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EST PLUS QU’UNE HISTOIRE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PLUS QUE LES MOTS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DES PAGES D’UN RÉCIT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EST L’AIR QUE J’INSPIRE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L’EAU DONT J’AI BESOIN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EST LE SOL SOUS MES PAS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! IL EST TOUT, IL EST TOUT POUR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VIVONS DES TEMPS INCERTAINS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ME FONT COMPRENDRE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QUEL POINT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VIE PEUT ÊTRE FRAGILE PARFOIS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VEUX CRIER QUE J’AI TROUVÉ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 AMOUR QUI M’A TRANSFORMÉ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LEUR DIRE QU’ILS PEUVENT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GOÛTER ET LE VOIR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CHAQUE JOUR JE PRIE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MON CŒUR LUI SOIT SOUMIS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VEUX VIVRE POUR JÉSUS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QUE QUELQU’UN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VOIE AUSSI QU’IL EST…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QUAND J’EXAMINERAI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 VIE À LA FIN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TE VERRAI ET DIRAI QUE TU AS ÉTÉ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POUR MOI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EST PLUS QU’UNE HISTOIRE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PLUS QUE LES MOTS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DES PAGES D’UN RÉCIT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TOUT POUR MOI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PLUS QU’UNE HISTOIRE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PLUS QUE LES MOTS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DES PAGES D’UN RÉCIT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L’AIR QUE J’INSPIRE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L’EAU DONT J’AI BESOIN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LE SOL SOUS MES PAS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! TU ES TOUT, TU ES TOUT POUR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ES TOUT POUR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1686</TotalTime>
  <Words>1531</Words>
  <Application>Microsoft Office PowerPoint</Application>
  <PresentationFormat>Affichage à l'écran (4:3)</PresentationFormat>
  <Paragraphs>2178</Paragraphs>
  <Slides>28</Slides>
  <Notes>28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29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Iclustration</cp:lastModifiedBy>
  <cp:revision>179</cp:revision>
  <dcterms:created xsi:type="dcterms:W3CDTF">2002-08-17T10:50:50Z</dcterms:created>
  <dcterms:modified xsi:type="dcterms:W3CDTF">2019-09-28T17:47:37Z</dcterms:modified>
</cp:coreProperties>
</file>