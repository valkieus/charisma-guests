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57928" autoAdjust="0"/>
  </p:normalViewPr>
  <p:slideViewPr>
    <p:cSldViewPr>
      <p:cViewPr varScale="1">
        <p:scale>
          <a:sx n="50" d="100"/>
          <a:sy n="50" d="100"/>
        </p:scale>
        <p:origin x="2539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397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xmlns="" id="{BB298078-E88F-4CE2-A0E2-14005BD2C9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F7E98384-8907-4497-BC60-63810C8020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29FED35-12AF-43B1-A862-1ECA972BE03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xmlns="" id="{11117DCE-71CF-47FC-8365-1EC321EC5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xmlns="" id="{C91377DA-5B5C-4B8B-8243-7522421CF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4D498DB9-3C54-4A1D-A5CA-8C95B2EF5A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62AE42A6-ACAC-4C14-91B9-CC0177A7B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3EADABE-151C-4F1F-90D0-4832E32455FD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4B70D8A8-CF3D-4308-8023-5958F8522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</a:t>
            </a:r>
            <a:r>
              <a:rPr lang="fr-FR" altLang="fr-FR" dirty="0" err="1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 Black" pitchFamily="34" charset="0"/>
              </a:rPr>
              <a:t>OH</a:t>
            </a: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 
15-  LES CHAÎNES SONT BRISÉES JE LES ENTENDS TOMBER </a:t>
            </a:r>
          </a:p>
          <a:p>
            <a:pPr eaLnBrk="1" hangingPunct="1">
              <a:lnSpc>
                <a:spcPct val="110000"/>
              </a:lnSpc>
              <a:defRPr/>
            </a:pPr>
            <a:endParaRPr lang="fr-FR" altLang="fr-FR" dirty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fr-FR" altLang="fr-FR" dirty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1-  ME VOICI POUR TOI, POUR T’ADORER Ô MON SEIGNEUR, NE M'OUBLIE PAS 
	2-  JE SUIS ÉPRIS DE TOI DE TA BEAUTÉ 
	3-  ET JE VEUX TOUT TE DONNER À JAMAIS, TOUT TE DONNER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4-  COMMENT EXPLIQUER  CET INSTANT D’ÉTERNITÉ 
5-  J’ENTENDS LE CIEL M’APPELER PLUS HAUT QUE DANS LE PASSÉ 
6-  MES MOTS SONT TROUBLÉS TA PRÉSENCE M’ENVAHIT 
7-  JE NE PEUX L'EXPLIQUER JE NE PEUX LE NIER 
8-  JE TREMBLE,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Pont:
14-  JE T'ENTENDS M'APPELER SOUDAIN JE SUIS CHANGÉ OH OH OH OH 
15-  LES CHAÎNES SONT BRISÉES JE LES ENTENDS TOMBER </a:t>
            </a:r>
          </a:p>
          <a:p>
            <a:pPr eaLnBrk="1" hangingPunct="1">
              <a:lnSpc>
                <a:spcPct val="110000"/>
              </a:lnSpc>
            </a:pPr>
            <a:endParaRPr lang="fr-FR" alt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fr-FR" altLang="fr-FR" smtClean="0">
                <a:solidFill>
                  <a:schemeClr val="bg1"/>
                </a:solidFill>
                <a:latin typeface="Arial Black" pitchFamily="34" charset="0"/>
              </a:rPr>
              <a:t>16 - JE T'ENTENDS M'APPELER SOUDAIN JE SUIS CHANGÉ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	Refrain :</a:t>
            </a:r>
          </a:p>
          <a:p>
            <a:r>
              <a:rPr lang="fr-FR" altLang="fr-FR"/>
              <a:t>	1-  ME VOICI POUR TOI, POUR T’ADORER Ô MON SEIGNEUR, NE M'OUBLIE PAS 
	2-  JE SUIS ÉPRIS DE TOI DE TA BEAUTÉ 
	3-  ET JE VEUX TOUT TE DONNER À JAMAIS, TOUT TE DONNER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4-  COMMENT EXPLIQUER  CET INSTANT D’ÉTERNITÉ 
5-  J’ENTENDS LE CIEL M’APPELER PLUS HAUT QUE LE PASSÉ 
6-  MES MOTS SONT TROUBLÉS TA PRÉSENCE M’ENVAHIT 
7-  JE NE PEUX L'EXPLIQUER JE NE PEUX LE NIER 
8-  JE TREMBLE,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9-  LE SON DU CIEL VIENT M’ENTOURER 
10-  ET JE SENS UN VENT SOUFFLER 
11-  NOUS SOMMES LÀ POUR T’ADORER EN TOI RESSUSCITÉS 
12-  JE NE PEUX L'EXPLIQUER JE NE PEUX LE NIER 
13-  JE TREMBLE CAR TU ES TOUT PRÈS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
14-  JE T'ENTENDS M'APPELER SOUDAIN JE SUIS CHANGÉ OH OH OH OH 
15-  LES CHAÎNES SONT BRISÉES JE LES ENTENDS TOMBER </a:t>
            </a:r>
          </a:p>
          <a:p>
            <a:endParaRPr lang="fr-FR" altLang="fr-FR"/>
          </a:p>
          <a:p>
            <a:r>
              <a:rPr lang="fr-FR" altLang="fr-FR"/>
              <a:t>16 - JE T'ENTENDS M'APPELER SOUDAIN JE SUIS CHANGÉ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E558EC-7C05-4B64-ADA3-C3811ABF4D1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19B27D-DBDE-4ECA-B053-B4897DB6922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3685EF-6C3B-46C0-B41A-86FB19B1E4D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3B7E29-8E50-4FF9-B4B4-F463E553F41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A80385-AC56-44EC-A63C-1717A56BAEE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E1478-9533-42CD-A3A1-5632B12909A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D4391-02BC-4D73-A335-D54FB64B727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9AE9C-DFFC-4D02-B527-1B16D8C6B77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5EEA6-CE31-4AC2-BB87-9B9AFA50A22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146570-EDA8-4447-99CC-0446D681763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38F12-0D21-4197-A13D-0991A830123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D4A67D3E-F8A4-4E56-B80D-0418A56B5B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12A6CF16-EDA3-4047-B699-C17F8BFDC4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DF9CA3BA-F180-4183-A68B-9B5760C617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D19AA70-A5A3-476C-AA90-E166ED89848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C1FBF45D-E81D-42E7-B965-0B1563C50B93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VOICI POUR TOI, POUR T’ADORER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MON SEIGNEUR, NE M'OUBLIE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75EB1116-7690-4A0D-ADE7-26606DC99190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ÉPRIS DE TOI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BEAUTÉ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1AECACFF-7DB1-4310-903A-8EE0AF4E060B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TOUT TE DONNER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TOUT TE DONNER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C61B4CF9-7FC7-4D25-B5A2-485AD1BE5BB5}"/>
              </a:ext>
            </a:extLst>
          </p:cNvPr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EXPLIQUER 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INSTANT D’ÉTERNITÉ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A2955C7-CACD-4B22-8BC4-94BF30967469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J’ENTENDS LE CIEL M’APPELER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QUE DANS LE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3DCB5C5B-D2E8-4875-8929-36B564854FAF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MOTS SONT TROUBLÉS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M’ENVAHIT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2F3AC561-D2CD-4D37-9B87-486CC772DEED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L'EXPLIQUER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LE NIER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B2133A4D-9404-4D5C-B246-E8424C811F71}"/>
              </a:ext>
            </a:extLst>
          </p:cNvPr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TREMBLE, CAR TU ES TOUT PRÈS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4B86FDA2-349B-42FD-B903-387310DBAA14}"/>
              </a:ext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SON DU CIEL VIENT M’ENTOURER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F0C907B-978D-4301-B7EB-B3FEDEC0866E}"/>
              </a:ext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SENS UN VENT SOUFFLER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8A2203CE-282F-45E0-9CE0-FD1152817A08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LÀ POUR T’ADORER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RESSUSCITÉS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3314CD16-2D65-4B19-935E-3513E274A14F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L'EXPLIQUER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LE NIER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B4B346C-95C7-45D1-B83D-0DF62C466E7D}"/>
              </a:ext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TREMBLE,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ES TOUT PRÈS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B529AB19-97BF-493B-AAF3-4F349892118D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T'ENTENDS M'APPELER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SOUDAIN JE SUIS CHANGÉ 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8138D323-3D41-4E40-AB47-AF0115EBDA68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CHAÎNES SONT BRISÉES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LES ENTENDS TOMBER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F01F34E2-8EFE-4701-845D-84E77B3FBFE2}"/>
              </a:ext>
            </a:extLst>
          </p:cNvPr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T'ENTENDS M'APPELER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SOUDAIN JE SUIS CHANGÉ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136</Words>
  <Application>Microsoft Office PowerPoint</Application>
  <PresentationFormat>On-screen Show (4:3)</PresentationFormat>
  <Paragraphs>508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Franklin Gothic Medium</vt:lpstr>
      <vt:lpstr>Arial</vt:lpstr>
      <vt:lpstr>Calibri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NfonoAdzabe Serina</cp:lastModifiedBy>
  <cp:revision>171</cp:revision>
  <dcterms:created xsi:type="dcterms:W3CDTF">2002-08-17T10:50:50Z</dcterms:created>
  <dcterms:modified xsi:type="dcterms:W3CDTF">2017-12-30T10:43:17Z</dcterms:modified>
</cp:coreProperties>
</file>