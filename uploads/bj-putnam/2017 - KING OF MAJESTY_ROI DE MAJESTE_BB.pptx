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91" r:id="rId3"/>
    <p:sldId id="290" r:id="rId4"/>
    <p:sldId id="289" r:id="rId5"/>
    <p:sldId id="287" r:id="rId6"/>
    <p:sldId id="286" r:id="rId7"/>
    <p:sldId id="285" r:id="rId8"/>
    <p:sldId id="284" r:id="rId9"/>
    <p:sldId id="283" r:id="rId10"/>
    <p:sldId id="282" r:id="rId11"/>
    <p:sldId id="279" r:id="rId12"/>
    <p:sldId id="278" r:id="rId1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732" autoAdjust="0"/>
    <p:restoredTop sz="37559" autoAdjust="0"/>
  </p:normalViewPr>
  <p:slideViewPr>
    <p:cSldViewPr>
      <p:cViewPr varScale="1">
        <p:scale>
          <a:sx n="26" d="100"/>
          <a:sy n="26" d="100"/>
        </p:scale>
        <p:origin x="201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50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222D5EF-E775-4E0C-B0CC-86C71324CEF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C10F081-8109-4EBF-AF2F-7B67943511D6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  MAJESTÉ </a:t>
            </a:r>
            <a:r>
              <a:rPr lang="fr-FR" dirty="0" err="1" smtClean="0"/>
              <a:t>MAJESTÉ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      </a:t>
            </a:r>
            <a:r>
              <a:rPr lang="fr-FR" dirty="0" err="1" smtClean="0"/>
              <a:t>Majesty</a:t>
            </a:r>
            <a:r>
              <a:rPr lang="fr-FR" dirty="0" smtClean="0"/>
              <a:t>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2-  TU ES LE ROI DE MAJESTÉ</a:t>
            </a:r>
          </a:p>
          <a:p>
            <a:pPr>
              <a:defRPr/>
            </a:pPr>
            <a:r>
              <a:rPr lang="fr-FR" dirty="0" smtClean="0"/>
              <a:t>         You are the King Of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3-  ROI JÉSUS TU ES NOTRE DÉSIR </a:t>
            </a:r>
          </a:p>
          <a:p>
            <a:pPr>
              <a:defRPr/>
            </a:pPr>
            <a:r>
              <a:rPr lang="fr-FR" dirty="0" smtClean="0"/>
              <a:t>     King </a:t>
            </a:r>
            <a:r>
              <a:rPr lang="fr-FR" dirty="0" err="1" smtClean="0"/>
              <a:t>Jesus</a:t>
            </a:r>
            <a:r>
              <a:rPr lang="fr-FR" dirty="0" smtClean="0"/>
              <a:t> You are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NOUS T’AIMONS  AVEC TOUT NOTRE CŒUR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</a:t>
            </a:r>
            <a:r>
              <a:rPr lang="fr-FR" dirty="0" smtClean="0"/>
              <a:t> love You 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we've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5-  NOUS ADORONS MAJESTÉ </a:t>
            </a:r>
          </a:p>
          <a:p>
            <a:pPr>
              <a:defRPr/>
            </a:pPr>
            <a:r>
              <a:rPr lang="fr-FR" dirty="0" smtClean="0"/>
              <a:t>  (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)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NOUS T’AIMONS MAJESTÉ </a:t>
            </a:r>
          </a:p>
          <a:p>
            <a:pPr>
              <a:defRPr/>
            </a:pPr>
            <a:r>
              <a:rPr lang="fr-FR" dirty="0" smtClean="0"/>
              <a:t>    (</a:t>
            </a:r>
            <a:r>
              <a:rPr lang="fr-FR" dirty="0" err="1" smtClean="0"/>
              <a:t>We</a:t>
            </a:r>
            <a:r>
              <a:rPr lang="fr-FR" dirty="0" smtClean="0"/>
              <a:t> love You)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TU ES MAJESTÉ </a:t>
            </a:r>
          </a:p>
          <a:p>
            <a:pPr>
              <a:defRPr/>
            </a:pPr>
            <a:r>
              <a:rPr lang="fr-FR" dirty="0" smtClean="0"/>
              <a:t>      (You are the)  </a:t>
            </a:r>
            <a:r>
              <a:rPr lang="fr-FR" dirty="0" err="1" smtClean="0"/>
              <a:t>Majesty</a:t>
            </a:r>
            <a:r>
              <a:rPr lang="fr-FR" dirty="0" smtClean="0"/>
              <a:t>
</a:t>
            </a:r>
          </a:p>
          <a:p>
            <a:pPr>
              <a:defRPr/>
            </a:pPr>
            <a:r>
              <a:rPr lang="fr-FR" dirty="0" smtClean="0"/>
              <a:t>8-  NOUS T’ADORONS MAJESTÉ </a:t>
            </a:r>
          </a:p>
          <a:p>
            <a:pPr>
              <a:defRPr/>
            </a:pPr>
            <a:r>
              <a:rPr lang="fr-FR" dirty="0" smtClean="0"/>
              <a:t>      (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You)  </a:t>
            </a:r>
            <a:r>
              <a:rPr lang="fr-FR" dirty="0" err="1" smtClean="0"/>
              <a:t>Majesty</a:t>
            </a:r>
            <a:r>
              <a:rPr lang="fr-FR" dirty="0" smtClean="0"/>
              <a:t>                         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
9-  TOUT GENOU FLÉCHIRA TOUTE LANGUE CONFESSERA  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knee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bow</a:t>
            </a:r>
            <a:r>
              <a:rPr lang="fr-FR" dirty="0" smtClean="0"/>
              <a:t> And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tongue</a:t>
            </a:r>
            <a:r>
              <a:rPr lang="fr-FR" dirty="0" smtClean="0"/>
              <a:t> </a:t>
            </a:r>
            <a:r>
              <a:rPr lang="fr-FR" dirty="0" err="1" smtClean="0"/>
              <a:t>confess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QUE TU ES ROI DE MAJESTÉ OH !</a:t>
            </a:r>
          </a:p>
          <a:p>
            <a:pPr>
              <a:defRPr/>
            </a:pPr>
            <a:r>
              <a:rPr lang="fr-FR" dirty="0" smtClean="0"/>
              <a:t>     That You are King of </a:t>
            </a:r>
            <a:r>
              <a:rPr lang="fr-FR" dirty="0" err="1" smtClean="0"/>
              <a:t>Majesty</a:t>
            </a:r>
            <a:r>
              <a:rPr lang="fr-FR" dirty="0" smtClean="0"/>
              <a:t> Oh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NOTRE BANNIÈRE LEVÉE TU ES GLORIFIÉ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We</a:t>
            </a:r>
            <a:r>
              <a:rPr lang="fr-FR" dirty="0" smtClean="0"/>
              <a:t> life </a:t>
            </a:r>
            <a:r>
              <a:rPr lang="fr-FR" dirty="0" err="1" smtClean="0"/>
              <a:t>our</a:t>
            </a:r>
            <a:r>
              <a:rPr lang="fr-FR" dirty="0" smtClean="0"/>
              <a:t> banner high  You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glorified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JÉSUS ROI DE MAJESTÉ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 King of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</a:t>
            </a:r>
            <a:r>
              <a:rPr lang="fr-FR" dirty="0" err="1" smtClean="0"/>
              <a:t>MAJESTÉ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         </a:t>
            </a:r>
            <a:r>
              <a:rPr lang="fr-FR" dirty="0" err="1" smtClean="0"/>
              <a:t>Majesty</a:t>
            </a:r>
            <a:r>
              <a:rPr lang="fr-FR" dirty="0" smtClean="0"/>
              <a:t>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2-  TU ES LE ROI DE MAJESTÉ</a:t>
            </a:r>
          </a:p>
          <a:p>
            <a:pPr>
              <a:defRPr/>
            </a:pPr>
            <a:r>
              <a:rPr lang="fr-FR" dirty="0" smtClean="0"/>
              <a:t>         You are the King Of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
3-  ROI JÉSUS TU ES NOTRE DÉSIR </a:t>
            </a:r>
          </a:p>
          <a:p>
            <a:pPr>
              <a:defRPr/>
            </a:pPr>
            <a:r>
              <a:rPr lang="fr-FR" dirty="0" smtClean="0"/>
              <a:t>     King </a:t>
            </a:r>
            <a:r>
              <a:rPr lang="fr-FR" dirty="0" err="1" smtClean="0"/>
              <a:t>Jesus</a:t>
            </a:r>
            <a:r>
              <a:rPr lang="fr-FR" dirty="0" smtClean="0"/>
              <a:t> You are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NOUS T’AIMONS  AVEC TOUT NOTRE CŒUR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We</a:t>
            </a:r>
            <a:r>
              <a:rPr lang="fr-FR" dirty="0" smtClean="0"/>
              <a:t> love You 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we've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5-  NOUS ADORONS MAJESTÉ </a:t>
            </a:r>
          </a:p>
          <a:p>
            <a:pPr>
              <a:defRPr/>
            </a:pPr>
            <a:r>
              <a:rPr lang="fr-FR" dirty="0" smtClean="0"/>
              <a:t>  (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)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NOUS T’AIMONS MAJESTÉ </a:t>
            </a:r>
          </a:p>
          <a:p>
            <a:pPr>
              <a:defRPr/>
            </a:pPr>
            <a:r>
              <a:rPr lang="fr-FR" dirty="0" smtClean="0"/>
              <a:t>    (</a:t>
            </a:r>
            <a:r>
              <a:rPr lang="fr-FR" dirty="0" err="1" smtClean="0"/>
              <a:t>We</a:t>
            </a:r>
            <a:r>
              <a:rPr lang="fr-FR" dirty="0" smtClean="0"/>
              <a:t> love You) 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TU ES MAJESTÉ </a:t>
            </a:r>
          </a:p>
          <a:p>
            <a:pPr>
              <a:defRPr/>
            </a:pPr>
            <a:r>
              <a:rPr lang="fr-FR" dirty="0" smtClean="0"/>
              <a:t>      (You are the)  </a:t>
            </a:r>
            <a:r>
              <a:rPr lang="fr-FR" dirty="0" err="1" smtClean="0"/>
              <a:t>Majesty</a:t>
            </a:r>
            <a:r>
              <a:rPr lang="fr-FR" dirty="0" smtClean="0"/>
              <a:t>
</a:t>
            </a:r>
          </a:p>
          <a:p>
            <a:pPr>
              <a:defRPr/>
            </a:pPr>
            <a:r>
              <a:rPr lang="fr-FR" dirty="0" smtClean="0"/>
              <a:t>8-  NOUS T’ADORONS MAJESTÉ </a:t>
            </a:r>
          </a:p>
          <a:p>
            <a:pPr>
              <a:defRPr/>
            </a:pPr>
            <a:r>
              <a:rPr lang="fr-FR" dirty="0" smtClean="0"/>
              <a:t>      (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worship</a:t>
            </a:r>
            <a:r>
              <a:rPr lang="fr-FR" dirty="0" smtClean="0"/>
              <a:t> You)  </a:t>
            </a:r>
            <a:r>
              <a:rPr lang="fr-FR" dirty="0" err="1" smtClean="0"/>
              <a:t>Majesty</a:t>
            </a:r>
            <a:r>
              <a:rPr lang="fr-FR" dirty="0" smtClean="0"/>
              <a:t>                         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
9-  TOUT GENOU FLÉCHIRA TOUTE LANGUE CONFESSERA  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knee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bow</a:t>
            </a:r>
            <a:r>
              <a:rPr lang="fr-FR" dirty="0" smtClean="0"/>
              <a:t> And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tongue</a:t>
            </a:r>
            <a:r>
              <a:rPr lang="fr-FR" dirty="0" smtClean="0"/>
              <a:t> </a:t>
            </a:r>
            <a:r>
              <a:rPr lang="fr-FR" dirty="0" err="1" smtClean="0"/>
              <a:t>confess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10-  QUE TU ES ROI DE MAJESTÉ OH </a:t>
            </a:r>
          </a:p>
          <a:p>
            <a:pPr>
              <a:defRPr/>
            </a:pPr>
            <a:r>
              <a:rPr lang="fr-FR" dirty="0" smtClean="0"/>
              <a:t>     That You are King of </a:t>
            </a:r>
            <a:r>
              <a:rPr lang="fr-FR" dirty="0" err="1" smtClean="0"/>
              <a:t>Majesty</a:t>
            </a:r>
            <a:r>
              <a:rPr lang="fr-FR" dirty="0" smtClean="0"/>
              <a:t> Oh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 NOTRE BANNIÈRE LEVÉE TU ES GLORIFIÉ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We</a:t>
            </a:r>
            <a:r>
              <a:rPr lang="fr-FR" dirty="0" smtClean="0"/>
              <a:t> life </a:t>
            </a:r>
            <a:r>
              <a:rPr lang="fr-FR" dirty="0" err="1" smtClean="0"/>
              <a:t>our</a:t>
            </a:r>
            <a:r>
              <a:rPr lang="fr-FR" dirty="0" smtClean="0"/>
              <a:t> banner high  You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glorified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JÉSUS ROI DE MAJESTÉ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 King of </a:t>
            </a:r>
            <a:r>
              <a:rPr lang="fr-FR" dirty="0" err="1" smtClean="0"/>
              <a:t>Majesty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MAJESTÉ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MAJESTÉ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MAJESTÉ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MAJESTÉ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MAJESTÉ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MAJESTÉ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MAJESTÉ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MAJESTÉ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MAJESTÉ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MAJESTÉ MAJESTÉ</a:t>
            </a:r>
          </a:p>
          <a:p>
            <a:pPr>
              <a:defRPr/>
            </a:pPr>
            <a:r>
              <a:rPr lang="fr-FR" smtClean="0"/>
              <a:t>           Majesty  Majesty</a:t>
            </a:r>
          </a:p>
          <a:p>
            <a:pPr>
              <a:defRPr/>
            </a:pPr>
            <a:r>
              <a:rPr lang="fr-FR" smtClean="0"/>
              <a:t> 
2-  TU ES LE ROI DE MAJESTÉ</a:t>
            </a:r>
          </a:p>
          <a:p>
            <a:pPr>
              <a:defRPr/>
            </a:pPr>
            <a:r>
              <a:rPr lang="fr-FR" smtClean="0"/>
              <a:t>         You are the King Of Majesty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
3-  ROI JÉSUS TU ES NOTRE DÉSIR </a:t>
            </a:r>
          </a:p>
          <a:p>
            <a:pPr>
              <a:defRPr/>
            </a:pPr>
            <a:r>
              <a:rPr lang="fr-FR" smtClean="0"/>
              <a:t>     King Jesus You are all we want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NOUS T’AIMONS  AVEC TOUT NOTRE CŒUR</a:t>
            </a:r>
          </a:p>
          <a:p>
            <a:pPr>
              <a:defRPr/>
            </a:pPr>
            <a:r>
              <a:rPr lang="fr-FR" smtClean="0"/>
              <a:t>     We love You  With everything we've got</a:t>
            </a:r>
          </a:p>
          <a:p>
            <a:pPr>
              <a:defRPr/>
            </a:pPr>
            <a:r>
              <a:rPr lang="fr-FR" smtClean="0"/>
              <a:t>  </a:t>
            </a:r>
          </a:p>
          <a:p>
            <a:pPr>
              <a:defRPr/>
            </a:pPr>
            <a:r>
              <a:rPr lang="fr-FR" smtClean="0"/>
              <a:t>5-  NOUS ADORONS MAJESTÉ </a:t>
            </a:r>
          </a:p>
          <a:p>
            <a:pPr>
              <a:defRPr/>
            </a:pPr>
            <a:r>
              <a:rPr lang="fr-FR" smtClean="0"/>
              <a:t>  (We worship)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NOUS T’AIMONS MAJESTÉ </a:t>
            </a:r>
          </a:p>
          <a:p>
            <a:pPr>
              <a:defRPr/>
            </a:pPr>
            <a:r>
              <a:rPr lang="fr-FR" smtClean="0"/>
              <a:t>    (We love You) 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TU ES MAJESTÉ </a:t>
            </a:r>
          </a:p>
          <a:p>
            <a:pPr>
              <a:defRPr/>
            </a:pPr>
            <a:r>
              <a:rPr lang="fr-FR" smtClean="0"/>
              <a:t>      (You are the)  Majesty
</a:t>
            </a:r>
          </a:p>
          <a:p>
            <a:pPr>
              <a:defRPr/>
            </a:pPr>
            <a:r>
              <a:rPr lang="fr-FR" smtClean="0"/>
              <a:t>8-  NOUS T’ADORONS MAJESTÉ </a:t>
            </a:r>
          </a:p>
          <a:p>
            <a:pPr>
              <a:defRPr/>
            </a:pPr>
            <a:r>
              <a:rPr lang="fr-FR" smtClean="0"/>
              <a:t>      (We worship You)  Majesty                         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9-  TOUT GENOU FLÉCHIRA TOUTE LANGUE CONFESSERA  </a:t>
            </a:r>
          </a:p>
          <a:p>
            <a:pPr>
              <a:defRPr/>
            </a:pPr>
            <a:r>
              <a:rPr lang="fr-FR" smtClean="0"/>
              <a:t>    Every knee will bow And every tongue confess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QUE TU ES ROI DE MAJESTÉ OH </a:t>
            </a:r>
          </a:p>
          <a:p>
            <a:pPr>
              <a:defRPr/>
            </a:pPr>
            <a:r>
              <a:rPr lang="fr-FR" smtClean="0"/>
              <a:t>     That You are King of Majesty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 NOTRE BANNIÈRE LEVÉE TU ES GLORIFIÉ </a:t>
            </a:r>
          </a:p>
          <a:p>
            <a:pPr>
              <a:defRPr/>
            </a:pPr>
            <a:r>
              <a:rPr lang="fr-FR" smtClean="0"/>
              <a:t>      We life our banner high  You be glorified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JÉSUS ROI DE MAJESTÉ </a:t>
            </a:r>
          </a:p>
          <a:p>
            <a:pPr>
              <a:defRPr/>
            </a:pPr>
            <a:r>
              <a:rPr lang="fr-FR" smtClean="0"/>
              <a:t>       Jesus King of Majesty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MAJESTÉ MAJESTÉ</a:t>
            </a:r>
          </a:p>
          <a:p>
            <a:r>
              <a:rPr lang="fr-FR" altLang="fr-FR"/>
              <a:t>           Majesty  Majesty</a:t>
            </a:r>
          </a:p>
          <a:p>
            <a:r>
              <a:rPr lang="fr-FR" altLang="fr-FR"/>
              <a:t> 
2-  TU ES LE ROI DE MAJESTÉ</a:t>
            </a:r>
          </a:p>
          <a:p>
            <a:r>
              <a:rPr lang="fr-FR" altLang="fr-FR"/>
              <a:t>         You are the King Of Majesty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REFRAIN
3-  ROI JÉSUS TU ES NOTRE DÉSIR </a:t>
            </a:r>
          </a:p>
          <a:p>
            <a:r>
              <a:rPr lang="fr-FR" altLang="fr-FR"/>
              <a:t>     King Jesus You are all we want</a:t>
            </a:r>
          </a:p>
          <a:p>
            <a:endParaRPr lang="fr-FR" altLang="fr-FR"/>
          </a:p>
          <a:p>
            <a:r>
              <a:rPr lang="fr-FR" altLang="fr-FR"/>
              <a:t>4-  NOUS T’AIMONS  AVEC TOUT NOTRE CŒUR</a:t>
            </a:r>
          </a:p>
          <a:p>
            <a:r>
              <a:rPr lang="fr-FR" altLang="fr-FR"/>
              <a:t>     We love You  With everything we've got</a:t>
            </a:r>
          </a:p>
          <a:p>
            <a:r>
              <a:rPr lang="fr-FR" altLang="fr-FR"/>
              <a:t>  </a:t>
            </a:r>
          </a:p>
          <a:p>
            <a:r>
              <a:rPr lang="fr-FR" altLang="fr-FR"/>
              <a:t>5-  NOUS ADORONS MAJESTÉ </a:t>
            </a:r>
          </a:p>
          <a:p>
            <a:r>
              <a:rPr lang="fr-FR" altLang="fr-FR"/>
              <a:t>  (We worship)  Majesty</a:t>
            </a:r>
          </a:p>
          <a:p>
            <a:endParaRPr lang="fr-FR" altLang="fr-FR"/>
          </a:p>
          <a:p>
            <a:r>
              <a:rPr lang="fr-FR" altLang="fr-FR"/>
              <a:t>6-  NOUS T’AIMONS MAJESTÉ </a:t>
            </a:r>
          </a:p>
          <a:p>
            <a:r>
              <a:rPr lang="fr-FR" altLang="fr-FR"/>
              <a:t>    (We love You)  Majesty</a:t>
            </a:r>
          </a:p>
          <a:p>
            <a:endParaRPr lang="fr-FR" altLang="fr-FR"/>
          </a:p>
          <a:p>
            <a:r>
              <a:rPr lang="fr-FR" altLang="fr-FR"/>
              <a:t>7-  TU ES MAJESTÉ </a:t>
            </a:r>
          </a:p>
          <a:p>
            <a:r>
              <a:rPr lang="fr-FR" altLang="fr-FR"/>
              <a:t>      (You are the)  Majesty
</a:t>
            </a:r>
          </a:p>
          <a:p>
            <a:r>
              <a:rPr lang="fr-FR" altLang="fr-FR"/>
              <a:t>8-  NOUS T’ADORONS MAJESTÉ </a:t>
            </a:r>
          </a:p>
          <a:p>
            <a:r>
              <a:rPr lang="fr-FR" altLang="fr-FR"/>
              <a:t>      (We worship You)  Majesty                           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PONT
9-  TOUT GENOU FLÉCHIRA TOUTE LANGUE CONFESSERA  </a:t>
            </a:r>
          </a:p>
          <a:p>
            <a:r>
              <a:rPr lang="fr-FR" altLang="fr-FR"/>
              <a:t>    Every knee will bow And every tongue confess </a:t>
            </a:r>
          </a:p>
          <a:p>
            <a:endParaRPr lang="fr-FR" altLang="fr-FR"/>
          </a:p>
          <a:p>
            <a:r>
              <a:rPr lang="fr-FR" altLang="fr-FR"/>
              <a:t>10-  QUE TU ES ROI DE MAJESTÉ OH </a:t>
            </a:r>
          </a:p>
          <a:p>
            <a:r>
              <a:rPr lang="fr-FR" altLang="fr-FR"/>
              <a:t>     That You are King of Majesty Oh</a:t>
            </a:r>
          </a:p>
          <a:p>
            <a:endParaRPr lang="fr-FR" altLang="fr-FR"/>
          </a:p>
          <a:p>
            <a:r>
              <a:rPr lang="fr-FR" altLang="fr-FR"/>
              <a:t>11-  NOTRE BANNIÈRE LEVÉE TU ES GLORIFIÉ </a:t>
            </a:r>
          </a:p>
          <a:p>
            <a:r>
              <a:rPr lang="fr-FR" altLang="fr-FR"/>
              <a:t>      We life our banner high  You be glorified</a:t>
            </a:r>
          </a:p>
          <a:p>
            <a:endParaRPr lang="fr-FR" altLang="fr-FR"/>
          </a:p>
          <a:p>
            <a:r>
              <a:rPr lang="fr-FR" altLang="fr-FR"/>
              <a:t>12-  JÉSUS ROI DE MAJESTÉ </a:t>
            </a:r>
          </a:p>
          <a:p>
            <a:r>
              <a:rPr lang="fr-FR" altLang="fr-FR"/>
              <a:t>       Jesus King of Majesty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4EFD02-9661-40EA-97C6-F7BE67F882F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63B6B7-7CE5-4794-9C33-7ED59D531876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D9ABA9-4C04-4843-96DF-F7D53C3D770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C06AA6-AA31-4881-9612-B3ECC914714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5D5547-B04C-46F6-9F39-5485B52B267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8B7F7D-0BA2-4756-9E83-E1799E21958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EC337C-7BBA-4571-99C8-903161D2161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2F22BA-29D0-4EA8-9D04-ADFE05CF7A0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EF32EC-3538-4164-98AB-0BF16A7EBD1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B57DFE-F062-4E55-9757-F0EDB56CC82F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77A722-00CD-4052-8366-471B3273B57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4D7C0B10-AFD5-47CF-B62A-CD236A4AC06D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MAJESTÉ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LE ROI DE 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ROI JÉSUS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NOTRE DÉSIR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T’AIMONS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TOUT NOTRE CŒUR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ADORONS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T’AIMONS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T’ADORONS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GENOU FLÉCHIRA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LANGUE CONFESSERA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ES ROI DE MAJESTÉ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BANNIÈRE LEVÉE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GLORIFIÉ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ROI DE MAJESTÉ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1643</TotalTime>
  <Words>223</Words>
  <Application>Microsoft Office PowerPoint</Application>
  <PresentationFormat>On-screen Show (4:3)</PresentationFormat>
  <Paragraphs>910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Microsoft</cp:lastModifiedBy>
  <cp:revision>158</cp:revision>
  <dcterms:created xsi:type="dcterms:W3CDTF">2002-08-17T10:50:50Z</dcterms:created>
  <dcterms:modified xsi:type="dcterms:W3CDTF">2017-12-31T04:01:22Z</dcterms:modified>
</cp:coreProperties>
</file>