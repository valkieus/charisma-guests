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80" r:id="rId3"/>
    <p:sldId id="282" r:id="rId4"/>
    <p:sldId id="279" r:id="rId5"/>
    <p:sldId id="278" r:id="rId6"/>
    <p:sldId id="277" r:id="rId7"/>
    <p:sldId id="284" r:id="rId8"/>
    <p:sldId id="276" r:id="rId9"/>
    <p:sldId id="281" r:id="rId10"/>
    <p:sldId id="283" r:id="rId11"/>
    <p:sldId id="275" r:id="rId12"/>
    <p:sldId id="274" r:id="rId13"/>
    <p:sldId id="273" r:id="rId14"/>
    <p:sldId id="285" r:id="rId15"/>
    <p:sldId id="272" r:id="rId16"/>
    <p:sldId id="286" r:id="rId17"/>
    <p:sldId id="287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5658" autoAdjust="0"/>
  </p:normalViewPr>
  <p:slideViewPr>
    <p:cSldViewPr>
      <p:cViewPr varScale="1">
        <p:scale>
          <a:sx n="23" d="100"/>
          <a:sy n="23" d="100"/>
        </p:scale>
        <p:origin x="-193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35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9BAB41B-6D92-4EF2-AAFF-AD7D086EB9D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A97157-AB57-442F-AE15-6EB6E140CD58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LA GUÉRISON EST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LA GUÉRISON EST ICI ET JE LA REÇOIS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LA GUÉRISON EST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Healing is here Healing is here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GUÉRISON EST ICI ET JE LE CROIS 
Healing is here and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LÈVE MES MAINS VERS LES CIEUX VERS MON SECOURS, JE LÈVE MES YEUX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reach my hands to the heavens I lift my eyes where my help comes from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VERS TOI, MON ROC ET MON GUÉRISSEUR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look to You my rock my healer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J’AI FOI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trust in You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LA LIBERTÉ EST ICI ET JE LA REÇOIS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receive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LA LIBERTÉ EST ICI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Freedom is here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LA LIBERTÉ EST ICI ET JE LE CROIS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Freedom is here and I believe it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LA MALADIE NE PEUT PLUS RÉSISTER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Sickness can't stay any longer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PAR TON AMOUR LA PEUR EST CHASSÉE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perfect love is casting out fear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14-TU ES LE DIEU DE TOUTE PUISSANCE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the God of all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MA GUÉRISON EST TA VOLONTÉ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is Your will that my life is healed              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16-NOUS LEVONS NOS MAINS ET NOS VOIX VERS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lift our hands to you we lift our voices oh God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17-TU N’AS JAMAIS ÉCHOUÉ ET TU N’ÉCHOURAS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never failed and You never will 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LA GUÉRISON EST ICI 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2-  LA GUÉRISON EST ICI ET JE LA REÇOIS</a:t>
            </a:r>
          </a:p>
          <a:p>
            <a:r>
              <a:rPr lang="fr-FR" altLang="fr-FR" smtClean="0"/>
              <a:t>Healing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3- LA GUÉRISON EST ICI</a:t>
            </a:r>
          </a:p>
          <a:p>
            <a:r>
              <a:rPr lang="fr-FR" altLang="fr-FR" smtClean="0"/>
              <a:t>Healing is here Healing is here </a:t>
            </a:r>
          </a:p>
          <a:p>
            <a:endParaRPr lang="fr-FR" altLang="fr-FR" smtClean="0"/>
          </a:p>
          <a:p>
            <a:r>
              <a:rPr lang="fr-FR" altLang="fr-FR" smtClean="0"/>
              <a:t>4-  LA GUÉRISON EST ICI ET JE LE CROIS 
Healing is here and I believe it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JE LÈVE MES MAINS VERS LES CIEUX VERS MON SECOURS, JE LÈVE MES YEUX</a:t>
            </a:r>
          </a:p>
          <a:p>
            <a:r>
              <a:rPr lang="fr-FR" altLang="fr-FR" smtClean="0"/>
              <a:t>	I reach my hands to the heavens I lift my eyes where my help comes from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6-  VERS TOI, MON ROC ET MON GUÉRISSEUR J’AI FOI EN TOI</a:t>
            </a:r>
          </a:p>
          <a:p>
            <a:r>
              <a:rPr lang="fr-FR" altLang="fr-FR" smtClean="0"/>
              <a:t>	I look to You my rock my healer 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	7- J’AI FOI EN TOI</a:t>
            </a:r>
          </a:p>
          <a:p>
            <a:r>
              <a:rPr lang="fr-FR" altLang="fr-FR" smtClean="0"/>
              <a:t>	I trust in You 
</a:t>
            </a:r>
          </a:p>
          <a:p>
            <a:r>
              <a:rPr lang="fr-FR" altLang="fr-FR" smtClean="0"/>
              <a:t>8-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9-  LA LIBERTÉ EST ICI ET JE LA REÇOIS </a:t>
            </a:r>
          </a:p>
          <a:p>
            <a:r>
              <a:rPr lang="fr-FR" altLang="fr-FR" smtClean="0"/>
              <a:t>Freedom is here and I receive it</a:t>
            </a:r>
          </a:p>
          <a:p>
            <a:endParaRPr lang="fr-FR" altLang="fr-FR" smtClean="0"/>
          </a:p>
          <a:p>
            <a:r>
              <a:rPr lang="fr-FR" altLang="fr-FR" smtClean="0"/>
              <a:t>10-  LA LIBERTÉ EST ICI  x3</a:t>
            </a:r>
          </a:p>
          <a:p>
            <a:r>
              <a:rPr lang="fr-FR" altLang="fr-FR" smtClean="0"/>
              <a:t>Freedom is here Freedom is here  </a:t>
            </a:r>
          </a:p>
          <a:p>
            <a:endParaRPr lang="fr-FR" altLang="fr-FR" smtClean="0"/>
          </a:p>
          <a:p>
            <a:r>
              <a:rPr lang="fr-FR" altLang="fr-FR" smtClean="0"/>
              <a:t>11-  LA LIBERTÉ EST ICI ET JE LE CROIS </a:t>
            </a:r>
          </a:p>
          <a:p>
            <a:r>
              <a:rPr lang="fr-FR" altLang="fr-FR" smtClean="0"/>
              <a:t>Freedom is here and I believe it
</a:t>
            </a:r>
          </a:p>
          <a:p>
            <a:r>
              <a:rPr lang="fr-FR" altLang="fr-FR" smtClean="0"/>
              <a:t>	REFRAIN  x2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12-  LA MALADIE NE PEUT PLUS RÉSISTER </a:t>
            </a:r>
          </a:p>
          <a:p>
            <a:r>
              <a:rPr lang="fr-FR" altLang="fr-FR" smtClean="0"/>
              <a:t>Sickness can't stay any longer 
</a:t>
            </a:r>
          </a:p>
          <a:p>
            <a:r>
              <a:rPr lang="fr-FR" altLang="fr-FR" smtClean="0"/>
              <a:t>13- PAR TON AMOUR LA PEUR EST CHASSÉE </a:t>
            </a:r>
          </a:p>
          <a:p>
            <a:r>
              <a:rPr lang="fr-FR" altLang="fr-FR" smtClean="0"/>
              <a:t>Your perfect love is casting out fear 
</a:t>
            </a:r>
          </a:p>
          <a:p>
            <a:r>
              <a:rPr lang="fr-FR" altLang="fr-FR" smtClean="0"/>
              <a:t>14-TU ES LE DIEU DE TOUTE PUISSANCE </a:t>
            </a:r>
          </a:p>
          <a:p>
            <a:r>
              <a:rPr lang="fr-FR" altLang="fr-FR" smtClean="0"/>
              <a:t>You are the God of all power</a:t>
            </a:r>
          </a:p>
          <a:p>
            <a:endParaRPr lang="fr-FR" altLang="fr-FR" smtClean="0"/>
          </a:p>
          <a:p>
            <a:r>
              <a:rPr lang="fr-FR" altLang="fr-FR" smtClean="0"/>
              <a:t>15-  MA GUÉRISON EST TA VOLONTÉ </a:t>
            </a:r>
          </a:p>
          <a:p>
            <a:r>
              <a:rPr lang="fr-FR" altLang="fr-FR" smtClean="0"/>
              <a:t>And it is Your will that my life is healed                             x4</a:t>
            </a:r>
          </a:p>
          <a:p>
            <a:endParaRPr lang="fr-FR" altLang="fr-FR" smtClean="0"/>
          </a:p>
          <a:p>
            <a:r>
              <a:rPr lang="fr-FR" altLang="fr-FR" smtClean="0"/>
              <a:t>	REFRAIN:    x2</a:t>
            </a:r>
          </a:p>
          <a:p>
            <a:endParaRPr lang="fr-FR" altLang="fr-FR" smtClean="0"/>
          </a:p>
          <a:p>
            <a:r>
              <a:rPr lang="fr-FR" altLang="fr-FR" smtClean="0"/>
              <a:t>16-NOUS LEVONS NOS MAINS ET NOS VOIX VERS TOI </a:t>
            </a:r>
          </a:p>
          <a:p>
            <a:r>
              <a:rPr lang="fr-FR" altLang="fr-FR" smtClean="0"/>
              <a:t>We lift our hands to you we lift our voices oh God !</a:t>
            </a:r>
          </a:p>
          <a:p>
            <a:endParaRPr lang="fr-FR" altLang="fr-FR" smtClean="0"/>
          </a:p>
          <a:p>
            <a:r>
              <a:rPr lang="fr-FR" altLang="fr-FR" smtClean="0"/>
              <a:t>17-TU N’AS JAMAIS ÉCHOUÉ ET TU N’ÉCHOURAS JAMAIS</a:t>
            </a:r>
          </a:p>
          <a:p>
            <a:r>
              <a:rPr lang="fr-FR" altLang="fr-FR" smtClean="0"/>
              <a:t>You have never failed and You never will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A0B67-43C5-4AC7-8418-1537F81818D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96391-F54E-4E87-8637-436B039E29B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DFAA5-4F95-4872-8F71-923B16AB3F0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BEE41-8B52-4023-AFEC-519E844D775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14812-5DD6-4B98-843B-75E62E43610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47056-93F7-483D-8F94-0EE5DBA430E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D9DB0-1FBF-472E-8D6F-26420259C1B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1B018-FD91-4F06-AB46-F7B3BD6934F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1EC57-9AEF-4CC2-8E11-8A060D8CB60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BF7FC-6395-4BCF-9C4A-0853A452A52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38FE4-9EB8-49BF-BAA5-6EBC9E8D962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3934169-2326-44FF-AF56-9A3DA26BD0F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GUÉRISON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CIEUX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MON SECOURS, JE LÈVE MES YEUX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MON ROC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GUÉRISSEUR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FOI EN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LA REÇOIS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LIBERTÉ EST ICI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CROIS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MALADIE NE PEUT PLUS RÉSISTER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PEUR EST CHASSÉE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DIEU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TOUTE-PUISSANCE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GUÉRISON EST TA VOLONTÉ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 VERS TOI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VOIX VERS TOI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N’AS JAMAIS ÉCHOUÉ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N’ÉCHOURAS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1733</Words>
  <Application>Microsoft Office PowerPoint</Application>
  <PresentationFormat>On-screen Show (4:3)</PresentationFormat>
  <Paragraphs>1765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147</cp:revision>
  <dcterms:created xsi:type="dcterms:W3CDTF">2002-08-17T10:50:50Z</dcterms:created>
  <dcterms:modified xsi:type="dcterms:W3CDTF">2017-12-31T07:37:51Z</dcterms:modified>
</cp:coreProperties>
</file>