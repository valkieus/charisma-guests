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273" r:id="rId3"/>
    <p:sldId id="280" r:id="rId4"/>
    <p:sldId id="274" r:id="rId5"/>
    <p:sldId id="275" r:id="rId6"/>
    <p:sldId id="276" r:id="rId7"/>
    <p:sldId id="277" r:id="rId8"/>
    <p:sldId id="278" r:id="rId9"/>
    <p:sldId id="279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4158" autoAdjust="0"/>
  </p:normalViewPr>
  <p:slideViewPr>
    <p:cSldViewPr>
      <p:cViewPr varScale="1">
        <p:scale>
          <a:sx n="25" d="100"/>
          <a:sy n="25" d="100"/>
        </p:scale>
        <p:origin x="828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D301181-FD18-4A4E-85B6-199BF8FC251A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C8BBB09-811F-4F57-A421-7E4B494CF12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NOS DÉSIRS ET NOS BESOINS SE TROUVENT EN JÉSUS </a:t>
            </a:r>
          </a:p>
          <a:p>
            <a:pPr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>
              <a:defRPr/>
            </a:pPr>
            <a:r>
              <a:rPr lang="fr-FR" smtClean="0"/>
              <a:t>All we ask is more of you</a:t>
            </a:r>
          </a:p>
          <a:p>
            <a:pPr>
              <a:defRPr/>
            </a:pPr>
            <a:r>
              <a:rPr lang="fr-FR" smtClean="0"/>
              <a:t>3-  CAR RIEN D’AUTRE NE PEUT COMBLER CETTE SOIF DE NOS CŒURS </a:t>
            </a:r>
          </a:p>
          <a:p>
            <a:pPr>
              <a:defRPr/>
            </a:pPr>
            <a:r>
              <a:rPr lang="fr-FR" smtClean="0"/>
              <a:t>Nothing else can satisfy our hearts desire</a:t>
            </a:r>
          </a:p>
          <a:p>
            <a:pPr>
              <a:defRPr/>
            </a:pPr>
            <a:r>
              <a:rPr lang="fr-FR" smtClean="0"/>
              <a:t>4-  NOUS VOULONS PLUS DE TOI </a:t>
            </a:r>
          </a:p>
          <a:p>
            <a:pPr>
              <a:defRPr/>
            </a:pPr>
            <a:r>
              <a:rPr lang="fr-FR" smtClean="0"/>
              <a:t>All we want is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5-  CAR LE SEIGNEUR EST BON SON AMOUR FIDÈLE</a:t>
            </a:r>
          </a:p>
          <a:p>
            <a:pPr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>
              <a:defRPr/>
            </a:pPr>
            <a:r>
              <a:rPr lang="fr-FR" smtClean="0"/>
              <a:t>	 from the mountain tops Yes the Lord is good forever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8-  PLUS DE TOI, PLUS ENCORE X 3</a:t>
            </a:r>
          </a:p>
          <a:p>
            <a:pPr>
              <a:defRPr/>
            </a:pPr>
            <a:r>
              <a:rPr lang="fr-FR" smtClean="0"/>
              <a:t>We want you more and more</a:t>
            </a:r>
          </a:p>
          <a:p>
            <a:pPr>
              <a:defRPr/>
            </a:pPr>
            <a:r>
              <a:rPr lang="fr-FR" smtClean="0"/>
              <a:t>9-  PLUS ENCORE 
More and more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and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in </a:t>
            </a:r>
            <a:r>
              <a:rPr lang="fr-FR" dirty="0" err="1" smtClean="0"/>
              <a:t>Jesus</a:t>
            </a:r>
            <a:r>
              <a:rPr lang="fr-FR" dirty="0" smtClean="0"/>
              <a:t>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ask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more of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Nothing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hearts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more of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For the Lord </a:t>
            </a:r>
            <a:r>
              <a:rPr lang="fr-FR" dirty="0" err="1" smtClean="0"/>
              <a:t>is</a:t>
            </a:r>
            <a:r>
              <a:rPr lang="fr-FR" dirty="0" smtClean="0"/>
              <a:t> good And </a:t>
            </a:r>
            <a:r>
              <a:rPr lang="fr-FR" dirty="0" err="1" smtClean="0"/>
              <a:t>His</a:t>
            </a:r>
            <a:r>
              <a:rPr lang="fr-FR" dirty="0" smtClean="0"/>
              <a:t>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Yes</a:t>
            </a:r>
            <a:r>
              <a:rPr lang="fr-FR" dirty="0" smtClean="0"/>
              <a:t> the Lord </a:t>
            </a:r>
            <a:r>
              <a:rPr lang="fr-FR" dirty="0" err="1" smtClean="0"/>
              <a:t>is</a:t>
            </a:r>
            <a:r>
              <a:rPr lang="fr-FR" dirty="0" smtClean="0"/>
              <a:t> good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mountain</a:t>
            </a:r>
            <a:r>
              <a:rPr lang="fr-FR" dirty="0" smtClean="0"/>
              <a:t> tops </a:t>
            </a:r>
            <a:r>
              <a:rPr lang="fr-FR" dirty="0" err="1" smtClean="0"/>
              <a:t>Yes</a:t>
            </a:r>
            <a:r>
              <a:rPr lang="fr-FR" dirty="0" smtClean="0"/>
              <a:t> the Lord </a:t>
            </a:r>
            <a:r>
              <a:rPr lang="fr-FR" dirty="0" err="1" smtClean="0"/>
              <a:t>is</a:t>
            </a:r>
            <a:r>
              <a:rPr lang="fr-FR" dirty="0" smtClean="0"/>
              <a:t> good </a:t>
            </a:r>
            <a:r>
              <a:rPr lang="fr-FR" dirty="0" err="1" smtClean="0"/>
              <a:t>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PLUS ENCORE 
More and more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0A647-F859-4794-8F5C-9EC2B600DF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DC7EC-4E9E-4FB9-9186-7C1F30F494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A09FF-B7C1-4A39-88B4-B57F133EDB4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BC060-D329-412D-831B-1FDACB7BA7D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05AB0-6D8F-465B-BA9B-D9099CA2F16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348A4-C5C3-4ADC-A5C2-17FA0BBC970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DE6C5-8652-4978-A722-04FCC5739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26613-9F94-4B40-A2CD-8FAB5BF1389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D5396-A64E-4CC7-944B-C6A267465F1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B6B37-9D3C-47BF-8749-14753C27E1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79A90-CC08-4836-A4BA-AE4EC1722FA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76EBE85-D4AE-4727-9E53-4AC1888CE9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DÉSIRS ET NOS BESOINS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TROUVENT EN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PRIONS POUR PLUS DE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RIEN D’AUTRE NE PEUT COMBLER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SOIF DE NOS CŒURS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VOULONS PLUS DE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SEIGNEUR EST BON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FIDÈLE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EST BON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LE CRIERAI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PLUS HAUTS SOMMETS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EST BON À JAMAIS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TOI, PLUS ENCORE</a:t>
            </a:r>
          </a:p>
          <a:p>
            <a:pPr algn="ctr">
              <a:lnSpc>
                <a:spcPct val="90000"/>
              </a:lnSpc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ENCORE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445</Words>
  <Application>Microsoft Office PowerPoint</Application>
  <PresentationFormat>Affichage à l'écran (4:3)</PresentationFormat>
  <Paragraphs>320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151</cp:revision>
  <dcterms:created xsi:type="dcterms:W3CDTF">2002-08-17T10:50:50Z</dcterms:created>
  <dcterms:modified xsi:type="dcterms:W3CDTF">2019-11-23T22:52:23Z</dcterms:modified>
</cp:coreProperties>
</file>