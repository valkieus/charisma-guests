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4" r:id="rId10"/>
    <p:sldId id="278" r:id="rId11"/>
    <p:sldId id="279" r:id="rId12"/>
    <p:sldId id="280" r:id="rId13"/>
    <p:sldId id="283" r:id="rId14"/>
    <p:sldId id="281" r:id="rId15"/>
    <p:sldId id="282" r:id="rId16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58926" autoAdjust="0"/>
  </p:normalViewPr>
  <p:slideViewPr>
    <p:cSldViewPr>
      <p:cViewPr varScale="1">
        <p:scale>
          <a:sx n="41" d="100"/>
          <a:sy n="41" d="100"/>
        </p:scale>
        <p:origin x="-149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/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>
            <a:extLst>
              <a:ext uri="{FF2B5EF4-FFF2-40B4-BE49-F238E27FC236}"/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3B3F559-3802-43CA-B558-926D95B3282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/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>
            <a:extLst>
              <a:ext uri="{FF2B5EF4-FFF2-40B4-BE49-F238E27FC236}"/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/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28CD37-9470-445F-9338-34373F95C0ED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sing14-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sing14-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r>
              <a:rPr lang="fr-FR" dirty="0"/>
              <a:t>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sing14-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TU ES VENU POUR NOUS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You came to set the captives free You came to </a:t>
            </a:r>
            <a:r>
              <a:rPr lang="fr-FR" dirty="0" err="1"/>
              <a:t>bring</a:t>
            </a:r>
            <a:r>
              <a:rPr lang="fr-FR" dirty="0"/>
              <a:t>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MON PÉCHÉ ET MON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My</a:t>
            </a:r>
            <a:r>
              <a:rPr lang="fr-FR" dirty="0"/>
              <a:t> sin and </a:t>
            </a:r>
            <a:r>
              <a:rPr lang="fr-FR" dirty="0" err="1"/>
              <a:t>my</a:t>
            </a:r>
            <a:r>
              <a:rPr lang="fr-FR" dirty="0"/>
              <a:t>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chains</a:t>
            </a:r>
            <a:r>
              <a:rPr lang="fr-FR" dirty="0"/>
              <a:t> </a:t>
            </a:r>
            <a:r>
              <a:rPr lang="fr-FR" dirty="0" err="1"/>
              <a:t>broken</a:t>
            </a:r>
            <a:r>
              <a:rPr lang="fr-FR" dirty="0"/>
              <a:t> </a:t>
            </a:r>
            <a:r>
              <a:rPr lang="fr-FR" dirty="0" err="1"/>
              <a:t>through</a:t>
            </a:r>
            <a:r>
              <a:rPr lang="fr-FR" dirty="0"/>
              <a:t> You, </a:t>
            </a:r>
            <a:r>
              <a:rPr lang="fr-FR" dirty="0" err="1"/>
              <a:t>Jesus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6-  LÀ OÙ EST L'ESPRIT DU SEIGNEUR IL Y A LA LIBERTÉ OH </a:t>
            </a:r>
            <a:r>
              <a:rPr lang="fr-FR" dirty="0" err="1"/>
              <a:t>OH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    </a:t>
            </a:r>
            <a:r>
              <a:rPr lang="fr-FR" dirty="0" err="1"/>
              <a:t>Where</a:t>
            </a:r>
            <a:r>
              <a:rPr lang="fr-FR" dirty="0"/>
              <a:t> the Spirit of the Lord </a:t>
            </a:r>
            <a:r>
              <a:rPr lang="fr-FR" dirty="0" err="1"/>
              <a:t>is</a:t>
            </a:r>
            <a:r>
              <a:rPr lang="fr-FR" dirty="0"/>
              <a:t>,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freedom</a:t>
            </a:r>
            <a:r>
              <a:rPr lang="fr-FR" dirty="0"/>
              <a:t> </a:t>
            </a:r>
            <a:r>
              <a:rPr lang="fr-FR" dirty="0" err="1"/>
              <a:t>Whoa</a:t>
            </a:r>
            <a:r>
              <a:rPr lang="fr-FR" dirty="0"/>
              <a:t>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has </a:t>
            </a:r>
            <a:r>
              <a:rPr lang="fr-FR" dirty="0" err="1"/>
              <a:t>covered</a:t>
            </a:r>
            <a:r>
              <a:rPr lang="fr-FR" dirty="0"/>
              <a:t> </a:t>
            </a:r>
            <a:r>
              <a:rPr lang="fr-FR" dirty="0" err="1"/>
              <a:t>very</a:t>
            </a:r>
            <a:r>
              <a:rPr lang="fr-FR" dirty="0"/>
              <a:t>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grace</a:t>
            </a:r>
            <a:r>
              <a:rPr lang="fr-FR" dirty="0"/>
              <a:t> </a:t>
            </a:r>
            <a:r>
              <a:rPr lang="fr-FR" dirty="0" err="1"/>
              <a:t>empowers</a:t>
            </a:r>
            <a:r>
              <a:rPr lang="fr-FR" dirty="0"/>
              <a:t> me to </a:t>
            </a:r>
            <a:r>
              <a:rPr lang="fr-FR" dirty="0" err="1"/>
              <a:t>win</a:t>
            </a:r>
            <a:r>
              <a:rPr lang="fr-FR" dirty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</a:t>
            </a:r>
            <a:r>
              <a:rPr lang="fr-FR" dirty="0" err="1"/>
              <a:t>My</a:t>
            </a:r>
            <a:r>
              <a:rPr lang="fr-FR" dirty="0"/>
              <a:t> pain and </a:t>
            </a:r>
            <a:r>
              <a:rPr lang="fr-FR" dirty="0" err="1"/>
              <a:t>my</a:t>
            </a:r>
            <a:r>
              <a:rPr lang="fr-FR" dirty="0"/>
              <a:t>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     Met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blood</a:t>
            </a:r>
            <a:r>
              <a:rPr lang="fr-FR" dirty="0"/>
              <a:t> and </a:t>
            </a:r>
            <a:r>
              <a:rPr lang="fr-FR" dirty="0" err="1"/>
              <a:t>my</a:t>
            </a:r>
            <a:r>
              <a:rPr lang="fr-FR" dirty="0"/>
              <a:t> acceptance 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I'm</a:t>
            </a:r>
            <a:r>
              <a:rPr lang="fr-FR" dirty="0"/>
              <a:t> alive to </a:t>
            </a:r>
            <a:r>
              <a:rPr lang="fr-FR" dirty="0" err="1"/>
              <a:t>bring</a:t>
            </a:r>
            <a:r>
              <a:rPr lang="fr-FR" dirty="0"/>
              <a:t> You </a:t>
            </a:r>
            <a:r>
              <a:rPr lang="fr-FR" dirty="0" err="1"/>
              <a:t>praise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Pont:11-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</a:t>
            </a:r>
            <a:r>
              <a:rPr lang="fr-FR" dirty="0" err="1"/>
              <a:t>sing</a:t>
            </a: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shout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out13-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dance and sing14-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free, </a:t>
            </a:r>
            <a:r>
              <a:rPr lang="fr-FR" dirty="0" err="1"/>
              <a:t>I'm</a:t>
            </a:r>
            <a:r>
              <a:rPr lang="fr-FR" dirty="0"/>
              <a:t> free to </a:t>
            </a:r>
            <a:r>
              <a:rPr lang="fr-FR" dirty="0" err="1"/>
              <a:t>worship</a:t>
            </a:r>
            <a:r>
              <a:rPr lang="fr-FR" dirty="0"/>
              <a:t> You15-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/>
              <a:t>I'm</a:t>
            </a:r>
            <a:r>
              <a:rPr lang="fr-FR" dirty="0"/>
              <a:t> </a:t>
            </a:r>
            <a:r>
              <a:rPr lang="fr-FR" dirty="0" err="1"/>
              <a:t>gonna</a:t>
            </a:r>
            <a:r>
              <a:rPr lang="fr-FR" dirty="0"/>
              <a:t> </a:t>
            </a:r>
            <a:r>
              <a:rPr lang="fr-FR" dirty="0" err="1"/>
              <a:t>worship</a:t>
            </a:r>
            <a:r>
              <a:rPr lang="fr-FR" dirty="0"/>
              <a:t> </a:t>
            </a:r>
            <a:r>
              <a:rPr lang="fr-FR" dirty="0" err="1"/>
              <a:t>you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TU ES VENU POUR DÉLIVRER NOUS APPORTER LA LIBERTÉ</a:t>
            </a:r>
          </a:p>
          <a:p>
            <a:r>
              <a:rPr lang="fr-FR" altLang="fr-FR"/>
              <a:t>You came to set the captives free You came to bring us liberty</a:t>
            </a:r>
          </a:p>
          <a:p>
            <a:r>
              <a:rPr lang="fr-FR" altLang="fr-FR"/>
              <a:t>2-  LE PÉCHÉ ET LE REJET</a:t>
            </a:r>
          </a:p>
          <a:p>
            <a:r>
              <a:rPr lang="fr-FR" altLang="fr-FR"/>
              <a:t>My sin and my rejection</a:t>
            </a:r>
          </a:p>
          <a:p>
            <a:r>
              <a:rPr lang="fr-FR" altLang="fr-FR"/>
              <a:t>3-  PAR TON SANG, JE SUIS ACCEPTÉ AUJOURD'HUI, JE VIS POUR TE LOUER</a:t>
            </a:r>
          </a:p>
          <a:p>
            <a:r>
              <a:rPr lang="fr-FR" altLang="fr-FR"/>
              <a:t>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	refrain
	4-  LÀ OÙ EST L'ESPRIT DU SEIGNEUR IL Y A LA LIBERTÉ  x2</a:t>
            </a:r>
          </a:p>
          <a:p>
            <a:r>
              <a:rPr lang="fr-FR" altLang="fr-FR"/>
              <a:t>	    Where the Spirit of the Lord is, there is freedom</a:t>
            </a:r>
          </a:p>
          <a:p>
            <a:r>
              <a:rPr lang="fr-FR" altLang="fr-FR"/>
              <a:t>	5-  TOUTES LES CHAÎNES SONT BRISÉES EN TOI, JÉSUS</a:t>
            </a:r>
          </a:p>
          <a:p>
            <a:r>
              <a:rPr lang="fr-FR" altLang="fr-FR"/>
              <a:t>	     Every chains broken through You, Jesus</a:t>
            </a:r>
          </a:p>
          <a:p>
            <a:r>
              <a:rPr lang="fr-FR" altLang="fr-FR"/>
              <a:t>	6-  LÀ OÙ EST L'ESPRIT DU SEIGNEUR IL Y A LA LIBERTÉ OH OH</a:t>
            </a:r>
          </a:p>
          <a:p>
            <a:r>
              <a:rPr lang="fr-FR" altLang="fr-FR"/>
              <a:t>	    Where the Spirit of the Lord is, there is freedom Whoa oh, oh, oh</a:t>
            </a:r>
          </a:p>
          <a:p>
            <a:endParaRPr lang="fr-FR" altLang="fr-FR"/>
          </a:p>
          <a:p>
            <a:r>
              <a:rPr lang="fr-FR" altLang="fr-FR"/>
              <a:t>7-  TON SANG A COUVERT TOUT PÉCHÉ</a:t>
            </a:r>
          </a:p>
          <a:p>
            <a:r>
              <a:rPr lang="fr-FR" altLang="fr-FR"/>
              <a:t>     Your blood has covered very sin</a:t>
            </a:r>
          </a:p>
          <a:p>
            <a:r>
              <a:rPr lang="fr-FR" altLang="fr-FR"/>
              <a:t>8-  PAR GRÂCE JE PEUX MAINTENANT</a:t>
            </a:r>
          </a:p>
          <a:p>
            <a:r>
              <a:rPr lang="fr-FR" altLang="fr-FR"/>
              <a:t>     Your grace empowers me to win </a:t>
            </a:r>
          </a:p>
          <a:p>
            <a:r>
              <a:rPr lang="fr-FR" altLang="fr-FR"/>
              <a:t>9-  MES PEINES ET TOUTE OPPRESSION</a:t>
            </a:r>
          </a:p>
          <a:p>
            <a:r>
              <a:rPr lang="fr-FR" altLang="fr-FR"/>
              <a:t>     My pain and my oppression</a:t>
            </a:r>
          </a:p>
          <a:p>
            <a:r>
              <a:rPr lang="fr-FR" altLang="fr-FR"/>
              <a:t>10-  TON SANG M'EN A LIBÉRÉ AUJOURD'HUI, JE VIS POUR TE LOUER</a:t>
            </a:r>
          </a:p>
          <a:p>
            <a:r>
              <a:rPr lang="fr-FR" altLang="fr-FR"/>
              <a:t>     Met Your blood and my acceptance Now I'm alive to bring You praise</a:t>
            </a:r>
          </a:p>
          <a:p>
            <a:endParaRPr lang="fr-FR" altLang="fr-FR"/>
          </a:p>
          <a:p>
            <a:r>
              <a:rPr lang="fr-FR" altLang="fr-FR"/>
              <a:t>Pont:
11-  JE SUIS LIBRE, JE SUIS LIBRE DE CHANTER ET DANSER</a:t>
            </a:r>
          </a:p>
          <a:p>
            <a:r>
              <a:rPr lang="fr-FR" altLang="fr-FR"/>
              <a:t>I'm free I'm free, I'm free to dance and sing</a:t>
            </a:r>
          </a:p>
          <a:p>
            <a:r>
              <a:rPr lang="fr-FR" altLang="fr-FR"/>
              <a:t>12-  JE SUIS LIBRE, JE SUIS LIBRE JE SUIS LIBRE DE CRIER</a:t>
            </a:r>
          </a:p>
          <a:p>
            <a:r>
              <a:rPr lang="fr-FR" altLang="fr-FR"/>
              <a:t>I'm free, I'm free, I'm free to shout it out
13-  JE SUIS LIBRE, JE SUIS LIBRE DE CHANTER ET DANSER </a:t>
            </a:r>
          </a:p>
          <a:p>
            <a:r>
              <a:rPr lang="fr-FR" altLang="fr-FR"/>
              <a:t>I'm free I'm free, I'm free to dance and sing
14-  JE SUIS LIBRE, JE SUIS LIBRE JE SUIS LIBRE DE TE LOUER </a:t>
            </a:r>
          </a:p>
          <a:p>
            <a:r>
              <a:rPr lang="fr-FR" altLang="fr-FR"/>
              <a:t>I'm free, I'm free, I'm free to worship You
15-  ALORS JE TE LOUERAI </a:t>
            </a:r>
          </a:p>
          <a:p>
            <a:r>
              <a:rPr lang="fr-FR" altLang="fr-FR"/>
              <a:t>I'm gonna worship you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26FE9-FA8D-4EB5-B60B-BD281A7A99C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D70D7-73B2-405E-BB1B-289E850BEB5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39A14-B20F-4E0E-ACE0-E867555C66A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5AAAF-C76C-45BB-AD67-6E3E7879B4A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9898D5-B8CC-4C46-B8D5-35983A34A6D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82B0E4-0C00-4708-A995-3A9E92E1338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0055F-68B6-4515-9801-1EC8D828427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F0A10-9661-4A57-8579-09F51085E62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7546E-7D7C-4591-8256-6C2BC0B1634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23BDC-4538-42A3-BD40-3A3E7E8CEF0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0E1EF-A59C-4248-863B-3CB531ECDCC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05F0453-D2CE-4F79-9666-4631D8F3F04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VENU POUR NOUS DÉLIVRER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APPORTER LA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PÉCHÉ ET MON REJET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SANG, JE SUIS ACCEPTÉ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VIS POUR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EST L'ESPRIT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LA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CHAÎNES SONT BRISÉES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EST L'ESPRIT DU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LA LIBERTÉ OH OH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SANG A COUVERT TOUT PÉCHÉ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GRÂCE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MAINTENANT GAGNER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PEINES ET TOUTE OPPRESSION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SANG M'EN A LIBÉRÉ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VIS POUR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 DE DANSER ET DE CHANTER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DE CRIER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 DE DANSER ET DE CHANTER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DE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TE LOUERAI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1979</TotalTime>
  <Words>1940</Words>
  <Application>Microsoft Office PowerPoint</Application>
  <PresentationFormat>On-screen Show (4:3)</PresentationFormat>
  <Paragraphs>915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TU ES VENU POUR NOUS DÉLIVRER NOUS APPORTER LA LIBERTÉ</vt:lpstr>
      <vt:lpstr>MON PÉCHÉ ET MON REJET</vt:lpstr>
      <vt:lpstr>PAR TON SANG, JE SUIS ACCEPTÉ AUJOURD'HUI, JE VIS POUR TE LOUER</vt:lpstr>
      <vt:lpstr>LÀ OÙ EST L'ESPRIT DU SEIGNEUR IL Y A LA LIBERTÉ</vt:lpstr>
      <vt:lpstr>TOUTES LES CHAÎNES SONT BRISÉES EN TOI, JÉSUS</vt:lpstr>
      <vt:lpstr>LÀ OÙ EST L'ESPRIT DU SEIGNEUR IL Y A LA LIBERTÉ OH OH !</vt:lpstr>
      <vt:lpstr>TON SANG A COUVERT TOUT PÉCHÉ</vt:lpstr>
      <vt:lpstr>PAR GRÂCE  JE PEUX MAINTENANT GAGNER</vt:lpstr>
      <vt:lpstr>MES PEINES ET TOUTE OPPRESSION</vt:lpstr>
      <vt:lpstr>TON SANG M'EN A LIBÉRÉ AUJOURD'HUI, JE VIS POUR TE LOUER</vt:lpstr>
      <vt:lpstr>JE SUIS LIBRE, JE SUIS LIBRE DE DANSER ET DE CHANTER </vt:lpstr>
      <vt:lpstr>JE SUIS LIBRE, JE SUIS LIBRE JE SUIS LIBRE DE CRIER</vt:lpstr>
      <vt:lpstr>JE SUIS LIBRE, JE SUIS LIBRE DE DANSER ET DE CHANTER </vt:lpstr>
      <vt:lpstr>JE SUIS LIBRE, JE SUIS LIBRE JE SUIS LIBRE DE TE LOUER</vt:lpstr>
      <vt:lpstr>ALORS JE TE LOUERAI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141</cp:revision>
  <dcterms:created xsi:type="dcterms:W3CDTF">2002-08-17T10:50:50Z</dcterms:created>
  <dcterms:modified xsi:type="dcterms:W3CDTF">2017-12-30T14:46:02Z</dcterms:modified>
</cp:coreProperties>
</file>