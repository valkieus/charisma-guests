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9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8" r:id="rId10"/>
    <p:sldId id="289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3600" autoAdjust="0"/>
    <p:restoredTop sz="51014" autoAdjust="0"/>
  </p:normalViewPr>
  <p:slideViewPr>
    <p:cSldViewPr>
      <p:cViewPr>
        <p:scale>
          <a:sx n="30" d="100"/>
          <a:sy n="30" d="100"/>
        </p:scale>
        <p:origin x="-172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70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0464299-936F-4D3D-951F-FEDA3C6FDF9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D2A7D85D-6A30-4B98-B753-2374AA9A6AC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give</a:t>
            </a:r>
            <a:r>
              <a:rPr lang="fr-FR" dirty="0" smtClean="0"/>
              <a:t>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bring</a:t>
            </a:r>
            <a:r>
              <a:rPr lang="fr-FR" dirty="0" smtClean="0"/>
              <a:t> light to the </a:t>
            </a:r>
            <a:r>
              <a:rPr lang="fr-FR" dirty="0" err="1" smtClean="0"/>
              <a:t>darkness</a:t>
            </a:r>
            <a:r>
              <a:rPr lang="fr-FR" dirty="0" smtClean="0"/>
              <a:t> You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breath</a:t>
            </a:r>
            <a:r>
              <a:rPr lang="fr-FR" dirty="0" smtClean="0"/>
              <a:t> in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lungs</a:t>
            </a:r>
            <a:r>
              <a:rPr lang="fr-FR" dirty="0" smtClean="0"/>
              <a:t>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So </a:t>
            </a:r>
            <a:r>
              <a:rPr lang="fr-FR" dirty="0" err="1" smtClean="0"/>
              <a:t>we</a:t>
            </a:r>
            <a:r>
              <a:rPr lang="fr-FR" dirty="0" smtClean="0"/>
              <a:t> pour out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pour out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breath</a:t>
            </a:r>
            <a:r>
              <a:rPr lang="fr-FR" dirty="0" smtClean="0"/>
              <a:t> in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lungs</a:t>
            </a:r>
            <a:r>
              <a:rPr lang="fr-FR" dirty="0" smtClean="0"/>
              <a:t>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So </a:t>
            </a:r>
            <a:r>
              <a:rPr lang="fr-FR" dirty="0" err="1" smtClean="0"/>
              <a:t>we</a:t>
            </a:r>
            <a:r>
              <a:rPr lang="fr-FR" dirty="0" smtClean="0"/>
              <a:t> pour out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To You </a:t>
            </a:r>
            <a:r>
              <a:rPr lang="fr-FR" dirty="0" err="1" smtClean="0"/>
              <a:t>only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the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Our </a:t>
            </a:r>
            <a:r>
              <a:rPr lang="fr-FR" dirty="0" err="1" smtClean="0"/>
              <a:t>hearts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cry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</a:t>
            </a:r>
            <a:r>
              <a:rPr lang="fr-FR" dirty="0" err="1" smtClean="0"/>
              <a:t>bones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give</a:t>
            </a:r>
            <a:r>
              <a:rPr lang="fr-FR" dirty="0" smtClean="0"/>
              <a:t>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You </a:t>
            </a:r>
            <a:r>
              <a:rPr lang="fr-FR" dirty="0" err="1" smtClean="0"/>
              <a:t>bring</a:t>
            </a:r>
            <a:r>
              <a:rPr lang="fr-FR" dirty="0" smtClean="0"/>
              <a:t> light to the </a:t>
            </a:r>
            <a:r>
              <a:rPr lang="fr-FR" dirty="0" err="1" smtClean="0"/>
              <a:t>darkness</a:t>
            </a:r>
            <a:r>
              <a:rPr lang="fr-FR" dirty="0" smtClean="0"/>
              <a:t> You </a:t>
            </a:r>
            <a:r>
              <a:rPr lang="fr-FR" dirty="0" err="1" smtClean="0"/>
              <a:t>give</a:t>
            </a:r>
            <a:r>
              <a:rPr lang="fr-FR" dirty="0" smtClean="0"/>
              <a:t> </a:t>
            </a:r>
            <a:r>
              <a:rPr lang="fr-FR" dirty="0" err="1" smtClean="0"/>
              <a:t>hope</a:t>
            </a:r>
            <a:r>
              <a:rPr lang="fr-FR" dirty="0" smtClean="0"/>
              <a:t>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heart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broken</a:t>
            </a:r>
            <a:r>
              <a:rPr lang="fr-FR" dirty="0" smtClean="0"/>
              <a:t>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breath</a:t>
            </a:r>
            <a:r>
              <a:rPr lang="fr-FR" dirty="0" smtClean="0"/>
              <a:t> in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lungs</a:t>
            </a:r>
            <a:r>
              <a:rPr lang="fr-FR" dirty="0" smtClean="0"/>
              <a:t>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So </a:t>
            </a:r>
            <a:r>
              <a:rPr lang="fr-FR" dirty="0" err="1" smtClean="0"/>
              <a:t>we</a:t>
            </a:r>
            <a:r>
              <a:rPr lang="fr-FR" dirty="0" smtClean="0"/>
              <a:t> pour out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pour out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breath</a:t>
            </a:r>
            <a:r>
              <a:rPr lang="fr-FR" dirty="0" smtClean="0"/>
              <a:t> in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lungs</a:t>
            </a:r>
            <a:r>
              <a:rPr lang="fr-FR" dirty="0" smtClean="0"/>
              <a:t>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So </a:t>
            </a:r>
            <a:r>
              <a:rPr lang="fr-FR" dirty="0" err="1" smtClean="0"/>
              <a:t>we</a:t>
            </a:r>
            <a:r>
              <a:rPr lang="fr-FR" dirty="0" smtClean="0"/>
              <a:t> pour out </a:t>
            </a:r>
            <a:r>
              <a:rPr lang="fr-FR" dirty="0" err="1" smtClean="0"/>
              <a:t>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 To You </a:t>
            </a:r>
            <a:r>
              <a:rPr lang="fr-FR" dirty="0" err="1" smtClean="0"/>
              <a:t>only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All the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shout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praise</a:t>
            </a:r>
            <a:r>
              <a:rPr lang="fr-FR" dirty="0" smtClean="0"/>
              <a:t>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Our </a:t>
            </a:r>
            <a:r>
              <a:rPr lang="fr-FR" dirty="0" err="1" smtClean="0"/>
              <a:t>hearts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cry</a:t>
            </a:r>
            <a:r>
              <a:rPr lang="fr-FR" dirty="0" smtClean="0"/>
              <a:t> </a:t>
            </a:r>
            <a:r>
              <a:rPr lang="fr-FR" dirty="0" err="1" smtClean="0"/>
              <a:t>These</a:t>
            </a:r>
            <a:r>
              <a:rPr lang="fr-FR" dirty="0" smtClean="0"/>
              <a:t> </a:t>
            </a:r>
            <a:r>
              <a:rPr lang="fr-FR" dirty="0" err="1" smtClean="0"/>
              <a:t>bones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TU DONNES VIE TU ES AMOUR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give life, You are love
2-  ET LUMIÈRE DANS LES TÉNÈBRES TU REDONNES DE L’ESPOIR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You bring light to the darkness You give hope, You restore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ET RESTAURE LES CŒURS BRISÉS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Every heart that is broken 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Refrain: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4-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5-  NOUS VENONS TE LOUER, OUI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We pour out our praise
	6-  C’EST TON SOUFFLE DANS NOS VIES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It's Your breath in our lungs
	7-  ET NOUS VENONS TE LOUER TOI ET RIEN QUE TOI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So we pour out our praise To You only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Pont:
8-  LA TERRE ENTIÈRE VIENDRA LOUER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All the earth will shout Your praise
9-  NOS CŒURS CES OS VONT TE CHANTER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Our hearts will cry These bones will sing 
10-  TU ES GRAND, SEIGNEUR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Great are You, Lord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TU DONNES VIE TU ES AMOUR </a:t>
            </a:r>
          </a:p>
          <a:p>
            <a:r>
              <a:rPr lang="fr-FR" smtClean="0"/>
              <a:t>You give life, You are love
2-  ET LUMIÈRE DANS LES TÉNÈBRES TU REDONNES DE L’ESPOIR </a:t>
            </a:r>
          </a:p>
          <a:p>
            <a:r>
              <a:rPr lang="fr-FR" smtClean="0"/>
              <a:t>You bring light to the darkness You give hope, You restore</a:t>
            </a:r>
          </a:p>
          <a:p>
            <a:r>
              <a:rPr lang="fr-FR" smtClean="0"/>
              <a:t>3-  ET RESTAURE LES CŒURS BRISÉS TU ES GRAND, SEIGNEUR </a:t>
            </a:r>
          </a:p>
          <a:p>
            <a:r>
              <a:rPr lang="fr-FR" smtClean="0"/>
              <a:t>Every heart that is broken Great are You, Lord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TON SOUFFLE DANS NOS VIES </a:t>
            </a:r>
          </a:p>
          <a:p>
            <a:r>
              <a:rPr lang="fr-FR" smtClean="0"/>
              <a:t>	It's Your breath in our lungs
	5-  NOUS VENONS TE LOUER, OUI TE LOUER</a:t>
            </a:r>
          </a:p>
          <a:p>
            <a:r>
              <a:rPr lang="fr-FR" smtClean="0"/>
              <a:t>	So we pour out our praise We pour out our praise
	6-  C’EST TON SOUFFLE DANS NOS VIES </a:t>
            </a:r>
          </a:p>
          <a:p>
            <a:r>
              <a:rPr lang="fr-FR" smtClean="0"/>
              <a:t>	It's Your breath in our lungs
	7-  ET NOUS VENONS TE LOUER TOI ET RIEN QUE TOI </a:t>
            </a:r>
          </a:p>
          <a:p>
            <a:r>
              <a:rPr lang="fr-FR" smtClean="0"/>
              <a:t>	So we pour out our praise To You only</a:t>
            </a:r>
          </a:p>
          <a:p>
            <a:endParaRPr lang="fr-FR" smtClean="0"/>
          </a:p>
          <a:p>
            <a:r>
              <a:rPr lang="fr-FR" smtClean="0"/>
              <a:t>Pont:
8-  LA TERRE ENTIÈRE VIENDRA LOUER </a:t>
            </a:r>
          </a:p>
          <a:p>
            <a:r>
              <a:rPr lang="fr-FR" smtClean="0"/>
              <a:t>All the earth will shout Your praise
9-  NOS CŒURS CES OS VONT TE CHANTER </a:t>
            </a:r>
          </a:p>
          <a:p>
            <a:r>
              <a:rPr lang="fr-FR" smtClean="0"/>
              <a:t>Our hearts will cry These bones will sing 
10-  TU ES GRAND, SEIGNEUR </a:t>
            </a:r>
          </a:p>
          <a:p>
            <a:r>
              <a:rPr lang="fr-FR" smtClean="0"/>
              <a:t>Great are You, Lord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46CE6E-BBBF-4B9E-88D8-EDC4EBC6D49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A2086F-C956-4E9D-97E5-4ACC44AC36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FA1223-5362-4F22-AA29-41B0DED3CA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AFEA45-E87B-4AE1-A9F2-3BDE1371FB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0ACE5E-3FC4-4093-8213-D2E75C3D41C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53B5D-1C07-45EB-A57B-575493C9E8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2BF6B7-D243-4C89-B849-A465668665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876824-5B07-4590-9FEB-E073311012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697F94-C097-452A-BC74-53847FE24B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82009B-68A5-49D3-88C8-056B74B328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C5AB5D-A736-4B0C-940F-AB27228D065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A2DDBD2-4202-49C5-BF7C-DB2832B58C2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DONNES VIE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AMOUR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LUMIÈRE DANS LES TÉNÈBRES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REDONNES DE L’ESPOIR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RESTAURE LES CŒURS BRISÉS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GRAND,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TON SOUFFLE DANS NOS VIES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VENONS TE LOUER, OUI TE LOUER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TON SOUFFLE DANS NOS VIES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NOUS VENONS TE LOUER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TOI ET RIEN QUE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2554545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ENTIÈRE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VIENDRA LOUER</a:t>
            </a: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endParaRPr lang="fr-FR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NOS CŒURS</a:t>
            </a:r>
          </a:p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CES OS VONT TE CHANTER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GRAND,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1545</TotalTime>
  <Words>352</Words>
  <Application>Microsoft Office PowerPoint</Application>
  <PresentationFormat>On-screen Show (4:3)</PresentationFormat>
  <Paragraphs>356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151</cp:revision>
  <dcterms:created xsi:type="dcterms:W3CDTF">2002-08-17T10:50:50Z</dcterms:created>
  <dcterms:modified xsi:type="dcterms:W3CDTF">2017-12-31T08:51:55Z</dcterms:modified>
</cp:coreProperties>
</file>