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303" r:id="rId2"/>
    <p:sldId id="318" r:id="rId3"/>
    <p:sldId id="319" r:id="rId4"/>
    <p:sldId id="320" r:id="rId5"/>
    <p:sldId id="317" r:id="rId6"/>
    <p:sldId id="321" r:id="rId7"/>
    <p:sldId id="322" r:id="rId8"/>
    <p:sldId id="323" r:id="rId9"/>
    <p:sldId id="316" r:id="rId10"/>
    <p:sldId id="324" r:id="rId11"/>
    <p:sldId id="325" r:id="rId12"/>
    <p:sldId id="326" r:id="rId13"/>
    <p:sldId id="315" r:id="rId14"/>
    <p:sldId id="338" r:id="rId15"/>
    <p:sldId id="327" r:id="rId16"/>
    <p:sldId id="328" r:id="rId17"/>
    <p:sldId id="314" r:id="rId18"/>
    <p:sldId id="339" r:id="rId19"/>
    <p:sldId id="329" r:id="rId20"/>
    <p:sldId id="330" r:id="rId21"/>
    <p:sldId id="313" r:id="rId22"/>
    <p:sldId id="312" r:id="rId23"/>
    <p:sldId id="331" r:id="rId24"/>
    <p:sldId id="311" r:id="rId25"/>
    <p:sldId id="332" r:id="rId26"/>
    <p:sldId id="310" r:id="rId27"/>
    <p:sldId id="333" r:id="rId28"/>
    <p:sldId id="309" r:id="rId29"/>
    <p:sldId id="340" r:id="rId30"/>
    <p:sldId id="334" r:id="rId31"/>
    <p:sldId id="335" r:id="rId32"/>
    <p:sldId id="308" r:id="rId33"/>
    <p:sldId id="341" r:id="rId34"/>
    <p:sldId id="336" r:id="rId35"/>
    <p:sldId id="337" r:id="rId36"/>
    <p:sldId id="307" r:id="rId3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65077" autoAdjust="0"/>
  </p:normalViewPr>
  <p:slideViewPr>
    <p:cSldViewPr>
      <p:cViewPr varScale="1">
        <p:scale>
          <a:sx n="43" d="100"/>
          <a:sy n="43" d="100"/>
        </p:scale>
        <p:origin x="-114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81781F4-1E26-4003-9AE9-4AE62AB2337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A8853B4F-CFF3-48E8-91DA-D679B1882810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dirty="0" smtClean="0"/>
              <a:t>Verse 1</a:t>
            </a:r>
          </a:p>
          <a:p>
            <a:pPr>
              <a:defRPr/>
            </a:pPr>
            <a:r>
              <a:rPr lang="en-US" dirty="0" smtClean="0"/>
              <a:t>1-  WHAT ELSE CAN I SAY I'M UNDONE HERE 
2-  I'M CAUGHT UP IN THE WARMTH</a:t>
            </a:r>
            <a:br>
              <a:rPr lang="en-US" dirty="0" smtClean="0"/>
            </a:br>
            <a:r>
              <a:rPr lang="en-US" dirty="0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dirty="0" smtClean="0"/>
              <a:t>Verse 2</a:t>
            </a:r>
          </a:p>
          <a:p>
            <a:pPr>
              <a:defRPr/>
            </a:pPr>
            <a:r>
              <a:rPr lang="en-US" dirty="0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dirty="0" smtClean="0"/>
              <a:t>	 Chorus</a:t>
            </a:r>
          </a:p>
          <a:p>
            <a:pPr>
              <a:defRPr/>
            </a:pPr>
            <a:r>
              <a:rPr lang="en-US" dirty="0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dirty="0" smtClean="0"/>
              <a:t>	Tag</a:t>
            </a:r>
          </a:p>
          <a:p>
            <a:pPr>
              <a:defRPr/>
            </a:pPr>
            <a:r>
              <a:rPr lang="en-US" dirty="0" smtClean="0"/>
              <a:t>	21-  I'M HOPELESSLY IN LOVE WITH YOU 
</a:t>
            </a:r>
          </a:p>
          <a:p>
            <a:pPr>
              <a:defRPr/>
            </a:pPr>
            <a:r>
              <a:rPr lang="en-US" dirty="0" smtClean="0"/>
              <a:t>Bridge</a:t>
            </a:r>
          </a:p>
          <a:p>
            <a:pPr>
              <a:defRPr/>
            </a:pPr>
            <a:r>
              <a:rPr lang="en-US" dirty="0" smtClean="0"/>
              <a:t>22-  YOU KNOW MY NAME</a:t>
            </a:r>
            <a:br>
              <a:rPr lang="en-US" dirty="0" smtClean="0"/>
            </a:br>
            <a:r>
              <a:rPr lang="en-US" dirty="0" smtClean="0"/>
              <a:t>YOU KNOW MY FACE 
23-  YOU COVER ME I CAN'T ESCAPE</a:t>
            </a:r>
            <a:br>
              <a:rPr lang="en-US" dirty="0" smtClean="0"/>
            </a:br>
            <a:r>
              <a:rPr lang="en-US" dirty="0" smtClean="0"/>
              <a:t>ALL MY FEARS ARE WASHED AWAY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Refrain
24-  THERE'S NOBODY LIKE MY JESUS</a:t>
            </a:r>
            <a:br>
              <a:rPr lang="en-US" dirty="0" smtClean="0"/>
            </a:br>
            <a:r>
              <a:rPr lang="en-US" dirty="0" smtClean="0"/>
              <a:t>NOBODY LIKE MY JESUS 
25-  NOBODY LIKE MY JESUS NOBODY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Refrain 
26-  THERE'S NOBODY LIKE MY JESUS 
27-  NOBODY LIKE MY JESUS</a:t>
            </a:r>
            <a:br>
              <a:rPr lang="en-US" dirty="0" smtClean="0"/>
            </a:br>
            <a:r>
              <a:rPr lang="en-US" dirty="0" smtClean="0"/>
              <a:t>NOBODY LIKE MY JESUS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Tag
36-  I'M HOPELESSLY IN LOVE WITH YOU 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dirty="0" smtClean="0"/>
              <a:t>Verse 1</a:t>
            </a:r>
          </a:p>
          <a:p>
            <a:pPr>
              <a:defRPr/>
            </a:pPr>
            <a:r>
              <a:rPr lang="en-US" b="1" dirty="0" smtClean="0"/>
              <a:t>1-  WHAT ELSE CAN I SAY I'M UNDONE HERE 
2-  I'M CAUGHT UP IN THE WARMTH</a:t>
            </a:r>
            <a:br>
              <a:rPr lang="en-US" b="1" dirty="0" smtClean="0"/>
            </a:br>
            <a:r>
              <a:rPr lang="en-US" b="1" dirty="0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dirty="0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dirty="0" smtClean="0"/>
              <a:t>Verse 2</a:t>
            </a:r>
          </a:p>
          <a:p>
            <a:pPr>
              <a:defRPr/>
            </a:pPr>
            <a:r>
              <a:rPr lang="en-US" b="1" dirty="0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dirty="0" smtClean="0"/>
          </a:p>
          <a:p>
            <a:pPr>
              <a:defRPr/>
            </a:pPr>
            <a:r>
              <a:rPr lang="en-US" b="1" dirty="0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dirty="0" smtClean="0"/>
              <a:t>	 Chorus</a:t>
            </a:r>
          </a:p>
          <a:p>
            <a:pPr>
              <a:defRPr/>
            </a:pPr>
            <a:r>
              <a:rPr lang="en-US" b="1" dirty="0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dirty="0" smtClean="0"/>
              <a:t>	Tag</a:t>
            </a:r>
          </a:p>
          <a:p>
            <a:pPr>
              <a:defRPr/>
            </a:pPr>
            <a:r>
              <a:rPr lang="en-US" b="1" dirty="0" smtClean="0"/>
              <a:t>	21-  I'M HOPELESSLY IN LOVE WITH YOU 
</a:t>
            </a:r>
          </a:p>
          <a:p>
            <a:pPr>
              <a:defRPr/>
            </a:pPr>
            <a:r>
              <a:rPr lang="en-US" b="1" dirty="0" smtClean="0"/>
              <a:t>Bridge</a:t>
            </a:r>
          </a:p>
          <a:p>
            <a:pPr>
              <a:defRPr/>
            </a:pPr>
            <a:r>
              <a:rPr lang="en-US" b="1" dirty="0" smtClean="0"/>
              <a:t>22-  YOU KNOW MY NAME</a:t>
            </a:r>
            <a:br>
              <a:rPr lang="en-US" b="1" dirty="0" smtClean="0"/>
            </a:br>
            <a:r>
              <a:rPr lang="en-US" b="1" dirty="0" smtClean="0"/>
              <a:t>YOU KNOW MY FACE 
23-  YOU COVER ME I CAN'T ESCAPE</a:t>
            </a:r>
            <a:br>
              <a:rPr lang="en-US" b="1" dirty="0" smtClean="0"/>
            </a:br>
            <a:r>
              <a:rPr lang="en-US" b="1" dirty="0" smtClean="0"/>
              <a:t>ALL MY FEARS ARE WASHED AWAY </a:t>
            </a:r>
          </a:p>
          <a:p>
            <a:pPr>
              <a:defRPr/>
            </a:pPr>
            <a:endParaRPr lang="en-US" b="1" dirty="0" smtClean="0"/>
          </a:p>
          <a:p>
            <a:pPr>
              <a:defRPr/>
            </a:pPr>
            <a:r>
              <a:rPr lang="en-US" b="1" dirty="0" smtClean="0"/>
              <a:t>Refrain
24-  THERE'S NOBODY LIKE MY JESUS</a:t>
            </a:r>
            <a:br>
              <a:rPr lang="en-US" b="1" dirty="0" smtClean="0"/>
            </a:br>
            <a:r>
              <a:rPr lang="en-US" b="1" dirty="0" smtClean="0"/>
              <a:t>NOBODY LIKE MY JESUS 
25-  NOBODY LIKE MY JESUS NOBODY</a:t>
            </a:r>
          </a:p>
          <a:p>
            <a:pPr>
              <a:defRPr/>
            </a:pPr>
            <a:endParaRPr lang="en-US" b="1" dirty="0" smtClean="0"/>
          </a:p>
          <a:p>
            <a:pPr>
              <a:defRPr/>
            </a:pPr>
            <a:r>
              <a:rPr lang="en-US" b="1" dirty="0" smtClean="0"/>
              <a:t>Refrain 
26-  THERE'S NOBODY LIKE MY JESUS 
27-  NOBODY LIKE MY JESUS</a:t>
            </a:r>
            <a:br>
              <a:rPr lang="en-US" b="1" dirty="0" smtClean="0"/>
            </a:br>
            <a:r>
              <a:rPr lang="en-US" b="1" dirty="0" smtClean="0"/>
              <a:t>NOBODY LIKE MY JESUS </a:t>
            </a:r>
          </a:p>
          <a:p>
            <a:pPr>
              <a:defRPr/>
            </a:pPr>
            <a:endParaRPr lang="en-US" b="1" dirty="0" smtClean="0"/>
          </a:p>
          <a:p>
            <a:pPr>
              <a:defRPr/>
            </a:pPr>
            <a:r>
              <a:rPr lang="en-US" b="1" dirty="0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dirty="0" smtClean="0"/>
          </a:p>
          <a:p>
            <a:pPr>
              <a:defRPr/>
            </a:pPr>
            <a:r>
              <a:rPr lang="en-US" b="1" dirty="0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dirty="0" smtClean="0"/>
          </a:p>
          <a:p>
            <a:pPr>
              <a:defRPr/>
            </a:pPr>
            <a:r>
              <a:rPr lang="en-US" b="1" dirty="0" smtClean="0"/>
              <a:t>Tag
36-  I'M HOPELESSLY IN LOVE WITH YOU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smtClean="0"/>
              <a:t>Verse 1</a:t>
            </a:r>
          </a:p>
          <a:p>
            <a:pPr>
              <a:defRPr/>
            </a:pPr>
            <a:r>
              <a:rPr lang="en-US" smtClean="0"/>
              <a:t>1-  WHAT ELSE CAN I SAY I'M UNDONE HERE 
2-  I'M CAUGHT UP IN THE WARMTH</a:t>
            </a:r>
            <a:br>
              <a:rPr lang="en-US" smtClean="0"/>
            </a:br>
            <a:r>
              <a:rPr lang="en-US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smtClean="0"/>
              <a:t>Verse 2</a:t>
            </a:r>
          </a:p>
          <a:p>
            <a:pPr>
              <a:defRPr/>
            </a:pPr>
            <a:r>
              <a:rPr lang="en-US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smtClean="0"/>
              <a:t>	 Chorus</a:t>
            </a:r>
          </a:p>
          <a:p>
            <a:pPr>
              <a:defRPr/>
            </a:pPr>
            <a:r>
              <a:rPr lang="en-US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smtClean="0"/>
              <a:t>	Tag</a:t>
            </a:r>
          </a:p>
          <a:p>
            <a:pPr>
              <a:defRPr/>
            </a:pPr>
            <a:r>
              <a:rPr lang="en-US" smtClean="0"/>
              <a:t>	21-  I'M HOPELESSLY IN LOVE WITH YOU 
</a:t>
            </a:r>
          </a:p>
          <a:p>
            <a:pPr>
              <a:defRPr/>
            </a:pPr>
            <a:r>
              <a:rPr lang="en-US" smtClean="0"/>
              <a:t>Bridge</a:t>
            </a:r>
          </a:p>
          <a:p>
            <a:pPr>
              <a:defRPr/>
            </a:pPr>
            <a:r>
              <a:rPr lang="en-US" smtClean="0"/>
              <a:t>22-  YOU KNOW MY NAME</a:t>
            </a:r>
            <a:br>
              <a:rPr lang="en-US" smtClean="0"/>
            </a:br>
            <a:r>
              <a:rPr lang="en-US" smtClean="0"/>
              <a:t>YOU KNOW MY FACE 
23-  YOU COVER ME I CAN'T ESCAPE</a:t>
            </a:r>
            <a:br>
              <a:rPr lang="en-US" smtClean="0"/>
            </a:br>
            <a:r>
              <a:rPr lang="en-US" smtClean="0"/>
              <a:t>ALL MY FEARS ARE WASHED AWAY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
24-  THERE'S NOBODY LIKE MY JESUS</a:t>
            </a:r>
            <a:br>
              <a:rPr lang="en-US" smtClean="0"/>
            </a:br>
            <a:r>
              <a:rPr lang="en-US" smtClean="0"/>
              <a:t>NOBODY LIKE MY JESUS 
25-  NOBODY LIKE MY JESUS NOBODY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 
26-  THERE'S NOBODY LIKE MY JESUS 
27-  NOBODY LIKE MY JESUS</a:t>
            </a:r>
            <a:br>
              <a:rPr lang="en-US" smtClean="0"/>
            </a:br>
            <a:r>
              <a:rPr lang="en-US" smtClean="0"/>
              <a:t>NOBODY LIKE MY JESUS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Tag
36-  I'M HOPELESSLY IN LOVE WITH YOU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b="1" smtClean="0"/>
              <a:t>Verse 1</a:t>
            </a:r>
          </a:p>
          <a:p>
            <a:pPr>
              <a:defRPr/>
            </a:pPr>
            <a:r>
              <a:rPr lang="en-US" b="1" smtClean="0"/>
              <a:t>1-  WHAT ELSE CAN I SAY I'M UNDONE HERE 
2-  I'M CAUGHT UP IN THE WARMTH</a:t>
            </a:r>
            <a:br>
              <a:rPr lang="en-US" b="1" smtClean="0"/>
            </a:br>
            <a:r>
              <a:rPr lang="en-US" b="1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b="1" smtClean="0"/>
              <a:t>Verse 2</a:t>
            </a:r>
          </a:p>
          <a:p>
            <a:pPr>
              <a:defRPr/>
            </a:pPr>
            <a:r>
              <a:rPr lang="en-US" b="1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b="1" smtClean="0"/>
              <a:t>	 Chorus</a:t>
            </a:r>
          </a:p>
          <a:p>
            <a:pPr>
              <a:defRPr/>
            </a:pPr>
            <a:r>
              <a:rPr lang="en-US" b="1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b="1" smtClean="0"/>
              <a:t>	Tag</a:t>
            </a:r>
          </a:p>
          <a:p>
            <a:pPr>
              <a:defRPr/>
            </a:pPr>
            <a:r>
              <a:rPr lang="en-US" b="1" smtClean="0"/>
              <a:t>	21-  I'M HOPELESSLY IN LOVE WITH YOU 
</a:t>
            </a:r>
          </a:p>
          <a:p>
            <a:pPr>
              <a:defRPr/>
            </a:pPr>
            <a:r>
              <a:rPr lang="en-US" b="1" smtClean="0"/>
              <a:t>Bridge</a:t>
            </a:r>
          </a:p>
          <a:p>
            <a:pPr>
              <a:defRPr/>
            </a:pPr>
            <a:r>
              <a:rPr lang="en-US" b="1" smtClean="0"/>
              <a:t>22-  YOU KNOW MY NAME</a:t>
            </a:r>
            <a:br>
              <a:rPr lang="en-US" b="1" smtClean="0"/>
            </a:br>
            <a:r>
              <a:rPr lang="en-US" b="1" smtClean="0"/>
              <a:t>YOU KNOW MY FACE 
23-  YOU COVER ME I CAN'T ESCAPE</a:t>
            </a:r>
            <a:br>
              <a:rPr lang="en-US" b="1" smtClean="0"/>
            </a:br>
            <a:r>
              <a:rPr lang="en-US" b="1" smtClean="0"/>
              <a:t>ALL MY FEARS ARE WASHED AWAY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
24-  THERE'S NOBODY LIKE MY JESUS</a:t>
            </a:r>
            <a:br>
              <a:rPr lang="en-US" b="1" smtClean="0"/>
            </a:br>
            <a:r>
              <a:rPr lang="en-US" b="1" smtClean="0"/>
              <a:t>NOBODY LIKE MY JESUS 
25-  NOBODY LIKE MY JESUS NOBODY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Refrain 
26-  THERE'S NOBODY LIKE MY JESUS 
27-  NOBODY LIKE MY JESUS</a:t>
            </a:r>
            <a:br>
              <a:rPr lang="en-US" b="1" smtClean="0"/>
            </a:br>
            <a:r>
              <a:rPr lang="en-US" b="1" smtClean="0"/>
              <a:t>NOBODY LIKE MY JESUS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b="1" smtClean="0"/>
          </a:p>
          <a:p>
            <a:pPr>
              <a:defRPr/>
            </a:pPr>
            <a:r>
              <a:rPr lang="en-US" b="1" smtClean="0"/>
              <a:t>Tag
36-  I'M HOPELESSLY IN LOVE WITH YOU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en-US" smtClean="0"/>
              <a:t>Verse 1</a:t>
            </a:r>
          </a:p>
          <a:p>
            <a:pPr>
              <a:defRPr/>
            </a:pPr>
            <a:r>
              <a:rPr lang="en-US" smtClean="0"/>
              <a:t>1-  WHAT ELSE CAN I SAY I'M UNDONE HERE 
2-  I'M CAUGHT UP IN THE WARMTH</a:t>
            </a:r>
            <a:br>
              <a:rPr lang="en-US" smtClean="0"/>
            </a:br>
            <a:r>
              <a:rPr lang="en-US" smtClean="0"/>
              <a:t>OF YOUR EMBRACE
3-  JUST WHEN I THINK I'VE REACHED THE LIMIT 
4-  YOU POUR OUT WAVE AFTER WAVE OF GRACE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Chorus
	5-  AND I'M HOPELESSLY IN LOVE WITH YOU 
	6-  MY HEART IS FLOODED WITH GRATITUDE 
	7-  AND ALL THE THINGS OF EARTH WILL NEVER DO 
	8-  I'M HOPELESSLY IN LOVE WITH YOU 
</a:t>
            </a:r>
          </a:p>
          <a:p>
            <a:pPr>
              <a:defRPr/>
            </a:pPr>
            <a:r>
              <a:rPr lang="en-US" smtClean="0"/>
              <a:t>Verse 2</a:t>
            </a:r>
          </a:p>
          <a:p>
            <a:pPr>
              <a:defRPr/>
            </a:pPr>
            <a:r>
              <a:rPr lang="en-US" smtClean="0"/>
              <a:t>9-  THERE IS NOTHING I COULD DO TO EARN THIS 
10-  THERE'S NOTHING I COULD DO THAT COULD REPAY 
11-  JUST WHEN I BEGAN TO FEEL UNWORTHY 
12-  YOU POUR OUT WAVE AFTER WAVE OF GRACE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Chorus
	13-  AND I'M HOPELESSLY IN LOVE WITH YOU 
	14-  MY HEART IS FLOODED WITH GRATITUDE 
	15-  AND ALL THE THINGS OF EARTH WILL NEVER DO 
	16-  I'M HOPELESSLY IN LOVE WITH YOU 
</a:t>
            </a:r>
          </a:p>
          <a:p>
            <a:pPr>
              <a:defRPr/>
            </a:pPr>
            <a:r>
              <a:rPr lang="en-US" smtClean="0"/>
              <a:t>	 Chorus</a:t>
            </a:r>
          </a:p>
          <a:p>
            <a:pPr>
              <a:defRPr/>
            </a:pPr>
            <a:r>
              <a:rPr lang="en-US" smtClean="0"/>
              <a:t>	17-  HOPELESSLY IN LOVE WITH YOU 
	18-  MY HEART IS FLOODED WITH GRATITUDE 
	19-  AND ALL THE THINGS OF EARTH WILL NEVER DO 
	20-  I'M HOPELESSLY IN LOVE WITH YOU 
</a:t>
            </a:r>
          </a:p>
          <a:p>
            <a:pPr>
              <a:defRPr/>
            </a:pPr>
            <a:r>
              <a:rPr lang="en-US" smtClean="0"/>
              <a:t>	Tag</a:t>
            </a:r>
          </a:p>
          <a:p>
            <a:pPr>
              <a:defRPr/>
            </a:pPr>
            <a:r>
              <a:rPr lang="en-US" smtClean="0"/>
              <a:t>	21-  I'M HOPELESSLY IN LOVE WITH YOU 
</a:t>
            </a:r>
          </a:p>
          <a:p>
            <a:pPr>
              <a:defRPr/>
            </a:pPr>
            <a:r>
              <a:rPr lang="en-US" smtClean="0"/>
              <a:t>Bridge</a:t>
            </a:r>
          </a:p>
          <a:p>
            <a:pPr>
              <a:defRPr/>
            </a:pPr>
            <a:r>
              <a:rPr lang="en-US" smtClean="0"/>
              <a:t>22-  YOU KNOW MY NAME</a:t>
            </a:r>
            <a:br>
              <a:rPr lang="en-US" smtClean="0"/>
            </a:br>
            <a:r>
              <a:rPr lang="en-US" smtClean="0"/>
              <a:t>YOU KNOW MY FACE 
23-  YOU COVER ME I CAN'T ESCAPE</a:t>
            </a:r>
            <a:br>
              <a:rPr lang="en-US" smtClean="0"/>
            </a:br>
            <a:r>
              <a:rPr lang="en-US" smtClean="0"/>
              <a:t>ALL MY FEARS ARE WASHED AWAY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
24-  THERE'S NOBODY LIKE MY JESUS</a:t>
            </a:r>
            <a:br>
              <a:rPr lang="en-US" smtClean="0"/>
            </a:br>
            <a:r>
              <a:rPr lang="en-US" smtClean="0"/>
              <a:t>NOBODY LIKE MY JESUS 
25-  NOBODY LIKE MY JESUS NOBODY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Refrain 
26-  THERE'S NOBODY LIKE MY JESUS 
27-  NOBODY LIKE MY JESUS</a:t>
            </a:r>
            <a:br>
              <a:rPr lang="en-US" smtClean="0"/>
            </a:br>
            <a:r>
              <a:rPr lang="en-US" smtClean="0"/>
              <a:t>NOBODY LIKE MY JESUS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Chorus
28-  AND I'M HOPELESSLY IN LOVE WITH YOU 
29-  MY HEART IS FLOODED WITH GRATITUDE 
30-  AND ALL THE THINGS OF EARTH WILL NEVER DO 
31-  I'M HOPELESSLY IN LOVE WITH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Chorus
32-  HOPELESSLY IN LOVE WITH YOU 
33-  MY HEART IS FLOODED WITH GRATITUDE 
34-  AND ALL THE THINGS OF EARTH WILL NEVER DO 
35-  I'M HOPELESSLY IN LOVE WITH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Tag
36-  I'M HOPELESSLY IN LOVE WITH YOU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fr-FR"/>
              <a:t>Verse 1</a:t>
            </a:r>
          </a:p>
          <a:p>
            <a:r>
              <a:rPr lang="en-US" altLang="fr-FR"/>
              <a:t>1-  WHAT ELSE CAN I SAY I'M UNDONE HERE 
2-  I'M CAUGHT UP IN THE WARMTH</a:t>
            </a:r>
            <a:br>
              <a:rPr lang="en-US" altLang="fr-FR"/>
            </a:br>
            <a:r>
              <a:rPr lang="en-US" altLang="fr-FR"/>
              <a:t>OF YOUR EMBRACE
3-  JUST WHEN I THINK I'VE REACHED THE LIMIT 
4-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5-  AND I'M HOPELESSLY IN LOVE WITH YOU 
	6-  MY HEART IS FLOODED WITH GRATITUDE 
	7-  AND ALL THE THINGS OF EARTH WILL NEVER DO 
	8-  I'M HOPELESSLY IN LOVE WITH YOU 
</a:t>
            </a:r>
          </a:p>
          <a:p>
            <a:r>
              <a:rPr lang="en-US" altLang="fr-FR"/>
              <a:t>Verse 2</a:t>
            </a:r>
          </a:p>
          <a:p>
            <a:r>
              <a:rPr lang="en-US" altLang="fr-FR"/>
              <a:t>9-  THERE IS NOTHING I COULD DO TO EARN THIS 
10-  THERE'S NOTHING I COULD DO THAT COULD REPAY 
11-  JUST WHEN I BEGAN TO FEEL UNWORTHY 
12-  YOU POUR OUT WAVE AFTER WAVE OF GRACE </a:t>
            </a:r>
          </a:p>
          <a:p>
            <a:endParaRPr lang="en-US" altLang="fr-FR"/>
          </a:p>
          <a:p>
            <a:r>
              <a:rPr lang="en-US" altLang="fr-FR"/>
              <a:t>	Chorus
	13-  AND I'M HOPELESSLY IN LOVE WITH YOU 
	14-  MY HEART IS FLOODED WITH GRATITUDE 
	15-  AND ALL THE THINGS OF EARTH WILL NEVER DO 
	16-  I'M HOPELESSLY IN LOVE WITH YOU 
</a:t>
            </a:r>
          </a:p>
          <a:p>
            <a:r>
              <a:rPr lang="en-US" altLang="fr-FR"/>
              <a:t>	 Chorus</a:t>
            </a:r>
          </a:p>
          <a:p>
            <a:r>
              <a:rPr lang="en-US" altLang="fr-FR"/>
              <a:t>	17-  HOPELESSLY IN LOVE WITH YOU 
	18-  MY HEART IS FLOODED WITH GRATITUDE 
	19-  AND ALL THE THINGS OF EARTH WILL NEVER DO 
	20-  I'M HOPELESSLY IN LOVE WITH YOU 
</a:t>
            </a:r>
          </a:p>
          <a:p>
            <a:r>
              <a:rPr lang="en-US" altLang="fr-FR"/>
              <a:t>	Tag</a:t>
            </a:r>
          </a:p>
          <a:p>
            <a:r>
              <a:rPr lang="en-US" altLang="fr-FR"/>
              <a:t>	21-  I'M HOPELESSLY IN LOVE WITH YOU 
</a:t>
            </a:r>
          </a:p>
          <a:p>
            <a:r>
              <a:rPr lang="en-US" altLang="fr-FR"/>
              <a:t>Bridge</a:t>
            </a:r>
          </a:p>
          <a:p>
            <a:r>
              <a:rPr lang="en-US" altLang="fr-FR"/>
              <a:t>22-  YOU KNOW MY NAME</a:t>
            </a:r>
            <a:br>
              <a:rPr lang="en-US" altLang="fr-FR"/>
            </a:br>
            <a:r>
              <a:rPr lang="en-US" altLang="fr-FR"/>
              <a:t>YOU KNOW MY FACE 
23-  YOU COVER ME I CAN'T ESCAPE</a:t>
            </a:r>
            <a:br>
              <a:rPr lang="en-US" altLang="fr-FR"/>
            </a:br>
            <a:r>
              <a:rPr lang="en-US" altLang="fr-FR"/>
              <a:t>ALL MY FEARS ARE WASHED AWAY </a:t>
            </a:r>
          </a:p>
          <a:p>
            <a:endParaRPr lang="en-US" altLang="fr-FR"/>
          </a:p>
          <a:p>
            <a:r>
              <a:rPr lang="en-US" altLang="fr-FR"/>
              <a:t>Refrain
24-  THERE'S NOBODY LIKE MY JESUS</a:t>
            </a:r>
            <a:br>
              <a:rPr lang="en-US" altLang="fr-FR"/>
            </a:br>
            <a:r>
              <a:rPr lang="en-US" altLang="fr-FR"/>
              <a:t>NOBODY LIKE MY JESUS 
25-  NOBODY LIKE MY JESUS NOBODY</a:t>
            </a:r>
          </a:p>
          <a:p>
            <a:endParaRPr lang="en-US" altLang="fr-FR"/>
          </a:p>
          <a:p>
            <a:r>
              <a:rPr lang="en-US" altLang="fr-FR"/>
              <a:t>Refrain 
26-  THERE'S NOBODY LIKE MY JESUS 
27-  NOBODY LIKE MY JESUS</a:t>
            </a:r>
            <a:br>
              <a:rPr lang="en-US" altLang="fr-FR"/>
            </a:br>
            <a:r>
              <a:rPr lang="en-US" altLang="fr-FR"/>
              <a:t>NOBODY LIKE MY JESUS </a:t>
            </a:r>
          </a:p>
          <a:p>
            <a:endParaRPr lang="en-US" altLang="fr-FR"/>
          </a:p>
          <a:p>
            <a:r>
              <a:rPr lang="en-US" altLang="fr-FR"/>
              <a:t>Chorus
28-  AND I'M HOPELESSLY IN LOVE WITH YOU 
29-  MY HEART IS FLOODED WITH GRATITUDE 
30-  AND ALL THE THINGS OF EARTH WILL NEVER DO 
31-  I'M HOPELESSLY IN LOVE WITH YOU </a:t>
            </a:r>
          </a:p>
          <a:p>
            <a:endParaRPr lang="en-US" altLang="fr-FR"/>
          </a:p>
          <a:p>
            <a:r>
              <a:rPr lang="en-US" altLang="fr-FR"/>
              <a:t>Chorus
32-  HOPELESSLY IN LOVE WITH YOU 
33-  MY HEART IS FLOODED WITH GRATITUDE 
34-  AND ALL THE THINGS OF EARTH WILL NEVER DO 
35-  I'M HOPELESSLY IN LOVE WITH YOU </a:t>
            </a:r>
          </a:p>
          <a:p>
            <a:endParaRPr lang="en-US" altLang="fr-FR"/>
          </a:p>
          <a:p>
            <a:r>
              <a:rPr lang="en-US" altLang="fr-FR"/>
              <a:t>Tag
36-  I'M HOPELESSLY IN LOVE WITH YOU 
</a:t>
            </a:r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EAF0D-240C-49DD-A5F5-087A377328A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8018E-8433-4654-8683-41FF8D14229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1E8C96-9E18-45E2-A1EE-559521C94F8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9ECF0-BFA5-49E4-9586-25BBDC11CD8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5317C-7D29-41AA-B51F-1BB27E91A85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CE8943-B9BF-406B-BFE8-87ADF3BECF3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76E788-A931-495E-8F8E-CD9637EC700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D8B38-1C3D-47D0-B1A4-C4B05AD8471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64F73D-5213-4804-81DC-0800BCE9B86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F4A5C-6B50-4100-9387-BE6FBF8AC15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B0E3DA-50E9-42A2-820F-BC486489769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FC95CA2D-56D1-4D94-A4B2-A0009E7E8C3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WHAT ELSE CAN I SAY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UNDONE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CAUGHT UP IN THE WARMTH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OF YOUR EMBRACE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 WHEN I THINK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I'VE REACHED THE LIMIT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POUR OUT WAVE AFTER WAVE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OF GRACE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I'M HOPELESSLY IN LOVE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MY HEART IS FLOODED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GRATITUDE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ALL THE THINGS OF EARTH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WILL NEVER DO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HOPELESSLY IN LOVE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THERE IS NOTHING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COULD DO TO EARN THIS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THERE'S NOTHING I COULD DO THAT COULD REPAY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 WHEN I BEGAN TO FEEL UNWORTHY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POUR OUT WAVE AFTER WAVE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OF GRACE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I'M HOPELESSLY IN LOVE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MY HEART IS FLOODED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GRATITUDE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ALL THE THINGS OF EARTH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WILL NEVER DO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HOPELESSLY IN LOVE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HOPELESSLY IN LOVE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MY HEART IS FLOODED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GRATITUDE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ALL THE THINGS OF EARTH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WILL NEVER DO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HOPELESSLY IN LOVE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HOPELESSLY IN LOVE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KNOW MY NAME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KNOW MY 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COVER ME I CAN'T ESCAPE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MY FEARS ARE WASHED AWAY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THERE'S NOBODY LIKE MY JESUS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NOBODY LIKE MY JESUS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NOBODY LIKE MY JESUS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NOBODY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THERE'S NOBODY LIKE MY JESUS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NOBODY LIKE MY JESUS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NOBODY LIKE MY JESUS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I'M HOPELESSLY IN LOVE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MY HEART IS FLOODED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GRATITUDE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ALL THE THINGS OF EARTH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WILL NEVER DO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HOPELESSLY IN LOVE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HOPELESSLY IN LOVE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MY HEART IS FLOODED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GRATITUDE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ALL THE THINGS OF EARTH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WILL NEVER DO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HOPELESSLY IN LOVE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HOPELESSLY IN LOVE</a:t>
            </a:r>
          </a:p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1604</TotalTime>
  <Words>1031</Words>
  <Application>Microsoft Office PowerPoint</Application>
  <PresentationFormat>On-screen Show (4:3)</PresentationFormat>
  <Paragraphs>1792</Paragraphs>
  <Slides>36</Slides>
  <Notes>36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179</cp:revision>
  <dcterms:created xsi:type="dcterms:W3CDTF">2002-08-17T10:50:50Z</dcterms:created>
  <dcterms:modified xsi:type="dcterms:W3CDTF">2017-12-31T08:58:45Z</dcterms:modified>
</cp:coreProperties>
</file>