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1" r:id="rId2"/>
    <p:sldId id="288" r:id="rId3"/>
    <p:sldId id="284" r:id="rId4"/>
    <p:sldId id="286" r:id="rId5"/>
    <p:sldId id="283" r:id="rId6"/>
    <p:sldId id="282" r:id="rId7"/>
    <p:sldId id="281" r:id="rId8"/>
    <p:sldId id="280" r:id="rId9"/>
    <p:sldId id="279" r:id="rId10"/>
    <p:sldId id="278" r:id="rId11"/>
    <p:sldId id="276" r:id="rId12"/>
    <p:sldId id="275" r:id="rId13"/>
    <p:sldId id="287" r:id="rId14"/>
    <p:sldId id="274" r:id="rId15"/>
    <p:sldId id="273" r:id="rId16"/>
    <p:sldId id="289" r:id="rId17"/>
    <p:sldId id="290" r:id="rId18"/>
    <p:sldId id="291" r:id="rId19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1716" autoAdjust="0"/>
  </p:normalViewPr>
  <p:slideViewPr>
    <p:cSldViewPr>
      <p:cViewPr varScale="1">
        <p:scale>
          <a:sx n="43" d="100"/>
          <a:sy n="43" d="100"/>
        </p:scale>
        <p:origin x="-202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05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/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/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49C6DFB-A77D-4786-9B4E-24CAC160E75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/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>
            <a:extLst>
              <a:ext uri="{FF2B5EF4-FFF2-40B4-BE49-F238E27FC236}"/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FD8EA06-F1CC-4D19-AB8E-36D03D9310C6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POUR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POUR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EE6EB-8D49-4E67-9218-5E7002621C8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11CC27-1C11-4844-945D-4485DA51823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DD5E32-B459-4080-816E-6FE2BAF6DC1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FBBB32-C659-419D-BAE8-4F2CDF69802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35CD8D-3EBF-4874-9626-CE3A436013B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B7F56F-2C84-4C39-9FB9-C1A8E1B486E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9691EB-6B15-43EF-B6A6-4B448329FEC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F0E722-4C97-4846-9464-A84EA225510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8EB984-0891-49C5-BAF1-F9AE1479C37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75C069-441B-4548-B032-B15E0163498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C9773-C685-4798-BD06-A9C597F169B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E90A6FE-24B9-462F-BD68-3D80CBEA60F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QUELLE GRÂCE DIVINE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PAYA LE PRIX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MORT DANS MA HONTE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ME DONNER VIE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COMME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FEU M’A EMBRASÉ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CROIX M’APPELLE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TOUT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J’ÉTAIS À TOI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M’AS APPELÉ À TOI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 DONNÉ TA VIE POUR MOI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 RESSUSCITÉ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VRAINCRE LA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MORT PAR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COMME UN FEU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AMOUR COMME UN FEU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AMOUR COMME UN FEU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M’A SAISI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VIVANT DANS TA GRÂCE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QUE CHACUN VOIE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VIE RÉVÈLE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AUCUNE MONTAGNE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ME VAINCRA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TON AMOUR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PORTE À CHAQUE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TOUT GAGNÉ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TOUT GAGNÉ 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TOUT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GAGNÉ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TOUT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GAGNÉ POUR MOI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TON 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1887</Words>
  <Application>Microsoft Office PowerPoint</Application>
  <PresentationFormat>On-screen Show (4:3)</PresentationFormat>
  <Paragraphs>1579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USER</cp:lastModifiedBy>
  <cp:revision>159</cp:revision>
  <dcterms:created xsi:type="dcterms:W3CDTF">2002-08-17T10:50:50Z</dcterms:created>
  <dcterms:modified xsi:type="dcterms:W3CDTF">2017-12-31T10:31:40Z</dcterms:modified>
</cp:coreProperties>
</file>