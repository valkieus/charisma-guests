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0" r:id="rId2"/>
    <p:sldId id="271" r:id="rId3"/>
    <p:sldId id="272" r:id="rId4"/>
    <p:sldId id="273" r:id="rId5"/>
    <p:sldId id="274" r:id="rId6"/>
    <p:sldId id="281" r:id="rId7"/>
    <p:sldId id="275" r:id="rId8"/>
    <p:sldId id="276" r:id="rId9"/>
    <p:sldId id="277" r:id="rId10"/>
    <p:sldId id="278" r:id="rId11"/>
    <p:sldId id="279" r:id="rId12"/>
    <p:sldId id="280" r:id="rId13"/>
    <p:sldId id="285" r:id="rId14"/>
    <p:sldId id="286" r:id="rId15"/>
    <p:sldId id="287" r:id="rId16"/>
    <p:sldId id="288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8" autoAdjust="0"/>
    <p:restoredTop sz="49434" autoAdjust="0"/>
  </p:normalViewPr>
  <p:slideViewPr>
    <p:cSldViewPr>
      <p:cViewPr>
        <p:scale>
          <a:sx n="30" d="100"/>
          <a:sy n="30" d="100"/>
        </p:scale>
        <p:origin x="-3954" y="-6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A5829D5-C136-449E-BA52-65DAFD74C50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F3DA6B6-4EE6-4DB2-8619-8C605BC3470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
	5-  TON AMOUR N’ÉCHOUE PAS IL NE SE DÉSISTERA PAS 
	6-  IL NE ME LAISSERA PAS TOMBER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TON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	Refrain:
	5-  TON AMOUR N’ÉCHOUE PAS IL NE SE DÉSISTERA PAS 
	6-  IL NE ME LAISSERA PAS TOMBER </a:t>
            </a:r>
          </a:p>
          <a:p>
            <a:endParaRPr lang="fr-FR" altLang="fr-FR" smtClean="0"/>
          </a:p>
          <a:p>
            <a:r>
              <a:rPr lang="fr-FR" altLang="fr-FR" smtClean="0"/>
              <a:t>	7-  TON AMOUR </a:t>
            </a:r>
          </a:p>
          <a:p>
            <a:endParaRPr lang="fr-FR" altLang="fr-FR" smtClean="0"/>
          </a:p>
          <a:p>
            <a:r>
              <a:rPr lang="fr-FR" alt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 	Refrain</a:t>
            </a:r>
          </a:p>
          <a:p>
            <a:r>
              <a:rPr lang="fr-FR" alt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TON AMOUR N’ÉCHOUE PAS IL NE SE DÉSISTERA PAS 
	6-  IL NE ME LAISSERA PAS TOMBER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	Refrain:
	5-  TON AMOUR N’ÉCHOUE PAS IL NE SE DÉSISTERA PAS 
	6-  IL NE ME LAISSERA PAS TOMBER </a:t>
            </a:r>
          </a:p>
          <a:p>
            <a:endParaRPr lang="fr-FR" altLang="fr-FR" smtClean="0"/>
          </a:p>
          <a:p>
            <a:r>
              <a:rPr lang="fr-FR" altLang="fr-FR" smtClean="0"/>
              <a:t>	7-  TON AMOUR </a:t>
            </a:r>
          </a:p>
          <a:p>
            <a:endParaRPr lang="fr-FR" altLang="fr-FR" smtClean="0"/>
          </a:p>
          <a:p>
            <a:r>
              <a:rPr lang="fr-FR" alt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 	Refrain</a:t>
            </a:r>
          </a:p>
          <a:p>
            <a:r>
              <a:rPr lang="fr-FR" alt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TON AMOUR N’ÉCHOUE PAS IL NE SE DÉSISTERA PAS 
	6-  IL NE ME LAISSERA PAS TOMBER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	Refrain:
	5-  TON AMOUR N’ÉCHOUE PAS IL NE SE DÉSISTERA PAS 
	6-  IL NE ME LAISSERA PAS TOMBER </a:t>
            </a:r>
          </a:p>
          <a:p>
            <a:endParaRPr lang="fr-FR" altLang="fr-FR" smtClean="0"/>
          </a:p>
          <a:p>
            <a:r>
              <a:rPr lang="fr-FR" altLang="fr-FR" smtClean="0"/>
              <a:t>	7-  TON AMOUR </a:t>
            </a:r>
          </a:p>
          <a:p>
            <a:endParaRPr lang="fr-FR" altLang="fr-FR" smtClean="0"/>
          </a:p>
          <a:p>
            <a:r>
              <a:rPr lang="fr-FR" alt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 	Refrain</a:t>
            </a:r>
          </a:p>
          <a:p>
            <a:r>
              <a:rPr lang="fr-FR" alt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TON AMOUR N’ÉCHOUE PAS IL NE SE DÉSISTERA PAS 
	6-  IL NE ME LAISSERA PAS TOMBER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	Refrain:
	5-  TON AMOUR N’ÉCHOUE PAS IL NE SE DÉSISTERA PAS 
	6-  IL NE ME LAISSERA PAS TOMBER </a:t>
            </a:r>
          </a:p>
          <a:p>
            <a:endParaRPr lang="fr-FR" altLang="fr-FR" smtClean="0"/>
          </a:p>
          <a:p>
            <a:r>
              <a:rPr lang="fr-FR" altLang="fr-FR" smtClean="0"/>
              <a:t>	7-  TON AMOUR </a:t>
            </a:r>
          </a:p>
          <a:p>
            <a:endParaRPr lang="fr-FR" altLang="fr-FR" smtClean="0"/>
          </a:p>
          <a:p>
            <a:r>
              <a:rPr lang="fr-FR" alt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 	Refrain</a:t>
            </a:r>
          </a:p>
          <a:p>
            <a:r>
              <a:rPr lang="fr-FR" alt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
	5-  TON AMOUR N’ÉCHOUE PAS NE SE DÉSISTERA PAS 
	6-  IL NE ME LAISSERA PAS TOMBER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TON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 2:
8-  LOIN ET LOIN ET LOIN ET LOIN IL VA 
9-  IL N’Y A QUE LUI QUI PEUT RASSASIER MA SOIF 
10- JE N’AURAI PLUS JAMAIS BESOIN D’AVOIR PEUR 
11-  UNE CHOSE DEMEURE UNE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	Refrain:
	5-  TON AMOUR N’ÉCHOUE PAS IL NE SE DÉSISTERA PAS 
	6-  IL NE ME LAISSERA PAS TOMBER </a:t>
            </a:r>
          </a:p>
          <a:p>
            <a:endParaRPr lang="fr-FR" altLang="fr-FR" smtClean="0"/>
          </a:p>
          <a:p>
            <a:r>
              <a:rPr lang="fr-FR" altLang="fr-FR" smtClean="0"/>
              <a:t>	7-  TON AMOUR </a:t>
            </a:r>
          </a:p>
          <a:p>
            <a:endParaRPr lang="fr-FR" altLang="fr-FR" smtClean="0"/>
          </a:p>
          <a:p>
            <a:r>
              <a:rPr lang="fr-FR" alt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 	Refrain</a:t>
            </a:r>
          </a:p>
          <a:p>
            <a:r>
              <a:rPr lang="fr-FR" alt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
	5-  TON AMOUR N’ÉCHOUE PAS IL NE SE DÉSISTERA PAS 
	6-  IL NE ME LAISSERA PAS TOMBER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TON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	Refrain:
	5-  TON AMOUR N’ÉCHOUE PAS IL NE SE DÉSISTERA PAS 
	6-  IL NE ME LAISSERA PAS TOMBER </a:t>
            </a:r>
          </a:p>
          <a:p>
            <a:endParaRPr lang="fr-FR" altLang="fr-FR" smtClean="0"/>
          </a:p>
          <a:p>
            <a:r>
              <a:rPr lang="fr-FR" altLang="fr-FR" smtClean="0"/>
              <a:t>	7-  TON AMOUR </a:t>
            </a:r>
          </a:p>
          <a:p>
            <a:endParaRPr lang="fr-FR" altLang="fr-FR" smtClean="0"/>
          </a:p>
          <a:p>
            <a:r>
              <a:rPr lang="fr-FR" alt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 	Refrain</a:t>
            </a:r>
          </a:p>
          <a:p>
            <a:r>
              <a:rPr lang="fr-FR" alt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TON AMOUR N’ÉCHOUE PAS IL NE SE DÉSISTERA PAS 
	6-  IL NE ME LAISSERA PAS TOMBER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	Refrain:
	5-  TON AMOUR N’ÉCHOUE PAS IL NE SE DÉSISTERA PAS 
	6-  IL NE ME LAISSERA PAS TOMBER </a:t>
            </a:r>
          </a:p>
          <a:p>
            <a:endParaRPr lang="fr-FR" altLang="fr-FR" smtClean="0"/>
          </a:p>
          <a:p>
            <a:r>
              <a:rPr lang="fr-FR" altLang="fr-FR" smtClean="0"/>
              <a:t>	7-  TON AMOUR </a:t>
            </a:r>
          </a:p>
          <a:p>
            <a:endParaRPr lang="fr-FR" altLang="fr-FR" smtClean="0"/>
          </a:p>
          <a:p>
            <a:r>
              <a:rPr lang="fr-FR" alt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 	Refrain</a:t>
            </a:r>
          </a:p>
          <a:p>
            <a:r>
              <a:rPr lang="fr-FR" alt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TON AMOUR N’ÉCHOUE PAS IL NE SE DÉSISTERA PAS 
	6-  IL NE ME LAISSERA PAS TOMBER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	Refrain:
	5-  TON AMOUR N’ÉCHOUE PAS IL NE SE DÉSISTERA PAS 
	6-  IL NE ME LAISSERA PAS TOMBER </a:t>
            </a:r>
          </a:p>
          <a:p>
            <a:endParaRPr lang="fr-FR" altLang="fr-FR" smtClean="0"/>
          </a:p>
          <a:p>
            <a:r>
              <a:rPr lang="fr-FR" altLang="fr-FR" smtClean="0"/>
              <a:t>	7-  TON AMOUR </a:t>
            </a:r>
          </a:p>
          <a:p>
            <a:endParaRPr lang="fr-FR" altLang="fr-FR" smtClean="0"/>
          </a:p>
          <a:p>
            <a:r>
              <a:rPr lang="fr-FR" alt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 	Refrain</a:t>
            </a:r>
          </a:p>
          <a:p>
            <a:r>
              <a:rPr lang="fr-FR" alt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TON AMOUR N’ÉCHOUE PAS IL NE SE DÉSISTERA PAS 
	6-  IL NE ME LAISSERA PAS TOMBER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	Refrain:
	5-  TON AMOUR N’ÉCHOUE PAS IL NE SE DÉSISTERA PAS 
	6-  IL NE ME LAISSERA PAS TOMBER </a:t>
            </a:r>
          </a:p>
          <a:p>
            <a:endParaRPr lang="fr-FR" altLang="fr-FR" smtClean="0"/>
          </a:p>
          <a:p>
            <a:r>
              <a:rPr lang="fr-FR" altLang="fr-FR" smtClean="0"/>
              <a:t>	7-  TON AMOUR </a:t>
            </a:r>
          </a:p>
          <a:p>
            <a:endParaRPr lang="fr-FR" altLang="fr-FR" smtClean="0"/>
          </a:p>
          <a:p>
            <a:r>
              <a:rPr lang="fr-FR" alt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 	Refrain</a:t>
            </a:r>
          </a:p>
          <a:p>
            <a:r>
              <a:rPr lang="fr-FR" alt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
	5-  TON AMOUR N’ÉCHOUE PAS IL NE SE DÉSISTERA PAS 
	6-  IL NE ME LAISSERA PAS TOMBER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TON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	Refrain:
	5-  TON AMOUR N’ÉCHOUE PAS IL NE SE DÉSISTERA PAS 
	6-  IL NE ME LAISSERA PAS TOMBER </a:t>
            </a:r>
          </a:p>
          <a:p>
            <a:endParaRPr lang="fr-FR" altLang="fr-FR" smtClean="0"/>
          </a:p>
          <a:p>
            <a:r>
              <a:rPr lang="fr-FR" altLang="fr-FR" smtClean="0"/>
              <a:t>	7-  TON AMOUR </a:t>
            </a:r>
          </a:p>
          <a:p>
            <a:endParaRPr lang="fr-FR" altLang="fr-FR" smtClean="0"/>
          </a:p>
          <a:p>
            <a:r>
              <a:rPr lang="fr-FR" alt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 	Refrain</a:t>
            </a:r>
          </a:p>
          <a:p>
            <a:r>
              <a:rPr lang="fr-FR" alt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
	5-  TON AMOUR N’ÉCHOUE PAS IL NE SE DÉSISTERA PAS 
	6-  IL NE ME LAISSERA PAS TOMBER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TON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	Refrain:
	5-  TON AMOUR N’ÉCHOUE PAS IL NE SE DÉSISTERA PAS 
	6-  IL NE ME LAISSERA PAS TOMBER </a:t>
            </a:r>
          </a:p>
          <a:p>
            <a:endParaRPr lang="fr-FR" altLang="fr-FR" smtClean="0"/>
          </a:p>
          <a:p>
            <a:r>
              <a:rPr lang="fr-FR" altLang="fr-FR" smtClean="0"/>
              <a:t>	7-  TON AMOUR </a:t>
            </a:r>
          </a:p>
          <a:p>
            <a:endParaRPr lang="fr-FR" altLang="fr-FR" smtClean="0"/>
          </a:p>
          <a:p>
            <a:r>
              <a:rPr lang="fr-FR" alt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 	Refrain</a:t>
            </a:r>
          </a:p>
          <a:p>
            <a:r>
              <a:rPr lang="fr-FR" alt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TON AMOUR N’ÉCHOUE PAS IL NE SE DÉSISTERA PAS 
	6-  IL NE ME LAISSERA PAS TOMBER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	Refrain:
	5-  TON AMOUR N’ÉCHOUE PAS IL NE SE DÉSISTERA PAS 
	6-  IL NE ME LAISSERA PAS TOMBER </a:t>
            </a:r>
          </a:p>
          <a:p>
            <a:endParaRPr lang="fr-FR" altLang="fr-FR" smtClean="0"/>
          </a:p>
          <a:p>
            <a:r>
              <a:rPr lang="fr-FR" altLang="fr-FR" smtClean="0"/>
              <a:t>	7-  TON AMOUR </a:t>
            </a:r>
          </a:p>
          <a:p>
            <a:endParaRPr lang="fr-FR" altLang="fr-FR" smtClean="0"/>
          </a:p>
          <a:p>
            <a:r>
              <a:rPr lang="fr-FR" alt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 	Refrain</a:t>
            </a:r>
          </a:p>
          <a:p>
            <a:r>
              <a:rPr lang="fr-FR" alt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
	5-  TON AMOUR N’ÉCHOUE PAS IL NE SE DÉSISTERA PAS 
	6-  IL NE ME LAISSERA PAS TOMBER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TON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	Refrain:
	5-  TON AMOUR N’ÉCHOUE PAS IL NE SE DÉSISTERA PAS 
	6-  IL NE ME LAISSERA PAS TOMBER </a:t>
            </a:r>
          </a:p>
          <a:p>
            <a:endParaRPr lang="fr-FR" altLang="fr-FR" smtClean="0"/>
          </a:p>
          <a:p>
            <a:r>
              <a:rPr lang="fr-FR" altLang="fr-FR" smtClean="0"/>
              <a:t>	7-  TON AMOUR </a:t>
            </a:r>
          </a:p>
          <a:p>
            <a:endParaRPr lang="fr-FR" altLang="fr-FR" smtClean="0"/>
          </a:p>
          <a:p>
            <a:r>
              <a:rPr lang="fr-FR" alt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 	Refrain</a:t>
            </a:r>
          </a:p>
          <a:p>
            <a:r>
              <a:rPr lang="fr-FR" alt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TON AMOUR N’ÉCHOUE PAS IL NE SE DÉSISTERA PAS 
	6-  IL NE ME LAISSERA PAS TOMBER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	Refrain:
	5-  TON AMOUR N’ÉCHOUE PAS IL NE SE DÉSISTERA PAS 
	6-  IL NE ME LAISSERA PAS TOMBER </a:t>
            </a:r>
          </a:p>
          <a:p>
            <a:endParaRPr lang="fr-FR" altLang="fr-FR" smtClean="0"/>
          </a:p>
          <a:p>
            <a:r>
              <a:rPr lang="fr-FR" altLang="fr-FR" smtClean="0"/>
              <a:t>	7-  TON AMOUR </a:t>
            </a:r>
          </a:p>
          <a:p>
            <a:endParaRPr lang="fr-FR" altLang="fr-FR" smtClean="0"/>
          </a:p>
          <a:p>
            <a:r>
              <a:rPr lang="fr-FR" alt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 	Refrain</a:t>
            </a:r>
          </a:p>
          <a:p>
            <a:r>
              <a:rPr lang="fr-FR" alt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TON AMOUR N’ÉCHOUE PAS IL NE SE DÉSISTERA PAS 
	6-  IL NE ME LAISSERA PAS TOMBER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	Refrain:
	5-  TON AMOUR N’ÉCHOUE PAS IL NE SE DÉSISTERA PAS 
	6-  IL NE ME LAISSERA PAS TOMBER </a:t>
            </a:r>
          </a:p>
          <a:p>
            <a:endParaRPr lang="fr-FR" altLang="fr-FR" smtClean="0"/>
          </a:p>
          <a:p>
            <a:r>
              <a:rPr lang="fr-FR" altLang="fr-FR" smtClean="0"/>
              <a:t>	7-  TON AMOUR </a:t>
            </a:r>
          </a:p>
          <a:p>
            <a:endParaRPr lang="fr-FR" altLang="fr-FR" smtClean="0"/>
          </a:p>
          <a:p>
            <a:r>
              <a:rPr lang="fr-FR" alt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 	Refrain</a:t>
            </a:r>
          </a:p>
          <a:p>
            <a:r>
              <a:rPr lang="fr-FR" alt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TON AMOUR N’ÉCHOUE PAS IL NE SE DÉSISTERA PAS 
	6-  IL NE ME LAISSERA PAS TOMBER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TON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QUE LES MONTAGNES DEVANT TOI IL EST PLUS HAUT 
2-  PLUS FORT QUE LA PUISSANCE DU TOMBEAU 
3-  CONSTANT DANS L’ÉPREUVE ET CHANGEMENT 
4-  CETTE CHOSE DEMEURE CETTE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	Refrain:
	5-  TON AMOUR N’ÉCHOUE PAS IL NE SE DÉSISTERA PAS 
	6-  IL NE ME LAISSERA PAS TOMBER </a:t>
            </a:r>
          </a:p>
          <a:p>
            <a:endParaRPr lang="fr-FR" altLang="fr-FR" smtClean="0"/>
          </a:p>
          <a:p>
            <a:r>
              <a:rPr lang="fr-FR" altLang="fr-FR" smtClean="0"/>
              <a:t>	7-  TON AMOUR </a:t>
            </a:r>
          </a:p>
          <a:p>
            <a:endParaRPr lang="fr-FR" altLang="fr-FR" smtClean="0"/>
          </a:p>
          <a:p>
            <a:r>
              <a:rPr lang="fr-FR" altLang="fr-FR" smtClean="0"/>
              <a:t>Couplet 2:
8-  LOIN ET LOIN ET LOIN ET LOIN IL VA 
9-  IL N’Y A QUE LUI QUI PEUT RASSASIER MA SOIF 
10-  JE N’AURAI PLUS JAMAIS BESOIN D’AVOIR PEUR 
11-  UNE CHOSE DEMEURE UNE CHOSE DEMEURE </a:t>
            </a:r>
          </a:p>
          <a:p>
            <a:endParaRPr lang="fr-FR" altLang="fr-FR" smtClean="0"/>
          </a:p>
          <a:p>
            <a:r>
              <a:rPr lang="fr-FR" altLang="fr-FR" smtClean="0"/>
              <a:t> 	Refrain</a:t>
            </a:r>
          </a:p>
          <a:p>
            <a:r>
              <a:rPr lang="fr-FR" altLang="fr-FR" smtClean="0"/>
              <a:t>Pont:
12-  DANS LA MORT, DANS LA VIE JE SUIS CONFIANT ET PROTÉGÉ  
13-  PAR LA PUISSANCE  DE TON GRAND AMOUR 
14-  MA DETTE EST PAYÉE  
15-  PLUS RIEN NE PEUT SÉPARER MON CŒUR DE TON GRAND AMOUR 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18A715-FD91-4980-941B-896C6BA59B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098D84-DD65-46BC-AC3E-9BD3133B63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08513-AE18-478A-B601-7DC97EDD2F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ED17EC-92E5-489E-8D5F-7C6A3FBAE3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B5BA7-10C9-40B8-B45A-92C282B77D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6A64F9-C4E0-434A-BEB0-121022804A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6C2955-520B-4798-968A-839241CC9E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DF7597-AC6B-4891-898F-880642F2FA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A52B64-544D-4656-9C5D-1B87069C5C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72164B-77C8-4350-87B2-88AEC8AE51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8A523F-572A-4067-8EFA-5B132C9F55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FDD309D-B981-4212-B56E-B8E1F8BDBE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LES MONTAGNES DEVANT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PLUS HAUT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FORT QUE LA PUISSANCE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TOMBEAU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CONSTANT DANS L’ÉPREUVE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CHANGEMENT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CETTE CHOSE DEMEURE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CETTE CHOSE DEMEURE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N’ÉCHOUE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NE SE DÉSISTERA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NE ME LAISSERA PAS TOMBER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LOIN ET LOIN ET LOIN ET LOIN IL VA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N’Y A QUE LUI QUI PEUT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RASSASIER MA SOIF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N’AURAI PLUS JAMAIS BESOIN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D’AVOIR PEUR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CHOSE DEMEURE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CHOSE DEMEURE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LA MORT, DANS LA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CONFIANT ET PROTÉGÉ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LA PUISSANCE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DE TON GRAND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DETTE EST PAYÉE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RIEN NE PEUT SÉPARER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CŒUR DE TON GRAND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CHOSE DEMEURE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CHOSE DEMEURE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1586</TotalTime>
  <Words>533</Words>
  <Application>Microsoft Office PowerPoint</Application>
  <PresentationFormat>On-screen Show (4:3)</PresentationFormat>
  <Paragraphs>444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ge_yomo</cp:lastModifiedBy>
  <cp:revision>154</cp:revision>
  <dcterms:created xsi:type="dcterms:W3CDTF">2002-08-17T10:50:50Z</dcterms:created>
  <dcterms:modified xsi:type="dcterms:W3CDTF">2017-06-30T11:44:50Z</dcterms:modified>
</cp:coreProperties>
</file>