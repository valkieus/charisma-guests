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1" r:id="rId2"/>
    <p:sldId id="280" r:id="rId3"/>
    <p:sldId id="282" r:id="rId4"/>
    <p:sldId id="279" r:id="rId5"/>
    <p:sldId id="278" r:id="rId6"/>
    <p:sldId id="277" r:id="rId7"/>
    <p:sldId id="276" r:id="rId8"/>
    <p:sldId id="281" r:id="rId9"/>
    <p:sldId id="283" r:id="rId10"/>
    <p:sldId id="275" r:id="rId11"/>
    <p:sldId id="274" r:id="rId12"/>
    <p:sldId id="273" r:id="rId13"/>
    <p:sldId id="290" r:id="rId14"/>
    <p:sldId id="291" r:id="rId15"/>
    <p:sldId id="288" r:id="rId16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03" autoAdjust="0"/>
    <p:restoredTop sz="60521" autoAdjust="0"/>
  </p:normalViewPr>
  <p:slideViewPr>
    <p:cSldViewPr>
      <p:cViewPr varScale="1">
        <p:scale>
          <a:sx n="39" d="100"/>
          <a:sy n="39" d="100"/>
        </p:scale>
        <p:origin x="-124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34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B1A22E0-CE97-4F68-9E68-D98EAE5505A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F6FEE77-4DC1-4281-9940-FF9851E16039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1-LES CHOSES ANCIENNES SONT PASSÉES TON AMOUR N'A PAS CHANGÉ</a:t>
            </a:r>
          </a:p>
          <a:p>
            <a:r>
              <a:rPr lang="fr-FR" smtClean="0"/>
              <a:t>Old things have passed away Your love has stayed the same</a:t>
            </a:r>
          </a:p>
          <a:p>
            <a:r>
              <a:rPr lang="fr-FR" smtClean="0"/>
              <a:t>2-TA GRÂCE DEMEURE NOTRE ROCHER</a:t>
            </a:r>
          </a:p>
          <a:p>
            <a:r>
              <a:rPr lang="fr-FR" smtClean="0"/>
              <a:t>Your constant grace remains the cornerstone</a:t>
            </a:r>
          </a:p>
          <a:p>
            <a:r>
              <a:rPr lang="fr-FR" smtClean="0"/>
              <a:t>3-CE QUE NOUS CROYIONS FANÉ EST EN TOI RESSUSCITÉ</a:t>
            </a:r>
          </a:p>
          <a:p>
            <a:r>
              <a:rPr lang="fr-FR" smtClean="0"/>
              <a:t>Things that we thought were dead Are breathing in life again</a:t>
            </a:r>
          </a:p>
          <a:p>
            <a:r>
              <a:rPr lang="fr-FR" smtClean="0"/>
              <a:t>4-TU FAIS BRILLER TON FILS DANS LA NUIT</a:t>
            </a:r>
          </a:p>
          <a:p>
            <a:r>
              <a:rPr lang="fr-FR" smtClean="0"/>
              <a:t>You cause your Son to shine on darkest nights</a:t>
            </a:r>
          </a:p>
          <a:p>
            <a:endParaRPr lang="fr-FR" smtClean="0"/>
          </a:p>
          <a:p>
            <a:r>
              <a:rPr lang="fr-FR" smtClean="0"/>
              <a:t>5-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6-DANS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7-JÉSUS, NOUS T'AIMONS COMBIEN NOUS T'AIMONS</a:t>
            </a:r>
          </a:p>
          <a:p>
            <a:r>
              <a:rPr lang="fr-FR" smtClean="0"/>
              <a:t>	Jesus we love you  Oh how we love you</a:t>
            </a:r>
          </a:p>
          <a:p>
            <a:r>
              <a:rPr lang="fr-FR" smtClean="0"/>
              <a:t>	8-TU ES CELUI QUE NOS CŒURS ADORENT</a:t>
            </a:r>
          </a:p>
          <a:p>
            <a:r>
              <a:rPr lang="fr-FR" smtClean="0"/>
              <a:t>	You are the one our hearts adore</a:t>
            </a:r>
          </a:p>
          <a:p>
            <a:endParaRPr lang="fr-FR" smtClean="0"/>
          </a:p>
          <a:p>
            <a:r>
              <a:rPr lang="fr-FR" smtClean="0"/>
              <a:t>9-CHACUN RETROUVE L’ESPOIR LES ORPHELINS ONT UN TOIT</a:t>
            </a:r>
          </a:p>
          <a:p>
            <a:r>
              <a:rPr lang="fr-FR" smtClean="0"/>
              <a:t>The hopeless have found their hope The orphans now have a home</a:t>
            </a:r>
          </a:p>
          <a:p>
            <a:r>
              <a:rPr lang="fr-FR" smtClean="0"/>
              <a:t>10-TOUT CE QUE NOUS CHERCHONS SE TROUVE EN TOI </a:t>
            </a:r>
          </a:p>
          <a:p>
            <a:r>
              <a:rPr lang="fr-FR" smtClean="0"/>
              <a:t>All that was lost has found  Its place in you</a:t>
            </a:r>
          </a:p>
          <a:p>
            <a:r>
              <a:rPr lang="fr-FR" smtClean="0"/>
              <a:t>11-TU VIENS RELEVER NOS TÊTES TU NOUS DONNES TA FORCE PARFAITE </a:t>
            </a:r>
          </a:p>
          <a:p>
            <a:r>
              <a:rPr lang="fr-FR" smtClean="0"/>
              <a:t>You lift our weary head You make us strong instead</a:t>
            </a:r>
          </a:p>
          <a:p>
            <a:r>
              <a:rPr lang="fr-FR" smtClean="0"/>
              <a:t>12-TU PRENDS NOS DÉFAUTS ET TU NOUS RENDS PLUS BEAUX</a:t>
            </a:r>
          </a:p>
          <a:p>
            <a:r>
              <a:rPr lang="fr-FR" smtClean="0"/>
              <a:t>You took these rags and made us beautiful</a:t>
            </a:r>
          </a:p>
          <a:p>
            <a:endParaRPr lang="fr-FR" smtClean="0"/>
          </a:p>
          <a:p>
            <a:r>
              <a:rPr lang="fr-FR" smtClean="0"/>
              <a:t>13-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14-DANS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15-NOTRE AFFECTION, NOTRE PASSION  RÉPANDUES AUX PIEDS DE JÉSUS</a:t>
            </a:r>
          </a:p>
          <a:p>
            <a:r>
              <a:rPr lang="fr-FR" smtClean="0"/>
              <a:t>Our affection, our devotion  poured out on the feet of Jesus</a:t>
            </a:r>
          </a:p>
          <a:p>
            <a:endParaRPr lang="fr-FR" smtClean="0">
              <a:solidFill>
                <a:schemeClr val="bg1"/>
              </a:solidFill>
            </a:endParaRPr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1-LES CHOSES ANCIENNES SONT PASSÉES TON AMOUR N'A PAS CHANGÉ</a:t>
            </a:r>
          </a:p>
          <a:p>
            <a:r>
              <a:rPr lang="fr-FR" smtClean="0"/>
              <a:t>Old things have passed away Your love has stayed the same</a:t>
            </a:r>
          </a:p>
          <a:p>
            <a:r>
              <a:rPr lang="fr-FR" smtClean="0"/>
              <a:t>2-TA GRÂCE DEMEURE NOTRE ROCHER</a:t>
            </a:r>
          </a:p>
          <a:p>
            <a:r>
              <a:rPr lang="fr-FR" smtClean="0"/>
              <a:t>Your constant grace remains the cornerstone</a:t>
            </a:r>
          </a:p>
          <a:p>
            <a:r>
              <a:rPr lang="fr-FR" smtClean="0"/>
              <a:t>3-CE QUE NOUS CROYIONS FANÉ EST EN TOI RESSUSCITÉ</a:t>
            </a:r>
          </a:p>
          <a:p>
            <a:r>
              <a:rPr lang="fr-FR" smtClean="0"/>
              <a:t>Things that we thought were dead Are breathing in life again</a:t>
            </a:r>
          </a:p>
          <a:p>
            <a:r>
              <a:rPr lang="fr-FR" smtClean="0"/>
              <a:t>4-TU FAIS BRILLER TON FILS DANS LA NUIT</a:t>
            </a:r>
          </a:p>
          <a:p>
            <a:r>
              <a:rPr lang="fr-FR" smtClean="0"/>
              <a:t>You cause your Son to shine on darkest nights</a:t>
            </a:r>
          </a:p>
          <a:p>
            <a:endParaRPr lang="fr-FR" smtClean="0"/>
          </a:p>
          <a:p>
            <a:r>
              <a:rPr lang="fr-FR" smtClean="0"/>
              <a:t>5-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6-DANS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7-JÉSUS, NOUS T'AIMONS COMBIEN NOUS T'AIMONS</a:t>
            </a:r>
          </a:p>
          <a:p>
            <a:r>
              <a:rPr lang="fr-FR" smtClean="0"/>
              <a:t>	Jesus we love you  Oh how we love you</a:t>
            </a:r>
          </a:p>
          <a:p>
            <a:r>
              <a:rPr lang="fr-FR" smtClean="0"/>
              <a:t>	8-TU ES CELUI QUE NOS CŒURS ADORENT</a:t>
            </a:r>
          </a:p>
          <a:p>
            <a:r>
              <a:rPr lang="fr-FR" smtClean="0"/>
              <a:t>	You are the one our hearts adore</a:t>
            </a:r>
          </a:p>
          <a:p>
            <a:endParaRPr lang="fr-FR" smtClean="0"/>
          </a:p>
          <a:p>
            <a:r>
              <a:rPr lang="fr-FR" smtClean="0"/>
              <a:t>9-CHACUN RETROUVE L’ESPOIR LES ORPHELINS ONT UN TOIT</a:t>
            </a:r>
          </a:p>
          <a:p>
            <a:r>
              <a:rPr lang="fr-FR" smtClean="0"/>
              <a:t>The hopeless have found their hope The orphans now have a home</a:t>
            </a:r>
          </a:p>
          <a:p>
            <a:r>
              <a:rPr lang="fr-FR" smtClean="0"/>
              <a:t>10-TOUT CE QUE NOUS CHERCHONS SE TROUVE EN TOI </a:t>
            </a:r>
          </a:p>
          <a:p>
            <a:r>
              <a:rPr lang="fr-FR" smtClean="0"/>
              <a:t>All that was lost has found  Its place in you</a:t>
            </a:r>
          </a:p>
          <a:p>
            <a:r>
              <a:rPr lang="fr-FR" smtClean="0"/>
              <a:t>11-TU VIENS RELEVER NOS TÊTES TU NOUS DONNES TA FORCE PARFAITE </a:t>
            </a:r>
          </a:p>
          <a:p>
            <a:r>
              <a:rPr lang="fr-FR" smtClean="0"/>
              <a:t>You lift our weary head You make us strong instead</a:t>
            </a:r>
          </a:p>
          <a:p>
            <a:r>
              <a:rPr lang="fr-FR" smtClean="0"/>
              <a:t>12-TU PRENDS NOS DÉFAUTS ET TU NOUS RENDS PLUS BEAUX</a:t>
            </a:r>
          </a:p>
          <a:p>
            <a:r>
              <a:rPr lang="fr-FR" smtClean="0"/>
              <a:t>You took these rags and made us beautiful</a:t>
            </a:r>
          </a:p>
          <a:p>
            <a:endParaRPr lang="fr-FR" smtClean="0"/>
          </a:p>
          <a:p>
            <a:r>
              <a:rPr lang="fr-FR" smtClean="0"/>
              <a:t>13-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14-DANS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15-NOTRE AFFECTION, NOTRE PASSION  RÉPANDUES AUX PIEDS DE JÉSUS</a:t>
            </a:r>
          </a:p>
          <a:p>
            <a:r>
              <a:rPr lang="fr-FR" smtClean="0"/>
              <a:t>Our affection, our devotion  poured out on the feet of Jesus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1-LES CHOSES ANCIENNES SONT PASSÉES TON AMOUR N'A PAS CHANGÉ</a:t>
            </a:r>
          </a:p>
          <a:p>
            <a:r>
              <a:rPr lang="fr-FR" smtClean="0"/>
              <a:t>Old things have passed away Your love has stayed the same</a:t>
            </a:r>
          </a:p>
          <a:p>
            <a:r>
              <a:rPr lang="fr-FR" smtClean="0"/>
              <a:t>2-TA GRÂCE DEMEURE NOTRE ROCHER</a:t>
            </a:r>
          </a:p>
          <a:p>
            <a:r>
              <a:rPr lang="fr-FR" smtClean="0"/>
              <a:t>Your constant grace remains the cornerstone</a:t>
            </a:r>
          </a:p>
          <a:p>
            <a:r>
              <a:rPr lang="fr-FR" smtClean="0"/>
              <a:t>3-CE QUE NOUS CROYIONS FANÉ EST EN TOI RESSUSCITÉ</a:t>
            </a:r>
          </a:p>
          <a:p>
            <a:r>
              <a:rPr lang="fr-FR" smtClean="0"/>
              <a:t>Things that we thought were dead Are breathing in life again</a:t>
            </a:r>
          </a:p>
          <a:p>
            <a:r>
              <a:rPr lang="fr-FR" smtClean="0"/>
              <a:t>4-TU FAIS BRILLER TON FILS DANS LA NUIT</a:t>
            </a:r>
          </a:p>
          <a:p>
            <a:r>
              <a:rPr lang="fr-FR" smtClean="0"/>
              <a:t>You cause your Son to shine on darkest nights</a:t>
            </a:r>
          </a:p>
          <a:p>
            <a:endParaRPr lang="fr-FR" smtClean="0"/>
          </a:p>
          <a:p>
            <a:r>
              <a:rPr lang="fr-FR" smtClean="0"/>
              <a:t>5-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6-DANS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7-JÉSUS, NOUS T'AIMONS COMBIEN NOUS T'AIMONS</a:t>
            </a:r>
          </a:p>
          <a:p>
            <a:r>
              <a:rPr lang="fr-FR" smtClean="0"/>
              <a:t>	Jesus we love you  Oh how we love you</a:t>
            </a:r>
          </a:p>
          <a:p>
            <a:r>
              <a:rPr lang="fr-FR" smtClean="0"/>
              <a:t>	8-TU ES CELUI QUE NOS CŒURS ADORENT</a:t>
            </a:r>
          </a:p>
          <a:p>
            <a:r>
              <a:rPr lang="fr-FR" smtClean="0"/>
              <a:t>	You are the one our hearts adore</a:t>
            </a:r>
          </a:p>
          <a:p>
            <a:endParaRPr lang="fr-FR" smtClean="0"/>
          </a:p>
          <a:p>
            <a:r>
              <a:rPr lang="fr-FR" smtClean="0"/>
              <a:t>9-CHACUN RETROUVE L’ESPOIR LES ORPHELINS ONT UN TOIT</a:t>
            </a:r>
          </a:p>
          <a:p>
            <a:r>
              <a:rPr lang="fr-FR" smtClean="0"/>
              <a:t>The hopeless have found their hope The orphans now have a home</a:t>
            </a:r>
          </a:p>
          <a:p>
            <a:r>
              <a:rPr lang="fr-FR" smtClean="0"/>
              <a:t>10-TOUT CE QUE NOUS CHERCHONS SE TROUVE EN TOI </a:t>
            </a:r>
          </a:p>
          <a:p>
            <a:r>
              <a:rPr lang="fr-FR" smtClean="0"/>
              <a:t>All that was lost has found  Its place in you</a:t>
            </a:r>
          </a:p>
          <a:p>
            <a:r>
              <a:rPr lang="fr-FR" smtClean="0"/>
              <a:t>11-TU VIENS RELEVER NOS TÊTES TU NOUS DONNES TA FORCE PARFAITE </a:t>
            </a:r>
          </a:p>
          <a:p>
            <a:r>
              <a:rPr lang="fr-FR" smtClean="0"/>
              <a:t>You lift our weary head You make us strong instead</a:t>
            </a:r>
          </a:p>
          <a:p>
            <a:r>
              <a:rPr lang="fr-FR" smtClean="0"/>
              <a:t>12-TU PRENDS NOS DÉFAUTS ET TU NOUS RENDS PLUS BEAUX</a:t>
            </a:r>
          </a:p>
          <a:p>
            <a:r>
              <a:rPr lang="fr-FR" smtClean="0"/>
              <a:t>You took these rags and made us beautiful</a:t>
            </a:r>
          </a:p>
          <a:p>
            <a:endParaRPr lang="fr-FR" smtClean="0"/>
          </a:p>
          <a:p>
            <a:r>
              <a:rPr lang="fr-FR" smtClean="0"/>
              <a:t>13-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14-DANS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15-NOTRE AFFECTION, NOTRE PASSION  RÉPANDUES AUX PIEDS DE JÉSUS</a:t>
            </a:r>
          </a:p>
          <a:p>
            <a:r>
              <a:rPr lang="fr-FR" smtClean="0"/>
              <a:t>Our affection, our devotion  poured out on the feet of Jesus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1-LES CHOSES ANCIENNES SONT PASSÉES TON AMOUR N'A PAS CHANGÉ</a:t>
            </a:r>
          </a:p>
          <a:p>
            <a:r>
              <a:rPr lang="fr-FR" smtClean="0"/>
              <a:t>Old things have passed away Your love has stayed the same</a:t>
            </a:r>
          </a:p>
          <a:p>
            <a:r>
              <a:rPr lang="fr-FR" smtClean="0"/>
              <a:t>2-TA GRÂCE DEMEURE NOTRE ROCHER</a:t>
            </a:r>
          </a:p>
          <a:p>
            <a:r>
              <a:rPr lang="fr-FR" smtClean="0"/>
              <a:t>Your constant grace remains the cornerstone</a:t>
            </a:r>
          </a:p>
          <a:p>
            <a:r>
              <a:rPr lang="fr-FR" smtClean="0"/>
              <a:t>3-CE QUE NOUS CROYIONS FANÉ EST EN TOI RESSUSCITÉ</a:t>
            </a:r>
          </a:p>
          <a:p>
            <a:r>
              <a:rPr lang="fr-FR" smtClean="0"/>
              <a:t>Things that we thought were dead Are breathing in life again</a:t>
            </a:r>
          </a:p>
          <a:p>
            <a:r>
              <a:rPr lang="fr-FR" smtClean="0"/>
              <a:t>4-TU FAIS BRILLER TON FILS DANS LA NUIT</a:t>
            </a:r>
          </a:p>
          <a:p>
            <a:r>
              <a:rPr lang="fr-FR" smtClean="0"/>
              <a:t>You cause your Son to shine on darkest nights</a:t>
            </a:r>
          </a:p>
          <a:p>
            <a:endParaRPr lang="fr-FR" smtClean="0"/>
          </a:p>
          <a:p>
            <a:r>
              <a:rPr lang="fr-FR" smtClean="0"/>
              <a:t>5-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6-DANS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7-JÉSUS, NOUS T'AIMONS COMBIEN NOUS T'AIMONS</a:t>
            </a:r>
          </a:p>
          <a:p>
            <a:r>
              <a:rPr lang="fr-FR" smtClean="0"/>
              <a:t>	Jesus we love you  Oh how we love you</a:t>
            </a:r>
          </a:p>
          <a:p>
            <a:r>
              <a:rPr lang="fr-FR" smtClean="0"/>
              <a:t>	8-TU ES CELUI QUE NOS CŒURS ADORENT</a:t>
            </a:r>
          </a:p>
          <a:p>
            <a:r>
              <a:rPr lang="fr-FR" smtClean="0"/>
              <a:t>	You are the one our hearts adore</a:t>
            </a:r>
          </a:p>
          <a:p>
            <a:endParaRPr lang="fr-FR" smtClean="0"/>
          </a:p>
          <a:p>
            <a:r>
              <a:rPr lang="fr-FR" smtClean="0"/>
              <a:t>9-CHACUN RETROUVE L’ESPOIR LES ORPHELINS ONT UN TOIT</a:t>
            </a:r>
          </a:p>
          <a:p>
            <a:r>
              <a:rPr lang="fr-FR" smtClean="0"/>
              <a:t>The hopeless have found their hope The orphans now have a home</a:t>
            </a:r>
          </a:p>
          <a:p>
            <a:r>
              <a:rPr lang="fr-FR" smtClean="0"/>
              <a:t>10-TOUT CE QUE NOUS CHERCHONS SE TROUVE EN TOI </a:t>
            </a:r>
          </a:p>
          <a:p>
            <a:r>
              <a:rPr lang="fr-FR" smtClean="0"/>
              <a:t>All that was lost has found  Its place in you</a:t>
            </a:r>
          </a:p>
          <a:p>
            <a:r>
              <a:rPr lang="fr-FR" smtClean="0"/>
              <a:t>11-TU VIENS RELEVER NOS TÊTES TU NOUS DONNES TA FORCE PARFAITE </a:t>
            </a:r>
          </a:p>
          <a:p>
            <a:r>
              <a:rPr lang="fr-FR" smtClean="0"/>
              <a:t>You lift our weary head You make us strong instead</a:t>
            </a:r>
          </a:p>
          <a:p>
            <a:r>
              <a:rPr lang="fr-FR" smtClean="0"/>
              <a:t>12-TU PRENDS NOS DÉFAUTS ET TU NOUS RENDS PLUS BEAUX</a:t>
            </a:r>
          </a:p>
          <a:p>
            <a:r>
              <a:rPr lang="fr-FR" smtClean="0"/>
              <a:t>You took these rags and made us beautiful</a:t>
            </a:r>
          </a:p>
          <a:p>
            <a:endParaRPr lang="fr-FR" smtClean="0"/>
          </a:p>
          <a:p>
            <a:r>
              <a:rPr lang="fr-FR" smtClean="0"/>
              <a:t>13-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14-DANS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15-NOTRE AFFECTION, NOTRE PASSION  RÉPANDUES AUX PIEDS DE JÉSUS</a:t>
            </a:r>
          </a:p>
          <a:p>
            <a:r>
              <a:rPr lang="fr-FR" smtClean="0"/>
              <a:t>Our affection, our devotion  poured out on the feet of Jesus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1-LES CHOSES ANCIENNES SONT PASSÉES TON AMOUR N'A PAS CHANGÉ</a:t>
            </a:r>
          </a:p>
          <a:p>
            <a:r>
              <a:rPr lang="fr-FR" smtClean="0"/>
              <a:t>Old things have passed away Your love has stayed the same</a:t>
            </a:r>
          </a:p>
          <a:p>
            <a:r>
              <a:rPr lang="fr-FR" smtClean="0"/>
              <a:t>2-TA GRÂCE DEMEURE NOTRE ROCHER</a:t>
            </a:r>
          </a:p>
          <a:p>
            <a:r>
              <a:rPr lang="fr-FR" smtClean="0"/>
              <a:t>Your constant grace remains the cornerstone</a:t>
            </a:r>
          </a:p>
          <a:p>
            <a:r>
              <a:rPr lang="fr-FR" smtClean="0"/>
              <a:t>3-CE QUE NOUS CROYIONS FANÉ EST EN TOI RESSUSCITÉ</a:t>
            </a:r>
          </a:p>
          <a:p>
            <a:r>
              <a:rPr lang="fr-FR" smtClean="0"/>
              <a:t>Things that we thought were dead Are breathing in life again</a:t>
            </a:r>
          </a:p>
          <a:p>
            <a:r>
              <a:rPr lang="fr-FR" smtClean="0"/>
              <a:t>4-TU FAIS BRILLER TON FILS DANS LA NUIT</a:t>
            </a:r>
          </a:p>
          <a:p>
            <a:r>
              <a:rPr lang="fr-FR" smtClean="0"/>
              <a:t>You cause your Son to shine on darkest nights</a:t>
            </a:r>
          </a:p>
          <a:p>
            <a:endParaRPr lang="fr-FR" smtClean="0"/>
          </a:p>
          <a:p>
            <a:r>
              <a:rPr lang="fr-FR" smtClean="0"/>
              <a:t>5-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6-DANS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7-JÉSUS, NOUS T'AIMONS COMBIEN NOUS T'AIMONS</a:t>
            </a:r>
          </a:p>
          <a:p>
            <a:r>
              <a:rPr lang="fr-FR" smtClean="0"/>
              <a:t>	Jesus we love you  Oh how we love you</a:t>
            </a:r>
          </a:p>
          <a:p>
            <a:r>
              <a:rPr lang="fr-FR" smtClean="0"/>
              <a:t>	8-TU ES CELUI QUE NOS CŒURS ADORENT</a:t>
            </a:r>
          </a:p>
          <a:p>
            <a:r>
              <a:rPr lang="fr-FR" smtClean="0"/>
              <a:t>	You are the one our hearts adore</a:t>
            </a:r>
          </a:p>
          <a:p>
            <a:endParaRPr lang="fr-FR" smtClean="0"/>
          </a:p>
          <a:p>
            <a:r>
              <a:rPr lang="fr-FR" smtClean="0"/>
              <a:t>9-CHACUN RETROUVE L’ESPOIR LES ORPHELINS ONT UN TOIT</a:t>
            </a:r>
          </a:p>
          <a:p>
            <a:r>
              <a:rPr lang="fr-FR" smtClean="0"/>
              <a:t>The hopeless have found their hope The orphans now have a home</a:t>
            </a:r>
          </a:p>
          <a:p>
            <a:r>
              <a:rPr lang="fr-FR" smtClean="0"/>
              <a:t>10-TOUT CE QUE NOUS CHERCHONS SE TROUVE EN TOI </a:t>
            </a:r>
          </a:p>
          <a:p>
            <a:r>
              <a:rPr lang="fr-FR" smtClean="0"/>
              <a:t>All that was lost has found  Its place in you</a:t>
            </a:r>
          </a:p>
          <a:p>
            <a:r>
              <a:rPr lang="fr-FR" smtClean="0"/>
              <a:t>11-TU VIENS RELEVER NOS TÊTES TU NOUS DONNES TA FORCE PARFAITE </a:t>
            </a:r>
          </a:p>
          <a:p>
            <a:r>
              <a:rPr lang="fr-FR" smtClean="0"/>
              <a:t>You lift our weary head You make us strong instead</a:t>
            </a:r>
          </a:p>
          <a:p>
            <a:r>
              <a:rPr lang="fr-FR" smtClean="0"/>
              <a:t>12-TU PRENDS NOS DÉFAUTS ET TU NOUS RENDS PLUS BEAUX</a:t>
            </a:r>
          </a:p>
          <a:p>
            <a:r>
              <a:rPr lang="fr-FR" smtClean="0"/>
              <a:t>You took these rags and made us beautiful</a:t>
            </a:r>
          </a:p>
          <a:p>
            <a:endParaRPr lang="fr-FR" smtClean="0"/>
          </a:p>
          <a:p>
            <a:r>
              <a:rPr lang="fr-FR" smtClean="0"/>
              <a:t>13-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14-DANS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15-NOTRE AFFECTION, NOTRE PASSION  RÉPANDUES AUX PIEDS DE JÉSUS</a:t>
            </a:r>
          </a:p>
          <a:p>
            <a:r>
              <a:rPr lang="fr-FR" smtClean="0"/>
              <a:t>Our affection, our devotion  poured out on the feet of Jesus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1-LES CHOSES ANCIENNES SONT PASSÉES TON AMOUR N'A PAS CHANGÉ</a:t>
            </a:r>
          </a:p>
          <a:p>
            <a:r>
              <a:rPr lang="fr-FR" smtClean="0"/>
              <a:t>Old things have passed away Your love has stayed the same</a:t>
            </a:r>
          </a:p>
          <a:p>
            <a:r>
              <a:rPr lang="fr-FR" smtClean="0"/>
              <a:t>2-TA GRÂCE DEMEURE NOTRE ROCHER</a:t>
            </a:r>
          </a:p>
          <a:p>
            <a:r>
              <a:rPr lang="fr-FR" smtClean="0"/>
              <a:t>Your constant grace remains the cornerstone</a:t>
            </a:r>
          </a:p>
          <a:p>
            <a:r>
              <a:rPr lang="fr-FR" smtClean="0"/>
              <a:t>3-CE QUE NOUS CROYIONS FANÉ EST EN TOI RESSUSCITÉ</a:t>
            </a:r>
          </a:p>
          <a:p>
            <a:r>
              <a:rPr lang="fr-FR" smtClean="0"/>
              <a:t>Things that we thought were dead Are breathing in life again</a:t>
            </a:r>
          </a:p>
          <a:p>
            <a:r>
              <a:rPr lang="fr-FR" smtClean="0"/>
              <a:t>4-TU FAIS BRILLER TON FILS DANS LA NUIT</a:t>
            </a:r>
          </a:p>
          <a:p>
            <a:r>
              <a:rPr lang="fr-FR" smtClean="0"/>
              <a:t>You cause your Son to shine on darkest nights</a:t>
            </a:r>
          </a:p>
          <a:p>
            <a:endParaRPr lang="fr-FR" smtClean="0"/>
          </a:p>
          <a:p>
            <a:r>
              <a:rPr lang="fr-FR" smtClean="0"/>
              <a:t>5-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6-DANS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7-JÉSUS, NOUS T'AIMONS COMBIEN NOUS T'AIMONS</a:t>
            </a:r>
          </a:p>
          <a:p>
            <a:r>
              <a:rPr lang="fr-FR" smtClean="0"/>
              <a:t>	Jesus we love you  Oh how we love you</a:t>
            </a:r>
          </a:p>
          <a:p>
            <a:r>
              <a:rPr lang="fr-FR" smtClean="0"/>
              <a:t>	8-TU ES CELUI QUE NOS CŒURS ADORENT</a:t>
            </a:r>
          </a:p>
          <a:p>
            <a:r>
              <a:rPr lang="fr-FR" smtClean="0"/>
              <a:t>	You are the one our hearts adore</a:t>
            </a:r>
          </a:p>
          <a:p>
            <a:endParaRPr lang="fr-FR" smtClean="0"/>
          </a:p>
          <a:p>
            <a:r>
              <a:rPr lang="fr-FR" smtClean="0"/>
              <a:t>9-CHACUN RETROUVE L’ESPOIR LES ORPHELINS ONT UN TOIT</a:t>
            </a:r>
          </a:p>
          <a:p>
            <a:r>
              <a:rPr lang="fr-FR" smtClean="0"/>
              <a:t>The hopeless have found their hope The orphans now have a home</a:t>
            </a:r>
          </a:p>
          <a:p>
            <a:r>
              <a:rPr lang="fr-FR" smtClean="0"/>
              <a:t>10-TOUT CE QUE NOUS CHERCHONS SE TROUVE EN TOI </a:t>
            </a:r>
          </a:p>
          <a:p>
            <a:r>
              <a:rPr lang="fr-FR" smtClean="0"/>
              <a:t>All that was lost has found  Its place in you</a:t>
            </a:r>
          </a:p>
          <a:p>
            <a:r>
              <a:rPr lang="fr-FR" smtClean="0"/>
              <a:t>11-TU VIENS RELEVER NOS TÊTES TU NOUS DONNES TA FORCE PARFAITE </a:t>
            </a:r>
          </a:p>
          <a:p>
            <a:r>
              <a:rPr lang="fr-FR" smtClean="0"/>
              <a:t>You lift our weary head You make us strong instead</a:t>
            </a:r>
          </a:p>
          <a:p>
            <a:r>
              <a:rPr lang="fr-FR" smtClean="0"/>
              <a:t>12-TU PRENDS NOS DÉFAUTS ET TU NOUS RENDS PLUS BEAUX</a:t>
            </a:r>
          </a:p>
          <a:p>
            <a:r>
              <a:rPr lang="fr-FR" smtClean="0"/>
              <a:t>You took these rags and made us beautiful</a:t>
            </a:r>
          </a:p>
          <a:p>
            <a:endParaRPr lang="fr-FR" smtClean="0"/>
          </a:p>
          <a:p>
            <a:r>
              <a:rPr lang="fr-FR" smtClean="0"/>
              <a:t>13-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14-DANS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15-NOTRE AFFECTION, NOTRE PASSION  RÉPANDUES AUX PIEDS DE JÉSUS</a:t>
            </a:r>
          </a:p>
          <a:p>
            <a:r>
              <a:rPr lang="fr-FR" smtClean="0"/>
              <a:t>Our affection, our devotion  poured out on the feet of Jesus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1-LES CHOSES ANCIENNES SONT PASSÉES TON AMOUR N'A PAS CHANGÉ</a:t>
            </a:r>
          </a:p>
          <a:p>
            <a:r>
              <a:rPr lang="fr-FR" smtClean="0"/>
              <a:t>Old things have passed away Your love has stayed the same</a:t>
            </a:r>
          </a:p>
          <a:p>
            <a:r>
              <a:rPr lang="fr-FR" smtClean="0"/>
              <a:t>2-TA GRÂCE DEMEURE NOTRE ROCHER</a:t>
            </a:r>
          </a:p>
          <a:p>
            <a:r>
              <a:rPr lang="fr-FR" smtClean="0"/>
              <a:t>Your constant grace remains the cornerstone</a:t>
            </a:r>
          </a:p>
          <a:p>
            <a:r>
              <a:rPr lang="fr-FR" smtClean="0"/>
              <a:t>3-CE QUE NOUS CROYIONS FANÉ EST EN TOI RESSUSCITÉ</a:t>
            </a:r>
          </a:p>
          <a:p>
            <a:r>
              <a:rPr lang="fr-FR" smtClean="0"/>
              <a:t>Things that we thought were dead Are breathing in life again</a:t>
            </a:r>
          </a:p>
          <a:p>
            <a:r>
              <a:rPr lang="fr-FR" smtClean="0"/>
              <a:t>4-TU FAIS BRILLER TON FILS DANS LA NUIT</a:t>
            </a:r>
          </a:p>
          <a:p>
            <a:r>
              <a:rPr lang="fr-FR" smtClean="0"/>
              <a:t>You cause your Son to shine on darkest nights</a:t>
            </a:r>
          </a:p>
          <a:p>
            <a:endParaRPr lang="fr-FR" smtClean="0"/>
          </a:p>
          <a:p>
            <a:r>
              <a:rPr lang="fr-FR" smtClean="0"/>
              <a:t>5-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6-DANS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7-JÉSUS, NOUS T'AIMONS COMBIEN NOUS T'AIMONS</a:t>
            </a:r>
          </a:p>
          <a:p>
            <a:r>
              <a:rPr lang="fr-FR" smtClean="0"/>
              <a:t>	Jesus we love you  Oh how we love you</a:t>
            </a:r>
          </a:p>
          <a:p>
            <a:r>
              <a:rPr lang="fr-FR" smtClean="0"/>
              <a:t>	8-TU ES CELUI QUE NOS CŒURS ADORENT</a:t>
            </a:r>
          </a:p>
          <a:p>
            <a:r>
              <a:rPr lang="fr-FR" smtClean="0"/>
              <a:t>	You are the one our hearts adore</a:t>
            </a:r>
          </a:p>
          <a:p>
            <a:endParaRPr lang="fr-FR" smtClean="0"/>
          </a:p>
          <a:p>
            <a:r>
              <a:rPr lang="fr-FR" smtClean="0"/>
              <a:t>9-CHACUN RETROUVE L’ESPOIR LES ORPHELINS ONT UN TOIT</a:t>
            </a:r>
          </a:p>
          <a:p>
            <a:r>
              <a:rPr lang="fr-FR" smtClean="0"/>
              <a:t>The hopeless have found their hope The orphans now have a home</a:t>
            </a:r>
          </a:p>
          <a:p>
            <a:r>
              <a:rPr lang="fr-FR" smtClean="0"/>
              <a:t>10-TOUT CE QUE NOUS CHERCHONS SE TROUVE EN TOI </a:t>
            </a:r>
          </a:p>
          <a:p>
            <a:r>
              <a:rPr lang="fr-FR" smtClean="0"/>
              <a:t>All that was lost has found  Its place in you</a:t>
            </a:r>
          </a:p>
          <a:p>
            <a:r>
              <a:rPr lang="fr-FR" smtClean="0"/>
              <a:t>11-TU VIENS RELEVER NOS TÊTES TU NOUS DONNES TA FORCE PARFAITE </a:t>
            </a:r>
          </a:p>
          <a:p>
            <a:r>
              <a:rPr lang="fr-FR" smtClean="0"/>
              <a:t>You lift our weary head You make us strong instead</a:t>
            </a:r>
          </a:p>
          <a:p>
            <a:r>
              <a:rPr lang="fr-FR" smtClean="0"/>
              <a:t>12-TU PRENDS NOS DÉFAUTS ET TU NOUS RENDS PLUS BEAUX</a:t>
            </a:r>
          </a:p>
          <a:p>
            <a:r>
              <a:rPr lang="fr-FR" smtClean="0"/>
              <a:t>You took these rags and made us beautiful</a:t>
            </a:r>
          </a:p>
          <a:p>
            <a:endParaRPr lang="fr-FR" smtClean="0"/>
          </a:p>
          <a:p>
            <a:r>
              <a:rPr lang="fr-FR" smtClean="0"/>
              <a:t>13-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14-DANS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15-NOTRE AFFECTION, NOTRE PASSION  RÉPANDUES AUX PIEDS DE JÉSUS</a:t>
            </a:r>
          </a:p>
          <a:p>
            <a:r>
              <a:rPr lang="fr-FR" smtClean="0"/>
              <a:t>Our affection, our devotion  poured out on the feet of Jesus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1-LES CHOSES ANCIENNES SONT PASSÉES TON AMOUR N'A PAS CHANGÉ</a:t>
            </a:r>
          </a:p>
          <a:p>
            <a:r>
              <a:rPr lang="fr-FR" smtClean="0"/>
              <a:t>Old things have passed away Your love has stayed the same</a:t>
            </a:r>
          </a:p>
          <a:p>
            <a:r>
              <a:rPr lang="fr-FR" smtClean="0"/>
              <a:t>2-TA GRÂCE DEMEURE NOTRE ROCHER</a:t>
            </a:r>
          </a:p>
          <a:p>
            <a:r>
              <a:rPr lang="fr-FR" smtClean="0"/>
              <a:t>Your constant grace remains the cornerstone</a:t>
            </a:r>
          </a:p>
          <a:p>
            <a:r>
              <a:rPr lang="fr-FR" smtClean="0"/>
              <a:t>3-CE QUE NOUS CROYIONS FANÉ EST EN TOI RESSUSCITÉ</a:t>
            </a:r>
          </a:p>
          <a:p>
            <a:r>
              <a:rPr lang="fr-FR" smtClean="0"/>
              <a:t>Things that we thought were dead Are breathing in life again</a:t>
            </a:r>
          </a:p>
          <a:p>
            <a:r>
              <a:rPr lang="fr-FR" smtClean="0"/>
              <a:t>4-TU FAIS BRILLER TON FILS DANS LA NUIT</a:t>
            </a:r>
          </a:p>
          <a:p>
            <a:r>
              <a:rPr lang="fr-FR" smtClean="0"/>
              <a:t>You cause your Son to shine on darkest nights</a:t>
            </a:r>
          </a:p>
          <a:p>
            <a:endParaRPr lang="fr-FR" smtClean="0"/>
          </a:p>
          <a:p>
            <a:r>
              <a:rPr lang="fr-FR" smtClean="0"/>
              <a:t>5-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6-DANS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7-JÉSUS, NOUS T'AIMONS COMBIEN NOUS T'AIMONS</a:t>
            </a:r>
          </a:p>
          <a:p>
            <a:r>
              <a:rPr lang="fr-FR" smtClean="0"/>
              <a:t>	Jesus we love you  Oh how we love you</a:t>
            </a:r>
          </a:p>
          <a:p>
            <a:r>
              <a:rPr lang="fr-FR" smtClean="0"/>
              <a:t>	8-TU ES CELUI QUE NOS CŒURS ADORENT</a:t>
            </a:r>
          </a:p>
          <a:p>
            <a:r>
              <a:rPr lang="fr-FR" smtClean="0"/>
              <a:t>	You are the one our hearts adore</a:t>
            </a:r>
          </a:p>
          <a:p>
            <a:endParaRPr lang="fr-FR" smtClean="0"/>
          </a:p>
          <a:p>
            <a:r>
              <a:rPr lang="fr-FR" smtClean="0"/>
              <a:t>9-CHACUN RETROUVE L’ESPOIR LES ORPHELINS ONT UN TOIT</a:t>
            </a:r>
          </a:p>
          <a:p>
            <a:r>
              <a:rPr lang="fr-FR" smtClean="0"/>
              <a:t>The hopeless have found their hope The orphans now have a home</a:t>
            </a:r>
          </a:p>
          <a:p>
            <a:r>
              <a:rPr lang="fr-FR" smtClean="0"/>
              <a:t>10-TOUT CE QUE NOUS CHERCHONS SE TROUVE EN TOI </a:t>
            </a:r>
          </a:p>
          <a:p>
            <a:r>
              <a:rPr lang="fr-FR" smtClean="0"/>
              <a:t>All that was lost has found  Its place in you</a:t>
            </a:r>
          </a:p>
          <a:p>
            <a:r>
              <a:rPr lang="fr-FR" smtClean="0"/>
              <a:t>11-TU VIENS RELEVER NOS TÊTES TU NOUS DONNES TA FORCE PARFAITE </a:t>
            </a:r>
          </a:p>
          <a:p>
            <a:r>
              <a:rPr lang="fr-FR" smtClean="0"/>
              <a:t>You lift our weary head You make us strong instead</a:t>
            </a:r>
          </a:p>
          <a:p>
            <a:r>
              <a:rPr lang="fr-FR" smtClean="0"/>
              <a:t>12-TU PRENDS NOS DÉFAUTS ET TU NOUS RENDS PLUS BEAUX</a:t>
            </a:r>
          </a:p>
          <a:p>
            <a:r>
              <a:rPr lang="fr-FR" smtClean="0"/>
              <a:t>You took these rags and made us beautiful</a:t>
            </a:r>
          </a:p>
          <a:p>
            <a:endParaRPr lang="fr-FR" smtClean="0"/>
          </a:p>
          <a:p>
            <a:r>
              <a:rPr lang="fr-FR" smtClean="0"/>
              <a:t>13-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14-DANS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15-NOTRE AFFECTION, NOTRE PASSION  RÉPANDUES AUX PIEDS DE JÉSUS</a:t>
            </a:r>
          </a:p>
          <a:p>
            <a:r>
              <a:rPr lang="fr-FR" smtClean="0"/>
              <a:t>Our affection, our devotion  poured out on the feet of Jesus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1-LES CHOSES ANCIENNES SONT PASSÉES TON AMOUR N'A PAS CHANGÉ</a:t>
            </a:r>
          </a:p>
          <a:p>
            <a:r>
              <a:rPr lang="fr-FR" smtClean="0"/>
              <a:t>Old things have passed away Your love has stayed the same</a:t>
            </a:r>
          </a:p>
          <a:p>
            <a:r>
              <a:rPr lang="fr-FR" smtClean="0"/>
              <a:t>2-TA GRÂCE DEMEURE NOTRE ROCHER</a:t>
            </a:r>
          </a:p>
          <a:p>
            <a:r>
              <a:rPr lang="fr-FR" smtClean="0"/>
              <a:t>Your constant grace remains the cornerstone</a:t>
            </a:r>
          </a:p>
          <a:p>
            <a:r>
              <a:rPr lang="fr-FR" smtClean="0"/>
              <a:t>3-CE QUE NOUS CROYIONS FANÉ EST EN TOI RESSUSCITÉ</a:t>
            </a:r>
          </a:p>
          <a:p>
            <a:r>
              <a:rPr lang="fr-FR" smtClean="0"/>
              <a:t>Things that we thought were dead Are breathing in life again</a:t>
            </a:r>
          </a:p>
          <a:p>
            <a:r>
              <a:rPr lang="fr-FR" smtClean="0"/>
              <a:t>4-TU FAIS BRILLER TON FILS DANS LA NUIT</a:t>
            </a:r>
          </a:p>
          <a:p>
            <a:r>
              <a:rPr lang="fr-FR" smtClean="0"/>
              <a:t>You cause your Son to shine on darkest nights</a:t>
            </a:r>
          </a:p>
          <a:p>
            <a:endParaRPr lang="fr-FR" smtClean="0"/>
          </a:p>
          <a:p>
            <a:r>
              <a:rPr lang="fr-FR" smtClean="0"/>
              <a:t>5-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6-DANS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7-JÉSUS, NOUS T'AIMONS COMBIEN NOUS T'AIMONS</a:t>
            </a:r>
          </a:p>
          <a:p>
            <a:r>
              <a:rPr lang="fr-FR" smtClean="0"/>
              <a:t>	Jesus we love you  Oh how we love you</a:t>
            </a:r>
          </a:p>
          <a:p>
            <a:r>
              <a:rPr lang="fr-FR" smtClean="0"/>
              <a:t>	8-TU ES CELUI QUE NOS CŒURS ADORENT</a:t>
            </a:r>
          </a:p>
          <a:p>
            <a:r>
              <a:rPr lang="fr-FR" smtClean="0"/>
              <a:t>	You are the one our hearts adore</a:t>
            </a:r>
          </a:p>
          <a:p>
            <a:endParaRPr lang="fr-FR" smtClean="0"/>
          </a:p>
          <a:p>
            <a:r>
              <a:rPr lang="fr-FR" smtClean="0"/>
              <a:t>9-CHACUN RETROUVE L’ESPOIR LES ORPHELINS ONT UN TOIT</a:t>
            </a:r>
          </a:p>
          <a:p>
            <a:r>
              <a:rPr lang="fr-FR" smtClean="0"/>
              <a:t>The hopeless have found their hope The orphans now have a home</a:t>
            </a:r>
          </a:p>
          <a:p>
            <a:r>
              <a:rPr lang="fr-FR" smtClean="0"/>
              <a:t>10-TOUT CE QUE NOUS CHERCHONS SE TROUVE EN TOI </a:t>
            </a:r>
          </a:p>
          <a:p>
            <a:r>
              <a:rPr lang="fr-FR" smtClean="0"/>
              <a:t>All that was lost has found  Its place in you</a:t>
            </a:r>
          </a:p>
          <a:p>
            <a:r>
              <a:rPr lang="fr-FR" smtClean="0"/>
              <a:t>11-TU VIENS RELEVER NOS TÊTES TU NOUS DONNES TA FORCE PARFAITE </a:t>
            </a:r>
          </a:p>
          <a:p>
            <a:r>
              <a:rPr lang="fr-FR" smtClean="0"/>
              <a:t>You lift our weary head You make us strong instead</a:t>
            </a:r>
          </a:p>
          <a:p>
            <a:r>
              <a:rPr lang="fr-FR" smtClean="0"/>
              <a:t>12-TU PRENDS NOS DÉFAUTS ET TU NOUS RENDS PLUS BEAUX</a:t>
            </a:r>
          </a:p>
          <a:p>
            <a:r>
              <a:rPr lang="fr-FR" smtClean="0"/>
              <a:t>You took these rags and made us beautiful</a:t>
            </a:r>
          </a:p>
          <a:p>
            <a:endParaRPr lang="fr-FR" smtClean="0"/>
          </a:p>
          <a:p>
            <a:r>
              <a:rPr lang="fr-FR" smtClean="0"/>
              <a:t>13-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14-DANS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15-NOTRE AFFECTION, NOTRE PASSION  RÉPANDUES AUX PIEDS DE JÉSUS</a:t>
            </a:r>
          </a:p>
          <a:p>
            <a:r>
              <a:rPr lang="fr-FR" smtClean="0"/>
              <a:t>Our affection, our devotion  poured out on the feet of Jesus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1-LES CHOSES ANCIENNES SONT PASSÉES TON AMOUR N'A PAS CHANGÉ</a:t>
            </a:r>
          </a:p>
          <a:p>
            <a:r>
              <a:rPr lang="fr-FR" smtClean="0"/>
              <a:t>Old things have passed away Your love has stayed the same</a:t>
            </a:r>
          </a:p>
          <a:p>
            <a:r>
              <a:rPr lang="fr-FR" smtClean="0"/>
              <a:t>2-TA GRÂCE DEMEURE NOTRE ROCHER</a:t>
            </a:r>
          </a:p>
          <a:p>
            <a:r>
              <a:rPr lang="fr-FR" smtClean="0"/>
              <a:t>Your constant grace remains the cornerstone</a:t>
            </a:r>
          </a:p>
          <a:p>
            <a:r>
              <a:rPr lang="fr-FR" smtClean="0"/>
              <a:t>3-CE QUE NOUS CROYIONS FANÉ EST EN TOI RESSUSCITÉ</a:t>
            </a:r>
          </a:p>
          <a:p>
            <a:r>
              <a:rPr lang="fr-FR" smtClean="0"/>
              <a:t>Things that we thought were dead Are breathing in life again</a:t>
            </a:r>
          </a:p>
          <a:p>
            <a:r>
              <a:rPr lang="fr-FR" smtClean="0"/>
              <a:t>4-TU FAIS BRILLER TON FILS DANS LA NUIT</a:t>
            </a:r>
          </a:p>
          <a:p>
            <a:r>
              <a:rPr lang="fr-FR" smtClean="0"/>
              <a:t>You cause your Son to shine on darkest nights</a:t>
            </a:r>
          </a:p>
          <a:p>
            <a:endParaRPr lang="fr-FR" smtClean="0"/>
          </a:p>
          <a:p>
            <a:r>
              <a:rPr lang="fr-FR" smtClean="0"/>
              <a:t>5-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6-DANS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7-JÉSUS, NOUS T'AIMONS COMBIEN NOUS T'AIMONS</a:t>
            </a:r>
          </a:p>
          <a:p>
            <a:r>
              <a:rPr lang="fr-FR" smtClean="0"/>
              <a:t>	Jesus we love you  Oh how we love you</a:t>
            </a:r>
          </a:p>
          <a:p>
            <a:r>
              <a:rPr lang="fr-FR" smtClean="0"/>
              <a:t>	8-TU ES CELUI QUE NOS CŒURS ADORENT</a:t>
            </a:r>
          </a:p>
          <a:p>
            <a:r>
              <a:rPr lang="fr-FR" smtClean="0"/>
              <a:t>	You are the one our hearts adore</a:t>
            </a:r>
          </a:p>
          <a:p>
            <a:endParaRPr lang="fr-FR" smtClean="0"/>
          </a:p>
          <a:p>
            <a:r>
              <a:rPr lang="fr-FR" smtClean="0"/>
              <a:t>9-CHACUN RETROUVE L’ESPOIR LES ORPHELINS ONT UN TOIT</a:t>
            </a:r>
          </a:p>
          <a:p>
            <a:r>
              <a:rPr lang="fr-FR" smtClean="0"/>
              <a:t>The hopeless have found their hope The orphans now have a home</a:t>
            </a:r>
          </a:p>
          <a:p>
            <a:r>
              <a:rPr lang="fr-FR" smtClean="0"/>
              <a:t>10-TOUT CE QUE NOUS CHERCHONS SE TROUVE EN TOI </a:t>
            </a:r>
          </a:p>
          <a:p>
            <a:r>
              <a:rPr lang="fr-FR" smtClean="0"/>
              <a:t>All that was lost has found  Its place in you</a:t>
            </a:r>
          </a:p>
          <a:p>
            <a:r>
              <a:rPr lang="fr-FR" smtClean="0"/>
              <a:t>11-TU VIENS RELEVER NOS TÊTES TU NOUS DONNES TA FORCE PARFAITE </a:t>
            </a:r>
          </a:p>
          <a:p>
            <a:r>
              <a:rPr lang="fr-FR" smtClean="0"/>
              <a:t>You lift our weary head You make us strong instead</a:t>
            </a:r>
          </a:p>
          <a:p>
            <a:r>
              <a:rPr lang="fr-FR" smtClean="0"/>
              <a:t>12-TU PRENDS NOS DÉFAUTS ET TU NOUS RENDS PLUS BEAUX</a:t>
            </a:r>
          </a:p>
          <a:p>
            <a:r>
              <a:rPr lang="fr-FR" smtClean="0"/>
              <a:t>You took these rags and made us beautiful</a:t>
            </a:r>
          </a:p>
          <a:p>
            <a:endParaRPr lang="fr-FR" smtClean="0"/>
          </a:p>
          <a:p>
            <a:r>
              <a:rPr lang="fr-FR" smtClean="0"/>
              <a:t>13-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14-DANS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15-NOTRE AFFECTION, NOTRE PASSION  RÉPANDUES AUX PIEDS DE JÉSUS</a:t>
            </a:r>
          </a:p>
          <a:p>
            <a:r>
              <a:rPr lang="fr-FR" smtClean="0"/>
              <a:t>Our affection, our devotion  poured out on the feet of Jesus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1-LES CHOSES ANCIENNES SONT PASSÉES TON AMOUR N'A PAS CHANGÉ</a:t>
            </a:r>
          </a:p>
          <a:p>
            <a:r>
              <a:rPr lang="fr-FR" smtClean="0"/>
              <a:t>Old things have passed away Your love has stayed the same</a:t>
            </a:r>
          </a:p>
          <a:p>
            <a:r>
              <a:rPr lang="fr-FR" smtClean="0"/>
              <a:t>2-TA GRÂCE DEMEURE NOTRE ROCHER</a:t>
            </a:r>
          </a:p>
          <a:p>
            <a:r>
              <a:rPr lang="fr-FR" smtClean="0"/>
              <a:t>Your constant grace remains the cornerstone</a:t>
            </a:r>
          </a:p>
          <a:p>
            <a:r>
              <a:rPr lang="fr-FR" smtClean="0"/>
              <a:t>3-CE QUE NOUS CROYIONS FANÉ EST EN TOI RESSUSCITÉ</a:t>
            </a:r>
          </a:p>
          <a:p>
            <a:r>
              <a:rPr lang="fr-FR" smtClean="0"/>
              <a:t>Things that we thought were dead Are breathing in life again</a:t>
            </a:r>
          </a:p>
          <a:p>
            <a:r>
              <a:rPr lang="fr-FR" smtClean="0"/>
              <a:t>4-TU FAIS BRILLER TON FILS DANS LA NUIT</a:t>
            </a:r>
          </a:p>
          <a:p>
            <a:r>
              <a:rPr lang="fr-FR" smtClean="0"/>
              <a:t>You cause your Son to shine on darkest nights</a:t>
            </a:r>
          </a:p>
          <a:p>
            <a:endParaRPr lang="fr-FR" smtClean="0"/>
          </a:p>
          <a:p>
            <a:r>
              <a:rPr lang="fr-FR" smtClean="0"/>
              <a:t>5-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6-DANS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7-JÉSUS, NOUS T'AIMONS COMBIEN NOUS T'AIMONS</a:t>
            </a:r>
          </a:p>
          <a:p>
            <a:r>
              <a:rPr lang="fr-FR" smtClean="0"/>
              <a:t>	Jesus we love you  Oh how we love you</a:t>
            </a:r>
          </a:p>
          <a:p>
            <a:r>
              <a:rPr lang="fr-FR" smtClean="0"/>
              <a:t>	8-TU ES CELUI QUE NOS CŒURS ADORENT</a:t>
            </a:r>
          </a:p>
          <a:p>
            <a:r>
              <a:rPr lang="fr-FR" smtClean="0"/>
              <a:t>	You are the one our hearts adore</a:t>
            </a:r>
          </a:p>
          <a:p>
            <a:endParaRPr lang="fr-FR" smtClean="0"/>
          </a:p>
          <a:p>
            <a:r>
              <a:rPr lang="fr-FR" smtClean="0"/>
              <a:t>9-CHACUN RETROUVE L’ESPOIR LES ORPHELINS ONT UN TOIT</a:t>
            </a:r>
          </a:p>
          <a:p>
            <a:r>
              <a:rPr lang="fr-FR" smtClean="0"/>
              <a:t>The hopeless have found their hope The orphans now have a home</a:t>
            </a:r>
          </a:p>
          <a:p>
            <a:r>
              <a:rPr lang="fr-FR" smtClean="0"/>
              <a:t>10-TOUT CE QUE NOUS CHERCHONS SE TROUVE EN TOI </a:t>
            </a:r>
          </a:p>
          <a:p>
            <a:r>
              <a:rPr lang="fr-FR" smtClean="0"/>
              <a:t>All that was lost has found  Its place in you</a:t>
            </a:r>
          </a:p>
          <a:p>
            <a:r>
              <a:rPr lang="fr-FR" smtClean="0"/>
              <a:t>11-TU VIENS RELEVER NOS TÊTES TU NOUS DONNES TA FORCE PARFAITE </a:t>
            </a:r>
          </a:p>
          <a:p>
            <a:r>
              <a:rPr lang="fr-FR" smtClean="0"/>
              <a:t>You lift our weary head You make us strong instead</a:t>
            </a:r>
          </a:p>
          <a:p>
            <a:r>
              <a:rPr lang="fr-FR" smtClean="0"/>
              <a:t>12-TU PRENDS NOS DÉFAUTS ET TU NOUS RENDS PLUS BEAUX</a:t>
            </a:r>
          </a:p>
          <a:p>
            <a:r>
              <a:rPr lang="fr-FR" smtClean="0"/>
              <a:t>You took these rags and made us beautiful</a:t>
            </a:r>
          </a:p>
          <a:p>
            <a:endParaRPr lang="fr-FR" smtClean="0"/>
          </a:p>
          <a:p>
            <a:r>
              <a:rPr lang="fr-FR" smtClean="0"/>
              <a:t>13-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14-DANS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15-NOTRE AFFECTION, NOTRE PASSION  RÉPANDUES AUX PIEDS DE JÉSUS</a:t>
            </a:r>
          </a:p>
          <a:p>
            <a:r>
              <a:rPr lang="fr-FR" smtClean="0"/>
              <a:t>Our affection, our devotion  poured out on the feet of Jesus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1-LES CHOSES ANCIENNES SONT PASSÉES TON AMOUR N'A PAS CHANGÉ</a:t>
            </a:r>
          </a:p>
          <a:p>
            <a:r>
              <a:rPr lang="fr-FR" smtClean="0"/>
              <a:t>Old things have passed away Your love has stayed the same</a:t>
            </a:r>
          </a:p>
          <a:p>
            <a:r>
              <a:rPr lang="fr-FR" smtClean="0"/>
              <a:t>2-TA GRÂCE DEMEURE NOTRE ROCHER</a:t>
            </a:r>
          </a:p>
          <a:p>
            <a:r>
              <a:rPr lang="fr-FR" smtClean="0"/>
              <a:t>Your constant grace remains the cornerstone</a:t>
            </a:r>
          </a:p>
          <a:p>
            <a:r>
              <a:rPr lang="fr-FR" smtClean="0"/>
              <a:t>3-CE QUE NOUS CROYIONS FANÉ EST EN TOI RESSUSCITÉ</a:t>
            </a:r>
          </a:p>
          <a:p>
            <a:r>
              <a:rPr lang="fr-FR" smtClean="0"/>
              <a:t>Things that we thought were dead Are breathing in life again</a:t>
            </a:r>
          </a:p>
          <a:p>
            <a:r>
              <a:rPr lang="fr-FR" smtClean="0"/>
              <a:t>4-TU FAIS BRILLER TON FILS DANS LA NUIT</a:t>
            </a:r>
          </a:p>
          <a:p>
            <a:r>
              <a:rPr lang="fr-FR" smtClean="0"/>
              <a:t>You cause your Son to shine on darkest nights</a:t>
            </a:r>
          </a:p>
          <a:p>
            <a:endParaRPr lang="fr-FR" smtClean="0"/>
          </a:p>
          <a:p>
            <a:r>
              <a:rPr lang="fr-FR" smtClean="0"/>
              <a:t>5-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6-DANS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7-JÉSUS, NOUS T'AIMONS COMBIEN NOUS T'AIMONS</a:t>
            </a:r>
          </a:p>
          <a:p>
            <a:r>
              <a:rPr lang="fr-FR" smtClean="0"/>
              <a:t>	Jesus we love you  Oh how we love you</a:t>
            </a:r>
          </a:p>
          <a:p>
            <a:r>
              <a:rPr lang="fr-FR" smtClean="0"/>
              <a:t>	8-TU ES CELUI QUE NOS CŒURS ADORENT</a:t>
            </a:r>
          </a:p>
          <a:p>
            <a:r>
              <a:rPr lang="fr-FR" smtClean="0"/>
              <a:t>	You are the one our hearts adore</a:t>
            </a:r>
          </a:p>
          <a:p>
            <a:endParaRPr lang="fr-FR" smtClean="0"/>
          </a:p>
          <a:p>
            <a:r>
              <a:rPr lang="fr-FR" smtClean="0"/>
              <a:t>9-CHACUN RETROUVE L’ESPOIR LES ORPHELINS ONT UN TOIT</a:t>
            </a:r>
          </a:p>
          <a:p>
            <a:r>
              <a:rPr lang="fr-FR" smtClean="0"/>
              <a:t>The hopeless have found their hope The orphans now have a home</a:t>
            </a:r>
          </a:p>
          <a:p>
            <a:r>
              <a:rPr lang="fr-FR" smtClean="0"/>
              <a:t>10-TOUT CE QUE NOUS CHERCHONS SE TROUVE EN TOI </a:t>
            </a:r>
          </a:p>
          <a:p>
            <a:r>
              <a:rPr lang="fr-FR" smtClean="0"/>
              <a:t>All that was lost has found  Its place in you</a:t>
            </a:r>
          </a:p>
          <a:p>
            <a:r>
              <a:rPr lang="fr-FR" smtClean="0"/>
              <a:t>11-TU VIENS RELEVER NOS TÊTES TU NOUS DONNES TA FORCE PARFAITE </a:t>
            </a:r>
          </a:p>
          <a:p>
            <a:r>
              <a:rPr lang="fr-FR" smtClean="0"/>
              <a:t>You lift our weary head You make us strong instead</a:t>
            </a:r>
          </a:p>
          <a:p>
            <a:r>
              <a:rPr lang="fr-FR" smtClean="0"/>
              <a:t>12-TU PRENDS NOS DÉFAUTS ET TU NOUS RENDS PLUS BEAUX</a:t>
            </a:r>
          </a:p>
          <a:p>
            <a:r>
              <a:rPr lang="fr-FR" smtClean="0"/>
              <a:t>You took these rags and made us beautiful</a:t>
            </a:r>
          </a:p>
          <a:p>
            <a:endParaRPr lang="fr-FR" smtClean="0"/>
          </a:p>
          <a:p>
            <a:r>
              <a:rPr lang="fr-FR" smtClean="0"/>
              <a:t>13-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14-DANS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15-NOTRE AFFECTION, NOTRE PASSION  RÉPANDUES AUX PIEDS DE JÉSUS</a:t>
            </a:r>
          </a:p>
          <a:p>
            <a:r>
              <a:rPr lang="fr-FR" smtClean="0"/>
              <a:t>Our affection, our devotion  poured out on the feet of Jesus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1-LES CHOSES ANCIENNES SONT PASSÉES TON AMOUR N'A PAS CHANGÉ</a:t>
            </a:r>
          </a:p>
          <a:p>
            <a:pPr>
              <a:defRPr/>
            </a:pPr>
            <a:r>
              <a:rPr lang="fr-FR" smtClean="0"/>
              <a:t>Old things have passed away Your love has stayed the same</a:t>
            </a:r>
          </a:p>
          <a:p>
            <a:pPr>
              <a:defRPr/>
            </a:pPr>
            <a:r>
              <a:rPr lang="fr-FR" smtClean="0"/>
              <a:t>2-TA GRÂCE DEMEURE NOTRE ROCHER</a:t>
            </a:r>
          </a:p>
          <a:p>
            <a:pPr>
              <a:defRPr/>
            </a:pPr>
            <a:r>
              <a:rPr lang="fr-FR" smtClean="0"/>
              <a:t>Your constant grace remains the cornerstone</a:t>
            </a:r>
          </a:p>
          <a:p>
            <a:pPr>
              <a:defRPr/>
            </a:pPr>
            <a:r>
              <a:rPr lang="fr-FR" smtClean="0"/>
              <a:t>3-CE QUE NOUS CROYIONS FANÉ EST EN TOI RESSUSCITÉ</a:t>
            </a:r>
          </a:p>
          <a:p>
            <a:pPr>
              <a:defRPr/>
            </a:pPr>
            <a:r>
              <a:rPr lang="fr-FR" smtClean="0"/>
              <a:t>Things that we thought were dead Are breathing in life again</a:t>
            </a:r>
          </a:p>
          <a:p>
            <a:pPr>
              <a:defRPr/>
            </a:pPr>
            <a:r>
              <a:rPr lang="fr-FR" smtClean="0"/>
              <a:t>4-TU FAIS BRILLER TON FILS DANS LA NUIT</a:t>
            </a:r>
          </a:p>
          <a:p>
            <a:pPr>
              <a:defRPr/>
            </a:pPr>
            <a:r>
              <a:rPr lang="fr-FR" smtClean="0"/>
              <a:t>You cause your Son to shine on darkest nights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POUR TOUS TES BIENFAITS NOUS RÉPANDRONS NOTRE AMOUR</a:t>
            </a:r>
          </a:p>
          <a:p>
            <a:pPr>
              <a:defRPr/>
            </a:pPr>
            <a:r>
              <a:rPr lang="fr-FR" smtClean="0"/>
              <a:t>For all that you’ve done  We will pour out our love </a:t>
            </a:r>
          </a:p>
          <a:p>
            <a:pPr>
              <a:defRPr/>
            </a:pPr>
            <a:r>
              <a:rPr lang="fr-FR" smtClean="0"/>
              <a:t>6-DANS UN HYMNE POUR TOI</a:t>
            </a:r>
          </a:p>
          <a:p>
            <a:pPr>
              <a:defRPr/>
            </a:pPr>
            <a:r>
              <a:rPr lang="fr-FR" smtClean="0"/>
              <a:t>This will be our anthem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	</a:t>
            </a:r>
          </a:p>
          <a:p>
            <a:pPr>
              <a:defRPr/>
            </a:pPr>
            <a:r>
              <a:rPr lang="fr-FR" smtClean="0"/>
              <a:t>	7-JÉSUS, NOUS T'AIMONS COMBIEN NOUS T'AIMONS</a:t>
            </a:r>
          </a:p>
          <a:p>
            <a:pPr>
              <a:defRPr/>
            </a:pPr>
            <a:r>
              <a:rPr lang="fr-FR" smtClean="0"/>
              <a:t>	Jesus we love you  Oh how we love you</a:t>
            </a:r>
          </a:p>
          <a:p>
            <a:pPr>
              <a:defRPr/>
            </a:pPr>
            <a:r>
              <a:rPr lang="fr-FR" smtClean="0"/>
              <a:t>	8-TU ES CELUI QUE NOS CŒURS ADORENT</a:t>
            </a:r>
          </a:p>
          <a:p>
            <a:pPr>
              <a:defRPr/>
            </a:pPr>
            <a:r>
              <a:rPr lang="fr-FR" smtClean="0"/>
              <a:t>	You are the one our hearts adore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9-CHACUN RETROUVE L’ESPOIR LES ORPHELINS ONT UN TOIT</a:t>
            </a:r>
          </a:p>
          <a:p>
            <a:pPr>
              <a:defRPr/>
            </a:pPr>
            <a:r>
              <a:rPr lang="fr-FR" smtClean="0"/>
              <a:t>The hopeless have found their hope The orphans now have a home</a:t>
            </a:r>
          </a:p>
          <a:p>
            <a:pPr>
              <a:defRPr/>
            </a:pPr>
            <a:r>
              <a:rPr lang="fr-FR" smtClean="0"/>
              <a:t>10-TOUT CE QUE NOUS CHERCHONS SE TROUVE EN TOI </a:t>
            </a:r>
          </a:p>
          <a:p>
            <a:pPr>
              <a:defRPr/>
            </a:pPr>
            <a:r>
              <a:rPr lang="fr-FR" smtClean="0"/>
              <a:t>All that was lost has found  Its place in you</a:t>
            </a:r>
          </a:p>
          <a:p>
            <a:pPr>
              <a:defRPr/>
            </a:pPr>
            <a:r>
              <a:rPr lang="fr-FR" smtClean="0"/>
              <a:t>11-TU VIENS RELEVER NOS TÊTES TU NOUS DONNES TA FORCE PARFAITE </a:t>
            </a:r>
          </a:p>
          <a:p>
            <a:pPr>
              <a:defRPr/>
            </a:pPr>
            <a:r>
              <a:rPr lang="fr-FR" smtClean="0"/>
              <a:t>You lift our weary head You make us strong instead</a:t>
            </a:r>
          </a:p>
          <a:p>
            <a:pPr>
              <a:defRPr/>
            </a:pPr>
            <a:r>
              <a:rPr lang="fr-FR" smtClean="0"/>
              <a:t>12-TU PRENDS NOS DÉFAUTS ET TU NOUS RENDS PLUS BEAUX</a:t>
            </a:r>
          </a:p>
          <a:p>
            <a:pPr>
              <a:defRPr/>
            </a:pPr>
            <a:r>
              <a:rPr lang="fr-FR" smtClean="0"/>
              <a:t>You took these rags and made us beautiful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POUR TOUS TES BIENFAITS NOUS RÉPANDRONS NOTRE AMOUR</a:t>
            </a:r>
          </a:p>
          <a:p>
            <a:pPr>
              <a:defRPr/>
            </a:pPr>
            <a:r>
              <a:rPr lang="fr-FR" smtClean="0"/>
              <a:t>For all that you’ve done  We will pour out our love </a:t>
            </a:r>
          </a:p>
          <a:p>
            <a:pPr>
              <a:defRPr/>
            </a:pPr>
            <a:r>
              <a:rPr lang="fr-FR" smtClean="0"/>
              <a:t>14-DANS UN HYMNE POUR TOI</a:t>
            </a:r>
          </a:p>
          <a:p>
            <a:pPr>
              <a:defRPr/>
            </a:pPr>
            <a:r>
              <a:rPr lang="fr-FR" smtClean="0"/>
              <a:t>This will be our anthem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15-NOTRE AFFECTION, NOTRE PASSION  RÉPANDUES AUX PIEDS DE JÉSUS</a:t>
            </a:r>
          </a:p>
          <a:p>
            <a:pPr>
              <a:defRPr/>
            </a:pPr>
            <a:r>
              <a:rPr lang="fr-FR" smtClean="0"/>
              <a:t>Our affection, our devotion  poured out on the feet of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1-LES CHOSES ANCIENNES SONT PASSÉES TON AMOUR N'A PAS CHANGÉ</a:t>
            </a:r>
          </a:p>
          <a:p>
            <a:pPr>
              <a:defRPr/>
            </a:pPr>
            <a:r>
              <a:rPr lang="fr-FR" smtClean="0"/>
              <a:t>Old things have passed away Your love has stayed the same</a:t>
            </a:r>
          </a:p>
          <a:p>
            <a:pPr>
              <a:defRPr/>
            </a:pPr>
            <a:r>
              <a:rPr lang="fr-FR" smtClean="0"/>
              <a:t>2-TA GRÂCE DEMEURE NOTRE ROCHER</a:t>
            </a:r>
          </a:p>
          <a:p>
            <a:pPr>
              <a:defRPr/>
            </a:pPr>
            <a:r>
              <a:rPr lang="fr-FR" smtClean="0"/>
              <a:t>Your constant grace remains the cornerstone</a:t>
            </a:r>
          </a:p>
          <a:p>
            <a:pPr>
              <a:defRPr/>
            </a:pPr>
            <a:r>
              <a:rPr lang="fr-FR" smtClean="0"/>
              <a:t>3-CE QUE NOUS CROYIONS FANÉ EST EN TOI RESSUSCITÉ</a:t>
            </a:r>
          </a:p>
          <a:p>
            <a:pPr>
              <a:defRPr/>
            </a:pPr>
            <a:r>
              <a:rPr lang="fr-FR" smtClean="0"/>
              <a:t>Things that we thought were dead Are breathing in life again</a:t>
            </a:r>
          </a:p>
          <a:p>
            <a:pPr>
              <a:defRPr/>
            </a:pPr>
            <a:r>
              <a:rPr lang="fr-FR" smtClean="0"/>
              <a:t>4-TU FAIS BRILLER TON FILS DANS LA NUIT</a:t>
            </a:r>
          </a:p>
          <a:p>
            <a:pPr>
              <a:defRPr/>
            </a:pPr>
            <a:r>
              <a:rPr lang="fr-FR" smtClean="0"/>
              <a:t>You cause your Son to shine on darkest nights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POUR TOUS TES BIENFAITS NOUS RÉPANDRONS NOTRE AMOUR</a:t>
            </a:r>
          </a:p>
          <a:p>
            <a:pPr>
              <a:defRPr/>
            </a:pPr>
            <a:r>
              <a:rPr lang="fr-FR" smtClean="0"/>
              <a:t>For all that you’ve done  We will pour out our love </a:t>
            </a:r>
          </a:p>
          <a:p>
            <a:pPr>
              <a:defRPr/>
            </a:pPr>
            <a:r>
              <a:rPr lang="fr-FR" smtClean="0"/>
              <a:t>6-DANS UN HYMNE POUR TOI</a:t>
            </a:r>
          </a:p>
          <a:p>
            <a:pPr>
              <a:defRPr/>
            </a:pPr>
            <a:r>
              <a:rPr lang="fr-FR" smtClean="0"/>
              <a:t>This will be our anthem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	</a:t>
            </a:r>
          </a:p>
          <a:p>
            <a:pPr>
              <a:defRPr/>
            </a:pPr>
            <a:r>
              <a:rPr lang="fr-FR" smtClean="0"/>
              <a:t>	7-JÉSUS, NOUS T'AIMONS COMBIEN NOUS T'AIMONS</a:t>
            </a:r>
          </a:p>
          <a:p>
            <a:pPr>
              <a:defRPr/>
            </a:pPr>
            <a:r>
              <a:rPr lang="fr-FR" smtClean="0"/>
              <a:t>	Jesus we love you  Oh how we love you</a:t>
            </a:r>
          </a:p>
          <a:p>
            <a:pPr>
              <a:defRPr/>
            </a:pPr>
            <a:r>
              <a:rPr lang="fr-FR" smtClean="0"/>
              <a:t>	8-TU ES CELUI QUE NOS CŒURS ADORENT</a:t>
            </a:r>
          </a:p>
          <a:p>
            <a:pPr>
              <a:defRPr/>
            </a:pPr>
            <a:r>
              <a:rPr lang="fr-FR" smtClean="0"/>
              <a:t>	You are the one our hearts adore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9-CHACUN RETROUVE L’ESPOIR LES ORPHELINS ONT UN TOIT</a:t>
            </a:r>
          </a:p>
          <a:p>
            <a:pPr>
              <a:defRPr/>
            </a:pPr>
            <a:r>
              <a:rPr lang="fr-FR" smtClean="0"/>
              <a:t>The hopeless have found their hope The orphans now have a home</a:t>
            </a:r>
          </a:p>
          <a:p>
            <a:pPr>
              <a:defRPr/>
            </a:pPr>
            <a:r>
              <a:rPr lang="fr-FR" smtClean="0"/>
              <a:t>10-TOUT CE QUE NOUS CHERCHONS SE TROUVE EN TOI </a:t>
            </a:r>
          </a:p>
          <a:p>
            <a:pPr>
              <a:defRPr/>
            </a:pPr>
            <a:r>
              <a:rPr lang="fr-FR" smtClean="0"/>
              <a:t>All that was lost has found  Its place in you</a:t>
            </a:r>
          </a:p>
          <a:p>
            <a:pPr>
              <a:defRPr/>
            </a:pPr>
            <a:r>
              <a:rPr lang="fr-FR" smtClean="0"/>
              <a:t>11-TU VIENS RELEVER NOS TÊTES TU NOUS DONNES TA FORCE PARFAITE </a:t>
            </a:r>
          </a:p>
          <a:p>
            <a:pPr>
              <a:defRPr/>
            </a:pPr>
            <a:r>
              <a:rPr lang="fr-FR" smtClean="0"/>
              <a:t>You lift our weary head You make us strong instead</a:t>
            </a:r>
          </a:p>
          <a:p>
            <a:pPr>
              <a:defRPr/>
            </a:pPr>
            <a:r>
              <a:rPr lang="fr-FR" smtClean="0"/>
              <a:t>12-TU PRENDS NOS DÉFAUTS ET TU NOUS RENDS PLUS BEAUX</a:t>
            </a:r>
          </a:p>
          <a:p>
            <a:pPr>
              <a:defRPr/>
            </a:pPr>
            <a:r>
              <a:rPr lang="fr-FR" smtClean="0"/>
              <a:t>You took these rags and made us beautiful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POUR TOUS TES BIENFAITS NOUS RÉPANDRONS NOTRE AMOUR</a:t>
            </a:r>
          </a:p>
          <a:p>
            <a:pPr>
              <a:defRPr/>
            </a:pPr>
            <a:r>
              <a:rPr lang="fr-FR" smtClean="0"/>
              <a:t>For all that you’ve done  We will pour out our love </a:t>
            </a:r>
          </a:p>
          <a:p>
            <a:pPr>
              <a:defRPr/>
            </a:pPr>
            <a:r>
              <a:rPr lang="fr-FR" smtClean="0"/>
              <a:t>14-DANS UN HYMNE POUR TOI</a:t>
            </a:r>
          </a:p>
          <a:p>
            <a:pPr>
              <a:defRPr/>
            </a:pPr>
            <a:r>
              <a:rPr lang="fr-FR" smtClean="0"/>
              <a:t>This will be our anthem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15-NOTRE AFFECTION, NOTRE PASSION  RÉPANDUES AUX PIEDS DE JÉSUS</a:t>
            </a:r>
          </a:p>
          <a:p>
            <a:pPr>
              <a:defRPr/>
            </a:pPr>
            <a:r>
              <a:rPr lang="fr-FR" smtClean="0"/>
              <a:t>Our affection, our devotion  poured out on the feet of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1-LES CHOSES ANCIENNES SONT PASSÉES TON AMOUR N'A PAS CHANGÉ</a:t>
            </a:r>
          </a:p>
          <a:p>
            <a:r>
              <a:rPr lang="fr-FR" smtClean="0"/>
              <a:t>Old things have passed away Your love has stayed the same</a:t>
            </a:r>
          </a:p>
          <a:p>
            <a:r>
              <a:rPr lang="fr-FR" smtClean="0"/>
              <a:t>2-TA GRÂCE DEMEURE NOTRE ROCHER</a:t>
            </a:r>
          </a:p>
          <a:p>
            <a:r>
              <a:rPr lang="fr-FR" smtClean="0"/>
              <a:t>Your constant grace remains the cornerstone</a:t>
            </a:r>
          </a:p>
          <a:p>
            <a:r>
              <a:rPr lang="fr-FR" smtClean="0"/>
              <a:t>3-CE QUE NOUS CROYIONS FANÉ EST EN TOI RESSUSCITÉ</a:t>
            </a:r>
          </a:p>
          <a:p>
            <a:r>
              <a:rPr lang="fr-FR" smtClean="0"/>
              <a:t>Things that we thought were dead Are breathing in life again</a:t>
            </a:r>
          </a:p>
          <a:p>
            <a:r>
              <a:rPr lang="fr-FR" smtClean="0"/>
              <a:t>4-TU FAIS BRILLER TON FILS DANS LA NUIT</a:t>
            </a:r>
          </a:p>
          <a:p>
            <a:r>
              <a:rPr lang="fr-FR" smtClean="0"/>
              <a:t>You cause your Son to shine on darkest nights</a:t>
            </a:r>
          </a:p>
          <a:p>
            <a:endParaRPr lang="fr-FR" smtClean="0"/>
          </a:p>
          <a:p>
            <a:r>
              <a:rPr lang="fr-FR" smtClean="0"/>
              <a:t>5-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6-DANS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	REFRAIN	</a:t>
            </a:r>
          </a:p>
          <a:p>
            <a:r>
              <a:rPr lang="fr-FR" smtClean="0"/>
              <a:t>	7-JÉSUS, NOUS T'AIMONS COMBIEN NOUS T'AIMONS</a:t>
            </a:r>
          </a:p>
          <a:p>
            <a:r>
              <a:rPr lang="fr-FR" smtClean="0"/>
              <a:t>	Jesus we love you  Oh how we love you</a:t>
            </a:r>
          </a:p>
          <a:p>
            <a:r>
              <a:rPr lang="fr-FR" smtClean="0"/>
              <a:t>	8-TU ES CELUI QUE NOS CŒURS ADORENT</a:t>
            </a:r>
          </a:p>
          <a:p>
            <a:r>
              <a:rPr lang="fr-FR" smtClean="0"/>
              <a:t>	You are the one our hearts adore</a:t>
            </a:r>
          </a:p>
          <a:p>
            <a:endParaRPr lang="fr-FR" smtClean="0"/>
          </a:p>
          <a:p>
            <a:r>
              <a:rPr lang="fr-FR" smtClean="0"/>
              <a:t>9-CHACUN RETROUVE L’ESPOIR LES ORPHELINS ONT UN TOIT</a:t>
            </a:r>
          </a:p>
          <a:p>
            <a:r>
              <a:rPr lang="fr-FR" smtClean="0"/>
              <a:t>The hopeless have found their hope The orphans now have a home</a:t>
            </a:r>
          </a:p>
          <a:p>
            <a:r>
              <a:rPr lang="fr-FR" smtClean="0"/>
              <a:t>10-TOUT CE QUE NOUS CHERCHONS SE TROUVE EN TOI </a:t>
            </a:r>
          </a:p>
          <a:p>
            <a:r>
              <a:rPr lang="fr-FR" smtClean="0"/>
              <a:t>All that was lost has found  Its place in you</a:t>
            </a:r>
          </a:p>
          <a:p>
            <a:r>
              <a:rPr lang="fr-FR" smtClean="0"/>
              <a:t>11-TU VIENS RELEVER NOS TÊTES TU NOUS DONNES TA FORCE PARFAITE </a:t>
            </a:r>
          </a:p>
          <a:p>
            <a:r>
              <a:rPr lang="fr-FR" smtClean="0"/>
              <a:t>You lift our weary head You make us strong instead</a:t>
            </a:r>
          </a:p>
          <a:p>
            <a:r>
              <a:rPr lang="fr-FR" smtClean="0"/>
              <a:t>12-TU PRENDS NOS DÉFAUTS ET TU NOUS RENDS PLUS BEAUX</a:t>
            </a:r>
          </a:p>
          <a:p>
            <a:r>
              <a:rPr lang="fr-FR" smtClean="0"/>
              <a:t>You took these rags and made us beautiful</a:t>
            </a:r>
          </a:p>
          <a:p>
            <a:endParaRPr lang="fr-FR" smtClean="0"/>
          </a:p>
          <a:p>
            <a:r>
              <a:rPr lang="fr-FR" smtClean="0"/>
              <a:t>13- POUR TOUS TES BIENFAITS NOUS RÉPANDRONS NOTRE AMOUR</a:t>
            </a:r>
          </a:p>
          <a:p>
            <a:r>
              <a:rPr lang="fr-FR" smtClean="0"/>
              <a:t>For all that you’ve done  We will pour out our love </a:t>
            </a:r>
          </a:p>
          <a:p>
            <a:r>
              <a:rPr lang="fr-FR" smtClean="0"/>
              <a:t>14-DANS UN HYMNE POUR TOI</a:t>
            </a:r>
          </a:p>
          <a:p>
            <a:r>
              <a:rPr lang="fr-FR" smtClean="0"/>
              <a:t>This will be our anthem song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Pont :</a:t>
            </a:r>
          </a:p>
          <a:p>
            <a:r>
              <a:rPr lang="fr-FR" smtClean="0"/>
              <a:t>15-NOTRE AFFECTION, NOTRE PASSION  RÉPANDUES AUX PIEDS DE JÉSUS</a:t>
            </a:r>
          </a:p>
          <a:p>
            <a:r>
              <a:rPr lang="fr-FR" smtClean="0"/>
              <a:t>Our affection, our devotion  poured out on the feet of Jesus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1-LES CHOSES ANCIENNES SONT PASSÉES TON AMOUR N'A PAS CHANGÉ</a:t>
            </a:r>
          </a:p>
          <a:p>
            <a:r>
              <a:rPr lang="fr-FR" altLang="fr-FR" smtClean="0"/>
              <a:t>Old things have passed away Your love has stayed the same</a:t>
            </a:r>
          </a:p>
          <a:p>
            <a:r>
              <a:rPr lang="fr-FR" altLang="fr-FR" smtClean="0"/>
              <a:t>2-TA GRÂCE DEMEURE NOTRE ROCHER</a:t>
            </a:r>
          </a:p>
          <a:p>
            <a:r>
              <a:rPr lang="fr-FR" altLang="fr-FR" smtClean="0"/>
              <a:t>Your constant grace remains the cornerstone</a:t>
            </a:r>
          </a:p>
          <a:p>
            <a:r>
              <a:rPr lang="fr-FR" altLang="fr-FR" smtClean="0"/>
              <a:t>3-CE QUE NOUS CROYIONS FANÉ EST EN TOI RESSUSCITÉ</a:t>
            </a:r>
          </a:p>
          <a:p>
            <a:r>
              <a:rPr lang="fr-FR" altLang="fr-FR" smtClean="0"/>
              <a:t>Things that we thought were dead Are breathing in life again</a:t>
            </a:r>
          </a:p>
          <a:p>
            <a:r>
              <a:rPr lang="fr-FR" altLang="fr-FR" smtClean="0"/>
              <a:t>4-TU FAIS BRILLER TON FILS DANS LA NUIT</a:t>
            </a:r>
          </a:p>
          <a:p>
            <a:r>
              <a:rPr lang="fr-FR" altLang="fr-FR" smtClean="0"/>
              <a:t>You cause your Son to shine on darkest nights</a:t>
            </a:r>
          </a:p>
          <a:p>
            <a:endParaRPr lang="fr-FR" altLang="fr-FR" smtClean="0"/>
          </a:p>
          <a:p>
            <a:r>
              <a:rPr lang="fr-FR" altLang="fr-FR" smtClean="0"/>
              <a:t>5-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6-DANS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7-JÉSUS, NOUS T'AIMONS COMBIEN NOUS T'AIMONS</a:t>
            </a:r>
          </a:p>
          <a:p>
            <a:r>
              <a:rPr lang="fr-FR" altLang="fr-FR" smtClean="0"/>
              <a:t>	Jesus we love you  Oh how we love you</a:t>
            </a:r>
          </a:p>
          <a:p>
            <a:r>
              <a:rPr lang="fr-FR" altLang="fr-FR" smtClean="0"/>
              <a:t>	8-TU ES CELUI QUE NOS CŒURS ADORENT</a:t>
            </a:r>
          </a:p>
          <a:p>
            <a:r>
              <a:rPr lang="fr-FR" altLang="fr-FR" smtClean="0"/>
              <a:t>	You are the one our hearts adore</a:t>
            </a:r>
          </a:p>
          <a:p>
            <a:endParaRPr lang="fr-FR" altLang="fr-FR" smtClean="0"/>
          </a:p>
          <a:p>
            <a:r>
              <a:rPr lang="fr-FR" altLang="fr-FR" smtClean="0"/>
              <a:t>9-CHACUN RETROUVE L’ESPOIR LES ORPHELINS ONT UN TOIT</a:t>
            </a:r>
          </a:p>
          <a:p>
            <a:r>
              <a:rPr lang="fr-FR" altLang="fr-FR" smtClean="0"/>
              <a:t>The hopeless have found their hope The orphans now have a home</a:t>
            </a:r>
          </a:p>
          <a:p>
            <a:r>
              <a:rPr lang="fr-FR" altLang="fr-FR" smtClean="0"/>
              <a:t>10-TOUT CE QUE NOUS CHERCHONS SE TROUVE EN TOI </a:t>
            </a:r>
          </a:p>
          <a:p>
            <a:r>
              <a:rPr lang="fr-FR" altLang="fr-FR" smtClean="0"/>
              <a:t>All that was lost has found  Its place in you</a:t>
            </a:r>
          </a:p>
          <a:p>
            <a:r>
              <a:rPr lang="fr-FR" altLang="fr-FR" smtClean="0"/>
              <a:t>11-TU VIENS RELEVER NOS TÊTES TU NOUS DONNES TA FORCE PARFAITE </a:t>
            </a:r>
          </a:p>
          <a:p>
            <a:r>
              <a:rPr lang="fr-FR" altLang="fr-FR" smtClean="0"/>
              <a:t>You lift our weary head You make us strong instead</a:t>
            </a:r>
          </a:p>
          <a:p>
            <a:r>
              <a:rPr lang="fr-FR" altLang="fr-FR" smtClean="0"/>
              <a:t>12-TU PRENDS NOS DÉFAUTS ET TU NOUS RENDS PLUS BEAUX</a:t>
            </a:r>
          </a:p>
          <a:p>
            <a:r>
              <a:rPr lang="fr-FR" altLang="fr-FR" smtClean="0"/>
              <a:t>You took these rags and made us beautiful</a:t>
            </a:r>
          </a:p>
          <a:p>
            <a:endParaRPr lang="fr-FR" altLang="fr-FR" smtClean="0"/>
          </a:p>
          <a:p>
            <a:r>
              <a:rPr lang="fr-FR" altLang="fr-FR" smtClean="0"/>
              <a:t>13- POUR TOUS TES BIENFAITS NOUS RÉPANDRONS NOTRE AMOUR</a:t>
            </a:r>
          </a:p>
          <a:p>
            <a:r>
              <a:rPr lang="fr-FR" altLang="fr-FR" smtClean="0"/>
              <a:t>For all that you’ve done  We will pour out our love </a:t>
            </a:r>
          </a:p>
          <a:p>
            <a:r>
              <a:rPr lang="fr-FR" altLang="fr-FR" smtClean="0"/>
              <a:t>14-DANS UN HYMNE POUR TOI</a:t>
            </a:r>
          </a:p>
          <a:p>
            <a:r>
              <a:rPr lang="fr-FR" altLang="fr-FR" smtClean="0"/>
              <a:t>This will be our anthem song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r>
              <a:rPr lang="fr-FR" altLang="fr-FR" smtClean="0"/>
              <a:t>	</a:t>
            </a:r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15-NOTRE AFFECTION, NOTRE PASSION  RÉPANDUES AUX PIEDS DE JÉSUS</a:t>
            </a:r>
          </a:p>
          <a:p>
            <a:r>
              <a:rPr lang="fr-FR" altLang="fr-FR" smtClean="0"/>
              <a:t>Our affection, our devotion  poured out on the feet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A27929-2652-4B41-82F4-B140E2A909F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C0E68C-DADE-493A-A39E-47AD30ED8CB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038BC7-349C-4DF2-B259-32F63C16655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93D4F-4075-4CDC-81D5-C6A2531D6C95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64B24D-19CD-4053-9B10-AD5811783A3C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28FCB3-041A-4079-811E-C3A568A446B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087387-A248-416F-89FE-97BC2E6063A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B1EEAA-800D-4D99-B8C3-52AAE06CA585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6070E3-AF1E-484B-83C4-94BAFAF1C93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179984-FD11-4A10-B557-F912D9C1E71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C242C9-0865-49B1-92DA-B69CEEB2E727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EE1ECA9D-5710-46F5-8B55-B37705303C0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CHOSES ANCIENNES SONT PASSÉES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N'A PAS CHANGÉ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GRÂCE DEMEURE NOTRE ROCHER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QUE NOUS CROYIONS FANÉ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EN TOI RESSUSCITÉ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FAIS BRILLER TON FILS DANS LA NUIT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TOUS TES BIENFAITS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RÉPANDRONS NOTRE 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UN HYMNE POUR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NOUS T'AIMONS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COMBIEN NOUS T'AIMONS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CELUI QUE NOS CŒURS ADORENT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CHACUN RETROUVE L’ESPOIR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ORPHELINS ONT UN TOIT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CE QUE NOUS CHERCHONS 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 TROUVE EN TOI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VIENS RELEVER NOS TÊTES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NOUS DONNES TA FORCE PARFAITE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PRENDS NOS DÉFAUTS ET 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NOUS RENDS PLUS BEAUX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TOUS TES BIENFAITS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RÉPANDRONS NOTRE 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UN HYMNE POUR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AFFECTION, NOTRE PASSION 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RÉPANDUES AUX PIEDS DE 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3120</Words>
  <Application>Microsoft Office PowerPoint</Application>
  <PresentationFormat>On-screen Show (4:3)</PresentationFormat>
  <Paragraphs>1195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159</cp:revision>
  <dcterms:created xsi:type="dcterms:W3CDTF">2002-08-17T10:50:50Z</dcterms:created>
  <dcterms:modified xsi:type="dcterms:W3CDTF">2015-07-26T08:50:33Z</dcterms:modified>
</cp:coreProperties>
</file>