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87" r:id="rId3"/>
    <p:sldId id="286" r:id="rId4"/>
    <p:sldId id="285" r:id="rId5"/>
    <p:sldId id="284" r:id="rId6"/>
    <p:sldId id="283" r:id="rId7"/>
    <p:sldId id="282" r:id="rId8"/>
    <p:sldId id="281" r:id="rId9"/>
    <p:sldId id="280" r:id="rId10"/>
    <p:sldId id="279" r:id="rId11"/>
    <p:sldId id="278" r:id="rId12"/>
    <p:sldId id="277" r:id="rId13"/>
    <p:sldId id="276" r:id="rId14"/>
    <p:sldId id="275" r:id="rId15"/>
    <p:sldId id="274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7222" autoAdjust="0"/>
  </p:normalViewPr>
  <p:slideViewPr>
    <p:cSldViewPr>
      <p:cViewPr>
        <p:scale>
          <a:sx n="30" d="100"/>
          <a:sy n="30" d="100"/>
        </p:scale>
        <p:origin x="-576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88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3181265-5FC7-4E01-8133-56D7B5E627D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D65AABA-062D-4BF8-840A-9D352472FDD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CHANTONS UN NOUVEAU CHANT PLUS HAUT ET PLUS FORT QU’AVANT 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DANS CE LIEU DE GRÂCE NOUS TROUVONS SA FACE 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IL Y A UN BRUIT ENTENDS-LE AUJOURD’HUI 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CHANTONS UN NOUVEAU CHANT PLUS HAUT ET PLUS FORT QU'AVANT 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CE SONT LES RACHETÉS LEVANT LEUR VOIX POUR LE LOUER 
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À JAMAIS CHANGÉ IL M'A DÉLIVRÉ  
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IL Y A UN NOM PLUS GRAND QUE TOUS LES NOMS 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
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UN NOUVEAU CHANT PLUS HAUT ET PLUS FORT QU’AVANT 
2-  LA TERRE SE RÉJOUIT  ELLE SE RÉJOUIT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DANS CE LIEU DE GRÂCE NOUS TROUVONS SA FACE 
4-  CHANGÉS DANS SA PRÉSENCE TOUCHÉS PAR SA GRÂCE  </a:t>
            </a:r>
          </a:p>
          <a:p>
            <a:endParaRPr lang="fr-FR" smtClean="0"/>
          </a:p>
          <a:p>
            <a:r>
              <a:rPr lang="fr-FR" smtClean="0"/>
              <a:t>5-  IL Y A UN BRUIT ENTENDS-LE AUJOURD’HUI 
6-  CELUI DE L’ADORATION POUR LE GRAND JE SUIS  </a:t>
            </a:r>
          </a:p>
          <a:p>
            <a:endParaRPr lang="fr-FR" smtClean="0"/>
          </a:p>
          <a:p>
            <a:r>
              <a:rPr lang="fr-FR" smtClean="0"/>
              <a:t>	7-  CHANTONS UN NOUVEAU CHANT PLUS HAUT ET PLUS FORT QU'AVANT 
	8-  LA TERRE SE RÉJOUIT ELLE SE RÉJOUIT </a:t>
            </a:r>
          </a:p>
          <a:p>
            <a:endParaRPr lang="fr-FR" smtClean="0"/>
          </a:p>
          <a:p>
            <a:r>
              <a:rPr lang="fr-FR" smtClean="0"/>
              <a:t>	9-  CE SONT LES RACHETÉS LEVANT LEUR VOIX POUR LE LOUER 
	10-  LA TERRE SE RÉJOUIT ELLE SE RÉJOUIT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11-  À JAMAIS CHANGÉ IL M'A DÉLIVRÉ  
12-  JE SUIS LIBRE EN JÉSUS PUISSANT POUR SAUVER </a:t>
            </a:r>
          </a:p>
          <a:p>
            <a:endParaRPr lang="fr-FR" smtClean="0"/>
          </a:p>
          <a:p>
            <a:r>
              <a:rPr lang="fr-FR" smtClean="0"/>
              <a:t>13-  IL Y A UN NOM PLUS GRAND QUE TOUS LES NOMS 
14-  JE SUIS LIBRE EN JÉSUS ET JE VEUX LE CRIER 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ALLÉLUIA, ALLÉLUIA, ALLÉLUIA 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Pont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
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À JAMAIS CHANGÉ IL M'A DÉLIVRÉ  
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UN NOUVEAU CHANT PLUS HAUT ET PLUS FORT QU’AVANT 
2-  LA TERRE SE RÉJOUIT  ELLE SE RÉJOUIT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DANS CE LIEU DE GRÂCE NOUS TROUVONS SA FACE 
4-  CHANGÉS DANS SA PRÉSENCE TOUCHÉS PAR SA GRÂCE  </a:t>
            </a:r>
          </a:p>
          <a:p>
            <a:endParaRPr lang="fr-FR" smtClean="0"/>
          </a:p>
          <a:p>
            <a:r>
              <a:rPr lang="fr-FR" smtClean="0"/>
              <a:t>5-  IL Y A UN BRUIT ENTENDS-LE AUJOURD’HUI 
6-  CELUI DE L’ADORATION POUR LE GRAND JE SUIS  </a:t>
            </a:r>
          </a:p>
          <a:p>
            <a:endParaRPr lang="fr-FR" smtClean="0"/>
          </a:p>
          <a:p>
            <a:r>
              <a:rPr lang="fr-FR" smtClean="0"/>
              <a:t>	7-  CHANTONS UN NOUVEAU CHANT PLUS HAUT ET PLUS FORT QU'AVANT 
	8-  LA TERRE SE RÉJOUIT ELLE SE RÉJOUIT </a:t>
            </a:r>
          </a:p>
          <a:p>
            <a:endParaRPr lang="fr-FR" smtClean="0"/>
          </a:p>
          <a:p>
            <a:r>
              <a:rPr lang="fr-FR" smtClean="0"/>
              <a:t>	9-  CE SONT LES RACHETÉS LEVANT LEUR VOIX POUR LE LOUER 
	10-  LA TERRE SE RÉJOUIT ELLE SE RÉJOUIT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11-  À JAMAIS CHANGÉ IL M'A DÉLIVRÉ  
12-  JE SUIS LIBRE EN JÉSUS PUISSANT POUR SAUVER </a:t>
            </a:r>
          </a:p>
          <a:p>
            <a:endParaRPr lang="fr-FR" smtClean="0"/>
          </a:p>
          <a:p>
            <a:r>
              <a:rPr lang="fr-FR" smtClean="0"/>
              <a:t>13-  IL Y A UN NOM PLUS GRAND QUE TOUS LES NOMS 
14-  JE SUIS LIBRE EN JÉSUS ET JE VEUX LE CRIER 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ALLÉLUIA, ALLÉLUIA, ALLÉLUIA 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Pont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
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À JAMAIS CHANGÉ IL M'A DÉLIVRÉ  
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UN NOUVEAU CHANT PLUS HAUT ET PLUS FORT QU’AVANT 
2-  LA TERRE SE RÉJOUIT  ELLE SE RÉJOUIT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DANS CE LIEU DE GRÂCE NOUS TROUVONS SA FACE 
4-  CHANGÉS DANS SA PRÉSENCE TOUCHÉS PAR SA GRÂCE  </a:t>
            </a:r>
          </a:p>
          <a:p>
            <a:endParaRPr lang="fr-FR" smtClean="0"/>
          </a:p>
          <a:p>
            <a:r>
              <a:rPr lang="fr-FR" smtClean="0"/>
              <a:t>5-  IL Y A UN BRUIT ENTENDS-LE AUJOURD’HUI 
6-  CELUI DE L’ADORATION POUR LE GRAND JE SUIS  </a:t>
            </a:r>
          </a:p>
          <a:p>
            <a:endParaRPr lang="fr-FR" smtClean="0"/>
          </a:p>
          <a:p>
            <a:r>
              <a:rPr lang="fr-FR" smtClean="0"/>
              <a:t>	7-  CHANTONS UN NOUVEAU CHANT PLUS HAUT ET PLUS FORT QU'AVANT 
	8-  LA TERRE SE RÉJOUIT ELLE SE RÉJOUIT </a:t>
            </a:r>
          </a:p>
          <a:p>
            <a:endParaRPr lang="fr-FR" smtClean="0"/>
          </a:p>
          <a:p>
            <a:r>
              <a:rPr lang="fr-FR" smtClean="0"/>
              <a:t>	9-  CE SONT LES RACHETÉS LEVANT LEUR VOIX POUR LE LOUER 
	10-  LA TERRE SE RÉJOUIT ELLE SE RÉJOUIT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11-  À JAMAIS CHANGÉ IL M'A DÉLIVRÉ  
12-  JE SUIS LIBRE EN JÉSUS PUISSANT POUR SAUVER </a:t>
            </a:r>
          </a:p>
          <a:p>
            <a:endParaRPr lang="fr-FR" smtClean="0"/>
          </a:p>
          <a:p>
            <a:r>
              <a:rPr lang="fr-FR" smtClean="0"/>
              <a:t>13-  IL Y A UN NOM PLUS GRAND QUE TOUS LES NOMS 
14-  JE SUIS LIBRE EN JÉSUS ET JE VEUX LE CRIER 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ALLÉLUIA, ALLÉLUIA, ALLÉLUIA 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Pont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
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À JAMAIS CHANGÉ IL M'A DÉLIVRÉ  
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UN NOUVEAU CHANT PLUS HAUT ET PLUS FORT QU’AVANT 
2-  LA TERRE SE RÉJOUIT  ELLE SE RÉJOUIT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DANS CE LIEU DE GRÂCE NOUS TROUVONS SA FACE 
4-  CHANGÉS DANS SA PRÉSENCE TOUCHÉS PAR SA GRÂCE  </a:t>
            </a:r>
          </a:p>
          <a:p>
            <a:endParaRPr lang="fr-FR" smtClean="0"/>
          </a:p>
          <a:p>
            <a:r>
              <a:rPr lang="fr-FR" smtClean="0"/>
              <a:t>5-  IL Y A UN BRUIT ENTENDS-LE AUJOURD’HUI 
6-  CELUI DE L’ADORATION POUR LE GRAND JE SUIS  </a:t>
            </a:r>
          </a:p>
          <a:p>
            <a:endParaRPr lang="fr-FR" smtClean="0"/>
          </a:p>
          <a:p>
            <a:r>
              <a:rPr lang="fr-FR" smtClean="0"/>
              <a:t>	7-  CHANTONS UN NOUVEAU CHANT PLUS HAUT ET PLUS FORT QU'AVANT 
	8-  LA TERRE SE RÉJOUIT ELLE SE RÉJOUIT </a:t>
            </a:r>
          </a:p>
          <a:p>
            <a:endParaRPr lang="fr-FR" smtClean="0"/>
          </a:p>
          <a:p>
            <a:r>
              <a:rPr lang="fr-FR" smtClean="0"/>
              <a:t>	9-  CE SONT LES RACHETÉS LEVANT LEUR VOIX POUR LE LOUER 
	10-  LA TERRE SE RÉJOUIT ELLE SE RÉJOUIT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11-  À JAMAIS CHANGÉ IL M'A DÉLIVRÉ  
12-  JE SUIS LIBRE EN JÉSUS PUISSANT POUR SAUVER </a:t>
            </a:r>
          </a:p>
          <a:p>
            <a:endParaRPr lang="fr-FR" smtClean="0"/>
          </a:p>
          <a:p>
            <a:r>
              <a:rPr lang="fr-FR" smtClean="0"/>
              <a:t>13-  IL Y A UN NOM PLUS GRAND QUE TOUS LES NOMS 
14-  JE SUIS LIBRE EN JÉSUS ET JE VEUX LE CRIER 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ALLÉLUIA, ALLÉLUIA, ALLÉLUIA 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Pont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
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À JAMAIS CHANGÉ IL M'A DÉLIVRÉ  
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UN NOUVEAU CHANT PLUS HAUT ET PLUS FORT QU’AVANT 
2-  LA TERRE SE RÉJOUIT  ELLE SE RÉJOUIT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DANS CE LIEU DE GRÂCE NOUS TROUVONS SA FACE 
4-  CHANGÉS DANS SA PRÉSENCE TOUCHÉS PAR SA GRÂCE  </a:t>
            </a:r>
          </a:p>
          <a:p>
            <a:endParaRPr lang="fr-FR" smtClean="0"/>
          </a:p>
          <a:p>
            <a:r>
              <a:rPr lang="fr-FR" smtClean="0"/>
              <a:t>5-  IL Y A UN BRUIT ENTENDS-LE AUJOURD’HUI 
6-  CELUI DE L’ADORATION POUR LE GRAND JE SUIS  </a:t>
            </a:r>
          </a:p>
          <a:p>
            <a:endParaRPr lang="fr-FR" smtClean="0"/>
          </a:p>
          <a:p>
            <a:r>
              <a:rPr lang="fr-FR" smtClean="0"/>
              <a:t>	7-  CHANTONS UN NOUVEAU CHANT PLUS HAUT ET PLUS FORT QU'AVANT 
	8-  LA TERRE SE RÉJOUIT ELLE SE RÉJOUIT </a:t>
            </a:r>
          </a:p>
          <a:p>
            <a:endParaRPr lang="fr-FR" smtClean="0"/>
          </a:p>
          <a:p>
            <a:r>
              <a:rPr lang="fr-FR" smtClean="0"/>
              <a:t>	9-  CE SONT LES RACHETÉS LEVANT LEUR VOIX POUR LE LOUER 
	10-  LA TERRE SE RÉJOUIT ELLE SE RÉJOUIT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11-  À JAMAIS CHANGÉ IL M'A DÉLIVRÉ  
12-  JE SUIS LIBRE EN JÉSUS PUISSANT POUR SAUVER </a:t>
            </a:r>
          </a:p>
          <a:p>
            <a:endParaRPr lang="fr-FR" smtClean="0"/>
          </a:p>
          <a:p>
            <a:r>
              <a:rPr lang="fr-FR" smtClean="0"/>
              <a:t>13-  IL Y A UN NOM PLUS GRAND QUE TOUS LES NOMS 
14-  JE SUIS LIBRE EN JÉSUS ET JE VEUX LE CRIER 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ALLÉLUIA, ALLÉLUIA, ALLÉLUIA 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Pont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
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À JAMAIS CHANGÉ IL M'A DÉLIVRÉ  
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UN NOUVEAU CHANT PLUS HAUT ET PLUS FORT QU’AVANT 
2-  LA TERRE SE RÉJOUIT  ELLE SE RÉJOUIT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DANS CE LIEU DE GRÂCE NOUS TROUVONS SA FACE 
4-  CHANGÉS DANS SA PRÉSENCE TOUCHÉS PAR SA GRÂCE  </a:t>
            </a:r>
          </a:p>
          <a:p>
            <a:endParaRPr lang="fr-FR" smtClean="0"/>
          </a:p>
          <a:p>
            <a:r>
              <a:rPr lang="fr-FR" smtClean="0"/>
              <a:t>5-  IL Y A UN BRUIT ENTENDS-LE AUJOURD’HUI 
6-  CELUI DE L’ADORATION POUR LE GRAND JE SUIS  </a:t>
            </a:r>
          </a:p>
          <a:p>
            <a:endParaRPr lang="fr-FR" smtClean="0"/>
          </a:p>
          <a:p>
            <a:r>
              <a:rPr lang="fr-FR" smtClean="0"/>
              <a:t>	7-  CHANTONS UN NOUVEAU CHANT PLUS HAUT ET PLUS FORT QU'AVANT 
	8-  LA TERRE SE RÉJOUIT ELLE SE RÉJOUIT </a:t>
            </a:r>
          </a:p>
          <a:p>
            <a:endParaRPr lang="fr-FR" smtClean="0"/>
          </a:p>
          <a:p>
            <a:r>
              <a:rPr lang="fr-FR" smtClean="0"/>
              <a:t>	9-  CE SONT LES RACHETÉS LEVANT LEUR VOIX POUR LE LOUER 
	10-  LA TERRE SE RÉJOUIT ELLE SE RÉJOUIT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11-  À JAMAIS CHANGÉ IL M'A DÉLIVRÉ  
12-  JE SUIS LIBRE EN JÉSUS PUISSANT POUR SAUVER </a:t>
            </a:r>
          </a:p>
          <a:p>
            <a:endParaRPr lang="fr-FR" smtClean="0"/>
          </a:p>
          <a:p>
            <a:r>
              <a:rPr lang="fr-FR" smtClean="0"/>
              <a:t>13-  IL Y A UN NOM PLUS GRAND QUE TOUS LES NOMS 
14-  JE SUIS LIBRE EN JÉSUS ET JE VEUX LE CRIER 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ALLÉLUIA, ALLÉLUIA, ALLÉLUIA 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Pont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
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À JAMAIS CHANGÉ IL M'A DÉLIVRÉ  
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UN NOUVEAU CHANT PLUS HAUT ET PLUS FORT QU’AVANT 
2-  LA TERRE SE RÉJOUIT  ELLE SE RÉJOUIT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DANS CE LIEU DE GRÂCE NOUS TROUVONS SA FACE 
4-  CHANGÉS DANS SA PRÉSENCE TOUCHÉS PAR SA GRÂCE  </a:t>
            </a:r>
          </a:p>
          <a:p>
            <a:endParaRPr lang="fr-FR" smtClean="0"/>
          </a:p>
          <a:p>
            <a:r>
              <a:rPr lang="fr-FR" smtClean="0"/>
              <a:t>5-  IL Y A UN BRUIT ENTENDS-LE AUJOURD’HUI 
6-  CELUI DE L’ADORATION POUR LE GRAND JE SUIS  </a:t>
            </a:r>
          </a:p>
          <a:p>
            <a:endParaRPr lang="fr-FR" smtClean="0"/>
          </a:p>
          <a:p>
            <a:r>
              <a:rPr lang="fr-FR" smtClean="0"/>
              <a:t>	7-  CHANTONS UN NOUVEAU CHANT PLUS HAUT ET PLUS FORT QU'AVANT 
	8-  LA TERRE SE RÉJOUIT ELLE SE RÉJOUIT </a:t>
            </a:r>
          </a:p>
          <a:p>
            <a:endParaRPr lang="fr-FR" smtClean="0"/>
          </a:p>
          <a:p>
            <a:r>
              <a:rPr lang="fr-FR" smtClean="0"/>
              <a:t>	9-  CE SONT LES RACHETÉS LEVANT LEUR VOIX POUR LE LOUER 
	10-  LA TERRE SE RÉJOUIT ELLE SE RÉJOUIT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11-  À JAMAIS CHANGÉ IL M'A DÉLIVRÉ  
12-  JE SUIS LIBRE EN JÉSUS PUISSANT POUR SAUVER </a:t>
            </a:r>
          </a:p>
          <a:p>
            <a:endParaRPr lang="fr-FR" smtClean="0"/>
          </a:p>
          <a:p>
            <a:r>
              <a:rPr lang="fr-FR" smtClean="0"/>
              <a:t>13-  IL Y A UN NOM PLUS GRAND QUE TOUS LES NOMS 
14-  JE SUIS LIBRE EN JÉSUS ET JE VEUX LE CRIER 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ALLÉLUIA, ALLÉLUIA, ALLÉLUIA 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Pont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
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À JAMAIS CHANGÉ IL M'A DÉLIVRÉ  
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UN NOUVEAU CHANT PLUS HAUT ET PLUS FORT QU’AVANT 
2-  LA TERRE SE RÉJOUIT  ELLE SE RÉJOUIT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DANS CE LIEU DE GRÂCE NOUS TROUVONS SA FACE 
4-  CHANGÉS DANS SA PRÉSENCE TOUCHÉS PAR SA GRÂCE  </a:t>
            </a:r>
          </a:p>
          <a:p>
            <a:endParaRPr lang="fr-FR" smtClean="0"/>
          </a:p>
          <a:p>
            <a:r>
              <a:rPr lang="fr-FR" smtClean="0"/>
              <a:t>5-  IL Y A UN BRUIT ENTENDS-LE AUJOURD’HUI 
6-  CELUI DE L’ADORATION POUR LE GRAND JE SUIS  </a:t>
            </a:r>
          </a:p>
          <a:p>
            <a:endParaRPr lang="fr-FR" smtClean="0"/>
          </a:p>
          <a:p>
            <a:r>
              <a:rPr lang="fr-FR" smtClean="0"/>
              <a:t>	7-  CHANTONS UN NOUVEAU CHANT PLUS HAUT ET PLUS FORT QU'AVANT 
	8-  LA TERRE SE RÉJOUIT ELLE SE RÉJOUIT </a:t>
            </a:r>
          </a:p>
          <a:p>
            <a:endParaRPr lang="fr-FR" smtClean="0"/>
          </a:p>
          <a:p>
            <a:r>
              <a:rPr lang="fr-FR" smtClean="0"/>
              <a:t>	9-  CE SONT LES RACHETÉS LEVANT LEUR VOIX POUR LE LOUER 
	10-  LA TERRE SE RÉJOUIT ELLE SE RÉJOUIT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11-  À JAMAIS CHANGÉ IL M'A DÉLIVRÉ  
12-  JE SUIS LIBRE EN JÉSUS PUISSANT POUR SAUVER </a:t>
            </a:r>
          </a:p>
          <a:p>
            <a:endParaRPr lang="fr-FR" smtClean="0"/>
          </a:p>
          <a:p>
            <a:r>
              <a:rPr lang="fr-FR" smtClean="0"/>
              <a:t>13-  IL Y A UN NOM PLUS GRAND QUE TOUS LES NOMS 
14-  JE SUIS LIBRE EN JÉSUS ET JE VEUX LE CRIER 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ALLÉLUIA, ALLÉLUIA, ALLÉLUIA 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Pont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
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À JAMAIS CHANGÉ IL M'A DÉLIVRÉ  
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UN NOUVEAU CHANT PLUS HAUT ET PLUS FORT QU’AVANT 
2-  LA TERRE SE RÉJOUIT  ELLE SE RÉJOUIT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DANS CE LIEU DE GRÂCE NOUS TROUVONS SA FACE 
4-  CHANGÉS DANS SA PRÉSENCE TOUCHÉS PAR SA GRÂCE  </a:t>
            </a:r>
          </a:p>
          <a:p>
            <a:endParaRPr lang="fr-FR" smtClean="0"/>
          </a:p>
          <a:p>
            <a:r>
              <a:rPr lang="fr-FR" smtClean="0"/>
              <a:t>5-  IL Y A UN BRUIT ENTENDS-LE AUJOURD’HUI 
6-  CELUI DE L’ADORATION POUR LE GRAND JE SUIS  </a:t>
            </a:r>
          </a:p>
          <a:p>
            <a:endParaRPr lang="fr-FR" smtClean="0"/>
          </a:p>
          <a:p>
            <a:r>
              <a:rPr lang="fr-FR" smtClean="0"/>
              <a:t>	7-  CHANTONS UN NOUVEAU CHANT PLUS HAUT ET PLUS FORT QU'AVANT 
	8-  LA TERRE SE RÉJOUIT ELLE SE RÉJOUIT </a:t>
            </a:r>
          </a:p>
          <a:p>
            <a:endParaRPr lang="fr-FR" smtClean="0"/>
          </a:p>
          <a:p>
            <a:r>
              <a:rPr lang="fr-FR" smtClean="0"/>
              <a:t>	9-  CE SONT LES RACHETÉS LEVANT LEUR VOIX POUR LE LOUER 
	10-  LA TERRE SE RÉJOUIT ELLE SE RÉJOUIT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11-  À JAMAIS CHANGÉ IL M'A DÉLIVRÉ  
12-  JE SUIS LIBRE EN JÉSUS PUISSANT POUR SAUVER </a:t>
            </a:r>
          </a:p>
          <a:p>
            <a:endParaRPr lang="fr-FR" smtClean="0"/>
          </a:p>
          <a:p>
            <a:r>
              <a:rPr lang="fr-FR" smtClean="0"/>
              <a:t>13-  IL Y A UN NOM PLUS GRAND QUE TOUS LES NOMS 
14-  JE SUIS LIBRE EN JÉSUS ET JE VEUX LE CRIER 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ALLÉLUIA, ALLÉLUIA, ALLÉLUIA 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Pont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
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À JAMAIS CHANGÉ IL M'A DÉLIVRÉ  
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UN NOUVEAU CHANT PLUS HAUT ET PLUS FORT QU’AVANT 
2-  LA TERRE SE RÉJOUIT  ELLE SE RÉJOUIT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DANS CE LIEU DE GRÂCE NOUS TROUVONS SA FACE 
4-  CHANGÉS DANS SA PRÉSENCE TOUCHÉS PAR SA GRÂCE  </a:t>
            </a:r>
          </a:p>
          <a:p>
            <a:endParaRPr lang="fr-FR" smtClean="0"/>
          </a:p>
          <a:p>
            <a:r>
              <a:rPr lang="fr-FR" smtClean="0"/>
              <a:t>5-  IL Y A UN BRUIT ENTENDS-LE AUJOURD’HUI 
6-  CELUI DE L’ADORATION POUR LE GRAND JE SUIS  </a:t>
            </a:r>
          </a:p>
          <a:p>
            <a:endParaRPr lang="fr-FR" smtClean="0"/>
          </a:p>
          <a:p>
            <a:r>
              <a:rPr lang="fr-FR" smtClean="0"/>
              <a:t>	7-  CHANTONS UN NOUVEAU CHANT PLUS HAUT ET PLUS FORT QU'AVANT 
	8-  LA TERRE SE RÉJOUIT ELLE SE RÉJOUIT </a:t>
            </a:r>
          </a:p>
          <a:p>
            <a:endParaRPr lang="fr-FR" smtClean="0"/>
          </a:p>
          <a:p>
            <a:r>
              <a:rPr lang="fr-FR" smtClean="0"/>
              <a:t>	9-  CE SONT LES RACHETÉS LEVANT LEUR VOIX POUR LE LOUER 
	10-  LA TERRE SE RÉJOUIT ELLE SE RÉJOUIT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11-  À JAMAIS CHANGÉ IL M'A DÉLIVRÉ  
12-  JE SUIS LIBRE EN JÉSUS PUISSANT POUR SAUVER </a:t>
            </a:r>
          </a:p>
          <a:p>
            <a:endParaRPr lang="fr-FR" smtClean="0"/>
          </a:p>
          <a:p>
            <a:r>
              <a:rPr lang="fr-FR" smtClean="0"/>
              <a:t>13-  IL Y A UN NOM PLUS GRAND QUE TOUS LES NOMS 
14-  JE SUIS LIBRE EN JÉSUS ET JE VEUX LE CRIER 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ALLÉLUIA, ALLÉLUIA, ALLÉLUIA 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Pont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
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À JAMAIS CHANGÉ IL M'A DÉLIVRÉ  
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UN NOUVEAU CHANT PLUS HAUT ET PLUS FORT QU’AVANT 
2-  LA TERRE SE RÉJOUIT  ELLE SE RÉJOUIT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DANS CE LIEU DE GRÂCE NOUS TROUVONS SA FACE 
4-  CHANGÉS DANS SA PRÉSENCE TOUCHÉS PAR SA GRÂCE  </a:t>
            </a:r>
          </a:p>
          <a:p>
            <a:endParaRPr lang="fr-FR" smtClean="0"/>
          </a:p>
          <a:p>
            <a:r>
              <a:rPr lang="fr-FR" smtClean="0"/>
              <a:t>5-  IL Y A UN BRUIT ENTENDS-LE AUJOURD’HUI 
6-  CELUI DE L’ADORATION POUR LE GRAND JE SUIS  </a:t>
            </a:r>
          </a:p>
          <a:p>
            <a:endParaRPr lang="fr-FR" smtClean="0"/>
          </a:p>
          <a:p>
            <a:r>
              <a:rPr lang="fr-FR" smtClean="0"/>
              <a:t>	7-  CHANTONS UN NOUVEAU CHANT PLUS HAUT ET PLUS FORT QU'AVANT 
	8-  LA TERRE SE RÉJOUIT ELLE SE RÉJOUIT </a:t>
            </a:r>
          </a:p>
          <a:p>
            <a:endParaRPr lang="fr-FR" smtClean="0"/>
          </a:p>
          <a:p>
            <a:r>
              <a:rPr lang="fr-FR" smtClean="0"/>
              <a:t>	9-  CE SONT LES RACHETÉS LEVANT LEUR VOIX POUR LE LOUER 
	10-  LA TERRE SE RÉJOUIT ELLE SE RÉJOUIT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11-  À JAMAIS CHANGÉ IL M'A DÉLIVRÉ  
12-  JE SUIS LIBRE EN JÉSUS PUISSANT POUR SAUVER </a:t>
            </a:r>
          </a:p>
          <a:p>
            <a:endParaRPr lang="fr-FR" smtClean="0"/>
          </a:p>
          <a:p>
            <a:r>
              <a:rPr lang="fr-FR" smtClean="0"/>
              <a:t>13-  IL Y A UN NOM PLUS GRAND QUE TOUS LES NOMS 
14-  JE SUIS LIBRE EN JÉSUS ET JE VEUX LE CRIER 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ALLÉLUIA, ALLÉLUIA, ALLÉLUIA 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Pont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
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À JAMAIS CHANGÉ IL M'A DÉLIVRÉ  
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UN NOUVEAU CHANT PLUS HAUT ET PLUS FORT QU’AVANT 
2-  LA TERRE SE RÉJOUIT  ELLE SE RÉJOUIT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DANS CE LIEU DE GRÂCE NOUS TROUVONS SA FACE 
4-  CHANGÉS DANS SA PRÉSENCE TOUCHÉS PAR SA GRÂCE  </a:t>
            </a:r>
          </a:p>
          <a:p>
            <a:endParaRPr lang="fr-FR" smtClean="0"/>
          </a:p>
          <a:p>
            <a:r>
              <a:rPr lang="fr-FR" smtClean="0"/>
              <a:t>5-  IL Y A UN BRUIT ENTENDS-LE AUJOURD’HUI 
6-  CELUI DE L’ADORATION POUR LE GRAND JE SUIS  </a:t>
            </a:r>
          </a:p>
          <a:p>
            <a:endParaRPr lang="fr-FR" smtClean="0"/>
          </a:p>
          <a:p>
            <a:r>
              <a:rPr lang="fr-FR" smtClean="0"/>
              <a:t>	7-  CHANTONS UN NOUVEAU CHANT PLUS HAUT ET PLUS FORT QU'AVANT 
	8-  LA TERRE SE RÉJOUIT ELLE SE RÉJOUIT </a:t>
            </a:r>
          </a:p>
          <a:p>
            <a:endParaRPr lang="fr-FR" smtClean="0"/>
          </a:p>
          <a:p>
            <a:r>
              <a:rPr lang="fr-FR" smtClean="0"/>
              <a:t>	9-  CE SONT LES RACHETÉS LEVANT LEUR VOIX POUR LE LOUER 
	10-  LA TERRE SE RÉJOUIT ELLE SE RÉJOUIT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11-  À JAMAIS CHANGÉ IL M'A DÉLIVRÉ  
12-  JE SUIS LIBRE EN JÉSUS PUISSANT POUR SAUVER </a:t>
            </a:r>
          </a:p>
          <a:p>
            <a:endParaRPr lang="fr-FR" smtClean="0"/>
          </a:p>
          <a:p>
            <a:r>
              <a:rPr lang="fr-FR" smtClean="0"/>
              <a:t>13-  IL Y A UN NOM PLUS GRAND QUE TOUS LES NOMS 
14-  JE SUIS LIBRE EN JÉSUS ET JE VEUX LE CRIER 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ALLÉLUIA, ALLÉLUIA, ALLÉLUIA 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Pont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
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À JAMAIS CHANGÉ IL M'A DÉLIVRÉ  
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UN NOUVEAU CHANT PLUS HAUT ET PLUS FORT QU’AVANT 
2-  LA TERRE SE RÉJOUIT  ELLE SE RÉJOUIT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DANS CE LIEU DE GRÂCE NOUS TROUVONS SA FACE 
4-  CHANGÉS DANS SA PRÉSENCE TOUCHÉS PAR SA GRÂCE  </a:t>
            </a:r>
          </a:p>
          <a:p>
            <a:endParaRPr lang="fr-FR" smtClean="0"/>
          </a:p>
          <a:p>
            <a:r>
              <a:rPr lang="fr-FR" smtClean="0"/>
              <a:t>5-  IL Y A UN BRUIT ENTENDS-LE AUJOURD’HUI 
6-  CELUI DE L’ADORATION POUR LE GRAND JE SUIS  </a:t>
            </a:r>
          </a:p>
          <a:p>
            <a:endParaRPr lang="fr-FR" smtClean="0"/>
          </a:p>
          <a:p>
            <a:r>
              <a:rPr lang="fr-FR" smtClean="0"/>
              <a:t>	7-  CHANTONS UN NOUVEAU CHANT PLUS HAUT ET PLUS FORT QU'AVANT 
	8-  LA TERRE SE RÉJOUIT ELLE SE RÉJOUIT </a:t>
            </a:r>
          </a:p>
          <a:p>
            <a:endParaRPr lang="fr-FR" smtClean="0"/>
          </a:p>
          <a:p>
            <a:r>
              <a:rPr lang="fr-FR" smtClean="0"/>
              <a:t>	9-  CE SONT LES RACHETÉS LEVANT LEUR VOIX POUR LE LOUER 
	10-  LA TERRE SE RÉJOUIT ELLE SE RÉJOUIT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11-  À JAMAIS CHANGÉ IL M'A DÉLIVRÉ  
12-  JE SUIS LIBRE EN JÉSUS PUISSANT POUR SAUVER </a:t>
            </a:r>
          </a:p>
          <a:p>
            <a:endParaRPr lang="fr-FR" smtClean="0"/>
          </a:p>
          <a:p>
            <a:r>
              <a:rPr lang="fr-FR" smtClean="0"/>
              <a:t>13-  IL Y A UN NOM PLUS GRAND QUE TOUS LES NOMS 
14-  JE SUIS LIBRE EN JÉSUS ET JE VEUX LE CRIER 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ALLÉLUIA, ALLÉLUIA, ALLÉLUIA 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Pont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
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À JAMAIS CHANGÉ IL M'A DÉLIVRÉ  
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UN NOUVEAU CHANT PLUS HAUT ET PLUS FORT QU’AVANT 
2-  LA TERRE SE RÉJOUIT  ELLE SE RÉJOUIT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DANS CE LIEU DE GRÂCE NOUS TROUVONS SA FACE 
4-  CHANGÉS DANS SA PRÉSENCE TOUCHÉS PAR SA GRÂCE  </a:t>
            </a:r>
          </a:p>
          <a:p>
            <a:endParaRPr lang="fr-FR" smtClean="0"/>
          </a:p>
          <a:p>
            <a:r>
              <a:rPr lang="fr-FR" smtClean="0"/>
              <a:t>5-  IL Y A UN BRUIT ENTENDS-LE AUJOURD’HUI 
6-  CELUI DE L’ADORATION POUR LE GRAND JE SUIS  </a:t>
            </a:r>
          </a:p>
          <a:p>
            <a:endParaRPr lang="fr-FR" smtClean="0"/>
          </a:p>
          <a:p>
            <a:r>
              <a:rPr lang="fr-FR" smtClean="0"/>
              <a:t>	7-  CHANTONS UN NOUVEAU CHANT PLUS HAUT ET PLUS FORT QU'AVANT 
	8-  LA TERRE SE RÉJOUIT ELLE SE RÉJOUIT </a:t>
            </a:r>
          </a:p>
          <a:p>
            <a:endParaRPr lang="fr-FR" smtClean="0"/>
          </a:p>
          <a:p>
            <a:r>
              <a:rPr lang="fr-FR" smtClean="0"/>
              <a:t>	9-  CE SONT LES RACHETÉS LEVANT LEUR VOIX POUR LE LOUER 
	10-  LA TERRE SE RÉJOUIT ELLE SE RÉJOUIT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11-  À JAMAIS CHANGÉ IL M'A DÉLIVRÉ  
12-  JE SUIS LIBRE EN JÉSUS PUISSANT POUR SAUVER </a:t>
            </a:r>
          </a:p>
          <a:p>
            <a:endParaRPr lang="fr-FR" smtClean="0"/>
          </a:p>
          <a:p>
            <a:r>
              <a:rPr lang="fr-FR" smtClean="0"/>
              <a:t>13-  IL Y A UN NOM PLUS GRAND QUE TOUS LES NOMS 
14-  JE SUIS LIBRE EN JÉSUS ET JE VEUX LE CRIER 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ALLÉLUIA, ALLÉLUIA, ALLÉLUIA 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Pont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CHANTONS UN NOUVEAU CHANT PLUS HAUT ET PLUS FORT QU’AVANT 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DANS CE LIEU DE GRÂCE NOUS TROUVONS SA FACE 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IL Y A UN BRUIT ENTENDS-LE AUJOURD’HUI 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CHANTONS UN NOUVEAU CHANT PLUS HAUT ET PLUS FORT QU'AVANT 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CE SONT LES RACHETÉS LEVANT LEUR VOIX POUR LE LOUER 
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À JAMAIS CHANGÉ IL M'A DÉLIVRÉ  
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IL Y A UN NOM PLUS GRAND QUE TOUS LES NOMS 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
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UN NOUVEAU CHANT PLUS HAUT ET PLUS FORT QU’AVANT 
2-  LA TERRE SE RÉJOUIT  ELLE SE RÉJOUIT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DANS CE LIEU DE GRÂCE NOUS TROUVONS SA FACE 
4-  CHANGÉS DANS SA PRÉSENCE TOUCHÉS PAR SA GRÂCE  </a:t>
            </a:r>
          </a:p>
          <a:p>
            <a:endParaRPr lang="fr-FR" smtClean="0"/>
          </a:p>
          <a:p>
            <a:r>
              <a:rPr lang="fr-FR" smtClean="0"/>
              <a:t>5-  IL Y A UN BRUIT ENTENDS-LE AUJOURD’HUI 
6-  CELUI DE L’ADORATION POUR LE GRAND JE SUIS  </a:t>
            </a:r>
          </a:p>
          <a:p>
            <a:endParaRPr lang="fr-FR" smtClean="0"/>
          </a:p>
          <a:p>
            <a:r>
              <a:rPr lang="fr-FR" smtClean="0"/>
              <a:t>	7-  CHANTONS UN NOUVEAU CHANT PLUS HAUT ET PLUS FORT QU'AVANT 
	8-  LA TERRE SE RÉJOUIT ELLE SE RÉJOUIT </a:t>
            </a:r>
          </a:p>
          <a:p>
            <a:endParaRPr lang="fr-FR" smtClean="0"/>
          </a:p>
          <a:p>
            <a:r>
              <a:rPr lang="fr-FR" smtClean="0"/>
              <a:t>	9-  CE SONT LES RACHETÉS LEVANT LEUR VOIX POUR LE LOUER 
	10-  LA TERRE SE RÉJOUIT ELLE SE RÉJOUIT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11-  À JAMAIS CHANGÉ IL M'A DÉLIVRÉ  
12-  JE SUIS LIBRE EN JÉSUS PUISSANT POUR SAUVER </a:t>
            </a:r>
          </a:p>
          <a:p>
            <a:endParaRPr lang="fr-FR" smtClean="0"/>
          </a:p>
          <a:p>
            <a:r>
              <a:rPr lang="fr-FR" smtClean="0"/>
              <a:t>13-  IL Y A UN NOM PLUS GRAND QUE TOUS LES NOMS 
14-  JE SUIS LIBRE EN JÉSUS ET JE VEUX LE CRIER 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ALLÉLUIA, ALLÉLUIA, ALLÉLUIA 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Pont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EE05C2-C9DA-40CC-AD2F-0FDAAF2115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A94D00-2D14-49B7-A071-1F5E01199D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4885FC-34A0-469B-B435-E3A81E7B7B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2D34F-4A5F-4E22-8F55-93F863012F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19E159-C628-4542-8158-1403ACA400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B1BD9A-9B2A-4B86-9352-2B0A56030E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6DD0B-C7DD-4CBC-866D-08FD2A261A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F6C4B0-450E-4503-B862-D7B21380C2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C6D52-307F-4461-88C0-32C3CE8F83C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1852F1-165A-4B92-915A-2636946F39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7C8D3-FDAF-4CB3-B861-9BE4889A04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3591624-52E5-4C9A-9BA2-89B2B9B435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UN NOUVEAU CHANT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HAUT ET PLUS FORT QU’AVANT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TERRE SE RÉJOUIT 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SE RÉJOUIT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 LIEU DE GRÂCE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TROUVONS SA FACE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CHANGÉS DANS SA PRÉSENCE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TOUCHÉS PAR SA GRÂCE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 BRUIT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ENTENDS-LE AUJOURD’HUI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CELUI DE L’ADORATION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 GRAND JE SUIS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UN NOUVEAU CHANT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HAUT ET PLUS FORT QU'AVANT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TERRE SE RÉJOUIT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SE RÉJOUIT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SONT LES RACHETÉS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LEVANT LEUR VOIX POUR LE LOUER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TERRE SE RÉJOUIT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SE RÉJOUIT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 CHANGÉ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M'A DÉLIVRÉ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LIBRE EN JÉSUS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PUISSANT POUR SAUVER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 NOM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GRAND QUE TOUS LES NOMS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LIBRE EN JÉSUS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VEUX LE CRIER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ALLÉLUIA, ALLÉLUIA, ALLÉLUIA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1453</TotalTime>
  <Words>453</Words>
  <Application>Microsoft Office PowerPoint</Application>
  <PresentationFormat>On-screen Show (4:3)</PresentationFormat>
  <Paragraphs>659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136</cp:revision>
  <dcterms:created xsi:type="dcterms:W3CDTF">2002-08-17T10:50:50Z</dcterms:created>
  <dcterms:modified xsi:type="dcterms:W3CDTF">2016-11-20T08:59:24Z</dcterms:modified>
</cp:coreProperties>
</file>