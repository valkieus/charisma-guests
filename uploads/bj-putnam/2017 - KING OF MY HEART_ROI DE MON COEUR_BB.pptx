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1" r:id="rId2"/>
    <p:sldId id="284" r:id="rId3"/>
    <p:sldId id="283" r:id="rId4"/>
    <p:sldId id="282" r:id="rId5"/>
    <p:sldId id="280" r:id="rId6"/>
    <p:sldId id="278" r:id="rId7"/>
    <p:sldId id="277" r:id="rId8"/>
    <p:sldId id="276" r:id="rId9"/>
    <p:sldId id="275" r:id="rId10"/>
    <p:sldId id="273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41204" autoAdjust="0"/>
  </p:normalViewPr>
  <p:slideViewPr>
    <p:cSldViewPr>
      <p:cViewPr varScale="1">
        <p:scale>
          <a:sx n="28" d="100"/>
          <a:sy n="28" d="100"/>
        </p:scale>
        <p:origin x="-1782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606EF4C-FF80-47C4-9DD0-1E9307C9A59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AE2B19C-C9CC-4207-9DB9-06C1C6F7F5D2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/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/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/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/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/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/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/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/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/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r>
              <a:rPr lang="fr-FR" smtClean="0"/>
              <a:t>COUPLET 1:</a:t>
            </a:r>
          </a:p>
          <a:p>
            <a:pPr>
              <a:defRPr/>
            </a:pPr>
            <a:r>
              <a:rPr lang="fr-FR" smtClean="0"/>
              <a:t>1-  QUE LE ROI DE MON CŒUR SOIT LA MONTAGNE OÙ JE COURS </a:t>
            </a:r>
          </a:p>
          <a:p>
            <a:pPr>
              <a:defRPr/>
            </a:pPr>
            <a:r>
              <a:rPr lang="fr-FR" smtClean="0"/>
              <a:t>      Let the King of my heart  Be the mountain where I run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2-  LA FONTAINE OÙ JE BOIS OH ! IL EST MON CHANT </a:t>
            </a:r>
          </a:p>
          <a:p>
            <a:pPr>
              <a:defRPr/>
            </a:pPr>
            <a:r>
              <a:rPr lang="fr-FR" smtClean="0"/>
              <a:t>      The fountain I drink from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3-  QUE LE ROI DE MON CŒUR SOIT CETTE OMBRE, MON ABRI </a:t>
            </a:r>
          </a:p>
          <a:p>
            <a:pPr>
              <a:defRPr/>
            </a:pPr>
            <a:r>
              <a:rPr lang="fr-FR" smtClean="0"/>
              <a:t>      Let the King of my heart Be the shadow where I hide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4-  LA RANÇON POUR MA VIE OH ! IL EST MON CHANT</a:t>
            </a:r>
          </a:p>
          <a:p>
            <a:pPr>
              <a:defRPr/>
            </a:pPr>
            <a:r>
              <a:rPr lang="fr-FR" smtClean="0"/>
              <a:t>     The ransom for my life Oh He is my song</a:t>
            </a:r>
          </a:p>
          <a:p>
            <a:pPr>
              <a:defRPr/>
            </a:pPr>
            <a:r>
              <a:rPr lang="fr-FR" smtClean="0"/>
              <a:t>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
	5-  TU ES BON, BON, OH !  TU ES BON, BON, OH !      X2</a:t>
            </a:r>
          </a:p>
          <a:p>
            <a:pPr>
              <a:defRPr/>
            </a:pPr>
            <a:r>
              <a:rPr lang="fr-FR" smtClean="0"/>
              <a:t>      	 You are good good oh You are good good oh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2:</a:t>
            </a:r>
          </a:p>
          <a:p>
            <a:pPr>
              <a:defRPr/>
            </a:pPr>
            <a:r>
              <a:rPr lang="fr-FR" smtClean="0"/>
              <a:t>6-  QUE LE ROI DE MON CŒUR SOIT COMME LE VENT SUR MES VOILES  </a:t>
            </a:r>
          </a:p>
          <a:p>
            <a:pPr>
              <a:defRPr/>
            </a:pPr>
            <a:r>
              <a:rPr lang="fr-FR" smtClean="0"/>
              <a:t>       Let the King of my heart Be the wind inside my sails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L’ANCRE DE MON ÂME OH ! IL EST MON CHANT </a:t>
            </a:r>
          </a:p>
          <a:p>
            <a:pPr>
              <a:defRPr/>
            </a:pPr>
            <a:r>
              <a:rPr lang="fr-FR" smtClean="0"/>
              <a:t>     The anchor in the waves 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8-  QUE LE ROI DE MON CŒUR SOIT CE FEU QUI BRÛLE EN MOI </a:t>
            </a:r>
          </a:p>
          <a:p>
            <a:pPr>
              <a:defRPr/>
            </a:pPr>
            <a:r>
              <a:rPr lang="fr-FR" smtClean="0"/>
              <a:t>    Let the King of my heart  Be the fire inside my veins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9-  À CHACUN DE MES PAS OH ! IL EST MON CHANT </a:t>
            </a:r>
          </a:p>
          <a:p>
            <a:pPr>
              <a:defRPr/>
            </a:pPr>
            <a:r>
              <a:rPr lang="fr-FR" smtClean="0"/>
              <a:t>      The echo of my days Oh He is my song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10-  TU NE ME LAISSERAS TU NE ME LAISSERAS JAMAIS  X4</a:t>
            </a:r>
          </a:p>
          <a:p>
            <a:pPr>
              <a:defRPr/>
            </a:pPr>
            <a:r>
              <a:rPr lang="fr-FR" smtClean="0"/>
              <a:t>You're never gonna let Never gonna let me down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REFRAIN:</a:t>
            </a:r>
            <a:endParaRPr lang="fr-FR" dirty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/>
              <a:t>COUPLET 1:</a:t>
            </a:r>
          </a:p>
          <a:p>
            <a:r>
              <a:rPr lang="fr-FR" altLang="fr-FR"/>
              <a:t>1-  QUE LE ROI DE MON CŒUR SOIT LA MONTAGNE OÙ JE COURS </a:t>
            </a:r>
          </a:p>
          <a:p>
            <a:r>
              <a:rPr lang="fr-FR" altLang="fr-FR"/>
              <a:t>      Let the King of my heart  Be the mountain where I run</a:t>
            </a:r>
          </a:p>
          <a:p>
            <a:endParaRPr lang="fr-FR" altLang="fr-FR"/>
          </a:p>
          <a:p>
            <a:r>
              <a:rPr lang="fr-FR" altLang="fr-FR"/>
              <a:t>2-  LA FONTAINE OÙ JE BOIS OH ! IL EST MON CHANT </a:t>
            </a:r>
          </a:p>
          <a:p>
            <a:r>
              <a:rPr lang="fr-FR" altLang="fr-FR"/>
              <a:t>      The fountain I drink from  Oh He is my song</a:t>
            </a:r>
          </a:p>
          <a:p>
            <a:endParaRPr lang="fr-FR" altLang="fr-FR"/>
          </a:p>
          <a:p>
            <a:r>
              <a:rPr lang="fr-FR" altLang="fr-FR"/>
              <a:t>3-  QUE LE ROI DE MON CŒUR SOIT CETTE OMBRE, MON ABRI </a:t>
            </a:r>
          </a:p>
          <a:p>
            <a:r>
              <a:rPr lang="fr-FR" altLang="fr-FR"/>
              <a:t>      Let the King of my heart Be the shadow where I hide</a:t>
            </a:r>
          </a:p>
          <a:p>
            <a:endParaRPr lang="fr-FR" altLang="fr-FR"/>
          </a:p>
          <a:p>
            <a:r>
              <a:rPr lang="fr-FR" altLang="fr-FR"/>
              <a:t>4-  LA RANÇON POUR MA VIE OH ! IL EST MON CHANT</a:t>
            </a:r>
          </a:p>
          <a:p>
            <a:r>
              <a:rPr lang="fr-FR" altLang="fr-FR"/>
              <a:t>     The ransom for my life Oh He is my song</a:t>
            </a:r>
          </a:p>
          <a:p>
            <a:r>
              <a:rPr lang="fr-FR" altLang="fr-FR"/>
              <a:t> </a:t>
            </a:r>
          </a:p>
          <a:p>
            <a:endParaRPr lang="fr-FR" altLang="fr-FR"/>
          </a:p>
          <a:p>
            <a:r>
              <a:rPr lang="fr-FR" altLang="fr-FR"/>
              <a:t>	REFRAIN:
	5-  TU ES BON, BON, OH !  TU ES BON, BON, OH !      X2</a:t>
            </a:r>
          </a:p>
          <a:p>
            <a:r>
              <a:rPr lang="fr-FR" altLang="fr-FR"/>
              <a:t>      	 You are good good oh You are good good oh</a:t>
            </a:r>
          </a:p>
          <a:p>
            <a:endParaRPr lang="fr-FR" altLang="fr-FR"/>
          </a:p>
          <a:p>
            <a:endParaRPr lang="fr-FR" altLang="fr-FR"/>
          </a:p>
          <a:p>
            <a:r>
              <a:rPr lang="fr-FR" altLang="fr-FR"/>
              <a:t>COUPLET 2:</a:t>
            </a:r>
          </a:p>
          <a:p>
            <a:r>
              <a:rPr lang="fr-FR" altLang="fr-FR"/>
              <a:t>6-  QUE LE ROI DE MON CŒUR SOIT COMME LE VENT SUR MES VOILES  </a:t>
            </a:r>
          </a:p>
          <a:p>
            <a:r>
              <a:rPr lang="fr-FR" altLang="fr-FR"/>
              <a:t>       Let the King of my heart Be the wind inside my sails</a:t>
            </a:r>
          </a:p>
          <a:p>
            <a:endParaRPr lang="fr-FR" altLang="fr-FR"/>
          </a:p>
          <a:p>
            <a:r>
              <a:rPr lang="fr-FR" altLang="fr-FR"/>
              <a:t>7-  ET L’ANCRE DE MON ÂME OH ! IL EST MON CHANT </a:t>
            </a:r>
          </a:p>
          <a:p>
            <a:r>
              <a:rPr lang="fr-FR" altLang="fr-FR"/>
              <a:t>     The anchor in the waves  Oh He is my song</a:t>
            </a:r>
          </a:p>
          <a:p>
            <a:endParaRPr lang="fr-FR" altLang="fr-FR"/>
          </a:p>
          <a:p>
            <a:r>
              <a:rPr lang="fr-FR" altLang="fr-FR"/>
              <a:t>8-  QUE LE ROI DE MON CŒUR SOIT CE FEU QUI BRÛLE EN MOI </a:t>
            </a:r>
          </a:p>
          <a:p>
            <a:r>
              <a:rPr lang="fr-FR" altLang="fr-FR"/>
              <a:t>    Let the King of my heart  Be the fire inside my veins</a:t>
            </a:r>
          </a:p>
          <a:p>
            <a:endParaRPr lang="fr-FR" altLang="fr-FR"/>
          </a:p>
          <a:p>
            <a:r>
              <a:rPr lang="fr-FR" altLang="fr-FR"/>
              <a:t>9-  À CHACUN DE MES PAS OH ! IL EST MON CHANT </a:t>
            </a:r>
          </a:p>
          <a:p>
            <a:r>
              <a:rPr lang="fr-FR" altLang="fr-FR"/>
              <a:t>      The echo of my days Oh He is my song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  <a:p>
            <a:endParaRPr lang="fr-FR" altLang="fr-FR"/>
          </a:p>
          <a:p>
            <a:r>
              <a:rPr lang="fr-FR" altLang="fr-FR"/>
              <a:t>PONT:
10-  TU NE ME LAISSERAS TU NE ME LAISSERAS JAMAIS  X4</a:t>
            </a:r>
          </a:p>
          <a:p>
            <a:r>
              <a:rPr lang="fr-FR" altLang="fr-FR"/>
              <a:t>You're never gonna let Never gonna let me down</a:t>
            </a:r>
          </a:p>
          <a:p>
            <a:endParaRPr lang="fr-FR" altLang="fr-FR"/>
          </a:p>
          <a:p>
            <a:r>
              <a:rPr lang="fr-FR" altLang="fr-FR"/>
              <a:t>	REFRAIN: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7B7A47-F514-431A-B655-871C627B170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DB051-0B8C-499A-ADEE-A1BDB461A0D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AF8DCE-3BE7-466B-881A-8CDC3A7C702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301FD4-AF5F-4018-8589-36F7FAE5560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29179A-82D5-4A81-B13F-46235682138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277D95-5648-4566-B7BA-DFDB9D81089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B86D22-6491-4312-95B0-6CF5ABFA35A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10CC1-B03A-4A6A-9817-438D018DDCB5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431E13-3C0A-43E3-90A9-10214A360F8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775518-E2F1-4D2F-9E52-50F7AA6D534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82A357-1363-4887-BE66-F1FBDA5EAA8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smtClean="0"/>
            </a:lvl1pPr>
          </a:lstStyle>
          <a:p>
            <a:pPr>
              <a:defRPr/>
            </a:pPr>
            <a:fld id="{045CF695-5717-4AD3-A04A-D9DE272EABC3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ROI DE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SOIT LA MONTAGNE OÙ JE COURS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FONTAINE OÙ JE BOIS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IL 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ROI DE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SOIT CETTE OMBRE, MON ABRI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LA RANÇON POUR MA VIE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IL 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BON, BON, OH !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ES BON, BON, OH ! 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ROI DE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SOIT COMME LE VENT SUR MES VOILES</a:t>
            </a:r>
          </a:p>
          <a:p>
            <a:pPr algn="ctr" eaLnBrk="1" hangingPunct="1">
              <a:lnSpc>
                <a:spcPct val="90000"/>
              </a:lnSpc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L’ANCRE DE MON ÂME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IL 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LE ROI DE MON CŒUR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SOIT CE FEU QUI BRÛLE EN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CHACUN DE MES PAS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OH ! IL 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ME LAISSERAS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TU NE ME LAISSERAS JAMAIS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1614</TotalTime>
  <Words>810</Words>
  <Application>Microsoft Office PowerPoint</Application>
  <PresentationFormat>On-screen Show (4:3)</PresentationFormat>
  <Paragraphs>760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Incrustations_NT</cp:lastModifiedBy>
  <cp:revision>154</cp:revision>
  <dcterms:created xsi:type="dcterms:W3CDTF">2002-08-17T10:50:50Z</dcterms:created>
  <dcterms:modified xsi:type="dcterms:W3CDTF">2017-12-30T14:45:19Z</dcterms:modified>
</cp:coreProperties>
</file>