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13600" autoAdjust="0"/>
    <p:restoredTop sz="27648" autoAdjust="0"/>
  </p:normalViewPr>
  <p:slideViewPr>
    <p:cSldViewPr>
      <p:cViewPr varScale="1">
        <p:scale>
          <a:sx n="20" d="100"/>
          <a:sy n="20" d="100"/>
        </p:scale>
        <p:origin x="289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7CD20D1-83DB-4BE4-926A-82B7AC2FB39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36A0169-ED9E-4447-B178-A51A7AE6059F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1-DIEU TA PRÉSENCE, EST TOUTE MA VIE ET POUR MON ÂME DE L’EAU</a:t>
            </a:r>
          </a:p>
          <a:p>
            <a:pPr>
              <a:defRPr/>
            </a:pPr>
            <a:r>
              <a:rPr lang="en-US" dirty="0" smtClean="0"/>
              <a:t>  Your presence Lord is life to me</a:t>
            </a:r>
            <a:r>
              <a:rPr lang="fr-FR" dirty="0" smtClean="0"/>
              <a:t> </a:t>
            </a:r>
            <a:r>
              <a:rPr lang="en-US" dirty="0" smtClean="0"/>
              <a:t>It's water to my soul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2-ET POUR TOUJOURS DIEU TON ESPRIT, RENDRA VIE À CES OS</a:t>
            </a:r>
          </a:p>
          <a:p>
            <a:pPr>
              <a:defRPr/>
            </a:pPr>
            <a:r>
              <a:rPr lang="fr-FR" dirty="0" smtClean="0"/>
              <a:t>   </a:t>
            </a:r>
            <a:r>
              <a:rPr lang="en-US" dirty="0" smtClean="0"/>
              <a:t>Your Spirit Lord will ever be</a:t>
            </a:r>
            <a:r>
              <a:rPr lang="fr-FR" dirty="0" smtClean="0"/>
              <a:t> </a:t>
            </a:r>
            <a:r>
              <a:rPr lang="en-US" dirty="0" smtClean="0"/>
              <a:t>Breath for these dry bones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3-JE N’AI BESOIN QUE DE SAVOIR QUE JE NE SERAI JAMAIS SEUL</a:t>
            </a:r>
          </a:p>
          <a:p>
            <a:pPr>
              <a:defRPr/>
            </a:pPr>
            <a:r>
              <a:rPr lang="en-US" dirty="0" smtClean="0"/>
              <a:t>                All I need to know</a:t>
            </a:r>
            <a:r>
              <a:rPr lang="fr-FR" sz="1600" dirty="0" smtClean="0"/>
              <a:t> </a:t>
            </a:r>
            <a:r>
              <a:rPr lang="en-US" dirty="0" smtClean="0"/>
              <a:t>Is that I'll never be alone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4-JE N’AI BESOIN QUE D’ÉCOUTER LES CHANTS DU CIEL M’ENVIRONNER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And all I need to hear</a:t>
            </a:r>
            <a:r>
              <a:rPr lang="fr-FR" sz="1600" dirty="0" smtClean="0"/>
              <a:t> </a:t>
            </a:r>
            <a:r>
              <a:rPr lang="en-US" dirty="0" smtClean="0"/>
              <a:t>Is Heaven singing over me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</a:t>
            </a:r>
          </a:p>
          <a:p>
            <a:pPr lvl="1">
              <a:defRPr/>
            </a:pPr>
            <a:r>
              <a:rPr lang="fr-FR" dirty="0" smtClean="0"/>
              <a:t>5-TU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6-JE N’AI BESOIN QUE DE ÇA JE N’AI BESOIN QUE DE ÇA</a:t>
            </a:r>
          </a:p>
          <a:p>
            <a:pPr>
              <a:defRPr/>
            </a:pPr>
            <a:r>
              <a:rPr lang="en-US" dirty="0" smtClean="0"/>
              <a:t>                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7-TU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8-JE N’AI BESOIN QUE DE ÇA JE N’AI BESOIN QUE DE ÇA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9-DIEU TA BONTÉ, ELLE ME POURSUIT PARTOUT OÙ JE VAIS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en-US" dirty="0" smtClean="0"/>
              <a:t>Your goodness God it follows me</a:t>
            </a:r>
            <a:r>
              <a:rPr lang="fr-FR" dirty="0" smtClean="0"/>
              <a:t> </a:t>
            </a:r>
            <a:r>
              <a:rPr lang="en-US" dirty="0" smtClean="0"/>
              <a:t>Everywhere I go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10-ET TA GRÂCE EST UNE MÉLODIE QUI RÉSONNE À JAMAIS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Your mercy is a melody Ringing in my soul</a:t>
            </a:r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 </a:t>
            </a:r>
          </a:p>
          <a:p>
            <a:pPr lvl="1">
              <a:defRPr/>
            </a:pPr>
            <a:r>
              <a:rPr lang="fr-FR" dirty="0" smtClean="0"/>
              <a:t> 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  <a:p>
            <a:pPr>
              <a:defRPr/>
            </a:pPr>
            <a:r>
              <a:rPr lang="fr-FR" dirty="0" smtClean="0"/>
              <a:t>11- JUSTE UN MOT POUR PERCER DANS LA NUIT</a:t>
            </a:r>
          </a:p>
          <a:p>
            <a:pPr>
              <a:defRPr/>
            </a:pPr>
            <a:r>
              <a:rPr lang="en-US" dirty="0" smtClean="0"/>
              <a:t>      Just one word breaking Through the darkness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12-JUSTE UNE VOIX COUVRANT  TOUT LE BRUIT</a:t>
            </a:r>
          </a:p>
          <a:p>
            <a:pPr>
              <a:defRPr/>
            </a:pPr>
            <a:r>
              <a:rPr lang="en-US" dirty="0" smtClean="0"/>
              <a:t>      Just one voice over all the noise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13-JUSTE UNE CHANSON DES CIEUX DESCENDANT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Just one song from the heart of Heaven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14-M’ENTOURER DE TES CHANTS TU M’ENTOURES DE TES CHANTS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Singing over me yeah</a:t>
            </a:r>
            <a:r>
              <a:rPr lang="fr-FR" dirty="0" smtClean="0"/>
              <a:t> </a:t>
            </a:r>
            <a:r>
              <a:rPr lang="en-US" dirty="0" smtClean="0"/>
              <a:t>You're singing over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1-DIEU TA PRÉSENCE, EST TOUTE MA VIE ET POUR MON ÂME DE L’EAU</a:t>
            </a:r>
          </a:p>
          <a:p>
            <a:pPr>
              <a:defRPr/>
            </a:pPr>
            <a:r>
              <a:rPr lang="en-US" dirty="0" smtClean="0"/>
              <a:t>  Your presence Lord is life to me</a:t>
            </a:r>
            <a:r>
              <a:rPr lang="fr-FR" dirty="0" smtClean="0"/>
              <a:t> </a:t>
            </a:r>
            <a:r>
              <a:rPr lang="en-US" dirty="0" smtClean="0"/>
              <a:t>It's water to my soul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2-ET POUR TOUJOURS DIEU TON ESPRIT, RENDRA VIE À CES OS</a:t>
            </a:r>
          </a:p>
          <a:p>
            <a:pPr>
              <a:defRPr/>
            </a:pPr>
            <a:r>
              <a:rPr lang="fr-FR" dirty="0" smtClean="0"/>
              <a:t>   </a:t>
            </a:r>
            <a:r>
              <a:rPr lang="en-US" dirty="0" smtClean="0"/>
              <a:t>Your Spirit Lord will ever be</a:t>
            </a:r>
            <a:r>
              <a:rPr lang="fr-FR" dirty="0" smtClean="0"/>
              <a:t> </a:t>
            </a:r>
            <a:r>
              <a:rPr lang="en-US" dirty="0" smtClean="0"/>
              <a:t>Breath for these dry bones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3-JE N’AI BESOIN QUE DE SAVOIR QUE JE NE SERAI JAMAIS SEUL</a:t>
            </a:r>
          </a:p>
          <a:p>
            <a:pPr>
              <a:defRPr/>
            </a:pPr>
            <a:r>
              <a:rPr lang="en-US" dirty="0" smtClean="0"/>
              <a:t>                All I need to know</a:t>
            </a:r>
            <a:r>
              <a:rPr lang="fr-FR" sz="1600" dirty="0" smtClean="0"/>
              <a:t> </a:t>
            </a:r>
            <a:r>
              <a:rPr lang="en-US" dirty="0" smtClean="0"/>
              <a:t>Is that I'll never be alone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4-JE N’AI BESOIN QUE D’ÉCOUTER LES CHANTS DU CIEL M’ENVIRONNER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And all I need to hear</a:t>
            </a:r>
            <a:r>
              <a:rPr lang="fr-FR" sz="1600" dirty="0" smtClean="0"/>
              <a:t> </a:t>
            </a:r>
            <a:r>
              <a:rPr lang="en-US" dirty="0" smtClean="0"/>
              <a:t>Is Heaven singing over me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</a:t>
            </a:r>
          </a:p>
          <a:p>
            <a:pPr lvl="1">
              <a:defRPr/>
            </a:pPr>
            <a:r>
              <a:rPr lang="fr-FR" dirty="0" smtClean="0"/>
              <a:t>5-TU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6-JE N’AI BESOIN QUE DE ÇA JE N’AI BESOIN QUE DE ÇA</a:t>
            </a:r>
          </a:p>
          <a:p>
            <a:pPr>
              <a:defRPr/>
            </a:pPr>
            <a:r>
              <a:rPr lang="en-US" dirty="0" smtClean="0"/>
              <a:t>                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7-TU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8-JE N’AI BESOIN QUE DE ÇA JE N’AI BESOIN QUE DE ÇA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9-DIEU TA BONTÉ, ELLE ME POURSUIT PARTOUT OÙ JE VAIS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en-US" dirty="0" smtClean="0"/>
              <a:t>Your goodness God it follows me</a:t>
            </a:r>
            <a:r>
              <a:rPr lang="fr-FR" dirty="0" smtClean="0"/>
              <a:t> </a:t>
            </a:r>
            <a:r>
              <a:rPr lang="en-US" dirty="0" smtClean="0"/>
              <a:t>Everywhere I go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10-ET TA GRÂCE EST UNE MÉLODIE QUI RÉSONNE À JAMAIS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Your mercy is a melody Ringing in my soul</a:t>
            </a:r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 </a:t>
            </a:r>
          </a:p>
          <a:p>
            <a:pPr lvl="1">
              <a:defRPr/>
            </a:pPr>
            <a:r>
              <a:rPr lang="fr-FR" dirty="0" smtClean="0"/>
              <a:t> 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  <a:p>
            <a:pPr>
              <a:defRPr/>
            </a:pPr>
            <a:r>
              <a:rPr lang="fr-FR" dirty="0" smtClean="0"/>
              <a:t>11- JUSTE UN MOT POUR PERCER DANS LA NUIT</a:t>
            </a:r>
          </a:p>
          <a:p>
            <a:pPr>
              <a:defRPr/>
            </a:pPr>
            <a:r>
              <a:rPr lang="en-US" dirty="0" smtClean="0"/>
              <a:t>      Just one word breaking Through the darkness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12-JUSTE UNE VOIX COUVRANT  TOUT LE BRUIT</a:t>
            </a:r>
          </a:p>
          <a:p>
            <a:pPr>
              <a:defRPr/>
            </a:pPr>
            <a:r>
              <a:rPr lang="en-US" dirty="0" smtClean="0"/>
              <a:t>      Just one voice over all the noise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13-JUSTE UNE CHANSON DES CIEUX DESCENDANT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Just one song from the heart of Heaven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14-M’ENTOURER DE TES CHANTS TU M’ENTOURES DE TES CHANTS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Singing over me yeah</a:t>
            </a:r>
            <a:r>
              <a:rPr lang="fr-FR" dirty="0" smtClean="0"/>
              <a:t> </a:t>
            </a:r>
            <a:r>
              <a:rPr lang="en-US" dirty="0" smtClean="0"/>
              <a:t>You're singing over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1-DIEU TA PRÉSENCE, EST TOUTE MA VIE ET POUR MON ÂME DE L’EAU</a:t>
            </a:r>
          </a:p>
          <a:p>
            <a:r>
              <a:rPr lang="en-US" smtClean="0"/>
              <a:t>  Your presence Lord is life to me</a:t>
            </a:r>
            <a:r>
              <a:rPr lang="fr-FR" smtClean="0"/>
              <a:t> </a:t>
            </a:r>
            <a:r>
              <a:rPr lang="en-US" smtClean="0"/>
              <a:t>It's water to my soul</a:t>
            </a:r>
            <a:endParaRPr lang="fr-FR" smtClean="0"/>
          </a:p>
          <a:p>
            <a:r>
              <a:rPr lang="fr-FR" smtClean="0"/>
              <a:t>2-ET POUR TOUJOURS DIEU TON ESPRIT, RENDRA VIE À CES OS</a:t>
            </a:r>
          </a:p>
          <a:p>
            <a:r>
              <a:rPr lang="fr-FR" smtClean="0"/>
              <a:t>   </a:t>
            </a:r>
            <a:r>
              <a:rPr lang="en-US" smtClean="0"/>
              <a:t>Your Spirit Lord will ever be</a:t>
            </a:r>
            <a:r>
              <a:rPr lang="fr-FR" smtClean="0"/>
              <a:t> </a:t>
            </a:r>
            <a:r>
              <a:rPr lang="en-US" smtClean="0"/>
              <a:t>Breath for these dry bones</a:t>
            </a:r>
            <a:endParaRPr lang="fr-FR" smtClean="0"/>
          </a:p>
          <a:p>
            <a:endParaRPr lang="fr-FR" smtClean="0"/>
          </a:p>
          <a:p>
            <a:pPr lvl="1"/>
            <a:r>
              <a:rPr lang="fr-FR" smtClean="0"/>
              <a:t>PRÉ-REFRAIN</a:t>
            </a:r>
          </a:p>
          <a:p>
            <a:pPr lvl="1"/>
            <a:r>
              <a:rPr lang="fr-FR" smtClean="0"/>
              <a:t>3-JE N’AI BESOIN QUE DE SAVOIR QUE JE NE SERAI JAMAIS SEUL</a:t>
            </a:r>
          </a:p>
          <a:p>
            <a:r>
              <a:rPr lang="en-US" smtClean="0"/>
              <a:t>                All I need to know</a:t>
            </a:r>
            <a:r>
              <a:rPr lang="fr-FR" sz="1600" smtClean="0"/>
              <a:t> </a:t>
            </a:r>
            <a:r>
              <a:rPr lang="en-US" smtClean="0"/>
              <a:t>Is that I'll never be alone</a:t>
            </a:r>
            <a:endParaRPr lang="fr-FR" sz="1600" smtClean="0"/>
          </a:p>
          <a:p>
            <a:pPr lvl="1"/>
            <a:r>
              <a:rPr lang="fr-FR" smtClean="0"/>
              <a:t>4-JE N’AI BESOIN QUE D’ÉCOUTER LES CHANTS DU CIEL M’ENVIRONNER</a:t>
            </a:r>
          </a:p>
          <a:p>
            <a:r>
              <a:rPr lang="fr-FR" smtClean="0"/>
              <a:t>                 </a:t>
            </a:r>
            <a:r>
              <a:rPr lang="en-US" smtClean="0"/>
              <a:t>And all I need to hear</a:t>
            </a:r>
            <a:r>
              <a:rPr lang="fr-FR" sz="1600" smtClean="0"/>
              <a:t> </a:t>
            </a:r>
            <a:r>
              <a:rPr lang="en-US" smtClean="0"/>
              <a:t>Is Heaven singing over me</a:t>
            </a:r>
            <a:endParaRPr lang="fr-FR" sz="1600" smtClean="0"/>
          </a:p>
          <a:p>
            <a:pPr lvl="1"/>
            <a:endParaRPr lang="fr-FR" smtClean="0"/>
          </a:p>
          <a:p>
            <a:pPr lvl="1"/>
            <a:r>
              <a:rPr lang="fr-FR" smtClean="0"/>
              <a:t>REFRAIN</a:t>
            </a:r>
          </a:p>
          <a:p>
            <a:pPr lvl="1"/>
            <a:r>
              <a:rPr lang="fr-FR" smtClean="0"/>
              <a:t>5-TU M’ENTOURES DE TES CHANTS TU M’ENTOURES DE TES CHANTS</a:t>
            </a:r>
          </a:p>
          <a:p>
            <a:r>
              <a:rPr lang="fr-FR" smtClean="0"/>
              <a:t>               </a:t>
            </a:r>
            <a:r>
              <a:rPr lang="en-US" smtClean="0"/>
              <a:t>You're singing over me</a:t>
            </a:r>
            <a:r>
              <a:rPr lang="fr-FR" sz="1600" smtClean="0"/>
              <a:t> </a:t>
            </a:r>
            <a:r>
              <a:rPr lang="en-US" smtClean="0"/>
              <a:t>You're singing over me</a:t>
            </a:r>
            <a:endParaRPr lang="fr-FR" sz="1600" smtClean="0"/>
          </a:p>
          <a:p>
            <a:pPr lvl="1"/>
            <a:r>
              <a:rPr lang="fr-FR" smtClean="0"/>
              <a:t>6-JE N’AI BESOIN QUE DE ÇA JE N’AI BESOIN QUE DE ÇA</a:t>
            </a:r>
          </a:p>
          <a:p>
            <a:r>
              <a:rPr lang="en-US" smtClean="0"/>
              <a:t>                That's all I'll ever need</a:t>
            </a:r>
            <a:r>
              <a:rPr lang="fr-FR" sz="1600" smtClean="0"/>
              <a:t> </a:t>
            </a:r>
            <a:r>
              <a:rPr lang="en-US" smtClean="0"/>
              <a:t>That's all I'll ever need</a:t>
            </a:r>
            <a:endParaRPr lang="fr-FR" sz="1600" smtClean="0"/>
          </a:p>
          <a:p>
            <a:pPr lvl="1"/>
            <a:r>
              <a:rPr lang="fr-FR" smtClean="0"/>
              <a:t>7-TU M’ENTOURES DE TES CHANTS TU M’ENTOURES DE TES CHANTS</a:t>
            </a:r>
          </a:p>
          <a:p>
            <a:r>
              <a:rPr lang="fr-FR" smtClean="0"/>
              <a:t>                 </a:t>
            </a:r>
            <a:r>
              <a:rPr lang="en-US" smtClean="0"/>
              <a:t>You're singing over me</a:t>
            </a:r>
            <a:r>
              <a:rPr lang="fr-FR" sz="1600" smtClean="0"/>
              <a:t> </a:t>
            </a:r>
            <a:r>
              <a:rPr lang="en-US" smtClean="0"/>
              <a:t>You're singing over me</a:t>
            </a:r>
            <a:endParaRPr lang="fr-FR" sz="1600" smtClean="0"/>
          </a:p>
          <a:p>
            <a:pPr lvl="1"/>
            <a:r>
              <a:rPr lang="fr-FR" smtClean="0"/>
              <a:t>8-JE N’AI BESOIN QUE DE ÇA JE N’AI BESOIN QUE DE ÇA</a:t>
            </a:r>
          </a:p>
          <a:p>
            <a:r>
              <a:rPr lang="fr-FR" smtClean="0"/>
              <a:t>                 </a:t>
            </a:r>
            <a:r>
              <a:rPr lang="en-US" smtClean="0"/>
              <a:t>That's all I'll ever need</a:t>
            </a:r>
            <a:r>
              <a:rPr lang="fr-FR" sz="1600" smtClean="0"/>
              <a:t> </a:t>
            </a:r>
            <a:r>
              <a:rPr lang="en-US" smtClean="0"/>
              <a:t>That's all I'll ever need</a:t>
            </a:r>
            <a:endParaRPr lang="fr-FR" sz="1600" smtClean="0"/>
          </a:p>
          <a:p>
            <a:pPr lvl="1"/>
            <a:endParaRPr lang="fr-FR" smtClean="0"/>
          </a:p>
          <a:p>
            <a:r>
              <a:rPr lang="fr-FR" smtClean="0"/>
              <a:t> 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9-DIEU TA BONTÉ, ELLE ME POURSUIT PARTOUT OÙ JE VAIS</a:t>
            </a:r>
          </a:p>
          <a:p>
            <a:r>
              <a:rPr lang="fr-FR" smtClean="0"/>
              <a:t>    </a:t>
            </a:r>
            <a:r>
              <a:rPr lang="en-US" smtClean="0"/>
              <a:t>Your goodness God it follows me</a:t>
            </a:r>
            <a:r>
              <a:rPr lang="fr-FR" smtClean="0"/>
              <a:t> </a:t>
            </a:r>
            <a:r>
              <a:rPr lang="en-US" smtClean="0"/>
              <a:t>Everywhere I go</a:t>
            </a:r>
            <a:endParaRPr lang="fr-FR" smtClean="0"/>
          </a:p>
          <a:p>
            <a:r>
              <a:rPr lang="fr-FR" smtClean="0"/>
              <a:t>10-ET TA GRÂCE EST UNE MÉLODIE QUI RÉSONNE À JAMAIS</a:t>
            </a:r>
          </a:p>
          <a:p>
            <a:r>
              <a:rPr lang="fr-FR" smtClean="0"/>
              <a:t>      </a:t>
            </a:r>
            <a:r>
              <a:rPr lang="en-US" smtClean="0"/>
              <a:t>Your mercy is a melody Ringing in my soul</a:t>
            </a:r>
          </a:p>
          <a:p>
            <a:endParaRPr lang="fr-FR" smtClean="0"/>
          </a:p>
          <a:p>
            <a:pPr lvl="1"/>
            <a:r>
              <a:rPr lang="fr-FR" smtClean="0"/>
              <a:t>PRÉ-REFRAIN</a:t>
            </a:r>
          </a:p>
          <a:p>
            <a:pPr lvl="1"/>
            <a:r>
              <a:rPr lang="fr-FR" smtClean="0"/>
              <a:t> </a:t>
            </a:r>
          </a:p>
          <a:p>
            <a:pPr lvl="1"/>
            <a:r>
              <a:rPr lang="fr-FR" smtClean="0"/>
              <a:t> REFRAIN X2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X2</a:t>
            </a:r>
          </a:p>
          <a:p>
            <a:r>
              <a:rPr lang="fr-FR" smtClean="0"/>
              <a:t>11- JUSTE UN MOT POUR PERCER DANS LA NUIT</a:t>
            </a:r>
          </a:p>
          <a:p>
            <a:r>
              <a:rPr lang="en-US" smtClean="0"/>
              <a:t>      Just one word breaking Through the darkness</a:t>
            </a:r>
            <a:endParaRPr lang="fr-FR" smtClean="0"/>
          </a:p>
          <a:p>
            <a:r>
              <a:rPr lang="fr-FR" smtClean="0"/>
              <a:t>12-JUSTE UNE VOIX COUVRANT  TOUT LE BRUIT</a:t>
            </a:r>
          </a:p>
          <a:p>
            <a:r>
              <a:rPr lang="en-US" smtClean="0"/>
              <a:t>      Just one voice over all the noise</a:t>
            </a:r>
            <a:endParaRPr lang="fr-FR" smtClean="0"/>
          </a:p>
          <a:p>
            <a:r>
              <a:rPr lang="fr-FR" smtClean="0"/>
              <a:t>13-JUSTE UNE CHANSON DES CIEUX DESCENDANT</a:t>
            </a:r>
          </a:p>
          <a:p>
            <a:r>
              <a:rPr lang="fr-FR" smtClean="0"/>
              <a:t>      </a:t>
            </a:r>
            <a:r>
              <a:rPr lang="en-US" smtClean="0"/>
              <a:t>Just one song from the heart of Heaven</a:t>
            </a:r>
            <a:endParaRPr lang="fr-FR" smtClean="0"/>
          </a:p>
          <a:p>
            <a:r>
              <a:rPr lang="fr-FR" smtClean="0"/>
              <a:t>14-M’ENTOURER DE TES CHANTS TU M’ENTOURES DE TES CHANTS</a:t>
            </a:r>
          </a:p>
          <a:p>
            <a:r>
              <a:rPr lang="fr-FR" smtClean="0"/>
              <a:t>      </a:t>
            </a:r>
            <a:r>
              <a:rPr lang="en-US" smtClean="0"/>
              <a:t>Singing over me yeah</a:t>
            </a:r>
            <a:r>
              <a:rPr lang="fr-FR" smtClean="0"/>
              <a:t> </a:t>
            </a:r>
            <a:r>
              <a:rPr lang="en-US" smtClean="0"/>
              <a:t>You're singing over me</a:t>
            </a:r>
            <a:endParaRPr lang="fr-FR" smtClean="0"/>
          </a:p>
          <a:p>
            <a:endParaRPr lang="fr-FR" smtClean="0"/>
          </a:p>
          <a:p>
            <a:pPr lvl="1"/>
            <a:r>
              <a:rPr lang="fr-FR" smtClean="0"/>
              <a:t>REFRAIN X2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X2</a:t>
            </a:r>
          </a:p>
          <a:p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1-DIEU TA PRÉSENCE, EST TOUTE MA VIE ET POUR MON ÂME DE L’EAU</a:t>
            </a:r>
          </a:p>
          <a:p>
            <a:r>
              <a:rPr lang="en-US" smtClean="0"/>
              <a:t>  Your presence Lord is life to me</a:t>
            </a:r>
            <a:r>
              <a:rPr lang="fr-FR" smtClean="0"/>
              <a:t> </a:t>
            </a:r>
            <a:r>
              <a:rPr lang="en-US" smtClean="0"/>
              <a:t>It's water to my soul</a:t>
            </a:r>
            <a:endParaRPr lang="fr-FR" smtClean="0"/>
          </a:p>
          <a:p>
            <a:r>
              <a:rPr lang="fr-FR" smtClean="0"/>
              <a:t>2-ET POUR TOUJOURS DIEU TON ESPRIT, RENDRA VIE À CES OS</a:t>
            </a:r>
          </a:p>
          <a:p>
            <a:r>
              <a:rPr lang="fr-FR" smtClean="0"/>
              <a:t>   </a:t>
            </a:r>
            <a:r>
              <a:rPr lang="en-US" smtClean="0"/>
              <a:t>Your Spirit Lord will ever be</a:t>
            </a:r>
            <a:r>
              <a:rPr lang="fr-FR" smtClean="0"/>
              <a:t> </a:t>
            </a:r>
            <a:r>
              <a:rPr lang="en-US" smtClean="0"/>
              <a:t>Breath for these dry bones</a:t>
            </a:r>
            <a:endParaRPr lang="fr-FR" smtClean="0"/>
          </a:p>
          <a:p>
            <a:endParaRPr lang="fr-FR" smtClean="0"/>
          </a:p>
          <a:p>
            <a:pPr lvl="1"/>
            <a:r>
              <a:rPr lang="fr-FR" smtClean="0"/>
              <a:t>PRÉ-REFRAIN</a:t>
            </a:r>
          </a:p>
          <a:p>
            <a:pPr lvl="1"/>
            <a:r>
              <a:rPr lang="fr-FR" smtClean="0"/>
              <a:t>3-JE N’AI BESOIN QUE DE SAVOIR QUE JE NE SERAI JAMAIS SEUL</a:t>
            </a:r>
          </a:p>
          <a:p>
            <a:r>
              <a:rPr lang="en-US" smtClean="0"/>
              <a:t>                All I need to know</a:t>
            </a:r>
            <a:r>
              <a:rPr lang="fr-FR" sz="1600" smtClean="0"/>
              <a:t> </a:t>
            </a:r>
            <a:r>
              <a:rPr lang="en-US" smtClean="0"/>
              <a:t>Is that I'll never be alone</a:t>
            </a:r>
            <a:endParaRPr lang="fr-FR" sz="1600" smtClean="0"/>
          </a:p>
          <a:p>
            <a:pPr lvl="1"/>
            <a:r>
              <a:rPr lang="fr-FR" smtClean="0"/>
              <a:t>4-JE N’AI BESOIN QUE D’ÉCOUTER LES CHANTS DU CIEL M’ENVIRONNER</a:t>
            </a:r>
          </a:p>
          <a:p>
            <a:r>
              <a:rPr lang="fr-FR" smtClean="0"/>
              <a:t>                 </a:t>
            </a:r>
            <a:r>
              <a:rPr lang="en-US" smtClean="0"/>
              <a:t>And all I need to hear</a:t>
            </a:r>
            <a:r>
              <a:rPr lang="fr-FR" sz="1600" smtClean="0"/>
              <a:t> </a:t>
            </a:r>
            <a:r>
              <a:rPr lang="en-US" smtClean="0"/>
              <a:t>Is Heaven singing over me</a:t>
            </a:r>
            <a:endParaRPr lang="fr-FR" sz="1600" smtClean="0"/>
          </a:p>
          <a:p>
            <a:pPr lvl="1"/>
            <a:endParaRPr lang="fr-FR" smtClean="0"/>
          </a:p>
          <a:p>
            <a:pPr lvl="1"/>
            <a:r>
              <a:rPr lang="fr-FR" smtClean="0"/>
              <a:t>REFRAIN</a:t>
            </a:r>
          </a:p>
          <a:p>
            <a:pPr lvl="1"/>
            <a:r>
              <a:rPr lang="fr-FR" smtClean="0"/>
              <a:t>5-TU M’ENTOURES DE TES CHANTS TU M’ENTOURES DE TES CHANTS</a:t>
            </a:r>
          </a:p>
          <a:p>
            <a:r>
              <a:rPr lang="fr-FR" smtClean="0"/>
              <a:t>               </a:t>
            </a:r>
            <a:r>
              <a:rPr lang="en-US" smtClean="0"/>
              <a:t>You're singing over me</a:t>
            </a:r>
            <a:r>
              <a:rPr lang="fr-FR" sz="1600" smtClean="0"/>
              <a:t> </a:t>
            </a:r>
            <a:r>
              <a:rPr lang="en-US" smtClean="0"/>
              <a:t>You're singing over me</a:t>
            </a:r>
            <a:endParaRPr lang="fr-FR" sz="1600" smtClean="0"/>
          </a:p>
          <a:p>
            <a:pPr lvl="1"/>
            <a:r>
              <a:rPr lang="fr-FR" smtClean="0"/>
              <a:t>6-JE N’AI BESOIN QUE DE ÇA JE N’AI BESOIN QUE DE ÇA</a:t>
            </a:r>
          </a:p>
          <a:p>
            <a:r>
              <a:rPr lang="en-US" smtClean="0"/>
              <a:t>                That's all I'll ever need</a:t>
            </a:r>
            <a:r>
              <a:rPr lang="fr-FR" sz="1600" smtClean="0"/>
              <a:t> </a:t>
            </a:r>
            <a:r>
              <a:rPr lang="en-US" smtClean="0"/>
              <a:t>That's all I'll ever need</a:t>
            </a:r>
            <a:endParaRPr lang="fr-FR" sz="1600" smtClean="0"/>
          </a:p>
          <a:p>
            <a:pPr lvl="1"/>
            <a:r>
              <a:rPr lang="fr-FR" smtClean="0"/>
              <a:t>7-TU M’ENTOURES DE TES CHANTS TU M’ENTOURES DE TES CHANTS</a:t>
            </a:r>
          </a:p>
          <a:p>
            <a:r>
              <a:rPr lang="fr-FR" smtClean="0"/>
              <a:t>                 </a:t>
            </a:r>
            <a:r>
              <a:rPr lang="en-US" smtClean="0"/>
              <a:t>You're singing over me</a:t>
            </a:r>
            <a:r>
              <a:rPr lang="fr-FR" sz="1600" smtClean="0"/>
              <a:t> </a:t>
            </a:r>
            <a:r>
              <a:rPr lang="en-US" smtClean="0"/>
              <a:t>You're singing over me</a:t>
            </a:r>
            <a:endParaRPr lang="fr-FR" sz="1600" smtClean="0"/>
          </a:p>
          <a:p>
            <a:pPr lvl="1"/>
            <a:r>
              <a:rPr lang="fr-FR" smtClean="0"/>
              <a:t>8-JE N’AI BESOIN QUE DE ÇA JE N’AI BESOIN QUE DE ÇA</a:t>
            </a:r>
          </a:p>
          <a:p>
            <a:r>
              <a:rPr lang="fr-FR" smtClean="0"/>
              <a:t>                 </a:t>
            </a:r>
            <a:r>
              <a:rPr lang="en-US" smtClean="0"/>
              <a:t>That's all I'll ever need</a:t>
            </a:r>
            <a:r>
              <a:rPr lang="fr-FR" sz="1600" smtClean="0"/>
              <a:t> </a:t>
            </a:r>
            <a:r>
              <a:rPr lang="en-US" smtClean="0"/>
              <a:t>That's all I'll ever need</a:t>
            </a:r>
            <a:endParaRPr lang="fr-FR" sz="1600" smtClean="0"/>
          </a:p>
          <a:p>
            <a:pPr lvl="1"/>
            <a:endParaRPr lang="fr-FR" smtClean="0"/>
          </a:p>
          <a:p>
            <a:r>
              <a:rPr lang="fr-FR" smtClean="0"/>
              <a:t> 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9-DIEU TA BONTÉ, ELLE ME POURSUIT PARTOUT OÙ JE VAIS</a:t>
            </a:r>
          </a:p>
          <a:p>
            <a:r>
              <a:rPr lang="fr-FR" smtClean="0"/>
              <a:t>    </a:t>
            </a:r>
            <a:r>
              <a:rPr lang="en-US" smtClean="0"/>
              <a:t>Your goodness God it follows me</a:t>
            </a:r>
            <a:r>
              <a:rPr lang="fr-FR" smtClean="0"/>
              <a:t> </a:t>
            </a:r>
            <a:r>
              <a:rPr lang="en-US" smtClean="0"/>
              <a:t>Everywhere I go</a:t>
            </a:r>
            <a:endParaRPr lang="fr-FR" smtClean="0"/>
          </a:p>
          <a:p>
            <a:r>
              <a:rPr lang="fr-FR" smtClean="0"/>
              <a:t>10-ET TA GRÂCE EST UNE MÉLODIE QUI RÉSONNE À JAMAIS</a:t>
            </a:r>
          </a:p>
          <a:p>
            <a:r>
              <a:rPr lang="fr-FR" smtClean="0"/>
              <a:t>      </a:t>
            </a:r>
            <a:r>
              <a:rPr lang="en-US" smtClean="0"/>
              <a:t>Your mercy is a melody Ringing in my soul</a:t>
            </a:r>
          </a:p>
          <a:p>
            <a:endParaRPr lang="fr-FR" smtClean="0"/>
          </a:p>
          <a:p>
            <a:pPr lvl="1"/>
            <a:r>
              <a:rPr lang="fr-FR" smtClean="0"/>
              <a:t>PRÉ-REFRAIN</a:t>
            </a:r>
          </a:p>
          <a:p>
            <a:pPr lvl="1"/>
            <a:r>
              <a:rPr lang="fr-FR" smtClean="0"/>
              <a:t> </a:t>
            </a:r>
          </a:p>
          <a:p>
            <a:pPr lvl="1"/>
            <a:r>
              <a:rPr lang="fr-FR" smtClean="0"/>
              <a:t> REFRAIN X2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X2</a:t>
            </a:r>
          </a:p>
          <a:p>
            <a:r>
              <a:rPr lang="fr-FR" smtClean="0"/>
              <a:t>11- JUSTE UN MOT POUR PERCER DANS LA NUIT</a:t>
            </a:r>
          </a:p>
          <a:p>
            <a:r>
              <a:rPr lang="en-US" smtClean="0"/>
              <a:t>      Just one word breaking Through the darkness</a:t>
            </a:r>
            <a:endParaRPr lang="fr-FR" smtClean="0"/>
          </a:p>
          <a:p>
            <a:r>
              <a:rPr lang="fr-FR" smtClean="0"/>
              <a:t>12-JUSTE UNE VOIX COUVRANT  TOUT LE BRUIT</a:t>
            </a:r>
          </a:p>
          <a:p>
            <a:r>
              <a:rPr lang="en-US" smtClean="0"/>
              <a:t>      Just one voice over all the noise</a:t>
            </a:r>
            <a:endParaRPr lang="fr-FR" smtClean="0"/>
          </a:p>
          <a:p>
            <a:r>
              <a:rPr lang="fr-FR" smtClean="0"/>
              <a:t>13-JUSTE UNE CHANSON DES CIEUX DESCENDANT</a:t>
            </a:r>
          </a:p>
          <a:p>
            <a:r>
              <a:rPr lang="fr-FR" smtClean="0"/>
              <a:t>      </a:t>
            </a:r>
            <a:r>
              <a:rPr lang="en-US" smtClean="0"/>
              <a:t>Just one song from the heart of Heaven</a:t>
            </a:r>
            <a:endParaRPr lang="fr-FR" smtClean="0"/>
          </a:p>
          <a:p>
            <a:r>
              <a:rPr lang="fr-FR" smtClean="0"/>
              <a:t>14-M’ENTOURER DE TES CHANTS TU M’ENTOURES DE TES CHANTS</a:t>
            </a:r>
          </a:p>
          <a:p>
            <a:r>
              <a:rPr lang="fr-FR" smtClean="0"/>
              <a:t>      </a:t>
            </a:r>
            <a:r>
              <a:rPr lang="en-US" smtClean="0"/>
              <a:t>Singing over me yeah</a:t>
            </a:r>
            <a:r>
              <a:rPr lang="fr-FR" smtClean="0"/>
              <a:t> </a:t>
            </a:r>
            <a:r>
              <a:rPr lang="en-US" smtClean="0"/>
              <a:t>You're singing over me</a:t>
            </a:r>
            <a:endParaRPr lang="fr-FR" smtClean="0"/>
          </a:p>
          <a:p>
            <a:endParaRPr lang="fr-FR" smtClean="0"/>
          </a:p>
          <a:p>
            <a:pPr lvl="1"/>
            <a:r>
              <a:rPr lang="fr-FR" smtClean="0"/>
              <a:t>REFRAIN X2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X2</a:t>
            </a:r>
          </a:p>
          <a:p>
            <a:endParaRPr lang="fr-FR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1-DIEU TA PRÉSENCE, EST TOUTE MA VIE ET POUR MON ÂME DE L’EAU</a:t>
            </a:r>
          </a:p>
          <a:p>
            <a:r>
              <a:rPr lang="en-US" smtClean="0"/>
              <a:t>  Your presence Lord is life to me</a:t>
            </a:r>
            <a:r>
              <a:rPr lang="fr-FR" smtClean="0"/>
              <a:t> </a:t>
            </a:r>
            <a:r>
              <a:rPr lang="en-US" smtClean="0"/>
              <a:t>It's water to my soul</a:t>
            </a:r>
            <a:endParaRPr lang="fr-FR" smtClean="0"/>
          </a:p>
          <a:p>
            <a:r>
              <a:rPr lang="fr-FR" smtClean="0"/>
              <a:t>2-ET POUR TOUJOURS DIEU TON ESPRIT, RENDRA VIE À CES OS</a:t>
            </a:r>
          </a:p>
          <a:p>
            <a:r>
              <a:rPr lang="fr-FR" smtClean="0"/>
              <a:t>   </a:t>
            </a:r>
            <a:r>
              <a:rPr lang="en-US" smtClean="0"/>
              <a:t>Your Spirit Lord will ever be</a:t>
            </a:r>
            <a:r>
              <a:rPr lang="fr-FR" smtClean="0"/>
              <a:t> </a:t>
            </a:r>
            <a:r>
              <a:rPr lang="en-US" smtClean="0"/>
              <a:t>Breath for these dry bones</a:t>
            </a:r>
            <a:endParaRPr lang="fr-FR" smtClean="0"/>
          </a:p>
          <a:p>
            <a:endParaRPr lang="fr-FR" smtClean="0"/>
          </a:p>
          <a:p>
            <a:pPr lvl="1"/>
            <a:r>
              <a:rPr lang="fr-FR" smtClean="0"/>
              <a:t>PRÉ-REFRAIN</a:t>
            </a:r>
          </a:p>
          <a:p>
            <a:pPr lvl="1"/>
            <a:r>
              <a:rPr lang="fr-FR" smtClean="0"/>
              <a:t>3-JE N’AI BESOIN QUE DE SAVOIR QUE JE NE SERAI JAMAIS SEUL</a:t>
            </a:r>
          </a:p>
          <a:p>
            <a:r>
              <a:rPr lang="en-US" smtClean="0"/>
              <a:t>                All I need to know</a:t>
            </a:r>
            <a:r>
              <a:rPr lang="fr-FR" sz="1600" smtClean="0"/>
              <a:t> </a:t>
            </a:r>
            <a:r>
              <a:rPr lang="en-US" smtClean="0"/>
              <a:t>Is that I'll never be alone</a:t>
            </a:r>
            <a:endParaRPr lang="fr-FR" sz="1600" smtClean="0"/>
          </a:p>
          <a:p>
            <a:pPr lvl="1"/>
            <a:r>
              <a:rPr lang="fr-FR" smtClean="0"/>
              <a:t>4-JE N’AI BESOIN QUE D’ÉCOUTER LES CHANTS DU CIEL M’ENVIRONNER</a:t>
            </a:r>
          </a:p>
          <a:p>
            <a:r>
              <a:rPr lang="fr-FR" smtClean="0"/>
              <a:t>                 </a:t>
            </a:r>
            <a:r>
              <a:rPr lang="en-US" smtClean="0"/>
              <a:t>And all I need to hear</a:t>
            </a:r>
            <a:r>
              <a:rPr lang="fr-FR" sz="1600" smtClean="0"/>
              <a:t> </a:t>
            </a:r>
            <a:r>
              <a:rPr lang="en-US" smtClean="0"/>
              <a:t>Is Heaven singing over me</a:t>
            </a:r>
            <a:endParaRPr lang="fr-FR" sz="1600" smtClean="0"/>
          </a:p>
          <a:p>
            <a:pPr lvl="1"/>
            <a:endParaRPr lang="fr-FR" smtClean="0"/>
          </a:p>
          <a:p>
            <a:pPr lvl="1"/>
            <a:r>
              <a:rPr lang="fr-FR" smtClean="0"/>
              <a:t>REFRAIN</a:t>
            </a:r>
          </a:p>
          <a:p>
            <a:pPr lvl="1"/>
            <a:r>
              <a:rPr lang="fr-FR" smtClean="0"/>
              <a:t>5-TU M’ENTOURES DE TES CHANTS TU M’ENTOURES DE TES CHANTS</a:t>
            </a:r>
          </a:p>
          <a:p>
            <a:r>
              <a:rPr lang="fr-FR" smtClean="0"/>
              <a:t>               </a:t>
            </a:r>
            <a:r>
              <a:rPr lang="en-US" smtClean="0"/>
              <a:t>You're singing over me</a:t>
            </a:r>
            <a:r>
              <a:rPr lang="fr-FR" sz="1600" smtClean="0"/>
              <a:t> </a:t>
            </a:r>
            <a:r>
              <a:rPr lang="en-US" smtClean="0"/>
              <a:t>You're singing over me</a:t>
            </a:r>
            <a:endParaRPr lang="fr-FR" sz="1600" smtClean="0"/>
          </a:p>
          <a:p>
            <a:pPr lvl="1"/>
            <a:r>
              <a:rPr lang="fr-FR" smtClean="0"/>
              <a:t>6-JE N’AI BESOIN QUE DE ÇA JE N’AI BESOIN QUE DE ÇA</a:t>
            </a:r>
          </a:p>
          <a:p>
            <a:r>
              <a:rPr lang="en-US" smtClean="0"/>
              <a:t>                That's all I'll ever need</a:t>
            </a:r>
            <a:r>
              <a:rPr lang="fr-FR" sz="1600" smtClean="0"/>
              <a:t> </a:t>
            </a:r>
            <a:r>
              <a:rPr lang="en-US" smtClean="0"/>
              <a:t>That's all I'll ever need</a:t>
            </a:r>
            <a:endParaRPr lang="fr-FR" sz="1600" smtClean="0"/>
          </a:p>
          <a:p>
            <a:pPr lvl="1"/>
            <a:r>
              <a:rPr lang="fr-FR" smtClean="0"/>
              <a:t>7-TU M’ENTOURES DE TES CHANTS TU M’ENTOURES DE TES CHANTS</a:t>
            </a:r>
          </a:p>
          <a:p>
            <a:r>
              <a:rPr lang="fr-FR" smtClean="0"/>
              <a:t>                 </a:t>
            </a:r>
            <a:r>
              <a:rPr lang="en-US" smtClean="0"/>
              <a:t>You're singing over me</a:t>
            </a:r>
            <a:r>
              <a:rPr lang="fr-FR" sz="1600" smtClean="0"/>
              <a:t> </a:t>
            </a:r>
            <a:r>
              <a:rPr lang="en-US" smtClean="0"/>
              <a:t>You're singing over me</a:t>
            </a:r>
            <a:endParaRPr lang="fr-FR" sz="1600" smtClean="0"/>
          </a:p>
          <a:p>
            <a:pPr lvl="1"/>
            <a:r>
              <a:rPr lang="fr-FR" smtClean="0"/>
              <a:t>8-JE N’AI BESOIN QUE DE ÇA JE N’AI BESOIN QUE DE ÇA</a:t>
            </a:r>
          </a:p>
          <a:p>
            <a:r>
              <a:rPr lang="fr-FR" smtClean="0"/>
              <a:t>                 </a:t>
            </a:r>
            <a:r>
              <a:rPr lang="en-US" smtClean="0"/>
              <a:t>That's all I'll ever need</a:t>
            </a:r>
            <a:r>
              <a:rPr lang="fr-FR" sz="1600" smtClean="0"/>
              <a:t> </a:t>
            </a:r>
            <a:r>
              <a:rPr lang="en-US" smtClean="0"/>
              <a:t>That's all I'll ever need</a:t>
            </a:r>
            <a:endParaRPr lang="fr-FR" sz="1600" smtClean="0"/>
          </a:p>
          <a:p>
            <a:pPr lvl="1"/>
            <a:endParaRPr lang="fr-FR" smtClean="0"/>
          </a:p>
          <a:p>
            <a:r>
              <a:rPr lang="fr-FR" smtClean="0"/>
              <a:t> 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9-DIEU TA BONTÉ, ELLE ME POURSUIT PARTOUT OÙ JE VAIS</a:t>
            </a:r>
          </a:p>
          <a:p>
            <a:r>
              <a:rPr lang="fr-FR" smtClean="0"/>
              <a:t>    </a:t>
            </a:r>
            <a:r>
              <a:rPr lang="en-US" smtClean="0"/>
              <a:t>Your goodness God it follows me</a:t>
            </a:r>
            <a:r>
              <a:rPr lang="fr-FR" smtClean="0"/>
              <a:t> </a:t>
            </a:r>
            <a:r>
              <a:rPr lang="en-US" smtClean="0"/>
              <a:t>Everywhere I go</a:t>
            </a:r>
            <a:endParaRPr lang="fr-FR" smtClean="0"/>
          </a:p>
          <a:p>
            <a:r>
              <a:rPr lang="fr-FR" smtClean="0"/>
              <a:t>10-ET TA GRÂCE EST UNE MÉLODIE QUI RÉSONNE À JAMAIS</a:t>
            </a:r>
          </a:p>
          <a:p>
            <a:r>
              <a:rPr lang="fr-FR" smtClean="0"/>
              <a:t>      </a:t>
            </a:r>
            <a:r>
              <a:rPr lang="en-US" smtClean="0"/>
              <a:t>Your mercy is a melody Ringing in my soul</a:t>
            </a:r>
          </a:p>
          <a:p>
            <a:endParaRPr lang="fr-FR" smtClean="0"/>
          </a:p>
          <a:p>
            <a:pPr lvl="1"/>
            <a:r>
              <a:rPr lang="fr-FR" smtClean="0"/>
              <a:t>PRÉ-REFRAIN</a:t>
            </a:r>
          </a:p>
          <a:p>
            <a:pPr lvl="1"/>
            <a:r>
              <a:rPr lang="fr-FR" smtClean="0"/>
              <a:t> </a:t>
            </a:r>
          </a:p>
          <a:p>
            <a:pPr lvl="1"/>
            <a:r>
              <a:rPr lang="fr-FR" smtClean="0"/>
              <a:t> REFRAIN X2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X2</a:t>
            </a:r>
          </a:p>
          <a:p>
            <a:r>
              <a:rPr lang="fr-FR" smtClean="0"/>
              <a:t>11- JUSTE UN MOT POUR PERCER DANS LA NUIT</a:t>
            </a:r>
          </a:p>
          <a:p>
            <a:r>
              <a:rPr lang="en-US" smtClean="0"/>
              <a:t>      Just one word breaking Through the darkness</a:t>
            </a:r>
            <a:endParaRPr lang="fr-FR" smtClean="0"/>
          </a:p>
          <a:p>
            <a:r>
              <a:rPr lang="fr-FR" smtClean="0"/>
              <a:t>12-JUSTE UNE VOIX COUVRANT  TOUT LE BRUIT</a:t>
            </a:r>
          </a:p>
          <a:p>
            <a:r>
              <a:rPr lang="en-US" smtClean="0"/>
              <a:t>      Just one voice over all the noise</a:t>
            </a:r>
            <a:endParaRPr lang="fr-FR" smtClean="0"/>
          </a:p>
          <a:p>
            <a:r>
              <a:rPr lang="fr-FR" smtClean="0"/>
              <a:t>13-JUSTE UNE CHANSON DES CIEUX DESCENDANT</a:t>
            </a:r>
          </a:p>
          <a:p>
            <a:r>
              <a:rPr lang="fr-FR" smtClean="0"/>
              <a:t>      </a:t>
            </a:r>
            <a:r>
              <a:rPr lang="en-US" smtClean="0"/>
              <a:t>Just one song from the heart of Heaven</a:t>
            </a:r>
            <a:endParaRPr lang="fr-FR" smtClean="0"/>
          </a:p>
          <a:p>
            <a:r>
              <a:rPr lang="fr-FR" smtClean="0"/>
              <a:t>14-M’ENTOURER DE TES CHANTS TU M’ENTOURES DE TES CHANTS</a:t>
            </a:r>
          </a:p>
          <a:p>
            <a:r>
              <a:rPr lang="fr-FR" smtClean="0"/>
              <a:t>      </a:t>
            </a:r>
            <a:r>
              <a:rPr lang="en-US" smtClean="0"/>
              <a:t>Singing over me yeah</a:t>
            </a:r>
            <a:r>
              <a:rPr lang="fr-FR" smtClean="0"/>
              <a:t> </a:t>
            </a:r>
            <a:r>
              <a:rPr lang="en-US" smtClean="0"/>
              <a:t>You're singing over me</a:t>
            </a:r>
            <a:endParaRPr lang="fr-FR" smtClean="0"/>
          </a:p>
          <a:p>
            <a:endParaRPr lang="fr-FR" smtClean="0"/>
          </a:p>
          <a:p>
            <a:pPr lvl="1"/>
            <a:r>
              <a:rPr lang="fr-FR" smtClean="0"/>
              <a:t>REFRAIN X2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X2</a:t>
            </a:r>
          </a:p>
          <a:p>
            <a:pPr lvl="1"/>
            <a:endParaRPr lang="fr-FR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1-DIEU TA PRÉSENCE, EST TOUTE MA VIE ET POUR MON ÂME DE L’EAU</a:t>
            </a:r>
          </a:p>
          <a:p>
            <a:r>
              <a:rPr lang="en-US" smtClean="0"/>
              <a:t>  Your presence Lord is life to me</a:t>
            </a:r>
            <a:r>
              <a:rPr lang="fr-FR" smtClean="0"/>
              <a:t> </a:t>
            </a:r>
            <a:r>
              <a:rPr lang="en-US" smtClean="0"/>
              <a:t>It's water to my soul</a:t>
            </a:r>
            <a:endParaRPr lang="fr-FR" smtClean="0"/>
          </a:p>
          <a:p>
            <a:r>
              <a:rPr lang="fr-FR" smtClean="0"/>
              <a:t>2-ET POUR TOUJOURS DIEU TON ESPRIT, RENDRA VIE À CES OS</a:t>
            </a:r>
          </a:p>
          <a:p>
            <a:r>
              <a:rPr lang="fr-FR" smtClean="0"/>
              <a:t>   </a:t>
            </a:r>
            <a:r>
              <a:rPr lang="en-US" smtClean="0"/>
              <a:t>Your Spirit Lord will ever be</a:t>
            </a:r>
            <a:r>
              <a:rPr lang="fr-FR" smtClean="0"/>
              <a:t> </a:t>
            </a:r>
            <a:r>
              <a:rPr lang="en-US" smtClean="0"/>
              <a:t>Breath for these dry bones</a:t>
            </a:r>
            <a:endParaRPr lang="fr-FR" smtClean="0"/>
          </a:p>
          <a:p>
            <a:endParaRPr lang="fr-FR" smtClean="0"/>
          </a:p>
          <a:p>
            <a:pPr lvl="1"/>
            <a:r>
              <a:rPr lang="fr-FR" smtClean="0"/>
              <a:t>PRÉ-REFRAIN</a:t>
            </a:r>
          </a:p>
          <a:p>
            <a:pPr lvl="1"/>
            <a:r>
              <a:rPr lang="fr-FR" smtClean="0"/>
              <a:t>3-JE N’AI BESOIN QUE DE SAVOIR QUE JE NE SERAI JAMAIS SEUL</a:t>
            </a:r>
          </a:p>
          <a:p>
            <a:r>
              <a:rPr lang="en-US" smtClean="0"/>
              <a:t>                All I need to know</a:t>
            </a:r>
            <a:r>
              <a:rPr lang="fr-FR" sz="1600" smtClean="0"/>
              <a:t> </a:t>
            </a:r>
            <a:r>
              <a:rPr lang="en-US" smtClean="0"/>
              <a:t>Is that I'll never be alone</a:t>
            </a:r>
            <a:endParaRPr lang="fr-FR" sz="1600" smtClean="0"/>
          </a:p>
          <a:p>
            <a:pPr lvl="1"/>
            <a:r>
              <a:rPr lang="fr-FR" smtClean="0"/>
              <a:t>4-JE N’AI BESOIN QUE D’ÉCOUTER LES CHANTS DU CIEL M’ENVIRONNER</a:t>
            </a:r>
          </a:p>
          <a:p>
            <a:r>
              <a:rPr lang="fr-FR" smtClean="0"/>
              <a:t>                 </a:t>
            </a:r>
            <a:r>
              <a:rPr lang="en-US" smtClean="0"/>
              <a:t>And all I need to hear</a:t>
            </a:r>
            <a:r>
              <a:rPr lang="fr-FR" sz="1600" smtClean="0"/>
              <a:t> </a:t>
            </a:r>
            <a:r>
              <a:rPr lang="en-US" smtClean="0"/>
              <a:t>Is Heaven singing over me</a:t>
            </a:r>
            <a:endParaRPr lang="fr-FR" sz="1600" smtClean="0"/>
          </a:p>
          <a:p>
            <a:pPr lvl="1"/>
            <a:endParaRPr lang="fr-FR" smtClean="0"/>
          </a:p>
          <a:p>
            <a:pPr lvl="1"/>
            <a:r>
              <a:rPr lang="fr-FR" smtClean="0"/>
              <a:t>REFRAIN</a:t>
            </a:r>
          </a:p>
          <a:p>
            <a:pPr lvl="1"/>
            <a:r>
              <a:rPr lang="fr-FR" smtClean="0"/>
              <a:t>5-TU M’ENTOURES DE TES CHANTS TU M’ENTOURES DE TES CHANTS</a:t>
            </a:r>
          </a:p>
          <a:p>
            <a:r>
              <a:rPr lang="fr-FR" smtClean="0"/>
              <a:t>               </a:t>
            </a:r>
            <a:r>
              <a:rPr lang="en-US" smtClean="0"/>
              <a:t>You're singing over me</a:t>
            </a:r>
            <a:r>
              <a:rPr lang="fr-FR" sz="1600" smtClean="0"/>
              <a:t> </a:t>
            </a:r>
            <a:r>
              <a:rPr lang="en-US" smtClean="0"/>
              <a:t>You're singing over me</a:t>
            </a:r>
            <a:endParaRPr lang="fr-FR" sz="1600" smtClean="0"/>
          </a:p>
          <a:p>
            <a:pPr lvl="1"/>
            <a:r>
              <a:rPr lang="fr-FR" smtClean="0"/>
              <a:t>6-JE N’AI BESOIN QUE DE ÇA JE N’AI BESOIN QUE DE ÇA</a:t>
            </a:r>
          </a:p>
          <a:p>
            <a:r>
              <a:rPr lang="en-US" smtClean="0"/>
              <a:t>                That's all I'll ever need</a:t>
            </a:r>
            <a:r>
              <a:rPr lang="fr-FR" sz="1600" smtClean="0"/>
              <a:t> </a:t>
            </a:r>
            <a:r>
              <a:rPr lang="en-US" smtClean="0"/>
              <a:t>That's all I'll ever need</a:t>
            </a:r>
            <a:endParaRPr lang="fr-FR" sz="1600" smtClean="0"/>
          </a:p>
          <a:p>
            <a:pPr lvl="1"/>
            <a:r>
              <a:rPr lang="fr-FR" smtClean="0"/>
              <a:t>7-TU M’ENTOURES DE TES CHANTS TU M’ENTOURES DE TES CHANTS</a:t>
            </a:r>
          </a:p>
          <a:p>
            <a:r>
              <a:rPr lang="fr-FR" smtClean="0"/>
              <a:t>                 </a:t>
            </a:r>
            <a:r>
              <a:rPr lang="en-US" smtClean="0"/>
              <a:t>You're singing over me</a:t>
            </a:r>
            <a:r>
              <a:rPr lang="fr-FR" sz="1600" smtClean="0"/>
              <a:t> </a:t>
            </a:r>
            <a:r>
              <a:rPr lang="en-US" smtClean="0"/>
              <a:t>You're singing over me</a:t>
            </a:r>
            <a:endParaRPr lang="fr-FR" sz="1600" smtClean="0"/>
          </a:p>
          <a:p>
            <a:pPr lvl="1"/>
            <a:r>
              <a:rPr lang="fr-FR" smtClean="0"/>
              <a:t>8-JE N’AI BESOIN QUE DE ÇA JE N’AI BESOIN QUE DE ÇA</a:t>
            </a:r>
          </a:p>
          <a:p>
            <a:r>
              <a:rPr lang="fr-FR" smtClean="0"/>
              <a:t>                 </a:t>
            </a:r>
            <a:r>
              <a:rPr lang="en-US" smtClean="0"/>
              <a:t>That's all I'll ever need</a:t>
            </a:r>
            <a:r>
              <a:rPr lang="fr-FR" sz="1600" smtClean="0"/>
              <a:t> </a:t>
            </a:r>
            <a:r>
              <a:rPr lang="en-US" smtClean="0"/>
              <a:t>That's all I'll ever need</a:t>
            </a:r>
            <a:endParaRPr lang="fr-FR" sz="1600" smtClean="0"/>
          </a:p>
          <a:p>
            <a:pPr lvl="1"/>
            <a:endParaRPr lang="fr-FR" smtClean="0"/>
          </a:p>
          <a:p>
            <a:r>
              <a:rPr lang="fr-FR" smtClean="0"/>
              <a:t> 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9-DIEU TA BONTÉ, ELLE ME POURSUIT PARTOUT OÙ JE VAIS</a:t>
            </a:r>
          </a:p>
          <a:p>
            <a:r>
              <a:rPr lang="fr-FR" smtClean="0"/>
              <a:t>    </a:t>
            </a:r>
            <a:r>
              <a:rPr lang="en-US" smtClean="0"/>
              <a:t>Your goodness God it follows me</a:t>
            </a:r>
            <a:r>
              <a:rPr lang="fr-FR" smtClean="0"/>
              <a:t> </a:t>
            </a:r>
            <a:r>
              <a:rPr lang="en-US" smtClean="0"/>
              <a:t>Everywhere I go</a:t>
            </a:r>
            <a:endParaRPr lang="fr-FR" smtClean="0"/>
          </a:p>
          <a:p>
            <a:r>
              <a:rPr lang="fr-FR" smtClean="0"/>
              <a:t>10-ET TA GRÂCE EST UNE MÉLODIE QUI RÉSONNE À JAMAIS</a:t>
            </a:r>
          </a:p>
          <a:p>
            <a:r>
              <a:rPr lang="fr-FR" smtClean="0"/>
              <a:t>      </a:t>
            </a:r>
            <a:r>
              <a:rPr lang="en-US" smtClean="0"/>
              <a:t>Your mercy is a melody Ringing in my soul</a:t>
            </a:r>
          </a:p>
          <a:p>
            <a:endParaRPr lang="fr-FR" smtClean="0"/>
          </a:p>
          <a:p>
            <a:pPr lvl="1"/>
            <a:r>
              <a:rPr lang="fr-FR" smtClean="0"/>
              <a:t>PRÉ-REFRAIN</a:t>
            </a:r>
          </a:p>
          <a:p>
            <a:pPr lvl="1"/>
            <a:r>
              <a:rPr lang="fr-FR" smtClean="0"/>
              <a:t> </a:t>
            </a:r>
          </a:p>
          <a:p>
            <a:pPr lvl="1"/>
            <a:r>
              <a:rPr lang="fr-FR" smtClean="0"/>
              <a:t> REFRAIN X2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X2</a:t>
            </a:r>
          </a:p>
          <a:p>
            <a:r>
              <a:rPr lang="fr-FR" smtClean="0"/>
              <a:t>11- JUSTE UN MOT POUR PERCER DANS LA NUIT</a:t>
            </a:r>
          </a:p>
          <a:p>
            <a:r>
              <a:rPr lang="en-US" smtClean="0"/>
              <a:t>      Just one word breaking Through the darkness</a:t>
            </a:r>
            <a:endParaRPr lang="fr-FR" smtClean="0"/>
          </a:p>
          <a:p>
            <a:r>
              <a:rPr lang="fr-FR" smtClean="0"/>
              <a:t>12-JUSTE UNE VOIX COUVRANT  TOUT LE BRUIT</a:t>
            </a:r>
          </a:p>
          <a:p>
            <a:r>
              <a:rPr lang="en-US" smtClean="0"/>
              <a:t>      Just one voice over all the noise</a:t>
            </a:r>
            <a:endParaRPr lang="fr-FR" smtClean="0"/>
          </a:p>
          <a:p>
            <a:r>
              <a:rPr lang="fr-FR" smtClean="0"/>
              <a:t>13-JUSTE UNE CHANSON DES CIEUX DESCENDANT</a:t>
            </a:r>
          </a:p>
          <a:p>
            <a:r>
              <a:rPr lang="fr-FR" smtClean="0"/>
              <a:t>      </a:t>
            </a:r>
            <a:r>
              <a:rPr lang="en-US" smtClean="0"/>
              <a:t>Just one song from the heart of Heaven</a:t>
            </a:r>
            <a:endParaRPr lang="fr-FR" smtClean="0"/>
          </a:p>
          <a:p>
            <a:r>
              <a:rPr lang="fr-FR" smtClean="0"/>
              <a:t>14-M’ENTOURER DE TES CHANTS TU M’ENTOURES DE TES CHANTS</a:t>
            </a:r>
          </a:p>
          <a:p>
            <a:r>
              <a:rPr lang="fr-FR" smtClean="0"/>
              <a:t>      </a:t>
            </a:r>
            <a:r>
              <a:rPr lang="en-US" smtClean="0"/>
              <a:t>Singing over me yeah</a:t>
            </a:r>
            <a:r>
              <a:rPr lang="fr-FR" smtClean="0"/>
              <a:t> </a:t>
            </a:r>
            <a:r>
              <a:rPr lang="en-US" smtClean="0"/>
              <a:t>You're singing over me</a:t>
            </a:r>
            <a:endParaRPr lang="fr-FR" smtClean="0"/>
          </a:p>
          <a:p>
            <a:endParaRPr lang="fr-FR" smtClean="0"/>
          </a:p>
          <a:p>
            <a:pPr lvl="1"/>
            <a:r>
              <a:rPr lang="fr-FR" smtClean="0"/>
              <a:t>REFRAIN X2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PONT X2</a:t>
            </a:r>
          </a:p>
          <a:p>
            <a:endParaRPr 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1-DIEU TA PRÉSENCE, EST TOUTE MA VIE ET POUR MON ÂME DE L’EAU</a:t>
            </a:r>
          </a:p>
          <a:p>
            <a:pPr>
              <a:defRPr/>
            </a:pPr>
            <a:r>
              <a:rPr lang="en-US" dirty="0" smtClean="0"/>
              <a:t>  Your presence Lord is life to me</a:t>
            </a:r>
            <a:r>
              <a:rPr lang="fr-FR" dirty="0" smtClean="0"/>
              <a:t> </a:t>
            </a:r>
            <a:r>
              <a:rPr lang="en-US" dirty="0" smtClean="0"/>
              <a:t>It's water to my soul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2-ET POUR TOUJOURS DIEU TON ESPRIT, RENDRA VIE À CES OS</a:t>
            </a:r>
          </a:p>
          <a:p>
            <a:pPr>
              <a:defRPr/>
            </a:pPr>
            <a:r>
              <a:rPr lang="fr-FR" dirty="0" smtClean="0"/>
              <a:t>   </a:t>
            </a:r>
            <a:r>
              <a:rPr lang="en-US" dirty="0" smtClean="0"/>
              <a:t>Your Spirit Lord will ever be</a:t>
            </a:r>
            <a:r>
              <a:rPr lang="fr-FR" dirty="0" smtClean="0"/>
              <a:t> </a:t>
            </a:r>
            <a:r>
              <a:rPr lang="en-US" dirty="0" smtClean="0"/>
              <a:t>Breath for these dry bones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3-JE N’AI BESOIN QUE DE SAVOIR QUE JE NE SERAI JAMAIS SEUL</a:t>
            </a:r>
          </a:p>
          <a:p>
            <a:pPr>
              <a:defRPr/>
            </a:pPr>
            <a:r>
              <a:rPr lang="en-US" dirty="0" smtClean="0"/>
              <a:t>                All I need to know</a:t>
            </a:r>
            <a:r>
              <a:rPr lang="fr-FR" sz="1600" dirty="0" smtClean="0"/>
              <a:t> </a:t>
            </a:r>
            <a:r>
              <a:rPr lang="en-US" dirty="0" smtClean="0"/>
              <a:t>Is that I'll never be alone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4-JE N’AI BESOIN QUE D’ÉCOUTER LES CHANTS DU CIEL M’ENVIRONNER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And all I need to hear</a:t>
            </a:r>
            <a:r>
              <a:rPr lang="fr-FR" sz="1600" dirty="0" smtClean="0"/>
              <a:t> </a:t>
            </a:r>
            <a:r>
              <a:rPr lang="en-US" dirty="0" smtClean="0"/>
              <a:t>Is Heaven singing over me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</a:t>
            </a:r>
          </a:p>
          <a:p>
            <a:pPr lvl="1">
              <a:defRPr/>
            </a:pPr>
            <a:r>
              <a:rPr lang="fr-FR" dirty="0" smtClean="0"/>
              <a:t>5-TU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6-JE N’AI BESOIN QUE DE ÇA JE N’AI BESOIN QUE DE ÇA</a:t>
            </a:r>
          </a:p>
          <a:p>
            <a:pPr>
              <a:defRPr/>
            </a:pPr>
            <a:r>
              <a:rPr lang="en-US" dirty="0" smtClean="0"/>
              <a:t>                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7-TU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8-JE N’AI BESOIN QUE DE ÇA JE N’AI BESOIN QUE DE ÇA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9-DIEU TA BONTÉ, ELLE ME POURSUIT PARTOUT OÙ JE VAIS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en-US" dirty="0" smtClean="0"/>
              <a:t>Your goodness God it follows me</a:t>
            </a:r>
            <a:r>
              <a:rPr lang="fr-FR" dirty="0" smtClean="0"/>
              <a:t> </a:t>
            </a:r>
            <a:r>
              <a:rPr lang="en-US" dirty="0" smtClean="0"/>
              <a:t>Everywhere I go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10-ET TA GRÂCE EST UNE MÉLODIE QUI RÉSONNE À JAMAIS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Your mercy is a melody Ringing in my soul</a:t>
            </a:r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 </a:t>
            </a:r>
          </a:p>
          <a:p>
            <a:pPr lvl="1">
              <a:defRPr/>
            </a:pPr>
            <a:r>
              <a:rPr lang="fr-FR" dirty="0" smtClean="0"/>
              <a:t> 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  <a:p>
            <a:pPr>
              <a:defRPr/>
            </a:pPr>
            <a:r>
              <a:rPr lang="fr-FR" dirty="0" smtClean="0"/>
              <a:t>11- JUSTE UN MOT POUR PERCER DANS LA NUIT</a:t>
            </a:r>
          </a:p>
          <a:p>
            <a:pPr>
              <a:defRPr/>
            </a:pPr>
            <a:r>
              <a:rPr lang="en-US" dirty="0" smtClean="0"/>
              <a:t>      Just one word breaking Through the darkness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12-JUSTE UNE VOIX COUVRANT  TOUT LE BRUIT</a:t>
            </a:r>
          </a:p>
          <a:p>
            <a:pPr>
              <a:defRPr/>
            </a:pPr>
            <a:r>
              <a:rPr lang="en-US" dirty="0" smtClean="0"/>
              <a:t>      Just one voice over all the noise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13-JUSTE UNE CHANSON DES CIEUX DESCENDANT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Just one song from the heart of Heaven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14-M’ENTOURER DE TES CHANTS TU M’ENTOURES DE TES CHANTS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Singing over me yeah</a:t>
            </a:r>
            <a:r>
              <a:rPr lang="fr-FR" dirty="0" smtClean="0"/>
              <a:t> </a:t>
            </a:r>
            <a:r>
              <a:rPr lang="en-US" dirty="0" smtClean="0"/>
              <a:t>You're singing over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1-DIEU TA PRÉSENCE, EST TOUTE MA VIE ET POUR MON ÂME DE L’EAU</a:t>
            </a:r>
          </a:p>
          <a:p>
            <a:pPr>
              <a:defRPr/>
            </a:pPr>
            <a:r>
              <a:rPr lang="en-US" dirty="0" smtClean="0"/>
              <a:t>  Your presence Lord is life to me</a:t>
            </a:r>
            <a:r>
              <a:rPr lang="fr-FR" dirty="0" smtClean="0"/>
              <a:t> </a:t>
            </a:r>
            <a:r>
              <a:rPr lang="en-US" dirty="0" smtClean="0"/>
              <a:t>It's water to my soul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2-ET POUR TOUJOURS DIEU TON ESPRIT, RENDRA VIE À CES OS</a:t>
            </a:r>
          </a:p>
          <a:p>
            <a:pPr>
              <a:defRPr/>
            </a:pPr>
            <a:r>
              <a:rPr lang="fr-FR" dirty="0" smtClean="0"/>
              <a:t>   </a:t>
            </a:r>
            <a:r>
              <a:rPr lang="en-US" dirty="0" smtClean="0"/>
              <a:t>Your Spirit Lord will ever be</a:t>
            </a:r>
            <a:r>
              <a:rPr lang="fr-FR" dirty="0" smtClean="0"/>
              <a:t> </a:t>
            </a:r>
            <a:r>
              <a:rPr lang="en-US" dirty="0" smtClean="0"/>
              <a:t>Breath for these dry bones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3-JE N’AI BESOIN QUE DE SAVOIR QUE JE NE SERAI JAMAIS SEUL</a:t>
            </a:r>
          </a:p>
          <a:p>
            <a:pPr>
              <a:defRPr/>
            </a:pPr>
            <a:r>
              <a:rPr lang="en-US" dirty="0" smtClean="0"/>
              <a:t>                All I need to know</a:t>
            </a:r>
            <a:r>
              <a:rPr lang="fr-FR" sz="1600" dirty="0" smtClean="0"/>
              <a:t> </a:t>
            </a:r>
            <a:r>
              <a:rPr lang="en-US" dirty="0" smtClean="0"/>
              <a:t>Is that I'll never be alone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4-JE N’AI BESOIN QUE D’ÉCOUTER LES CHANTS DU CIEL M’ENVIRONNER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And all I need to hear</a:t>
            </a:r>
            <a:r>
              <a:rPr lang="fr-FR" sz="1600" dirty="0" smtClean="0"/>
              <a:t> </a:t>
            </a:r>
            <a:r>
              <a:rPr lang="en-US" dirty="0" smtClean="0"/>
              <a:t>Is Heaven singing over me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</a:t>
            </a:r>
          </a:p>
          <a:p>
            <a:pPr lvl="1">
              <a:defRPr/>
            </a:pPr>
            <a:r>
              <a:rPr lang="fr-FR" dirty="0" smtClean="0"/>
              <a:t>5-TU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6-JE N’AI BESOIN QUE DE ÇA JE N’AI BESOIN QUE DE ÇA</a:t>
            </a:r>
          </a:p>
          <a:p>
            <a:pPr>
              <a:defRPr/>
            </a:pPr>
            <a:r>
              <a:rPr lang="en-US" dirty="0" smtClean="0"/>
              <a:t>                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7-TU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8-JE N’AI BESOIN QUE DE ÇA JE N’AI BESOIN QUE DE ÇA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9-DIEU TA BONTÉ, ELLE ME POURSUIT PARTOUT OÙ JE VAIS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en-US" dirty="0" smtClean="0"/>
              <a:t>Your goodness God it follows me</a:t>
            </a:r>
            <a:r>
              <a:rPr lang="fr-FR" dirty="0" smtClean="0"/>
              <a:t> </a:t>
            </a:r>
            <a:r>
              <a:rPr lang="en-US" dirty="0" smtClean="0"/>
              <a:t>Everywhere I go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10-ET TA GRÂCE EST UNE MÉLODIE QUI RÉSONNE À JAMAIS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Your mercy is a melody Ringing in my soul</a:t>
            </a:r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 </a:t>
            </a:r>
          </a:p>
          <a:p>
            <a:pPr lvl="1">
              <a:defRPr/>
            </a:pPr>
            <a:r>
              <a:rPr lang="fr-FR" dirty="0" smtClean="0"/>
              <a:t> 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  <a:p>
            <a:pPr>
              <a:defRPr/>
            </a:pPr>
            <a:r>
              <a:rPr lang="fr-FR" dirty="0" smtClean="0"/>
              <a:t>11- JUSTE UN MOT POUR PERCER DANS LA NUIT</a:t>
            </a:r>
          </a:p>
          <a:p>
            <a:pPr>
              <a:defRPr/>
            </a:pPr>
            <a:r>
              <a:rPr lang="en-US" dirty="0" smtClean="0"/>
              <a:t>      Just one word breaking Through the darkness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12-JUSTE UNE VOIX COUVRANT  TOUT LE BRUIT</a:t>
            </a:r>
          </a:p>
          <a:p>
            <a:pPr>
              <a:defRPr/>
            </a:pPr>
            <a:r>
              <a:rPr lang="en-US" dirty="0" smtClean="0"/>
              <a:t>      Just one voice over all the noise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13-JUSTE UNE CHANSON DES CIEUX DESCENDANT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Just one song from the heart of Heaven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14-M’ENTOURER DE TES CHANTS TU M’ENTOURES DE TES CHANTS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Singing over me yeah</a:t>
            </a:r>
            <a:r>
              <a:rPr lang="fr-FR" dirty="0" smtClean="0"/>
              <a:t> </a:t>
            </a:r>
            <a:r>
              <a:rPr lang="en-US" dirty="0" smtClean="0"/>
              <a:t>You're singing over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1-DIEU TA PRÉSENCE, EST TOUTE MA VIE ET POUR MON ÂME DE L’EAU</a:t>
            </a:r>
          </a:p>
          <a:p>
            <a:pPr>
              <a:defRPr/>
            </a:pPr>
            <a:r>
              <a:rPr lang="en-US" dirty="0" smtClean="0"/>
              <a:t>  Your presence Lord is life to me</a:t>
            </a:r>
            <a:r>
              <a:rPr lang="fr-FR" dirty="0" smtClean="0"/>
              <a:t> </a:t>
            </a:r>
            <a:r>
              <a:rPr lang="en-US" dirty="0" smtClean="0"/>
              <a:t>It's water to my soul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2-ET POUR TOUJOURS DIEU TON ESPRIT, RENDRA VIE À CES OS</a:t>
            </a:r>
          </a:p>
          <a:p>
            <a:pPr>
              <a:defRPr/>
            </a:pPr>
            <a:r>
              <a:rPr lang="fr-FR" dirty="0" smtClean="0"/>
              <a:t>   </a:t>
            </a:r>
            <a:r>
              <a:rPr lang="en-US" dirty="0" smtClean="0"/>
              <a:t>Your Spirit Lord will ever be</a:t>
            </a:r>
            <a:r>
              <a:rPr lang="fr-FR" dirty="0" smtClean="0"/>
              <a:t> </a:t>
            </a:r>
            <a:r>
              <a:rPr lang="en-US" dirty="0" smtClean="0"/>
              <a:t>Breath for these dry bones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3-JE N’AI BESOIN QUE DE SAVOIR QUE JE NE SERAI JAMAIS SEUL</a:t>
            </a:r>
          </a:p>
          <a:p>
            <a:pPr>
              <a:defRPr/>
            </a:pPr>
            <a:r>
              <a:rPr lang="en-US" dirty="0" smtClean="0"/>
              <a:t>                All I need to know</a:t>
            </a:r>
            <a:r>
              <a:rPr lang="fr-FR" sz="1600" dirty="0" smtClean="0"/>
              <a:t> </a:t>
            </a:r>
            <a:r>
              <a:rPr lang="en-US" dirty="0" smtClean="0"/>
              <a:t>Is that I'll never be alone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4-JE N’AI BESOIN QUE D’ÉCOUTER LES CHANTS DU CIEL M’ENVIRONNER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And all I need to hear</a:t>
            </a:r>
            <a:r>
              <a:rPr lang="fr-FR" sz="1600" dirty="0" smtClean="0"/>
              <a:t> </a:t>
            </a:r>
            <a:r>
              <a:rPr lang="en-US" dirty="0" smtClean="0"/>
              <a:t>Is Heaven singing over me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</a:t>
            </a:r>
          </a:p>
          <a:p>
            <a:pPr lvl="1">
              <a:defRPr/>
            </a:pPr>
            <a:r>
              <a:rPr lang="fr-FR" dirty="0" smtClean="0"/>
              <a:t>5-TU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6-JE N’AI BESOIN QUE DE ÇA JE N’AI BESOIN QUE DE ÇA</a:t>
            </a:r>
          </a:p>
          <a:p>
            <a:pPr>
              <a:defRPr/>
            </a:pPr>
            <a:r>
              <a:rPr lang="en-US" dirty="0" smtClean="0"/>
              <a:t>                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7-TU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8-JE N’AI BESOIN QUE DE ÇA JE N’AI BESOIN QUE DE ÇA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9-DIEU TA BONTÉ, ELLE ME POURSUIT PARTOUT OÙ JE VAIS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en-US" dirty="0" smtClean="0"/>
              <a:t>Your goodness God it follows me</a:t>
            </a:r>
            <a:r>
              <a:rPr lang="fr-FR" dirty="0" smtClean="0"/>
              <a:t> </a:t>
            </a:r>
            <a:r>
              <a:rPr lang="en-US" dirty="0" smtClean="0"/>
              <a:t>Everywhere I go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10-ET TA GRÂCE EST UNE MÉLODIE QUI RÉSONNE À JAMAIS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Your mercy is a melody Ringing in my soul</a:t>
            </a:r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 </a:t>
            </a:r>
          </a:p>
          <a:p>
            <a:pPr lvl="1">
              <a:defRPr/>
            </a:pPr>
            <a:r>
              <a:rPr lang="fr-FR" dirty="0" smtClean="0"/>
              <a:t> 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  <a:p>
            <a:pPr>
              <a:defRPr/>
            </a:pPr>
            <a:r>
              <a:rPr lang="fr-FR" dirty="0" smtClean="0"/>
              <a:t>11- JUSTE UN MOT POUR PERCER DANS LA NUIT</a:t>
            </a:r>
          </a:p>
          <a:p>
            <a:pPr>
              <a:defRPr/>
            </a:pPr>
            <a:r>
              <a:rPr lang="en-US" dirty="0" smtClean="0"/>
              <a:t>      Just one word breaking Through the darkness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12-JUSTE UNE VOIX COUVRANT  TOUT LE BRUIT</a:t>
            </a:r>
          </a:p>
          <a:p>
            <a:pPr>
              <a:defRPr/>
            </a:pPr>
            <a:r>
              <a:rPr lang="en-US" dirty="0" smtClean="0"/>
              <a:t>      Just one voice over all the noise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13-JUSTE UNE CHANSON DES CIEUX DESCENDANT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Just one song from the heart of Heaven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14-M’ENTOURER DE TES CHANTS TU M’ENTOURES DE TES CHANTS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Singing over me yeah</a:t>
            </a:r>
            <a:r>
              <a:rPr lang="fr-FR" dirty="0" smtClean="0"/>
              <a:t> </a:t>
            </a:r>
            <a:r>
              <a:rPr lang="en-US" dirty="0" smtClean="0"/>
              <a:t>You're singing over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1-DIEU TA PRÉSENCE, EST TOUTE MA VIE ET POUR MON ÂME DE L’EAU</a:t>
            </a:r>
          </a:p>
          <a:p>
            <a:pPr>
              <a:defRPr/>
            </a:pPr>
            <a:r>
              <a:rPr lang="en-US" dirty="0" smtClean="0"/>
              <a:t>  Your presence Lord is life to me</a:t>
            </a:r>
            <a:r>
              <a:rPr lang="fr-FR" dirty="0" smtClean="0"/>
              <a:t> </a:t>
            </a:r>
            <a:r>
              <a:rPr lang="en-US" dirty="0" smtClean="0"/>
              <a:t>It's water to my soul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2-ET POUR TOUJOURS DIEU TON ESPRIT, RENDRA VIE À CES OS</a:t>
            </a:r>
          </a:p>
          <a:p>
            <a:pPr>
              <a:defRPr/>
            </a:pPr>
            <a:r>
              <a:rPr lang="fr-FR" dirty="0" smtClean="0"/>
              <a:t>   </a:t>
            </a:r>
            <a:r>
              <a:rPr lang="en-US" dirty="0" smtClean="0"/>
              <a:t>Your Spirit Lord will ever be</a:t>
            </a:r>
            <a:r>
              <a:rPr lang="fr-FR" dirty="0" smtClean="0"/>
              <a:t> </a:t>
            </a:r>
            <a:r>
              <a:rPr lang="en-US" dirty="0" smtClean="0"/>
              <a:t>Breath for these dry bones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3-JE N’AI BESOIN QUE DE SAVOIR QUE JE NE SERAI JAMAIS SEUL</a:t>
            </a:r>
          </a:p>
          <a:p>
            <a:pPr>
              <a:defRPr/>
            </a:pPr>
            <a:r>
              <a:rPr lang="en-US" dirty="0" smtClean="0"/>
              <a:t>                All I need to know</a:t>
            </a:r>
            <a:r>
              <a:rPr lang="fr-FR" sz="1600" dirty="0" smtClean="0"/>
              <a:t> </a:t>
            </a:r>
            <a:r>
              <a:rPr lang="en-US" dirty="0" smtClean="0"/>
              <a:t>Is that I'll never be alone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4-JE N’AI BESOIN QUE D’ÉCOUTER LES CHANTS DU CIEL M’ENVIRONNER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And all I need to hear</a:t>
            </a:r>
            <a:r>
              <a:rPr lang="fr-FR" sz="1600" dirty="0" smtClean="0"/>
              <a:t> </a:t>
            </a:r>
            <a:r>
              <a:rPr lang="en-US" dirty="0" smtClean="0"/>
              <a:t>Is Heaven singing over me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</a:t>
            </a:r>
          </a:p>
          <a:p>
            <a:pPr lvl="1">
              <a:defRPr/>
            </a:pPr>
            <a:r>
              <a:rPr lang="fr-FR" dirty="0" smtClean="0"/>
              <a:t>5-TU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6-JE N’AI BESOIN QUE DE ÇA JE N’AI BESOIN QUE DE ÇA</a:t>
            </a:r>
          </a:p>
          <a:p>
            <a:pPr>
              <a:defRPr/>
            </a:pPr>
            <a:r>
              <a:rPr lang="en-US" dirty="0" smtClean="0"/>
              <a:t>                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7-TU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8-JE N’AI BESOIN QUE DE ÇA JE N’AI BESOIN QUE DE ÇA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9-DIEU TA BONTÉ, ELLE ME POURSUIT PARTOUT OÙ JE VAIS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en-US" dirty="0" smtClean="0"/>
              <a:t>Your goodness God it follows me</a:t>
            </a:r>
            <a:r>
              <a:rPr lang="fr-FR" dirty="0" smtClean="0"/>
              <a:t> </a:t>
            </a:r>
            <a:r>
              <a:rPr lang="en-US" dirty="0" smtClean="0"/>
              <a:t>Everywhere I go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10-ET TA GRÂCE EST UNE MÉLODIE QUI RÉSONNE À JAMAIS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Your mercy is a melody Ringing in my soul</a:t>
            </a:r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 </a:t>
            </a:r>
          </a:p>
          <a:p>
            <a:pPr lvl="1">
              <a:defRPr/>
            </a:pPr>
            <a:r>
              <a:rPr lang="fr-FR" dirty="0" smtClean="0"/>
              <a:t> 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  <a:p>
            <a:pPr>
              <a:defRPr/>
            </a:pPr>
            <a:r>
              <a:rPr lang="fr-FR" dirty="0" smtClean="0"/>
              <a:t>11- JUSTE UN MOT POUR PERCER DANS LA NUIT</a:t>
            </a:r>
          </a:p>
          <a:p>
            <a:pPr>
              <a:defRPr/>
            </a:pPr>
            <a:r>
              <a:rPr lang="en-US" dirty="0" smtClean="0"/>
              <a:t>      Just one word breaking Through the darkness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12-JUSTE UNE VOIX COUVRANT  TOUT LE BRUIT</a:t>
            </a:r>
          </a:p>
          <a:p>
            <a:pPr>
              <a:defRPr/>
            </a:pPr>
            <a:r>
              <a:rPr lang="en-US" dirty="0" smtClean="0"/>
              <a:t>      Just one voice over all the noise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13-JUSTE UNE CHANSON DES CIEUX DESCENDANT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Just one song from the heart of Heaven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14-M’ENTOURER DE TES CHANTS TU M’ENTOURES DE TES CHANTS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Singing over me yeah</a:t>
            </a:r>
            <a:r>
              <a:rPr lang="fr-FR" dirty="0" smtClean="0"/>
              <a:t> </a:t>
            </a:r>
            <a:r>
              <a:rPr lang="en-US" dirty="0" smtClean="0"/>
              <a:t>You're singing over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1-DIEU TA PRÉSENCE, EST TOUTE MA VIE ET POUR MON ÂME DE L’EAU</a:t>
            </a:r>
          </a:p>
          <a:p>
            <a:pPr>
              <a:defRPr/>
            </a:pPr>
            <a:r>
              <a:rPr lang="en-US" dirty="0" smtClean="0"/>
              <a:t>  Your presence Lord is life to me</a:t>
            </a:r>
            <a:r>
              <a:rPr lang="fr-FR" dirty="0" smtClean="0"/>
              <a:t> </a:t>
            </a:r>
            <a:r>
              <a:rPr lang="en-US" dirty="0" smtClean="0"/>
              <a:t>It's water to my soul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2-ET POUR TOUJOURS DIEU TON ESPRIT, RENDRA VIE À CES OS</a:t>
            </a:r>
          </a:p>
          <a:p>
            <a:pPr>
              <a:defRPr/>
            </a:pPr>
            <a:r>
              <a:rPr lang="fr-FR" dirty="0" smtClean="0"/>
              <a:t>   </a:t>
            </a:r>
            <a:r>
              <a:rPr lang="en-US" dirty="0" smtClean="0"/>
              <a:t>Your Spirit Lord will ever be</a:t>
            </a:r>
            <a:r>
              <a:rPr lang="fr-FR" dirty="0" smtClean="0"/>
              <a:t> </a:t>
            </a:r>
            <a:r>
              <a:rPr lang="en-US" dirty="0" smtClean="0"/>
              <a:t>Breath for these dry bones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3-JE N’AI BESOIN QUE DE SAVOIR QUE JE NE SERAI JAMAIS SEUL</a:t>
            </a:r>
          </a:p>
          <a:p>
            <a:pPr>
              <a:defRPr/>
            </a:pPr>
            <a:r>
              <a:rPr lang="en-US" dirty="0" smtClean="0"/>
              <a:t>                All I need to know</a:t>
            </a:r>
            <a:r>
              <a:rPr lang="fr-FR" sz="1600" dirty="0" smtClean="0"/>
              <a:t> </a:t>
            </a:r>
            <a:r>
              <a:rPr lang="en-US" dirty="0" smtClean="0"/>
              <a:t>Is that I'll never be alone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4-JE N’AI BESOIN QUE D’ÉCOUTER LES CHANTS DU CIEL M’ENVIRONNER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And all I need to hear</a:t>
            </a:r>
            <a:r>
              <a:rPr lang="fr-FR" sz="1600" dirty="0" smtClean="0"/>
              <a:t> </a:t>
            </a:r>
            <a:r>
              <a:rPr lang="en-US" dirty="0" smtClean="0"/>
              <a:t>Is Heaven singing over me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</a:t>
            </a:r>
          </a:p>
          <a:p>
            <a:pPr lvl="1">
              <a:defRPr/>
            </a:pPr>
            <a:r>
              <a:rPr lang="fr-FR" dirty="0" smtClean="0"/>
              <a:t>5-TU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6-JE N’AI BESOIN QUE DE ÇA JE N’AI BESOIN QUE DE ÇA</a:t>
            </a:r>
          </a:p>
          <a:p>
            <a:pPr>
              <a:defRPr/>
            </a:pPr>
            <a:r>
              <a:rPr lang="en-US" dirty="0" smtClean="0"/>
              <a:t>                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7-TU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8-JE N’AI BESOIN QUE DE ÇA JE N’AI BESOIN QUE DE ÇA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9-DIEU TA BONTÉ, ELLE ME POURSUIT PARTOUT OÙ JE VAIS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en-US" dirty="0" smtClean="0"/>
              <a:t>Your goodness God it follows me</a:t>
            </a:r>
            <a:r>
              <a:rPr lang="fr-FR" dirty="0" smtClean="0"/>
              <a:t> </a:t>
            </a:r>
            <a:r>
              <a:rPr lang="en-US" dirty="0" smtClean="0"/>
              <a:t>Everywhere I go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10-ET TA GRÂCE EST UNE MÉLODIE QUI RÉSONNE À JAMAIS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Your mercy is a melody Ringing in my soul</a:t>
            </a:r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 </a:t>
            </a:r>
          </a:p>
          <a:p>
            <a:pPr lvl="1">
              <a:defRPr/>
            </a:pPr>
            <a:r>
              <a:rPr lang="fr-FR" dirty="0" smtClean="0"/>
              <a:t> 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  <a:p>
            <a:pPr>
              <a:defRPr/>
            </a:pPr>
            <a:r>
              <a:rPr lang="fr-FR" dirty="0" smtClean="0"/>
              <a:t>11- JUSTE UN MOT POUR PERCER DANS LA NUIT</a:t>
            </a:r>
          </a:p>
          <a:p>
            <a:pPr>
              <a:defRPr/>
            </a:pPr>
            <a:r>
              <a:rPr lang="en-US" dirty="0" smtClean="0"/>
              <a:t>      Just one word breaking Through the darkness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12-JUSTE UNE VOIX COUVRANT  TOUT LE BRUIT</a:t>
            </a:r>
          </a:p>
          <a:p>
            <a:pPr>
              <a:defRPr/>
            </a:pPr>
            <a:r>
              <a:rPr lang="en-US" dirty="0" smtClean="0"/>
              <a:t>      Just one voice over all the noise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13-JUSTE UNE CHANSON DES CIEUX DESCENDANT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Just one song from the heart of Heaven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14-M’ENTOURER DE TES CHANTS TU M’ENTOURES DE TES CHANTS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Singing over me yeah</a:t>
            </a:r>
            <a:r>
              <a:rPr lang="fr-FR" dirty="0" smtClean="0"/>
              <a:t> </a:t>
            </a:r>
            <a:r>
              <a:rPr lang="en-US" dirty="0" smtClean="0"/>
              <a:t>You're singing over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1-DIEU TA PRÉSENCE, EST TOUTE MA VIE ET POUR MON ÂME DE L’EAU</a:t>
            </a:r>
          </a:p>
          <a:p>
            <a:pPr>
              <a:defRPr/>
            </a:pPr>
            <a:r>
              <a:rPr lang="en-US" dirty="0" smtClean="0"/>
              <a:t>  Your presence Lord is life to me</a:t>
            </a:r>
            <a:r>
              <a:rPr lang="fr-FR" dirty="0" smtClean="0"/>
              <a:t> </a:t>
            </a:r>
            <a:r>
              <a:rPr lang="en-US" dirty="0" smtClean="0"/>
              <a:t>It's water to my soul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2-ET POUR TOUJOURS DIEU TON ESPRIT, RENDRA VIE À CES OS</a:t>
            </a:r>
          </a:p>
          <a:p>
            <a:pPr>
              <a:defRPr/>
            </a:pPr>
            <a:r>
              <a:rPr lang="fr-FR" dirty="0" smtClean="0"/>
              <a:t>   </a:t>
            </a:r>
            <a:r>
              <a:rPr lang="en-US" dirty="0" smtClean="0"/>
              <a:t>Your Spirit Lord will ever be</a:t>
            </a:r>
            <a:r>
              <a:rPr lang="fr-FR" dirty="0" smtClean="0"/>
              <a:t> </a:t>
            </a:r>
            <a:r>
              <a:rPr lang="en-US" dirty="0" smtClean="0"/>
              <a:t>Breath for these dry bones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3-JE N’AI BESOIN QUE DE SAVOIR QUE JE NE SERAI JAMAIS SEUL</a:t>
            </a:r>
          </a:p>
          <a:p>
            <a:pPr>
              <a:defRPr/>
            </a:pPr>
            <a:r>
              <a:rPr lang="en-US" dirty="0" smtClean="0"/>
              <a:t>                All I need to know</a:t>
            </a:r>
            <a:r>
              <a:rPr lang="fr-FR" sz="1600" dirty="0" smtClean="0"/>
              <a:t> </a:t>
            </a:r>
            <a:r>
              <a:rPr lang="en-US" dirty="0" smtClean="0"/>
              <a:t>Is that I'll never be alone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4-JE N’AI BESOIN QUE D’ÉCOUTER LES CHANTS DU CIEL M’ENVIRONNER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And all I need to hear</a:t>
            </a:r>
            <a:r>
              <a:rPr lang="fr-FR" sz="1600" dirty="0" smtClean="0"/>
              <a:t> </a:t>
            </a:r>
            <a:r>
              <a:rPr lang="en-US" dirty="0" smtClean="0"/>
              <a:t>Is Heaven singing over me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</a:t>
            </a:r>
          </a:p>
          <a:p>
            <a:pPr lvl="1">
              <a:defRPr/>
            </a:pPr>
            <a:r>
              <a:rPr lang="fr-FR" dirty="0" smtClean="0"/>
              <a:t>5-TU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6-JE N’AI BESOIN QUE DE ÇA JE N’AI BESOIN QUE DE ÇA</a:t>
            </a:r>
          </a:p>
          <a:p>
            <a:pPr>
              <a:defRPr/>
            </a:pPr>
            <a:r>
              <a:rPr lang="en-US" dirty="0" smtClean="0"/>
              <a:t>                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7-TU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8-JE N’AI BESOIN QUE DE ÇA JE N’AI BESOIN QUE DE ÇA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9-DIEU TA BONTÉ, ELLE ME POURSUIT PARTOUT OÙ JE VAIS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en-US" dirty="0" smtClean="0"/>
              <a:t>Your goodness God it follows me</a:t>
            </a:r>
            <a:r>
              <a:rPr lang="fr-FR" dirty="0" smtClean="0"/>
              <a:t> </a:t>
            </a:r>
            <a:r>
              <a:rPr lang="en-US" dirty="0" smtClean="0"/>
              <a:t>Everywhere I go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10-ET TA GRÂCE EST UNE MÉLODIE QUI RÉSONNE À JAMAIS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Your mercy is a melody Ringing in my soul</a:t>
            </a:r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 </a:t>
            </a:r>
          </a:p>
          <a:p>
            <a:pPr lvl="1">
              <a:defRPr/>
            </a:pPr>
            <a:r>
              <a:rPr lang="fr-FR" dirty="0" smtClean="0"/>
              <a:t> 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  <a:p>
            <a:pPr>
              <a:defRPr/>
            </a:pPr>
            <a:r>
              <a:rPr lang="fr-FR" dirty="0" smtClean="0"/>
              <a:t>11- JUSTE UN MOT POUR PERCER DANS LA NUIT</a:t>
            </a:r>
          </a:p>
          <a:p>
            <a:pPr>
              <a:defRPr/>
            </a:pPr>
            <a:r>
              <a:rPr lang="en-US" dirty="0" smtClean="0"/>
              <a:t>      Just one word breaking Through the darkness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12-JUSTE UNE VOIX COUVRANT  TOUT LE BRUIT</a:t>
            </a:r>
          </a:p>
          <a:p>
            <a:pPr>
              <a:defRPr/>
            </a:pPr>
            <a:r>
              <a:rPr lang="en-US" dirty="0" smtClean="0"/>
              <a:t>      Just one voice over all the noise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13-JUSTE UNE CHANSON DES CIEUX DESCENDANT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Just one song from the heart of Heaven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14-M’ENTOURER DE TES CHANTS TU M’ENTOURES DE TES CHANTS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Singing over me yeah</a:t>
            </a:r>
            <a:r>
              <a:rPr lang="fr-FR" dirty="0" smtClean="0"/>
              <a:t> </a:t>
            </a:r>
            <a:r>
              <a:rPr lang="en-US" dirty="0" smtClean="0"/>
              <a:t>You're singing over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1-DIEU TA PRÉSENCE, EST TOUTE MA VIE ET POUR MON ÂME DE L’EAU</a:t>
            </a:r>
          </a:p>
          <a:p>
            <a:pPr>
              <a:defRPr/>
            </a:pPr>
            <a:r>
              <a:rPr lang="en-US" dirty="0" smtClean="0"/>
              <a:t>  Your presence Lord is life to me</a:t>
            </a:r>
            <a:r>
              <a:rPr lang="fr-FR" dirty="0" smtClean="0"/>
              <a:t> </a:t>
            </a:r>
            <a:r>
              <a:rPr lang="en-US" dirty="0" smtClean="0"/>
              <a:t>It's water to my soul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2-ET POUR TOUJOURS DIEU TON ESPRIT, RENDRA VIE À CES OS</a:t>
            </a:r>
          </a:p>
          <a:p>
            <a:pPr>
              <a:defRPr/>
            </a:pPr>
            <a:r>
              <a:rPr lang="fr-FR" dirty="0" smtClean="0"/>
              <a:t>   </a:t>
            </a:r>
            <a:r>
              <a:rPr lang="en-US" dirty="0" smtClean="0"/>
              <a:t>Your Spirit Lord will ever be</a:t>
            </a:r>
            <a:r>
              <a:rPr lang="fr-FR" dirty="0" smtClean="0"/>
              <a:t> </a:t>
            </a:r>
            <a:r>
              <a:rPr lang="en-US" dirty="0" smtClean="0"/>
              <a:t>Breath for these dry bones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3-JE N’AI BESOIN QUE DE SAVOIR QUE JE NE SERAI JAMAIS SEUL</a:t>
            </a:r>
          </a:p>
          <a:p>
            <a:pPr>
              <a:defRPr/>
            </a:pPr>
            <a:r>
              <a:rPr lang="en-US" dirty="0" smtClean="0"/>
              <a:t>                All I need to know</a:t>
            </a:r>
            <a:r>
              <a:rPr lang="fr-FR" sz="1600" dirty="0" smtClean="0"/>
              <a:t> </a:t>
            </a:r>
            <a:r>
              <a:rPr lang="en-US" dirty="0" smtClean="0"/>
              <a:t>Is that I'll never be alone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4-JE N’AI BESOIN QUE D’ÉCOUTER LES CHANTS DU CIEL M’ENVIRONNER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And all I need to hear</a:t>
            </a:r>
            <a:r>
              <a:rPr lang="fr-FR" sz="1600" dirty="0" smtClean="0"/>
              <a:t> </a:t>
            </a:r>
            <a:r>
              <a:rPr lang="en-US" dirty="0" smtClean="0"/>
              <a:t>Is Heaven singing over me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</a:t>
            </a:r>
          </a:p>
          <a:p>
            <a:pPr lvl="1">
              <a:defRPr/>
            </a:pPr>
            <a:r>
              <a:rPr lang="fr-FR" dirty="0" smtClean="0"/>
              <a:t>5-TU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6-JE N’AI BESOIN QUE DE ÇA JE N’AI BESOIN QUE DE ÇA</a:t>
            </a:r>
          </a:p>
          <a:p>
            <a:pPr>
              <a:defRPr/>
            </a:pPr>
            <a:r>
              <a:rPr lang="en-US" dirty="0" smtClean="0"/>
              <a:t>                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7-TU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8-JE N’AI BESOIN QUE DE ÇA JE N’AI BESOIN QUE DE ÇA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9-DIEU TA BONTÉ, ELLE ME POURSUIT PARTOUT OÙ JE VAIS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en-US" dirty="0" smtClean="0"/>
              <a:t>Your goodness God it follows me</a:t>
            </a:r>
            <a:r>
              <a:rPr lang="fr-FR" dirty="0" smtClean="0"/>
              <a:t> </a:t>
            </a:r>
            <a:r>
              <a:rPr lang="en-US" dirty="0" smtClean="0"/>
              <a:t>Everywhere I go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10-ET TA GRÂCE EST UNE MÉLODIE QUI RÉSONNE À JAMAIS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Your mercy is a melody Ringing in my soul</a:t>
            </a:r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 </a:t>
            </a:r>
          </a:p>
          <a:p>
            <a:pPr lvl="1">
              <a:defRPr/>
            </a:pPr>
            <a:r>
              <a:rPr lang="fr-FR" dirty="0" smtClean="0"/>
              <a:t> 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  <a:p>
            <a:pPr>
              <a:defRPr/>
            </a:pPr>
            <a:r>
              <a:rPr lang="fr-FR" dirty="0" smtClean="0"/>
              <a:t>11- JUSTE UN MOT POUR PERCER DANS LA NUIT</a:t>
            </a:r>
          </a:p>
          <a:p>
            <a:pPr>
              <a:defRPr/>
            </a:pPr>
            <a:r>
              <a:rPr lang="en-US" dirty="0" smtClean="0"/>
              <a:t>      Just one word breaking Through the darkness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12-JUSTE UNE VOIX COUVRANT  TOUT LE BRUIT</a:t>
            </a:r>
          </a:p>
          <a:p>
            <a:pPr>
              <a:defRPr/>
            </a:pPr>
            <a:r>
              <a:rPr lang="en-US" dirty="0" smtClean="0"/>
              <a:t>      Just one voice over all the noise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13-JUSTE UNE CHANSON DES CIEUX DESCENDANT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Just one song from the heart of Heaven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14-M’ENTOURER DE TES CHANTS TU M’ENTOURES DE TES CHANTS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Singing over me yeah</a:t>
            </a:r>
            <a:r>
              <a:rPr lang="fr-FR" dirty="0" smtClean="0"/>
              <a:t> </a:t>
            </a:r>
            <a:r>
              <a:rPr lang="en-US" dirty="0" smtClean="0"/>
              <a:t>You're singing over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1-DIEU TA PRÉSENCE, EST TOUTE MA VIE ET POUR MON ÂME DE L’EAU</a:t>
            </a:r>
          </a:p>
          <a:p>
            <a:pPr>
              <a:defRPr/>
            </a:pPr>
            <a:r>
              <a:rPr lang="en-US" dirty="0" smtClean="0"/>
              <a:t>  Your presence Lord is life to me</a:t>
            </a:r>
            <a:r>
              <a:rPr lang="fr-FR" dirty="0" smtClean="0"/>
              <a:t> </a:t>
            </a:r>
            <a:r>
              <a:rPr lang="en-US" dirty="0" smtClean="0"/>
              <a:t>It's water to my soul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2-ET POUR TOUJOURS DIEU TON ESPRIT, RENDRA VIE À CES OS</a:t>
            </a:r>
          </a:p>
          <a:p>
            <a:pPr>
              <a:defRPr/>
            </a:pPr>
            <a:r>
              <a:rPr lang="fr-FR" dirty="0" smtClean="0"/>
              <a:t>   </a:t>
            </a:r>
            <a:r>
              <a:rPr lang="en-US" dirty="0" smtClean="0"/>
              <a:t>Your Spirit Lord will ever be</a:t>
            </a:r>
            <a:r>
              <a:rPr lang="fr-FR" dirty="0" smtClean="0"/>
              <a:t> </a:t>
            </a:r>
            <a:r>
              <a:rPr lang="en-US" dirty="0" smtClean="0"/>
              <a:t>Breath for these dry bones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3-JE N’AI BESOIN QUE DE SAVOIR QUE JE NE SERAI JAMAIS SEUL</a:t>
            </a:r>
          </a:p>
          <a:p>
            <a:pPr>
              <a:defRPr/>
            </a:pPr>
            <a:r>
              <a:rPr lang="en-US" dirty="0" smtClean="0"/>
              <a:t>                All I need to know</a:t>
            </a:r>
            <a:r>
              <a:rPr lang="fr-FR" sz="1600" dirty="0" smtClean="0"/>
              <a:t> </a:t>
            </a:r>
            <a:r>
              <a:rPr lang="en-US" dirty="0" smtClean="0"/>
              <a:t>Is that I'll never be alone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4-JE N’AI BESOIN QUE D’ÉCOUTER LES CHANTS DU CIEL M’ENVIRONNER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And all I need to hear</a:t>
            </a:r>
            <a:r>
              <a:rPr lang="fr-FR" sz="1600" dirty="0" smtClean="0"/>
              <a:t> </a:t>
            </a:r>
            <a:r>
              <a:rPr lang="en-US" dirty="0" smtClean="0"/>
              <a:t>Is Heaven singing over me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</a:t>
            </a:r>
          </a:p>
          <a:p>
            <a:pPr lvl="1">
              <a:defRPr/>
            </a:pPr>
            <a:r>
              <a:rPr lang="fr-FR" dirty="0" smtClean="0"/>
              <a:t>5-TU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6-JE N’AI BESOIN QUE DE ÇA JE N’AI BESOIN QUE DE ÇA</a:t>
            </a:r>
          </a:p>
          <a:p>
            <a:pPr>
              <a:defRPr/>
            </a:pPr>
            <a:r>
              <a:rPr lang="en-US" dirty="0" smtClean="0"/>
              <a:t>                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7-TU M’ENTOURES DE TES CHANTS TU M’ENTOURES DE TES CHANTS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You're singing over me</a:t>
            </a:r>
            <a:r>
              <a:rPr lang="fr-FR" sz="1600" dirty="0" smtClean="0"/>
              <a:t> </a:t>
            </a:r>
            <a:r>
              <a:rPr lang="en-US" dirty="0" smtClean="0"/>
              <a:t>You're singing over me</a:t>
            </a:r>
            <a:endParaRPr lang="fr-FR" sz="1600" dirty="0" smtClean="0"/>
          </a:p>
          <a:p>
            <a:pPr lvl="1">
              <a:defRPr/>
            </a:pPr>
            <a:r>
              <a:rPr lang="fr-FR" dirty="0" smtClean="0"/>
              <a:t>8-JE N’AI BESOIN QUE DE ÇA JE N’AI BESOIN QUE DE ÇA</a:t>
            </a:r>
          </a:p>
          <a:p>
            <a:pPr>
              <a:defRPr/>
            </a:pPr>
            <a:r>
              <a:rPr lang="fr-FR" dirty="0" smtClean="0"/>
              <a:t>                 </a:t>
            </a:r>
            <a:r>
              <a:rPr lang="en-US" dirty="0" smtClean="0"/>
              <a:t>That's all I'll ever need</a:t>
            </a:r>
            <a:r>
              <a:rPr lang="fr-FR" sz="1600" dirty="0" smtClean="0"/>
              <a:t> </a:t>
            </a:r>
            <a:r>
              <a:rPr lang="en-US" dirty="0" smtClean="0"/>
              <a:t>That's all I'll ever need</a:t>
            </a:r>
            <a:endParaRPr lang="fr-FR" sz="1600" dirty="0" smtClean="0"/>
          </a:p>
          <a:p>
            <a:pPr lvl="1"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9-DIEU TA BONTÉ, ELLE ME POURSUIT PARTOUT OÙ JE VAIS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en-US" dirty="0" smtClean="0"/>
              <a:t>Your goodness God it follows me</a:t>
            </a:r>
            <a:r>
              <a:rPr lang="fr-FR" dirty="0" smtClean="0"/>
              <a:t> </a:t>
            </a:r>
            <a:r>
              <a:rPr lang="en-US" dirty="0" smtClean="0"/>
              <a:t>Everywhere I go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10-ET TA GRÂCE EST UNE MÉLODIE QUI RÉSONNE À JAMAIS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Your mercy is a melody Ringing in my soul</a:t>
            </a:r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PRÉ-REFRAIN</a:t>
            </a:r>
          </a:p>
          <a:p>
            <a:pPr lvl="1">
              <a:defRPr/>
            </a:pPr>
            <a:r>
              <a:rPr lang="fr-FR" dirty="0" smtClean="0"/>
              <a:t> </a:t>
            </a:r>
          </a:p>
          <a:p>
            <a:pPr lvl="1">
              <a:defRPr/>
            </a:pPr>
            <a:r>
              <a:rPr lang="fr-FR" dirty="0" smtClean="0"/>
              <a:t> 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  <a:p>
            <a:pPr>
              <a:defRPr/>
            </a:pPr>
            <a:r>
              <a:rPr lang="fr-FR" dirty="0" smtClean="0"/>
              <a:t>11- JUSTE UN MOT POUR PERCER DANS LA NUIT</a:t>
            </a:r>
          </a:p>
          <a:p>
            <a:pPr>
              <a:defRPr/>
            </a:pPr>
            <a:r>
              <a:rPr lang="en-US" dirty="0" smtClean="0"/>
              <a:t>      Just one word breaking Through the darkness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12-JUSTE UNE VOIX COUVRANT  TOUT LE BRUIT</a:t>
            </a:r>
          </a:p>
          <a:p>
            <a:pPr>
              <a:defRPr/>
            </a:pPr>
            <a:r>
              <a:rPr lang="en-US" dirty="0" smtClean="0"/>
              <a:t>      Just one voice over all the noise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13-JUSTE UNE CHANSON DES CIEUX DESCENDANT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Just one song from the heart of Heaven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14-M’ENTOURER DE TES CHANTS TU M’ENTOURES DE TES CHANTS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Singing over me yeah</a:t>
            </a:r>
            <a:r>
              <a:rPr lang="fr-FR" dirty="0" smtClean="0"/>
              <a:t> </a:t>
            </a:r>
            <a:r>
              <a:rPr lang="en-US" dirty="0" smtClean="0"/>
              <a:t>You're singing over 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REFRAIN X2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PONT X2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EFE5F-0C07-440B-97C6-5BBB87DBDF6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4ECA5E-DB47-4BAE-9C8F-38F7D9555D2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EA528D-8EA0-4199-B8E9-28AFFCCBA31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C80236-63EE-4E82-859F-67B1E4D3271E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1167C4-1C00-4FB3-83D6-5C136C473CA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B00BF5-936C-4011-B3CD-AA6C7DEDDBF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2E742-239E-455F-8D72-CBE70D5AFF1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98C36C-EC8C-4335-931A-40CE79E6FD9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F4BB6C-7725-4C9C-BB41-846291E22E8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589F79-F242-4EE2-BB6E-30EA644AD50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8F0149-4E74-4FEE-AC40-AA354283560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3003E916-9BFC-4E00-8B26-1A4F8A5FF86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TA PRÉSENCE, EST TOUTE MA VIE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POUR MON ÂME DE L’EAU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POUR TOUJOURS DIEU TON ESPRIT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RENDRA VIE À CES OS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BESOIN QUE DE SAVOIR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NE SERAI JAMAIS SEUL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BESOIN QUE D’ÉCOUTER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CHANTS DU CIEL M’ENVIRONNER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M’ENTOURES DE TES CHANTS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M’ENTOURES DE TES CHANTS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BESOIN QUE DE ÇA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BESOIN QUE DE ÇA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M’ENTOURES DE TES CHANTS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M’ENTOURES DE TES CHANTS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BESOIN QUE DE ÇA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BESOIN QUE DE ÇA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TA BONTÉ, ELLE ME POURSUIT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PARTOUT OÙ JE VAIS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TA GRÂCE EST UNE MÉLODIE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RÉSONNE À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JUSTE UN MOT POUR PERCER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JUSTE UNE VOIX COUVRANT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TOUT LE BRUIT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JUSTE UNE CHANSON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CIEUX DESCENDANT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M’ENTOURER DE TES CHANTS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M’ENTOURES DE TES CHANTS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1573</TotalTime>
  <Words>4178</Words>
  <Application>Microsoft Office PowerPoint</Application>
  <PresentationFormat>On-screen Show (4:3)</PresentationFormat>
  <Paragraphs>672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Microsoft</cp:lastModifiedBy>
  <cp:revision>167</cp:revision>
  <dcterms:created xsi:type="dcterms:W3CDTF">2002-08-17T10:50:50Z</dcterms:created>
  <dcterms:modified xsi:type="dcterms:W3CDTF">2017-12-31T03:48:49Z</dcterms:modified>
</cp:coreProperties>
</file>