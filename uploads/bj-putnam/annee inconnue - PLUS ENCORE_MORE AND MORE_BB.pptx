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73" r:id="rId3"/>
    <p:sldId id="280" r:id="rId4"/>
    <p:sldId id="274" r:id="rId5"/>
    <p:sldId id="275" r:id="rId6"/>
    <p:sldId id="276" r:id="rId7"/>
    <p:sldId id="277" r:id="rId8"/>
    <p:sldId id="278" r:id="rId9"/>
    <p:sldId id="279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4158" autoAdjust="0"/>
  </p:normalViewPr>
  <p:slideViewPr>
    <p:cSldViewPr>
      <p:cViewPr>
        <p:scale>
          <a:sx n="30" d="100"/>
          <a:sy n="30" d="100"/>
        </p:scale>
        <p:origin x="-57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078963E-A112-4B20-BFE7-174E346BE4D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40C15B0-25F1-4A17-8E81-FFB6D446FDE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NOS DÉSIRS ET NOS BESOINS SE TROUVENT EN JÉSUS </a:t>
            </a:r>
          </a:p>
          <a:p>
            <a:pPr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>
              <a:defRPr/>
            </a:pPr>
            <a:r>
              <a:rPr lang="fr-FR" smtClean="0"/>
              <a:t>All we ask is more of you</a:t>
            </a:r>
          </a:p>
          <a:p>
            <a:pPr>
              <a:defRPr/>
            </a:pPr>
            <a:r>
              <a:rPr lang="fr-FR" smtClean="0"/>
              <a:t>3-  CAR RIEN D’AUTRE NE PEUT COMBLER CETTE SOIF DE NOS CŒURS </a:t>
            </a:r>
          </a:p>
          <a:p>
            <a:pPr>
              <a:defRPr/>
            </a:pPr>
            <a:r>
              <a:rPr lang="fr-FR" smtClean="0"/>
              <a:t>Nothing else can satisfy our hearts desire</a:t>
            </a:r>
          </a:p>
          <a:p>
            <a:pPr>
              <a:defRPr/>
            </a:pPr>
            <a:r>
              <a:rPr lang="fr-FR" smtClean="0"/>
              <a:t>4-  NOUS VOULONS PLUS DE TOI </a:t>
            </a:r>
          </a:p>
          <a:p>
            <a:pPr>
              <a:defRPr/>
            </a:pPr>
            <a:r>
              <a:rPr lang="fr-FR" smtClean="0"/>
              <a:t>All we want is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5-  CAR LE SEIGNEUR EST BON SON AMOUR FIDÈLE</a:t>
            </a:r>
          </a:p>
          <a:p>
            <a:pPr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>
              <a:defRPr/>
            </a:pPr>
            <a:r>
              <a:rPr lang="fr-FR" smtClean="0"/>
              <a:t>	 from the mountain tops Yes the Lord is good forever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8-  PLUS DE TOI, PLUS ENCORE X 3</a:t>
            </a:r>
          </a:p>
          <a:p>
            <a:pPr>
              <a:defRPr/>
            </a:pPr>
            <a:r>
              <a:rPr lang="fr-FR" smtClean="0"/>
              <a:t>We want you more and more</a:t>
            </a:r>
          </a:p>
          <a:p>
            <a:pPr>
              <a:defRPr/>
            </a:pPr>
            <a:r>
              <a:rPr lang="fr-FR" smtClean="0"/>
              <a:t>9-  PLUS ENCORE 
More and more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AF7FA-40B1-409C-BE31-91B2657871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19BE5-F033-4362-A813-3F45C9C625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AC452-7A15-43FB-BEC6-4D2CB39BEE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87507-FC94-48A6-B552-4BBBC7866E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992D1-F0A0-40B2-BDC8-C21C0925C5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92C52-5536-4C08-9C2A-29A0F5520D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7A7A0-D4BC-4849-9B2F-91A17F2CFF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26197-4A1D-4970-9BA8-A1F72A2113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C754D-31CF-487D-AB3B-57B15F117C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ABE52-A73A-443F-B247-6AD8FC6A79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FF613-0270-4B52-95AC-6585480458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B618D4-9CCC-4A23-954C-EF6DCA1878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DÉSIRS ET NOS BESOINS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TROUVENT EN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PRIONS POUR PLUS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RIEN D’AUTRE NE PEUT COMBLER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SOIF DE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PLUS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LE SEIGNEUR EST BON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FIDÈLE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EST BON À JAMAIS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CRIERAI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PLUS HAUTS SOMMETS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EST BON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TOI,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TOI, PLUS ENCORE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451</Words>
  <Application>Microsoft Office PowerPoint</Application>
  <PresentationFormat>On-screen Show (4:3)</PresentationFormat>
  <Paragraphs>321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148</cp:revision>
  <dcterms:created xsi:type="dcterms:W3CDTF">2002-08-17T10:50:50Z</dcterms:created>
  <dcterms:modified xsi:type="dcterms:W3CDTF">2016-11-20T08:42:57Z</dcterms:modified>
</cp:coreProperties>
</file>