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84" r:id="rId10"/>
    <p:sldId id="278" r:id="rId11"/>
    <p:sldId id="279" r:id="rId12"/>
    <p:sldId id="280" r:id="rId13"/>
    <p:sldId id="283" r:id="rId14"/>
    <p:sldId id="281" r:id="rId15"/>
    <p:sldId id="282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0" autoAdjust="0"/>
    <p:restoredTop sz="31338" autoAdjust="0"/>
  </p:normalViewPr>
  <p:slideViewPr>
    <p:cSldViewPr>
      <p:cViewPr varScale="1">
        <p:scale>
          <a:sx n="26" d="100"/>
          <a:sy n="26" d="100"/>
        </p:scale>
        <p:origin x="-73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50C16E-D494-4C5B-9021-445034E7897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9B477FF-453A-42C2-B102-4164001540B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ES VENU POUR DÉLIVRER NOUS APPORTER LA LIBERTÉ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came to set the captives free You came to bring us liberty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LE PÉCHÉ ET LE REJET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My sin and my rejection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PAR TON SANG, JE SUIS ACCEPTÉ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
	4-  LÀ OÙ EST L'ESPRIT DU SEIGNEUR IL Y A LA LIBERTÉ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TOUTES LES CHAÎNES SONT BRISÉES EN TOI,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Every chains broken through You, Jesus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LÀ OÙ EST L'ESPRIT DU SEIGNEUR IL Y A LA LIBERTÉ OH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Where the Spirit of the Lord is, there is freedom Whoa oh, oh, oh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TON SANG A COUVERT TOUT PÉCHÉ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blood has covered very sin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PAR GRÂCE JE PEUX MAINTENANT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Your grace empowers me to win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MES PEINES ET TOUTE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My pain and my oppression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TON SANG M'EN A LIBÉRÉ AUJOURD'HUI, JE VIS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Met Your blood and my acceptance Now I'm alive to bring You praise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11-  JE SUIS LIBRE, JE SUIS LIBRE DE CHANTER ET DANSER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SUIS LIBRE, JE SUIS LIBRE JE SUIS LIBRE DE CRIER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shout it out
13-  JE SUIS LIBRE, JE SUIS LIBRE DE CHANTER ET DANSER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 I'm free, I'm free to dance and sing
14-  JE SUIS LIBRE, JE SUIS LIBRE JE SUIS LIBRE DE TE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free, I'm free, I'm free to worship You
15-  ALORS JE TE LOUERAI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I'm gonna worship you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ES VENU POUR DÉLIVRER NOUS APPORTER LA LIBERTÉ</a:t>
            </a:r>
          </a:p>
          <a:p>
            <a:r>
              <a:rPr lang="fr-FR" smtClean="0"/>
              <a:t>You came to set the captives free You came to bring us liberty</a:t>
            </a:r>
          </a:p>
          <a:p>
            <a:r>
              <a:rPr lang="fr-FR" smtClean="0"/>
              <a:t>2-  LE PÉCHÉ ET LE REJET</a:t>
            </a:r>
          </a:p>
          <a:p>
            <a:r>
              <a:rPr lang="fr-FR" smtClean="0"/>
              <a:t>My sin and my rejection</a:t>
            </a:r>
          </a:p>
          <a:p>
            <a:r>
              <a:rPr lang="fr-FR" smtClean="0"/>
              <a:t>3-  PAR TON SANG, JE SUIS ACCEPTÉ AUJOURD'HUI, JE VIS POUR TE LOUER</a:t>
            </a:r>
          </a:p>
          <a:p>
            <a:r>
              <a:rPr lang="fr-FR" smtClean="0"/>
              <a:t>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	refrain
	4-  LÀ OÙ EST L'ESPRIT DU SEIGNEUR IL Y A LA LIBERTÉ  x2</a:t>
            </a:r>
          </a:p>
          <a:p>
            <a:r>
              <a:rPr lang="fr-FR" smtClean="0"/>
              <a:t>	    Where the Spirit of the Lord is, there is freedom</a:t>
            </a:r>
          </a:p>
          <a:p>
            <a:r>
              <a:rPr lang="fr-FR" smtClean="0"/>
              <a:t>	5-  TOUTES LES CHAÎNES SONT BRISÉES EN TOI, JÉSUS</a:t>
            </a:r>
          </a:p>
          <a:p>
            <a:r>
              <a:rPr lang="fr-FR" smtClean="0"/>
              <a:t>	     Every chains broken through You, Jesus</a:t>
            </a:r>
          </a:p>
          <a:p>
            <a:r>
              <a:rPr lang="fr-FR" smtClean="0"/>
              <a:t>	6-  LÀ OÙ EST L'ESPRIT DU SEIGNEUR IL Y A LA LIBERTÉ OH OH</a:t>
            </a:r>
          </a:p>
          <a:p>
            <a:r>
              <a:rPr lang="fr-FR" smtClean="0"/>
              <a:t>	    Where the Spirit of the Lord is, there is freedom Whoa oh, oh, oh</a:t>
            </a:r>
          </a:p>
          <a:p>
            <a:endParaRPr lang="fr-FR" smtClean="0"/>
          </a:p>
          <a:p>
            <a:r>
              <a:rPr lang="fr-FR" smtClean="0"/>
              <a:t>7-  TON SANG A COUVERT TOUT PÉCHÉ</a:t>
            </a:r>
          </a:p>
          <a:p>
            <a:r>
              <a:rPr lang="fr-FR" smtClean="0"/>
              <a:t>     Your blood has covered very sin</a:t>
            </a:r>
          </a:p>
          <a:p>
            <a:r>
              <a:rPr lang="fr-FR" smtClean="0"/>
              <a:t>8-  PAR GRÂCE JE PEUX MAINTENANT</a:t>
            </a:r>
          </a:p>
          <a:p>
            <a:r>
              <a:rPr lang="fr-FR" smtClean="0"/>
              <a:t>     Your grace empowers me to win </a:t>
            </a:r>
          </a:p>
          <a:p>
            <a:r>
              <a:rPr lang="fr-FR" smtClean="0"/>
              <a:t>9-  MES PEINES ET TOUTE OPPRESSION</a:t>
            </a:r>
          </a:p>
          <a:p>
            <a:r>
              <a:rPr lang="fr-FR" smtClean="0"/>
              <a:t>     My pain and my oppression</a:t>
            </a:r>
          </a:p>
          <a:p>
            <a:r>
              <a:rPr lang="fr-FR" smtClean="0"/>
              <a:t>10-  TON SANG M'EN A LIBÉRÉ AUJOURD'HUI, JE VIS POUR TE LOUER</a:t>
            </a:r>
          </a:p>
          <a:p>
            <a:r>
              <a:rPr lang="fr-FR" smtClean="0"/>
              <a:t>     Met Your blood and my acceptance Now I'm alive to bring You praise</a:t>
            </a:r>
          </a:p>
          <a:p>
            <a:endParaRPr lang="fr-FR" smtClean="0"/>
          </a:p>
          <a:p>
            <a:r>
              <a:rPr lang="fr-FR" smtClean="0"/>
              <a:t>Pont:
11-  JE SUIS LIBRE, JE SUIS LIBRE DE CHANTER ET DANSER</a:t>
            </a:r>
          </a:p>
          <a:p>
            <a:r>
              <a:rPr lang="fr-FR" smtClean="0"/>
              <a:t>I'm free I'm free, I'm free to dance and sing</a:t>
            </a:r>
          </a:p>
          <a:p>
            <a:r>
              <a:rPr lang="fr-FR" smtClean="0"/>
              <a:t>12-  JE SUIS LIBRE, JE SUIS LIBRE JE SUIS LIBRE DE CRIER</a:t>
            </a:r>
          </a:p>
          <a:p>
            <a:r>
              <a:rPr lang="fr-FR" smtClean="0"/>
              <a:t>I'm free, I'm free, I'm free to shout it out
13-  JE SUIS LIBRE, JE SUIS LIBRE DE CHANTER ET DANSER </a:t>
            </a:r>
          </a:p>
          <a:p>
            <a:r>
              <a:rPr lang="fr-FR" smtClean="0"/>
              <a:t>I'm free I'm free, I'm free to dance and sing
14-  JE SUIS LIBRE, JE SUIS LIBRE JE SUIS LIBRE DE TE LOUER </a:t>
            </a:r>
          </a:p>
          <a:p>
            <a:r>
              <a:rPr lang="fr-FR" smtClean="0"/>
              <a:t>I'm free, I'm free, I'm free to worship You
15-  ALORS JE TE LOUERAI </a:t>
            </a:r>
          </a:p>
          <a:p>
            <a:r>
              <a:rPr lang="fr-FR" smtClean="0"/>
              <a:t>I'm gonna worship you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66684-769E-421F-8EDB-F45CB39809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FF41A-7305-42FB-B0AD-D2C2CA806E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9D1EB-0F60-41AD-803A-11119D7E71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0197A-0BC2-4AE6-93C6-746F573604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E575A-012A-43CD-9309-20DFB9C892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49727-4820-496E-8916-6DAE833ABC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954029-61AB-436B-8349-1F82D4FFA6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F6701-0888-47C2-95FD-74F498A767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4AC2E6-0292-4A2F-92A4-08EF0A1660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0FD2B2-AB3B-44BD-9C5A-D8F610D08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BE83E-7A88-4EA1-8BC6-D2F6F28A48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CB181DD-476E-4B06-88A6-13BF6A0A27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VENU POUR DÉLIVRER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APPORTER LA LIBERTÉ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PÉCHÉ ET LE REJET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TON SANG, JE SUIS ACCEPTÉ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AUJOURD'HUI, JE VIS POUR TE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 OÙ EST L'ESPRIT DU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LA LIBERTÉ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TOUTES LES CHAÎNES SONT BRISÉES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TOI,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 OÙ EST L'ESPRIT DU SEIGNEUR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Y A LA LIBERTÉ 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SANG A COUVERT TOUT PÉCHÉ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GRÂCE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PEUX MAINTENANT GAGNER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PEINES ET TOUTE OPPRESSION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SANG M'EN A LIBÉRÉ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AUJOURD'HUI, JE VIS POUR TE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LIBRE, JE SUIS LIBRE DE DANSER ET DE CHANTER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LIBRE, JE SUIS LIBRE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 DE CRIER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LIBRE, JE SUIS LIBRE DE DANSER ET DE CHANTER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LIBRE, JE SUIS LIBRE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LIBRE DE TE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ALORS JE TE LOUERAI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1924</Words>
  <Application>Microsoft Office PowerPoint</Application>
  <PresentationFormat>On-screen Show (4:3)</PresentationFormat>
  <Paragraphs>915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Franklin Gothic Medium</vt:lpstr>
      <vt:lpstr>Arial</vt:lpstr>
      <vt:lpstr>Calibri</vt:lpstr>
      <vt:lpstr>Default Design</vt:lpstr>
      <vt:lpstr>TU ES VENU POUR DÉLIVRER NOUS APPORTER LA LIBERTÉ</vt:lpstr>
      <vt:lpstr>LE PÉCHÉ ET LE REJET</vt:lpstr>
      <vt:lpstr>PAR TON SANG, JE SUIS ACCEPTÉ AUJOURD'HUI, JE VIS POUR TE LOUER</vt:lpstr>
      <vt:lpstr>LÀ OÙ EST L'ESPRIT DU SEIGNEUR IL Y A LA LIBERTÉ</vt:lpstr>
      <vt:lpstr>TOUTES LES CHAÎNES SONT BRISÉES EN TOI, JÉSUS</vt:lpstr>
      <vt:lpstr>LÀ OÙ EST L'ESPRIT DU SEIGNEUR IL Y A LA LIBERTÉ OH OH !</vt:lpstr>
      <vt:lpstr>TON SANG A COUVERT TOUT PÉCHÉ</vt:lpstr>
      <vt:lpstr>PAR GRÂCE  JE PEUX MAINTENANT GAGNER</vt:lpstr>
      <vt:lpstr>MES PEINES ET TOUTE OPPRESSION</vt:lpstr>
      <vt:lpstr>TON SANG M'EN A LIBÉRÉ AUJOURD'HUI, JE VIS POUR TE LOUER</vt:lpstr>
      <vt:lpstr>JE SUIS LIBRE, JE SUIS LIBRE DE DANSER ET DE CHANTER </vt:lpstr>
      <vt:lpstr>JE SUIS LIBRE, JE SUIS LIBRE JE SUIS LIBRE DE CRIER</vt:lpstr>
      <vt:lpstr>JE SUIS LIBRE, JE SUIS LIBRE DE DANSER ET DE CHANTER </vt:lpstr>
      <vt:lpstr>JE SUIS LIBRE, JE SUIS LIBRE JE SUIS LIBRE DE TE LOUER</vt:lpstr>
      <vt:lpstr>ALORS JE TE LOUERAI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2016-11-20T09:18:39Z</dcterms:modified>
</cp:coreProperties>
</file>