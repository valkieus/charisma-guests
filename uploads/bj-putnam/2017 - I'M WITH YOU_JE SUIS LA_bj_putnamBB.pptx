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3" r:id="rId14"/>
    <p:sldId id="282" r:id="rId15"/>
    <p:sldId id="284" r:id="rId16"/>
    <p:sldId id="285" r:id="rId1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18" autoAdjust="0"/>
    <p:restoredTop sz="42472" autoAdjust="0"/>
  </p:normalViewPr>
  <p:slideViewPr>
    <p:cSldViewPr>
      <p:cViewPr varScale="1">
        <p:scale>
          <a:sx n="35" d="100"/>
          <a:sy n="35" d="100"/>
        </p:scale>
        <p:origin x="-43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0618C28-365D-4650-8263-E1C12EB956F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5A32E9F-6766-4F33-B68B-DDB7C184BD92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Everywhere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go,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there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don't</a:t>
            </a:r>
            <a:r>
              <a:rPr lang="fr-FR" altLang="fr-FR" dirty="0" smtClean="0"/>
              <a:t> have to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afraid</a:t>
            </a:r>
            <a:r>
              <a:rPr lang="fr-FR" altLang="fr-FR" dirty="0" smtClean="0"/>
              <a:t> I have </a:t>
            </a:r>
            <a:r>
              <a:rPr lang="fr-FR" altLang="fr-FR" dirty="0" err="1" smtClean="0"/>
              <a:t>always</a:t>
            </a:r>
            <a:r>
              <a:rPr lang="fr-FR" altLang="fr-FR" dirty="0" smtClean="0"/>
              <a:t> been the </a:t>
            </a:r>
            <a:r>
              <a:rPr lang="fr-FR" altLang="fr-FR" dirty="0" err="1" smtClean="0"/>
              <a:t>same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whisper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As close as </a:t>
            </a:r>
            <a:r>
              <a:rPr lang="fr-FR" altLang="fr-FR" dirty="0" err="1" smtClean="0"/>
              <a:t>breathing</a:t>
            </a:r>
            <a:r>
              <a:rPr lang="fr-FR" altLang="fr-FR" dirty="0" smtClean="0"/>
              <a:t> out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aware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everything</a:t>
            </a:r>
            <a:r>
              <a:rPr lang="fr-FR" altLang="fr-FR" dirty="0" smtClean="0"/>
              <a:t> 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Oh,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here</a:t>
            </a:r>
            <a:r>
              <a:rPr lang="fr-FR" altLang="fr-FR" dirty="0" smtClean="0"/>
              <a:t> Oh,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here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now</a:t>
            </a:r>
            <a:r>
              <a:rPr lang="fr-FR" altLang="fr-FR" dirty="0" smtClean="0"/>
              <a:t> 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now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more </a:t>
            </a:r>
            <a:r>
              <a:rPr lang="fr-FR" altLang="fr-FR" dirty="0" err="1" smtClean="0"/>
              <a:t>fear</a:t>
            </a:r>
            <a:r>
              <a:rPr lang="fr-FR" altLang="fr-FR" dirty="0" smtClean="0"/>
              <a:t> 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more </a:t>
            </a:r>
            <a:r>
              <a:rPr lang="fr-FR" altLang="fr-FR" dirty="0" err="1" smtClean="0"/>
              <a:t>fear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 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Everywhere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go, </a:t>
            </a:r>
            <a:r>
              <a:rPr lang="fr-FR" altLang="fr-FR" dirty="0" err="1" smtClean="0"/>
              <a:t>He's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there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don't</a:t>
            </a:r>
            <a:r>
              <a:rPr lang="fr-FR" altLang="fr-FR" dirty="0" smtClean="0"/>
              <a:t> have to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afraid</a:t>
            </a:r>
            <a:r>
              <a:rPr lang="fr-FR" altLang="fr-FR" dirty="0" smtClean="0"/>
              <a:t> He has </a:t>
            </a:r>
            <a:r>
              <a:rPr lang="fr-FR" altLang="fr-FR" dirty="0" err="1" smtClean="0"/>
              <a:t>always</a:t>
            </a:r>
            <a:r>
              <a:rPr lang="fr-FR" altLang="fr-FR" dirty="0" smtClean="0"/>
              <a:t> been the </a:t>
            </a:r>
            <a:r>
              <a:rPr lang="fr-FR" altLang="fr-FR" dirty="0" err="1" smtClean="0"/>
              <a:t>same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And He </a:t>
            </a:r>
            <a:r>
              <a:rPr lang="fr-FR" altLang="fr-FR" dirty="0" err="1" smtClean="0"/>
              <a:t>walks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me And He </a:t>
            </a:r>
            <a:r>
              <a:rPr lang="fr-FR" altLang="fr-FR" dirty="0" err="1" smtClean="0"/>
              <a:t>talks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And He tells me I </a:t>
            </a:r>
            <a:r>
              <a:rPr lang="fr-FR" altLang="fr-FR" dirty="0" err="1" smtClean="0"/>
              <a:t>am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own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And He </a:t>
            </a:r>
            <a:r>
              <a:rPr lang="fr-FR" altLang="fr-FR" dirty="0" err="1" smtClean="0"/>
              <a:t>covers</a:t>
            </a:r>
            <a:r>
              <a:rPr lang="fr-FR" altLang="fr-FR" dirty="0" smtClean="0"/>
              <a:t>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16-  ET IL ME DIT QUE JE NE SUIS PAS SEUL 
And He tells me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Everywhere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go,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there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don't</a:t>
            </a:r>
            <a:r>
              <a:rPr lang="fr-FR" altLang="fr-FR" dirty="0" smtClean="0"/>
              <a:t> have to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afraid</a:t>
            </a:r>
            <a:r>
              <a:rPr lang="fr-FR" altLang="fr-FR" dirty="0" smtClean="0"/>
              <a:t> I have </a:t>
            </a:r>
            <a:r>
              <a:rPr lang="fr-FR" altLang="fr-FR" dirty="0" err="1" smtClean="0"/>
              <a:t>always</a:t>
            </a:r>
            <a:r>
              <a:rPr lang="fr-FR" altLang="fr-FR" dirty="0" smtClean="0"/>
              <a:t> been the </a:t>
            </a:r>
            <a:r>
              <a:rPr lang="fr-FR" altLang="fr-FR" dirty="0" err="1" smtClean="0"/>
              <a:t>same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whisper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As close as </a:t>
            </a:r>
            <a:r>
              <a:rPr lang="fr-FR" altLang="fr-FR" dirty="0" err="1" smtClean="0"/>
              <a:t>breathing</a:t>
            </a:r>
            <a:r>
              <a:rPr lang="fr-FR" altLang="fr-FR" dirty="0" smtClean="0"/>
              <a:t> out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aware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everything</a:t>
            </a:r>
            <a:r>
              <a:rPr lang="fr-FR" altLang="fr-FR" dirty="0" smtClean="0"/>
              <a:t> 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Oh,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here</a:t>
            </a:r>
            <a:r>
              <a:rPr lang="fr-FR" altLang="fr-FR" dirty="0" smtClean="0"/>
              <a:t> Oh,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here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now</a:t>
            </a:r>
            <a:r>
              <a:rPr lang="fr-FR" altLang="fr-FR" dirty="0" smtClean="0"/>
              <a:t> 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now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more </a:t>
            </a:r>
            <a:r>
              <a:rPr lang="fr-FR" altLang="fr-FR" dirty="0" err="1" smtClean="0"/>
              <a:t>fear</a:t>
            </a:r>
            <a:r>
              <a:rPr lang="fr-FR" altLang="fr-FR" dirty="0" smtClean="0"/>
              <a:t> 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more </a:t>
            </a:r>
            <a:r>
              <a:rPr lang="fr-FR" altLang="fr-FR" dirty="0" err="1" smtClean="0"/>
              <a:t>fear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 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Everywhere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go, </a:t>
            </a:r>
            <a:r>
              <a:rPr lang="fr-FR" altLang="fr-FR" dirty="0" err="1" smtClean="0"/>
              <a:t>He's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there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don't</a:t>
            </a:r>
            <a:r>
              <a:rPr lang="fr-FR" altLang="fr-FR" dirty="0" smtClean="0"/>
              <a:t> have to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afraid</a:t>
            </a:r>
            <a:r>
              <a:rPr lang="fr-FR" altLang="fr-FR" dirty="0" smtClean="0"/>
              <a:t> He has </a:t>
            </a:r>
            <a:r>
              <a:rPr lang="fr-FR" altLang="fr-FR" dirty="0" err="1" smtClean="0"/>
              <a:t>always</a:t>
            </a:r>
            <a:r>
              <a:rPr lang="fr-FR" altLang="fr-FR" dirty="0" smtClean="0"/>
              <a:t> been the </a:t>
            </a:r>
            <a:r>
              <a:rPr lang="fr-FR" altLang="fr-FR" dirty="0" err="1" smtClean="0"/>
              <a:t>same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And He </a:t>
            </a:r>
            <a:r>
              <a:rPr lang="fr-FR" altLang="fr-FR" dirty="0" err="1" smtClean="0"/>
              <a:t>walks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me And He </a:t>
            </a:r>
            <a:r>
              <a:rPr lang="fr-FR" altLang="fr-FR" dirty="0" err="1" smtClean="0"/>
              <a:t>talks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And He tells me I </a:t>
            </a:r>
            <a:r>
              <a:rPr lang="fr-FR" altLang="fr-FR" dirty="0" err="1" smtClean="0"/>
              <a:t>am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own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And He </a:t>
            </a:r>
            <a:r>
              <a:rPr lang="fr-FR" altLang="fr-FR" dirty="0" err="1" smtClean="0"/>
              <a:t>covers</a:t>
            </a:r>
            <a:r>
              <a:rPr lang="fr-FR" altLang="fr-FR" dirty="0" smtClean="0"/>
              <a:t>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16-  ET IL ME DIT QUE JE NE SUIS PAS SEUL 
And He tells me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Everywhere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go,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there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don't</a:t>
            </a:r>
            <a:r>
              <a:rPr lang="fr-FR" altLang="fr-FR" dirty="0" smtClean="0"/>
              <a:t> have to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afraid</a:t>
            </a:r>
            <a:r>
              <a:rPr lang="fr-FR" altLang="fr-FR" dirty="0" smtClean="0"/>
              <a:t> I have </a:t>
            </a:r>
            <a:r>
              <a:rPr lang="fr-FR" altLang="fr-FR" dirty="0" err="1" smtClean="0"/>
              <a:t>always</a:t>
            </a:r>
            <a:r>
              <a:rPr lang="fr-FR" altLang="fr-FR" dirty="0" smtClean="0"/>
              <a:t> been the </a:t>
            </a:r>
            <a:r>
              <a:rPr lang="fr-FR" altLang="fr-FR" dirty="0" err="1" smtClean="0"/>
              <a:t>same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whisper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As close as </a:t>
            </a:r>
            <a:r>
              <a:rPr lang="fr-FR" altLang="fr-FR" dirty="0" err="1" smtClean="0"/>
              <a:t>breathing</a:t>
            </a:r>
            <a:r>
              <a:rPr lang="fr-FR" altLang="fr-FR" dirty="0" smtClean="0"/>
              <a:t> out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aware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everything</a:t>
            </a:r>
            <a:r>
              <a:rPr lang="fr-FR" altLang="fr-FR" dirty="0" smtClean="0"/>
              <a:t> 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Oh,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here</a:t>
            </a:r>
            <a:r>
              <a:rPr lang="fr-FR" altLang="fr-FR" dirty="0" smtClean="0"/>
              <a:t> Oh,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here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now</a:t>
            </a:r>
            <a:r>
              <a:rPr lang="fr-FR" altLang="fr-FR" dirty="0" smtClean="0"/>
              <a:t> 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now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more </a:t>
            </a:r>
            <a:r>
              <a:rPr lang="fr-FR" altLang="fr-FR" dirty="0" err="1" smtClean="0"/>
              <a:t>fear</a:t>
            </a:r>
            <a:r>
              <a:rPr lang="fr-FR" altLang="fr-FR" dirty="0" smtClean="0"/>
              <a:t> 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more </a:t>
            </a:r>
            <a:r>
              <a:rPr lang="fr-FR" altLang="fr-FR" dirty="0" err="1" smtClean="0"/>
              <a:t>fear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 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Everywhere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go, </a:t>
            </a:r>
            <a:r>
              <a:rPr lang="fr-FR" altLang="fr-FR" dirty="0" err="1" smtClean="0"/>
              <a:t>He's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there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don't</a:t>
            </a:r>
            <a:r>
              <a:rPr lang="fr-FR" altLang="fr-FR" dirty="0" smtClean="0"/>
              <a:t> have to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afraid</a:t>
            </a:r>
            <a:r>
              <a:rPr lang="fr-FR" altLang="fr-FR" dirty="0" smtClean="0"/>
              <a:t> He has </a:t>
            </a:r>
            <a:r>
              <a:rPr lang="fr-FR" altLang="fr-FR" dirty="0" err="1" smtClean="0"/>
              <a:t>always</a:t>
            </a:r>
            <a:r>
              <a:rPr lang="fr-FR" altLang="fr-FR" dirty="0" smtClean="0"/>
              <a:t> been the </a:t>
            </a:r>
            <a:r>
              <a:rPr lang="fr-FR" altLang="fr-FR" dirty="0" err="1" smtClean="0"/>
              <a:t>same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And He </a:t>
            </a:r>
            <a:r>
              <a:rPr lang="fr-FR" altLang="fr-FR" dirty="0" err="1" smtClean="0"/>
              <a:t>walks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me And He </a:t>
            </a:r>
            <a:r>
              <a:rPr lang="fr-FR" altLang="fr-FR" dirty="0" err="1" smtClean="0"/>
              <a:t>talks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And He tells me I </a:t>
            </a:r>
            <a:r>
              <a:rPr lang="fr-FR" altLang="fr-FR" dirty="0" err="1" smtClean="0"/>
              <a:t>am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own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And He </a:t>
            </a:r>
            <a:r>
              <a:rPr lang="fr-FR" altLang="fr-FR" dirty="0" err="1" smtClean="0"/>
              <a:t>covers</a:t>
            </a:r>
            <a:r>
              <a:rPr lang="fr-FR" altLang="fr-FR" dirty="0" smtClean="0"/>
              <a:t>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16-  ET IL ME DIT QUE JE NE SUIS PAS SEUL 
And He tells me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COMME UN SOUFFLE  AUSSI PRÈS QUE ÇA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OH ! NOTRE DIEU EST LÀ OH ! NOTRE DIEU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 IL EST MAINTENANT  IL EST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IL N’Y A PLUS DE PEUR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IL EST AVEC NOUS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RIEN JAMAIS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COMME UN SOUFFLE  AUSSI PRÈS QUE ÇA 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OH ! NOTRE DIEU EST LÀ OH ! NOTRE DIEU EST LÀ 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MAINTENANT  IL EST MAINTENANT  IL EST 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IL N’Y A PLUS DE PEUR 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IL EST AVEC NOUS 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RIEN JAMAIS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229D4-B4D9-4F93-9832-6A4AFD70C1F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A8230-13AF-434F-B8B7-2DA0033F190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61724F-41E1-4D9A-A6AB-5A53EC9B343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018060-DF60-4E0D-9864-CBC01753F50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D1E4C3-B6E5-48B0-8F2D-F13F2A79F93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830004-5EC9-4673-9CC3-BAB81B321A6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405DEA-DFBF-4088-8729-091887938BF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D128-4D8D-4FDB-8A16-2F2C3214228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C7D291-882A-4571-8CB4-DB02AC0945D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221EE-13EE-4FF5-BCAC-F08AB1AD809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14DA-88D5-466E-99D4-782FA77BE6E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6CEC0AB-4ADC-49D8-A163-981F623D2D5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N’ES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SEUL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JE SUIS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PARTOUT OÙ TU VAS, JE SUIS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LÀ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JAMAIS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T’EFFRAIE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TOUJOURS ÉTÉ LE MÊME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N’ES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SEUL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JE SUIS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J’ENTENDS CHAQUE MURMURE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CONSCIENT DE TOUT ÇA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N’ES PAS SEUL, JE SUIS AVEC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EST LÀ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EST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LÀ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 IL EST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N’Y A PLUS DE PEUR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N’Y A PLUS DE PEUR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AVEC NOUS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AVEC NOUS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N’ES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SEUL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IL EST AVEC TOI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PARTOUT OÙ TU VAS, IL EST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JAMAIS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T’EFFRAIE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A TOUJOURS ÉTÉ LE MÊME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N’ES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SEUL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AVEC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MARCHE AVEC 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PARLE AVEC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DIT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SUIS À LUI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COUVRE MA VIE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PORTE AUSSI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ME DIT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NE SUIS PAS SEUL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1561</TotalTime>
  <Words>4001</Words>
  <Application>Microsoft Office PowerPoint</Application>
  <PresentationFormat>On-screen Show (4:3)</PresentationFormat>
  <Paragraphs>1630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154</cp:revision>
  <dcterms:created xsi:type="dcterms:W3CDTF">2002-08-17T10:50:50Z</dcterms:created>
  <dcterms:modified xsi:type="dcterms:W3CDTF">2017-12-31T10:47:45Z</dcterms:modified>
</cp:coreProperties>
</file>