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1" r:id="rId2"/>
    <p:sldId id="279" r:id="rId3"/>
    <p:sldId id="278" r:id="rId4"/>
    <p:sldId id="277" r:id="rId5"/>
    <p:sldId id="280" r:id="rId6"/>
    <p:sldId id="276" r:id="rId7"/>
    <p:sldId id="275" r:id="rId8"/>
    <p:sldId id="274" r:id="rId9"/>
    <p:sldId id="273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491" autoAdjust="0"/>
    <p:restoredTop sz="77061" autoAdjust="0"/>
  </p:normalViewPr>
  <p:slideViewPr>
    <p:cSldViewPr>
      <p:cViewPr varScale="1">
        <p:scale>
          <a:sx n="32" d="100"/>
          <a:sy n="32" d="100"/>
        </p:scale>
        <p:origin x="-78" y="-5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B393F96-537B-41E6-A10D-C7F25EA7BFD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4CE84BB-0E2F-4175-81FD-62A0B20B21F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COUPLET</a:t>
            </a:r>
          </a:p>
          <a:p>
            <a:pPr>
              <a:defRPr/>
            </a:pPr>
            <a:r>
              <a:rPr lang="fr-FR" dirty="0" smtClean="0"/>
              <a:t>1-  NOTRE PÈRE, DANS LES CIEUX QUE TON NOM SOIT SANCTIFIÉ</a:t>
            </a:r>
          </a:p>
          <a:p>
            <a:pPr>
              <a:defRPr/>
            </a:pPr>
            <a:r>
              <a:rPr lang="fr-FR" dirty="0" smtClean="0"/>
              <a:t>     Our </a:t>
            </a:r>
            <a:r>
              <a:rPr lang="fr-FR" dirty="0" err="1" smtClean="0"/>
              <a:t>Father</a:t>
            </a:r>
            <a:r>
              <a:rPr lang="fr-FR" dirty="0" smtClean="0"/>
              <a:t> in </a:t>
            </a:r>
            <a:r>
              <a:rPr lang="fr-FR" dirty="0" err="1" smtClean="0"/>
              <a:t>Heaven</a:t>
            </a:r>
            <a:r>
              <a:rPr lang="fr-FR" dirty="0" smtClean="0"/>
              <a:t> </a:t>
            </a:r>
            <a:r>
              <a:rPr lang="fr-FR" dirty="0" err="1" smtClean="0"/>
              <a:t>Hallowed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
2-  QUE TON ROYAUME VIENNE SUR TERRE ET FAIS TA VOLONTÉ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Kingdom</a:t>
            </a:r>
            <a:r>
              <a:rPr lang="fr-FR" dirty="0" smtClean="0"/>
              <a:t> come </a:t>
            </a:r>
            <a:r>
              <a:rPr lang="fr-FR" dirty="0" err="1" smtClean="0"/>
              <a:t>quickly</a:t>
            </a:r>
            <a:r>
              <a:rPr lang="fr-FR" dirty="0" smtClean="0"/>
              <a:t>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the </a:t>
            </a:r>
            <a:r>
              <a:rPr lang="fr-FR" dirty="0" err="1" smtClean="0"/>
              <a:t>same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3-  SUR TERRE COMME ELLE EST FAITE AU CIEL </a:t>
            </a:r>
          </a:p>
          <a:p>
            <a:pPr>
              <a:defRPr/>
            </a:pPr>
            <a:r>
              <a:rPr lang="fr-FR" dirty="0" smtClean="0"/>
              <a:t>     On </a:t>
            </a:r>
            <a:r>
              <a:rPr lang="fr-FR" dirty="0" err="1" smtClean="0"/>
              <a:t>Earth</a:t>
            </a:r>
            <a:r>
              <a:rPr lang="fr-FR" dirty="0" smtClean="0"/>
              <a:t> as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in </a:t>
            </a:r>
            <a:r>
              <a:rPr lang="fr-FR" dirty="0" err="1" smtClean="0"/>
              <a:t>Heaven</a:t>
            </a:r>
            <a:r>
              <a:rPr lang="fr-FR" dirty="0" smtClean="0"/>
              <a:t>
4-  QU’ELLE VIENNE ICI </a:t>
            </a:r>
          </a:p>
          <a:p>
            <a:pPr>
              <a:defRPr/>
            </a:pPr>
            <a:r>
              <a:rPr lang="fr-FR" dirty="0" smtClean="0"/>
              <a:t>      Let </a:t>
            </a:r>
            <a:r>
              <a:rPr lang="fr-FR" dirty="0" err="1" smtClean="0"/>
              <a:t>Heaven</a:t>
            </a:r>
            <a:r>
              <a:rPr lang="fr-FR" dirty="0" smtClean="0"/>
              <a:t> come to</a:t>
            </a:r>
          </a:p>
          <a:p>
            <a:pPr>
              <a:defRPr/>
            </a:pPr>
            <a:r>
              <a:rPr lang="fr-FR" dirty="0" smtClean="0"/>
              <a:t>5-  SUR TERRE COMME ELLE EST FAITE AU CIEL </a:t>
            </a:r>
          </a:p>
          <a:p>
            <a:pPr>
              <a:defRPr/>
            </a:pPr>
            <a:r>
              <a:rPr lang="fr-FR" dirty="0" smtClean="0"/>
              <a:t>     On </a:t>
            </a:r>
            <a:r>
              <a:rPr lang="fr-FR" dirty="0" err="1" smtClean="0"/>
              <a:t>Earth</a:t>
            </a:r>
            <a:r>
              <a:rPr lang="fr-FR" dirty="0" smtClean="0"/>
              <a:t> as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in </a:t>
            </a:r>
            <a:r>
              <a:rPr lang="fr-FR" dirty="0" err="1" smtClean="0"/>
              <a:t>Heaven</a:t>
            </a:r>
            <a:r>
              <a:rPr lang="fr-FR" dirty="0" smtClean="0"/>
              <a:t>
6-  QUE LE CIEL VIENNE </a:t>
            </a:r>
          </a:p>
          <a:p>
            <a:pPr>
              <a:defRPr/>
            </a:pPr>
            <a:r>
              <a:rPr lang="fr-FR" dirty="0" smtClean="0"/>
              <a:t>     Let </a:t>
            </a:r>
            <a:r>
              <a:rPr lang="fr-FR" dirty="0" err="1" smtClean="0"/>
              <a:t>Heaven</a:t>
            </a:r>
            <a:r>
              <a:rPr lang="fr-FR" dirty="0" smtClean="0"/>
              <a:t> come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1
7-  QUE LE CIEL VIENNE QUE LE CIEL VIENNE </a:t>
            </a:r>
          </a:p>
          <a:p>
            <a:pPr>
              <a:defRPr/>
            </a:pPr>
            <a:r>
              <a:rPr lang="fr-FR" dirty="0" smtClean="0"/>
              <a:t>        Let </a:t>
            </a:r>
            <a:r>
              <a:rPr lang="fr-FR" dirty="0" err="1" smtClean="0"/>
              <a:t>Heaven</a:t>
            </a:r>
            <a:r>
              <a:rPr lang="fr-FR" dirty="0" smtClean="0"/>
              <a:t> come, let </a:t>
            </a:r>
            <a:r>
              <a:rPr lang="fr-FR" dirty="0" err="1" smtClean="0"/>
              <a:t>Heaven</a:t>
            </a:r>
            <a:r>
              <a:rPr lang="fr-FR" dirty="0" smtClean="0"/>
              <a:t> come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2
8-  À TOI EST LE RÈGNE À TOI LA PUISSANCE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Yours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Kingdom</a:t>
            </a:r>
            <a:r>
              <a:rPr lang="fr-FR" dirty="0" smtClean="0"/>
              <a:t>, </a:t>
            </a:r>
            <a:r>
              <a:rPr lang="fr-FR" dirty="0" err="1" smtClean="0"/>
              <a:t>Yours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power</a:t>
            </a:r>
          </a:p>
          <a:p>
            <a:pPr>
              <a:defRPr/>
            </a:pPr>
            <a:r>
              <a:rPr lang="fr-FR" dirty="0" smtClean="0"/>
              <a:t>9-  À TOI EST LA GLOIRE POUR TOUJOURS AMEN    X2</a:t>
            </a:r>
          </a:p>
          <a:p>
            <a:pPr>
              <a:defRPr/>
            </a:pPr>
            <a:r>
              <a:rPr lang="fr-FR" dirty="0" smtClean="0"/>
              <a:t>    </a:t>
            </a:r>
            <a:r>
              <a:rPr lang="fr-FR" dirty="0" err="1" smtClean="0"/>
              <a:t>Yours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glory</a:t>
            </a:r>
            <a:r>
              <a:rPr lang="fr-FR" dirty="0" smtClean="0"/>
              <a:t> </a:t>
            </a:r>
            <a:r>
              <a:rPr lang="fr-FR" dirty="0" err="1" smtClean="0"/>
              <a:t>forever</a:t>
            </a:r>
            <a:r>
              <a:rPr lang="fr-FR" dirty="0" smtClean="0"/>
              <a:t>, amen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NOTRE PÈRE, DANS LES CIEUX QUE TON NOM SOIT SANCTIFIÉ</a:t>
            </a:r>
          </a:p>
          <a:p>
            <a:r>
              <a:rPr lang="fr-FR" smtClean="0"/>
              <a:t>     Our Father in Heaven Hallowed be Your name</a:t>
            </a:r>
          </a:p>
          <a:p>
            <a:r>
              <a:rPr lang="fr-FR" smtClean="0"/>
              <a:t> 
2-  QUE TON ROYAUME VIENNE SUR TERRE ET FAIS TA VOLONTÉ</a:t>
            </a:r>
          </a:p>
          <a:p>
            <a:r>
              <a:rPr lang="fr-FR" smtClean="0"/>
              <a:t>     Your Kingdom come quickly  Your will be done the same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REFRAIN
3-  SUR TERRE COMME ELLE EST FAITE AU CIEL </a:t>
            </a:r>
          </a:p>
          <a:p>
            <a:r>
              <a:rPr lang="fr-FR" smtClean="0"/>
              <a:t>     On Earth as it is in Heaven
4-  QU’ELLE VIENNE ICI </a:t>
            </a:r>
          </a:p>
          <a:p>
            <a:r>
              <a:rPr lang="fr-FR" smtClean="0"/>
              <a:t>      Let Heaven come to</a:t>
            </a:r>
          </a:p>
          <a:p>
            <a:r>
              <a:rPr lang="fr-FR" smtClean="0"/>
              <a:t>5-  SUR TERRE COMME ELLE EST FAITE AU CIEL </a:t>
            </a:r>
          </a:p>
          <a:p>
            <a:r>
              <a:rPr lang="fr-FR" smtClean="0"/>
              <a:t>     On Earth as it is in Heaven
6-  QUE LE CIEL VIENNE </a:t>
            </a:r>
          </a:p>
          <a:p>
            <a:r>
              <a:rPr lang="fr-FR" smtClean="0"/>
              <a:t>     Let Heaven come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1
7-  QUE LE CIEL VIENNE QUE LE CIEL VIENNE </a:t>
            </a:r>
          </a:p>
          <a:p>
            <a:r>
              <a:rPr lang="fr-FR" smtClean="0"/>
              <a:t>        Let Heaven come, let Heaven come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2
8-  À TOI EST LE RÈGNE À TOI LA PUISSANCE </a:t>
            </a:r>
          </a:p>
          <a:p>
            <a:r>
              <a:rPr lang="fr-FR" smtClean="0"/>
              <a:t>     Yours is the Kingdom, Yours is the power</a:t>
            </a:r>
          </a:p>
          <a:p>
            <a:r>
              <a:rPr lang="fr-FR" smtClean="0"/>
              <a:t>9-  À TOI EST LA GLOIRE POUR TOUJOURS AMEN    X2</a:t>
            </a:r>
          </a:p>
          <a:p>
            <a:r>
              <a:rPr lang="fr-FR" smtClean="0"/>
              <a:t>    Yours is the glory forever,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COUPLET</a:t>
            </a:r>
          </a:p>
          <a:p>
            <a:pPr>
              <a:defRPr/>
            </a:pPr>
            <a:r>
              <a:rPr lang="fr-FR" dirty="0" smtClean="0"/>
              <a:t>1-  NOTRE PÈRE, DANS LES CIEUX QUE TON NOM SOIT SANCTIFIÉ</a:t>
            </a:r>
          </a:p>
          <a:p>
            <a:pPr>
              <a:defRPr/>
            </a:pPr>
            <a:r>
              <a:rPr lang="fr-FR" dirty="0" smtClean="0"/>
              <a:t>     Our </a:t>
            </a:r>
            <a:r>
              <a:rPr lang="fr-FR" dirty="0" err="1" smtClean="0"/>
              <a:t>Father</a:t>
            </a:r>
            <a:r>
              <a:rPr lang="fr-FR" dirty="0" smtClean="0"/>
              <a:t> in </a:t>
            </a:r>
            <a:r>
              <a:rPr lang="fr-FR" dirty="0" err="1" smtClean="0"/>
              <a:t>Heaven</a:t>
            </a:r>
            <a:r>
              <a:rPr lang="fr-FR" dirty="0" smtClean="0"/>
              <a:t> </a:t>
            </a:r>
            <a:r>
              <a:rPr lang="fr-FR" dirty="0" err="1" smtClean="0"/>
              <a:t>Hallowed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
2-  QUE TON ROYAUME VIENNE SUR TERRE ET FAIS TA VOLONTÉ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Kingdom</a:t>
            </a:r>
            <a:r>
              <a:rPr lang="fr-FR" dirty="0" smtClean="0"/>
              <a:t> come </a:t>
            </a:r>
            <a:r>
              <a:rPr lang="fr-FR" dirty="0" err="1" smtClean="0"/>
              <a:t>quickly</a:t>
            </a:r>
            <a:r>
              <a:rPr lang="fr-FR" dirty="0" smtClean="0"/>
              <a:t>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the </a:t>
            </a:r>
            <a:r>
              <a:rPr lang="fr-FR" dirty="0" err="1" smtClean="0"/>
              <a:t>same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3-  SUR TERRE COMME ELLE EST FAITE AU CIEL </a:t>
            </a:r>
          </a:p>
          <a:p>
            <a:pPr>
              <a:defRPr/>
            </a:pPr>
            <a:r>
              <a:rPr lang="fr-FR" dirty="0" smtClean="0"/>
              <a:t>     On </a:t>
            </a:r>
            <a:r>
              <a:rPr lang="fr-FR" dirty="0" err="1" smtClean="0"/>
              <a:t>Earth</a:t>
            </a:r>
            <a:r>
              <a:rPr lang="fr-FR" dirty="0" smtClean="0"/>
              <a:t> as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in </a:t>
            </a:r>
            <a:r>
              <a:rPr lang="fr-FR" dirty="0" err="1" smtClean="0"/>
              <a:t>Heaven</a:t>
            </a:r>
            <a:r>
              <a:rPr lang="fr-FR" dirty="0" smtClean="0"/>
              <a:t>
4-  QU’ELLE VIENNE ICI </a:t>
            </a:r>
          </a:p>
          <a:p>
            <a:pPr>
              <a:defRPr/>
            </a:pPr>
            <a:r>
              <a:rPr lang="fr-FR" dirty="0" smtClean="0"/>
              <a:t>      Let </a:t>
            </a:r>
            <a:r>
              <a:rPr lang="fr-FR" dirty="0" err="1" smtClean="0"/>
              <a:t>Heaven</a:t>
            </a:r>
            <a:r>
              <a:rPr lang="fr-FR" dirty="0" smtClean="0"/>
              <a:t> come to</a:t>
            </a:r>
          </a:p>
          <a:p>
            <a:pPr>
              <a:defRPr/>
            </a:pPr>
            <a:r>
              <a:rPr lang="fr-FR" dirty="0" smtClean="0"/>
              <a:t>5-  SUR TERRE COMME ELLE EST FAITE AU CIEL </a:t>
            </a:r>
          </a:p>
          <a:p>
            <a:pPr>
              <a:defRPr/>
            </a:pPr>
            <a:r>
              <a:rPr lang="fr-FR" dirty="0" smtClean="0"/>
              <a:t>     On </a:t>
            </a:r>
            <a:r>
              <a:rPr lang="fr-FR" dirty="0" err="1" smtClean="0"/>
              <a:t>Earth</a:t>
            </a:r>
            <a:r>
              <a:rPr lang="fr-FR" dirty="0" smtClean="0"/>
              <a:t> as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in </a:t>
            </a:r>
            <a:r>
              <a:rPr lang="fr-FR" dirty="0" err="1" smtClean="0"/>
              <a:t>Heaven</a:t>
            </a:r>
            <a:r>
              <a:rPr lang="fr-FR" dirty="0" smtClean="0"/>
              <a:t>
6-  QUE LE CIEL VIENNE </a:t>
            </a:r>
          </a:p>
          <a:p>
            <a:pPr>
              <a:defRPr/>
            </a:pPr>
            <a:r>
              <a:rPr lang="fr-FR" dirty="0" smtClean="0"/>
              <a:t>     Let </a:t>
            </a:r>
            <a:r>
              <a:rPr lang="fr-FR" dirty="0" err="1" smtClean="0"/>
              <a:t>Heaven</a:t>
            </a:r>
            <a:r>
              <a:rPr lang="fr-FR" dirty="0" smtClean="0"/>
              <a:t> come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1
7-  QUE LE CIEL VIENNE QUE LE CIEL VIENNE </a:t>
            </a:r>
          </a:p>
          <a:p>
            <a:pPr>
              <a:defRPr/>
            </a:pPr>
            <a:r>
              <a:rPr lang="fr-FR" dirty="0" smtClean="0"/>
              <a:t>        Let </a:t>
            </a:r>
            <a:r>
              <a:rPr lang="fr-FR" dirty="0" err="1" smtClean="0"/>
              <a:t>Heaven</a:t>
            </a:r>
            <a:r>
              <a:rPr lang="fr-FR" dirty="0" smtClean="0"/>
              <a:t> come, let </a:t>
            </a:r>
            <a:r>
              <a:rPr lang="fr-FR" dirty="0" err="1" smtClean="0"/>
              <a:t>Heaven</a:t>
            </a:r>
            <a:r>
              <a:rPr lang="fr-FR" dirty="0" smtClean="0"/>
              <a:t> come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2
8-  À TOI EST LE RÈGNE À TOI LA PUISSANCE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Yours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Kingdom</a:t>
            </a:r>
            <a:r>
              <a:rPr lang="fr-FR" dirty="0" smtClean="0"/>
              <a:t>, </a:t>
            </a:r>
            <a:r>
              <a:rPr lang="fr-FR" dirty="0" err="1" smtClean="0"/>
              <a:t>Yours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power</a:t>
            </a:r>
          </a:p>
          <a:p>
            <a:pPr>
              <a:defRPr/>
            </a:pPr>
            <a:r>
              <a:rPr lang="fr-FR" dirty="0" smtClean="0"/>
              <a:t>9-  À TOI EST LA GLOIRE POUR TOUJOURS AMEN    X2</a:t>
            </a:r>
          </a:p>
          <a:p>
            <a:pPr>
              <a:defRPr/>
            </a:pPr>
            <a:r>
              <a:rPr lang="fr-FR" dirty="0" smtClean="0"/>
              <a:t>    </a:t>
            </a:r>
            <a:r>
              <a:rPr lang="fr-FR" dirty="0" err="1" smtClean="0"/>
              <a:t>Yours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glory</a:t>
            </a:r>
            <a:r>
              <a:rPr lang="fr-FR" dirty="0" smtClean="0"/>
              <a:t> </a:t>
            </a:r>
            <a:r>
              <a:rPr lang="fr-FR" dirty="0" err="1" smtClean="0"/>
              <a:t>forever</a:t>
            </a:r>
            <a:r>
              <a:rPr lang="fr-FR" dirty="0" smtClean="0"/>
              <a:t>, amen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NOTRE PÈRE, DANS LES CIEUX QUE TON NOM SOIT SANCTIFIÉ</a:t>
            </a:r>
          </a:p>
          <a:p>
            <a:r>
              <a:rPr lang="fr-FR" smtClean="0"/>
              <a:t>     Our Father in Heaven Hallowed be Your name</a:t>
            </a:r>
          </a:p>
          <a:p>
            <a:r>
              <a:rPr lang="fr-FR" smtClean="0"/>
              <a:t> 
2-  QUE TON ROYAUME VIENNE SUR TERRE ET FAIS TA VOLONTÉ</a:t>
            </a:r>
          </a:p>
          <a:p>
            <a:r>
              <a:rPr lang="fr-FR" smtClean="0"/>
              <a:t>     Your Kingdom come quickly  Your will be done the same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REFRAIN
3-  SUR TERRE COMME ELLE EST FAITE AU CIEL </a:t>
            </a:r>
          </a:p>
          <a:p>
            <a:r>
              <a:rPr lang="fr-FR" smtClean="0"/>
              <a:t>     On Earth as it is in Heaven
4-  QU’ELLE VIENNE ICI </a:t>
            </a:r>
          </a:p>
          <a:p>
            <a:r>
              <a:rPr lang="fr-FR" smtClean="0"/>
              <a:t>      Let Heaven come to</a:t>
            </a:r>
          </a:p>
          <a:p>
            <a:r>
              <a:rPr lang="fr-FR" smtClean="0"/>
              <a:t>5-  SUR TERRE COMME ELLE EST FAITE AU CIEL </a:t>
            </a:r>
          </a:p>
          <a:p>
            <a:r>
              <a:rPr lang="fr-FR" smtClean="0"/>
              <a:t>     On Earth as it is in Heaven
6-  QUE LE CIEL VIENNE </a:t>
            </a:r>
          </a:p>
          <a:p>
            <a:r>
              <a:rPr lang="fr-FR" smtClean="0"/>
              <a:t>     Let Heaven come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1
7-  QUE LE CIEL VIENNE QUE LE CIEL VIENNE </a:t>
            </a:r>
          </a:p>
          <a:p>
            <a:r>
              <a:rPr lang="fr-FR" smtClean="0"/>
              <a:t>        Let Heaven come, let Heaven come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2
8-  À TOI EST LE RÈGNE À TOI LA PUISSANCE </a:t>
            </a:r>
          </a:p>
          <a:p>
            <a:r>
              <a:rPr lang="fr-FR" smtClean="0"/>
              <a:t>     Yours is the Kingdom, Yours is the power</a:t>
            </a:r>
          </a:p>
          <a:p>
            <a:r>
              <a:rPr lang="fr-FR" smtClean="0"/>
              <a:t>9-  À TOI EST LA GLOIRE POUR TOUJOURS AMEN    X2</a:t>
            </a:r>
          </a:p>
          <a:p>
            <a:r>
              <a:rPr lang="fr-FR" smtClean="0"/>
              <a:t>    Yours is the glory forever,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NOTRE PÈRE, DANS LES CIEUX QUE TON NOM SOIT SANCTIFIÉ</a:t>
            </a:r>
          </a:p>
          <a:p>
            <a:pPr>
              <a:defRPr/>
            </a:pPr>
            <a:r>
              <a:rPr lang="fr-FR" smtClean="0"/>
              <a:t>     Our Father in Heaven Hallowed be Your name</a:t>
            </a:r>
          </a:p>
          <a:p>
            <a:pPr>
              <a:defRPr/>
            </a:pPr>
            <a:r>
              <a:rPr lang="fr-FR" smtClean="0"/>
              <a:t> 
2-  QUE TON ROYAUME VIENNE SUR TERRE ET FAIS TA VOLONTÉ</a:t>
            </a:r>
          </a:p>
          <a:p>
            <a:pPr>
              <a:defRPr/>
            </a:pPr>
            <a:r>
              <a:rPr lang="fr-FR" smtClean="0"/>
              <a:t>     Your Kingdom come quickly  Your will be done the same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SUR TERRE COMME ELLE EST FAITE AU CIEL </a:t>
            </a:r>
          </a:p>
          <a:p>
            <a:pPr>
              <a:defRPr/>
            </a:pPr>
            <a:r>
              <a:rPr lang="fr-FR" smtClean="0"/>
              <a:t>     On Earth as it is in Heaven
4-  QU’ELLE VIENNE ICI </a:t>
            </a:r>
          </a:p>
          <a:p>
            <a:pPr>
              <a:defRPr/>
            </a:pPr>
            <a:r>
              <a:rPr lang="fr-FR" smtClean="0"/>
              <a:t>      Let Heaven come to</a:t>
            </a:r>
          </a:p>
          <a:p>
            <a:pPr>
              <a:defRPr/>
            </a:pPr>
            <a:r>
              <a:rPr lang="fr-FR" smtClean="0"/>
              <a:t>5-  SUR TERRE COMME ELLE EST FAITE AU CIEL </a:t>
            </a:r>
          </a:p>
          <a:p>
            <a:pPr>
              <a:defRPr/>
            </a:pPr>
            <a:r>
              <a:rPr lang="fr-FR" smtClean="0"/>
              <a:t>     On Earth as it is in Heaven
6-  QUE LE CIEL VIENNE </a:t>
            </a:r>
          </a:p>
          <a:p>
            <a:pPr>
              <a:defRPr/>
            </a:pPr>
            <a:r>
              <a:rPr lang="fr-FR" smtClean="0"/>
              <a:t>     Let Heaven come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
7-  QUE LE CIEL VIENNE QUE LE CIEL VIENNE </a:t>
            </a:r>
          </a:p>
          <a:p>
            <a:pPr>
              <a:defRPr/>
            </a:pPr>
            <a:r>
              <a:rPr lang="fr-FR" smtClean="0"/>
              <a:t>        Let Heaven come, let Heaven come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
8-  À TOI EST LE RÈGNE À TOI LA PUISSANCE </a:t>
            </a:r>
          </a:p>
          <a:p>
            <a:pPr>
              <a:defRPr/>
            </a:pPr>
            <a:r>
              <a:rPr lang="fr-FR" smtClean="0"/>
              <a:t>     Yours is the Kingdom, Yours is the power</a:t>
            </a:r>
          </a:p>
          <a:p>
            <a:pPr>
              <a:defRPr/>
            </a:pPr>
            <a:r>
              <a:rPr lang="fr-FR" smtClean="0"/>
              <a:t>9-  À TOI EST LA GLOIRE POUR TOUJOURS AMEN    X2</a:t>
            </a:r>
          </a:p>
          <a:p>
            <a:pPr>
              <a:defRPr/>
            </a:pPr>
            <a:r>
              <a:rPr lang="fr-FR" smtClean="0"/>
              <a:t>    Yours is the glory forever, amen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NOTRE PÈRE, DANS LES CIEUX QUE TON NOM SOIT SANCTIFIÉ</a:t>
            </a:r>
          </a:p>
          <a:p>
            <a:r>
              <a:rPr lang="fr-FR" smtClean="0"/>
              <a:t>     Our Father in Heaven Hallowed be Your name</a:t>
            </a:r>
          </a:p>
          <a:p>
            <a:r>
              <a:rPr lang="fr-FR" smtClean="0"/>
              <a:t> 
2-  QUE TON ROYAUME VIENNE SUR TERRE ET FAIS TA VOLONTÉ</a:t>
            </a:r>
          </a:p>
          <a:p>
            <a:r>
              <a:rPr lang="fr-FR" smtClean="0"/>
              <a:t>     Your Kingdom come quickly  Your will be done the same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REFRAIN
3-  SUR TERRE COMME ELLE EST FAITE AU CIEL </a:t>
            </a:r>
          </a:p>
          <a:p>
            <a:r>
              <a:rPr lang="fr-FR" smtClean="0"/>
              <a:t>     On Earth as it is in Heaven
4-  QU’ELLE VIENNE ICI </a:t>
            </a:r>
          </a:p>
          <a:p>
            <a:r>
              <a:rPr lang="fr-FR" smtClean="0"/>
              <a:t>      Let Heaven come to</a:t>
            </a:r>
          </a:p>
          <a:p>
            <a:r>
              <a:rPr lang="fr-FR" smtClean="0"/>
              <a:t>5-  SUR TERRE COMME ELLE EST FAITE AU CIEL </a:t>
            </a:r>
          </a:p>
          <a:p>
            <a:r>
              <a:rPr lang="fr-FR" smtClean="0"/>
              <a:t>     On Earth as it is in Heaven
6-  QUE LE CIEL VIENNE </a:t>
            </a:r>
          </a:p>
          <a:p>
            <a:r>
              <a:rPr lang="fr-FR" smtClean="0"/>
              <a:t>     Let Heaven come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1
7-  QUE LE CIEL VIENNE QUE LE CIEL VIENNE </a:t>
            </a:r>
          </a:p>
          <a:p>
            <a:r>
              <a:rPr lang="fr-FR" smtClean="0"/>
              <a:t>        Let Heaven come, let Heaven come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2
8-  À TOI EST LE RÈGNE À TOI LA PUISSANCE </a:t>
            </a:r>
          </a:p>
          <a:p>
            <a:r>
              <a:rPr lang="fr-FR" smtClean="0"/>
              <a:t>     Yours is the Kingdom, Yours is the power</a:t>
            </a:r>
          </a:p>
          <a:p>
            <a:r>
              <a:rPr lang="fr-FR" smtClean="0"/>
              <a:t>9-  À TOI EST LA GLOIRE POUR TOUJOURS AMEN    X2</a:t>
            </a:r>
          </a:p>
          <a:p>
            <a:r>
              <a:rPr lang="fr-FR" smtClean="0"/>
              <a:t>    Yours is the glory forever,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NOTRE PÈRE, DANS LES CIEUX QUE TON NOM SOIT SANCTIFIÉ</a:t>
            </a:r>
          </a:p>
          <a:p>
            <a:pPr>
              <a:defRPr/>
            </a:pPr>
            <a:r>
              <a:rPr lang="fr-FR" smtClean="0"/>
              <a:t>     Our Father in Heaven Hallowed be Your name</a:t>
            </a:r>
          </a:p>
          <a:p>
            <a:pPr>
              <a:defRPr/>
            </a:pPr>
            <a:r>
              <a:rPr lang="fr-FR" smtClean="0"/>
              <a:t> 
2-  QUE TON ROYAUME VIENNE SUR TERRE ET FAIS TA VOLONTÉ</a:t>
            </a:r>
          </a:p>
          <a:p>
            <a:pPr>
              <a:defRPr/>
            </a:pPr>
            <a:r>
              <a:rPr lang="fr-FR" smtClean="0"/>
              <a:t>     Your Kingdom come quickly  Your will be done the same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SUR TERRE COMME ELLE EST FAITE AU CIEL </a:t>
            </a:r>
          </a:p>
          <a:p>
            <a:pPr>
              <a:defRPr/>
            </a:pPr>
            <a:r>
              <a:rPr lang="fr-FR" smtClean="0"/>
              <a:t>     On Earth as it is in Heaven
4-  QU’ELLE VIENNE ICI </a:t>
            </a:r>
          </a:p>
          <a:p>
            <a:pPr>
              <a:defRPr/>
            </a:pPr>
            <a:r>
              <a:rPr lang="fr-FR" smtClean="0"/>
              <a:t>      Let Heaven come to</a:t>
            </a:r>
          </a:p>
          <a:p>
            <a:pPr>
              <a:defRPr/>
            </a:pPr>
            <a:r>
              <a:rPr lang="fr-FR" smtClean="0"/>
              <a:t>5-  SUR TERRE COMME ELLE EST FAITE AU CIEL </a:t>
            </a:r>
          </a:p>
          <a:p>
            <a:pPr>
              <a:defRPr/>
            </a:pPr>
            <a:r>
              <a:rPr lang="fr-FR" smtClean="0"/>
              <a:t>     On Earth as it is in Heaven
6-  QUE LE CIEL VIENNE </a:t>
            </a:r>
          </a:p>
          <a:p>
            <a:pPr>
              <a:defRPr/>
            </a:pPr>
            <a:r>
              <a:rPr lang="fr-FR" smtClean="0"/>
              <a:t>     Let Heaven come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
7-  QUE LE CIEL VIENNE QUE LE CIEL VIENNE </a:t>
            </a:r>
          </a:p>
          <a:p>
            <a:pPr>
              <a:defRPr/>
            </a:pPr>
            <a:r>
              <a:rPr lang="fr-FR" smtClean="0"/>
              <a:t>        Let Heaven come, let Heaven come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
8-  À TOI EST LE RÈGNE À TOI LA PUISSANCE </a:t>
            </a:r>
          </a:p>
          <a:p>
            <a:pPr>
              <a:defRPr/>
            </a:pPr>
            <a:r>
              <a:rPr lang="fr-FR" smtClean="0"/>
              <a:t>     Yours is the Kingdom, Yours is the power</a:t>
            </a:r>
          </a:p>
          <a:p>
            <a:pPr>
              <a:defRPr/>
            </a:pPr>
            <a:r>
              <a:rPr lang="fr-FR" smtClean="0"/>
              <a:t>9-  À TOI EST LA GLOIRE POUR TOUJOURS AMEN    X2</a:t>
            </a:r>
          </a:p>
          <a:p>
            <a:pPr>
              <a:defRPr/>
            </a:pPr>
            <a:r>
              <a:rPr lang="fr-FR" smtClean="0"/>
              <a:t>    Yours is the glory forever, amen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NOTRE PÈRE, DANS LES CIEUX QUE TON NOM SOIT SANCTIFIÉ</a:t>
            </a:r>
          </a:p>
          <a:p>
            <a:r>
              <a:rPr lang="fr-FR" smtClean="0"/>
              <a:t>     Our Father in Heaven Hallowed be Your name</a:t>
            </a:r>
          </a:p>
          <a:p>
            <a:r>
              <a:rPr lang="fr-FR" smtClean="0"/>
              <a:t> 
2-  QUE TON ROYAUME VIENNE SUR TERRE ET FAIS TA VOLONTÉ</a:t>
            </a:r>
          </a:p>
          <a:p>
            <a:r>
              <a:rPr lang="fr-FR" smtClean="0"/>
              <a:t>     Your Kingdom come quickly  Your will be done the same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REFRAIN
3-  SUR TERRE COMME ELLE EST FAITE AU CIEL </a:t>
            </a:r>
          </a:p>
          <a:p>
            <a:r>
              <a:rPr lang="fr-FR" smtClean="0"/>
              <a:t>     On Earth as it is in Heaven
4-  QU’ELLE VIENNE ICI </a:t>
            </a:r>
          </a:p>
          <a:p>
            <a:r>
              <a:rPr lang="fr-FR" smtClean="0"/>
              <a:t>      Let Heaven come to</a:t>
            </a:r>
          </a:p>
          <a:p>
            <a:r>
              <a:rPr lang="fr-FR" smtClean="0"/>
              <a:t>5-  SUR TERRE COMME ELLE EST FAITE AU CIEL </a:t>
            </a:r>
          </a:p>
          <a:p>
            <a:r>
              <a:rPr lang="fr-FR" smtClean="0"/>
              <a:t>     On Earth as it is in Heaven
6-  QUE LE CIEL VIENNE </a:t>
            </a:r>
          </a:p>
          <a:p>
            <a:r>
              <a:rPr lang="fr-FR" smtClean="0"/>
              <a:t>     Let Heaven come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1
7-  QUE LE CIEL VIENNE QUE LE CIEL VIENNE </a:t>
            </a:r>
          </a:p>
          <a:p>
            <a:r>
              <a:rPr lang="fr-FR" smtClean="0"/>
              <a:t>        Let Heaven come, let Heaven come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2
8-  À TOI EST LE RÈGNE À TOI LA PUISSANCE </a:t>
            </a:r>
          </a:p>
          <a:p>
            <a:r>
              <a:rPr lang="fr-FR" smtClean="0"/>
              <a:t>     Yours is the Kingdom, Yours is the power</a:t>
            </a:r>
          </a:p>
          <a:p>
            <a:r>
              <a:rPr lang="fr-FR" smtClean="0"/>
              <a:t>9-  À TOI EST LA GLOIRE POUR TOUJOURS AMEN    X2</a:t>
            </a:r>
          </a:p>
          <a:p>
            <a:r>
              <a:rPr lang="fr-FR" smtClean="0"/>
              <a:t>    Yours is the glory forever,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NOTRE PÈRE, DANS LES CIEUX QUE TON NOM SOIT SANCTIFIÉ</a:t>
            </a:r>
          </a:p>
          <a:p>
            <a:pPr>
              <a:defRPr/>
            </a:pPr>
            <a:r>
              <a:rPr lang="fr-FR" smtClean="0"/>
              <a:t>     Our Father in Heaven Hallowed be Your name</a:t>
            </a:r>
          </a:p>
          <a:p>
            <a:pPr>
              <a:defRPr/>
            </a:pPr>
            <a:r>
              <a:rPr lang="fr-FR" smtClean="0"/>
              <a:t> 
2-  QUE TON ROYAUME VIENNE SUR TERRE ET FAIS TA VOLONTÉ</a:t>
            </a:r>
          </a:p>
          <a:p>
            <a:pPr>
              <a:defRPr/>
            </a:pPr>
            <a:r>
              <a:rPr lang="fr-FR" smtClean="0"/>
              <a:t>     Your Kingdom come quickly  Your will be done the same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SUR TERRE COMME ELLE EST FAITE AU CIEL </a:t>
            </a:r>
          </a:p>
          <a:p>
            <a:pPr>
              <a:defRPr/>
            </a:pPr>
            <a:r>
              <a:rPr lang="fr-FR" smtClean="0"/>
              <a:t>     On Earth as it is in Heaven
4-  QU’ELLE VIENNE ICI </a:t>
            </a:r>
          </a:p>
          <a:p>
            <a:pPr>
              <a:defRPr/>
            </a:pPr>
            <a:r>
              <a:rPr lang="fr-FR" smtClean="0"/>
              <a:t>      Let Heaven come to</a:t>
            </a:r>
          </a:p>
          <a:p>
            <a:pPr>
              <a:defRPr/>
            </a:pPr>
            <a:r>
              <a:rPr lang="fr-FR" smtClean="0"/>
              <a:t>5-  SUR TERRE COMME ELLE EST FAITE AU CIEL </a:t>
            </a:r>
          </a:p>
          <a:p>
            <a:pPr>
              <a:defRPr/>
            </a:pPr>
            <a:r>
              <a:rPr lang="fr-FR" smtClean="0"/>
              <a:t>     On Earth as it is in Heaven
6-  QUE LE CIEL VIENNE </a:t>
            </a:r>
          </a:p>
          <a:p>
            <a:pPr>
              <a:defRPr/>
            </a:pPr>
            <a:r>
              <a:rPr lang="fr-FR" smtClean="0"/>
              <a:t>     Let Heaven come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
7-  QUE LE CIEL VIENNE QUE LE CIEL VIENNE </a:t>
            </a:r>
          </a:p>
          <a:p>
            <a:pPr>
              <a:defRPr/>
            </a:pPr>
            <a:r>
              <a:rPr lang="fr-FR" smtClean="0"/>
              <a:t>        Let Heaven come, let Heaven come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
8-  À TOI EST LE RÈGNE À TOI LA PUISSANCE </a:t>
            </a:r>
          </a:p>
          <a:p>
            <a:pPr>
              <a:defRPr/>
            </a:pPr>
            <a:r>
              <a:rPr lang="fr-FR" smtClean="0"/>
              <a:t>     Yours is the Kingdom, Yours is the power</a:t>
            </a:r>
          </a:p>
          <a:p>
            <a:pPr>
              <a:defRPr/>
            </a:pPr>
            <a:r>
              <a:rPr lang="fr-FR" smtClean="0"/>
              <a:t>9-  À TOI EST LA GLOIRE POUR TOUJOURS AMEN    X2</a:t>
            </a:r>
          </a:p>
          <a:p>
            <a:pPr>
              <a:defRPr/>
            </a:pPr>
            <a:r>
              <a:rPr lang="fr-FR" smtClean="0"/>
              <a:t>    Yours is the glory forever, amen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NOTRE PÈRE, DANS LES CIEUX QUE TON NOM SOIT SANCTIFIÉ</a:t>
            </a:r>
          </a:p>
          <a:p>
            <a:r>
              <a:rPr lang="fr-FR" smtClean="0"/>
              <a:t>     Our Father in Heaven Hallowed be Your name</a:t>
            </a:r>
          </a:p>
          <a:p>
            <a:r>
              <a:rPr lang="fr-FR" smtClean="0"/>
              <a:t> 
2-  QUE TON ROYAUME VIENNE SUR TERRE ET FAIS TA VOLONTÉ</a:t>
            </a:r>
          </a:p>
          <a:p>
            <a:r>
              <a:rPr lang="fr-FR" smtClean="0"/>
              <a:t>     Your Kingdom come quickly  Your will be done the same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REFRAIN
3-  SUR TERRE COMME ELLE EST FAITE AU CIEL </a:t>
            </a:r>
          </a:p>
          <a:p>
            <a:r>
              <a:rPr lang="fr-FR" smtClean="0"/>
              <a:t>     On Earth as it is in Heaven
4-  QU’ELLE VIENNE ICI </a:t>
            </a:r>
          </a:p>
          <a:p>
            <a:r>
              <a:rPr lang="fr-FR" smtClean="0"/>
              <a:t>      Let Heaven come to</a:t>
            </a:r>
          </a:p>
          <a:p>
            <a:r>
              <a:rPr lang="fr-FR" smtClean="0"/>
              <a:t>5-  SUR TERRE COMME ELLE EST FAITE AU CIEL </a:t>
            </a:r>
          </a:p>
          <a:p>
            <a:r>
              <a:rPr lang="fr-FR" smtClean="0"/>
              <a:t>     On Earth as it is in Heaven
6-  QUE LE CIEL VIENNE </a:t>
            </a:r>
          </a:p>
          <a:p>
            <a:r>
              <a:rPr lang="fr-FR" smtClean="0"/>
              <a:t>     Let Heaven come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1
7-  QUE LE CIEL VIENNE QUE LE CIEL VIENNE </a:t>
            </a:r>
          </a:p>
          <a:p>
            <a:r>
              <a:rPr lang="fr-FR" smtClean="0"/>
              <a:t>        Let Heaven come, let Heaven come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2
8-  À TOI EST LE RÈGNE À TOI LA PUISSANCE </a:t>
            </a:r>
          </a:p>
          <a:p>
            <a:r>
              <a:rPr lang="fr-FR" smtClean="0"/>
              <a:t>     Yours is the Kingdom, Yours is the power</a:t>
            </a:r>
          </a:p>
          <a:p>
            <a:r>
              <a:rPr lang="fr-FR" smtClean="0"/>
              <a:t>9-  À TOI EST LA GLOIRE POUR TOUJOURS AMEN    X2</a:t>
            </a:r>
          </a:p>
          <a:p>
            <a:r>
              <a:rPr lang="fr-FR" smtClean="0"/>
              <a:t>    Yours is the glory forever,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NOTRE PÈRE, DANS LES CIEUX QUE TON NOM SOIT SANCTIFIÉ</a:t>
            </a:r>
          </a:p>
          <a:p>
            <a:pPr>
              <a:defRPr/>
            </a:pPr>
            <a:r>
              <a:rPr lang="fr-FR" smtClean="0"/>
              <a:t>     Our Father in Heaven Hallowed be Your name</a:t>
            </a:r>
          </a:p>
          <a:p>
            <a:pPr>
              <a:defRPr/>
            </a:pPr>
            <a:r>
              <a:rPr lang="fr-FR" smtClean="0"/>
              <a:t> 
2-  QUE TON ROYAUME VIENNE SUR TERRE ET FAIS TA VOLONTÉ</a:t>
            </a:r>
          </a:p>
          <a:p>
            <a:pPr>
              <a:defRPr/>
            </a:pPr>
            <a:r>
              <a:rPr lang="fr-FR" smtClean="0"/>
              <a:t>     Your Kingdom come quickly  Your will be done the same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SUR TERRE COMME ELLE EST FAITE AU CIEL </a:t>
            </a:r>
          </a:p>
          <a:p>
            <a:pPr>
              <a:defRPr/>
            </a:pPr>
            <a:r>
              <a:rPr lang="fr-FR" smtClean="0"/>
              <a:t>     On Earth as it is in Heaven
4-  QU’ELLE VIENNE ICI </a:t>
            </a:r>
          </a:p>
          <a:p>
            <a:pPr>
              <a:defRPr/>
            </a:pPr>
            <a:r>
              <a:rPr lang="fr-FR" smtClean="0"/>
              <a:t>      Let Heaven come to</a:t>
            </a:r>
          </a:p>
          <a:p>
            <a:pPr>
              <a:defRPr/>
            </a:pPr>
            <a:r>
              <a:rPr lang="fr-FR" smtClean="0"/>
              <a:t>5-  SUR TERRE COMME ELLE EST FAITE AU CIEL </a:t>
            </a:r>
          </a:p>
          <a:p>
            <a:pPr>
              <a:defRPr/>
            </a:pPr>
            <a:r>
              <a:rPr lang="fr-FR" smtClean="0"/>
              <a:t>     On Earth as it is in Heaven
6-  QUE LE CIEL VIENNE </a:t>
            </a:r>
          </a:p>
          <a:p>
            <a:pPr>
              <a:defRPr/>
            </a:pPr>
            <a:r>
              <a:rPr lang="fr-FR" smtClean="0"/>
              <a:t>     Let Heaven come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
7-  QUE LE CIEL VIENNE QUE LE CIEL VIENNE </a:t>
            </a:r>
          </a:p>
          <a:p>
            <a:pPr>
              <a:defRPr/>
            </a:pPr>
            <a:r>
              <a:rPr lang="fr-FR" smtClean="0"/>
              <a:t>        Let Heaven come, let Heaven come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
8-  À TOI EST LE RÈGNE À TOI LA PUISSANCE </a:t>
            </a:r>
          </a:p>
          <a:p>
            <a:pPr>
              <a:defRPr/>
            </a:pPr>
            <a:r>
              <a:rPr lang="fr-FR" smtClean="0"/>
              <a:t>     Yours is the Kingdom, Yours is the power</a:t>
            </a:r>
          </a:p>
          <a:p>
            <a:pPr>
              <a:defRPr/>
            </a:pPr>
            <a:r>
              <a:rPr lang="fr-FR" smtClean="0"/>
              <a:t>9-  À TOI EST LA GLOIRE POUR TOUJOURS AMEN    X2</a:t>
            </a:r>
          </a:p>
          <a:p>
            <a:pPr>
              <a:defRPr/>
            </a:pPr>
            <a:r>
              <a:rPr lang="fr-FR" smtClean="0"/>
              <a:t>    Yours is the glory forever, amen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NOTRE PÈRE, DANS LES CIEUX QUE TON NOM SOIT SANCTIFIÉ</a:t>
            </a:r>
          </a:p>
          <a:p>
            <a:r>
              <a:rPr lang="fr-FR" smtClean="0"/>
              <a:t>     Our Father in Heaven Hallowed be Your name</a:t>
            </a:r>
          </a:p>
          <a:p>
            <a:r>
              <a:rPr lang="fr-FR" smtClean="0"/>
              <a:t> 
2-  QUE TON ROYAUME VIENNE SUR TERRE ET FAIS TA VOLONTÉ</a:t>
            </a:r>
          </a:p>
          <a:p>
            <a:r>
              <a:rPr lang="fr-FR" smtClean="0"/>
              <a:t>     Your Kingdom come quickly  Your will be done the same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REFRAIN
3-  SUR TERRE COMME ELLE EST FAITE AU CIEL </a:t>
            </a:r>
          </a:p>
          <a:p>
            <a:r>
              <a:rPr lang="fr-FR" smtClean="0"/>
              <a:t>     On Earth as it is in Heaven
4-  QU’ELLE VIENNE ICI </a:t>
            </a:r>
          </a:p>
          <a:p>
            <a:r>
              <a:rPr lang="fr-FR" smtClean="0"/>
              <a:t>      Let Heaven come to</a:t>
            </a:r>
          </a:p>
          <a:p>
            <a:r>
              <a:rPr lang="fr-FR" smtClean="0"/>
              <a:t>5-  SUR TERRE COMME ELLE EST FAITE AU CIEL </a:t>
            </a:r>
          </a:p>
          <a:p>
            <a:r>
              <a:rPr lang="fr-FR" smtClean="0"/>
              <a:t>     On Earth as it is in Heaven
6-  QUE LE CIEL VIENNE </a:t>
            </a:r>
          </a:p>
          <a:p>
            <a:r>
              <a:rPr lang="fr-FR" smtClean="0"/>
              <a:t>     Let Heaven come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1
7-  QUE LE CIEL VIENNE QUE LE CIEL VIENNE </a:t>
            </a:r>
          </a:p>
          <a:p>
            <a:r>
              <a:rPr lang="fr-FR" smtClean="0"/>
              <a:t>        Let Heaven come, let Heaven come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2
8-  À TOI EST LE RÈGNE À TOI LA PUISSANCE </a:t>
            </a:r>
          </a:p>
          <a:p>
            <a:r>
              <a:rPr lang="fr-FR" smtClean="0"/>
              <a:t>     Yours is the Kingdom, Yours is the power</a:t>
            </a:r>
          </a:p>
          <a:p>
            <a:r>
              <a:rPr lang="fr-FR" smtClean="0"/>
              <a:t>9-  À TOI EST LA GLOIRE POUR TOUJOURS AMEN    X2</a:t>
            </a:r>
          </a:p>
          <a:p>
            <a:r>
              <a:rPr lang="fr-FR" smtClean="0"/>
              <a:t>    Yours is the glory forever,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NOTRE PÈRE, DANS LES CIEUX QUE TON NOM SOIT SANCTIFIÉ</a:t>
            </a:r>
          </a:p>
          <a:p>
            <a:pPr>
              <a:defRPr/>
            </a:pPr>
            <a:r>
              <a:rPr lang="fr-FR" smtClean="0"/>
              <a:t>     Our Father in Heaven Hallowed be Your name</a:t>
            </a:r>
          </a:p>
          <a:p>
            <a:pPr>
              <a:defRPr/>
            </a:pPr>
            <a:r>
              <a:rPr lang="fr-FR" smtClean="0"/>
              <a:t> 
2-  QUE TON ROYAUME VIENNE SUR TERRE ET FAIS TA VOLONTÉ</a:t>
            </a:r>
          </a:p>
          <a:p>
            <a:pPr>
              <a:defRPr/>
            </a:pPr>
            <a:r>
              <a:rPr lang="fr-FR" smtClean="0"/>
              <a:t>     Your Kingdom come quickly  Your will be done the same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SUR TERRE COMME ELLE EST FAITE AU CIEL </a:t>
            </a:r>
          </a:p>
          <a:p>
            <a:pPr>
              <a:defRPr/>
            </a:pPr>
            <a:r>
              <a:rPr lang="fr-FR" smtClean="0"/>
              <a:t>     On Earth as it is in Heaven
4-  QU’ELLE VIENNE ICI </a:t>
            </a:r>
          </a:p>
          <a:p>
            <a:pPr>
              <a:defRPr/>
            </a:pPr>
            <a:r>
              <a:rPr lang="fr-FR" smtClean="0"/>
              <a:t>      Let Heaven come to</a:t>
            </a:r>
          </a:p>
          <a:p>
            <a:pPr>
              <a:defRPr/>
            </a:pPr>
            <a:r>
              <a:rPr lang="fr-FR" smtClean="0"/>
              <a:t>5-  SUR TERRE COMME ELLE EST FAITE AU CIEL </a:t>
            </a:r>
          </a:p>
          <a:p>
            <a:pPr>
              <a:defRPr/>
            </a:pPr>
            <a:r>
              <a:rPr lang="fr-FR" smtClean="0"/>
              <a:t>     On Earth as it is in Heaven
6-  QUE LE CIEL VIENNE </a:t>
            </a:r>
          </a:p>
          <a:p>
            <a:pPr>
              <a:defRPr/>
            </a:pPr>
            <a:r>
              <a:rPr lang="fr-FR" smtClean="0"/>
              <a:t>     Let Heaven come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
7-  QUE LE CIEL VIENNE QUE LE CIEL VIENNE </a:t>
            </a:r>
          </a:p>
          <a:p>
            <a:pPr>
              <a:defRPr/>
            </a:pPr>
            <a:r>
              <a:rPr lang="fr-FR" smtClean="0"/>
              <a:t>        Let Heaven come, let Heaven come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
8-  À TOI EST LE RÈGNE À TOI LA PUISSANCE </a:t>
            </a:r>
          </a:p>
          <a:p>
            <a:pPr>
              <a:defRPr/>
            </a:pPr>
            <a:r>
              <a:rPr lang="fr-FR" smtClean="0"/>
              <a:t>     Yours is the Kingdom, Yours is the power</a:t>
            </a:r>
          </a:p>
          <a:p>
            <a:pPr>
              <a:defRPr/>
            </a:pPr>
            <a:r>
              <a:rPr lang="fr-FR" smtClean="0"/>
              <a:t>9-  À TOI EST LA GLOIRE POUR TOUJOURS AMEN    X2</a:t>
            </a:r>
          </a:p>
          <a:p>
            <a:pPr>
              <a:defRPr/>
            </a:pPr>
            <a:r>
              <a:rPr lang="fr-FR" smtClean="0"/>
              <a:t>    Yours is the glory forever, amen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NOTRE PÈRE, DANS LES CIEUX QUE TON NOM SOIT SANCTIFIÉ</a:t>
            </a:r>
          </a:p>
          <a:p>
            <a:r>
              <a:rPr lang="fr-FR" smtClean="0"/>
              <a:t>     Our Father in Heaven Hallowed be Your name</a:t>
            </a:r>
          </a:p>
          <a:p>
            <a:r>
              <a:rPr lang="fr-FR" smtClean="0"/>
              <a:t> 
2-  QUE TON ROYAUME VIENNE SUR TERRE ET FAIS TA VOLONTÉ</a:t>
            </a:r>
          </a:p>
          <a:p>
            <a:r>
              <a:rPr lang="fr-FR" smtClean="0"/>
              <a:t>     Your Kingdom come quickly  Your will be done the same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REFRAIN
3-  SUR TERRE COMME ELLE EST FAITE AU CIEL </a:t>
            </a:r>
          </a:p>
          <a:p>
            <a:r>
              <a:rPr lang="fr-FR" smtClean="0"/>
              <a:t>     On Earth as it is in Heaven
4-  QU’ELLE VIENNE ICI </a:t>
            </a:r>
          </a:p>
          <a:p>
            <a:r>
              <a:rPr lang="fr-FR" smtClean="0"/>
              <a:t>      Let Heaven come to</a:t>
            </a:r>
          </a:p>
          <a:p>
            <a:r>
              <a:rPr lang="fr-FR" smtClean="0"/>
              <a:t>5-  SUR TERRE COMME ELLE EST FAITE AU CIEL </a:t>
            </a:r>
          </a:p>
          <a:p>
            <a:r>
              <a:rPr lang="fr-FR" smtClean="0"/>
              <a:t>     On Earth as it is in Heaven
6-  QUE LE CIEL VIENNE </a:t>
            </a:r>
          </a:p>
          <a:p>
            <a:r>
              <a:rPr lang="fr-FR" smtClean="0"/>
              <a:t>     Let Heaven come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1
7-  QUE LE CIEL VIENNE QUE LE CIEL VIENNE </a:t>
            </a:r>
          </a:p>
          <a:p>
            <a:r>
              <a:rPr lang="fr-FR" smtClean="0"/>
              <a:t>        Let Heaven come, let Heaven come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2
8-  À TOI EST LE RÈGNE À TOI LA PUISSANCE </a:t>
            </a:r>
          </a:p>
          <a:p>
            <a:r>
              <a:rPr lang="fr-FR" smtClean="0"/>
              <a:t>     Yours is the Kingdom, Yours is the power</a:t>
            </a:r>
          </a:p>
          <a:p>
            <a:r>
              <a:rPr lang="fr-FR" smtClean="0"/>
              <a:t>9-  À TOI EST LA GLOIRE POUR TOUJOURS AMEN    X2</a:t>
            </a:r>
          </a:p>
          <a:p>
            <a:r>
              <a:rPr lang="fr-FR" smtClean="0"/>
              <a:t>    Yours is the glory forever,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NOTRE PÈRE, DANS LES CIEUX QUE TON NOM SOIT SANCTIFIÉ</a:t>
            </a:r>
          </a:p>
          <a:p>
            <a:pPr>
              <a:defRPr/>
            </a:pPr>
            <a:r>
              <a:rPr lang="fr-FR" smtClean="0"/>
              <a:t>     Our Father in Heaven Hallowed be Your name</a:t>
            </a:r>
          </a:p>
          <a:p>
            <a:pPr>
              <a:defRPr/>
            </a:pPr>
            <a:r>
              <a:rPr lang="fr-FR" smtClean="0"/>
              <a:t> 
2-  QUE TON ROYAUME VIENNE SUR TERRE ET FAIS TA VOLONTÉ</a:t>
            </a:r>
          </a:p>
          <a:p>
            <a:pPr>
              <a:defRPr/>
            </a:pPr>
            <a:r>
              <a:rPr lang="fr-FR" smtClean="0"/>
              <a:t>     Your Kingdom come quickly  Your will be done the same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SUR TERRE COMME ELLE EST FAITE AU CIEL </a:t>
            </a:r>
          </a:p>
          <a:p>
            <a:pPr>
              <a:defRPr/>
            </a:pPr>
            <a:r>
              <a:rPr lang="fr-FR" smtClean="0"/>
              <a:t>     On Earth as it is in Heaven
4-  QU’ELLE VIENNE ICI </a:t>
            </a:r>
          </a:p>
          <a:p>
            <a:pPr>
              <a:defRPr/>
            </a:pPr>
            <a:r>
              <a:rPr lang="fr-FR" smtClean="0"/>
              <a:t>      Let Heaven come to</a:t>
            </a:r>
          </a:p>
          <a:p>
            <a:pPr>
              <a:defRPr/>
            </a:pPr>
            <a:r>
              <a:rPr lang="fr-FR" smtClean="0"/>
              <a:t>5-  SUR TERRE COMME ELLE EST FAITE AU CIEL </a:t>
            </a:r>
          </a:p>
          <a:p>
            <a:pPr>
              <a:defRPr/>
            </a:pPr>
            <a:r>
              <a:rPr lang="fr-FR" smtClean="0"/>
              <a:t>     On Earth as it is in Heaven
6-  QUE LE CIEL VIENNE </a:t>
            </a:r>
          </a:p>
          <a:p>
            <a:pPr>
              <a:defRPr/>
            </a:pPr>
            <a:r>
              <a:rPr lang="fr-FR" smtClean="0"/>
              <a:t>     Let Heaven come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
7-  QUE LE CIEL VIENNE QUE LE CIEL VIENNE </a:t>
            </a:r>
          </a:p>
          <a:p>
            <a:pPr>
              <a:defRPr/>
            </a:pPr>
            <a:r>
              <a:rPr lang="fr-FR" smtClean="0"/>
              <a:t>        Let Heaven come, let Heaven come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
8-  À TOI EST LE RÈGNE À TOI LA PUISSANCE </a:t>
            </a:r>
          </a:p>
          <a:p>
            <a:pPr>
              <a:defRPr/>
            </a:pPr>
            <a:r>
              <a:rPr lang="fr-FR" smtClean="0"/>
              <a:t>     Yours is the Kingdom, Yours is the power</a:t>
            </a:r>
          </a:p>
          <a:p>
            <a:pPr>
              <a:defRPr/>
            </a:pPr>
            <a:r>
              <a:rPr lang="fr-FR" smtClean="0"/>
              <a:t>9-  À TOI EST LA GLOIRE POUR TOUJOURS AMEN    X2</a:t>
            </a:r>
          </a:p>
          <a:p>
            <a:pPr>
              <a:defRPr/>
            </a:pPr>
            <a:r>
              <a:rPr lang="fr-FR" smtClean="0"/>
              <a:t>    Yours is the glory forever, amen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NOTRE PÈRE, DANS LES CIEUX QUE TON NOM SOIT SANCTIFIÉ</a:t>
            </a:r>
          </a:p>
          <a:p>
            <a:r>
              <a:rPr lang="fr-FR" smtClean="0"/>
              <a:t>     Our Father in Heaven Hallowed be Your name</a:t>
            </a:r>
          </a:p>
          <a:p>
            <a:r>
              <a:rPr lang="fr-FR" smtClean="0"/>
              <a:t> 
2-  QUE TON ROYAUME VIENNE SUR TERRE ET FAIS TA VOLONTÉ</a:t>
            </a:r>
          </a:p>
          <a:p>
            <a:r>
              <a:rPr lang="fr-FR" smtClean="0"/>
              <a:t>     Your Kingdom come quickly  Your will be done the same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REFRAIN
3-  SUR TERRE COMME ELLE EST FAITE AU CIEL </a:t>
            </a:r>
          </a:p>
          <a:p>
            <a:r>
              <a:rPr lang="fr-FR" smtClean="0"/>
              <a:t>     On Earth as it is in Heaven
4-  QU’ELLE VIENNE ICI </a:t>
            </a:r>
          </a:p>
          <a:p>
            <a:r>
              <a:rPr lang="fr-FR" smtClean="0"/>
              <a:t>      Let Heaven come to</a:t>
            </a:r>
          </a:p>
          <a:p>
            <a:r>
              <a:rPr lang="fr-FR" smtClean="0"/>
              <a:t>5-  SUR TERRE COMME ELLE EST FAITE AU CIEL </a:t>
            </a:r>
          </a:p>
          <a:p>
            <a:r>
              <a:rPr lang="fr-FR" smtClean="0"/>
              <a:t>     On Earth as it is in Heaven
6-  QUE LE CIEL VIENNE </a:t>
            </a:r>
          </a:p>
          <a:p>
            <a:r>
              <a:rPr lang="fr-FR" smtClean="0"/>
              <a:t>     Let Heaven come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1
7-  QUE LE CIEL VIENNE QUE LE CIEL VIENNE </a:t>
            </a:r>
          </a:p>
          <a:p>
            <a:r>
              <a:rPr lang="fr-FR" smtClean="0"/>
              <a:t>        Let Heaven come, let Heaven come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2
8-  À TOI EST LE RÈGNE À TOI LA PUISSANCE </a:t>
            </a:r>
          </a:p>
          <a:p>
            <a:r>
              <a:rPr lang="fr-FR" smtClean="0"/>
              <a:t>     Yours is the Kingdom, Yours is the power</a:t>
            </a:r>
          </a:p>
          <a:p>
            <a:r>
              <a:rPr lang="fr-FR" smtClean="0"/>
              <a:t>9-  À TOI EST LA GLOIRE POUR TOUJOURS AMEN    X2</a:t>
            </a:r>
          </a:p>
          <a:p>
            <a:r>
              <a:rPr lang="fr-FR" smtClean="0"/>
              <a:t>    Yours is the glory forever,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COUPLET</a:t>
            </a:r>
          </a:p>
          <a:p>
            <a:pPr>
              <a:defRPr/>
            </a:pPr>
            <a:r>
              <a:rPr lang="fr-FR" smtClean="0"/>
              <a:t>1-  NOTRE PÈRE, DANS LES CIEUX QUE TON NOM SOIT SANCTIFIÉ</a:t>
            </a:r>
          </a:p>
          <a:p>
            <a:pPr>
              <a:defRPr/>
            </a:pPr>
            <a:r>
              <a:rPr lang="fr-FR" smtClean="0"/>
              <a:t>     Our Father in Heaven Hallowed be Your name</a:t>
            </a:r>
          </a:p>
          <a:p>
            <a:pPr>
              <a:defRPr/>
            </a:pPr>
            <a:r>
              <a:rPr lang="fr-FR" smtClean="0"/>
              <a:t> 
2-  QUE TON ROYAUME VIENNE SUR TERRE ET FAIS TA VOLONTÉ</a:t>
            </a:r>
          </a:p>
          <a:p>
            <a:pPr>
              <a:defRPr/>
            </a:pPr>
            <a:r>
              <a:rPr lang="fr-FR" smtClean="0"/>
              <a:t>     Your Kingdom come quickly  Your will be done the same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SUR TERRE COMME ELLE EST FAITE AU CIEL </a:t>
            </a:r>
          </a:p>
          <a:p>
            <a:pPr>
              <a:defRPr/>
            </a:pPr>
            <a:r>
              <a:rPr lang="fr-FR" smtClean="0"/>
              <a:t>     On Earth as it is in Heaven
4-  QU’ELLE VIENNE ICI </a:t>
            </a:r>
          </a:p>
          <a:p>
            <a:pPr>
              <a:defRPr/>
            </a:pPr>
            <a:r>
              <a:rPr lang="fr-FR" smtClean="0"/>
              <a:t>      Let Heaven come to</a:t>
            </a:r>
          </a:p>
          <a:p>
            <a:pPr>
              <a:defRPr/>
            </a:pPr>
            <a:r>
              <a:rPr lang="fr-FR" smtClean="0"/>
              <a:t>5-  SUR TERRE COMME ELLE EST FAITE AU CIEL </a:t>
            </a:r>
          </a:p>
          <a:p>
            <a:pPr>
              <a:defRPr/>
            </a:pPr>
            <a:r>
              <a:rPr lang="fr-FR" smtClean="0"/>
              <a:t>     On Earth as it is in Heaven
6-  QUE LE CIEL VIENNE </a:t>
            </a:r>
          </a:p>
          <a:p>
            <a:pPr>
              <a:defRPr/>
            </a:pPr>
            <a:r>
              <a:rPr lang="fr-FR" smtClean="0"/>
              <a:t>     Let Heaven come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1
7-  QUE LE CIEL VIENNE QUE LE CIEL VIENNE </a:t>
            </a:r>
          </a:p>
          <a:p>
            <a:pPr>
              <a:defRPr/>
            </a:pPr>
            <a:r>
              <a:rPr lang="fr-FR" smtClean="0"/>
              <a:t>        Let Heaven come, let Heaven come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2
8-  À TOI EST LE RÈGNE À TOI LA PUISSANCE </a:t>
            </a:r>
          </a:p>
          <a:p>
            <a:pPr>
              <a:defRPr/>
            </a:pPr>
            <a:r>
              <a:rPr lang="fr-FR" smtClean="0"/>
              <a:t>     Yours is the Kingdom, Yours is the power</a:t>
            </a:r>
          </a:p>
          <a:p>
            <a:pPr>
              <a:defRPr/>
            </a:pPr>
            <a:r>
              <a:rPr lang="fr-FR" smtClean="0"/>
              <a:t>9-  À TOI EST LA GLOIRE POUR TOUJOURS AMEN    X2</a:t>
            </a:r>
          </a:p>
          <a:p>
            <a:pPr>
              <a:defRPr/>
            </a:pPr>
            <a:r>
              <a:rPr lang="fr-FR" smtClean="0"/>
              <a:t>    Yours is the glory forever, amen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</a:t>
            </a:r>
          </a:p>
          <a:p>
            <a:r>
              <a:rPr lang="fr-FR" smtClean="0"/>
              <a:t>1-  NOTRE PÈRE, DANS LES CIEUX QUE TON NOM SOIT SANCTIFIÉ</a:t>
            </a:r>
          </a:p>
          <a:p>
            <a:r>
              <a:rPr lang="fr-FR" smtClean="0"/>
              <a:t>     Our Father in Heaven Hallowed be Your name</a:t>
            </a:r>
          </a:p>
          <a:p>
            <a:r>
              <a:rPr lang="fr-FR" smtClean="0"/>
              <a:t> 
2-  QUE TON ROYAUME VIENNE SUR TERRE ET FAIS TA VOLONTÉ</a:t>
            </a:r>
          </a:p>
          <a:p>
            <a:r>
              <a:rPr lang="fr-FR" smtClean="0"/>
              <a:t>     Your Kingdom come quickly  Your will be done the same</a:t>
            </a:r>
          </a:p>
          <a:p>
            <a:r>
              <a:rPr lang="fr-FR" smtClean="0"/>
              <a:t> </a:t>
            </a:r>
          </a:p>
          <a:p>
            <a:endParaRPr lang="fr-FR" smtClean="0"/>
          </a:p>
          <a:p>
            <a:r>
              <a:rPr lang="fr-FR" smtClean="0"/>
              <a:t>REFRAIN
3-  SUR TERRE COMME ELLE EST FAITE AU CIEL </a:t>
            </a:r>
          </a:p>
          <a:p>
            <a:r>
              <a:rPr lang="fr-FR" smtClean="0"/>
              <a:t>     On Earth as it is in Heaven
4-  QU’ELLE VIENNE ICI </a:t>
            </a:r>
          </a:p>
          <a:p>
            <a:r>
              <a:rPr lang="fr-FR" smtClean="0"/>
              <a:t>      Let Heaven come to</a:t>
            </a:r>
          </a:p>
          <a:p>
            <a:r>
              <a:rPr lang="fr-FR" smtClean="0"/>
              <a:t>5-  SUR TERRE COMME ELLE EST FAITE AU CIEL </a:t>
            </a:r>
          </a:p>
          <a:p>
            <a:r>
              <a:rPr lang="fr-FR" smtClean="0"/>
              <a:t>     On Earth as it is in Heaven
6-  QUE LE CIEL VIENNE </a:t>
            </a:r>
          </a:p>
          <a:p>
            <a:r>
              <a:rPr lang="fr-FR" smtClean="0"/>
              <a:t>     Let Heaven come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1
7-  QUE LE CIEL VIENNE QUE LE CIEL VIENNE </a:t>
            </a:r>
          </a:p>
          <a:p>
            <a:r>
              <a:rPr lang="fr-FR" smtClean="0"/>
              <a:t>        Let Heaven come, let Heaven come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2
8-  À TOI EST LE RÈGNE À TOI LA PUISSANCE </a:t>
            </a:r>
          </a:p>
          <a:p>
            <a:r>
              <a:rPr lang="fr-FR" smtClean="0"/>
              <a:t>     Yours is the Kingdom, Yours is the power</a:t>
            </a:r>
          </a:p>
          <a:p>
            <a:r>
              <a:rPr lang="fr-FR" smtClean="0"/>
              <a:t>9-  À TOI EST LA GLOIRE POUR TOUJOURS AMEN    X2</a:t>
            </a:r>
          </a:p>
          <a:p>
            <a:r>
              <a:rPr lang="fr-FR" smtClean="0"/>
              <a:t>    Yours is the glory forever, amen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D1DD5D-C759-4CB0-9077-15076A1AA4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ACF76-B33A-49F0-B856-7F7FCA5FD7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167A48-1B20-4100-8800-0451181565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3E2931-29DC-4C64-AEBA-A301A78401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F9DE13-481E-4FAC-814B-1809003E3B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23E2B5-C49A-473D-9913-4D0A4A9E37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9F05C-27A1-4DDD-865B-0FD3EC7718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1E28E-29D3-42BE-B9C8-5068356DAF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48247C-7F41-4CAD-8669-7F186BBF53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E71DC-0F1E-44DC-B89D-3A259F2DBC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FF47E-16B3-423B-8E54-7441263E8D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0C412FA-C73E-4F5F-B410-932386FA18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PÈRE, DANS LES CIEUX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TON NOM SOIT SANCTIFIÉ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TON ROYAUME VIENNE SUR TERRE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FAIS TA VOLONTÉ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TERRE COMME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EST FAITE AU CIEL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QU’ELLE VIENNE ICI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TERRE COMME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EST FAITE AU CIEL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CIEL VIENNE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CIEL VIENNE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CIEL VIENNE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TOI EST LE RÈGNE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TOI LA PUISSANCE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TOI EST LA GLOIRE POUR TOUJOURS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AMEN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1496</TotalTime>
  <Words>483</Words>
  <Application>Microsoft Office PowerPoint</Application>
  <PresentationFormat>On-screen Show (4:3)</PresentationFormat>
  <Paragraphs>430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150</cp:revision>
  <dcterms:created xsi:type="dcterms:W3CDTF">2002-08-17T10:50:50Z</dcterms:created>
  <dcterms:modified xsi:type="dcterms:W3CDTF">2017-12-31T08:46:07Z</dcterms:modified>
</cp:coreProperties>
</file>