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17" autoAdjust="0"/>
    <p:restoredTop sz="41373" autoAdjust="0"/>
  </p:normalViewPr>
  <p:slideViewPr>
    <p:cSldViewPr>
      <p:cViewPr varScale="1">
        <p:scale>
          <a:sx n="43" d="100"/>
          <a:sy n="43" d="100"/>
        </p:scale>
        <p:origin x="-55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33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24/11/2019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J’ÉLÈVE UN ALLÉLUIA  EN PRÉSENCE DE MES ENNEMIS</a:t>
            </a:r>
          </a:p>
          <a:p>
            <a:r>
              <a:rPr lang="fr-FR" b="0" smtClean="0"/>
              <a:t>I raise a hallelujah in the presence of my enemies 
2-  J’ÉLÈVE UN ALLÉLUIA PLUS FORT QUE LE DOUTE EN MOI </a:t>
            </a:r>
          </a:p>
          <a:p>
            <a:r>
              <a:rPr lang="fr-FR" b="0" smtClean="0"/>
              <a:t>I raise a hallelujah louder than the unbelief
3-  J’ÉLÈVE UN ALLÉLUIA MON ARME EST UNE MÉLODIE </a:t>
            </a:r>
          </a:p>
          <a:p>
            <a:r>
              <a:rPr lang="fr-FR" b="0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5-  JE CHANTERAI  AU MILIEU DE LA TEMPÊTE </a:t>
            </a:r>
          </a:p>
          <a:p>
            <a:r>
              <a:rPr lang="fr-FR" b="0" smtClean="0"/>
              <a:t>	I’m gonna sing in the middle of the storm
	6-  DE PLUS EN PLUS FORT  MA LOUANGE RUGIRA </a:t>
            </a:r>
          </a:p>
          <a:p>
            <a:r>
              <a:rPr lang="fr-FR" b="0" smtClean="0"/>
              <a:t>	Louder and louder you’re gonna hear my praises roar
	7-  ET DE CES CENDRES L’ESPOIR NAÎTRA </a:t>
            </a:r>
          </a:p>
          <a:p>
            <a:r>
              <a:rPr lang="fr-FR" b="0" smtClean="0"/>
              <a:t>	Up from the ashes hope will arise
	8-  LA MORT EST VAINCUE  LE ROI EST VIVANT </a:t>
            </a:r>
          </a:p>
          <a:p>
            <a:r>
              <a:rPr lang="fr-FR" b="0" smtClean="0"/>
              <a:t>	Death is defeated the King is alive</a:t>
            </a:r>
            <a:br>
              <a:rPr lang="fr-FR" b="0" smtClean="0"/>
            </a:br>
            <a:r>
              <a:rPr lang="fr-FR" b="0" smtClean="0"/>
              <a:t>
9-  J’ÉLÈVE UN ALLÉLUIA AVEC TOUT CE QUE J’AI EN MOI </a:t>
            </a:r>
          </a:p>
          <a:p>
            <a:r>
              <a:rPr lang="fr-FR" b="0" smtClean="0"/>
              <a:t>I raise a hallelujah with everything inside of me
10-  J’ÉLÈVE UN ALLÉLUIA  ET LE MAL FLÉCHIRA </a:t>
            </a:r>
          </a:p>
          <a:p>
            <a:r>
              <a:rPr lang="fr-FR" b="0" smtClean="0"/>
              <a:t>I raise a hallelujah I will watch the darkness flee
11-  J’ÉLÈVE UN ALLÉLUIA MÊME SI JE NE COMPRENDS PAS </a:t>
            </a:r>
          </a:p>
          <a:p>
            <a:r>
              <a:rPr lang="fr-FR" b="0" smtClean="0"/>
              <a:t>I raise a hallelujah in the middle of the mystery
12-  J’ÉLÈVE UN ALLÉLUIA  PEUR, TU NE ME VAINCRAS PAS ! 
I raise a hallelujah fear you lost your hold on me</a:t>
            </a:r>
            <a:br>
              <a:rPr lang="fr-FR" b="0" smtClean="0"/>
            </a:br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13-  CHANTE UN PEU PLUS FORT  x4
Sing a little louder (Sing a little louder)</a:t>
            </a:r>
          </a:p>
          <a:p>
            <a:endParaRPr lang="fr-FR" b="0" smtClean="0"/>
          </a:p>
          <a:p>
            <a:r>
              <a:rPr lang="fr-FR" b="0" smtClean="0"/>
              <a:t>Pont 2:</a:t>
            </a:r>
          </a:p>
          <a:p>
            <a:r>
              <a:rPr lang="fr-FR" b="0" smtClean="0"/>
              <a:t>14-  JE CHANTE UN PEU PLUS FORT  EN PRÉSENCE DE MES ENNEMIS </a:t>
            </a:r>
          </a:p>
          <a:p>
            <a:r>
              <a:rPr lang="fr-FR" b="0" smtClean="0"/>
              <a:t>Sing a little louder in the presence of my enemies
15-  CHANTE UN PEU PLUS FORT PLUS FORT QUE LE DOUTE EN MOI </a:t>
            </a:r>
          </a:p>
          <a:p>
            <a:r>
              <a:rPr lang="fr-FR" b="0" smtClean="0"/>
              <a:t>Sing a little louder louder than the unbelief</a:t>
            </a:r>
          </a:p>
          <a:p>
            <a:r>
              <a:rPr lang="fr-FR" b="0" smtClean="0"/>
              <a:t>16 - CHANTE UN PEU PLUS FORT MON ARME EST UNE MELODIE </a:t>
            </a:r>
          </a:p>
          <a:p>
            <a:r>
              <a:rPr lang="fr-FR" b="0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18 - J’ÉLÈVE UN ALLÉLUIA 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 UN ALLÉLUIA  EN PRÉSENCE DE MES ENNEMIS</a:t>
            </a:r>
          </a:p>
          <a:p>
            <a:r>
              <a:rPr lang="fr-FR" smtClean="0"/>
              <a:t>I raise a hallelujah in the presence of my enemies 
2-  J’ÉLÈVE UN ALLÉLUIA PLUS FORT QUE LE DOUTE EN MOI </a:t>
            </a:r>
          </a:p>
          <a:p>
            <a:r>
              <a:rPr lang="fr-FR" smtClean="0"/>
              <a:t>I raise a hallelujah louder than the unbelief
3-  J’ÉLÈVE UN ALLÉLUIA MON ARME EST UNE MÉLODIE </a:t>
            </a:r>
          </a:p>
          <a:p>
            <a:r>
              <a:rPr lang="fr-FR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JE CHANTERAI  AU MILIEU DE LA TEMPÊTE </a:t>
            </a:r>
          </a:p>
          <a:p>
            <a:r>
              <a:rPr lang="fr-FR" smtClean="0"/>
              <a:t>	I’m gonna sing in the middle of the storm
	6-  DE PLUS EN PLUS FORT  MA LOUANGE RUGIRA </a:t>
            </a:r>
          </a:p>
          <a:p>
            <a:r>
              <a:rPr lang="fr-FR" smtClean="0"/>
              <a:t>	Louder and louder you’re gonna hear my praises roar
	7-  ET DE CES CENDRES L’ESPOIR NAÎTRA </a:t>
            </a:r>
          </a:p>
          <a:p>
            <a:r>
              <a:rPr lang="fr-FR" smtClean="0"/>
              <a:t>	Up from the ashes hope will arise
	8-  LA MORT EST VAINCUE  LE ROI EST VIVANT </a:t>
            </a:r>
          </a:p>
          <a:p>
            <a:r>
              <a:rPr lang="fr-FR" smtClean="0"/>
              <a:t>	Death is defeated the King is alive</a:t>
            </a:r>
            <a:br>
              <a:rPr lang="fr-FR" smtClean="0"/>
            </a:br>
            <a:r>
              <a:rPr lang="fr-FR" smtClean="0"/>
              <a:t>
9-  J’ÉLÈVE UN ALLÉLUIA AVEC TOUT CE QUE J’AI EN MOI </a:t>
            </a:r>
          </a:p>
          <a:p>
            <a:r>
              <a:rPr lang="fr-FR" smtClean="0"/>
              <a:t>I raise a hallelujah with everything inside of me
10-  J’ÉLÈVE UN ALLÉLUIA  ET LE MAL FLÉCHIRA </a:t>
            </a:r>
          </a:p>
          <a:p>
            <a:r>
              <a:rPr lang="fr-FR" smtClean="0"/>
              <a:t>I raise a hallelujah I will watch the darkness flee
11-  J’ÉLÈVE UN ALLÉLUIA MÊME SI JE NE COMPRENDS PAS </a:t>
            </a:r>
          </a:p>
          <a:p>
            <a:r>
              <a:rPr lang="fr-FR" smtClean="0"/>
              <a:t>I raise a hallelujah in the middle of the mystery
12-  J’ÉLÈVE UN ALLÉLUIA  PEUR, TU NE ME VAINCRAS PAS ! 
I raise a hallelujah fear you lost your hold on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13-  CHANTE UN PEU PLUS FORT  x4
Sing a little louder (Sing a little louder)</a:t>
            </a:r>
          </a:p>
          <a:p>
            <a:endParaRPr lang="fr-FR" smtClean="0"/>
          </a:p>
          <a:p>
            <a:r>
              <a:rPr lang="fr-FR" smtClean="0"/>
              <a:t>Pont 2:</a:t>
            </a:r>
          </a:p>
          <a:p>
            <a:r>
              <a:rPr lang="fr-FR" smtClean="0"/>
              <a:t>14-  JE CHANTE UN PEU PLUS FORT  EN PRÉSENCE DE MES ENNEMIS </a:t>
            </a:r>
          </a:p>
          <a:p>
            <a:r>
              <a:rPr lang="fr-FR" smtClean="0"/>
              <a:t>Sing a little louder in the presence of my enemies
15-  CHANTE UN PEU PLUS FORT PLUS FORT QUE LE DOUTE EN MOI </a:t>
            </a:r>
          </a:p>
          <a:p>
            <a:r>
              <a:rPr lang="fr-FR" smtClean="0"/>
              <a:t>Sing a little louder louder than the unbelief</a:t>
            </a:r>
          </a:p>
          <a:p>
            <a:r>
              <a:rPr lang="fr-FR" smtClean="0"/>
              <a:t>16 - CHANTE UN PEU PLUS FORT MON ARME EST UNE MELODIE </a:t>
            </a:r>
          </a:p>
          <a:p>
            <a:r>
              <a:rPr lang="fr-FR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18 - J’ÉLÈVE UN ALLÉLUIA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J’ÉLÈVE UN ALLÉLUIA  EN PRÉSENCE DE MES ENNEMIS</a:t>
            </a:r>
          </a:p>
          <a:p>
            <a:r>
              <a:rPr lang="fr-FR" b="0" smtClean="0"/>
              <a:t>I raise a hallelujah in the presence of my enemies 
2-  J’ÉLÈVE UN ALLÉLUIA PLUS FORT QUE LE DOUTE EN MOI </a:t>
            </a:r>
          </a:p>
          <a:p>
            <a:r>
              <a:rPr lang="fr-FR" b="0" smtClean="0"/>
              <a:t>I raise a hallelujah louder than the unbelief
3-  J’ÉLÈVE UN ALLÉLUIA MON ARME EST UNE MÉLODIE </a:t>
            </a:r>
          </a:p>
          <a:p>
            <a:r>
              <a:rPr lang="fr-FR" b="0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5-  JE CHANTERAI  AU MILIEU DE LA TEMPÊTE </a:t>
            </a:r>
          </a:p>
          <a:p>
            <a:r>
              <a:rPr lang="fr-FR" b="0" smtClean="0"/>
              <a:t>	I’m gonna sing in the middle of the storm
	6-  DE PLUS EN PLUS FORT  MA LOUANGE RUGIRA </a:t>
            </a:r>
          </a:p>
          <a:p>
            <a:r>
              <a:rPr lang="fr-FR" b="0" smtClean="0"/>
              <a:t>	Louder and louder you’re gonna hear my praises roar
	7-  ET DE CES CENDRES L’ESPOIR NAÎTRA </a:t>
            </a:r>
          </a:p>
          <a:p>
            <a:r>
              <a:rPr lang="fr-FR" b="0" smtClean="0"/>
              <a:t>	Up from the ashes hope will arise
	8-  LA MORT EST VAINCUE  LE ROI EST VIVANT </a:t>
            </a:r>
          </a:p>
          <a:p>
            <a:r>
              <a:rPr lang="fr-FR" b="0" smtClean="0"/>
              <a:t>	Death is defeated the King is alive</a:t>
            </a:r>
            <a:br>
              <a:rPr lang="fr-FR" b="0" smtClean="0"/>
            </a:br>
            <a:r>
              <a:rPr lang="fr-FR" b="0" smtClean="0"/>
              <a:t>
9-  J’ÉLÈVE UN ALLÉLUIA AVEC TOUT CE QUE J’AI EN MOI </a:t>
            </a:r>
          </a:p>
          <a:p>
            <a:r>
              <a:rPr lang="fr-FR" b="0" smtClean="0"/>
              <a:t>I raise a hallelujah with everything inside of me
10-  J’ÉLÈVE UN ALLÉLUIA  ET LE MAL FLÉCHIRA </a:t>
            </a:r>
          </a:p>
          <a:p>
            <a:r>
              <a:rPr lang="fr-FR" b="0" smtClean="0"/>
              <a:t>I raise a hallelujah I will watch the darkness flee
11-  J’ÉLÈVE UN ALLÉLUIA MÊME SI JE NE COMPRENDS PAS </a:t>
            </a:r>
          </a:p>
          <a:p>
            <a:r>
              <a:rPr lang="fr-FR" b="0" smtClean="0"/>
              <a:t>I raise a hallelujah in the middle of the mystery
12-  J’ÉLÈVE UN ALLÉLUIA  PEUR, TU NE ME VAINCRAS PAS ! 
I raise a hallelujah fear you lost your hold on me</a:t>
            </a:r>
            <a:br>
              <a:rPr lang="fr-FR" b="0" smtClean="0"/>
            </a:br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13-  CHANTE UN PEU PLUS FORT  x4
Sing a little louder (Sing a little louder)</a:t>
            </a:r>
          </a:p>
          <a:p>
            <a:endParaRPr lang="fr-FR" b="0" smtClean="0"/>
          </a:p>
          <a:p>
            <a:r>
              <a:rPr lang="fr-FR" b="0" smtClean="0"/>
              <a:t>Pont 2:</a:t>
            </a:r>
          </a:p>
          <a:p>
            <a:r>
              <a:rPr lang="fr-FR" b="0" smtClean="0"/>
              <a:t>14-  JE CHANTE UN PEU PLUS FORT  EN PRÉSENCE DE MES ENNEMIS </a:t>
            </a:r>
          </a:p>
          <a:p>
            <a:r>
              <a:rPr lang="fr-FR" b="0" smtClean="0"/>
              <a:t>Sing a little louder in the presence of my enemies
15-  CHANTE UN PEU PLUS FORT PLUS FORT QUE LE DOUTE EN MOI </a:t>
            </a:r>
          </a:p>
          <a:p>
            <a:r>
              <a:rPr lang="fr-FR" b="0" smtClean="0"/>
              <a:t>Sing a little louder louder than the unbelief</a:t>
            </a:r>
          </a:p>
          <a:p>
            <a:r>
              <a:rPr lang="fr-FR" b="0" smtClean="0"/>
              <a:t>16 - CHANTE UN PEU PLUS FORT MON ARME EST UNE MELODIE </a:t>
            </a:r>
          </a:p>
          <a:p>
            <a:r>
              <a:rPr lang="fr-FR" b="0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18 - J’ÉLÈVE UN ALLÉLUIA 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 UN ALLÉLUIA  EN PRÉSENCE DE MES ENNEMIS</a:t>
            </a:r>
          </a:p>
          <a:p>
            <a:r>
              <a:rPr lang="fr-FR" smtClean="0"/>
              <a:t>I raise a hallelujah in the presence of my enemies 
2-  J’ÉLÈVE UN ALLÉLUIA PLUS FORT QUE LE DOUTE EN MOI </a:t>
            </a:r>
          </a:p>
          <a:p>
            <a:r>
              <a:rPr lang="fr-FR" smtClean="0"/>
              <a:t>I raise a hallelujah louder than the unbelief
3-  J’ÉLÈVE UN ALLÉLUIA MON ARME EST UNE MÉLODIE </a:t>
            </a:r>
          </a:p>
          <a:p>
            <a:r>
              <a:rPr lang="fr-FR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JE CHANTERAI  AU MILIEU DE LA TEMPÊTE </a:t>
            </a:r>
          </a:p>
          <a:p>
            <a:r>
              <a:rPr lang="fr-FR" smtClean="0"/>
              <a:t>	I’m gonna sing in the middle of the storm
	6-  DE PLUS EN PLUS FORT  MA LOUANGE RUGIRA </a:t>
            </a:r>
          </a:p>
          <a:p>
            <a:r>
              <a:rPr lang="fr-FR" smtClean="0"/>
              <a:t>	Louder and louder you’re gonna hear my praises roar
	7-  ET DE CES CENDRES L’ESPOIR NAÎTRA </a:t>
            </a:r>
          </a:p>
          <a:p>
            <a:r>
              <a:rPr lang="fr-FR" smtClean="0"/>
              <a:t>	Up from the ashes hope will arise
	8-  LA MORT EST VAINCUE  LE ROI EST VIVANT </a:t>
            </a:r>
          </a:p>
          <a:p>
            <a:r>
              <a:rPr lang="fr-FR" smtClean="0"/>
              <a:t>	Death is defeated the King is alive</a:t>
            </a:r>
            <a:br>
              <a:rPr lang="fr-FR" smtClean="0"/>
            </a:br>
            <a:r>
              <a:rPr lang="fr-FR" smtClean="0"/>
              <a:t>
9-  J’ÉLÈVE UN ALLÉLUIA AVEC TOUT CE QUE J’AI EN MOI </a:t>
            </a:r>
          </a:p>
          <a:p>
            <a:r>
              <a:rPr lang="fr-FR" smtClean="0"/>
              <a:t>I raise a hallelujah with everything inside of me
10-  J’ÉLÈVE UN ALLÉLUIA  ET LE MAL FLÉCHIRA </a:t>
            </a:r>
          </a:p>
          <a:p>
            <a:r>
              <a:rPr lang="fr-FR" smtClean="0"/>
              <a:t>I raise a hallelujah I will watch the darkness flee
11-  J’ÉLÈVE UN ALLÉLUIA MÊME SI JE NE COMPRENDS PAS </a:t>
            </a:r>
          </a:p>
          <a:p>
            <a:r>
              <a:rPr lang="fr-FR" smtClean="0"/>
              <a:t>I raise a hallelujah in the middle of the mystery
12-  J’ÉLÈVE UN ALLÉLUIA  PEUR, TU NE ME VAINCRAS PAS ! 
I raise a hallelujah fear you lost your hold on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13-  CHANTE UN PEU PLUS FORT  x4
Sing a little louder (Sing a little louder)</a:t>
            </a:r>
          </a:p>
          <a:p>
            <a:endParaRPr lang="fr-FR" smtClean="0"/>
          </a:p>
          <a:p>
            <a:r>
              <a:rPr lang="fr-FR" smtClean="0"/>
              <a:t>Pont 2:</a:t>
            </a:r>
          </a:p>
          <a:p>
            <a:r>
              <a:rPr lang="fr-FR" smtClean="0"/>
              <a:t>14-  JE CHANTE UN PEU PLUS FORT  EN PRÉSENCE DE MES ENNEMIS </a:t>
            </a:r>
          </a:p>
          <a:p>
            <a:r>
              <a:rPr lang="fr-FR" smtClean="0"/>
              <a:t>Sing a little louder in the presence of my enemies
15-  CHANTE UN PEU PLUS FORT PLUS FORT QUE LE DOUTE EN MOI </a:t>
            </a:r>
          </a:p>
          <a:p>
            <a:r>
              <a:rPr lang="fr-FR" smtClean="0"/>
              <a:t>Sing a little louder louder than the unbelief</a:t>
            </a:r>
          </a:p>
          <a:p>
            <a:r>
              <a:rPr lang="fr-FR" smtClean="0"/>
              <a:t>16 - CHANTE UN PEU PLUS FORT MON ARME EST UNE MELODIE </a:t>
            </a:r>
          </a:p>
          <a:p>
            <a:r>
              <a:rPr lang="fr-FR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18 - J’ÉLÈVE UN ALLÉLUIA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J’ÉLÈVE UN ALLÉLUIA  EN PRÉSENCE DE MES ENNEMIS</a:t>
            </a:r>
          </a:p>
          <a:p>
            <a:r>
              <a:rPr lang="fr-FR" b="0" smtClean="0"/>
              <a:t>I raise a hallelujah in the presence of my enemies 
2-  J’ÉLÈVE UN ALLÉLUIA PLUS FORT QUE LE DOUTE EN MOI </a:t>
            </a:r>
          </a:p>
          <a:p>
            <a:r>
              <a:rPr lang="fr-FR" b="0" smtClean="0"/>
              <a:t>I raise a hallelujah louder than the unbelief
3-  J’ÉLÈVE UN ALLÉLUIA MON ARME EST UNE MÉLODIE </a:t>
            </a:r>
          </a:p>
          <a:p>
            <a:r>
              <a:rPr lang="fr-FR" b="0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5-  JE CHANTERAI  AU MILIEU DE LA TEMPÊTE </a:t>
            </a:r>
          </a:p>
          <a:p>
            <a:r>
              <a:rPr lang="fr-FR" b="0" smtClean="0"/>
              <a:t>	I’m gonna sing in the middle of the storm
	6-  DE PLUS EN PLUS FORT  MA LOUANGE RUGIRA </a:t>
            </a:r>
          </a:p>
          <a:p>
            <a:r>
              <a:rPr lang="fr-FR" b="0" smtClean="0"/>
              <a:t>	Louder and louder you’re gonna hear my praises roar
	7-  ET DE CES CENDRES L’ESPOIR NAÎTRA </a:t>
            </a:r>
          </a:p>
          <a:p>
            <a:r>
              <a:rPr lang="fr-FR" b="0" smtClean="0"/>
              <a:t>	Up from the ashes hope will arise
	8-  LA MORT EST VAINCUE  LE ROI EST VIVANT </a:t>
            </a:r>
          </a:p>
          <a:p>
            <a:r>
              <a:rPr lang="fr-FR" b="0" smtClean="0"/>
              <a:t>	Death is defeated the King is alive</a:t>
            </a:r>
            <a:br>
              <a:rPr lang="fr-FR" b="0" smtClean="0"/>
            </a:br>
            <a:r>
              <a:rPr lang="fr-FR" b="0" smtClean="0"/>
              <a:t>
9-  J’ÉLÈVE UN ALLÉLUIA AVEC TOUT CE QUE J’AI EN MOI </a:t>
            </a:r>
          </a:p>
          <a:p>
            <a:r>
              <a:rPr lang="fr-FR" b="0" smtClean="0"/>
              <a:t>I raise a hallelujah with everything inside of me
10-  J’ÉLÈVE UN ALLÉLUIA  ET LE MAL FLÉCHIRA </a:t>
            </a:r>
          </a:p>
          <a:p>
            <a:r>
              <a:rPr lang="fr-FR" b="0" smtClean="0"/>
              <a:t>I raise a hallelujah I will watch the darkness flee
11-  J’ÉLÈVE UN ALLÉLUIA MÊME SI JE NE COMPRENDS PAS </a:t>
            </a:r>
          </a:p>
          <a:p>
            <a:r>
              <a:rPr lang="fr-FR" b="0" smtClean="0"/>
              <a:t>I raise a hallelujah in the middle of the mystery
12-  J’ÉLÈVE UN ALLÉLUIA  PEUR, TU NE ME VAINCRAS PAS ! 
I raise a hallelujah fear you lost your hold on me</a:t>
            </a:r>
            <a:br>
              <a:rPr lang="fr-FR" b="0" smtClean="0"/>
            </a:br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13-  CHANTE UN PEU PLUS FORT  x4
Sing a little louder (Sing a little louder)</a:t>
            </a:r>
          </a:p>
          <a:p>
            <a:endParaRPr lang="fr-FR" b="0" smtClean="0"/>
          </a:p>
          <a:p>
            <a:r>
              <a:rPr lang="fr-FR" b="0" smtClean="0"/>
              <a:t>Pont 2:</a:t>
            </a:r>
          </a:p>
          <a:p>
            <a:r>
              <a:rPr lang="fr-FR" b="0" smtClean="0"/>
              <a:t>14-  JE CHANTE UN PEU PLUS FORT  EN PRÉSENCE DE MES ENNEMIS </a:t>
            </a:r>
          </a:p>
          <a:p>
            <a:r>
              <a:rPr lang="fr-FR" b="0" smtClean="0"/>
              <a:t>Sing a little louder in the presence of my enemies
15-  CHANTE UN PEU PLUS FORT PLUS FORT QUE LE DOUTE EN MOI </a:t>
            </a:r>
          </a:p>
          <a:p>
            <a:r>
              <a:rPr lang="fr-FR" b="0" smtClean="0"/>
              <a:t>Sing a little louder louder than the unbelief</a:t>
            </a:r>
          </a:p>
          <a:p>
            <a:r>
              <a:rPr lang="fr-FR" b="0" smtClean="0"/>
              <a:t>16 - CHANTE UN PEU PLUS FORT MON ARME EST UNE MELODIE </a:t>
            </a:r>
          </a:p>
          <a:p>
            <a:r>
              <a:rPr lang="fr-FR" b="0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18 - J’ÉLÈVE UN ALLÉLUIA 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 UN ALLÉLUIA  EN PRÉSENCE DE MES ENNEMIS</a:t>
            </a:r>
          </a:p>
          <a:p>
            <a:r>
              <a:rPr lang="fr-FR" smtClean="0"/>
              <a:t>I raise a hallelujah in the presence of my enemies 
2-  J’ÉLÈVE UN ALLÉLUIA PLUS FORT QUE LE DOUTE EN MOI </a:t>
            </a:r>
          </a:p>
          <a:p>
            <a:r>
              <a:rPr lang="fr-FR" smtClean="0"/>
              <a:t>I raise a hallelujah louder than the unbelief
3-  J’ÉLÈVE UN ALLÉLUIA MON ARME EST UNE MÉLODIE </a:t>
            </a:r>
          </a:p>
          <a:p>
            <a:r>
              <a:rPr lang="fr-FR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JE CHANTERAI  AU MILIEU DE LA TEMPÊTE </a:t>
            </a:r>
          </a:p>
          <a:p>
            <a:r>
              <a:rPr lang="fr-FR" smtClean="0"/>
              <a:t>	I’m gonna sing in the middle of the storm
	6-  DE PLUS EN PLUS FORT  MA LOUANGE RUGIRA </a:t>
            </a:r>
          </a:p>
          <a:p>
            <a:r>
              <a:rPr lang="fr-FR" smtClean="0"/>
              <a:t>	Louder and louder you’re gonna hear my praises roar
	7-  ET DE CES CENDRES L’ESPOIR NAÎTRA </a:t>
            </a:r>
          </a:p>
          <a:p>
            <a:r>
              <a:rPr lang="fr-FR" smtClean="0"/>
              <a:t>	Up from the ashes hope will arise
	8-  LA MORT EST VAINCUE  LE ROI EST VIVANT </a:t>
            </a:r>
          </a:p>
          <a:p>
            <a:r>
              <a:rPr lang="fr-FR" smtClean="0"/>
              <a:t>	Death is defeated the King is alive</a:t>
            </a:r>
            <a:br>
              <a:rPr lang="fr-FR" smtClean="0"/>
            </a:br>
            <a:r>
              <a:rPr lang="fr-FR" smtClean="0"/>
              <a:t>
9-  J’ÉLÈVE UN ALLÉLUIA AVEC TOUT CE QUE J’AI EN MOI </a:t>
            </a:r>
          </a:p>
          <a:p>
            <a:r>
              <a:rPr lang="fr-FR" smtClean="0"/>
              <a:t>I raise a hallelujah with everything inside of me
10-  J’ÉLÈVE UN ALLÉLUIA  ET LE MAL FLÉCHIRA </a:t>
            </a:r>
          </a:p>
          <a:p>
            <a:r>
              <a:rPr lang="fr-FR" smtClean="0"/>
              <a:t>I raise a hallelujah I will watch the darkness flee
11-  J’ÉLÈVE UN ALLÉLUIA MÊME SI JE NE COMPRENDS PAS </a:t>
            </a:r>
          </a:p>
          <a:p>
            <a:r>
              <a:rPr lang="fr-FR" smtClean="0"/>
              <a:t>I raise a hallelujah in the middle of the mystery
12-  J’ÉLÈVE UN ALLÉLUIA  PEUR, TU NE ME VAINCRAS PAS ! 
I raise a hallelujah fear you lost your hold on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13-  CHANTE UN PEU PLUS FORT  x4
Sing a little louder (Sing a little louder)</a:t>
            </a:r>
          </a:p>
          <a:p>
            <a:endParaRPr lang="fr-FR" smtClean="0"/>
          </a:p>
          <a:p>
            <a:r>
              <a:rPr lang="fr-FR" smtClean="0"/>
              <a:t>Pont 2:</a:t>
            </a:r>
          </a:p>
          <a:p>
            <a:r>
              <a:rPr lang="fr-FR" smtClean="0"/>
              <a:t>14-  JE CHANTE UN PEU PLUS FORT  EN PRÉSENCE DE MES ENNEMIS </a:t>
            </a:r>
          </a:p>
          <a:p>
            <a:r>
              <a:rPr lang="fr-FR" smtClean="0"/>
              <a:t>Sing a little louder in the presence of my enemies
15-  CHANTE UN PEU PLUS FORT PLUS FORT QUE LE DOUTE EN MOI </a:t>
            </a:r>
          </a:p>
          <a:p>
            <a:r>
              <a:rPr lang="fr-FR" smtClean="0"/>
              <a:t>Sing a little louder louder than the unbelief</a:t>
            </a:r>
          </a:p>
          <a:p>
            <a:r>
              <a:rPr lang="fr-FR" smtClean="0"/>
              <a:t>16 - CHANTE UN PEU PLUS FORT MON ARME EST UNE MELODIE </a:t>
            </a:r>
          </a:p>
          <a:p>
            <a:r>
              <a:rPr lang="fr-FR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18 - J’ÉLÈVE UN ALLÉLUIA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J’ÉLÈVE UN ALLÉLUIA  EN PRÉSENCE DE MES ENNEMIS</a:t>
            </a:r>
          </a:p>
          <a:p>
            <a:r>
              <a:rPr lang="fr-FR" b="0" smtClean="0"/>
              <a:t>I raise a hallelujah in the presence of my enemies 
2-  J’ÉLÈVE UN ALLÉLUIA PLUS FORT QUE LE DOUTE EN MOI </a:t>
            </a:r>
          </a:p>
          <a:p>
            <a:r>
              <a:rPr lang="fr-FR" b="0" smtClean="0"/>
              <a:t>I raise a hallelujah louder than the unbelief
3-  J’ÉLÈVE UN ALLÉLUIA MON ARME EST UNE MÉLODIE </a:t>
            </a:r>
          </a:p>
          <a:p>
            <a:r>
              <a:rPr lang="fr-FR" b="0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5-  JE CHANTERAI  AU MILIEU DE LA TEMPÊTE </a:t>
            </a:r>
          </a:p>
          <a:p>
            <a:r>
              <a:rPr lang="fr-FR" b="0" smtClean="0"/>
              <a:t>	I’m gonna sing in the middle of the storm
	6-  DE PLUS EN PLUS FORT  MA LOUANGE RUGIRA </a:t>
            </a:r>
          </a:p>
          <a:p>
            <a:r>
              <a:rPr lang="fr-FR" b="0" smtClean="0"/>
              <a:t>	Louder and louder you’re gonna hear my praises roar
	7-  ET DE CES CENDRES L’ESPOIR NAÎTRA </a:t>
            </a:r>
          </a:p>
          <a:p>
            <a:r>
              <a:rPr lang="fr-FR" b="0" smtClean="0"/>
              <a:t>	Up from the ashes hope will arise
	8-  LA MORT EST VAINCUE  LE ROI EST VIVANT </a:t>
            </a:r>
          </a:p>
          <a:p>
            <a:r>
              <a:rPr lang="fr-FR" b="0" smtClean="0"/>
              <a:t>	Death is defeated the King is alive</a:t>
            </a:r>
            <a:br>
              <a:rPr lang="fr-FR" b="0" smtClean="0"/>
            </a:br>
            <a:r>
              <a:rPr lang="fr-FR" b="0" smtClean="0"/>
              <a:t>
9-  J’ÉLÈVE UN ALLÉLUIA AVEC TOUT CE QUE J’AI EN MOI </a:t>
            </a:r>
          </a:p>
          <a:p>
            <a:r>
              <a:rPr lang="fr-FR" b="0" smtClean="0"/>
              <a:t>I raise a hallelujah with everything inside of me
10-  J’ÉLÈVE UN ALLÉLUIA  ET LE MAL FLÉCHIRA </a:t>
            </a:r>
          </a:p>
          <a:p>
            <a:r>
              <a:rPr lang="fr-FR" b="0" smtClean="0"/>
              <a:t>I raise a hallelujah I will watch the darkness flee
11-  J’ÉLÈVE UN ALLÉLUIA MÊME SI JE NE COMPRENDS PAS </a:t>
            </a:r>
          </a:p>
          <a:p>
            <a:r>
              <a:rPr lang="fr-FR" b="0" smtClean="0"/>
              <a:t>I raise a hallelujah in the middle of the mystery
12-  J’ÉLÈVE UN ALLÉLUIA  PEUR, TU NE ME VAINCRAS PAS ! 
I raise a hallelujah fear you lost your hold on me</a:t>
            </a:r>
            <a:br>
              <a:rPr lang="fr-FR" b="0" smtClean="0"/>
            </a:br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13-  CHANTE UN PEU PLUS FORT  x4
Sing a little louder (Sing a little louder)</a:t>
            </a:r>
          </a:p>
          <a:p>
            <a:endParaRPr lang="fr-FR" b="0" smtClean="0"/>
          </a:p>
          <a:p>
            <a:r>
              <a:rPr lang="fr-FR" b="0" smtClean="0"/>
              <a:t>Pont 2:</a:t>
            </a:r>
          </a:p>
          <a:p>
            <a:r>
              <a:rPr lang="fr-FR" b="0" smtClean="0"/>
              <a:t>14-  JE CHANTE UN PEU PLUS FORT  EN PRÉSENCE DE MES ENNEMIS </a:t>
            </a:r>
          </a:p>
          <a:p>
            <a:r>
              <a:rPr lang="fr-FR" b="0" smtClean="0"/>
              <a:t>Sing a little louder in the presence of my enemies
15-  CHANTE UN PEU PLUS FORT PLUS FORT QUE LE DOUTE EN MOI </a:t>
            </a:r>
          </a:p>
          <a:p>
            <a:r>
              <a:rPr lang="fr-FR" b="0" smtClean="0"/>
              <a:t>Sing a little louder louder than the unbelief</a:t>
            </a:r>
          </a:p>
          <a:p>
            <a:r>
              <a:rPr lang="fr-FR" b="0" smtClean="0"/>
              <a:t>16 - CHANTE UN PEU PLUS FORT MON ARME EST UNE MELODIE </a:t>
            </a:r>
          </a:p>
          <a:p>
            <a:r>
              <a:rPr lang="fr-FR" b="0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18 - J’ÉLÈVE UN ALLÉLUIA 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 UN ALLÉLUIA  EN PRÉSENCE DE MES ENNEMIS</a:t>
            </a:r>
          </a:p>
          <a:p>
            <a:r>
              <a:rPr lang="fr-FR" smtClean="0"/>
              <a:t>I raise a hallelujah in the presence of my enemies 
2-  J’ÉLÈVE UN ALLÉLUIA PLUS FORT QUE LE DOUTE EN MOI </a:t>
            </a:r>
          </a:p>
          <a:p>
            <a:r>
              <a:rPr lang="fr-FR" smtClean="0"/>
              <a:t>I raise a hallelujah louder than the unbelief
3-  J’ÉLÈVE UN ALLÉLUIA MON ARME EST UNE MÉLODIE </a:t>
            </a:r>
          </a:p>
          <a:p>
            <a:r>
              <a:rPr lang="fr-FR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JE CHANTERAI  AU MILIEU DE LA TEMPÊTE </a:t>
            </a:r>
          </a:p>
          <a:p>
            <a:r>
              <a:rPr lang="fr-FR" smtClean="0"/>
              <a:t>	I’m gonna sing in the middle of the storm
	6-  DE PLUS EN PLUS FORT  MA LOUANGE RUGIRA </a:t>
            </a:r>
          </a:p>
          <a:p>
            <a:r>
              <a:rPr lang="fr-FR" smtClean="0"/>
              <a:t>	Louder and louder you’re gonna hear my praises roar
	7-  ET DE CES CENDRES L’ESPOIR NAÎTRA </a:t>
            </a:r>
          </a:p>
          <a:p>
            <a:r>
              <a:rPr lang="fr-FR" smtClean="0"/>
              <a:t>	Up from the ashes hope will arise
	8-  LA MORT EST VAINCUE  LE ROI EST VIVANT </a:t>
            </a:r>
          </a:p>
          <a:p>
            <a:r>
              <a:rPr lang="fr-FR" smtClean="0"/>
              <a:t>	Death is defeated the King is alive</a:t>
            </a:r>
            <a:br>
              <a:rPr lang="fr-FR" smtClean="0"/>
            </a:br>
            <a:r>
              <a:rPr lang="fr-FR" smtClean="0"/>
              <a:t>
9-  J’ÉLÈVE UN ALLÉLUIA AVEC TOUT CE QUE J’AI EN MOI </a:t>
            </a:r>
          </a:p>
          <a:p>
            <a:r>
              <a:rPr lang="fr-FR" smtClean="0"/>
              <a:t>I raise a hallelujah with everything inside of me
10-  J’ÉLÈVE UN ALLÉLUIA  ET LE MAL FLÉCHIRA </a:t>
            </a:r>
          </a:p>
          <a:p>
            <a:r>
              <a:rPr lang="fr-FR" smtClean="0"/>
              <a:t>I raise a hallelujah I will watch the darkness flee
11-  J’ÉLÈVE UN ALLÉLUIA MÊME SI JE NE COMPRENDS PAS </a:t>
            </a:r>
          </a:p>
          <a:p>
            <a:r>
              <a:rPr lang="fr-FR" smtClean="0"/>
              <a:t>I raise a hallelujah in the middle of the mystery
12-  J’ÉLÈVE UN ALLÉLUIA  PEUR, TU NE ME VAINCRAS PAS ! 
I raise a hallelujah fear you lost your hold on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13-  CHANTE UN PEU PLUS FORT  x4
Sing a little louder (Sing a little louder)</a:t>
            </a:r>
          </a:p>
          <a:p>
            <a:endParaRPr lang="fr-FR" smtClean="0"/>
          </a:p>
          <a:p>
            <a:r>
              <a:rPr lang="fr-FR" smtClean="0"/>
              <a:t>Pont 2:</a:t>
            </a:r>
          </a:p>
          <a:p>
            <a:r>
              <a:rPr lang="fr-FR" smtClean="0"/>
              <a:t>14-  JE CHANTE UN PEU PLUS FORT  EN PRÉSENCE DE MES ENNEMIS </a:t>
            </a:r>
          </a:p>
          <a:p>
            <a:r>
              <a:rPr lang="fr-FR" smtClean="0"/>
              <a:t>Sing a little louder in the presence of my enemies
15-  CHANTE UN PEU PLUS FORT PLUS FORT QUE LE DOUTE EN MOI </a:t>
            </a:r>
          </a:p>
          <a:p>
            <a:r>
              <a:rPr lang="fr-FR" smtClean="0"/>
              <a:t>Sing a little louder louder than the unbelief</a:t>
            </a:r>
          </a:p>
          <a:p>
            <a:r>
              <a:rPr lang="fr-FR" smtClean="0"/>
              <a:t>16 - CHANTE UN PEU PLUS FORT MON ARME EST UNE MELODIE </a:t>
            </a:r>
          </a:p>
          <a:p>
            <a:r>
              <a:rPr lang="fr-FR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18 - J’ÉLÈVE UN ALLÉLUIA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J’ÉLÈVE UN ALLÉLUIA  EN PRÉSENCE DE MES ENNEMIS</a:t>
            </a:r>
          </a:p>
          <a:p>
            <a:r>
              <a:rPr lang="fr-FR" b="0" smtClean="0"/>
              <a:t>I raise a hallelujah in the presence of my enemies 
2-  J’ÉLÈVE UN ALLÉLUIA PLUS FORT QUE LE DOUTE EN MOI </a:t>
            </a:r>
          </a:p>
          <a:p>
            <a:r>
              <a:rPr lang="fr-FR" b="0" smtClean="0"/>
              <a:t>I raise a hallelujah louder than the unbelief
3-  J’ÉLÈVE UN ALLÉLUIA MON ARME EST UNE MÉLODIE </a:t>
            </a:r>
          </a:p>
          <a:p>
            <a:r>
              <a:rPr lang="fr-FR" b="0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5-  JE CHANTERAI  AU MILIEU DE LA TEMPÊTE </a:t>
            </a:r>
          </a:p>
          <a:p>
            <a:r>
              <a:rPr lang="fr-FR" b="0" smtClean="0"/>
              <a:t>	I’m gonna sing in the middle of the storm
	6-  DE PLUS EN PLUS FORT  MA LOUANGE RUGIRA </a:t>
            </a:r>
          </a:p>
          <a:p>
            <a:r>
              <a:rPr lang="fr-FR" b="0" smtClean="0"/>
              <a:t>	Louder and louder you’re gonna hear my praises roar
	7-  ET DE CES CENDRES L’ESPOIR NAÎTRA </a:t>
            </a:r>
          </a:p>
          <a:p>
            <a:r>
              <a:rPr lang="fr-FR" b="0" smtClean="0"/>
              <a:t>	Up from the ashes hope will arise
	8-  LA MORT EST VAINCUE  LE ROI EST VIVANT </a:t>
            </a:r>
          </a:p>
          <a:p>
            <a:r>
              <a:rPr lang="fr-FR" b="0" smtClean="0"/>
              <a:t>	Death is defeated the King is alive</a:t>
            </a:r>
            <a:br>
              <a:rPr lang="fr-FR" b="0" smtClean="0"/>
            </a:br>
            <a:r>
              <a:rPr lang="fr-FR" b="0" smtClean="0"/>
              <a:t>
9-  J’ÉLÈVE UN ALLÉLUIA AVEC TOUT CE QUE J’AI EN MOI </a:t>
            </a:r>
          </a:p>
          <a:p>
            <a:r>
              <a:rPr lang="fr-FR" b="0" smtClean="0"/>
              <a:t>I raise a hallelujah with everything inside of me
10-  J’ÉLÈVE UN ALLÉLUIA  ET LE MAL FLÉCHIRA </a:t>
            </a:r>
          </a:p>
          <a:p>
            <a:r>
              <a:rPr lang="fr-FR" b="0" smtClean="0"/>
              <a:t>I raise a hallelujah I will watch the darkness flee
11-  J’ÉLÈVE UN ALLÉLUIA MÊME SI JE NE COMPRENDS PAS </a:t>
            </a:r>
          </a:p>
          <a:p>
            <a:r>
              <a:rPr lang="fr-FR" b="0" smtClean="0"/>
              <a:t>I raise a hallelujah in the middle of the mystery
12-  J’ÉLÈVE UN ALLÉLUIA  PEUR, TU NE ME VAINCRAS PAS ! 
I raise a hallelujah fear you lost your hold on me</a:t>
            </a:r>
            <a:br>
              <a:rPr lang="fr-FR" b="0" smtClean="0"/>
            </a:br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13-  CHANTE UN PEU PLUS FORT  x4
Sing a little louder (Sing a little louder)</a:t>
            </a:r>
          </a:p>
          <a:p>
            <a:endParaRPr lang="fr-FR" b="0" smtClean="0"/>
          </a:p>
          <a:p>
            <a:r>
              <a:rPr lang="fr-FR" b="0" smtClean="0"/>
              <a:t>Pont 2:</a:t>
            </a:r>
          </a:p>
          <a:p>
            <a:r>
              <a:rPr lang="fr-FR" b="0" smtClean="0"/>
              <a:t>14-  JE CHANTE UN PEU PLUS FORT  EN PRÉSENCE DE MES ENNEMIS </a:t>
            </a:r>
          </a:p>
          <a:p>
            <a:r>
              <a:rPr lang="fr-FR" b="0" smtClean="0"/>
              <a:t>Sing a little louder in the presence of my enemies
15-  CHANTE UN PEU PLUS FORT PLUS FORT QUE LE DOUTE EN MOI </a:t>
            </a:r>
          </a:p>
          <a:p>
            <a:r>
              <a:rPr lang="fr-FR" b="0" smtClean="0"/>
              <a:t>Sing a little louder louder than the unbelief</a:t>
            </a:r>
          </a:p>
          <a:p>
            <a:r>
              <a:rPr lang="fr-FR" b="0" smtClean="0"/>
              <a:t>16 - CHANTE UN PEU PLUS FORT MON ARME EST UNE MELODIE </a:t>
            </a:r>
          </a:p>
          <a:p>
            <a:r>
              <a:rPr lang="fr-FR" b="0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18 - J’ÉLÈVE UN ALLÉLUIA 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 UN ALLÉLUIA  EN PRÉSENCE DE MES ENNEMIS</a:t>
            </a:r>
          </a:p>
          <a:p>
            <a:r>
              <a:rPr lang="fr-FR" smtClean="0"/>
              <a:t>I raise a hallelujah in the presence of my enemies 
2-  J’ÉLÈVE UN ALLÉLUIA PLUS FORT QUE LE DOUTE EN MOI </a:t>
            </a:r>
          </a:p>
          <a:p>
            <a:r>
              <a:rPr lang="fr-FR" smtClean="0"/>
              <a:t>I raise a hallelujah louder than the unbelief
3-  J’ÉLÈVE UN ALLÉLUIA MON ARME EST UNE MÉLODIE </a:t>
            </a:r>
          </a:p>
          <a:p>
            <a:r>
              <a:rPr lang="fr-FR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JE CHANTERAI  AU MILIEU DE LA TEMPÊTE </a:t>
            </a:r>
          </a:p>
          <a:p>
            <a:r>
              <a:rPr lang="fr-FR" smtClean="0"/>
              <a:t>	I’m gonna sing in the middle of the storm
	6-  DE PLUS EN PLUS FORT  MA LOUANGE RUGIRA </a:t>
            </a:r>
          </a:p>
          <a:p>
            <a:r>
              <a:rPr lang="fr-FR" smtClean="0"/>
              <a:t>	Louder and louder you’re gonna hear my praises roar
	7-  ET DE CES CENDRES L’ESPOIR NAÎTRA </a:t>
            </a:r>
          </a:p>
          <a:p>
            <a:r>
              <a:rPr lang="fr-FR" smtClean="0"/>
              <a:t>	Up from the ashes hope will arise
	8-  LA MORT EST VAINCUE  LE ROI EST VIVANT </a:t>
            </a:r>
          </a:p>
          <a:p>
            <a:r>
              <a:rPr lang="fr-FR" smtClean="0"/>
              <a:t>	Death is defeated the King is alive</a:t>
            </a:r>
            <a:br>
              <a:rPr lang="fr-FR" smtClean="0"/>
            </a:br>
            <a:r>
              <a:rPr lang="fr-FR" smtClean="0"/>
              <a:t>
9-  J’ÉLÈVE UN ALLÉLUIA AVEC TOUT CE QUE J’AI EN MOI </a:t>
            </a:r>
          </a:p>
          <a:p>
            <a:r>
              <a:rPr lang="fr-FR" smtClean="0"/>
              <a:t>I raise a hallelujah with everything inside of me
10-  J’ÉLÈVE UN ALLÉLUIA  ET LE MAL FLÉCHIRA </a:t>
            </a:r>
          </a:p>
          <a:p>
            <a:r>
              <a:rPr lang="fr-FR" smtClean="0"/>
              <a:t>I raise a hallelujah I will watch the darkness flee
11-  J’ÉLÈVE UN ALLÉLUIA MÊME SI JE NE COMPRENDS PAS </a:t>
            </a:r>
          </a:p>
          <a:p>
            <a:r>
              <a:rPr lang="fr-FR" smtClean="0"/>
              <a:t>I raise a hallelujah in the middle of the mystery
12-  J’ÉLÈVE UN ALLÉLUIA  PEUR, TU NE ME VAINCRAS PAS ! 
I raise a hallelujah fear you lost your hold on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13-  CHANTE UN PEU PLUS FORT  x4
Sing a little louder (Sing a little louder)</a:t>
            </a:r>
          </a:p>
          <a:p>
            <a:endParaRPr lang="fr-FR" smtClean="0"/>
          </a:p>
          <a:p>
            <a:r>
              <a:rPr lang="fr-FR" smtClean="0"/>
              <a:t>Pont 2:</a:t>
            </a:r>
          </a:p>
          <a:p>
            <a:r>
              <a:rPr lang="fr-FR" smtClean="0"/>
              <a:t>14-  JE CHANTE UN PEU PLUS FORT  EN PRÉSENCE DE MES ENNEMIS </a:t>
            </a:r>
          </a:p>
          <a:p>
            <a:r>
              <a:rPr lang="fr-FR" smtClean="0"/>
              <a:t>Sing a little louder in the presence of my enemies
15-  CHANTE UN PEU PLUS FORT PLUS FORT QUE LE DOUTE EN MOI </a:t>
            </a:r>
          </a:p>
          <a:p>
            <a:r>
              <a:rPr lang="fr-FR" smtClean="0"/>
              <a:t>Sing a little louder louder than the unbelief</a:t>
            </a:r>
          </a:p>
          <a:p>
            <a:r>
              <a:rPr lang="fr-FR" smtClean="0"/>
              <a:t>16 - CHANTE UN PEU PLUS FORT MON ARME EST UNE MELODIE </a:t>
            </a:r>
          </a:p>
          <a:p>
            <a:r>
              <a:rPr lang="fr-FR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18 - J’ÉLÈVE UN ALLÉLUIA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J’ÉLÈVE UN ALLÉLUIA  EN PRÉSENCE DE MES ENNEMIS</a:t>
            </a:r>
          </a:p>
          <a:p>
            <a:r>
              <a:rPr lang="fr-FR" b="0" smtClean="0"/>
              <a:t>I raise a hallelujah in the presence of my enemies 
2-  J’ÉLÈVE UN ALLÉLUIA PLUS FORT QUE LE DOUTE EN MOI </a:t>
            </a:r>
          </a:p>
          <a:p>
            <a:r>
              <a:rPr lang="fr-FR" b="0" smtClean="0"/>
              <a:t>I raise a hallelujah louder than the unbelief
3-  J’ÉLÈVE UN ALLÉLUIA MON ARME EST UNE MÉLODIE </a:t>
            </a:r>
          </a:p>
          <a:p>
            <a:r>
              <a:rPr lang="fr-FR" b="0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5-  JE CHANTERAI  AU MILIEU DE LA TEMPÊTE </a:t>
            </a:r>
          </a:p>
          <a:p>
            <a:r>
              <a:rPr lang="fr-FR" b="0" smtClean="0"/>
              <a:t>	I’m gonna sing in the middle of the storm
	6-  DE PLUS EN PLUS FORT  MA LOUANGE RUGIRA </a:t>
            </a:r>
          </a:p>
          <a:p>
            <a:r>
              <a:rPr lang="fr-FR" b="0" smtClean="0"/>
              <a:t>	Louder and louder you’re gonna hear my praises roar
	7-  ET DE CES CENDRES L’ESPOIR NAÎTRA </a:t>
            </a:r>
          </a:p>
          <a:p>
            <a:r>
              <a:rPr lang="fr-FR" b="0" smtClean="0"/>
              <a:t>	Up from the ashes hope will arise
	8-  LA MORT EST VAINCUE  LE ROI EST VIVANT </a:t>
            </a:r>
          </a:p>
          <a:p>
            <a:r>
              <a:rPr lang="fr-FR" b="0" smtClean="0"/>
              <a:t>	Death is defeated the King is alive</a:t>
            </a:r>
            <a:br>
              <a:rPr lang="fr-FR" b="0" smtClean="0"/>
            </a:br>
            <a:r>
              <a:rPr lang="fr-FR" b="0" smtClean="0"/>
              <a:t>
9-  J’ÉLÈVE UN ALLÉLUIA AVEC TOUT CE QUE J’AI EN MOI </a:t>
            </a:r>
          </a:p>
          <a:p>
            <a:r>
              <a:rPr lang="fr-FR" b="0" smtClean="0"/>
              <a:t>I raise a hallelujah with everything inside of me
10-  J’ÉLÈVE UN ALLÉLUIA  ET LE MAL FLÉCHIRA </a:t>
            </a:r>
          </a:p>
          <a:p>
            <a:r>
              <a:rPr lang="fr-FR" b="0" smtClean="0"/>
              <a:t>I raise a hallelujah I will watch the darkness flee
11-  J’ÉLÈVE UN ALLÉLUIA MÊME SI JE NE COMPRENDS PAS </a:t>
            </a:r>
          </a:p>
          <a:p>
            <a:r>
              <a:rPr lang="fr-FR" b="0" smtClean="0"/>
              <a:t>I raise a hallelujah in the middle of the mystery
12-  J’ÉLÈVE UN ALLÉLUIA  PEUR, TU NE ME VAINCRAS PAS ! 
I raise a hallelujah fear you lost your hold on me</a:t>
            </a:r>
            <a:br>
              <a:rPr lang="fr-FR" b="0" smtClean="0"/>
            </a:br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13-  CHANTE UN PEU PLUS FORT  x4
Sing a little louder (Sing a little louder)</a:t>
            </a:r>
          </a:p>
          <a:p>
            <a:endParaRPr lang="fr-FR" b="0" smtClean="0"/>
          </a:p>
          <a:p>
            <a:r>
              <a:rPr lang="fr-FR" b="0" smtClean="0"/>
              <a:t>Pont 2:</a:t>
            </a:r>
          </a:p>
          <a:p>
            <a:r>
              <a:rPr lang="fr-FR" b="0" smtClean="0"/>
              <a:t>14-  JE CHANTE UN PEU PLUS FORT  EN PRÉSENCE DE MES ENNEMIS </a:t>
            </a:r>
          </a:p>
          <a:p>
            <a:r>
              <a:rPr lang="fr-FR" b="0" smtClean="0"/>
              <a:t>Sing a little louder in the presence of my enemies
15-  CHANTE UN PEU PLUS FORT PLUS FORT QUE LE DOUTE EN MOI </a:t>
            </a:r>
          </a:p>
          <a:p>
            <a:r>
              <a:rPr lang="fr-FR" b="0" smtClean="0"/>
              <a:t>Sing a little louder louder than the unbelief</a:t>
            </a:r>
          </a:p>
          <a:p>
            <a:r>
              <a:rPr lang="fr-FR" b="0" smtClean="0"/>
              <a:t>16 - CHANTE UN PEU PLUS FORT MON ARME EST UNE MELODIE </a:t>
            </a:r>
          </a:p>
          <a:p>
            <a:r>
              <a:rPr lang="fr-FR" b="0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18 - J’ÉLÈVE UN ALLÉLUIA 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 UN ALLÉLUIA  EN PRÉSENCE DE MES ENNEMIS</a:t>
            </a:r>
          </a:p>
          <a:p>
            <a:r>
              <a:rPr lang="fr-FR" smtClean="0"/>
              <a:t>I raise a hallelujah in the presence of my enemies 
2-  J’ÉLÈVE UN ALLÉLUIA PLUS FORT QUE LE DOUTE EN MOI </a:t>
            </a:r>
          </a:p>
          <a:p>
            <a:r>
              <a:rPr lang="fr-FR" smtClean="0"/>
              <a:t>I raise a hallelujah louder than the unbelief
3-  J’ÉLÈVE UN ALLÉLUIA MON ARME EST UNE MÉLODIE </a:t>
            </a:r>
          </a:p>
          <a:p>
            <a:r>
              <a:rPr lang="fr-FR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JE CHANTERAI  AU MILIEU DE LA TEMPÊTE </a:t>
            </a:r>
          </a:p>
          <a:p>
            <a:r>
              <a:rPr lang="fr-FR" smtClean="0"/>
              <a:t>	I’m gonna sing in the middle of the storm
	6-  DE PLUS EN PLUS FORT  MA LOUANGE RUGIRA </a:t>
            </a:r>
          </a:p>
          <a:p>
            <a:r>
              <a:rPr lang="fr-FR" smtClean="0"/>
              <a:t>	Louder and louder you’re gonna hear my praises roar
	7-  ET DE CES CENDRES L’ESPOIR NAÎTRA </a:t>
            </a:r>
          </a:p>
          <a:p>
            <a:r>
              <a:rPr lang="fr-FR" smtClean="0"/>
              <a:t>	Up from the ashes hope will arise
	8-  LA MORT EST VAINCUE  LE ROI EST VIVANT </a:t>
            </a:r>
          </a:p>
          <a:p>
            <a:r>
              <a:rPr lang="fr-FR" smtClean="0"/>
              <a:t>	Death is defeated the King is alive</a:t>
            </a:r>
            <a:br>
              <a:rPr lang="fr-FR" smtClean="0"/>
            </a:br>
            <a:r>
              <a:rPr lang="fr-FR" smtClean="0"/>
              <a:t>
9-  J’ÉLÈVE UN ALLÉLUIA AVEC TOUT CE QUE J’AI EN MOI </a:t>
            </a:r>
          </a:p>
          <a:p>
            <a:r>
              <a:rPr lang="fr-FR" smtClean="0"/>
              <a:t>I raise a hallelujah with everything inside of me
10-  J’ÉLÈVE UN ALLÉLUIA  ET LE MAL FLÉCHIRA </a:t>
            </a:r>
          </a:p>
          <a:p>
            <a:r>
              <a:rPr lang="fr-FR" smtClean="0"/>
              <a:t>I raise a hallelujah I will watch the darkness flee
11-  J’ÉLÈVE UN ALLÉLUIA MÊME SI JE NE COMPRENDS PAS </a:t>
            </a:r>
          </a:p>
          <a:p>
            <a:r>
              <a:rPr lang="fr-FR" smtClean="0"/>
              <a:t>I raise a hallelujah in the middle of the mystery
12-  J’ÉLÈVE UN ALLÉLUIA  PEUR, TU NE ME VAINCRAS PAS ! 
I raise a hallelujah fear you lost your hold on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13-  CHANTE UN PEU PLUS FORT  x4
Sing a little louder (Sing a little louder)</a:t>
            </a:r>
          </a:p>
          <a:p>
            <a:endParaRPr lang="fr-FR" smtClean="0"/>
          </a:p>
          <a:p>
            <a:r>
              <a:rPr lang="fr-FR" smtClean="0"/>
              <a:t>Pont 2:</a:t>
            </a:r>
          </a:p>
          <a:p>
            <a:r>
              <a:rPr lang="fr-FR" smtClean="0"/>
              <a:t>14-  JE CHANTE UN PEU PLUS FORT  EN PRÉSENCE DE MES ENNEMIS </a:t>
            </a:r>
          </a:p>
          <a:p>
            <a:r>
              <a:rPr lang="fr-FR" smtClean="0"/>
              <a:t>Sing a little louder in the presence of my enemies
15-  CHANTE UN PEU PLUS FORT PLUS FORT QUE LE DOUTE EN MOI </a:t>
            </a:r>
          </a:p>
          <a:p>
            <a:r>
              <a:rPr lang="fr-FR" smtClean="0"/>
              <a:t>Sing a little louder louder than the unbelief</a:t>
            </a:r>
          </a:p>
          <a:p>
            <a:r>
              <a:rPr lang="fr-FR" smtClean="0"/>
              <a:t>16 - CHANTE UN PEU PLUS FORT MON ARME EST UNE MELODIE </a:t>
            </a:r>
          </a:p>
          <a:p>
            <a:r>
              <a:rPr lang="fr-FR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18 - J’ÉLÈVE UN ALLÉLUIA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J’ÉLÈVE UN ALLÉLUIA  EN PRÉSENCE DE MES ENNEMIS</a:t>
            </a:r>
          </a:p>
          <a:p>
            <a:r>
              <a:rPr lang="fr-FR" b="0" smtClean="0"/>
              <a:t>I raise a hallelujah in the presence of my enemies 
2-  J’ÉLÈVE UN ALLÉLUIA PLUS FORT QUE LE DOUTE EN MOI </a:t>
            </a:r>
          </a:p>
          <a:p>
            <a:r>
              <a:rPr lang="fr-FR" b="0" smtClean="0"/>
              <a:t>I raise a hallelujah louder than the unbelief
3-  J’ÉLÈVE UN ALLÉLUIA MON ARME EST UNE MÉLODIE </a:t>
            </a:r>
          </a:p>
          <a:p>
            <a:r>
              <a:rPr lang="fr-FR" b="0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5-  JE CHANTERAI  AU MILIEU DE LA TEMPÊTE </a:t>
            </a:r>
          </a:p>
          <a:p>
            <a:r>
              <a:rPr lang="fr-FR" b="0" smtClean="0"/>
              <a:t>	I’m gonna sing in the middle of the storm
	6-  DE PLUS EN PLUS FORT  MA LOUANGE RUGIRA </a:t>
            </a:r>
          </a:p>
          <a:p>
            <a:r>
              <a:rPr lang="fr-FR" b="0" smtClean="0"/>
              <a:t>	Louder and louder you’re gonna hear my praises roar
	7-  ET DE CES CENDRES L’ESPOIR NAÎTRA </a:t>
            </a:r>
          </a:p>
          <a:p>
            <a:r>
              <a:rPr lang="fr-FR" b="0" smtClean="0"/>
              <a:t>	Up from the ashes hope will arise
	8-  LA MORT EST VAINCUE  LE ROI EST VIVANT </a:t>
            </a:r>
          </a:p>
          <a:p>
            <a:r>
              <a:rPr lang="fr-FR" b="0" smtClean="0"/>
              <a:t>	Death is defeated the King is alive</a:t>
            </a:r>
            <a:br>
              <a:rPr lang="fr-FR" b="0" smtClean="0"/>
            </a:br>
            <a:r>
              <a:rPr lang="fr-FR" b="0" smtClean="0"/>
              <a:t>
9-  J’ÉLÈVE UN ALLÉLUIA AVEC TOUT CE QUE J’AI EN MOI </a:t>
            </a:r>
          </a:p>
          <a:p>
            <a:r>
              <a:rPr lang="fr-FR" b="0" smtClean="0"/>
              <a:t>I raise a hallelujah with everything inside of me
10-  J’ÉLÈVE UN ALLÉLUIA  ET LE MAL FLÉCHIRA </a:t>
            </a:r>
          </a:p>
          <a:p>
            <a:r>
              <a:rPr lang="fr-FR" b="0" smtClean="0"/>
              <a:t>I raise a hallelujah I will watch the darkness flee
11-  J’ÉLÈVE UN ALLÉLUIA MÊME SI JE NE COMPRENDS PAS </a:t>
            </a:r>
          </a:p>
          <a:p>
            <a:r>
              <a:rPr lang="fr-FR" b="0" smtClean="0"/>
              <a:t>I raise a hallelujah in the middle of the mystery
12-  J’ÉLÈVE UN ALLÉLUIA  PEUR, TU NE ME VAINCRAS PAS ! 
I raise a hallelujah fear you lost your hold on me</a:t>
            </a:r>
            <a:br>
              <a:rPr lang="fr-FR" b="0" smtClean="0"/>
            </a:br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13-  CHANTE UN PEU PLUS FORT  x4
Sing a little louder (Sing a little louder)</a:t>
            </a:r>
          </a:p>
          <a:p>
            <a:endParaRPr lang="fr-FR" b="0" smtClean="0"/>
          </a:p>
          <a:p>
            <a:r>
              <a:rPr lang="fr-FR" b="0" smtClean="0"/>
              <a:t>Pont 2:</a:t>
            </a:r>
          </a:p>
          <a:p>
            <a:r>
              <a:rPr lang="fr-FR" b="0" smtClean="0"/>
              <a:t>14-  JE CHANTE UN PEU PLUS FORT  EN PRÉSENCE DE MES ENNEMIS </a:t>
            </a:r>
          </a:p>
          <a:p>
            <a:r>
              <a:rPr lang="fr-FR" b="0" smtClean="0"/>
              <a:t>Sing a little louder in the presence of my enemies
15-  CHANTE UN PEU PLUS FORT PLUS FORT QUE LE DOUTE EN MOI </a:t>
            </a:r>
          </a:p>
          <a:p>
            <a:r>
              <a:rPr lang="fr-FR" b="0" smtClean="0"/>
              <a:t>Sing a little louder louder than the unbelief</a:t>
            </a:r>
          </a:p>
          <a:p>
            <a:r>
              <a:rPr lang="fr-FR" b="0" smtClean="0"/>
              <a:t>16 - CHANTE UN PEU PLUS FORT MON ARME EST UNE MELODIE </a:t>
            </a:r>
          </a:p>
          <a:p>
            <a:r>
              <a:rPr lang="fr-FR" b="0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18 - J’ÉLÈVE UN ALLÉLUIA 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 UN ALLÉLUIA  EN PRÉSENCE DE MES ENNEMIS</a:t>
            </a:r>
          </a:p>
          <a:p>
            <a:r>
              <a:rPr lang="fr-FR" smtClean="0"/>
              <a:t>I raise a hallelujah in the presence of my enemies 
2-  J’ÉLÈVE UN ALLÉLUIA PLUS FORT QUE LE DOUTE EN MOI </a:t>
            </a:r>
          </a:p>
          <a:p>
            <a:r>
              <a:rPr lang="fr-FR" smtClean="0"/>
              <a:t>I raise a hallelujah louder than the unbelief
3-  J’ÉLÈVE UN ALLÉLUIA MON ARME EST UNE MÉLODIE </a:t>
            </a:r>
          </a:p>
          <a:p>
            <a:r>
              <a:rPr lang="fr-FR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JE CHANTERAI  AU MILIEU DE LA TEMPÊTE </a:t>
            </a:r>
          </a:p>
          <a:p>
            <a:r>
              <a:rPr lang="fr-FR" smtClean="0"/>
              <a:t>	I’m gonna sing in the middle of the storm
	6-  DE PLUS EN PLUS FORT  MA LOUANGE RUGIRA </a:t>
            </a:r>
          </a:p>
          <a:p>
            <a:r>
              <a:rPr lang="fr-FR" smtClean="0"/>
              <a:t>	Louder and louder you’re gonna hear my praises roar
	7-  ET DE CES CENDRES L’ESPOIR NAÎTRA </a:t>
            </a:r>
          </a:p>
          <a:p>
            <a:r>
              <a:rPr lang="fr-FR" smtClean="0"/>
              <a:t>	Up from the ashes hope will arise
	8-  LA MORT EST VAINCUE  LE ROI EST VIVANT </a:t>
            </a:r>
          </a:p>
          <a:p>
            <a:r>
              <a:rPr lang="fr-FR" smtClean="0"/>
              <a:t>	Death is defeated the King is alive</a:t>
            </a:r>
            <a:br>
              <a:rPr lang="fr-FR" smtClean="0"/>
            </a:br>
            <a:r>
              <a:rPr lang="fr-FR" smtClean="0"/>
              <a:t>
9-  J’ÉLÈVE UN ALLÉLUIA AVEC TOUT CE QUE J’AI EN MOI </a:t>
            </a:r>
          </a:p>
          <a:p>
            <a:r>
              <a:rPr lang="fr-FR" smtClean="0"/>
              <a:t>I raise a hallelujah with everything inside of me
10-  J’ÉLÈVE UN ALLÉLUIA  ET LE MAL FLÉCHIRA </a:t>
            </a:r>
          </a:p>
          <a:p>
            <a:r>
              <a:rPr lang="fr-FR" smtClean="0"/>
              <a:t>I raise a hallelujah I will watch the darkness flee
11-  J’ÉLÈVE UN ALLÉLUIA MÊME SI JE NE COMPRENDS PAS </a:t>
            </a:r>
          </a:p>
          <a:p>
            <a:r>
              <a:rPr lang="fr-FR" smtClean="0"/>
              <a:t>I raise a hallelujah in the middle of the mystery
12-  J’ÉLÈVE UN ALLÉLUIA  PEUR, TU NE ME VAINCRAS PAS ! 
I raise a hallelujah fear you lost your hold on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13-  CHANTE UN PEU PLUS FORT  x4
Sing a little louder (Sing a little louder)</a:t>
            </a:r>
          </a:p>
          <a:p>
            <a:endParaRPr lang="fr-FR" smtClean="0"/>
          </a:p>
          <a:p>
            <a:r>
              <a:rPr lang="fr-FR" smtClean="0"/>
              <a:t>Pont 2:</a:t>
            </a:r>
          </a:p>
          <a:p>
            <a:r>
              <a:rPr lang="fr-FR" smtClean="0"/>
              <a:t>14-  JE CHANTE UN PEU PLUS FORT  EN PRÉSENCE DE MES ENNEMIS </a:t>
            </a:r>
          </a:p>
          <a:p>
            <a:r>
              <a:rPr lang="fr-FR" smtClean="0"/>
              <a:t>Sing a little louder in the presence of my enemies
15-  CHANTE UN PEU PLUS FORT PLUS FORT QUE LE DOUTE EN MOI </a:t>
            </a:r>
          </a:p>
          <a:p>
            <a:r>
              <a:rPr lang="fr-FR" smtClean="0"/>
              <a:t>Sing a little louder louder than the unbelief</a:t>
            </a:r>
          </a:p>
          <a:p>
            <a:r>
              <a:rPr lang="fr-FR" smtClean="0"/>
              <a:t>16 - CHANTE UN PEU PLUS FORT MON ARME EST UNE MELODIE </a:t>
            </a:r>
          </a:p>
          <a:p>
            <a:r>
              <a:rPr lang="fr-FR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18 - J’ÉLÈVE UN ALLÉLUIA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J’ÉLÈVE UN ALLÉLUIA  EN PRÉSENCE DE MES ENNEMIS</a:t>
            </a:r>
          </a:p>
          <a:p>
            <a:r>
              <a:rPr lang="fr-FR" b="0" smtClean="0"/>
              <a:t>I raise a hallelujah in the presence of my enemies 
2-  J’ÉLÈVE UN ALLÉLUIA PLUS FORT QUE LE DOUTE EN MOI </a:t>
            </a:r>
          </a:p>
          <a:p>
            <a:r>
              <a:rPr lang="fr-FR" b="0" smtClean="0"/>
              <a:t>I raise a hallelujah louder than the unbelief
3-  J’ÉLÈVE UN ALLÉLUIA MON ARME EST UNE MÉLODIE </a:t>
            </a:r>
          </a:p>
          <a:p>
            <a:r>
              <a:rPr lang="fr-FR" b="0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5-  JE CHANTERAI  AU MILIEU DE LA TEMPÊTE </a:t>
            </a:r>
          </a:p>
          <a:p>
            <a:r>
              <a:rPr lang="fr-FR" b="0" smtClean="0"/>
              <a:t>	I’m gonna sing in the middle of the storm
	6-  DE PLUS EN PLUS FORT  MA LOUANGE RUGIRA </a:t>
            </a:r>
          </a:p>
          <a:p>
            <a:r>
              <a:rPr lang="fr-FR" b="0" smtClean="0"/>
              <a:t>	Louder and louder you’re gonna hear my praises roar
	7-  ET DE CES CENDRES L’ESPOIR NAÎTRA </a:t>
            </a:r>
          </a:p>
          <a:p>
            <a:r>
              <a:rPr lang="fr-FR" b="0" smtClean="0"/>
              <a:t>	Up from the ashes hope will arise
	8-  LA MORT EST VAINCUE  LE ROI EST VIVANT </a:t>
            </a:r>
          </a:p>
          <a:p>
            <a:r>
              <a:rPr lang="fr-FR" b="0" smtClean="0"/>
              <a:t>	Death is defeated the King is alive</a:t>
            </a:r>
            <a:br>
              <a:rPr lang="fr-FR" b="0" smtClean="0"/>
            </a:br>
            <a:r>
              <a:rPr lang="fr-FR" b="0" smtClean="0"/>
              <a:t>
9-  J’ÉLÈVE UN ALLÉLUIA AVEC TOUT CE QUE J’AI EN MOI </a:t>
            </a:r>
          </a:p>
          <a:p>
            <a:r>
              <a:rPr lang="fr-FR" b="0" smtClean="0"/>
              <a:t>I raise a hallelujah with everything inside of me
10-  J’ÉLÈVE UN ALLÉLUIA  ET LE MAL FLÉCHIRA </a:t>
            </a:r>
          </a:p>
          <a:p>
            <a:r>
              <a:rPr lang="fr-FR" b="0" smtClean="0"/>
              <a:t>I raise a hallelujah I will watch the darkness flee
11-  J’ÉLÈVE UN ALLÉLUIA MÊME SI JE NE COMPRENDS PAS </a:t>
            </a:r>
          </a:p>
          <a:p>
            <a:r>
              <a:rPr lang="fr-FR" b="0" smtClean="0"/>
              <a:t>I raise a hallelujah in the middle of the mystery
12-  J’ÉLÈVE UN ALLÉLUIA  PEUR, TU NE ME VAINCRAS PAS ! 
I raise a hallelujah fear you lost your hold on me</a:t>
            </a:r>
            <a:br>
              <a:rPr lang="fr-FR" b="0" smtClean="0"/>
            </a:br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13-  CHANTE UN PEU PLUS FORT  x4
Sing a little louder (Sing a little louder)</a:t>
            </a:r>
          </a:p>
          <a:p>
            <a:endParaRPr lang="fr-FR" b="0" smtClean="0"/>
          </a:p>
          <a:p>
            <a:r>
              <a:rPr lang="fr-FR" b="0" smtClean="0"/>
              <a:t>Pont 2:</a:t>
            </a:r>
          </a:p>
          <a:p>
            <a:r>
              <a:rPr lang="fr-FR" b="0" smtClean="0"/>
              <a:t>14-  JE CHANTE UN PEU PLUS FORT  EN PRÉSENCE DE MES ENNEMIS </a:t>
            </a:r>
          </a:p>
          <a:p>
            <a:r>
              <a:rPr lang="fr-FR" b="0" smtClean="0"/>
              <a:t>Sing a little louder in the presence of my enemies
15-  CHANTE UN PEU PLUS FORT PLUS FORT QUE LE DOUTE EN MOI </a:t>
            </a:r>
          </a:p>
          <a:p>
            <a:r>
              <a:rPr lang="fr-FR" b="0" smtClean="0"/>
              <a:t>Sing a little louder louder than the unbelief</a:t>
            </a:r>
          </a:p>
          <a:p>
            <a:r>
              <a:rPr lang="fr-FR" b="0" smtClean="0"/>
              <a:t>16 - CHANTE UN PEU PLUS FORT MON ARME EST UNE MELODIE </a:t>
            </a:r>
          </a:p>
          <a:p>
            <a:r>
              <a:rPr lang="fr-FR" b="0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18 - J’ÉLÈVE UN ALLÉLUIA 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 UN ALLÉLUIA  EN PRÉSENCE DE MES ENNEMIS</a:t>
            </a:r>
          </a:p>
          <a:p>
            <a:r>
              <a:rPr lang="fr-FR" smtClean="0"/>
              <a:t>I raise a hallelujah in the presence of my enemies 
2-  J’ÉLÈVE UN ALLÉLUIA PLUS FORT QUE LE DOUTE EN MOI </a:t>
            </a:r>
          </a:p>
          <a:p>
            <a:r>
              <a:rPr lang="fr-FR" smtClean="0"/>
              <a:t>I raise a hallelujah louder than the unbelief
3-  J’ÉLÈVE UN ALLÉLUIA MON ARME EST UNE MÉLODIE </a:t>
            </a:r>
          </a:p>
          <a:p>
            <a:r>
              <a:rPr lang="fr-FR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JE CHANTERAI  AU MILIEU DE LA TEMPÊTE </a:t>
            </a:r>
          </a:p>
          <a:p>
            <a:r>
              <a:rPr lang="fr-FR" smtClean="0"/>
              <a:t>	I’m gonna sing in the middle of the storm
	6-  DE PLUS EN PLUS FORT  MA LOUANGE RUGIRA </a:t>
            </a:r>
          </a:p>
          <a:p>
            <a:r>
              <a:rPr lang="fr-FR" smtClean="0"/>
              <a:t>	Louder and louder you’re gonna hear my praises roar
	7-  ET DE CES CENDRES L’ESPOIR NAÎTRA </a:t>
            </a:r>
          </a:p>
          <a:p>
            <a:r>
              <a:rPr lang="fr-FR" smtClean="0"/>
              <a:t>	Up from the ashes hope will arise
	8-  LA MORT EST VAINCUE  LE ROI EST VIVANT </a:t>
            </a:r>
          </a:p>
          <a:p>
            <a:r>
              <a:rPr lang="fr-FR" smtClean="0"/>
              <a:t>	Death is defeated the King is alive</a:t>
            </a:r>
            <a:br>
              <a:rPr lang="fr-FR" smtClean="0"/>
            </a:br>
            <a:r>
              <a:rPr lang="fr-FR" smtClean="0"/>
              <a:t>
9-  J’ÉLÈVE UN ALLÉLUIA AVEC TOUT CE QUE J’AI EN MOI </a:t>
            </a:r>
          </a:p>
          <a:p>
            <a:r>
              <a:rPr lang="fr-FR" smtClean="0"/>
              <a:t>I raise a hallelujah with everything inside of me
10-  J’ÉLÈVE UN ALLÉLUIA  ET LE MAL FLÉCHIRA </a:t>
            </a:r>
          </a:p>
          <a:p>
            <a:r>
              <a:rPr lang="fr-FR" smtClean="0"/>
              <a:t>I raise a hallelujah I will watch the darkness flee
11-  J’ÉLÈVE UN ALLÉLUIA MÊME SI JE NE COMPRENDS PAS </a:t>
            </a:r>
          </a:p>
          <a:p>
            <a:r>
              <a:rPr lang="fr-FR" smtClean="0"/>
              <a:t>I raise a hallelujah in the middle of the mystery
12-  J’ÉLÈVE UN ALLÉLUIA  PEUR, TU NE ME VAINCRAS PAS ! 
I raise a hallelujah fear you lost your hold on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13-  CHANTE UN PEU PLUS FORT  x4
Sing a little louder (Sing a little louder)</a:t>
            </a:r>
          </a:p>
          <a:p>
            <a:endParaRPr lang="fr-FR" smtClean="0"/>
          </a:p>
          <a:p>
            <a:r>
              <a:rPr lang="fr-FR" smtClean="0"/>
              <a:t>Pont 2:</a:t>
            </a:r>
          </a:p>
          <a:p>
            <a:r>
              <a:rPr lang="fr-FR" smtClean="0"/>
              <a:t>14-  JE CHANTE UN PEU PLUS FORT  EN PRÉSENCE DE MES ENNEMIS </a:t>
            </a:r>
          </a:p>
          <a:p>
            <a:r>
              <a:rPr lang="fr-FR" smtClean="0"/>
              <a:t>Sing a little louder in the presence of my enemies
15-  CHANTE UN PEU PLUS FORT PLUS FORT QUE LE DOUTE EN MOI </a:t>
            </a:r>
          </a:p>
          <a:p>
            <a:r>
              <a:rPr lang="fr-FR" smtClean="0"/>
              <a:t>Sing a little louder louder than the unbelief</a:t>
            </a:r>
          </a:p>
          <a:p>
            <a:r>
              <a:rPr lang="fr-FR" smtClean="0"/>
              <a:t>16 - CHANTE UN PEU PLUS FORT MON ARME EST UNE MELODIE </a:t>
            </a:r>
          </a:p>
          <a:p>
            <a:r>
              <a:rPr lang="fr-FR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18 - J’ÉLÈVE UN ALLÉLUIA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J’ÉLÈVE UN ALLÉLUIA  EN PRÉSENCE DE MES ENNEMIS</a:t>
            </a:r>
          </a:p>
          <a:p>
            <a:r>
              <a:rPr lang="fr-FR" b="0" smtClean="0"/>
              <a:t>I raise a hallelujah in the presence of my enemies 
2-  J’ÉLÈVE UN ALLÉLUIA PLUS FORT QUE LE DOUTE EN MOI </a:t>
            </a:r>
          </a:p>
          <a:p>
            <a:r>
              <a:rPr lang="fr-FR" b="0" smtClean="0"/>
              <a:t>I raise a hallelujah louder than the unbelief
3-  J’ÉLÈVE UN ALLÉLUIA MON ARME EST UNE MÉLODIE </a:t>
            </a:r>
          </a:p>
          <a:p>
            <a:r>
              <a:rPr lang="fr-FR" b="0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5-  JE CHANTERAI  AU MILIEU DE LA TEMPÊTE </a:t>
            </a:r>
          </a:p>
          <a:p>
            <a:r>
              <a:rPr lang="fr-FR" b="0" smtClean="0"/>
              <a:t>	I’m gonna sing in the middle of the storm
	6-  DE PLUS EN PLUS FORT  MA LOUANGE RUGIRA </a:t>
            </a:r>
          </a:p>
          <a:p>
            <a:r>
              <a:rPr lang="fr-FR" b="0" smtClean="0"/>
              <a:t>	Louder and louder you’re gonna hear my praises roar
	7-  ET DE CES CENDRES L’ESPOIR NAÎTRA </a:t>
            </a:r>
          </a:p>
          <a:p>
            <a:r>
              <a:rPr lang="fr-FR" b="0" smtClean="0"/>
              <a:t>	Up from the ashes hope will arise
	8-  LA MORT EST VAINCUE  LE ROI EST VIVANT </a:t>
            </a:r>
          </a:p>
          <a:p>
            <a:r>
              <a:rPr lang="fr-FR" b="0" smtClean="0"/>
              <a:t>	Death is defeated the King is alive</a:t>
            </a:r>
            <a:br>
              <a:rPr lang="fr-FR" b="0" smtClean="0"/>
            </a:br>
            <a:r>
              <a:rPr lang="fr-FR" b="0" smtClean="0"/>
              <a:t>
9-  J’ÉLÈVE UN ALLÉLUIA AVEC TOUT CE QUE J’AI EN MOI </a:t>
            </a:r>
          </a:p>
          <a:p>
            <a:r>
              <a:rPr lang="fr-FR" b="0" smtClean="0"/>
              <a:t>I raise a hallelujah with everything inside of me
10-  J’ÉLÈVE UN ALLÉLUIA  ET LE MAL FLÉCHIRA </a:t>
            </a:r>
          </a:p>
          <a:p>
            <a:r>
              <a:rPr lang="fr-FR" b="0" smtClean="0"/>
              <a:t>I raise a hallelujah I will watch the darkness flee
11-  J’ÉLÈVE UN ALLÉLUIA MÊME SI JE NE COMPRENDS PAS </a:t>
            </a:r>
          </a:p>
          <a:p>
            <a:r>
              <a:rPr lang="fr-FR" b="0" smtClean="0"/>
              <a:t>I raise a hallelujah in the middle of the mystery
12-  J’ÉLÈVE UN ALLÉLUIA  PEUR, TU NE ME VAINCRAS PAS ! 
I raise a hallelujah fear you lost your hold on me</a:t>
            </a:r>
            <a:br>
              <a:rPr lang="fr-FR" b="0" smtClean="0"/>
            </a:br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13-  CHANTE UN PEU PLUS FORT  x4
Sing a little louder (Sing a little louder)</a:t>
            </a:r>
          </a:p>
          <a:p>
            <a:endParaRPr lang="fr-FR" b="0" smtClean="0"/>
          </a:p>
          <a:p>
            <a:r>
              <a:rPr lang="fr-FR" b="0" smtClean="0"/>
              <a:t>Pont 2:</a:t>
            </a:r>
          </a:p>
          <a:p>
            <a:r>
              <a:rPr lang="fr-FR" b="0" smtClean="0"/>
              <a:t>14-  JE CHANTE UN PEU PLUS FORT  EN PRÉSENCE DE MES ENNEMIS </a:t>
            </a:r>
          </a:p>
          <a:p>
            <a:r>
              <a:rPr lang="fr-FR" b="0" smtClean="0"/>
              <a:t>Sing a little louder in the presence of my enemies
15-  CHANTE UN PEU PLUS FORT PLUS FORT QUE LE DOUTE EN MOI </a:t>
            </a:r>
          </a:p>
          <a:p>
            <a:r>
              <a:rPr lang="fr-FR" b="0" smtClean="0"/>
              <a:t>Sing a little louder louder than the unbelief</a:t>
            </a:r>
          </a:p>
          <a:p>
            <a:r>
              <a:rPr lang="fr-FR" b="0" smtClean="0"/>
              <a:t>16 - CHANTE UN PEU PLUS FORT MON ARME EST UNE MELODIE </a:t>
            </a:r>
          </a:p>
          <a:p>
            <a:r>
              <a:rPr lang="fr-FR" b="0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18 - J’ÉLÈVE UN ALLÉLUIA 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 UN ALLÉLUIA  EN PRÉSENCE DE MES ENNEMIS</a:t>
            </a:r>
          </a:p>
          <a:p>
            <a:r>
              <a:rPr lang="fr-FR" smtClean="0"/>
              <a:t>I raise a hallelujah in the presence of my enemies 
2-  J’ÉLÈVE UN ALLÉLUIA PLUS FORT QUE LE DOUTE EN MOI </a:t>
            </a:r>
          </a:p>
          <a:p>
            <a:r>
              <a:rPr lang="fr-FR" smtClean="0"/>
              <a:t>I raise a hallelujah louder than the unbelief
3-  J’ÉLÈVE UN ALLÉLUIA MON ARME EST UNE MÉLODIE </a:t>
            </a:r>
          </a:p>
          <a:p>
            <a:r>
              <a:rPr lang="fr-FR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JE CHANTERAI  AU MILIEU DE LA TEMPÊTE </a:t>
            </a:r>
          </a:p>
          <a:p>
            <a:r>
              <a:rPr lang="fr-FR" smtClean="0"/>
              <a:t>	I’m gonna sing in the middle of the storm
	6-  DE PLUS EN PLUS FORT  MA LOUANGE RUGIRA </a:t>
            </a:r>
          </a:p>
          <a:p>
            <a:r>
              <a:rPr lang="fr-FR" smtClean="0"/>
              <a:t>	Louder and louder you’re gonna hear my praises roar
	7-  ET DE CES CENDRES L’ESPOIR NAÎTRA </a:t>
            </a:r>
          </a:p>
          <a:p>
            <a:r>
              <a:rPr lang="fr-FR" smtClean="0"/>
              <a:t>	Up from the ashes hope will arise
	8-  LA MORT EST VAINCUE  LE ROI EST VIVANT </a:t>
            </a:r>
          </a:p>
          <a:p>
            <a:r>
              <a:rPr lang="fr-FR" smtClean="0"/>
              <a:t>	Death is defeated the King is alive</a:t>
            </a:r>
            <a:br>
              <a:rPr lang="fr-FR" smtClean="0"/>
            </a:br>
            <a:r>
              <a:rPr lang="fr-FR" smtClean="0"/>
              <a:t>
9-  J’ÉLÈVE UN ALLÉLUIA AVEC TOUT CE QUE J’AI EN MOI </a:t>
            </a:r>
          </a:p>
          <a:p>
            <a:r>
              <a:rPr lang="fr-FR" smtClean="0"/>
              <a:t>I raise a hallelujah with everything inside of me
10-  J’ÉLÈVE UN ALLÉLUIA  ET LE MAL FLÉCHIRA </a:t>
            </a:r>
          </a:p>
          <a:p>
            <a:r>
              <a:rPr lang="fr-FR" smtClean="0"/>
              <a:t>I raise a hallelujah I will watch the darkness flee
11-  J’ÉLÈVE UN ALLÉLUIA MÊME SI JE NE COMPRENDS PAS </a:t>
            </a:r>
          </a:p>
          <a:p>
            <a:r>
              <a:rPr lang="fr-FR" smtClean="0"/>
              <a:t>I raise a hallelujah in the middle of the mystery
12-  J’ÉLÈVE UN ALLÉLUIA  PEUR, TU NE ME VAINCRAS PAS ! 
I raise a hallelujah fear you lost your hold on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13-  CHANTE UN PEU PLUS FORT  x4
Sing a little louder (Sing a little louder)</a:t>
            </a:r>
          </a:p>
          <a:p>
            <a:endParaRPr lang="fr-FR" smtClean="0"/>
          </a:p>
          <a:p>
            <a:r>
              <a:rPr lang="fr-FR" smtClean="0"/>
              <a:t>Pont 2:</a:t>
            </a:r>
          </a:p>
          <a:p>
            <a:r>
              <a:rPr lang="fr-FR" smtClean="0"/>
              <a:t>14-  JE CHANTE UN PEU PLUS FORT  EN PRÉSENCE DE MES ENNEMIS </a:t>
            </a:r>
          </a:p>
          <a:p>
            <a:r>
              <a:rPr lang="fr-FR" smtClean="0"/>
              <a:t>Sing a little louder in the presence of my enemies
15-  CHANTE UN PEU PLUS FORT PLUS FORT QUE LE DOUTE EN MOI </a:t>
            </a:r>
          </a:p>
          <a:p>
            <a:r>
              <a:rPr lang="fr-FR" smtClean="0"/>
              <a:t>Sing a little louder louder than the unbelief</a:t>
            </a:r>
          </a:p>
          <a:p>
            <a:r>
              <a:rPr lang="fr-FR" smtClean="0"/>
              <a:t>16 - CHANTE UN PEU PLUS FORT MON ARME EST UNE MELODIE </a:t>
            </a:r>
          </a:p>
          <a:p>
            <a:r>
              <a:rPr lang="fr-FR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18 - J’ÉLÈVE UN ALLÉLUIA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J’ÉLÈVE UN ALLÉLUIA  EN PRÉSENCE DE MES ENNEMIS</a:t>
            </a:r>
          </a:p>
          <a:p>
            <a:r>
              <a:rPr lang="fr-FR" b="0" smtClean="0"/>
              <a:t>I raise a hallelujah in the presence of my enemies 
2-  J’ÉLÈVE UN ALLÉLUIA PLUS FORT QUE LE DOUTE EN MOI </a:t>
            </a:r>
          </a:p>
          <a:p>
            <a:r>
              <a:rPr lang="fr-FR" b="0" smtClean="0"/>
              <a:t>I raise a hallelujah louder than the unbelief
3-  J’ÉLÈVE UN ALLÉLUIA MON ARME EST UNE MÉLODIE </a:t>
            </a:r>
          </a:p>
          <a:p>
            <a:r>
              <a:rPr lang="fr-FR" b="0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5-  JE CHANTERAI  AU MILIEU DE LA TEMPÊTE </a:t>
            </a:r>
          </a:p>
          <a:p>
            <a:r>
              <a:rPr lang="fr-FR" b="0" smtClean="0"/>
              <a:t>	I’m gonna sing in the middle of the storm
	6-  DE PLUS EN PLUS FORT  MA LOUANGE RUGIRA </a:t>
            </a:r>
          </a:p>
          <a:p>
            <a:r>
              <a:rPr lang="fr-FR" b="0" smtClean="0"/>
              <a:t>	Louder and louder you’re gonna hear my praises roar
	7-  ET DE CES CENDRES L’ESPOIR NAÎTRA </a:t>
            </a:r>
          </a:p>
          <a:p>
            <a:r>
              <a:rPr lang="fr-FR" b="0" smtClean="0"/>
              <a:t>	Up from the ashes hope will arise
	8-  LA MORT EST VAINCUE  LE ROI EST VIVANT </a:t>
            </a:r>
          </a:p>
          <a:p>
            <a:r>
              <a:rPr lang="fr-FR" b="0" smtClean="0"/>
              <a:t>	Death is defeated the King is alive</a:t>
            </a:r>
            <a:br>
              <a:rPr lang="fr-FR" b="0" smtClean="0"/>
            </a:br>
            <a:r>
              <a:rPr lang="fr-FR" b="0" smtClean="0"/>
              <a:t>
9-  J’ÉLÈVE UN ALLÉLUIA AVEC TOUT CE QUE J’AI EN MOI </a:t>
            </a:r>
          </a:p>
          <a:p>
            <a:r>
              <a:rPr lang="fr-FR" b="0" smtClean="0"/>
              <a:t>I raise a hallelujah with everything inside of me
10-  J’ÉLÈVE UN ALLÉLUIA  ET LE MAL FLÉCHIRA </a:t>
            </a:r>
          </a:p>
          <a:p>
            <a:r>
              <a:rPr lang="fr-FR" b="0" smtClean="0"/>
              <a:t>I raise a hallelujah I will watch the darkness flee
11-  J’ÉLÈVE UN ALLÉLUIA MÊME SI JE NE COMPRENDS PAS </a:t>
            </a:r>
          </a:p>
          <a:p>
            <a:r>
              <a:rPr lang="fr-FR" b="0" smtClean="0"/>
              <a:t>I raise a hallelujah in the middle of the mystery
12-  J’ÉLÈVE UN ALLÉLUIA  PEUR, TU NE ME VAINCRAS PAS ! 
I raise a hallelujah fear you lost your hold on me</a:t>
            </a:r>
            <a:br>
              <a:rPr lang="fr-FR" b="0" smtClean="0"/>
            </a:br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13-  CHANTE UN PEU PLUS FORT  x4
Sing a little louder (Sing a little louder)</a:t>
            </a:r>
          </a:p>
          <a:p>
            <a:endParaRPr lang="fr-FR" b="0" smtClean="0"/>
          </a:p>
          <a:p>
            <a:r>
              <a:rPr lang="fr-FR" b="0" smtClean="0"/>
              <a:t>Pont 2:</a:t>
            </a:r>
          </a:p>
          <a:p>
            <a:r>
              <a:rPr lang="fr-FR" b="0" smtClean="0"/>
              <a:t>14-  JE CHANTE UN PEU PLUS FORT  EN PRÉSENCE DE MES ENNEMIS </a:t>
            </a:r>
          </a:p>
          <a:p>
            <a:r>
              <a:rPr lang="fr-FR" b="0" smtClean="0"/>
              <a:t>Sing a little louder in the presence of my enemies
15-  CHANTE UN PEU PLUS FORT PLUS FORT QUE LE DOUTE EN MOI </a:t>
            </a:r>
          </a:p>
          <a:p>
            <a:r>
              <a:rPr lang="fr-FR" b="0" smtClean="0"/>
              <a:t>Sing a little louder louder than the unbelief</a:t>
            </a:r>
          </a:p>
          <a:p>
            <a:r>
              <a:rPr lang="fr-FR" b="0" smtClean="0"/>
              <a:t>16 - CHANTE UN PEU PLUS FORT MON ARME EST UNE MELODIE </a:t>
            </a:r>
          </a:p>
          <a:p>
            <a:r>
              <a:rPr lang="fr-FR" b="0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18 - J’ÉLÈVE UN ALLÉLUIA 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 UN ALLÉLUIA  EN PRÉSENCE DE MES ENNEMIS</a:t>
            </a:r>
          </a:p>
          <a:p>
            <a:r>
              <a:rPr lang="fr-FR" smtClean="0"/>
              <a:t>I raise a hallelujah in the presence of my enemies 
2-  J’ÉLÈVE UN ALLÉLUIA PLUS FORT QUE LE DOUTE EN MOI </a:t>
            </a:r>
          </a:p>
          <a:p>
            <a:r>
              <a:rPr lang="fr-FR" smtClean="0"/>
              <a:t>I raise a hallelujah louder than the unbelief
3-  J’ÉLÈVE UN ALLÉLUIA MON ARME EST UNE MÉLODIE </a:t>
            </a:r>
          </a:p>
          <a:p>
            <a:r>
              <a:rPr lang="fr-FR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JE CHANTERAI  AU MILIEU DE LA TEMPÊTE </a:t>
            </a:r>
          </a:p>
          <a:p>
            <a:r>
              <a:rPr lang="fr-FR" smtClean="0"/>
              <a:t>	I’m gonna sing in the middle of the storm
	6-  DE PLUS EN PLUS FORT  MA LOUANGE RUGIRA </a:t>
            </a:r>
          </a:p>
          <a:p>
            <a:r>
              <a:rPr lang="fr-FR" smtClean="0"/>
              <a:t>	Louder and louder you’re gonna hear my praises roar
	7-  ET DE CES CENDRES L’ESPOIR NAÎTRA </a:t>
            </a:r>
          </a:p>
          <a:p>
            <a:r>
              <a:rPr lang="fr-FR" smtClean="0"/>
              <a:t>	Up from the ashes hope will arise
	8-  LA MORT EST VAINCUE  LE ROI EST VIVANT </a:t>
            </a:r>
          </a:p>
          <a:p>
            <a:r>
              <a:rPr lang="fr-FR" smtClean="0"/>
              <a:t>	Death is defeated the King is alive</a:t>
            </a:r>
            <a:br>
              <a:rPr lang="fr-FR" smtClean="0"/>
            </a:br>
            <a:r>
              <a:rPr lang="fr-FR" smtClean="0"/>
              <a:t>
9-  J’ÉLÈVE UN ALLÉLUIA AVEC TOUT CE QUE J’AI EN MOI </a:t>
            </a:r>
          </a:p>
          <a:p>
            <a:r>
              <a:rPr lang="fr-FR" smtClean="0"/>
              <a:t>I raise a hallelujah with everything inside of me
10-  J’ÉLÈVE UN ALLÉLUIA  ET LE MAL FLÉCHIRA </a:t>
            </a:r>
          </a:p>
          <a:p>
            <a:r>
              <a:rPr lang="fr-FR" smtClean="0"/>
              <a:t>I raise a hallelujah I will watch the darkness flee
11-  J’ÉLÈVE UN ALLÉLUIA MÊME SI JE NE COMPRENDS PAS </a:t>
            </a:r>
          </a:p>
          <a:p>
            <a:r>
              <a:rPr lang="fr-FR" smtClean="0"/>
              <a:t>I raise a hallelujah in the middle of the mystery
12-  J’ÉLÈVE UN ALLÉLUIA  PEUR, TU NE ME VAINCRAS PAS ! 
I raise a hallelujah fear you lost your hold on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13-  CHANTE UN PEU PLUS FORT  x4
Sing a little louder (Sing a little louder)</a:t>
            </a:r>
          </a:p>
          <a:p>
            <a:endParaRPr lang="fr-FR" smtClean="0"/>
          </a:p>
          <a:p>
            <a:r>
              <a:rPr lang="fr-FR" smtClean="0"/>
              <a:t>Pont 2:</a:t>
            </a:r>
          </a:p>
          <a:p>
            <a:r>
              <a:rPr lang="fr-FR" smtClean="0"/>
              <a:t>14-  JE CHANTE UN PEU PLUS FORT  EN PRÉSENCE DE MES ENNEMIS </a:t>
            </a:r>
          </a:p>
          <a:p>
            <a:r>
              <a:rPr lang="fr-FR" smtClean="0"/>
              <a:t>Sing a little louder in the presence of my enemies
15-  CHANTE UN PEU PLUS FORT PLUS FORT QUE LE DOUTE EN MOI </a:t>
            </a:r>
          </a:p>
          <a:p>
            <a:r>
              <a:rPr lang="fr-FR" smtClean="0"/>
              <a:t>Sing a little louder louder than the unbelief</a:t>
            </a:r>
          </a:p>
          <a:p>
            <a:r>
              <a:rPr lang="fr-FR" smtClean="0"/>
              <a:t>16 - CHANTE UN PEU PLUS FORT MON ARME EST UNE MELODIE </a:t>
            </a:r>
          </a:p>
          <a:p>
            <a:r>
              <a:rPr lang="fr-FR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18 - J’ÉLÈVE UN ALLÉLUIA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J’ÉLÈVE UN ALLÉLUIA  EN PRÉSENCE DE MES ENNEMIS</a:t>
            </a:r>
          </a:p>
          <a:p>
            <a:r>
              <a:rPr lang="fr-FR" b="0" smtClean="0"/>
              <a:t>I raise a hallelujah in the presence of my enemies 
2-  J’ÉLÈVE UN ALLÉLUIA PLUS FORT QUE LE DOUTE EN MOI </a:t>
            </a:r>
          </a:p>
          <a:p>
            <a:r>
              <a:rPr lang="fr-FR" b="0" smtClean="0"/>
              <a:t>I raise a hallelujah louder than the unbelief
3-  J’ÉLÈVE UN ALLÉLUIA MON ARME EST UNE MÉLODIE </a:t>
            </a:r>
          </a:p>
          <a:p>
            <a:r>
              <a:rPr lang="fr-FR" b="0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5-  JE CHANTERAI  AU MILIEU DE LA TEMPÊTE </a:t>
            </a:r>
          </a:p>
          <a:p>
            <a:r>
              <a:rPr lang="fr-FR" b="0" smtClean="0"/>
              <a:t>	I’m gonna sing in the middle of the storm
	6-  DE PLUS EN PLUS FORT  MA LOUANGE RUGIRA </a:t>
            </a:r>
          </a:p>
          <a:p>
            <a:r>
              <a:rPr lang="fr-FR" b="0" smtClean="0"/>
              <a:t>	Louder and louder you’re gonna hear my praises roar
	7-  ET DE CES CENDRES L’ESPOIR NAÎTRA </a:t>
            </a:r>
          </a:p>
          <a:p>
            <a:r>
              <a:rPr lang="fr-FR" b="0" smtClean="0"/>
              <a:t>	Up from the ashes hope will arise
	8-  LA MORT EST VAINCUE  LE ROI EST VIVANT </a:t>
            </a:r>
          </a:p>
          <a:p>
            <a:r>
              <a:rPr lang="fr-FR" b="0" smtClean="0"/>
              <a:t>	Death is defeated the King is alive</a:t>
            </a:r>
            <a:br>
              <a:rPr lang="fr-FR" b="0" smtClean="0"/>
            </a:br>
            <a:r>
              <a:rPr lang="fr-FR" b="0" smtClean="0"/>
              <a:t>
9-  J’ÉLÈVE UN ALLÉLUIA AVEC TOUT CE QUE J’AI EN MOI </a:t>
            </a:r>
          </a:p>
          <a:p>
            <a:r>
              <a:rPr lang="fr-FR" b="0" smtClean="0"/>
              <a:t>I raise a hallelujah with everything inside of me
10-  J’ÉLÈVE UN ALLÉLUIA  ET LE MAL FLÉCHIRA </a:t>
            </a:r>
          </a:p>
          <a:p>
            <a:r>
              <a:rPr lang="fr-FR" b="0" smtClean="0"/>
              <a:t>I raise a hallelujah I will watch the darkness flee
11-  J’ÉLÈVE UN ALLÉLUIA MÊME SI JE NE COMPRENDS PAS </a:t>
            </a:r>
          </a:p>
          <a:p>
            <a:r>
              <a:rPr lang="fr-FR" b="0" smtClean="0"/>
              <a:t>I raise a hallelujah in the middle of the mystery
12-  J’ÉLÈVE UN ALLÉLUIA  PEUR, TU NE ME VAINCRAS PAS ! 
I raise a hallelujah fear you lost your hold on me</a:t>
            </a:r>
            <a:br>
              <a:rPr lang="fr-FR" b="0" smtClean="0"/>
            </a:br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13-  CHANTE UN PEU PLUS FORT  x4
Sing a little louder (Sing a little louder)</a:t>
            </a:r>
          </a:p>
          <a:p>
            <a:endParaRPr lang="fr-FR" b="0" smtClean="0"/>
          </a:p>
          <a:p>
            <a:r>
              <a:rPr lang="fr-FR" b="0" smtClean="0"/>
              <a:t>Pont 2:</a:t>
            </a:r>
          </a:p>
          <a:p>
            <a:r>
              <a:rPr lang="fr-FR" b="0" smtClean="0"/>
              <a:t>14-  JE CHANTE UN PEU PLUS FORT  EN PRÉSENCE DE MES ENNEMIS </a:t>
            </a:r>
          </a:p>
          <a:p>
            <a:r>
              <a:rPr lang="fr-FR" b="0" smtClean="0"/>
              <a:t>Sing a little louder in the presence of my enemies
15-  CHANTE UN PEU PLUS FORT PLUS FORT QUE LE DOUTE EN MOI </a:t>
            </a:r>
          </a:p>
          <a:p>
            <a:r>
              <a:rPr lang="fr-FR" b="0" smtClean="0"/>
              <a:t>Sing a little louder louder than the unbelief</a:t>
            </a:r>
          </a:p>
          <a:p>
            <a:r>
              <a:rPr lang="fr-FR" b="0" smtClean="0"/>
              <a:t>16 - CHANTE UN PEU PLUS FORT MON ARME EST UNE MELODIE </a:t>
            </a:r>
          </a:p>
          <a:p>
            <a:r>
              <a:rPr lang="fr-FR" b="0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18 - J’ÉLÈVE UN ALLÉLUIA 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 UN ALLÉLUIA  EN PRÉSENCE DE MES ENNEMIS</a:t>
            </a:r>
          </a:p>
          <a:p>
            <a:r>
              <a:rPr lang="fr-FR" smtClean="0"/>
              <a:t>I raise a hallelujah in the presence of my enemies 
2-  J’ÉLÈVE UN ALLÉLUIA PLUS FORT QUE LE DOUTE EN MOI </a:t>
            </a:r>
          </a:p>
          <a:p>
            <a:r>
              <a:rPr lang="fr-FR" smtClean="0"/>
              <a:t>I raise a hallelujah louder than the unbelief
3-  J’ÉLÈVE UN ALLÉLUIA MON ARME EST UNE MÉLODIE </a:t>
            </a:r>
          </a:p>
          <a:p>
            <a:r>
              <a:rPr lang="fr-FR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JE CHANTERAI  AU MILIEU DE LA TEMPÊTE </a:t>
            </a:r>
          </a:p>
          <a:p>
            <a:r>
              <a:rPr lang="fr-FR" smtClean="0"/>
              <a:t>	I’m gonna sing in the middle of the storm
	6-  DE PLUS EN PLUS FORT  MA LOUANGE RUGIRA </a:t>
            </a:r>
          </a:p>
          <a:p>
            <a:r>
              <a:rPr lang="fr-FR" smtClean="0"/>
              <a:t>	Louder and louder you’re gonna hear my praises roar
	7-  ET DE CES CENDRES L’ESPOIR NAÎTRA </a:t>
            </a:r>
          </a:p>
          <a:p>
            <a:r>
              <a:rPr lang="fr-FR" smtClean="0"/>
              <a:t>	Up from the ashes hope will arise
	8-  LA MORT EST VAINCUE  LE ROI EST VIVANT </a:t>
            </a:r>
          </a:p>
          <a:p>
            <a:r>
              <a:rPr lang="fr-FR" smtClean="0"/>
              <a:t>	Death is defeated the King is alive</a:t>
            </a:r>
            <a:br>
              <a:rPr lang="fr-FR" smtClean="0"/>
            </a:br>
            <a:r>
              <a:rPr lang="fr-FR" smtClean="0"/>
              <a:t>
9-  J’ÉLÈVE UN ALLÉLUIA AVEC TOUT CE QUE J’AI EN MOI </a:t>
            </a:r>
          </a:p>
          <a:p>
            <a:r>
              <a:rPr lang="fr-FR" smtClean="0"/>
              <a:t>I raise a hallelujah with everything inside of me
10-  J’ÉLÈVE UN ALLÉLUIA  ET LE MAL FLÉCHIRA </a:t>
            </a:r>
          </a:p>
          <a:p>
            <a:r>
              <a:rPr lang="fr-FR" smtClean="0"/>
              <a:t>I raise a hallelujah I will watch the darkness flee
11-  J’ÉLÈVE UN ALLÉLUIA MÊME SI JE NE COMPRENDS PAS </a:t>
            </a:r>
          </a:p>
          <a:p>
            <a:r>
              <a:rPr lang="fr-FR" smtClean="0"/>
              <a:t>I raise a hallelujah in the middle of the mystery
12-  J’ÉLÈVE UN ALLÉLUIA  PEUR, TU NE ME VAINCRAS PAS ! 
I raise a hallelujah fear you lost your hold on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13-  CHANTE UN PEU PLUS FORT  x4
Sing a little louder (Sing a little louder)</a:t>
            </a:r>
          </a:p>
          <a:p>
            <a:endParaRPr lang="fr-FR" smtClean="0"/>
          </a:p>
          <a:p>
            <a:r>
              <a:rPr lang="fr-FR" smtClean="0"/>
              <a:t>Pont 2:</a:t>
            </a:r>
          </a:p>
          <a:p>
            <a:r>
              <a:rPr lang="fr-FR" smtClean="0"/>
              <a:t>14-  JE CHANTE UN PEU PLUS FORT  EN PRÉSENCE DE MES ENNEMIS </a:t>
            </a:r>
          </a:p>
          <a:p>
            <a:r>
              <a:rPr lang="fr-FR" smtClean="0"/>
              <a:t>Sing a little louder in the presence of my enemies
15-  CHANTE UN PEU PLUS FORT PLUS FORT QUE LE DOUTE EN MOI </a:t>
            </a:r>
          </a:p>
          <a:p>
            <a:r>
              <a:rPr lang="fr-FR" smtClean="0"/>
              <a:t>Sing a little louder louder than the unbelief</a:t>
            </a:r>
          </a:p>
          <a:p>
            <a:r>
              <a:rPr lang="fr-FR" smtClean="0"/>
              <a:t>16 - CHANTE UN PEU PLUS FORT MON ARME EST UNE MELODIE </a:t>
            </a:r>
          </a:p>
          <a:p>
            <a:r>
              <a:rPr lang="fr-FR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18 - J’ÉLÈVE UN ALLÉLUIA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J’ÉLÈVE UN ALLÉLUIA  EN PRÉSENCE DE MES ENNEMIS</a:t>
            </a:r>
          </a:p>
          <a:p>
            <a:r>
              <a:rPr lang="fr-FR" b="0" smtClean="0"/>
              <a:t>I raise a hallelujah in the presence of my enemies 
2-  J’ÉLÈVE UN ALLÉLUIA PLUS FORT QUE LE DOUTE EN MOI </a:t>
            </a:r>
          </a:p>
          <a:p>
            <a:r>
              <a:rPr lang="fr-FR" b="0" smtClean="0"/>
              <a:t>I raise a hallelujah louder than the unbelief
3-  J’ÉLÈVE UN ALLÉLUIA MON ARME EST UNE MÉLODIE </a:t>
            </a:r>
          </a:p>
          <a:p>
            <a:r>
              <a:rPr lang="fr-FR" b="0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5-  JE CHANTERAI  AU MILIEU DE LA TEMPÊTE </a:t>
            </a:r>
          </a:p>
          <a:p>
            <a:r>
              <a:rPr lang="fr-FR" b="0" smtClean="0"/>
              <a:t>	I’m gonna sing in the middle of the storm
	6-  DE PLUS EN PLUS FORT  MA LOUANGE RUGIRA </a:t>
            </a:r>
          </a:p>
          <a:p>
            <a:r>
              <a:rPr lang="fr-FR" b="0" smtClean="0"/>
              <a:t>	Louder and louder you’re gonna hear my praises roar
	7-  ET DE CES CENDRES L’ESPOIR NAÎTRA </a:t>
            </a:r>
          </a:p>
          <a:p>
            <a:r>
              <a:rPr lang="fr-FR" b="0" smtClean="0"/>
              <a:t>	Up from the ashes hope will arise
	8-  LA MORT EST VAINCUE  LE ROI EST VIVANT </a:t>
            </a:r>
          </a:p>
          <a:p>
            <a:r>
              <a:rPr lang="fr-FR" b="0" smtClean="0"/>
              <a:t>	Death is defeated the King is alive</a:t>
            </a:r>
            <a:br>
              <a:rPr lang="fr-FR" b="0" smtClean="0"/>
            </a:br>
            <a:r>
              <a:rPr lang="fr-FR" b="0" smtClean="0"/>
              <a:t>
9-  J’ÉLÈVE UN ALLÉLUIA AVEC TOUT CE QUE J’AI EN MOI </a:t>
            </a:r>
          </a:p>
          <a:p>
            <a:r>
              <a:rPr lang="fr-FR" b="0" smtClean="0"/>
              <a:t>I raise a hallelujah with everything inside of me
10-  J’ÉLÈVE UN ALLÉLUIA  ET LE MAL FLÉCHIRA </a:t>
            </a:r>
          </a:p>
          <a:p>
            <a:r>
              <a:rPr lang="fr-FR" b="0" smtClean="0"/>
              <a:t>I raise a hallelujah I will watch the darkness flee
11-  J’ÉLÈVE UN ALLÉLUIA MÊME SI JE NE COMPRENDS PAS </a:t>
            </a:r>
          </a:p>
          <a:p>
            <a:r>
              <a:rPr lang="fr-FR" b="0" smtClean="0"/>
              <a:t>I raise a hallelujah in the middle of the mystery
12-  J’ÉLÈVE UN ALLÉLUIA  PEUR, TU NE ME VAINCRAS PAS ! 
I raise a hallelujah fear you lost your hold on me</a:t>
            </a:r>
            <a:br>
              <a:rPr lang="fr-FR" b="0" smtClean="0"/>
            </a:br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13-  CHANTE UN PEU PLUS FORT  x4
Sing a little louder (Sing a little louder)</a:t>
            </a:r>
          </a:p>
          <a:p>
            <a:endParaRPr lang="fr-FR" b="0" smtClean="0"/>
          </a:p>
          <a:p>
            <a:r>
              <a:rPr lang="fr-FR" b="0" smtClean="0"/>
              <a:t>Pont 2:</a:t>
            </a:r>
          </a:p>
          <a:p>
            <a:r>
              <a:rPr lang="fr-FR" b="0" smtClean="0"/>
              <a:t>14-  JE CHANTE UN PEU PLUS FORT  EN PRÉSENCE DE MES ENNEMIS </a:t>
            </a:r>
          </a:p>
          <a:p>
            <a:r>
              <a:rPr lang="fr-FR" b="0" smtClean="0"/>
              <a:t>Sing a little louder in the presence of my enemies
15-  CHANTE UN PEU PLUS FORT PLUS FORT QUE LE DOUTE EN MOI </a:t>
            </a:r>
          </a:p>
          <a:p>
            <a:r>
              <a:rPr lang="fr-FR" b="0" smtClean="0"/>
              <a:t>Sing a little louder louder than the unbelief</a:t>
            </a:r>
          </a:p>
          <a:p>
            <a:r>
              <a:rPr lang="fr-FR" b="0" smtClean="0"/>
              <a:t>16 - CHANTE UN PEU PLUS FORT MON ARME EST UNE MELODIE </a:t>
            </a:r>
          </a:p>
          <a:p>
            <a:r>
              <a:rPr lang="fr-FR" b="0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18 - J’ÉLÈVE UN ALLÉLUIA 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 UN ALLÉLUIA  EN PRÉSENCE DE MES ENNEMIS</a:t>
            </a:r>
          </a:p>
          <a:p>
            <a:r>
              <a:rPr lang="fr-FR" smtClean="0"/>
              <a:t>I raise a hallelujah in the presence of my enemies 
2-  J’ÉLÈVE UN ALLÉLUIA PLUS FORT QUE LE DOUTE EN MOI </a:t>
            </a:r>
          </a:p>
          <a:p>
            <a:r>
              <a:rPr lang="fr-FR" smtClean="0"/>
              <a:t>I raise a hallelujah louder than the unbelief
3-  J’ÉLÈVE UN ALLÉLUIA MON ARME EST UNE MÉLODIE </a:t>
            </a:r>
          </a:p>
          <a:p>
            <a:r>
              <a:rPr lang="fr-FR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JE CHANTERAI  AU MILIEU DE LA TEMPÊTE </a:t>
            </a:r>
          </a:p>
          <a:p>
            <a:r>
              <a:rPr lang="fr-FR" smtClean="0"/>
              <a:t>	I’m gonna sing in the middle of the storm
	6-  DE PLUS EN PLUS FORT  MA LOUANGE RUGIRA </a:t>
            </a:r>
          </a:p>
          <a:p>
            <a:r>
              <a:rPr lang="fr-FR" smtClean="0"/>
              <a:t>	Louder and louder you’re gonna hear my praises roar
	7-  ET DE CES CENDRES L’ESPOIR NAÎTRA </a:t>
            </a:r>
          </a:p>
          <a:p>
            <a:r>
              <a:rPr lang="fr-FR" smtClean="0"/>
              <a:t>	Up from the ashes hope will arise
	8-  LA MORT EST VAINCUE  LE ROI EST VIVANT </a:t>
            </a:r>
          </a:p>
          <a:p>
            <a:r>
              <a:rPr lang="fr-FR" smtClean="0"/>
              <a:t>	Death is defeated the King is alive</a:t>
            </a:r>
            <a:br>
              <a:rPr lang="fr-FR" smtClean="0"/>
            </a:br>
            <a:r>
              <a:rPr lang="fr-FR" smtClean="0"/>
              <a:t>
9-  J’ÉLÈVE UN ALLÉLUIA AVEC TOUT CE QUE J’AI EN MOI </a:t>
            </a:r>
          </a:p>
          <a:p>
            <a:r>
              <a:rPr lang="fr-FR" smtClean="0"/>
              <a:t>I raise a hallelujah with everything inside of me
10-  J’ÉLÈVE UN ALLÉLUIA  ET LE MAL FLÉCHIRA </a:t>
            </a:r>
          </a:p>
          <a:p>
            <a:r>
              <a:rPr lang="fr-FR" smtClean="0"/>
              <a:t>I raise a hallelujah I will watch the darkness flee
11-  J’ÉLÈVE UN ALLÉLUIA MÊME SI JE NE COMPRENDS PAS </a:t>
            </a:r>
          </a:p>
          <a:p>
            <a:r>
              <a:rPr lang="fr-FR" smtClean="0"/>
              <a:t>I raise a hallelujah in the middle of the mystery
12-  J’ÉLÈVE UN ALLÉLUIA  PEUR, TU NE ME VAINCRAS PAS ! 
I raise a hallelujah fear you lost your hold on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13-  CHANTE UN PEU PLUS FORT  x4
Sing a little louder (Sing a little louder)</a:t>
            </a:r>
          </a:p>
          <a:p>
            <a:endParaRPr lang="fr-FR" smtClean="0"/>
          </a:p>
          <a:p>
            <a:r>
              <a:rPr lang="fr-FR" smtClean="0"/>
              <a:t>Pont 2:</a:t>
            </a:r>
          </a:p>
          <a:p>
            <a:r>
              <a:rPr lang="fr-FR" smtClean="0"/>
              <a:t>14-  JE CHANTE UN PEU PLUS FORT  EN PRÉSENCE DE MES ENNEMIS </a:t>
            </a:r>
          </a:p>
          <a:p>
            <a:r>
              <a:rPr lang="fr-FR" smtClean="0"/>
              <a:t>Sing a little louder in the presence of my enemies
15-  CHANTE UN PEU PLUS FORT PLUS FORT QUE LE DOUTE EN MOI </a:t>
            </a:r>
          </a:p>
          <a:p>
            <a:r>
              <a:rPr lang="fr-FR" smtClean="0"/>
              <a:t>Sing a little louder louder than the unbelief</a:t>
            </a:r>
          </a:p>
          <a:p>
            <a:r>
              <a:rPr lang="fr-FR" smtClean="0"/>
              <a:t>16 - CHANTE UN PEU PLUS FORT MON ARME EST UNE MELODIE </a:t>
            </a:r>
          </a:p>
          <a:p>
            <a:r>
              <a:rPr lang="fr-FR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18 - J’ÉLÈVE UN ALLÉLUIA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dirty="0" smtClean="0"/>
              <a:t>1-  J’ÉLÈVE UN ALLÉLUIA  EN PRÉSENCE DE MES ENNEMIS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in the </a:t>
            </a:r>
            <a:r>
              <a:rPr lang="fr-FR" b="0" dirty="0" err="1" smtClean="0"/>
              <a:t>presence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enemies</a:t>
            </a:r>
            <a:r>
              <a:rPr lang="fr-FR" b="0" dirty="0" smtClean="0"/>
              <a:t> 
2-  J’ÉLÈVE UN ALLÉLUIA PLUS FORT QUE LE DOUTE EN MOI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 </a:t>
            </a:r>
            <a:r>
              <a:rPr lang="fr-FR" b="0" dirty="0" err="1" smtClean="0"/>
              <a:t>than</a:t>
            </a:r>
            <a:r>
              <a:rPr lang="fr-FR" b="0" dirty="0" smtClean="0"/>
              <a:t> the </a:t>
            </a:r>
            <a:r>
              <a:rPr lang="fr-FR" b="0" dirty="0" err="1" smtClean="0"/>
              <a:t>unbelief</a:t>
            </a:r>
            <a:r>
              <a:rPr lang="fr-FR" b="0" dirty="0" smtClean="0"/>
              <a:t>
3-  J’ÉLÈVE UN ALLÉLUIA MON ARME EST UNE MÉLODIE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weapon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a </a:t>
            </a:r>
            <a:r>
              <a:rPr lang="fr-FR" b="0" dirty="0" err="1" smtClean="0"/>
              <a:t>melody</a:t>
            </a:r>
            <a:r>
              <a:rPr lang="fr-FR" b="0" dirty="0" smtClean="0"/>
              <a:t>
4-  J’ÉLÈVE UN ALLÉLUIA ET LE CIEL COMBAT POUR MOI 
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comes</a:t>
            </a:r>
            <a:r>
              <a:rPr lang="fr-FR" b="0" dirty="0" smtClean="0"/>
              <a:t> to </a:t>
            </a:r>
            <a:r>
              <a:rPr lang="fr-FR" b="0" dirty="0" err="1" smtClean="0"/>
              <a:t>fight</a:t>
            </a:r>
            <a:r>
              <a:rPr lang="fr-FR" b="0" dirty="0" smtClean="0"/>
              <a:t> for me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	5-  JE CHANTERAI  AU MILIEU DE LA TEMPÊTE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I’m</a:t>
            </a:r>
            <a:r>
              <a:rPr lang="fr-FR" b="0" dirty="0" smtClean="0"/>
              <a:t> </a:t>
            </a:r>
            <a:r>
              <a:rPr lang="fr-FR" b="0" dirty="0" err="1" smtClean="0"/>
              <a:t>gonna</a:t>
            </a:r>
            <a:r>
              <a:rPr lang="fr-FR" b="0" dirty="0" smtClean="0"/>
              <a:t> </a:t>
            </a:r>
            <a:r>
              <a:rPr lang="fr-FR" b="0" dirty="0" err="1" smtClean="0"/>
              <a:t>sing</a:t>
            </a:r>
            <a:r>
              <a:rPr lang="fr-FR" b="0" dirty="0" smtClean="0"/>
              <a:t> in the middle of the </a:t>
            </a:r>
            <a:r>
              <a:rPr lang="fr-FR" b="0" dirty="0" err="1" smtClean="0"/>
              <a:t>storm</a:t>
            </a:r>
            <a:r>
              <a:rPr lang="fr-FR" b="0" dirty="0" smtClean="0"/>
              <a:t>
	6-  DE PLUS EN PLUS FORT  MA LOUANGE RUGIRA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Louder</a:t>
            </a:r>
            <a:r>
              <a:rPr lang="fr-FR" b="0" dirty="0" smtClean="0"/>
              <a:t> and </a:t>
            </a:r>
            <a:r>
              <a:rPr lang="fr-FR" b="0" dirty="0" err="1" smtClean="0"/>
              <a:t>louder</a:t>
            </a:r>
            <a:r>
              <a:rPr lang="fr-FR" b="0" dirty="0" smtClean="0"/>
              <a:t> </a:t>
            </a:r>
            <a:r>
              <a:rPr lang="fr-FR" b="0" dirty="0" err="1" smtClean="0"/>
              <a:t>you’re</a:t>
            </a:r>
            <a:r>
              <a:rPr lang="fr-FR" b="0" dirty="0" smtClean="0"/>
              <a:t> </a:t>
            </a:r>
            <a:r>
              <a:rPr lang="fr-FR" b="0" dirty="0" err="1" smtClean="0"/>
              <a:t>gonna</a:t>
            </a:r>
            <a:r>
              <a:rPr lang="fr-FR" b="0" dirty="0" smtClean="0"/>
              <a:t> </a:t>
            </a:r>
            <a:r>
              <a:rPr lang="fr-FR" b="0" dirty="0" err="1" smtClean="0"/>
              <a:t>hear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praises</a:t>
            </a:r>
            <a:r>
              <a:rPr lang="fr-FR" b="0" dirty="0" smtClean="0"/>
              <a:t> </a:t>
            </a:r>
            <a:r>
              <a:rPr lang="fr-FR" b="0" dirty="0" err="1" smtClean="0"/>
              <a:t>roar</a:t>
            </a:r>
            <a:r>
              <a:rPr lang="fr-FR" b="0" dirty="0" smtClean="0"/>
              <a:t>
	7-  ET DE CES CENDRES L’ESPOIR NAÎTRA </a:t>
            </a:r>
          </a:p>
          <a:p>
            <a:r>
              <a:rPr lang="fr-FR" b="0" dirty="0" smtClean="0"/>
              <a:t>	Up </a:t>
            </a:r>
            <a:r>
              <a:rPr lang="fr-FR" b="0" dirty="0" err="1" smtClean="0"/>
              <a:t>from</a:t>
            </a:r>
            <a:r>
              <a:rPr lang="fr-FR" b="0" dirty="0" smtClean="0"/>
              <a:t> the </a:t>
            </a:r>
            <a:r>
              <a:rPr lang="fr-FR" b="0" dirty="0" err="1" smtClean="0"/>
              <a:t>ashes</a:t>
            </a:r>
            <a:r>
              <a:rPr lang="fr-FR" b="0" dirty="0" smtClean="0"/>
              <a:t> </a:t>
            </a:r>
            <a:r>
              <a:rPr lang="fr-FR" b="0" dirty="0" err="1" smtClean="0"/>
              <a:t>hope</a:t>
            </a:r>
            <a:r>
              <a:rPr lang="fr-FR" b="0" dirty="0" smtClean="0"/>
              <a:t> </a:t>
            </a:r>
            <a:r>
              <a:rPr lang="fr-FR" b="0" dirty="0" err="1" smtClean="0"/>
              <a:t>will</a:t>
            </a:r>
            <a:r>
              <a:rPr lang="fr-FR" b="0" dirty="0" smtClean="0"/>
              <a:t> arise
	8-  LA MORT EST VAINCUE  LE ROI EST VIVANT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Death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defeated</a:t>
            </a:r>
            <a:r>
              <a:rPr lang="fr-FR" b="0" dirty="0" smtClean="0"/>
              <a:t> the King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alive</a:t>
            </a:r>
            <a:r>
              <a:rPr lang="fr-FR" b="0" dirty="0" smtClean="0"/>
              <a:t/>
            </a:r>
            <a:br>
              <a:rPr lang="fr-FR" b="0" dirty="0" smtClean="0"/>
            </a:br>
            <a:r>
              <a:rPr lang="fr-FR" b="0" dirty="0" smtClean="0"/>
              <a:t>
9-  J’ÉLÈVE UN ALLÉLUIA AVEC TOUT CE QUE J’AI EN MOI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</a:t>
            </a:r>
            <a:r>
              <a:rPr lang="fr-FR" b="0" dirty="0" err="1" smtClean="0"/>
              <a:t>with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 </a:t>
            </a:r>
            <a:r>
              <a:rPr lang="fr-FR" b="0" dirty="0" err="1" smtClean="0"/>
              <a:t>inside</a:t>
            </a:r>
            <a:r>
              <a:rPr lang="fr-FR" b="0" dirty="0" smtClean="0"/>
              <a:t> of me
10-  J’ÉLÈVE UN ALLÉLUIA  ET LE MAL FLÉCHIRA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I </a:t>
            </a:r>
            <a:r>
              <a:rPr lang="fr-FR" b="0" dirty="0" err="1" smtClean="0"/>
              <a:t>will</a:t>
            </a:r>
            <a:r>
              <a:rPr lang="fr-FR" b="0" dirty="0" smtClean="0"/>
              <a:t> </a:t>
            </a:r>
            <a:r>
              <a:rPr lang="fr-FR" b="0" dirty="0" err="1" smtClean="0"/>
              <a:t>watch</a:t>
            </a:r>
            <a:r>
              <a:rPr lang="fr-FR" b="0" dirty="0" smtClean="0"/>
              <a:t> the </a:t>
            </a:r>
            <a:r>
              <a:rPr lang="fr-FR" b="0" dirty="0" err="1" smtClean="0"/>
              <a:t>darkness</a:t>
            </a:r>
            <a:r>
              <a:rPr lang="fr-FR" b="0" dirty="0" smtClean="0"/>
              <a:t> </a:t>
            </a:r>
            <a:r>
              <a:rPr lang="fr-FR" b="0" dirty="0" err="1" smtClean="0"/>
              <a:t>flee</a:t>
            </a:r>
            <a:r>
              <a:rPr lang="fr-FR" b="0" dirty="0" smtClean="0"/>
              <a:t>
11-  J’ÉLÈVE UN ALLÉLUIA MÊME SI JE NE COMPRENDS PAS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in the middle of the </a:t>
            </a:r>
            <a:r>
              <a:rPr lang="fr-FR" b="0" dirty="0" err="1" smtClean="0"/>
              <a:t>mystery</a:t>
            </a:r>
            <a:r>
              <a:rPr lang="fr-FR" b="0" dirty="0" smtClean="0"/>
              <a:t>
12-  J’ÉLÈVE UN ALLÉLUIA  PEUR, TU NE ME VAINCRAS PAS ! 
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</a:t>
            </a:r>
            <a:r>
              <a:rPr lang="fr-FR" b="0" dirty="0" err="1" smtClean="0"/>
              <a:t>fear</a:t>
            </a:r>
            <a:r>
              <a:rPr lang="fr-FR" b="0" dirty="0" smtClean="0"/>
              <a:t> </a:t>
            </a:r>
            <a:r>
              <a:rPr lang="fr-FR" b="0" dirty="0" err="1" smtClean="0"/>
              <a:t>you</a:t>
            </a:r>
            <a:r>
              <a:rPr lang="fr-FR" b="0" dirty="0" smtClean="0"/>
              <a:t> </a:t>
            </a:r>
            <a:r>
              <a:rPr lang="fr-FR" b="0" dirty="0" err="1" smtClean="0"/>
              <a:t>lost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hold</a:t>
            </a:r>
            <a:r>
              <a:rPr lang="fr-FR" b="0" dirty="0" smtClean="0"/>
              <a:t> on me</a:t>
            </a:r>
            <a:br>
              <a:rPr lang="fr-FR" b="0" dirty="0" smtClean="0"/>
            </a:br>
            <a:endParaRPr lang="fr-FR" b="0" dirty="0" smtClean="0"/>
          </a:p>
          <a:p>
            <a:r>
              <a:rPr lang="fr-FR" b="0" dirty="0" smtClean="0"/>
              <a:t>Pont:</a:t>
            </a:r>
          </a:p>
          <a:p>
            <a:r>
              <a:rPr lang="fr-FR" b="0" dirty="0" smtClean="0"/>
              <a:t>13-  CHANTE UN PEU PLUS FORT  x4
</a:t>
            </a:r>
            <a:r>
              <a:rPr lang="fr-FR" b="0" dirty="0" err="1" smtClean="0"/>
              <a:t>Sing</a:t>
            </a:r>
            <a:r>
              <a:rPr lang="fr-FR" b="0" dirty="0" smtClean="0"/>
              <a:t> a </a:t>
            </a:r>
            <a:r>
              <a:rPr lang="fr-FR" b="0" dirty="0" err="1" smtClean="0"/>
              <a:t>little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 (</a:t>
            </a:r>
            <a:r>
              <a:rPr lang="fr-FR" b="0" dirty="0" err="1" smtClean="0"/>
              <a:t>Sing</a:t>
            </a:r>
            <a:r>
              <a:rPr lang="fr-FR" b="0" dirty="0" smtClean="0"/>
              <a:t> a </a:t>
            </a:r>
            <a:r>
              <a:rPr lang="fr-FR" b="0" dirty="0" err="1" smtClean="0"/>
              <a:t>little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)</a:t>
            </a:r>
          </a:p>
          <a:p>
            <a:endParaRPr lang="fr-FR" b="0" dirty="0" smtClean="0"/>
          </a:p>
          <a:p>
            <a:r>
              <a:rPr lang="fr-FR" b="0" dirty="0" smtClean="0"/>
              <a:t>Pont 2:</a:t>
            </a:r>
          </a:p>
          <a:p>
            <a:r>
              <a:rPr lang="fr-FR" b="0" dirty="0" smtClean="0"/>
              <a:t>14-  JE CHANTE UN PEU PLUS FORT  EN PRÉSENCE DE MES ENNEMIS </a:t>
            </a:r>
          </a:p>
          <a:p>
            <a:r>
              <a:rPr lang="fr-FR" b="0" dirty="0" err="1" smtClean="0"/>
              <a:t>Sing</a:t>
            </a:r>
            <a:r>
              <a:rPr lang="fr-FR" b="0" dirty="0" smtClean="0"/>
              <a:t> a </a:t>
            </a:r>
            <a:r>
              <a:rPr lang="fr-FR" b="0" dirty="0" err="1" smtClean="0"/>
              <a:t>little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 in the </a:t>
            </a:r>
            <a:r>
              <a:rPr lang="fr-FR" b="0" dirty="0" err="1" smtClean="0"/>
              <a:t>presence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enemies</a:t>
            </a:r>
            <a:r>
              <a:rPr lang="fr-FR" b="0" dirty="0" smtClean="0"/>
              <a:t>
15-  CHANTE UN PEU PLUS FORT PLUS FORT QUE LE DOUTE EN MOI </a:t>
            </a:r>
          </a:p>
          <a:p>
            <a:r>
              <a:rPr lang="fr-FR" b="0" dirty="0" err="1" smtClean="0"/>
              <a:t>Sing</a:t>
            </a:r>
            <a:r>
              <a:rPr lang="fr-FR" b="0" dirty="0" smtClean="0"/>
              <a:t> a </a:t>
            </a:r>
            <a:r>
              <a:rPr lang="fr-FR" b="0" dirty="0" err="1" smtClean="0"/>
              <a:t>little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 </a:t>
            </a:r>
            <a:r>
              <a:rPr lang="fr-FR" b="0" dirty="0" err="1" smtClean="0"/>
              <a:t>than</a:t>
            </a:r>
            <a:r>
              <a:rPr lang="fr-FR" b="0" dirty="0" smtClean="0"/>
              <a:t> the </a:t>
            </a:r>
            <a:r>
              <a:rPr lang="fr-FR" b="0" dirty="0" err="1" smtClean="0"/>
              <a:t>unbelief</a:t>
            </a:r>
            <a:endParaRPr lang="fr-FR" b="0" dirty="0" smtClean="0"/>
          </a:p>
          <a:p>
            <a:r>
              <a:rPr lang="fr-FR" b="0" dirty="0" smtClean="0"/>
              <a:t>16 - CHANTE UN PEU PLUS FORT MON ARME EST UNE MELODIE </a:t>
            </a:r>
          </a:p>
          <a:p>
            <a:r>
              <a:rPr lang="fr-FR" b="0" dirty="0" err="1" smtClean="0"/>
              <a:t>Sing</a:t>
            </a:r>
            <a:r>
              <a:rPr lang="fr-FR" b="0" dirty="0" smtClean="0"/>
              <a:t> a </a:t>
            </a:r>
            <a:r>
              <a:rPr lang="fr-FR" b="0" dirty="0" err="1" smtClean="0"/>
              <a:t>little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weapon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a </a:t>
            </a:r>
            <a:r>
              <a:rPr lang="fr-FR" b="0" dirty="0" err="1" smtClean="0"/>
              <a:t>melody</a:t>
            </a:r>
            <a:r>
              <a:rPr lang="fr-FR" b="0" dirty="0" smtClean="0"/>
              <a:t>
17-  CHANTE UN PEU PLUS FORT ET LE CIEL COMBAT POUR MOI 
</a:t>
            </a:r>
            <a:r>
              <a:rPr lang="fr-FR" b="0" dirty="0" err="1" smtClean="0"/>
              <a:t>Sing</a:t>
            </a:r>
            <a:r>
              <a:rPr lang="fr-FR" b="0" dirty="0" smtClean="0"/>
              <a:t> a </a:t>
            </a:r>
            <a:r>
              <a:rPr lang="fr-FR" b="0" dirty="0" err="1" smtClean="0"/>
              <a:t>little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 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comes</a:t>
            </a:r>
            <a:r>
              <a:rPr lang="fr-FR" b="0" dirty="0" smtClean="0"/>
              <a:t> to </a:t>
            </a:r>
            <a:r>
              <a:rPr lang="fr-FR" b="0" dirty="0" err="1" smtClean="0"/>
              <a:t>fight</a:t>
            </a:r>
            <a:r>
              <a:rPr lang="fr-FR" b="0" dirty="0" smtClean="0"/>
              <a:t> for me          x2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18 - J’ÉLÈVE UN ALLÉLUIA 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 UN ALLÉLUIA  EN PRÉSENCE DE MES ENNEMIS</a:t>
            </a:r>
          </a:p>
          <a:p>
            <a:r>
              <a:rPr lang="fr-FR" smtClean="0"/>
              <a:t>I raise a hallelujah in the presence of my enemies 
2-  J’ÉLÈVE UN ALLÉLUIA PLUS FORT QUE LE DOUTE EN MOI </a:t>
            </a:r>
          </a:p>
          <a:p>
            <a:r>
              <a:rPr lang="fr-FR" smtClean="0"/>
              <a:t>I raise a hallelujah louder than the unbelief
3-  J’ÉLÈVE UN ALLÉLUIA MON ARME EST UNE MÉLODIE </a:t>
            </a:r>
          </a:p>
          <a:p>
            <a:r>
              <a:rPr lang="fr-FR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JE CHANTERAI  AU MILIEU DE LA TEMPÊTE </a:t>
            </a:r>
          </a:p>
          <a:p>
            <a:r>
              <a:rPr lang="fr-FR" smtClean="0"/>
              <a:t>	I’m gonna sing in the middle of the storm
	6-  DE PLUS EN PLUS FORT  MA LOUANGE RUGIRA </a:t>
            </a:r>
          </a:p>
          <a:p>
            <a:r>
              <a:rPr lang="fr-FR" smtClean="0"/>
              <a:t>	Louder and louder you’re gonna hear my praises roar
	7-  ET DE CES CENDRES L’ESPOIR NAÎTRA </a:t>
            </a:r>
          </a:p>
          <a:p>
            <a:r>
              <a:rPr lang="fr-FR" smtClean="0"/>
              <a:t>	Up from the ashes hope will arise
	8-  LA MORT EST VAINCUE  LE ROI EST VIVANT </a:t>
            </a:r>
          </a:p>
          <a:p>
            <a:r>
              <a:rPr lang="fr-FR" smtClean="0"/>
              <a:t>	Death is defeated the King is alive</a:t>
            </a:r>
            <a:br>
              <a:rPr lang="fr-FR" smtClean="0"/>
            </a:br>
            <a:r>
              <a:rPr lang="fr-FR" smtClean="0"/>
              <a:t>
9-  J’ÉLÈVE UN ALLÉLUIA AVEC TOUT CE QUE J’AI EN MOI </a:t>
            </a:r>
          </a:p>
          <a:p>
            <a:r>
              <a:rPr lang="fr-FR" smtClean="0"/>
              <a:t>I raise a hallelujah with everything inside of me
10-  J’ÉLÈVE UN ALLÉLUIA  ET LE MAL FLÉCHIRA </a:t>
            </a:r>
          </a:p>
          <a:p>
            <a:r>
              <a:rPr lang="fr-FR" smtClean="0"/>
              <a:t>I raise a hallelujah I will watch the darkness flee
11-  J’ÉLÈVE UN ALLÉLUIA MÊME SI JE NE COMPRENDS PAS </a:t>
            </a:r>
          </a:p>
          <a:p>
            <a:r>
              <a:rPr lang="fr-FR" smtClean="0"/>
              <a:t>I raise a hallelujah in the middle of the mystery
12-  J’ÉLÈVE UN ALLÉLUIA  PEUR, TU NE ME VAINCRAS PAS ! 
I raise a hallelujah fear you lost your hold on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13-  CHANTE UN PEU PLUS FORT  x4
Sing a little louder (Sing a little louder)</a:t>
            </a:r>
          </a:p>
          <a:p>
            <a:endParaRPr lang="fr-FR" smtClean="0"/>
          </a:p>
          <a:p>
            <a:r>
              <a:rPr lang="fr-FR" smtClean="0"/>
              <a:t>Pont 2:</a:t>
            </a:r>
          </a:p>
          <a:p>
            <a:r>
              <a:rPr lang="fr-FR" smtClean="0"/>
              <a:t>14-  JE CHANTE UN PEU PLUS FORT  EN PRÉSENCE DE MES ENNEMIS </a:t>
            </a:r>
          </a:p>
          <a:p>
            <a:r>
              <a:rPr lang="fr-FR" smtClean="0"/>
              <a:t>Sing a little louder in the presence of my enemies
15-  CHANTE UN PEU PLUS FORT PLUS FORT QUE LE DOUTE EN MOI </a:t>
            </a:r>
          </a:p>
          <a:p>
            <a:r>
              <a:rPr lang="fr-FR" smtClean="0"/>
              <a:t>Sing a little louder louder than the unbelief</a:t>
            </a:r>
          </a:p>
          <a:p>
            <a:r>
              <a:rPr lang="fr-FR" smtClean="0"/>
              <a:t>16 - CHANTE UN PEU PLUS FORT MON ARME EST UNE MELODIE </a:t>
            </a:r>
          </a:p>
          <a:p>
            <a:r>
              <a:rPr lang="fr-FR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18 - J’ÉLÈVE UN ALLÉLUIA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J’ÉLÈVE UN ALLÉLUIA  EN PRÉSENCE DE MES ENNEMIS</a:t>
            </a:r>
          </a:p>
          <a:p>
            <a:r>
              <a:rPr lang="fr-FR" b="0" smtClean="0"/>
              <a:t>I raise a hallelujah in the presence of my enemies 
2-  J’ÉLÈVE UN ALLÉLUIA PLUS FORT QUE LE DOUTE EN MOI </a:t>
            </a:r>
          </a:p>
          <a:p>
            <a:r>
              <a:rPr lang="fr-FR" b="0" smtClean="0"/>
              <a:t>I raise a hallelujah louder than the unbelief
3-  J’ÉLÈVE UN ALLÉLUIA MON ARME EST UNE MÉLODIE </a:t>
            </a:r>
          </a:p>
          <a:p>
            <a:r>
              <a:rPr lang="fr-FR" b="0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5-  JE CHANTERAI  AU MILIEU DE LA TEMPÊTE </a:t>
            </a:r>
          </a:p>
          <a:p>
            <a:r>
              <a:rPr lang="fr-FR" b="0" smtClean="0"/>
              <a:t>	I’m gonna sing in the middle of the storm
	6-  DE PLUS EN PLUS FORT  MA LOUANGE RUGIRA </a:t>
            </a:r>
          </a:p>
          <a:p>
            <a:r>
              <a:rPr lang="fr-FR" b="0" smtClean="0"/>
              <a:t>	Louder and louder you’re gonna hear my praises roar
	7-  ET DE CES CENDRES L’ESPOIR NAÎTRA </a:t>
            </a:r>
          </a:p>
          <a:p>
            <a:r>
              <a:rPr lang="fr-FR" b="0" smtClean="0"/>
              <a:t>	Up from the ashes hope will arise
	8-  LA MORT EST VAINCUE  LE ROI EST VIVANT </a:t>
            </a:r>
          </a:p>
          <a:p>
            <a:r>
              <a:rPr lang="fr-FR" b="0" smtClean="0"/>
              <a:t>	Death is defeated the King is alive</a:t>
            </a:r>
            <a:br>
              <a:rPr lang="fr-FR" b="0" smtClean="0"/>
            </a:br>
            <a:r>
              <a:rPr lang="fr-FR" b="0" smtClean="0"/>
              <a:t>
9-  J’ÉLÈVE UN ALLÉLUIA AVEC TOUT CE QUE J’AI EN MOI </a:t>
            </a:r>
          </a:p>
          <a:p>
            <a:r>
              <a:rPr lang="fr-FR" b="0" smtClean="0"/>
              <a:t>I raise a hallelujah with everything inside of me
10-  J’ÉLÈVE UN ALLÉLUIA  ET LE MAL FLÉCHIRA </a:t>
            </a:r>
          </a:p>
          <a:p>
            <a:r>
              <a:rPr lang="fr-FR" b="0" smtClean="0"/>
              <a:t>I raise a hallelujah I will watch the darkness flee
11-  J’ÉLÈVE UN ALLÉLUIA MÊME SI JE NE COMPRENDS PAS </a:t>
            </a:r>
          </a:p>
          <a:p>
            <a:r>
              <a:rPr lang="fr-FR" b="0" smtClean="0"/>
              <a:t>I raise a hallelujah in the middle of the mystery
12-  J’ÉLÈVE UN ALLÉLUIA  PEUR, TU NE ME VAINCRAS PAS ! 
I raise a hallelujah fear you lost your hold on me</a:t>
            </a:r>
            <a:br>
              <a:rPr lang="fr-FR" b="0" smtClean="0"/>
            </a:br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13-  CHANTE UN PEU PLUS FORT  x4
Sing a little louder (Sing a little louder)</a:t>
            </a:r>
          </a:p>
          <a:p>
            <a:endParaRPr lang="fr-FR" b="0" smtClean="0"/>
          </a:p>
          <a:p>
            <a:r>
              <a:rPr lang="fr-FR" b="0" smtClean="0"/>
              <a:t>Pont 2:</a:t>
            </a:r>
          </a:p>
          <a:p>
            <a:r>
              <a:rPr lang="fr-FR" b="0" smtClean="0"/>
              <a:t>14-  JE CHANTE UN PEU PLUS FORT  EN PRÉSENCE DE MES ENNEMIS </a:t>
            </a:r>
          </a:p>
          <a:p>
            <a:r>
              <a:rPr lang="fr-FR" b="0" smtClean="0"/>
              <a:t>Sing a little louder in the presence of my enemies
15-  CHANTE UN PEU PLUS FORT PLUS FORT QUE LE DOUTE EN MOI </a:t>
            </a:r>
          </a:p>
          <a:p>
            <a:r>
              <a:rPr lang="fr-FR" b="0" smtClean="0"/>
              <a:t>Sing a little louder louder than the unbelief</a:t>
            </a:r>
          </a:p>
          <a:p>
            <a:r>
              <a:rPr lang="fr-FR" b="0" smtClean="0"/>
              <a:t>16 - CHANTE UN PEU PLUS FORT MON ARME EST UNE MELODIE </a:t>
            </a:r>
          </a:p>
          <a:p>
            <a:r>
              <a:rPr lang="fr-FR" b="0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18 - J’ÉLÈVE UN ALLÉLUIA 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 UN ALLÉLUIA  EN PRÉSENCE DE MES ENNEMIS</a:t>
            </a:r>
          </a:p>
          <a:p>
            <a:r>
              <a:rPr lang="fr-FR" smtClean="0"/>
              <a:t>I raise a hallelujah in the presence of my enemies 
2-  J’ÉLÈVE UN ALLÉLUIA PLUS FORT QUE LE DOUTE EN MOI </a:t>
            </a:r>
          </a:p>
          <a:p>
            <a:r>
              <a:rPr lang="fr-FR" smtClean="0"/>
              <a:t>I raise a hallelujah louder than the unbelief
3-  J’ÉLÈVE UN ALLÉLUIA MON ARME EST UNE MÉLODIE </a:t>
            </a:r>
          </a:p>
          <a:p>
            <a:r>
              <a:rPr lang="fr-FR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JE CHANTERAI  AU MILIEU DE LA TEMPÊTE </a:t>
            </a:r>
          </a:p>
          <a:p>
            <a:r>
              <a:rPr lang="fr-FR" smtClean="0"/>
              <a:t>	I’m gonna sing in the middle of the storm
	6-  DE PLUS EN PLUS FORT  MA LOUANGE RUGIRA </a:t>
            </a:r>
          </a:p>
          <a:p>
            <a:r>
              <a:rPr lang="fr-FR" smtClean="0"/>
              <a:t>	Louder and louder you’re gonna hear my praises roar
	7-  ET DE CES CENDRES L’ESPOIR NAÎTRA </a:t>
            </a:r>
          </a:p>
          <a:p>
            <a:r>
              <a:rPr lang="fr-FR" smtClean="0"/>
              <a:t>	Up from the ashes hope will arise
	8-  LA MORT EST VAINCUE  LE ROI EST VIVANT </a:t>
            </a:r>
          </a:p>
          <a:p>
            <a:r>
              <a:rPr lang="fr-FR" smtClean="0"/>
              <a:t>	Death is defeated the King is alive</a:t>
            </a:r>
            <a:br>
              <a:rPr lang="fr-FR" smtClean="0"/>
            </a:br>
            <a:r>
              <a:rPr lang="fr-FR" smtClean="0"/>
              <a:t>
9-  J’ÉLÈVE UN ALLÉLUIA AVEC TOUT CE QUE J’AI EN MOI </a:t>
            </a:r>
          </a:p>
          <a:p>
            <a:r>
              <a:rPr lang="fr-FR" smtClean="0"/>
              <a:t>I raise a hallelujah with everything inside of me
10-  J’ÉLÈVE UN ALLÉLUIA  ET LE MAL FLÉCHIRA </a:t>
            </a:r>
          </a:p>
          <a:p>
            <a:r>
              <a:rPr lang="fr-FR" smtClean="0"/>
              <a:t>I raise a hallelujah I will watch the darkness flee
11-  J’ÉLÈVE UN ALLÉLUIA MÊME SI JE NE COMPRENDS PAS </a:t>
            </a:r>
          </a:p>
          <a:p>
            <a:r>
              <a:rPr lang="fr-FR" smtClean="0"/>
              <a:t>I raise a hallelujah in the middle of the mystery
12-  J’ÉLÈVE UN ALLÉLUIA  PEUR, TU NE ME VAINCRAS PAS ! 
I raise a hallelujah fear you lost your hold on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13-  CHANTE UN PEU PLUS FORT  x4
Sing a little louder (Sing a little louder)</a:t>
            </a:r>
          </a:p>
          <a:p>
            <a:endParaRPr lang="fr-FR" smtClean="0"/>
          </a:p>
          <a:p>
            <a:r>
              <a:rPr lang="fr-FR" smtClean="0"/>
              <a:t>Pont 2:</a:t>
            </a:r>
          </a:p>
          <a:p>
            <a:r>
              <a:rPr lang="fr-FR" smtClean="0"/>
              <a:t>14-  JE CHANTE UN PEU PLUS FORT  EN PRÉSENCE DE MES ENNEMIS </a:t>
            </a:r>
          </a:p>
          <a:p>
            <a:r>
              <a:rPr lang="fr-FR" smtClean="0"/>
              <a:t>Sing a little louder in the presence of my enemies
15-  CHANTE UN PEU PLUS FORT PLUS FORT QUE LE DOUTE EN MOI </a:t>
            </a:r>
          </a:p>
          <a:p>
            <a:r>
              <a:rPr lang="fr-FR" smtClean="0"/>
              <a:t>Sing a little louder louder than the unbelief</a:t>
            </a:r>
          </a:p>
          <a:p>
            <a:r>
              <a:rPr lang="fr-FR" smtClean="0"/>
              <a:t>16 - CHANTE UN PEU PLUS FORT MON ARME EST UNE MELODIE </a:t>
            </a:r>
          </a:p>
          <a:p>
            <a:r>
              <a:rPr lang="fr-FR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18 - J’ÉLÈVE UN ALLÉLUIA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J’ÉLÈVE UN ALLÉLUIA  EN PRÉSENCE DE MES ENNEMIS</a:t>
            </a:r>
          </a:p>
          <a:p>
            <a:r>
              <a:rPr lang="fr-FR" b="0" smtClean="0"/>
              <a:t>I raise a hallelujah in the presence of my enemies 
2-  J’ÉLÈVE UN ALLÉLUIA PLUS FORT QUE LE DOUTE EN MOI </a:t>
            </a:r>
          </a:p>
          <a:p>
            <a:r>
              <a:rPr lang="fr-FR" b="0" smtClean="0"/>
              <a:t>I raise a hallelujah louder than the unbelief
3-  J’ÉLÈVE UN ALLÉLUIA MON ARME EST UNE MÉLODIE </a:t>
            </a:r>
          </a:p>
          <a:p>
            <a:r>
              <a:rPr lang="fr-FR" b="0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5-  JE CHANTERAI  AU MILIEU DE LA TEMPÊTE </a:t>
            </a:r>
          </a:p>
          <a:p>
            <a:r>
              <a:rPr lang="fr-FR" b="0" smtClean="0"/>
              <a:t>	I’m gonna sing in the middle of the storm
	6-  DE PLUS EN PLUS FORT  MA LOUANGE RUGIRA </a:t>
            </a:r>
          </a:p>
          <a:p>
            <a:r>
              <a:rPr lang="fr-FR" b="0" smtClean="0"/>
              <a:t>	Louder and louder you’re gonna hear my praises roar
	7-  ET DE CES CENDRES L’ESPOIR NAÎTRA </a:t>
            </a:r>
          </a:p>
          <a:p>
            <a:r>
              <a:rPr lang="fr-FR" b="0" smtClean="0"/>
              <a:t>	Up from the ashes hope will arise
	8-  LA MORT EST VAINCUE  LE ROI EST VIVANT </a:t>
            </a:r>
          </a:p>
          <a:p>
            <a:r>
              <a:rPr lang="fr-FR" b="0" smtClean="0"/>
              <a:t>	Death is defeated the King is alive</a:t>
            </a:r>
            <a:br>
              <a:rPr lang="fr-FR" b="0" smtClean="0"/>
            </a:br>
            <a:r>
              <a:rPr lang="fr-FR" b="0" smtClean="0"/>
              <a:t>
9-  J’ÉLÈVE UN ALLÉLUIA AVEC TOUT CE QUE J’AI EN MOI </a:t>
            </a:r>
          </a:p>
          <a:p>
            <a:r>
              <a:rPr lang="fr-FR" b="0" smtClean="0"/>
              <a:t>I raise a hallelujah with everything inside of me
10-  J’ÉLÈVE UN ALLÉLUIA  ET LE MAL FLÉCHIRA </a:t>
            </a:r>
          </a:p>
          <a:p>
            <a:r>
              <a:rPr lang="fr-FR" b="0" smtClean="0"/>
              <a:t>I raise a hallelujah I will watch the darkness flee
11-  J’ÉLÈVE UN ALLÉLUIA MÊME SI JE NE COMPRENDS PAS </a:t>
            </a:r>
          </a:p>
          <a:p>
            <a:r>
              <a:rPr lang="fr-FR" b="0" smtClean="0"/>
              <a:t>I raise a hallelujah in the middle of the mystery
12-  J’ÉLÈVE UN ALLÉLUIA  PEUR, TU NE ME VAINCRAS PAS ! 
I raise a hallelujah fear you lost your hold on me</a:t>
            </a:r>
            <a:br>
              <a:rPr lang="fr-FR" b="0" smtClean="0"/>
            </a:br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13-  CHANTE UN PEU PLUS FORT  x4
Sing a little louder (Sing a little louder)</a:t>
            </a:r>
          </a:p>
          <a:p>
            <a:endParaRPr lang="fr-FR" b="0" smtClean="0"/>
          </a:p>
          <a:p>
            <a:r>
              <a:rPr lang="fr-FR" b="0" smtClean="0"/>
              <a:t>Pont 2:</a:t>
            </a:r>
          </a:p>
          <a:p>
            <a:r>
              <a:rPr lang="fr-FR" b="0" smtClean="0"/>
              <a:t>14-  JE CHANTE UN PEU PLUS FORT  EN PRÉSENCE DE MES ENNEMIS </a:t>
            </a:r>
          </a:p>
          <a:p>
            <a:r>
              <a:rPr lang="fr-FR" b="0" smtClean="0"/>
              <a:t>Sing a little louder in the presence of my enemies
15-  CHANTE UN PEU PLUS FORT PLUS FORT QUE LE DOUTE EN MOI </a:t>
            </a:r>
          </a:p>
          <a:p>
            <a:r>
              <a:rPr lang="fr-FR" b="0" smtClean="0"/>
              <a:t>Sing a little louder louder than the unbelief</a:t>
            </a:r>
          </a:p>
          <a:p>
            <a:r>
              <a:rPr lang="fr-FR" b="0" smtClean="0"/>
              <a:t>16 - CHANTE UN PEU PLUS FORT MON ARME EST UNE MELODIE </a:t>
            </a:r>
          </a:p>
          <a:p>
            <a:r>
              <a:rPr lang="fr-FR" b="0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18 - J’ÉLÈVE UN ALLÉLUIA 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 UN ALLÉLUIA  EN PRÉSENCE DE MES ENNEMIS</a:t>
            </a:r>
          </a:p>
          <a:p>
            <a:r>
              <a:rPr lang="fr-FR" smtClean="0"/>
              <a:t>I raise a hallelujah in the presence of my enemies 
2-  J’ÉLÈVE UN ALLÉLUIA PLUS FORT QUE LE DOUTE EN MOI </a:t>
            </a:r>
          </a:p>
          <a:p>
            <a:r>
              <a:rPr lang="fr-FR" smtClean="0"/>
              <a:t>I raise a hallelujah louder than the unbelief
3-  J’ÉLÈVE UN ALLÉLUIA MON ARME EST UNE MÉLODIE </a:t>
            </a:r>
          </a:p>
          <a:p>
            <a:r>
              <a:rPr lang="fr-FR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JE CHANTERAI  AU MILIEU DE LA TEMPÊTE </a:t>
            </a:r>
          </a:p>
          <a:p>
            <a:r>
              <a:rPr lang="fr-FR" smtClean="0"/>
              <a:t>	I’m gonna sing in the middle of the storm
	6-  DE PLUS EN PLUS FORT  MA LOUANGE RUGIRA </a:t>
            </a:r>
          </a:p>
          <a:p>
            <a:r>
              <a:rPr lang="fr-FR" smtClean="0"/>
              <a:t>	Louder and louder you’re gonna hear my praises roar
	7-  ET DE CES CENDRES L’ESPOIR NAÎTRA </a:t>
            </a:r>
          </a:p>
          <a:p>
            <a:r>
              <a:rPr lang="fr-FR" smtClean="0"/>
              <a:t>	Up from the ashes hope will arise
	8-  LA MORT EST VAINCUE  LE ROI EST VIVANT </a:t>
            </a:r>
          </a:p>
          <a:p>
            <a:r>
              <a:rPr lang="fr-FR" smtClean="0"/>
              <a:t>	Death is defeated the King is alive</a:t>
            </a:r>
            <a:br>
              <a:rPr lang="fr-FR" smtClean="0"/>
            </a:br>
            <a:r>
              <a:rPr lang="fr-FR" smtClean="0"/>
              <a:t>
9-  J’ÉLÈVE UN ALLÉLUIA AVEC TOUT CE QUE J’AI EN MOI </a:t>
            </a:r>
          </a:p>
          <a:p>
            <a:r>
              <a:rPr lang="fr-FR" smtClean="0"/>
              <a:t>I raise a hallelujah with everything inside of me
10-  J’ÉLÈVE UN ALLÉLUIA  ET LE MAL FLÉCHIRA </a:t>
            </a:r>
          </a:p>
          <a:p>
            <a:r>
              <a:rPr lang="fr-FR" smtClean="0"/>
              <a:t>I raise a hallelujah I will watch the darkness flee
11-  J’ÉLÈVE UN ALLÉLUIA MÊME SI JE NE COMPRENDS PAS </a:t>
            </a:r>
          </a:p>
          <a:p>
            <a:r>
              <a:rPr lang="fr-FR" smtClean="0"/>
              <a:t>I raise a hallelujah in the middle of the mystery
12-  J’ÉLÈVE UN ALLÉLUIA  PEUR, TU NE ME VAINCRAS PAS ! 
I raise a hallelujah fear you lost your hold on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13-  CHANTE UN PEU PLUS FORT  x4
Sing a little louder (Sing a little louder)</a:t>
            </a:r>
          </a:p>
          <a:p>
            <a:endParaRPr lang="fr-FR" smtClean="0"/>
          </a:p>
          <a:p>
            <a:r>
              <a:rPr lang="fr-FR" smtClean="0"/>
              <a:t>Pont 2:</a:t>
            </a:r>
          </a:p>
          <a:p>
            <a:r>
              <a:rPr lang="fr-FR" smtClean="0"/>
              <a:t>14-  JE CHANTE UN PEU PLUS FORT  EN PRÉSENCE DE MES ENNEMIS </a:t>
            </a:r>
          </a:p>
          <a:p>
            <a:r>
              <a:rPr lang="fr-FR" smtClean="0"/>
              <a:t>Sing a little louder in the presence of my enemies
15-  CHANTE UN PEU PLUS FORT PLUS FORT QUE LE DOUTE EN MOI </a:t>
            </a:r>
          </a:p>
          <a:p>
            <a:r>
              <a:rPr lang="fr-FR" smtClean="0"/>
              <a:t>Sing a little louder louder than the unbelief</a:t>
            </a:r>
          </a:p>
          <a:p>
            <a:r>
              <a:rPr lang="fr-FR" smtClean="0"/>
              <a:t>16 - CHANTE UN PEU PLUS FORT MON ARME EST UNE MELODIE </a:t>
            </a:r>
          </a:p>
          <a:p>
            <a:r>
              <a:rPr lang="fr-FR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18 - J’ÉLÈVE UN ALLÉLUIA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dirty="0" smtClean="0"/>
              <a:t>1-  J’ÉLÈVE UN ALLÉLUIA  EN PRÉSENCE DE MES ENNEMIS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in the </a:t>
            </a:r>
            <a:r>
              <a:rPr lang="fr-FR" b="0" dirty="0" err="1" smtClean="0"/>
              <a:t>presence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enemies</a:t>
            </a:r>
            <a:r>
              <a:rPr lang="fr-FR" b="0" dirty="0" smtClean="0"/>
              <a:t> 
2-  J’ÉLÈVE UN ALLÉLUIA PLUS FORT QUE LE DOUTE EN MOI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 </a:t>
            </a:r>
            <a:r>
              <a:rPr lang="fr-FR" b="0" dirty="0" err="1" smtClean="0"/>
              <a:t>than</a:t>
            </a:r>
            <a:r>
              <a:rPr lang="fr-FR" b="0" dirty="0" smtClean="0"/>
              <a:t> the </a:t>
            </a:r>
            <a:r>
              <a:rPr lang="fr-FR" b="0" dirty="0" err="1" smtClean="0"/>
              <a:t>unbelief</a:t>
            </a:r>
            <a:r>
              <a:rPr lang="fr-FR" b="0" dirty="0" smtClean="0"/>
              <a:t>
3-  J’ÉLÈVE UN ALLÉLUIA MON ARME EST UNE MÉLODIE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weapon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a </a:t>
            </a:r>
            <a:r>
              <a:rPr lang="fr-FR" b="0" dirty="0" err="1" smtClean="0"/>
              <a:t>melody</a:t>
            </a:r>
            <a:r>
              <a:rPr lang="fr-FR" b="0" dirty="0" smtClean="0"/>
              <a:t>
4-  J’ÉLÈVE UN ALLÉLUIA ET LE CIEL COMBAT POUR MOI 
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comes</a:t>
            </a:r>
            <a:r>
              <a:rPr lang="fr-FR" b="0" dirty="0" smtClean="0"/>
              <a:t> to </a:t>
            </a:r>
            <a:r>
              <a:rPr lang="fr-FR" b="0" dirty="0" err="1" smtClean="0"/>
              <a:t>fight</a:t>
            </a:r>
            <a:r>
              <a:rPr lang="fr-FR" b="0" dirty="0" smtClean="0"/>
              <a:t> for me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	5-  JE CHANTERAI  AU MILIEU DE LA TEMPÊTE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I’m</a:t>
            </a:r>
            <a:r>
              <a:rPr lang="fr-FR" b="0" dirty="0" smtClean="0"/>
              <a:t> </a:t>
            </a:r>
            <a:r>
              <a:rPr lang="fr-FR" b="0" dirty="0" err="1" smtClean="0"/>
              <a:t>gonna</a:t>
            </a:r>
            <a:r>
              <a:rPr lang="fr-FR" b="0" dirty="0" smtClean="0"/>
              <a:t> </a:t>
            </a:r>
            <a:r>
              <a:rPr lang="fr-FR" b="0" dirty="0" err="1" smtClean="0"/>
              <a:t>sing</a:t>
            </a:r>
            <a:r>
              <a:rPr lang="fr-FR" b="0" dirty="0" smtClean="0"/>
              <a:t> in the middle of the </a:t>
            </a:r>
            <a:r>
              <a:rPr lang="fr-FR" b="0" dirty="0" err="1" smtClean="0"/>
              <a:t>storm</a:t>
            </a:r>
            <a:r>
              <a:rPr lang="fr-FR" b="0" dirty="0" smtClean="0"/>
              <a:t>
	6-  DE PLUS EN PLUS FORT  MA LOUANGE RUGIRA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Louder</a:t>
            </a:r>
            <a:r>
              <a:rPr lang="fr-FR" b="0" dirty="0" smtClean="0"/>
              <a:t> and </a:t>
            </a:r>
            <a:r>
              <a:rPr lang="fr-FR" b="0" dirty="0" err="1" smtClean="0"/>
              <a:t>louder</a:t>
            </a:r>
            <a:r>
              <a:rPr lang="fr-FR" b="0" dirty="0" smtClean="0"/>
              <a:t> </a:t>
            </a:r>
            <a:r>
              <a:rPr lang="fr-FR" b="0" dirty="0" err="1" smtClean="0"/>
              <a:t>you’re</a:t>
            </a:r>
            <a:r>
              <a:rPr lang="fr-FR" b="0" dirty="0" smtClean="0"/>
              <a:t> </a:t>
            </a:r>
            <a:r>
              <a:rPr lang="fr-FR" b="0" dirty="0" err="1" smtClean="0"/>
              <a:t>gonna</a:t>
            </a:r>
            <a:r>
              <a:rPr lang="fr-FR" b="0" dirty="0" smtClean="0"/>
              <a:t> </a:t>
            </a:r>
            <a:r>
              <a:rPr lang="fr-FR" b="0" dirty="0" err="1" smtClean="0"/>
              <a:t>hear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praises</a:t>
            </a:r>
            <a:r>
              <a:rPr lang="fr-FR" b="0" dirty="0" smtClean="0"/>
              <a:t> </a:t>
            </a:r>
            <a:r>
              <a:rPr lang="fr-FR" b="0" dirty="0" err="1" smtClean="0"/>
              <a:t>roar</a:t>
            </a:r>
            <a:r>
              <a:rPr lang="fr-FR" b="0" dirty="0" smtClean="0"/>
              <a:t>
	7-  ET DE CES CENDRES L’ESPOIR NAÎTRA </a:t>
            </a:r>
          </a:p>
          <a:p>
            <a:r>
              <a:rPr lang="fr-FR" b="0" dirty="0" smtClean="0"/>
              <a:t>	Up </a:t>
            </a:r>
            <a:r>
              <a:rPr lang="fr-FR" b="0" dirty="0" err="1" smtClean="0"/>
              <a:t>from</a:t>
            </a:r>
            <a:r>
              <a:rPr lang="fr-FR" b="0" dirty="0" smtClean="0"/>
              <a:t> the </a:t>
            </a:r>
            <a:r>
              <a:rPr lang="fr-FR" b="0" dirty="0" err="1" smtClean="0"/>
              <a:t>ashes</a:t>
            </a:r>
            <a:r>
              <a:rPr lang="fr-FR" b="0" dirty="0" smtClean="0"/>
              <a:t> </a:t>
            </a:r>
            <a:r>
              <a:rPr lang="fr-FR" b="0" dirty="0" err="1" smtClean="0"/>
              <a:t>hope</a:t>
            </a:r>
            <a:r>
              <a:rPr lang="fr-FR" b="0" dirty="0" smtClean="0"/>
              <a:t> </a:t>
            </a:r>
            <a:r>
              <a:rPr lang="fr-FR" b="0" dirty="0" err="1" smtClean="0"/>
              <a:t>will</a:t>
            </a:r>
            <a:r>
              <a:rPr lang="fr-FR" b="0" dirty="0" smtClean="0"/>
              <a:t> arise
	8-  LA MORT EST VAINCUE  LE ROI EST VIVANT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Death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defeated</a:t>
            </a:r>
            <a:r>
              <a:rPr lang="fr-FR" b="0" dirty="0" smtClean="0"/>
              <a:t> the King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alive</a:t>
            </a:r>
            <a:r>
              <a:rPr lang="fr-FR" b="0" dirty="0" smtClean="0"/>
              <a:t/>
            </a:r>
            <a:br>
              <a:rPr lang="fr-FR" b="0" dirty="0" smtClean="0"/>
            </a:br>
            <a:r>
              <a:rPr lang="fr-FR" b="0" dirty="0" smtClean="0"/>
              <a:t>
9-  J’ÉLÈVE UN ALLÉLUIA AVEC TOUT CE QUE J’AI EN MOI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</a:t>
            </a:r>
            <a:r>
              <a:rPr lang="fr-FR" b="0" dirty="0" err="1" smtClean="0"/>
              <a:t>with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 </a:t>
            </a:r>
            <a:r>
              <a:rPr lang="fr-FR" b="0" dirty="0" err="1" smtClean="0"/>
              <a:t>inside</a:t>
            </a:r>
            <a:r>
              <a:rPr lang="fr-FR" b="0" dirty="0" smtClean="0"/>
              <a:t> of me
10-  J’ÉLÈVE UN ALLÉLUIA  ET LE MAL FLÉCHIRA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I </a:t>
            </a:r>
            <a:r>
              <a:rPr lang="fr-FR" b="0" dirty="0" err="1" smtClean="0"/>
              <a:t>will</a:t>
            </a:r>
            <a:r>
              <a:rPr lang="fr-FR" b="0" dirty="0" smtClean="0"/>
              <a:t> </a:t>
            </a:r>
            <a:r>
              <a:rPr lang="fr-FR" b="0" dirty="0" err="1" smtClean="0"/>
              <a:t>watch</a:t>
            </a:r>
            <a:r>
              <a:rPr lang="fr-FR" b="0" dirty="0" smtClean="0"/>
              <a:t> the </a:t>
            </a:r>
            <a:r>
              <a:rPr lang="fr-FR" b="0" dirty="0" err="1" smtClean="0"/>
              <a:t>darkness</a:t>
            </a:r>
            <a:r>
              <a:rPr lang="fr-FR" b="0" dirty="0" smtClean="0"/>
              <a:t> </a:t>
            </a:r>
            <a:r>
              <a:rPr lang="fr-FR" b="0" dirty="0" err="1" smtClean="0"/>
              <a:t>flee</a:t>
            </a:r>
            <a:r>
              <a:rPr lang="fr-FR" b="0" dirty="0" smtClean="0"/>
              <a:t>
11-  J’ÉLÈVE UN ALLÉLUIA MÊME SI JE NE COMPRENDS PAS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in the middle of the </a:t>
            </a:r>
            <a:r>
              <a:rPr lang="fr-FR" b="0" dirty="0" err="1" smtClean="0"/>
              <a:t>mystery</a:t>
            </a:r>
            <a:r>
              <a:rPr lang="fr-FR" b="0" dirty="0" smtClean="0"/>
              <a:t>
12-  J’ÉLÈVE UN ALLÉLUIA  PEUR, TU NE ME VAINCRAS PAS ! 
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</a:t>
            </a:r>
            <a:r>
              <a:rPr lang="fr-FR" b="0" dirty="0" err="1" smtClean="0"/>
              <a:t>fear</a:t>
            </a:r>
            <a:r>
              <a:rPr lang="fr-FR" b="0" dirty="0" smtClean="0"/>
              <a:t> </a:t>
            </a:r>
            <a:r>
              <a:rPr lang="fr-FR" b="0" dirty="0" err="1" smtClean="0"/>
              <a:t>you</a:t>
            </a:r>
            <a:r>
              <a:rPr lang="fr-FR" b="0" dirty="0" smtClean="0"/>
              <a:t> </a:t>
            </a:r>
            <a:r>
              <a:rPr lang="fr-FR" b="0" dirty="0" err="1" smtClean="0"/>
              <a:t>lost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hold</a:t>
            </a:r>
            <a:r>
              <a:rPr lang="fr-FR" b="0" dirty="0" smtClean="0"/>
              <a:t> on me</a:t>
            </a:r>
            <a:br>
              <a:rPr lang="fr-FR" b="0" dirty="0" smtClean="0"/>
            </a:br>
            <a:endParaRPr lang="fr-FR" b="0" dirty="0" smtClean="0"/>
          </a:p>
          <a:p>
            <a:r>
              <a:rPr lang="fr-FR" b="0" dirty="0" smtClean="0"/>
              <a:t>Pont:</a:t>
            </a:r>
          </a:p>
          <a:p>
            <a:r>
              <a:rPr lang="fr-FR" b="0" dirty="0" smtClean="0"/>
              <a:t>13-  CHANTE UN PEU PLUS FORT  x4
</a:t>
            </a:r>
            <a:r>
              <a:rPr lang="fr-FR" b="0" dirty="0" err="1" smtClean="0"/>
              <a:t>Sing</a:t>
            </a:r>
            <a:r>
              <a:rPr lang="fr-FR" b="0" dirty="0" smtClean="0"/>
              <a:t> a </a:t>
            </a:r>
            <a:r>
              <a:rPr lang="fr-FR" b="0" dirty="0" err="1" smtClean="0"/>
              <a:t>little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 (</a:t>
            </a:r>
            <a:r>
              <a:rPr lang="fr-FR" b="0" dirty="0" err="1" smtClean="0"/>
              <a:t>Sing</a:t>
            </a:r>
            <a:r>
              <a:rPr lang="fr-FR" b="0" dirty="0" smtClean="0"/>
              <a:t> a </a:t>
            </a:r>
            <a:r>
              <a:rPr lang="fr-FR" b="0" dirty="0" err="1" smtClean="0"/>
              <a:t>little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)</a:t>
            </a:r>
          </a:p>
          <a:p>
            <a:endParaRPr lang="fr-FR" b="0" dirty="0" smtClean="0"/>
          </a:p>
          <a:p>
            <a:r>
              <a:rPr lang="fr-FR" b="0" dirty="0" smtClean="0"/>
              <a:t>Pont 2:</a:t>
            </a:r>
          </a:p>
          <a:p>
            <a:r>
              <a:rPr lang="fr-FR" b="0" dirty="0" smtClean="0"/>
              <a:t>14-  JE CHANTE UN PEU PLUS FORT  EN PRÉSENCE DE MES ENNEMIS </a:t>
            </a:r>
          </a:p>
          <a:p>
            <a:r>
              <a:rPr lang="fr-FR" b="0" dirty="0" err="1" smtClean="0"/>
              <a:t>Sing</a:t>
            </a:r>
            <a:r>
              <a:rPr lang="fr-FR" b="0" dirty="0" smtClean="0"/>
              <a:t> a </a:t>
            </a:r>
            <a:r>
              <a:rPr lang="fr-FR" b="0" dirty="0" err="1" smtClean="0"/>
              <a:t>little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 in the </a:t>
            </a:r>
            <a:r>
              <a:rPr lang="fr-FR" b="0" dirty="0" err="1" smtClean="0"/>
              <a:t>presence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enemies</a:t>
            </a:r>
            <a:r>
              <a:rPr lang="fr-FR" b="0" dirty="0" smtClean="0"/>
              <a:t>
15-  CHANTE UN PEU PLUS FORT PLUS FORT QUE LE DOUTE EN MOI </a:t>
            </a:r>
          </a:p>
          <a:p>
            <a:r>
              <a:rPr lang="fr-FR" b="0" dirty="0" err="1" smtClean="0"/>
              <a:t>Sing</a:t>
            </a:r>
            <a:r>
              <a:rPr lang="fr-FR" b="0" dirty="0" smtClean="0"/>
              <a:t> a </a:t>
            </a:r>
            <a:r>
              <a:rPr lang="fr-FR" b="0" dirty="0" err="1" smtClean="0"/>
              <a:t>little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 </a:t>
            </a:r>
            <a:r>
              <a:rPr lang="fr-FR" b="0" dirty="0" err="1" smtClean="0"/>
              <a:t>than</a:t>
            </a:r>
            <a:r>
              <a:rPr lang="fr-FR" b="0" dirty="0" smtClean="0"/>
              <a:t> the </a:t>
            </a:r>
            <a:r>
              <a:rPr lang="fr-FR" b="0" dirty="0" err="1" smtClean="0"/>
              <a:t>unbelief</a:t>
            </a:r>
            <a:endParaRPr lang="fr-FR" b="0" dirty="0" smtClean="0"/>
          </a:p>
          <a:p>
            <a:r>
              <a:rPr lang="fr-FR" b="0" dirty="0" smtClean="0"/>
              <a:t>16 - CHANTE UN PEU PLUS FORT MON ARME EST UNE MELODIE </a:t>
            </a:r>
          </a:p>
          <a:p>
            <a:r>
              <a:rPr lang="fr-FR" b="0" dirty="0" err="1" smtClean="0"/>
              <a:t>Sing</a:t>
            </a:r>
            <a:r>
              <a:rPr lang="fr-FR" b="0" dirty="0" smtClean="0"/>
              <a:t> a </a:t>
            </a:r>
            <a:r>
              <a:rPr lang="fr-FR" b="0" dirty="0" err="1" smtClean="0"/>
              <a:t>little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weapon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a </a:t>
            </a:r>
            <a:r>
              <a:rPr lang="fr-FR" b="0" dirty="0" err="1" smtClean="0"/>
              <a:t>melody</a:t>
            </a:r>
            <a:r>
              <a:rPr lang="fr-FR" b="0" dirty="0" smtClean="0"/>
              <a:t>
17-  CHANTE UN PEU PLUS FORT ET LE CIEL COMBAT POUR MOI 
</a:t>
            </a:r>
            <a:r>
              <a:rPr lang="fr-FR" b="0" dirty="0" err="1" smtClean="0"/>
              <a:t>Sing</a:t>
            </a:r>
            <a:r>
              <a:rPr lang="fr-FR" b="0" dirty="0" smtClean="0"/>
              <a:t> a </a:t>
            </a:r>
            <a:r>
              <a:rPr lang="fr-FR" b="0" dirty="0" err="1" smtClean="0"/>
              <a:t>little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 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comes</a:t>
            </a:r>
            <a:r>
              <a:rPr lang="fr-FR" b="0" dirty="0" smtClean="0"/>
              <a:t> to </a:t>
            </a:r>
            <a:r>
              <a:rPr lang="fr-FR" b="0" dirty="0" err="1" smtClean="0"/>
              <a:t>fight</a:t>
            </a:r>
            <a:r>
              <a:rPr lang="fr-FR" b="0" dirty="0" smtClean="0"/>
              <a:t> for me          x2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18 - J’ÉLÈVE UN ALLÉLUIA 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 UN ALLÉLUIA  EN PRÉSENCE DE MES ENNEMIS</a:t>
            </a:r>
          </a:p>
          <a:p>
            <a:r>
              <a:rPr lang="fr-FR" smtClean="0"/>
              <a:t>I raise a hallelujah in the presence of my enemies 
2-  J’ÉLÈVE UN ALLÉLUIA PLUS FORT QUE LE DOUTE EN MOI </a:t>
            </a:r>
          </a:p>
          <a:p>
            <a:r>
              <a:rPr lang="fr-FR" smtClean="0"/>
              <a:t>I raise a hallelujah louder than the unbelief
3-  J’ÉLÈVE UN ALLÉLUIA MON ARME EST UNE MÉLODIE </a:t>
            </a:r>
          </a:p>
          <a:p>
            <a:r>
              <a:rPr lang="fr-FR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JE CHANTERAI  AU MILIEU DE LA TEMPÊTE </a:t>
            </a:r>
          </a:p>
          <a:p>
            <a:r>
              <a:rPr lang="fr-FR" smtClean="0"/>
              <a:t>	I’m gonna sing in the middle of the storm
	6-  DE PLUS EN PLUS FORT  MA LOUANGE RUGIRA </a:t>
            </a:r>
          </a:p>
          <a:p>
            <a:r>
              <a:rPr lang="fr-FR" smtClean="0"/>
              <a:t>	Louder and louder you’re gonna hear my praises roar
	7-  ET DE CES CENDRES L’ESPOIR NAÎTRA </a:t>
            </a:r>
          </a:p>
          <a:p>
            <a:r>
              <a:rPr lang="fr-FR" smtClean="0"/>
              <a:t>	Up from the ashes hope will arise
	8-  LA MORT EST VAINCUE  LE ROI EST VIVANT </a:t>
            </a:r>
          </a:p>
          <a:p>
            <a:r>
              <a:rPr lang="fr-FR" smtClean="0"/>
              <a:t>	Death is defeated the King is alive</a:t>
            </a:r>
            <a:br>
              <a:rPr lang="fr-FR" smtClean="0"/>
            </a:br>
            <a:r>
              <a:rPr lang="fr-FR" smtClean="0"/>
              <a:t>
9-  J’ÉLÈVE UN ALLÉLUIA AVEC TOUT CE QUE J’AI EN MOI </a:t>
            </a:r>
          </a:p>
          <a:p>
            <a:r>
              <a:rPr lang="fr-FR" smtClean="0"/>
              <a:t>I raise a hallelujah with everything inside of me
10-  J’ÉLÈVE UN ALLÉLUIA  ET LE MAL FLÉCHIRA </a:t>
            </a:r>
          </a:p>
          <a:p>
            <a:r>
              <a:rPr lang="fr-FR" smtClean="0"/>
              <a:t>I raise a hallelujah I will watch the darkness flee
11-  J’ÉLÈVE UN ALLÉLUIA MÊME SI JE NE COMPRENDS PAS </a:t>
            </a:r>
          </a:p>
          <a:p>
            <a:r>
              <a:rPr lang="fr-FR" smtClean="0"/>
              <a:t>I raise a hallelujah in the middle of the mystery
12-  J’ÉLÈVE UN ALLÉLUIA  PEUR, TU NE ME VAINCRAS PAS ! 
I raise a hallelujah fear you lost your hold on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13-  CHANTE UN PEU PLUS FORT  x4
Sing a little louder (Sing a little louder)</a:t>
            </a:r>
          </a:p>
          <a:p>
            <a:endParaRPr lang="fr-FR" smtClean="0"/>
          </a:p>
          <a:p>
            <a:r>
              <a:rPr lang="fr-FR" smtClean="0"/>
              <a:t>Pont 2:</a:t>
            </a:r>
          </a:p>
          <a:p>
            <a:r>
              <a:rPr lang="fr-FR" smtClean="0"/>
              <a:t>14-  JE CHANTE UN PEU PLUS FORT  EN PRÉSENCE DE MES ENNEMIS </a:t>
            </a:r>
          </a:p>
          <a:p>
            <a:r>
              <a:rPr lang="fr-FR" smtClean="0"/>
              <a:t>Sing a little louder in the presence of my enemies
15-  CHANTE UN PEU PLUS FORT PLUS FORT QUE LE DOUTE EN MOI </a:t>
            </a:r>
          </a:p>
          <a:p>
            <a:r>
              <a:rPr lang="fr-FR" smtClean="0"/>
              <a:t>Sing a little louder louder than the unbelief</a:t>
            </a:r>
          </a:p>
          <a:p>
            <a:r>
              <a:rPr lang="fr-FR" smtClean="0"/>
              <a:t>16 - CHANTE UN PEU PLUS FORT MON ARME EST UNE MELODIE </a:t>
            </a:r>
          </a:p>
          <a:p>
            <a:r>
              <a:rPr lang="fr-FR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18 - J’ÉLÈVE UN ALLÉLUIA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J’ÉLÈVE UN ALLÉLUIA  EN PRÉSENCE DE MES ENNEMIS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in the </a:t>
            </a:r>
            <a:r>
              <a:rPr lang="fr-FR" b="0" dirty="0" err="1" smtClean="0"/>
              <a:t>presence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enemies</a:t>
            </a:r>
            <a:r>
              <a:rPr lang="fr-FR" b="0" dirty="0" smtClean="0"/>
              <a:t> 
2-  J’ÉLÈVE UN ALLÉLUIA PLUS FORT QUE LE DOUTE EN MOI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 </a:t>
            </a:r>
            <a:r>
              <a:rPr lang="fr-FR" b="0" dirty="0" err="1" smtClean="0"/>
              <a:t>than</a:t>
            </a:r>
            <a:r>
              <a:rPr lang="fr-FR" b="0" dirty="0" smtClean="0"/>
              <a:t> the </a:t>
            </a:r>
            <a:r>
              <a:rPr lang="fr-FR" b="0" dirty="0" err="1" smtClean="0"/>
              <a:t>unbelief</a:t>
            </a:r>
            <a:r>
              <a:rPr lang="fr-FR" b="0" dirty="0" smtClean="0"/>
              <a:t>
3-  J’ÉLÈVE UN ALLÉLUIA MON ARME EST UNE MÉLODIE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weapon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a </a:t>
            </a:r>
            <a:r>
              <a:rPr lang="fr-FR" b="0" dirty="0" err="1" smtClean="0"/>
              <a:t>melody</a:t>
            </a:r>
            <a:r>
              <a:rPr lang="fr-FR" b="0" dirty="0" smtClean="0"/>
              <a:t>
4-  J’ÉLÈVE UN ALLÉLUIA ET LE CIEL COMBAT POUR MOI 
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comes</a:t>
            </a:r>
            <a:r>
              <a:rPr lang="fr-FR" b="0" dirty="0" smtClean="0"/>
              <a:t> to </a:t>
            </a:r>
            <a:r>
              <a:rPr lang="fr-FR" b="0" dirty="0" err="1" smtClean="0"/>
              <a:t>fight</a:t>
            </a:r>
            <a:r>
              <a:rPr lang="fr-FR" b="0" dirty="0" smtClean="0"/>
              <a:t> for me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	5-  JE CHANTERAI  AU MILIEU DE LA TEMPÊTE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I’m</a:t>
            </a:r>
            <a:r>
              <a:rPr lang="fr-FR" b="0" dirty="0" smtClean="0"/>
              <a:t> </a:t>
            </a:r>
            <a:r>
              <a:rPr lang="fr-FR" b="0" dirty="0" err="1" smtClean="0"/>
              <a:t>gonna</a:t>
            </a:r>
            <a:r>
              <a:rPr lang="fr-FR" b="0" dirty="0" smtClean="0"/>
              <a:t> </a:t>
            </a:r>
            <a:r>
              <a:rPr lang="fr-FR" b="0" dirty="0" err="1" smtClean="0"/>
              <a:t>sing</a:t>
            </a:r>
            <a:r>
              <a:rPr lang="fr-FR" b="0" dirty="0" smtClean="0"/>
              <a:t> in the middle of the </a:t>
            </a:r>
            <a:r>
              <a:rPr lang="fr-FR" b="0" dirty="0" err="1" smtClean="0"/>
              <a:t>storm</a:t>
            </a:r>
            <a:r>
              <a:rPr lang="fr-FR" b="0" dirty="0" smtClean="0"/>
              <a:t>
	6-  DE PLUS EN PLUS FORT  MA LOUANGE RUGIRA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Louder</a:t>
            </a:r>
            <a:r>
              <a:rPr lang="fr-FR" b="0" dirty="0" smtClean="0"/>
              <a:t> and </a:t>
            </a:r>
            <a:r>
              <a:rPr lang="fr-FR" b="0" dirty="0" err="1" smtClean="0"/>
              <a:t>louder</a:t>
            </a:r>
            <a:r>
              <a:rPr lang="fr-FR" b="0" dirty="0" smtClean="0"/>
              <a:t> </a:t>
            </a:r>
            <a:r>
              <a:rPr lang="fr-FR" b="0" dirty="0" err="1" smtClean="0"/>
              <a:t>you’re</a:t>
            </a:r>
            <a:r>
              <a:rPr lang="fr-FR" b="0" dirty="0" smtClean="0"/>
              <a:t> </a:t>
            </a:r>
            <a:r>
              <a:rPr lang="fr-FR" b="0" dirty="0" err="1" smtClean="0"/>
              <a:t>gonna</a:t>
            </a:r>
            <a:r>
              <a:rPr lang="fr-FR" b="0" dirty="0" smtClean="0"/>
              <a:t> </a:t>
            </a:r>
            <a:r>
              <a:rPr lang="fr-FR" b="0" dirty="0" err="1" smtClean="0"/>
              <a:t>hear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praises</a:t>
            </a:r>
            <a:r>
              <a:rPr lang="fr-FR" b="0" dirty="0" smtClean="0"/>
              <a:t> </a:t>
            </a:r>
            <a:r>
              <a:rPr lang="fr-FR" b="0" dirty="0" err="1" smtClean="0"/>
              <a:t>roar</a:t>
            </a:r>
            <a:r>
              <a:rPr lang="fr-FR" b="0" dirty="0" smtClean="0"/>
              <a:t>
	7-  ET DE CES CENDRES L’ESPOIR NAÎTRA </a:t>
            </a:r>
          </a:p>
          <a:p>
            <a:r>
              <a:rPr lang="fr-FR" b="0" dirty="0" smtClean="0"/>
              <a:t>	Up </a:t>
            </a:r>
            <a:r>
              <a:rPr lang="fr-FR" b="0" dirty="0" err="1" smtClean="0"/>
              <a:t>from</a:t>
            </a:r>
            <a:r>
              <a:rPr lang="fr-FR" b="0" dirty="0" smtClean="0"/>
              <a:t> the </a:t>
            </a:r>
            <a:r>
              <a:rPr lang="fr-FR" b="0" dirty="0" err="1" smtClean="0"/>
              <a:t>ashes</a:t>
            </a:r>
            <a:r>
              <a:rPr lang="fr-FR" b="0" dirty="0" smtClean="0"/>
              <a:t> </a:t>
            </a:r>
            <a:r>
              <a:rPr lang="fr-FR" b="0" dirty="0" err="1" smtClean="0"/>
              <a:t>hope</a:t>
            </a:r>
            <a:r>
              <a:rPr lang="fr-FR" b="0" dirty="0" smtClean="0"/>
              <a:t> </a:t>
            </a:r>
            <a:r>
              <a:rPr lang="fr-FR" b="0" dirty="0" err="1" smtClean="0"/>
              <a:t>will</a:t>
            </a:r>
            <a:r>
              <a:rPr lang="fr-FR" b="0" dirty="0" smtClean="0"/>
              <a:t> arise
	8-  LA MORT EST VAINCUE  LE ROI EST VIVANT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Death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defeated</a:t>
            </a:r>
            <a:r>
              <a:rPr lang="fr-FR" b="0" dirty="0" smtClean="0"/>
              <a:t> the King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alive</a:t>
            </a:r>
            <a:r>
              <a:rPr lang="fr-FR" b="0" dirty="0" smtClean="0"/>
              <a:t/>
            </a:r>
            <a:br>
              <a:rPr lang="fr-FR" b="0" dirty="0" smtClean="0"/>
            </a:br>
            <a:r>
              <a:rPr lang="fr-FR" b="0" dirty="0" smtClean="0"/>
              <a:t>
9-  J’ÉLÈVE UN ALLÉLUIA AVEC TOUT CE QUE J’AI EN MOI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</a:t>
            </a:r>
            <a:r>
              <a:rPr lang="fr-FR" b="0" dirty="0" err="1" smtClean="0"/>
              <a:t>with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 </a:t>
            </a:r>
            <a:r>
              <a:rPr lang="fr-FR" b="0" dirty="0" err="1" smtClean="0"/>
              <a:t>inside</a:t>
            </a:r>
            <a:r>
              <a:rPr lang="fr-FR" b="0" dirty="0" smtClean="0"/>
              <a:t> of me
10-  J’ÉLÈVE UN ALLÉLUIA  ET LE MAL FLÉCHIRA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I </a:t>
            </a:r>
            <a:r>
              <a:rPr lang="fr-FR" b="0" dirty="0" err="1" smtClean="0"/>
              <a:t>will</a:t>
            </a:r>
            <a:r>
              <a:rPr lang="fr-FR" b="0" dirty="0" smtClean="0"/>
              <a:t> </a:t>
            </a:r>
            <a:r>
              <a:rPr lang="fr-FR" b="0" dirty="0" err="1" smtClean="0"/>
              <a:t>watch</a:t>
            </a:r>
            <a:r>
              <a:rPr lang="fr-FR" b="0" dirty="0" smtClean="0"/>
              <a:t> the </a:t>
            </a:r>
            <a:r>
              <a:rPr lang="fr-FR" b="0" dirty="0" err="1" smtClean="0"/>
              <a:t>darkness</a:t>
            </a:r>
            <a:r>
              <a:rPr lang="fr-FR" b="0" dirty="0" smtClean="0"/>
              <a:t> </a:t>
            </a:r>
            <a:r>
              <a:rPr lang="fr-FR" b="0" dirty="0" err="1" smtClean="0"/>
              <a:t>flee</a:t>
            </a:r>
            <a:r>
              <a:rPr lang="fr-FR" b="0" dirty="0" smtClean="0"/>
              <a:t>
11-  J’ÉLÈVE UN ALLÉLUIA MÊME SI JE NE COMPRENDS PAS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in the middle of the </a:t>
            </a:r>
            <a:r>
              <a:rPr lang="fr-FR" b="0" dirty="0" err="1" smtClean="0"/>
              <a:t>mystery</a:t>
            </a:r>
            <a:r>
              <a:rPr lang="fr-FR" b="0" dirty="0" smtClean="0"/>
              <a:t>
12-  J’ÉLÈVE UN ALLÉLUIA  PEUR, TU NE ME VAINCRAS PAS ! 
I </a:t>
            </a:r>
            <a:r>
              <a:rPr lang="fr-FR" b="0" dirty="0" err="1" smtClean="0"/>
              <a:t>raise</a:t>
            </a:r>
            <a:r>
              <a:rPr lang="fr-FR" b="0" dirty="0" smtClean="0"/>
              <a:t> a </a:t>
            </a:r>
            <a:r>
              <a:rPr lang="fr-FR" b="0" dirty="0" err="1" smtClean="0"/>
              <a:t>hallelujah</a:t>
            </a:r>
            <a:r>
              <a:rPr lang="fr-FR" b="0" dirty="0" smtClean="0"/>
              <a:t> </a:t>
            </a:r>
            <a:r>
              <a:rPr lang="fr-FR" b="0" dirty="0" err="1" smtClean="0"/>
              <a:t>fear</a:t>
            </a:r>
            <a:r>
              <a:rPr lang="fr-FR" b="0" dirty="0" smtClean="0"/>
              <a:t> </a:t>
            </a:r>
            <a:r>
              <a:rPr lang="fr-FR" b="0" dirty="0" err="1" smtClean="0"/>
              <a:t>you</a:t>
            </a:r>
            <a:r>
              <a:rPr lang="fr-FR" b="0" dirty="0" smtClean="0"/>
              <a:t> </a:t>
            </a:r>
            <a:r>
              <a:rPr lang="fr-FR" b="0" dirty="0" err="1" smtClean="0"/>
              <a:t>lost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hold</a:t>
            </a:r>
            <a:r>
              <a:rPr lang="fr-FR" b="0" dirty="0" smtClean="0"/>
              <a:t> on me</a:t>
            </a:r>
            <a:br>
              <a:rPr lang="fr-FR" b="0" dirty="0" smtClean="0"/>
            </a:br>
            <a:endParaRPr lang="fr-FR" b="0" dirty="0" smtClean="0"/>
          </a:p>
          <a:p>
            <a:r>
              <a:rPr lang="fr-FR" b="0" dirty="0" smtClean="0"/>
              <a:t>Pont:</a:t>
            </a:r>
          </a:p>
          <a:p>
            <a:r>
              <a:rPr lang="fr-FR" b="0" dirty="0" smtClean="0"/>
              <a:t>13-  CHANTE UN PEU PLUS FORT  x4
</a:t>
            </a:r>
            <a:r>
              <a:rPr lang="fr-FR" b="0" dirty="0" err="1" smtClean="0"/>
              <a:t>Sing</a:t>
            </a:r>
            <a:r>
              <a:rPr lang="fr-FR" b="0" dirty="0" smtClean="0"/>
              <a:t> a </a:t>
            </a:r>
            <a:r>
              <a:rPr lang="fr-FR" b="0" dirty="0" err="1" smtClean="0"/>
              <a:t>little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 (</a:t>
            </a:r>
            <a:r>
              <a:rPr lang="fr-FR" b="0" dirty="0" err="1" smtClean="0"/>
              <a:t>Sing</a:t>
            </a:r>
            <a:r>
              <a:rPr lang="fr-FR" b="0" dirty="0" smtClean="0"/>
              <a:t> a </a:t>
            </a:r>
            <a:r>
              <a:rPr lang="fr-FR" b="0" dirty="0" err="1" smtClean="0"/>
              <a:t>little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)</a:t>
            </a:r>
          </a:p>
          <a:p>
            <a:endParaRPr lang="fr-FR" b="0" dirty="0" smtClean="0"/>
          </a:p>
          <a:p>
            <a:r>
              <a:rPr lang="fr-FR" b="0" dirty="0" smtClean="0"/>
              <a:t>Pont 2:</a:t>
            </a:r>
          </a:p>
          <a:p>
            <a:r>
              <a:rPr lang="fr-FR" b="0" dirty="0" smtClean="0"/>
              <a:t>14-  JE CHANTE UN PEU PLUS FORT  EN PRÉSENCE DE MES ENNEMIS </a:t>
            </a:r>
          </a:p>
          <a:p>
            <a:r>
              <a:rPr lang="fr-FR" b="0" dirty="0" err="1" smtClean="0"/>
              <a:t>Sing</a:t>
            </a:r>
            <a:r>
              <a:rPr lang="fr-FR" b="0" dirty="0" smtClean="0"/>
              <a:t> a </a:t>
            </a:r>
            <a:r>
              <a:rPr lang="fr-FR" b="0" dirty="0" err="1" smtClean="0"/>
              <a:t>little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 in the </a:t>
            </a:r>
            <a:r>
              <a:rPr lang="fr-FR" b="0" dirty="0" err="1" smtClean="0"/>
              <a:t>presence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enemies</a:t>
            </a:r>
            <a:r>
              <a:rPr lang="fr-FR" b="0" dirty="0" smtClean="0"/>
              <a:t>
15-  CHANTE UN PEU PLUS FORT PLUS FORT QUE LE DOUTE EN MOI </a:t>
            </a:r>
          </a:p>
          <a:p>
            <a:r>
              <a:rPr lang="fr-FR" b="0" dirty="0" err="1" smtClean="0"/>
              <a:t>Sing</a:t>
            </a:r>
            <a:r>
              <a:rPr lang="fr-FR" b="0" dirty="0" smtClean="0"/>
              <a:t> a </a:t>
            </a:r>
            <a:r>
              <a:rPr lang="fr-FR" b="0" dirty="0" err="1" smtClean="0"/>
              <a:t>little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 </a:t>
            </a:r>
            <a:r>
              <a:rPr lang="fr-FR" b="0" dirty="0" err="1" smtClean="0"/>
              <a:t>than</a:t>
            </a:r>
            <a:r>
              <a:rPr lang="fr-FR" b="0" dirty="0" smtClean="0"/>
              <a:t> the </a:t>
            </a:r>
            <a:r>
              <a:rPr lang="fr-FR" b="0" dirty="0" err="1" smtClean="0"/>
              <a:t>unbelief</a:t>
            </a:r>
            <a:endParaRPr lang="fr-FR" b="0" dirty="0" smtClean="0"/>
          </a:p>
          <a:p>
            <a:r>
              <a:rPr lang="fr-FR" b="0" dirty="0" smtClean="0"/>
              <a:t>16 - CHANTE UN PEU PLUS FORT MON ARME EST UNE MELODIE </a:t>
            </a:r>
          </a:p>
          <a:p>
            <a:r>
              <a:rPr lang="fr-FR" b="0" dirty="0" err="1" smtClean="0"/>
              <a:t>Sing</a:t>
            </a:r>
            <a:r>
              <a:rPr lang="fr-FR" b="0" dirty="0" smtClean="0"/>
              <a:t> a </a:t>
            </a:r>
            <a:r>
              <a:rPr lang="fr-FR" b="0" dirty="0" err="1" smtClean="0"/>
              <a:t>little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weapon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a </a:t>
            </a:r>
            <a:r>
              <a:rPr lang="fr-FR" b="0" dirty="0" err="1" smtClean="0"/>
              <a:t>melody</a:t>
            </a:r>
            <a:r>
              <a:rPr lang="fr-FR" b="0" dirty="0" smtClean="0"/>
              <a:t>
17-  CHANTE UN PEU PLUS FORT ET LE CIEL COMBAT POUR MOI 
</a:t>
            </a:r>
            <a:r>
              <a:rPr lang="fr-FR" b="0" dirty="0" err="1" smtClean="0"/>
              <a:t>Sing</a:t>
            </a:r>
            <a:r>
              <a:rPr lang="fr-FR" b="0" dirty="0" smtClean="0"/>
              <a:t> a </a:t>
            </a:r>
            <a:r>
              <a:rPr lang="fr-FR" b="0" dirty="0" err="1" smtClean="0"/>
              <a:t>little</a:t>
            </a:r>
            <a:r>
              <a:rPr lang="fr-FR" b="0" dirty="0" smtClean="0"/>
              <a:t> </a:t>
            </a:r>
            <a:r>
              <a:rPr lang="fr-FR" b="0" dirty="0" err="1" smtClean="0"/>
              <a:t>louder</a:t>
            </a:r>
            <a:r>
              <a:rPr lang="fr-FR" b="0" dirty="0" smtClean="0"/>
              <a:t> 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comes</a:t>
            </a:r>
            <a:r>
              <a:rPr lang="fr-FR" b="0" dirty="0" smtClean="0"/>
              <a:t> to </a:t>
            </a:r>
            <a:r>
              <a:rPr lang="fr-FR" b="0" dirty="0" err="1" smtClean="0"/>
              <a:t>fight</a:t>
            </a:r>
            <a:r>
              <a:rPr lang="fr-FR" b="0" dirty="0" smtClean="0"/>
              <a:t> for me          x2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18 - J’ÉLÈVE UN ALLÉLUIA 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 UN ALLÉLUIA  EN PRÉSENCE DE MES ENNEMIS</a:t>
            </a:r>
          </a:p>
          <a:p>
            <a:r>
              <a:rPr lang="fr-FR" smtClean="0"/>
              <a:t>I raise a hallelujah in the presence of my enemies 
2-  J’ÉLÈVE UN ALLÉLUIA PLUS FORT QUE LE DOUTE EN MOI </a:t>
            </a:r>
          </a:p>
          <a:p>
            <a:r>
              <a:rPr lang="fr-FR" smtClean="0"/>
              <a:t>I raise a hallelujah louder than the unbelief
3-  J’ÉLÈVE UN ALLÉLUIA MON ARME EST UNE MÉLODIE </a:t>
            </a:r>
          </a:p>
          <a:p>
            <a:r>
              <a:rPr lang="fr-FR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JE CHANTERAI  AU MILIEU DE LA TEMPÊTE </a:t>
            </a:r>
          </a:p>
          <a:p>
            <a:r>
              <a:rPr lang="fr-FR" smtClean="0"/>
              <a:t>	I’m gonna sing in the middle of the storm
	6-  DE PLUS EN PLUS FORT  MA LOUANGE RUGIRA </a:t>
            </a:r>
          </a:p>
          <a:p>
            <a:r>
              <a:rPr lang="fr-FR" smtClean="0"/>
              <a:t>	Louder and louder you’re gonna hear my praises roar
	7-  ET DE CES CENDRES L’ESPOIR NAÎTRA </a:t>
            </a:r>
          </a:p>
          <a:p>
            <a:r>
              <a:rPr lang="fr-FR" smtClean="0"/>
              <a:t>	Up from the ashes hope will arise
	8-  LA MORT EST VAINCUE  LE ROI EST VIVANT </a:t>
            </a:r>
          </a:p>
          <a:p>
            <a:r>
              <a:rPr lang="fr-FR" smtClean="0"/>
              <a:t>	Death is defeated the King is alive</a:t>
            </a:r>
            <a:br>
              <a:rPr lang="fr-FR" smtClean="0"/>
            </a:br>
            <a:r>
              <a:rPr lang="fr-FR" smtClean="0"/>
              <a:t>
9-  J’ÉLÈVE UN ALLÉLUIA AVEC TOUT CE QUE J’AI EN MOI </a:t>
            </a:r>
          </a:p>
          <a:p>
            <a:r>
              <a:rPr lang="fr-FR" smtClean="0"/>
              <a:t>I raise a hallelujah with everything inside of me
10-  J’ÉLÈVE UN ALLÉLUIA  ET LE MAL FLÉCHIRA </a:t>
            </a:r>
          </a:p>
          <a:p>
            <a:r>
              <a:rPr lang="fr-FR" smtClean="0"/>
              <a:t>I raise a hallelujah I will watch the darkness flee
11-  J’ÉLÈVE UN ALLÉLUIA MÊME SI JE NE COMPRENDS PAS </a:t>
            </a:r>
          </a:p>
          <a:p>
            <a:r>
              <a:rPr lang="fr-FR" smtClean="0"/>
              <a:t>I raise a hallelujah in the middle of the mystery
12-  J’ÉLÈVE UN ALLÉLUIA  PEUR, TU NE ME VAINCRAS PAS ! 
I raise a hallelujah fear you lost your hold on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13-  CHANTE UN PEU PLUS FORT  x4
Sing a little louder (Sing a little louder)</a:t>
            </a:r>
          </a:p>
          <a:p>
            <a:endParaRPr lang="fr-FR" smtClean="0"/>
          </a:p>
          <a:p>
            <a:r>
              <a:rPr lang="fr-FR" smtClean="0"/>
              <a:t>Pont 2:</a:t>
            </a:r>
          </a:p>
          <a:p>
            <a:r>
              <a:rPr lang="fr-FR" smtClean="0"/>
              <a:t>14-  JE CHANTE UN PEU PLUS FORT  EN PRÉSENCE DE MES ENNEMIS </a:t>
            </a:r>
          </a:p>
          <a:p>
            <a:r>
              <a:rPr lang="fr-FR" smtClean="0"/>
              <a:t>Sing a little louder in the presence of my enemies
15-  CHANTE UN PEU PLUS FORT PLUS FORT QUE LE DOUTE EN MOI </a:t>
            </a:r>
          </a:p>
          <a:p>
            <a:r>
              <a:rPr lang="fr-FR" smtClean="0"/>
              <a:t>Sing a little louder louder than the unbelief</a:t>
            </a:r>
          </a:p>
          <a:p>
            <a:r>
              <a:rPr lang="fr-FR" smtClean="0"/>
              <a:t>16 - CHANTE UN PEU PLUS FORT MON ARME EST UNE MELODIE </a:t>
            </a:r>
          </a:p>
          <a:p>
            <a:r>
              <a:rPr lang="fr-FR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18 - J’ÉLÈVE UN ALLÉLUIA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J’ÉLÈVE UN ALLÉLUIA  EN PRÉSENCE DE MES ENNEMIS</a:t>
            </a:r>
          </a:p>
          <a:p>
            <a:r>
              <a:rPr lang="fr-FR" b="0" smtClean="0"/>
              <a:t>I raise a hallelujah in the presence of my enemies 
2-  J’ÉLÈVE UN ALLÉLUIA PLUS FORT QUE LE DOUTE EN MOI </a:t>
            </a:r>
          </a:p>
          <a:p>
            <a:r>
              <a:rPr lang="fr-FR" b="0" smtClean="0"/>
              <a:t>I raise a hallelujah louder than the unbelief
3-  J’ÉLÈVE UN ALLÉLUIA MON ARME EST UNE MÉLODIE </a:t>
            </a:r>
          </a:p>
          <a:p>
            <a:r>
              <a:rPr lang="fr-FR" b="0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5-  JE CHANTERAI  AU MILIEU DE LA TEMPÊTE </a:t>
            </a:r>
          </a:p>
          <a:p>
            <a:r>
              <a:rPr lang="fr-FR" b="0" smtClean="0"/>
              <a:t>	I’m gonna sing in the middle of the storm
	6-  DE PLUS EN PLUS FORT  MA LOUANGE RUGIRA </a:t>
            </a:r>
          </a:p>
          <a:p>
            <a:r>
              <a:rPr lang="fr-FR" b="0" smtClean="0"/>
              <a:t>	Louder and louder you’re gonna hear my praises roar
	7-  ET DE CES CENDRES L’ESPOIR NAÎTRA </a:t>
            </a:r>
          </a:p>
          <a:p>
            <a:r>
              <a:rPr lang="fr-FR" b="0" smtClean="0"/>
              <a:t>	Up from the ashes hope will arise
	8-  LA MORT EST VAINCUE  LE ROI EST VIVANT </a:t>
            </a:r>
          </a:p>
          <a:p>
            <a:r>
              <a:rPr lang="fr-FR" b="0" smtClean="0"/>
              <a:t>	Death is defeated the King is alive</a:t>
            </a:r>
            <a:br>
              <a:rPr lang="fr-FR" b="0" smtClean="0"/>
            </a:br>
            <a:r>
              <a:rPr lang="fr-FR" b="0" smtClean="0"/>
              <a:t>
9-  J’ÉLÈVE UN ALLÉLUIA AVEC TOUT CE QUE J’AI EN MOI </a:t>
            </a:r>
          </a:p>
          <a:p>
            <a:r>
              <a:rPr lang="fr-FR" b="0" smtClean="0"/>
              <a:t>I raise a hallelujah with everything inside of me
10-  J’ÉLÈVE UN ALLÉLUIA  ET LE MAL FLÉCHIRA </a:t>
            </a:r>
          </a:p>
          <a:p>
            <a:r>
              <a:rPr lang="fr-FR" b="0" smtClean="0"/>
              <a:t>I raise a hallelujah I will watch the darkness flee
11-  J’ÉLÈVE UN ALLÉLUIA MÊME SI JE NE COMPRENDS PAS </a:t>
            </a:r>
          </a:p>
          <a:p>
            <a:r>
              <a:rPr lang="fr-FR" b="0" smtClean="0"/>
              <a:t>I raise a hallelujah in the middle of the mystery
12-  J’ÉLÈVE UN ALLÉLUIA  PEUR, TU NE ME VAINCRAS PAS ! 
I raise a hallelujah fear you lost your hold on me</a:t>
            </a:r>
            <a:br>
              <a:rPr lang="fr-FR" b="0" smtClean="0"/>
            </a:br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13-  CHANTE UN PEU PLUS FORT  x4
Sing a little louder (Sing a little louder)</a:t>
            </a:r>
          </a:p>
          <a:p>
            <a:endParaRPr lang="fr-FR" b="0" smtClean="0"/>
          </a:p>
          <a:p>
            <a:r>
              <a:rPr lang="fr-FR" b="0" smtClean="0"/>
              <a:t>Pont 2:</a:t>
            </a:r>
          </a:p>
          <a:p>
            <a:r>
              <a:rPr lang="fr-FR" b="0" smtClean="0"/>
              <a:t>14-  JE CHANTE UN PEU PLUS FORT  EN PRÉSENCE DE MES ENNEMIS </a:t>
            </a:r>
          </a:p>
          <a:p>
            <a:r>
              <a:rPr lang="fr-FR" b="0" smtClean="0"/>
              <a:t>Sing a little louder in the presence of my enemies
15-  CHANTE UN PEU PLUS FORT PLUS FORT QUE LE DOUTE EN MOI </a:t>
            </a:r>
          </a:p>
          <a:p>
            <a:r>
              <a:rPr lang="fr-FR" b="0" smtClean="0"/>
              <a:t>Sing a little louder louder than the unbelief</a:t>
            </a:r>
          </a:p>
          <a:p>
            <a:r>
              <a:rPr lang="fr-FR" b="0" smtClean="0"/>
              <a:t>16 - CHANTE UN PEU PLUS FORT MON ARME EST UNE MELODIE </a:t>
            </a:r>
          </a:p>
          <a:p>
            <a:r>
              <a:rPr lang="fr-FR" b="0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18 - J’ÉLÈVE UN ALLÉLUIA 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 UN ALLÉLUIA  EN PRÉSENCE DE MES ENNEMIS</a:t>
            </a:r>
          </a:p>
          <a:p>
            <a:r>
              <a:rPr lang="fr-FR" smtClean="0"/>
              <a:t>I raise a hallelujah in the presence of my enemies 
2-  J’ÉLÈVE UN ALLÉLUIA PLUS FORT QUE LE DOUTE EN MOI </a:t>
            </a:r>
          </a:p>
          <a:p>
            <a:r>
              <a:rPr lang="fr-FR" smtClean="0"/>
              <a:t>I raise a hallelujah louder than the unbelief
3-  J’ÉLÈVE UN ALLÉLUIA MON ARME EST UNE MÉLODIE </a:t>
            </a:r>
          </a:p>
          <a:p>
            <a:r>
              <a:rPr lang="fr-FR" smtClean="0"/>
              <a:t>I raise a hallelujah my weapon is a melody
4-  J’ÉLÈVE UN ALLÉLUIA ET LE CIEL COMBAT POUR MOI 
I raise a hallelujah Heaven comes to fight for me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JE CHANTERAI  AU MILIEU DE LA TEMPÊTE </a:t>
            </a:r>
          </a:p>
          <a:p>
            <a:r>
              <a:rPr lang="fr-FR" smtClean="0"/>
              <a:t>	I’m gonna sing in the middle of the storm
	6-  DE PLUS EN PLUS FORT  MA LOUANGE RUGIRA </a:t>
            </a:r>
          </a:p>
          <a:p>
            <a:r>
              <a:rPr lang="fr-FR" smtClean="0"/>
              <a:t>	Louder and louder you’re gonna hear my praises roar
	7-  ET DE CES CENDRES L’ESPOIR NAÎTRA </a:t>
            </a:r>
          </a:p>
          <a:p>
            <a:r>
              <a:rPr lang="fr-FR" smtClean="0"/>
              <a:t>	Up from the ashes hope will arise
	8-  LA MORT EST VAINCUE  LE ROI EST VIVANT </a:t>
            </a:r>
          </a:p>
          <a:p>
            <a:r>
              <a:rPr lang="fr-FR" smtClean="0"/>
              <a:t>	Death is defeated the King is alive</a:t>
            </a:r>
            <a:br>
              <a:rPr lang="fr-FR" smtClean="0"/>
            </a:br>
            <a:r>
              <a:rPr lang="fr-FR" smtClean="0"/>
              <a:t>
9-  J’ÉLÈVE UN ALLÉLUIA AVEC TOUT CE QUE J’AI EN MOI </a:t>
            </a:r>
          </a:p>
          <a:p>
            <a:r>
              <a:rPr lang="fr-FR" smtClean="0"/>
              <a:t>I raise a hallelujah with everything inside of me
10-  J’ÉLÈVE UN ALLÉLUIA  ET LE MAL FLÉCHIRA </a:t>
            </a:r>
          </a:p>
          <a:p>
            <a:r>
              <a:rPr lang="fr-FR" smtClean="0"/>
              <a:t>I raise a hallelujah I will watch the darkness flee
11-  J’ÉLÈVE UN ALLÉLUIA MÊME SI JE NE COMPRENDS PAS </a:t>
            </a:r>
          </a:p>
          <a:p>
            <a:r>
              <a:rPr lang="fr-FR" smtClean="0"/>
              <a:t>I raise a hallelujah in the middle of the mystery
12-  J’ÉLÈVE UN ALLÉLUIA  PEUR, TU NE ME VAINCRAS PAS ! 
I raise a hallelujah fear you lost your hold on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13-  CHANTE UN PEU PLUS FORT  x4
Sing a little louder (Sing a little louder)</a:t>
            </a:r>
          </a:p>
          <a:p>
            <a:endParaRPr lang="fr-FR" smtClean="0"/>
          </a:p>
          <a:p>
            <a:r>
              <a:rPr lang="fr-FR" smtClean="0"/>
              <a:t>Pont 2:</a:t>
            </a:r>
          </a:p>
          <a:p>
            <a:r>
              <a:rPr lang="fr-FR" smtClean="0"/>
              <a:t>14-  JE CHANTE UN PEU PLUS FORT  EN PRÉSENCE DE MES ENNEMIS </a:t>
            </a:r>
          </a:p>
          <a:p>
            <a:r>
              <a:rPr lang="fr-FR" smtClean="0"/>
              <a:t>Sing a little louder in the presence of my enemies
15-  CHANTE UN PEU PLUS FORT PLUS FORT QUE LE DOUTE EN MOI </a:t>
            </a:r>
          </a:p>
          <a:p>
            <a:r>
              <a:rPr lang="fr-FR" smtClean="0"/>
              <a:t>Sing a little louder louder than the unbelief</a:t>
            </a:r>
          </a:p>
          <a:p>
            <a:r>
              <a:rPr lang="fr-FR" smtClean="0"/>
              <a:t>16 - CHANTE UN PEU PLUS FORT MON ARME EST UNE MELODIE </a:t>
            </a:r>
          </a:p>
          <a:p>
            <a:r>
              <a:rPr lang="fr-FR" smtClean="0"/>
              <a:t>Sing a little louder my weapon is a melody
17-  CHANTE UN PEU PLUS FORT ET LE CIEL COMBAT POUR MOI 
Sing a little louder Heaven comes to fight for me          x2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18 - J’ÉLÈVE UN ALLÉLUIA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J’ÉLÈVE UN ALLÉLUIA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PRÉSENCE DE MES ENNEMIS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J’ÉLÈVE UN ALLÉLUIA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FORT QUE LE DOUTE EN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J’ÉLÈVE UN ALLÉLUIA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ARME EST UNE MÉLODIE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J’ÉLÈVE UN ALLÉLUIA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 CIEL COMBAT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CHANTERAI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MILIEU DE LA TEMPÊTE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PLUS EN PLUS FORT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LOUANGE RUGIRA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 CES CENDRES L’ESPOIR NAÎTRA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MORT EST VAINCUE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ROI EST VIVANT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J’ÉLÈVE UN ALLÉLUIA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TOUT CE QUE J’AI EN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J’ÉLÈVE UN ALLÉLUIA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 MAL FLÉCHIRA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J’ÉLÈVE UN ALLÉLUIA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MÊME SI JE NE COMPRENDS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J’ÉLÈVE UN ALLÉLUIA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PEUR, TU NE ME VAINCRAS PAS 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 UN PEU PLUS FORT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CHANTE UN PEU PLUS FORT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PRÉSENCE DE MES ENNEMIS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 UN PEU PLUS FORT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FORT QUE LE DOUTE EN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 UN PEU PLUS FORT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ARME EST UNE MELODIE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 UN PEU PLUS FORT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 CIEL COMBAT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J’ÉLÈVE UN ALLÉLUIA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1691</TotalTime>
  <Words>836</Words>
  <Application>Microsoft Office PowerPoint</Application>
  <PresentationFormat>Affichage à l'écran (4:3)</PresentationFormat>
  <Paragraphs>969</Paragraphs>
  <Slides>18</Slides>
  <Notes>18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179</cp:revision>
  <dcterms:created xsi:type="dcterms:W3CDTF">2002-08-17T10:50:50Z</dcterms:created>
  <dcterms:modified xsi:type="dcterms:W3CDTF">2019-11-24T09:02:23Z</dcterms:modified>
</cp:coreProperties>
</file>