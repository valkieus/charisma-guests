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5" r:id="rId14"/>
    <p:sldId id="281" r:id="rId15"/>
    <p:sldId id="282" r:id="rId16"/>
    <p:sldId id="283" r:id="rId17"/>
    <p:sldId id="284" r:id="rId18"/>
    <p:sldId id="285" r:id="rId19"/>
    <p:sldId id="286" r:id="rId20"/>
    <p:sldId id="270" r:id="rId21"/>
    <p:sldId id="271" r:id="rId22"/>
    <p:sldId id="272" r:id="rId23"/>
    <p:sldId id="287" r:id="rId24"/>
    <p:sldId id="273" r:id="rId25"/>
    <p:sldId id="274" r:id="rId2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34904" autoAdjust="0"/>
  </p:normalViewPr>
  <p:slideViewPr>
    <p:cSldViewPr>
      <p:cViewPr varScale="1">
        <p:scale>
          <a:sx n="23" d="100"/>
          <a:sy n="23" d="100"/>
        </p:scale>
        <p:origin x="-165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EB791372-9F91-4FD5-94C9-3C81781CFA7C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98A2484-8FC3-4D78-A441-D6326E1913C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a </a:t>
            </a:r>
            <a:r>
              <a:rPr lang="fr-FR" dirty="0" err="1" smtClean="0"/>
              <a:t>broken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You </a:t>
            </a:r>
            <a:r>
              <a:rPr lang="fr-FR" dirty="0" err="1" smtClean="0"/>
              <a:t>picked</a:t>
            </a:r>
            <a:r>
              <a:rPr lang="fr-FR" dirty="0" smtClean="0"/>
              <a:t> me up, </a:t>
            </a:r>
            <a:r>
              <a:rPr lang="fr-FR" dirty="0" err="1" smtClean="0"/>
              <a:t>now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set </a:t>
            </a:r>
            <a:r>
              <a:rPr lang="fr-FR" dirty="0" err="1" smtClean="0"/>
              <a:t>apart</a:t>
            </a:r>
            <a:r>
              <a:rPr lang="fr-FR" dirty="0" smtClean="0"/>
              <a:t>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ash</a:t>
            </a:r>
            <a:r>
              <a:rPr lang="fr-FR" dirty="0" smtClean="0"/>
              <a:t> I </a:t>
            </a:r>
            <a:r>
              <a:rPr lang="fr-FR" dirty="0" err="1" smtClean="0"/>
              <a:t>am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r>
              <a:rPr lang="fr-FR" dirty="0" smtClean="0"/>
              <a:t>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Forever</a:t>
            </a:r>
            <a:r>
              <a:rPr lang="fr-FR" dirty="0" smtClean="0"/>
              <a:t> </a:t>
            </a:r>
            <a:r>
              <a:rPr lang="fr-FR" dirty="0" err="1" smtClean="0"/>
              <a:t>safe</a:t>
            </a:r>
            <a:r>
              <a:rPr lang="fr-FR" dirty="0" smtClean="0"/>
              <a:t> in the </a:t>
            </a:r>
            <a:r>
              <a:rPr lang="fr-FR" dirty="0" err="1" smtClean="0"/>
              <a:t>Saviour's</a:t>
            </a:r>
            <a:r>
              <a:rPr lang="fr-FR" dirty="0" smtClean="0"/>
              <a:t>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are more </a:t>
            </a:r>
            <a:r>
              <a:rPr lang="fr-FR" dirty="0" err="1" smtClean="0"/>
              <a:t>than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words</a:t>
            </a:r>
            <a:r>
              <a:rPr lang="fr-FR" dirty="0" smtClean="0"/>
              <a:t> </a:t>
            </a:r>
            <a:r>
              <a:rPr lang="fr-FR" dirty="0" err="1" smtClean="0"/>
              <a:t>could</a:t>
            </a:r>
            <a:r>
              <a:rPr lang="fr-FR" dirty="0" smtClean="0"/>
              <a:t> </a:t>
            </a:r>
            <a:r>
              <a:rPr lang="fr-FR" dirty="0" err="1" smtClean="0"/>
              <a:t>say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follow</a:t>
            </a:r>
            <a:r>
              <a:rPr lang="fr-FR" dirty="0" smtClean="0"/>
              <a:t> You Lord for all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days</a:t>
            </a:r>
            <a:r>
              <a:rPr lang="fr-FR" dirty="0" smtClean="0"/>
              <a:t> </a:t>
            </a:r>
            <a:r>
              <a:rPr lang="fr-FR" dirty="0" err="1" smtClean="0"/>
              <a:t>I'll</a:t>
            </a:r>
            <a:r>
              <a:rPr lang="fr-FR" dirty="0" smtClean="0"/>
              <a:t> </a:t>
            </a:r>
            <a:r>
              <a:rPr lang="fr-FR" dirty="0" err="1" smtClean="0"/>
              <a:t>fix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r>
              <a:rPr lang="fr-FR" dirty="0" smtClean="0"/>
              <a:t>, </a:t>
            </a:r>
            <a:r>
              <a:rPr lang="fr-FR" dirty="0" err="1" smtClean="0"/>
              <a:t>follow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ways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Forever</a:t>
            </a:r>
            <a:r>
              <a:rPr lang="fr-FR" dirty="0" smtClean="0"/>
              <a:t> free in </a:t>
            </a:r>
            <a:r>
              <a:rPr lang="fr-FR" dirty="0" err="1" smtClean="0"/>
              <a:t>unending</a:t>
            </a:r>
            <a:r>
              <a:rPr lang="fr-FR" dirty="0" smtClean="0"/>
              <a:t> </a:t>
            </a:r>
            <a:r>
              <a:rPr lang="fr-FR" dirty="0" err="1" smtClean="0"/>
              <a:t>grace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Cause You are, You are, You are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freedom</a:t>
            </a:r>
            <a:r>
              <a:rPr lang="fr-FR" dirty="0" smtClean="0"/>
              <a:t>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We</a:t>
            </a:r>
            <a:r>
              <a:rPr lang="fr-FR" dirty="0" smtClean="0"/>
              <a:t> lift You </a:t>
            </a:r>
            <a:r>
              <a:rPr lang="fr-FR" dirty="0" err="1" smtClean="0"/>
              <a:t>higher</a:t>
            </a:r>
            <a:r>
              <a:rPr lang="fr-FR" dirty="0" smtClean="0"/>
              <a:t>, lift You </a:t>
            </a:r>
            <a:r>
              <a:rPr lang="fr-FR" dirty="0" err="1" smtClean="0"/>
              <a:t>higher</a:t>
            </a:r>
            <a:r>
              <a:rPr lang="fr-FR" dirty="0" smtClean="0"/>
              <a:t>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Your</a:t>
            </a:r>
            <a:r>
              <a:rPr lang="fr-FR" dirty="0" smtClean="0"/>
              <a:t> love, </a:t>
            </a:r>
            <a:r>
              <a:rPr lang="fr-FR" dirty="0" err="1" smtClean="0"/>
              <a:t>Your</a:t>
            </a:r>
            <a:r>
              <a:rPr lang="fr-FR" dirty="0" smtClean="0"/>
              <a:t> love,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never</a:t>
            </a:r>
            <a:r>
              <a:rPr lang="fr-FR" dirty="0" smtClean="0"/>
              <a:t> </a:t>
            </a:r>
            <a:r>
              <a:rPr lang="fr-FR" dirty="0" err="1" smtClean="0"/>
              <a:t>ending</a:t>
            </a:r>
            <a:r>
              <a:rPr lang="fr-FR" dirty="0" smtClean="0"/>
              <a:t>
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alive</a:t>
            </a:r>
            <a:r>
              <a:rPr lang="fr-FR" dirty="0" smtClean="0"/>
              <a:t> in us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You are </a:t>
            </a:r>
            <a:r>
              <a:rPr lang="fr-FR" dirty="0" err="1" smtClean="0"/>
              <a:t>alive</a:t>
            </a:r>
            <a:r>
              <a:rPr lang="fr-FR" dirty="0" smtClean="0"/>
              <a:t> in us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In the </a:t>
            </a:r>
            <a:r>
              <a:rPr lang="fr-FR" dirty="0" err="1" smtClean="0"/>
              <a:t>midst</a:t>
            </a:r>
            <a:r>
              <a:rPr lang="fr-FR" dirty="0" smtClean="0"/>
              <a:t> of the </a:t>
            </a:r>
            <a:r>
              <a:rPr lang="fr-FR" dirty="0" err="1" smtClean="0"/>
              <a:t>darkest</a:t>
            </a:r>
            <a:r>
              <a:rPr lang="fr-FR" dirty="0" smtClean="0"/>
              <a:t> night Let </a:t>
            </a:r>
            <a:r>
              <a:rPr lang="fr-FR" dirty="0" err="1" smtClean="0"/>
              <a:t>Your</a:t>
            </a:r>
            <a:r>
              <a:rPr lang="fr-FR" dirty="0" smtClean="0"/>
              <a:t> love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shining</a:t>
            </a:r>
            <a:r>
              <a:rPr lang="fr-FR" dirty="0" smtClean="0"/>
              <a:t>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Breaking</a:t>
            </a:r>
            <a:r>
              <a:rPr lang="fr-FR" dirty="0" smtClean="0"/>
              <a:t> </a:t>
            </a:r>
            <a:r>
              <a:rPr lang="fr-FR" dirty="0" err="1" smtClean="0"/>
              <a:t>chains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were</a:t>
            </a:r>
            <a:r>
              <a:rPr lang="fr-FR" dirty="0" smtClean="0"/>
              <a:t>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sent </a:t>
            </a:r>
            <a:r>
              <a:rPr lang="fr-FR" dirty="0" err="1" smtClean="0"/>
              <a:t>Your</a:t>
            </a:r>
            <a:r>
              <a:rPr lang="fr-FR" dirty="0" smtClean="0"/>
              <a:t>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Everything</a:t>
            </a:r>
            <a:r>
              <a:rPr lang="fr-FR" dirty="0" smtClean="0"/>
              <a:t> of </a:t>
            </a:r>
            <a:r>
              <a:rPr lang="fr-FR" dirty="0" err="1" smtClean="0"/>
              <a:t>this</a:t>
            </a:r>
            <a:r>
              <a:rPr lang="fr-FR" dirty="0" smtClean="0"/>
              <a:t> world </a:t>
            </a:r>
            <a:r>
              <a:rPr lang="fr-FR" dirty="0" err="1" smtClean="0"/>
              <a:t>will</a:t>
            </a:r>
            <a:r>
              <a:rPr lang="fr-FR" dirty="0" smtClean="0"/>
              <a:t> fade </a:t>
            </a:r>
            <a:r>
              <a:rPr lang="fr-FR" dirty="0" err="1" smtClean="0"/>
              <a:t>I'm</a:t>
            </a:r>
            <a:r>
              <a:rPr lang="fr-FR" dirty="0" smtClean="0"/>
              <a:t> pressing on till I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will</a:t>
            </a:r>
            <a:r>
              <a:rPr lang="fr-FR" dirty="0" smtClean="0"/>
              <a:t> live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won't</a:t>
            </a:r>
            <a:r>
              <a:rPr lang="fr-FR" dirty="0" smtClean="0"/>
              <a:t> stop till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Kingdom</a:t>
            </a:r>
            <a:r>
              <a:rPr lang="fr-FR" dirty="0" smtClean="0"/>
              <a:t>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J’ÉTAIS PERDU, LE CŒUR BRISÉ TU M’AS RELEVÉ, M’AS RESTAURÉ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was lost with a broken heart You picked me up, now I'm set apart
2-  AUJOURD’HUI À NOUVEAU JE NAIS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From the ash I am born again 
3-  DANS TES MAINS C’EST LÀ QUE JE VIVRAI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safe in the Saviour's hands 
4-  LES MOTS ME MANQUENT POUR M’EXPRIMER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are more than my words could say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5-  CHAQUE JOUR DE MA VIE, JE TE SUIVRAI LES YEUX FIXÉS SUR TON CHEMIN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I'll follow You Lord for all my days I'll fix my eyes, follow in Your ways</a:t>
            </a:r>
            <a:br>
              <a:rPr lang="fr-FR" smtClean="0"/>
            </a:br>
            <a:r>
              <a:rPr lang="fr-FR" smtClean="0"/>
              <a:t>6-  JE SUIS LIBRE DE CHANTER, DE CRIER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Forever free in unending grace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SEIGNEUR, TU ES LE SEUL EN QUI JE VIVRAI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Cause You are, You are, You are my freedom
	8-  TU ES BIEN AU-DELÀ DE TOUTES MES PENSÉES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We lift You higher, lift You higher
	9-  TON AMOUR NE M’ABANDONNERA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Your love, Your love, Your love never ending
	10-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Oh oh oh</a:t>
            </a:r>
            <a:br>
              <a:rPr lang="fr-FR" smtClean="0"/>
            </a:br>
            <a:r>
              <a:rPr lang="fr-FR" smtClean="0"/>
              <a:t>	11-  SEIGNEUR, TU VIS EN MOI RIEN NE PEUT NOUS SÉPARER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TU ES L’ESPOIR EN MOI TON AMOUR M’A LIBÉRÉ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You are alive in us Nothing can take Your place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OH OH OH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DANS LES TÉNÈBRES DE MES NUITS TON AMOUR ILLUMINE MA VIE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In the midst of the darkest night Let Your love be the shining light
15-  TU BRISES LES CHAÎNES  QUI ME RETENAIENT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Breaking chains that were holding me
16-  PAR TON FILS, JE SUIS LIBÉRÉ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sent Your Son down and set me free
17-  DANS CE MONDE, JE PEUX TOUT AVOIR MAIS MON DÉSIR C’EST DE TE VOIR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Everything of this world will fade I'm pressing on till I see Your face 
18-  FAIS TA VOLONTÉ, NON LA MIENNE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will live that Your will be done
19-  SEIGNEUR, JE CHANTE  QUE TON ROYAUME VIENNE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won't stop till Your Kingdom come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J’ÉTAIS PERDU, LE CŒUR BRISÉ TU M’AS RELEVÉ, M’AS RESTAURÉ </a:t>
            </a:r>
          </a:p>
          <a:p>
            <a:r>
              <a:rPr lang="fr-FR" altLang="fr-FR" smtClean="0"/>
              <a:t>I was lost with a broken heart You picked me up, now I'm set apart
2-  AUJOURD’HUI À NOUVEAU JE NAIS</a:t>
            </a:r>
          </a:p>
          <a:p>
            <a:r>
              <a:rPr lang="fr-FR" altLang="fr-FR" smtClean="0"/>
              <a:t>From the ash I am born again 
3-  DANS TES MAINS C’EST LÀ QUE JE VIVRAI</a:t>
            </a:r>
          </a:p>
          <a:p>
            <a:r>
              <a:rPr lang="fr-FR" altLang="fr-FR" smtClean="0"/>
              <a:t>Forever safe in the Saviour's hands 
4-  LES MOTS ME MANQUENT POUR M’EXPRIMER</a:t>
            </a:r>
          </a:p>
          <a:p>
            <a:r>
              <a:rPr lang="fr-FR" altLang="fr-FR" smtClean="0"/>
              <a:t>You are more than my words could say</a:t>
            </a:r>
          </a:p>
          <a:p>
            <a:r>
              <a:rPr lang="fr-FR" altLang="fr-FR" smtClean="0"/>
              <a:t> 5-  CHAQUE JOUR DE MA VIE, JE TE SUIVRAI LES YEUX FIXÉS SUR TON CHEMIN </a:t>
            </a:r>
          </a:p>
          <a:p>
            <a:r>
              <a:rPr lang="fr-FR" altLang="fr-FR" smtClean="0"/>
              <a:t>I'll follow You Lord for all my days I'll fix my eyes, follow in Your ways</a:t>
            </a:r>
            <a:br>
              <a:rPr lang="fr-FR" altLang="fr-FR" smtClean="0"/>
            </a:br>
            <a:r>
              <a:rPr lang="fr-FR" altLang="fr-FR" smtClean="0"/>
              <a:t>6-  JE SUIS LIBRE DE CHANTER, DE CRIER </a:t>
            </a:r>
          </a:p>
          <a:p>
            <a:r>
              <a:rPr lang="fr-FR" altLang="fr-FR" smtClean="0"/>
              <a:t>Forever free in unending grace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7-  SEIGNEUR, TU ES LE SEUL EN QUI JE VIVRAI </a:t>
            </a:r>
          </a:p>
          <a:p>
            <a:r>
              <a:rPr lang="fr-FR" altLang="fr-FR" smtClean="0"/>
              <a:t>	Cause You are, You are, You are my freedom
	8-  TU ES BIEN AU-DELÀ DE TOUTES MES PENSÉES </a:t>
            </a:r>
          </a:p>
          <a:p>
            <a:r>
              <a:rPr lang="fr-FR" altLang="fr-FR" smtClean="0"/>
              <a:t>	We lift You higher, lift You higher
	9-  TON AMOUR NE M’ABANDONNERA JAMAIS </a:t>
            </a:r>
          </a:p>
          <a:p>
            <a:r>
              <a:rPr lang="fr-FR" altLang="fr-FR" smtClean="0"/>
              <a:t>	Your love, Your love, Your love never ending
	10-  OH OH OH </a:t>
            </a:r>
          </a:p>
          <a:p>
            <a:r>
              <a:rPr lang="fr-FR" altLang="fr-FR" smtClean="0"/>
              <a:t>	Oh oh oh</a:t>
            </a:r>
            <a:br>
              <a:rPr lang="fr-FR" altLang="fr-FR" smtClean="0"/>
            </a:br>
            <a:r>
              <a:rPr lang="fr-FR" altLang="fr-FR" smtClean="0"/>
              <a:t>	11-  SEIGNEUR, TU VIS EN MOI RIEN NE PEUT NOUS SÉPARER </a:t>
            </a:r>
          </a:p>
          <a:p>
            <a:r>
              <a:rPr lang="fr-FR" altLang="fr-FR" smtClean="0"/>
              <a:t>	You are alive in us Nothing can take Your place</a:t>
            </a:r>
          </a:p>
          <a:p>
            <a:r>
              <a:rPr lang="fr-FR" altLang="fr-FR" smtClean="0"/>
              <a:t>	12-  TU ES L’ESPOIR EN MOI TON AMOUR M’A LIBÉRÉ</a:t>
            </a:r>
          </a:p>
          <a:p>
            <a:r>
              <a:rPr lang="fr-FR" altLang="fr-FR" smtClean="0"/>
              <a:t>	You are alive in us Nothing can take Your place </a:t>
            </a:r>
          </a:p>
          <a:p>
            <a:r>
              <a:rPr lang="fr-FR" altLang="fr-FR" smtClean="0"/>
              <a:t>	13-  OH OH OH </a:t>
            </a:r>
          </a:p>
          <a:p>
            <a:endParaRPr lang="fr-FR" altLang="fr-FR" smtClean="0"/>
          </a:p>
          <a:p>
            <a:r>
              <a:rPr lang="fr-FR" altLang="fr-FR" smtClean="0"/>
              <a:t>14-  DANS LES TÉNÈBRES DE MES NUITS TON AMOUR ILLUMINE MA VIE </a:t>
            </a:r>
          </a:p>
          <a:p>
            <a:r>
              <a:rPr lang="fr-FR" altLang="fr-FR" smtClean="0"/>
              <a:t>In the midst of the darkest night Let Your love be the shining light
15-  TU BRISES LES CHAÎNES  QUI ME RETENAIENT </a:t>
            </a:r>
          </a:p>
          <a:p>
            <a:r>
              <a:rPr lang="fr-FR" altLang="fr-FR" smtClean="0"/>
              <a:t>Breaking chains that were holding me
16-  PAR TON FILS, JE SUIS LIBÉRÉ </a:t>
            </a:r>
          </a:p>
          <a:p>
            <a:r>
              <a:rPr lang="fr-FR" altLang="fr-FR" smtClean="0"/>
              <a:t>You sent Your Son down and set me free
17-  DANS CE MONDE, JE PEUX TOUT AVOIR MAIS MON DÉSIR C’EST DE TE VOIR </a:t>
            </a:r>
          </a:p>
          <a:p>
            <a:r>
              <a:rPr lang="fr-FR" altLang="fr-FR" smtClean="0"/>
              <a:t>Everything of this world will fade I'm pressing on till I see Your face 
18-  FAIS TA VOLONTÉ, NON LA MIENNE </a:t>
            </a:r>
          </a:p>
          <a:p>
            <a:r>
              <a:rPr lang="fr-FR" altLang="fr-FR" smtClean="0"/>
              <a:t>I will live that Your will be done
19-  SEIGNEUR, JE CHANTE  QUE TON ROYAUME VIENNE </a:t>
            </a:r>
          </a:p>
          <a:p>
            <a:r>
              <a:rPr lang="fr-FR" altLang="fr-FR" smtClean="0"/>
              <a:t>I won't stop till Your Kingdom come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endParaRPr lang="fr-FR" altLang="fr-FR" smtClean="0"/>
          </a:p>
          <a:p>
            <a:r>
              <a:rPr lang="fr-FR" altLang="fr-FR" smtClean="0"/>
              <a:t>20-  CHRÉTIENS, LE CŒUR ANCRÉ DANS LE CIEL 
21-  ON A LES YEUX PLEINS D'ÉTINCELLES 
22-  NOUS SOMMES LES SEULS 
23-  ET FAISONS PARTIE DE CELLE QUE LE CHRIST APPELLE SON ÉPOUSE 
24-  ELLE EST BELLE, ELLE EST LA SEULE C'EST L'HEURE DE S'ÉCLATER AU MAX 
25-  C'EST PARTI POUR LES CLAPS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0C86E-02C6-41D8-86AF-1CE3C1A5A75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1AAFC-0ABA-40F5-9D2B-8DA08AAC4C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B3013-7A50-4B61-A41D-8DE7488AA0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2591D1-32B4-48E8-A30F-9DD921AF95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5DFE9E-F4B7-431B-AFB9-A1495D9174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237C0-1A7D-4D13-94D9-C3F9AEE8B5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7E1602-B658-41D2-9348-77608147B5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164F5B-B909-4147-A8FC-61D1D26D93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D8402-04A1-4AA7-9874-59EE92B983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B9781-AF26-4DDD-8196-DA00BCF42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2F51F-BA2B-4556-A281-5C27299F76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A3F5B642-3F47-47E7-8A41-8568054D68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J’ÉTAIS PERDU, LE CŒUR BRISÉ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M’AS RELEVÉ, M’AS RESTAURÉ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AUJOURD’HUI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NOUVEAU JE NAIS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TES MAINS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LÀ QUE JE VIVRAI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MOTS ME MANQUENT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M’EXPRIMER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DE MA VIE, JE TE SUIVRAI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YEUX FIXÉS SUR TON CHEMIN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LIBRE DE CHANTER, DE CRIER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ES LE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QUI JE VIVRAI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BIEN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TOUTES MES PENSÉES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M’ABANDONNERA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TU VIS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NE PEUT NOUS SÉPARER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L’ESPOIR EN MOI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M’A LIBÉRÉ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TÉNÈBRES DE MES NUITS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ILLUMINE MA VIE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BRISES LES CHAÎNES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ME RETENAIENT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FILS, JE SUIS LIBÉRÉ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MONDE, JE PEUX TOUT AVOIR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MON DÉSIR C’EST DE TE VOIR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FAIS TA VOLONTÉ, NON LA MIENNE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SEIGNEUR, JE CHANTE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TON ROYAUME VIENNE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CHRÉTIENS, LE CŒUR ANCRÉ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CIEL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ON A LES YEUX PLEINS D'ÉTINCELLES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LES SEULS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FAISONS PARTIE DE CELLE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CHRIST APPELLE SON ÉPOUSE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EST BELLE, ELLE EST LA SEULE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L'HEURE DE S'ÉCLATER AU MAX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C'EST PARTI POUR LES CLAPS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1656</Words>
  <Application>Microsoft Office PowerPoint</Application>
  <PresentationFormat>On-screen Show (4:3)</PresentationFormat>
  <Paragraphs>1592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66</cp:revision>
  <dcterms:created xsi:type="dcterms:W3CDTF">2002-08-17T10:50:50Z</dcterms:created>
  <dcterms:modified xsi:type="dcterms:W3CDTF">2017-12-30T14:35:35Z</dcterms:modified>
</cp:coreProperties>
</file>