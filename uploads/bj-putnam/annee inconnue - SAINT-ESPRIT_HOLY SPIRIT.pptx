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81" r:id="rId3"/>
    <p:sldId id="280" r:id="rId4"/>
    <p:sldId id="279" r:id="rId5"/>
    <p:sldId id="278" r:id="rId6"/>
    <p:sldId id="277" r:id="rId7"/>
    <p:sldId id="276" r:id="rId8"/>
    <p:sldId id="275" r:id="rId9"/>
    <p:sldId id="274" r:id="rId10"/>
    <p:sldId id="273" r:id="rId11"/>
    <p:sldId id="272" r:id="rId12"/>
    <p:sldId id="271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60521" autoAdjust="0"/>
  </p:normalViewPr>
  <p:slideViewPr>
    <p:cSldViewPr>
      <p:cViewPr>
        <p:scale>
          <a:sx n="30" d="100"/>
          <a:sy n="30" d="100"/>
        </p:scale>
        <p:origin x="-576" y="-6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BEBE319-6325-448A-BD93-1E8B00DCA7F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384AE10-F912-464A-B8AD-53443C80872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RIEN N’A PLUS DE VALEUR NE PEUT SE RAPPROCHER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There’s nothing worth more That would ever come close
2-  RIEN NE SE COMPARE NOTRE ESPOIR VIVANT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can compare You’re our living hope
3-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J’AI VU ET GOÛTÉ CE QU’IL Y A DE PLUS BON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I’ve tasted and seen Of the sweetest of loves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QUAND MON CŒUR EST LIBÉRÉ ET MA HONTE EST LIÉE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When my heart becomes free And my shame is undone
6-  SEIGNEUR,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SOIS LE BIENVENU, OH SAINT-ESPRIT  REMPLIS CE LIEU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Holy Spirit You are welcome here Come flood this place   
	8-  CETTE ATMOSPHÈRE ICI TA GLOIRE, DIEU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fill the atmosphere Your glory God 
	9-  EST LE DÉSIR DE NOS CŒURS ÊTRE ENTOURÉ 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Is what our hearts long for To be overcome  
	10-  TA PRÉSENCE,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By Your presence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
11-  FAIS-NOUS DEVENIR PLUS CONSCIENTS DE TA PRÉSENCE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RIEN N’A PLUS DE VALEUR NE PEUT SE RAPPROCHER </a:t>
            </a:r>
          </a:p>
          <a:p>
            <a:r>
              <a:rPr lang="fr-FR" smtClean="0"/>
              <a:t>There’s nothing worth more That would ever come close
2-  RIEN NE SE COMPARE NOTRE ESPOIR VIVANT </a:t>
            </a:r>
          </a:p>
          <a:p>
            <a:r>
              <a:rPr lang="fr-FR" smtClean="0"/>
              <a:t>Nothing can compare You’re our living hope
3-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4-  J’AI VU ET GOÛTÉ CE QU’IL Y A DE PLUS BON</a:t>
            </a:r>
          </a:p>
          <a:p>
            <a:r>
              <a:rPr lang="fr-FR" smtClean="0"/>
              <a:t>I’ve tasted and seen Of the sweetest of loves</a:t>
            </a:r>
          </a:p>
          <a:p>
            <a:r>
              <a:rPr lang="fr-FR" smtClean="0"/>
              <a:t> 5-  QUAND MON CŒUR EST LIBÉRÉ ET MA HONTE EST LIÉE </a:t>
            </a:r>
          </a:p>
          <a:p>
            <a:r>
              <a:rPr lang="fr-FR" smtClean="0"/>
              <a:t>When my heart becomes free And my shame is undone
6-  SEIGNEUR, TA PRÉSENCE </a:t>
            </a:r>
          </a:p>
          <a:p>
            <a:r>
              <a:rPr lang="fr-FR" smtClean="0"/>
              <a:t>Your presence Lord</a:t>
            </a:r>
          </a:p>
          <a:p>
            <a:endParaRPr lang="fr-FR" smtClean="0"/>
          </a:p>
          <a:p>
            <a:r>
              <a:rPr lang="fr-FR" smtClean="0"/>
              <a:t>	7-  SOIS LE BIENVENU, OH SAINT-ESPRIT  REMPLIS CE LIEU</a:t>
            </a:r>
          </a:p>
          <a:p>
            <a:r>
              <a:rPr lang="fr-FR" smtClean="0"/>
              <a:t>	Holy Spirit You are welcome here Come flood this place   
	8-  CETTE ATMOSPHÈRE ICI TA GLOIRE, DIEU </a:t>
            </a:r>
          </a:p>
          <a:p>
            <a:r>
              <a:rPr lang="fr-FR" smtClean="0"/>
              <a:t>	And fill the atmosphere Your glory God 
	9-  EST LE DÉSIR DE NOS CŒURS ÊTRE ENTOURÉ DE</a:t>
            </a:r>
          </a:p>
          <a:p>
            <a:r>
              <a:rPr lang="fr-FR" smtClean="0"/>
              <a:t>	Is what our hearts long for To be overcome  
	10-  TA PRÉSENCE, SEIGNEUR </a:t>
            </a:r>
          </a:p>
          <a:p>
            <a:r>
              <a:rPr lang="fr-FR" smtClean="0"/>
              <a:t>By Your presence Lord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
11-  FAIS-NOUS DEVENIR PLUS CONSCIENTS DE TA PRÉSENCE </a:t>
            </a:r>
          </a:p>
          <a:p>
            <a:r>
              <a:rPr lang="fr-FR" smtClean="0"/>
              <a:t>Let us become more aware Of Your presence
12-  ET EXPÉRIMENTER LA GLOIRE DE TA BONTÉ 
Let us experience the glory Of You goodness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EC58F-C017-4947-AC58-994CA05BED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A46D5-EB99-48A2-BA3A-B0F392A3BD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BCEF7-CBD4-414F-9B6C-B4C8CA868B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BEEE1D-E52D-4AD1-9402-2B58025DAB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8DAAD6-957C-4D1F-9320-BFE10FECAA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A72DC-641F-447E-9343-0023AF44E7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F7537-BBF2-4503-BAF0-8C3C8275DB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5D7C50-0217-41E8-8961-33A8EB4B5E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B9CC69-D334-49AA-BCBE-4C211F4D0C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006720-63FA-4934-B4E0-84C60AB79B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88D68E-95F9-43FD-BCC1-BD960D4D82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D7295AB-20FE-45F1-9243-6AAA44B37E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N’A PLUS DE VALEUR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PEUT SE RAPPROCHER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SE COMPARE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NOTRE ESPOIR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TA PRÉSENCE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VU ET GOÛTÉ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QU’IL Y A DE MEILLEUR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MON CŒUR EST LIBÉRÉ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 HONTE EST LIÉE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TA PRÉSENCE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LE BIENVENU, OH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SAINT-ESPRIT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REMPLIS CE LIEU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ATMOSPHÈRE ICI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GLOIRE, DIEU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LE DÉSIR DE NOS CŒURS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ÊTRE COUVERT PAR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PRÉSENCE, SEIGNEUR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FAIS-NOUS DEVENIR PLUS CONSCIENTS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TA PRÉSENCE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EXPÉRIMENTER TOUTE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DE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BONTÉ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1453</TotalTime>
  <Words>546</Words>
  <Application>Microsoft Office PowerPoint</Application>
  <PresentationFormat>On-screen Show (4:3)</PresentationFormat>
  <Paragraphs>501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2016-11-20T09:12:47Z</dcterms:modified>
</cp:coreProperties>
</file>