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2" r:id="rId12"/>
    <p:sldId id="280" r:id="rId13"/>
    <p:sldId id="281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45700" autoAdjust="0"/>
  </p:normalViewPr>
  <p:slideViewPr>
    <p:cSldViewPr>
      <p:cViewPr>
        <p:scale>
          <a:sx n="40" d="100"/>
          <a:sy n="40" d="100"/>
        </p:scale>
        <p:origin x="-2022" y="-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6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BF981AE-8811-40E9-9C8E-D80A827FFDCD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5C9BF6D-F562-4D25-941B-641DD96CB3F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N'EST PLUS PRÉCIEUX  RIEN N'A PLUS D'IMPORTANCE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TOI NOTRE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TU NOUS DONNES L'ESPÉRANCE  DANS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You’re our living hope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J'AI VU ET GOÛTÉ  TON AMOUR SI PARFAIT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TU M'AS DÉLIVRÉ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ET MA VIE PREND SON SENS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my shame is undone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  Ô SAINT-ESPRIT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8-  REMPLIS CE LIEU  ET VIENS RÉGNER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Come flood this place  And fill the atmosphere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TA GLOIRE  EST LE GRAND DÉSIR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glory God  Is what our hearts long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REMPLIS-NOUS DE TOI DE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To be overcome 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11-DE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RÉVÈLE-NOUS  PLUS ENCORE DE TA PRÉSENCE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LAISSE-NOUS VOIR TA GLOIRE  ET MARCHER DANS TES PROMESSES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experience the glory Of You goodness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RIEN N'EST PLUS PRÉCIEUX  RIEN N'A PLUS D'IMPORTANCE </a:t>
            </a:r>
          </a:p>
          <a:p>
            <a:r>
              <a:rPr lang="fr-FR" altLang="fr-FR" smtClean="0"/>
              <a:t>There’s nothing worth more That would ever come close</a:t>
            </a:r>
          </a:p>
          <a:p>
            <a:r>
              <a:rPr lang="fr-FR" altLang="fr-FR" smtClean="0"/>
              <a:t> 2-  QUE TOI NOTRE DIEU</a:t>
            </a:r>
          </a:p>
          <a:p>
            <a:r>
              <a:rPr lang="fr-FR" altLang="fr-FR" smtClean="0"/>
              <a:t>Nothing can compare</a:t>
            </a:r>
          </a:p>
          <a:p>
            <a:r>
              <a:rPr lang="fr-FR" altLang="fr-FR" smtClean="0"/>
              <a:t> 3-  TU NOUS DONNES L'ESPÉRANCE  DANS TA PRÉSENCE </a:t>
            </a:r>
          </a:p>
          <a:p>
            <a:r>
              <a:rPr lang="fr-FR" altLang="fr-FR" smtClean="0"/>
              <a:t>You’re our living hope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4-  J'AI VU ET GOÛTÉ  TON AMOUR SI PARFAIT </a:t>
            </a:r>
          </a:p>
          <a:p>
            <a:r>
              <a:rPr lang="fr-FR" altLang="fr-FR" smtClean="0"/>
              <a:t>I’ve tasted and seen Of the sweetest of loves</a:t>
            </a:r>
          </a:p>
          <a:p>
            <a:r>
              <a:rPr lang="fr-FR" altLang="fr-FR" smtClean="0"/>
              <a:t> 5-  TU M'AS DÉLIVRÉ </a:t>
            </a:r>
          </a:p>
          <a:p>
            <a:r>
              <a:rPr lang="fr-FR" altLang="fr-FR" smtClean="0"/>
              <a:t>When my heart becomes free</a:t>
            </a:r>
          </a:p>
          <a:p>
            <a:r>
              <a:rPr lang="fr-FR" altLang="fr-FR" smtClean="0"/>
              <a:t> 6-  ET MA VIE PREND SON SENS DANS TA PRÉSENCE</a:t>
            </a:r>
          </a:p>
          <a:p>
            <a:r>
              <a:rPr lang="fr-FR" altLang="fr-FR" smtClean="0"/>
              <a:t>And my shame is undone Your presence Lord</a:t>
            </a:r>
          </a:p>
          <a:p>
            <a:r>
              <a:rPr lang="fr-FR" altLang="fr-FR" smtClean="0"/>
              <a:t> </a:t>
            </a:r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SOIS LE BIENVENU  Ô SAINT-ESPRIT </a:t>
            </a:r>
          </a:p>
          <a:p>
            <a:r>
              <a:rPr lang="fr-FR" altLang="fr-FR" smtClean="0"/>
              <a:t>	Holy Spirit You are welcome here</a:t>
            </a:r>
          </a:p>
          <a:p>
            <a:r>
              <a:rPr lang="fr-FR" altLang="fr-FR" smtClean="0"/>
              <a:t>	 8-  REMPLIS CE LIEU  ET VIENS RÉGNER ICI </a:t>
            </a:r>
          </a:p>
          <a:p>
            <a:r>
              <a:rPr lang="fr-FR" altLang="fr-FR" smtClean="0"/>
              <a:t>	Come flood this place  And fill the atmosphere</a:t>
            </a:r>
          </a:p>
          <a:p>
            <a:r>
              <a:rPr lang="fr-FR" altLang="fr-FR" smtClean="0"/>
              <a:t>	9-  TA GLOIRE  EST LE GRAND DÉSIR DE NOS CŒURS </a:t>
            </a:r>
          </a:p>
          <a:p>
            <a:r>
              <a:rPr lang="fr-FR" altLang="fr-FR" smtClean="0"/>
              <a:t>	Your glory God  Is what our hearts long for</a:t>
            </a:r>
          </a:p>
          <a:p>
            <a:r>
              <a:rPr lang="fr-FR" altLang="fr-FR" smtClean="0"/>
              <a:t>	10-  REMPLIS-NOUS DE TOI DE TA PRÉSENCE, SEIGNEUR </a:t>
            </a:r>
          </a:p>
          <a:p>
            <a:r>
              <a:rPr lang="fr-FR" altLang="fr-FR" smtClean="0"/>
              <a:t>	To be overcome By Your presence Lord</a:t>
            </a:r>
          </a:p>
          <a:p>
            <a:r>
              <a:rPr lang="fr-FR" altLang="fr-FR" smtClean="0"/>
              <a:t>	11-DE TA PRÉSENCE</a:t>
            </a:r>
          </a:p>
          <a:p>
            <a:r>
              <a:rPr lang="fr-FR" altLang="fr-FR" smtClean="0"/>
              <a:t>	By Your presence Lord</a:t>
            </a:r>
          </a:p>
          <a:p>
            <a:endParaRPr lang="fr-FR" altLang="fr-FR" smtClean="0"/>
          </a:p>
          <a:p>
            <a:r>
              <a:rPr lang="fr-FR" altLang="fr-FR" smtClean="0"/>
              <a:t>Pont:
12-  RÉVÈLE-NOUS  PLUS ENCORE DE TA PRÉSENCE  </a:t>
            </a:r>
          </a:p>
          <a:p>
            <a:r>
              <a:rPr lang="fr-FR" altLang="fr-FR" smtClean="0"/>
              <a:t>Let us become more aware Of Your presence</a:t>
            </a:r>
          </a:p>
          <a:p>
            <a:r>
              <a:rPr lang="fr-FR" altLang="fr-FR" smtClean="0"/>
              <a:t>13-  LAISSE-NOUS VOIR TA GLOIRE  ET MARCHER DANS TES PROMESSES </a:t>
            </a:r>
          </a:p>
          <a:p>
            <a:r>
              <a:rPr lang="fr-FR" altLang="fr-FR" smtClean="0"/>
              <a:t>Let us experience the glory Of You goodness x3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64312-C0C1-48FD-A6DE-838A3E11EA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78A4B-6E7C-485C-9825-A5A38052E4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1A3DA2-FC2B-4F8A-9888-CFE83C8E80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F46430-C10C-4E2E-A480-7FE350C3C7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470719-ADF6-4254-81D0-946018AAF6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4B99F-1E60-4C92-A1AF-AA4D528717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692BD-77C8-4A6F-B329-9F29002465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2503B-7778-4725-B68B-32ADA9519C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BBB322-09F3-4FE8-ADEC-ECB1CA064F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30166-0520-4FD3-A4A3-3467E6D037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D8A861-94AB-45EC-A9AB-CEF258E788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3EA27CC-E103-4A44-91E3-E4AB305120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N'EST PLUS PRÉCIEUX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N'A PLUS D'IMPORTANCE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TOI NOTRE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DONNES L'ESPÉRANCE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VU ET GOÛTÉ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SI PARFAIT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M'AS DÉLIVRÉ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 VIE A PRIS SENS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TA PRÉSENCE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LE BIENVENU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SAINT-ESPRIT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 CE LIEU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VIENS RÉGNER 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LE GRAND DÉSIR DE NOS CŒURS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REMPLIS-NOUS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PRÉSENCE,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RÉVÈLE-NOUS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ENCORE DE TA PRÉSENCE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LAISSE-NOUS VOIR TA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MARCHER DANS TES PROMESSES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2452</Words>
  <Application>Microsoft Office PowerPoint</Application>
  <PresentationFormat>On-screen Show (4:3)</PresentationFormat>
  <Paragraphs>803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138</cp:revision>
  <dcterms:created xsi:type="dcterms:W3CDTF">2002-08-17T10:50:50Z</dcterms:created>
  <dcterms:modified xsi:type="dcterms:W3CDTF">2017-12-31T09:52:52Z</dcterms:modified>
</cp:coreProperties>
</file>