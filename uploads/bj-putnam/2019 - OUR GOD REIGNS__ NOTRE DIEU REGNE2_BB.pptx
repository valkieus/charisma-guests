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0" r:id="rId2"/>
    <p:sldId id="271" r:id="rId3"/>
    <p:sldId id="291" r:id="rId4"/>
    <p:sldId id="272" r:id="rId5"/>
    <p:sldId id="273" r:id="rId6"/>
    <p:sldId id="274" r:id="rId7"/>
    <p:sldId id="275" r:id="rId8"/>
    <p:sldId id="288" r:id="rId9"/>
    <p:sldId id="276" r:id="rId10"/>
    <p:sldId id="278" r:id="rId11"/>
    <p:sldId id="277" r:id="rId12"/>
    <p:sldId id="279" r:id="rId13"/>
    <p:sldId id="284" r:id="rId14"/>
    <p:sldId id="286" r:id="rId15"/>
    <p:sldId id="287" r:id="rId16"/>
    <p:sldId id="285" r:id="rId17"/>
    <p:sldId id="290" r:id="rId18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4" autoAdjust="0"/>
    <p:restoredTop sz="31387" autoAdjust="0"/>
  </p:normalViewPr>
  <p:slideViewPr>
    <p:cSldViewPr>
      <p:cViewPr varScale="1">
        <p:scale>
          <a:sx n="32" d="100"/>
          <a:sy n="32" d="100"/>
        </p:scale>
        <p:origin x="-1050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/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>
            <a:extLst>
              <a:ext uri="{FF2B5EF4-FFF2-40B4-BE49-F238E27FC236}"/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1708427-E70E-4DAA-9723-A23125BDB8E7}" type="datetimeFigureOut">
              <a:rPr lang="fr-FR"/>
              <a:pPr>
                <a:defRPr/>
              </a:pPr>
              <a:t>24/11/2019</a:t>
            </a:fld>
            <a:endParaRPr lang="fr-FR"/>
          </a:p>
        </p:txBody>
      </p:sp>
      <p:sp>
        <p:nvSpPr>
          <p:cNvPr id="4" name="Espace réservé de l'image des diapositives 3">
            <a:extLst>
              <a:ext uri="{FF2B5EF4-FFF2-40B4-BE49-F238E27FC236}"/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>
            <a:extLst>
              <a:ext uri="{FF2B5EF4-FFF2-40B4-BE49-F238E27FC236}"/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>
            <a:extLst>
              <a:ext uri="{FF2B5EF4-FFF2-40B4-BE49-F238E27FC236}"/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/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59114A0-46B7-4984-A068-9AD94EC2719E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DIEU EST GRAND ET GLORIEUX MA CONFIANCE EST EN TON NOM JÉSUS </a:t>
            </a:r>
          </a:p>
          <a:p>
            <a:pPr>
              <a:defRPr/>
            </a:pPr>
            <a:r>
              <a:rPr lang="en-US" dirty="0" smtClean="0"/>
              <a:t>      Our God is great and glorious</a:t>
            </a:r>
            <a:r>
              <a:rPr lang="fr-FR" dirty="0" smtClean="0"/>
              <a:t> </a:t>
            </a: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SAUVE ET DÉLIVRE DU HAUT DES CIEUX MON ESPOIR EST EN TON NOM JÉSUS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Able to save and deliver us</a:t>
            </a:r>
            <a:r>
              <a:rPr lang="fr-FR" dirty="0" smtClean="0"/>
              <a:t> </a:t>
            </a: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GLOIRE ET L’HONNEUR  PUISSANCE ET GRANDEUR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Blessing and honor, glory and power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NOTRE DIEU 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Unto our God forever and 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À TOI LA LOUANGE  HONNEUR À NOTRE ROI, OUI À JAMAIS </a:t>
            </a:r>
          </a:p>
          <a:p>
            <a:pPr>
              <a:defRPr/>
            </a:pPr>
            <a:r>
              <a:rPr lang="en-US" dirty="0" smtClean="0"/>
              <a:t>      All of the honor, all of the praise is Yours</a:t>
            </a:r>
            <a:r>
              <a:rPr lang="fr-FR" dirty="0" smtClean="0"/>
              <a:t>  </a:t>
            </a:r>
            <a:r>
              <a:rPr lang="en-US" dirty="0" smtClean="0"/>
              <a:t>Yours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MON DIEU EST PUISSANT  ET MERVEILLEUX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Our God is mighty and </a:t>
            </a:r>
            <a:r>
              <a:rPr lang="en-US" dirty="0" err="1" smtClean="0"/>
              <a:t>marvellous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9-  MA CONFIANCE  EST EN TON NOM JÉSUS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 PLUS RIEN À CRAINDRE JE SUIS VICTORIEUX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Nothing to fear You are here with 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MON ESPOIR EST EN TON NOM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NOTRE DIEU EST VIVANT PUISSANT ET CONQUÉRANT   </a:t>
            </a:r>
          </a:p>
          <a:p>
            <a:pPr>
              <a:defRPr/>
            </a:pPr>
            <a:r>
              <a:rPr lang="en-US" dirty="0" smtClean="0"/>
              <a:t>        Our God is in control</a:t>
            </a:r>
            <a:r>
              <a:rPr lang="fr-FR" dirty="0" smtClean="0"/>
              <a:t> </a:t>
            </a:r>
            <a:r>
              <a:rPr lang="en-US" dirty="0" smtClean="0"/>
              <a:t>Steadfast unmovable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VICTORIEUX EN TOUT TEMPS  MON DIEU RÈGNE,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  Nothing’s impossible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Cause our God reigns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
</a:t>
            </a:r>
            <a:endParaRPr lang="fr-FR" dirty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MON DIEU EST GRAND ET GLORIEUX MA CONFIANCE EST EN TON NOM JÉSUS 
2-  IL SAUVE ET DÉLIVRE DU HAUT DES CIEUX MON ESPOIR EST EN TON NOM JÉSUS</a:t>
            </a:r>
          </a:p>
          <a:p>
            <a:r>
              <a:rPr lang="fr-FR" altLang="fr-FR"/>
              <a:t> </a:t>
            </a:r>
          </a:p>
          <a:p>
            <a:r>
              <a:rPr lang="fr-FR" altLang="fr-FR"/>
              <a:t>Pré-refrain</a:t>
            </a:r>
          </a:p>
          <a:p>
            <a:r>
              <a:rPr lang="fr-FR" altLang="fr-FR"/>
              <a:t>3-  LA GLOIRE ET L’HONNEUR  PUISSANCE ET GRANDEUR 
4-  À NOTRE DIEU  POUR TOUJOURS À JAMAIS 
5-  À TOI LA LOUANGE  HONNEUR À NOTRE ROI, OUI À JAMAIS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6-  ALLÉLUIA, ALLÉLUIA  MON DIEU RÈGNE </a:t>
            </a:r>
          </a:p>
          <a:p>
            <a:endParaRPr lang="fr-FR" altLang="fr-FR"/>
          </a:p>
          <a:p>
            <a:r>
              <a:rPr lang="fr-FR" altLang="fr-FR"/>
              <a:t>7-  OH OH OH OH ! OH OH OH OH OH OH ! </a:t>
            </a:r>
          </a:p>
          <a:p>
            <a:endParaRPr lang="fr-FR" altLang="fr-FR"/>
          </a:p>
          <a:p>
            <a:r>
              <a:rPr lang="fr-FR" altLang="fr-FR"/>
              <a:t>8-  MON DIEU EST PUISSANT  ET MERVEILLEUX </a:t>
            </a:r>
            <a:br>
              <a:rPr lang="fr-FR" altLang="fr-FR"/>
            </a:br>
            <a:r>
              <a:rPr lang="fr-FR" altLang="fr-FR"/>
              <a:t> 9-  MA CONFIANCE  EST EN TON NOM JÉSUS  
10-   PLUS RIEN À CRAINDRE JE SUIS VICTORIEUX   
11-  MON ESPOIR EST EN TON NOM JÉSUS </a:t>
            </a:r>
          </a:p>
          <a:p>
            <a:endParaRPr lang="fr-FR" altLang="fr-FR"/>
          </a:p>
          <a:p>
            <a:r>
              <a:rPr lang="fr-FR" altLang="fr-FR"/>
              <a:t>	Pré-refrain</a:t>
            </a:r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12-  NOTRE DIEU EST VIVANT PUISSANT ET CONQUÉRANT 
13-  VICTORIEUX EN TOUT TEMPS  MON DIEU RÈGNE, À JAMAIS 
14-  MON DIEU RÈGNE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15-  ALLÉLUIA, ALLÉLUIA  MON DIEU RÈGNE </a:t>
            </a:r>
          </a:p>
          <a:p>
            <a:endParaRPr lang="fr-FR" altLang="fr-FR"/>
          </a:p>
          <a:p>
            <a:r>
              <a:rPr lang="fr-FR" altLang="fr-FR"/>
              <a:t>16-  OH OH OH OH ! OH OH OH OH OH OH !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DIEU EST GRAND ET GLORIEUX MA CONFIANCE EST EN TON NOM JÉSUS </a:t>
            </a:r>
          </a:p>
          <a:p>
            <a:pPr>
              <a:defRPr/>
            </a:pPr>
            <a:r>
              <a:rPr lang="en-US" dirty="0" smtClean="0"/>
              <a:t>      Our God is great and glorious</a:t>
            </a:r>
            <a:r>
              <a:rPr lang="fr-FR" dirty="0" smtClean="0"/>
              <a:t> </a:t>
            </a: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SAUVE ET DÉLIVRE DU HAUT DES CIEUX MON ESPOIR EST EN TON NOM JÉSUS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Able to save and deliver us</a:t>
            </a:r>
            <a:r>
              <a:rPr lang="fr-FR" dirty="0" smtClean="0"/>
              <a:t> </a:t>
            </a: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GLOIRE ET L’HONNEUR  PUISSANCE ET GRANDEUR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Blessing and honor, glory and power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NOTRE DIEU 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Unto our God forever and 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À TOI LA LOUANGE  HONNEUR À NOTRE ROI, OUI À JAMAIS </a:t>
            </a:r>
          </a:p>
          <a:p>
            <a:pPr>
              <a:defRPr/>
            </a:pPr>
            <a:r>
              <a:rPr lang="en-US" dirty="0" smtClean="0"/>
              <a:t>      All of the honor, all of the praise is Yours</a:t>
            </a:r>
            <a:r>
              <a:rPr lang="fr-FR" dirty="0" smtClean="0"/>
              <a:t>  </a:t>
            </a:r>
            <a:r>
              <a:rPr lang="en-US" dirty="0" smtClean="0"/>
              <a:t>Yours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MON DIEU EST PUISSANT  ET MERVEILLEUX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Our God is mighty and </a:t>
            </a:r>
            <a:r>
              <a:rPr lang="en-US" dirty="0" err="1" smtClean="0"/>
              <a:t>marvellous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9-  MA CONFIANCE  EST EN TON NOM JÉSUS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 PLUS RIEN À CRAINDRE JE SUIS VICTORIEUX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Nothing to fear You are here with 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MON ESPOIR EST EN TON NOM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NOTRE DIEU EST VIVANT PUISSANT ET CONQUÉRANT   </a:t>
            </a:r>
          </a:p>
          <a:p>
            <a:pPr>
              <a:defRPr/>
            </a:pPr>
            <a:r>
              <a:rPr lang="en-US" dirty="0" smtClean="0"/>
              <a:t>        Our God is in control</a:t>
            </a:r>
            <a:r>
              <a:rPr lang="fr-FR" dirty="0" smtClean="0"/>
              <a:t> </a:t>
            </a:r>
            <a:r>
              <a:rPr lang="en-US" dirty="0" smtClean="0"/>
              <a:t>Steadfast unmovable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VICTORIEUX EN TOUT TEMPS  MON DIEU RÈGNE,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  Nothing’s impossible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Cause our God reigns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
</a:t>
            </a:r>
            <a:endParaRPr lang="fr-FR" dirty="0"/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MON DIEU EST GRAND ET GLORIEUX MA CONFIANCE EST EN TON NOM JÉSUS 
2-  IL SAUVE ET DÉLIVRE DU HAUT DES CIEUX MON ESPOIR EST EN TON NOM JÉSUS</a:t>
            </a:r>
          </a:p>
          <a:p>
            <a:r>
              <a:rPr lang="fr-FR" altLang="fr-FR"/>
              <a:t> </a:t>
            </a:r>
          </a:p>
          <a:p>
            <a:r>
              <a:rPr lang="fr-FR" altLang="fr-FR"/>
              <a:t>Pré-refrain</a:t>
            </a:r>
          </a:p>
          <a:p>
            <a:r>
              <a:rPr lang="fr-FR" altLang="fr-FR"/>
              <a:t>3-  LA GLOIRE ET L’HONNEUR  PUISSANCE ET GRANDEUR 
4-  À NOTRE DIEU  POUR TOUJOURS À JAMAIS 
5-  À TOI LA LOUANGE  HONNEUR À NOTRE ROI, OUI À JAMAIS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6-  ALLÉLUIA, ALLÉLUIA  MON DIEU RÈGNE </a:t>
            </a:r>
          </a:p>
          <a:p>
            <a:endParaRPr lang="fr-FR" altLang="fr-FR"/>
          </a:p>
          <a:p>
            <a:r>
              <a:rPr lang="fr-FR" altLang="fr-FR"/>
              <a:t>7-  OH OH OH OH ! OH OH OH OH OH OH ! </a:t>
            </a:r>
          </a:p>
          <a:p>
            <a:endParaRPr lang="fr-FR" altLang="fr-FR"/>
          </a:p>
          <a:p>
            <a:r>
              <a:rPr lang="fr-FR" altLang="fr-FR"/>
              <a:t>8-  MON DIEU EST PUISSANT  ET MERVEILLEUX </a:t>
            </a:r>
            <a:br>
              <a:rPr lang="fr-FR" altLang="fr-FR"/>
            </a:br>
            <a:r>
              <a:rPr lang="fr-FR" altLang="fr-FR"/>
              <a:t> 9-  MA CONFIANCE  EST EN TON NOM JÉSUS  
10-   PLUS RIEN À CRAINDRE JE SUIS VICTORIEUX   
11-  MON ESPOIR EST EN TON NOM JÉSUS </a:t>
            </a:r>
          </a:p>
          <a:p>
            <a:endParaRPr lang="fr-FR" altLang="fr-FR"/>
          </a:p>
          <a:p>
            <a:r>
              <a:rPr lang="fr-FR" altLang="fr-FR"/>
              <a:t>	Pré-refrain</a:t>
            </a:r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12-  NOTRE DIEU EST VIVANT PUISSANT ET CONQUÉRANT 
13-  VICTORIEUX EN TOUT TEMPS  MON DIEU RÈGNE, À JAMAIS 
14-  MON DIEU RÈGNE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15-  ALLÉLUIA, ALLÉLUIA  MON DIEU RÈGNE </a:t>
            </a:r>
          </a:p>
          <a:p>
            <a:endParaRPr lang="fr-FR" altLang="fr-FR"/>
          </a:p>
          <a:p>
            <a:r>
              <a:rPr lang="fr-FR" altLang="fr-FR"/>
              <a:t>16-  OH OH OH OH ! OH OH OH OH OH OH !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DIEU EST GRAND ET GLORIEUX MA CONFIANCE EST EN TON NOM JÉSUS </a:t>
            </a:r>
          </a:p>
          <a:p>
            <a:pPr>
              <a:defRPr/>
            </a:pPr>
            <a:r>
              <a:rPr lang="en-US" dirty="0" smtClean="0"/>
              <a:t>      Our God is great and glorious</a:t>
            </a:r>
            <a:r>
              <a:rPr lang="fr-FR" dirty="0" smtClean="0"/>
              <a:t> </a:t>
            </a: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SAUVE ET DÉLIVRE DU HAUT DES CIEUX MON ESPOIR EST EN TON NOM JÉSUS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Able to save and deliver us</a:t>
            </a:r>
            <a:r>
              <a:rPr lang="fr-FR" dirty="0" smtClean="0"/>
              <a:t> </a:t>
            </a: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GLOIRE ET L’HONNEUR  PUISSANCE ET GRANDEUR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Blessing and honor, glory and power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NOTRE DIEU 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Unto our God forever and 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À TOI LA LOUANGE  HONNEUR À NOTRE ROI, OUI À JAMAIS </a:t>
            </a:r>
          </a:p>
          <a:p>
            <a:pPr>
              <a:defRPr/>
            </a:pPr>
            <a:r>
              <a:rPr lang="en-US" dirty="0" smtClean="0"/>
              <a:t>      All of the honor, all of the praise is Yours</a:t>
            </a:r>
            <a:r>
              <a:rPr lang="fr-FR" dirty="0" smtClean="0"/>
              <a:t>  </a:t>
            </a:r>
            <a:r>
              <a:rPr lang="en-US" dirty="0" smtClean="0"/>
              <a:t>Yours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MON DIEU EST PUISSANT  ET MERVEILLEUX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Our God is mighty and </a:t>
            </a:r>
            <a:r>
              <a:rPr lang="en-US" dirty="0" err="1" smtClean="0"/>
              <a:t>marvellous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9-  MA CONFIANCE  EST EN TON NOM JÉSUS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 PLUS RIEN À CRAINDRE JE SUIS VICTORIEUX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Nothing to fear You are here with 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MON ESPOIR EST EN TON NOM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NOTRE DIEU EST VIVANT PUISSANT ET CONQUÉRANT   </a:t>
            </a:r>
          </a:p>
          <a:p>
            <a:pPr>
              <a:defRPr/>
            </a:pPr>
            <a:r>
              <a:rPr lang="en-US" dirty="0" smtClean="0"/>
              <a:t>        Our God is in control</a:t>
            </a:r>
            <a:r>
              <a:rPr lang="fr-FR" dirty="0" smtClean="0"/>
              <a:t> </a:t>
            </a:r>
            <a:r>
              <a:rPr lang="en-US" dirty="0" smtClean="0"/>
              <a:t>Steadfast unmovable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VICTORIEUX EN TOUT TEMPS  MON DIEU RÈGNE,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  Nothing’s impossible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Cause our God reigns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
</a:t>
            </a:r>
            <a:endParaRPr lang="fr-FR" dirty="0"/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MON DIEU EST GRAND ET GLORIEUX MA CONFIANCE EST EN TON NOM JÉSUS 
2-  IL SAUVE ET DÉLIVRE DU HAUT DES CIEUX MON ESPOIR EST EN TON NOM JÉSUS</a:t>
            </a:r>
          </a:p>
          <a:p>
            <a:r>
              <a:rPr lang="fr-FR" altLang="fr-FR"/>
              <a:t> </a:t>
            </a:r>
          </a:p>
          <a:p>
            <a:r>
              <a:rPr lang="fr-FR" altLang="fr-FR"/>
              <a:t>Pré-refrain</a:t>
            </a:r>
          </a:p>
          <a:p>
            <a:r>
              <a:rPr lang="fr-FR" altLang="fr-FR"/>
              <a:t>3-  LA GLOIRE ET L’HONNEUR  PUISSANCE ET GRANDEUR 
4-  À NOTRE DIEU  POUR TOUJOURS À JAMAIS 
5-  À TOI LA LOUANGE  HONNEUR À NOTRE ROI, OUI À JAMAIS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6-  ALLÉLUIA, ALLÉLUIA  MON DIEU RÈGNE </a:t>
            </a:r>
          </a:p>
          <a:p>
            <a:endParaRPr lang="fr-FR" altLang="fr-FR"/>
          </a:p>
          <a:p>
            <a:r>
              <a:rPr lang="fr-FR" altLang="fr-FR"/>
              <a:t>7-  OH OH OH OH ! OH OH OH OH OH OH ! </a:t>
            </a:r>
          </a:p>
          <a:p>
            <a:endParaRPr lang="fr-FR" altLang="fr-FR"/>
          </a:p>
          <a:p>
            <a:r>
              <a:rPr lang="fr-FR" altLang="fr-FR"/>
              <a:t>8-  MON DIEU EST PUISSANT  ET MERVEILLEUX </a:t>
            </a:r>
            <a:br>
              <a:rPr lang="fr-FR" altLang="fr-FR"/>
            </a:br>
            <a:r>
              <a:rPr lang="fr-FR" altLang="fr-FR"/>
              <a:t> 9-  MA CONFIANCE  EST EN TON NOM JÉSUS  
10-   PLUS RIEN À CRAINDRE JE SUIS VICTORIEUX   
11-  MON ESPOIR EST EN TON NOM JÉSUS </a:t>
            </a:r>
          </a:p>
          <a:p>
            <a:endParaRPr lang="fr-FR" altLang="fr-FR"/>
          </a:p>
          <a:p>
            <a:r>
              <a:rPr lang="fr-FR" altLang="fr-FR"/>
              <a:t>	Pré-refrain</a:t>
            </a:r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12-  NOTRE DIEU EST VIVANT PUISSANT ET CONQUÉRANT 
13-  VICTORIEUX EN TOUT TEMPS  MON DIEU RÈGNE, À JAMAIS 
14-  MON DIEU RÈGNE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15-  ALLÉLUIA, ALLÉLUIA  MON DIEU RÈGNE </a:t>
            </a:r>
          </a:p>
          <a:p>
            <a:endParaRPr lang="fr-FR" altLang="fr-FR"/>
          </a:p>
          <a:p>
            <a:r>
              <a:rPr lang="fr-FR" altLang="fr-FR"/>
              <a:t>16-  OH OH OH OH ! OH OH OH OH OH OH !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DIEU EST GRAND ET GLORIEUX MA CONFIANCE EST EN TON NOM JÉSUS </a:t>
            </a:r>
          </a:p>
          <a:p>
            <a:pPr>
              <a:defRPr/>
            </a:pPr>
            <a:r>
              <a:rPr lang="en-US" dirty="0" smtClean="0"/>
              <a:t>      Our God is great and glorious</a:t>
            </a:r>
            <a:r>
              <a:rPr lang="fr-FR" dirty="0" smtClean="0"/>
              <a:t> </a:t>
            </a: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SAUVE ET DÉLIVRE DU HAUT DES CIEUX MON ESPOIR EST EN TON NOM JÉSUS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Able to save and deliver us</a:t>
            </a:r>
            <a:r>
              <a:rPr lang="fr-FR" dirty="0" smtClean="0"/>
              <a:t> </a:t>
            </a: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GLOIRE ET L’HONNEUR  PUISSANCE ET GRANDEUR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Blessing and honor, glory and power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NOTRE DIEU 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Unto our God forever and 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À TOI LA LOUANGE  HONNEUR À NOTRE ROI, OUI À JAMAIS </a:t>
            </a:r>
          </a:p>
          <a:p>
            <a:pPr>
              <a:defRPr/>
            </a:pPr>
            <a:r>
              <a:rPr lang="en-US" dirty="0" smtClean="0"/>
              <a:t>      All of the honor, all of the praise is Yours</a:t>
            </a:r>
            <a:r>
              <a:rPr lang="fr-FR" dirty="0" smtClean="0"/>
              <a:t>  </a:t>
            </a:r>
            <a:r>
              <a:rPr lang="en-US" dirty="0" smtClean="0"/>
              <a:t>Yours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MON DIEU EST PUISSANT  ET MERVEILLEUX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Our God is mighty and </a:t>
            </a:r>
            <a:r>
              <a:rPr lang="en-US" dirty="0" err="1" smtClean="0"/>
              <a:t>marvellous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9-  MA CONFIANCE  EST EN TON NOM JÉSUS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 PLUS RIEN À CRAINDRE JE SUIS VICTORIEUX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Nothing to fear You are here with 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MON ESPOIR EST EN TON NOM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NOTRE DIEU EST VIVANT PUISSANT ET CONQUÉRANT   </a:t>
            </a:r>
          </a:p>
          <a:p>
            <a:pPr>
              <a:defRPr/>
            </a:pPr>
            <a:r>
              <a:rPr lang="en-US" dirty="0" smtClean="0"/>
              <a:t>        Our God is in control</a:t>
            </a:r>
            <a:r>
              <a:rPr lang="fr-FR" dirty="0" smtClean="0"/>
              <a:t> </a:t>
            </a:r>
            <a:r>
              <a:rPr lang="en-US" dirty="0" smtClean="0"/>
              <a:t>Steadfast unmovable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VICTORIEUX EN TOUT TEMPS  MON DIEU RÈGNE,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  Nothing’s impossible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Cause our God reigns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
</a:t>
            </a:r>
            <a:endParaRPr lang="fr-FR" dirty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MON DIEU EST GRAND ET GLORIEUX MA CONFIANCE EST EN TON NOM JÉSUS 
2-  IL SAUVE ET DÉLIVRE DU HAUT DES CIEUX MON ESPOIR EST EN TON NOM JÉSUS</a:t>
            </a:r>
          </a:p>
          <a:p>
            <a:r>
              <a:rPr lang="fr-FR" altLang="fr-FR"/>
              <a:t> </a:t>
            </a:r>
          </a:p>
          <a:p>
            <a:r>
              <a:rPr lang="fr-FR" altLang="fr-FR"/>
              <a:t>Pré-refrain</a:t>
            </a:r>
          </a:p>
          <a:p>
            <a:r>
              <a:rPr lang="fr-FR" altLang="fr-FR"/>
              <a:t>3-  LA GLOIRE ET L’HONNEUR  PUISSANCE ET GRANDEUR 
4-  À NOTRE DIEU  POUR TOUJOURS À JAMAIS 
5-  À TOI LA LOUANGE  HONNEUR À NOTRE ROI, OUI À JAMAIS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6-  ALLÉLUIA, ALLÉLUIA  MON DIEU RÈGNE </a:t>
            </a:r>
          </a:p>
          <a:p>
            <a:endParaRPr lang="fr-FR" altLang="fr-FR"/>
          </a:p>
          <a:p>
            <a:r>
              <a:rPr lang="fr-FR" altLang="fr-FR"/>
              <a:t>7-  OH OH OH OH ! OH OH OH OH OH OH ! </a:t>
            </a:r>
          </a:p>
          <a:p>
            <a:endParaRPr lang="fr-FR" altLang="fr-FR"/>
          </a:p>
          <a:p>
            <a:r>
              <a:rPr lang="fr-FR" altLang="fr-FR"/>
              <a:t>8-  MON DIEU EST PUISSANT  ET MERVEILLEUX </a:t>
            </a:r>
            <a:br>
              <a:rPr lang="fr-FR" altLang="fr-FR"/>
            </a:br>
            <a:r>
              <a:rPr lang="fr-FR" altLang="fr-FR"/>
              <a:t> 9-  MA CONFIANCE  EST EN TON NOM JÉSUS  
10-   PLUS RIEN À CRAINDRE JE SUIS VICTORIEUX   
11-  MON ESPOIR EST EN TON NOM JÉSUS </a:t>
            </a:r>
          </a:p>
          <a:p>
            <a:endParaRPr lang="fr-FR" altLang="fr-FR"/>
          </a:p>
          <a:p>
            <a:r>
              <a:rPr lang="fr-FR" altLang="fr-FR"/>
              <a:t>	Pré-refrain</a:t>
            </a:r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12-  NOTRE DIEU EST VIVANT PUISSANT ET CONQUÉRANT 
13-  VICTORIEUX EN TOUT TEMPS  MON DIEU RÈGNE, À JAMAIS 
14-  MON DIEU RÈGNE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15-  ALLÉLUIA, ALLÉLUIA  MON DIEU RÈGNE </a:t>
            </a:r>
          </a:p>
          <a:p>
            <a:endParaRPr lang="fr-FR" altLang="fr-FR"/>
          </a:p>
          <a:p>
            <a:r>
              <a:rPr lang="fr-FR" altLang="fr-FR"/>
              <a:t>16-  OH OH OH OH ! OH OH OH OH OH OH !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DIEU EST GRAND ET GLORIEUX MA CONFIANCE EST EN TON NOM JÉSUS </a:t>
            </a:r>
          </a:p>
          <a:p>
            <a:pPr>
              <a:defRPr/>
            </a:pPr>
            <a:r>
              <a:rPr lang="en-US" dirty="0" smtClean="0"/>
              <a:t>      Our God is great and glorious</a:t>
            </a:r>
            <a:r>
              <a:rPr lang="fr-FR" dirty="0" smtClean="0"/>
              <a:t> </a:t>
            </a: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SAUVE ET DÉLIVRE DU HAUT DES CIEUX MON ESPOIR EST EN TON NOM JÉSUS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Able to save and deliver us</a:t>
            </a:r>
            <a:r>
              <a:rPr lang="fr-FR" dirty="0" smtClean="0"/>
              <a:t> </a:t>
            </a: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GLOIRE ET L’HONNEUR  PUISSANCE ET GRANDEUR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Blessing and honor, glory and power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NOTRE DIEU 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Unto our God forever and 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À TOI LA LOUANGE  HONNEUR À NOTRE ROI, OUI À JAMAIS </a:t>
            </a:r>
          </a:p>
          <a:p>
            <a:pPr>
              <a:defRPr/>
            </a:pPr>
            <a:r>
              <a:rPr lang="en-US" dirty="0" smtClean="0"/>
              <a:t>      All of the honor, all of the praise is Yours</a:t>
            </a:r>
            <a:r>
              <a:rPr lang="fr-FR" dirty="0" smtClean="0"/>
              <a:t>  </a:t>
            </a:r>
            <a:r>
              <a:rPr lang="en-US" dirty="0" smtClean="0"/>
              <a:t>Yours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MON DIEU EST PUISSANT  ET MERVEILLEUX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Our God is mighty and </a:t>
            </a:r>
            <a:r>
              <a:rPr lang="en-US" dirty="0" err="1" smtClean="0"/>
              <a:t>marvellous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9-  MA CONFIANCE  EST EN TON NOM JÉSUS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 PLUS RIEN À CRAINDRE JE SUIS VICTORIEUX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Nothing to fear You are here with 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MON ESPOIR EST EN TON NOM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NOTRE DIEU EST VIVANT PUISSANT ET CONQUÉRANT   </a:t>
            </a:r>
          </a:p>
          <a:p>
            <a:pPr>
              <a:defRPr/>
            </a:pPr>
            <a:r>
              <a:rPr lang="en-US" dirty="0" smtClean="0"/>
              <a:t>        Our God is in control</a:t>
            </a:r>
            <a:r>
              <a:rPr lang="fr-FR" dirty="0" smtClean="0"/>
              <a:t> </a:t>
            </a:r>
            <a:r>
              <a:rPr lang="en-US" dirty="0" smtClean="0"/>
              <a:t>Steadfast unmovable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VICTORIEUX EN TOUT TEMPS  MON DIEU RÈGNE,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  Nothing’s impossible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Cause our God reigns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
</a:t>
            </a:r>
            <a:endParaRPr lang="fr-FR" dirty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MON DIEU EST GRAND ET GLORIEUX MA CONFIANCE EST EN TON NOM JÉSUS 
2-  IL SAUVE ET DÉLIVRE DU HAUT DES CIEUX MON ESPOIR EST EN TON NOM JÉSUS</a:t>
            </a:r>
          </a:p>
          <a:p>
            <a:r>
              <a:rPr lang="fr-FR" altLang="fr-FR"/>
              <a:t> </a:t>
            </a:r>
          </a:p>
          <a:p>
            <a:r>
              <a:rPr lang="fr-FR" altLang="fr-FR"/>
              <a:t>Pré-refrain</a:t>
            </a:r>
          </a:p>
          <a:p>
            <a:r>
              <a:rPr lang="fr-FR" altLang="fr-FR"/>
              <a:t>3-  LA GLOIRE ET L’HONNEUR  PUISSANCE ET GRANDEUR 
4-  À NOTRE DIEU  POUR TOUJOURS À JAMAIS 
5-  À TOI LA LOUANGE  HONNEUR À NOTRE ROI, OUI À JAMAIS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6-  ALLÉLUIA, ALLÉLUIA  MON DIEU RÈGNE </a:t>
            </a:r>
          </a:p>
          <a:p>
            <a:endParaRPr lang="fr-FR" altLang="fr-FR"/>
          </a:p>
          <a:p>
            <a:r>
              <a:rPr lang="fr-FR" altLang="fr-FR"/>
              <a:t>7-  OH OH OH OH ! OH OH OH OH OH OH ! </a:t>
            </a:r>
          </a:p>
          <a:p>
            <a:endParaRPr lang="fr-FR" altLang="fr-FR"/>
          </a:p>
          <a:p>
            <a:r>
              <a:rPr lang="fr-FR" altLang="fr-FR"/>
              <a:t>8-  MON DIEU EST PUISSANT  ET MERVEILLEUX </a:t>
            </a:r>
            <a:br>
              <a:rPr lang="fr-FR" altLang="fr-FR"/>
            </a:br>
            <a:r>
              <a:rPr lang="fr-FR" altLang="fr-FR"/>
              <a:t> 9-  MA CONFIANCE  EST EN TON NOM JÉSUS  
10-   PLUS RIEN À CRAINDRE JE SUIS VICTORIEUX   
11-  MON ESPOIR EST EN TON NOM JÉSUS </a:t>
            </a:r>
          </a:p>
          <a:p>
            <a:endParaRPr lang="fr-FR" altLang="fr-FR"/>
          </a:p>
          <a:p>
            <a:r>
              <a:rPr lang="fr-FR" altLang="fr-FR"/>
              <a:t>	Pré-refrain</a:t>
            </a:r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12-  NOTRE DIEU EST VIVANT PUISSANT ET CONQUÉRANT 
13-  VICTORIEUX EN TOUT TEMPS  MON DIEU RÈGNE, À JAMAIS 
14-  MON DIEU RÈGNE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15-  ALLÉLUIA, ALLÉLUIA  MON DIEU RÈGNE </a:t>
            </a:r>
          </a:p>
          <a:p>
            <a:endParaRPr lang="fr-FR" altLang="fr-FR"/>
          </a:p>
          <a:p>
            <a:r>
              <a:rPr lang="fr-FR" altLang="fr-FR"/>
              <a:t>16-  OH OH OH OH ! OH OH OH OH OH OH !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DIEU EST GRAND ET GLORIEUX MA CONFIANCE EST EN TON NOM JÉSUS </a:t>
            </a:r>
          </a:p>
          <a:p>
            <a:pPr>
              <a:defRPr/>
            </a:pPr>
            <a:r>
              <a:rPr lang="en-US" dirty="0" smtClean="0"/>
              <a:t>      Our God is great and glorious</a:t>
            </a:r>
            <a:r>
              <a:rPr lang="fr-FR" dirty="0" smtClean="0"/>
              <a:t> </a:t>
            </a: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SAUVE ET DÉLIVRE DU HAUT DES CIEUX MON ESPOIR EST EN TON NOM JÉSUS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Able to save and deliver us</a:t>
            </a:r>
            <a:r>
              <a:rPr lang="fr-FR" dirty="0" smtClean="0"/>
              <a:t> </a:t>
            </a: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GLOIRE ET L’HONNEUR  PUISSANCE ET GRANDEUR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Blessing and honor, glory and power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NOTRE DIEU 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Unto our God forever and 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À TOI LA LOUANGE  HONNEUR À NOTRE ROI, OUI À JAMAIS </a:t>
            </a:r>
          </a:p>
          <a:p>
            <a:pPr>
              <a:defRPr/>
            </a:pPr>
            <a:r>
              <a:rPr lang="en-US" dirty="0" smtClean="0"/>
              <a:t>      All of the honor, all of the praise is Yours</a:t>
            </a:r>
            <a:r>
              <a:rPr lang="fr-FR" dirty="0" smtClean="0"/>
              <a:t>  </a:t>
            </a:r>
            <a:r>
              <a:rPr lang="en-US" dirty="0" smtClean="0"/>
              <a:t>Yours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MON DIEU EST PUISSANT  ET MERVEILLEUX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Our God is mighty and </a:t>
            </a:r>
            <a:r>
              <a:rPr lang="en-US" dirty="0" err="1" smtClean="0"/>
              <a:t>marvellous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9-  MA CONFIANCE  EST EN TON NOM JÉSUS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 PLUS RIEN À CRAINDRE JE SUIS VICTORIEUX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Nothing to fear You are here with 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MON ESPOIR EST EN TON NOM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NOTRE DIEU EST VIVANT PUISSANT ET CONQUÉRANT   </a:t>
            </a:r>
          </a:p>
          <a:p>
            <a:pPr>
              <a:defRPr/>
            </a:pPr>
            <a:r>
              <a:rPr lang="en-US" dirty="0" smtClean="0"/>
              <a:t>        Our God is in control</a:t>
            </a:r>
            <a:r>
              <a:rPr lang="fr-FR" dirty="0" smtClean="0"/>
              <a:t> </a:t>
            </a:r>
            <a:r>
              <a:rPr lang="en-US" dirty="0" smtClean="0"/>
              <a:t>Steadfast unmovable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VICTORIEUX EN TOUT TEMPS  MON DIEU RÈGNE,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  Nothing’s impossible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Cause our God reigns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
</a:t>
            </a:r>
            <a:endParaRPr lang="fr-FR" dirty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MON DIEU EST GRAND ET GLORIEUX MA CONFIANCE EST EN TON NOM JÉSUS 
2-  IL SAUVE ET DÉLIVRE DU HAUT DES CIEUX MON ESPOIR EST EN TON NOM JÉSUS</a:t>
            </a:r>
          </a:p>
          <a:p>
            <a:r>
              <a:rPr lang="fr-FR" altLang="fr-FR"/>
              <a:t> </a:t>
            </a:r>
          </a:p>
          <a:p>
            <a:r>
              <a:rPr lang="fr-FR" altLang="fr-FR"/>
              <a:t>Pré-refrain</a:t>
            </a:r>
          </a:p>
          <a:p>
            <a:r>
              <a:rPr lang="fr-FR" altLang="fr-FR"/>
              <a:t>3-  LA GLOIRE ET L’HONNEUR  PUISSANCE ET GRANDEUR 
4-  À NOTRE DIEU  POUR TOUJOURS À JAMAIS 
5-  À TOI LA LOUANGE  HONNEUR À NOTRE ROI, OUI À JAMAIS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6-  ALLÉLUIA, ALLÉLUIA  MON DIEU RÈGNE </a:t>
            </a:r>
          </a:p>
          <a:p>
            <a:endParaRPr lang="fr-FR" altLang="fr-FR"/>
          </a:p>
          <a:p>
            <a:r>
              <a:rPr lang="fr-FR" altLang="fr-FR"/>
              <a:t>7-  OH OH OH OH ! OH OH OH OH OH OH ! </a:t>
            </a:r>
          </a:p>
          <a:p>
            <a:endParaRPr lang="fr-FR" altLang="fr-FR"/>
          </a:p>
          <a:p>
            <a:r>
              <a:rPr lang="fr-FR" altLang="fr-FR"/>
              <a:t>8-  MON DIEU EST PUISSANT  ET MERVEILLEUX </a:t>
            </a:r>
            <a:br>
              <a:rPr lang="fr-FR" altLang="fr-FR"/>
            </a:br>
            <a:r>
              <a:rPr lang="fr-FR" altLang="fr-FR"/>
              <a:t> 9-  MA CONFIANCE  EST EN TON NOM JÉSUS  
10-   PLUS RIEN À CRAINDRE JE SUIS VICTORIEUX   
11-  MON ESPOIR EST EN TON NOM JÉSUS </a:t>
            </a:r>
          </a:p>
          <a:p>
            <a:endParaRPr lang="fr-FR" altLang="fr-FR"/>
          </a:p>
          <a:p>
            <a:r>
              <a:rPr lang="fr-FR" altLang="fr-FR"/>
              <a:t>	Pré-refrain</a:t>
            </a:r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12-  NOTRE DIEU EST VIVANT PUISSANT ET CONQUÉRANT 
13-  VICTORIEUX EN TOUT TEMPS  MON DIEU RÈGNE, À JAMAIS 
14-  MON DIEU RÈGNE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15-  ALLÉLUIA, ALLÉLUIA  MON DIEU RÈGNE </a:t>
            </a:r>
          </a:p>
          <a:p>
            <a:endParaRPr lang="fr-FR" altLang="fr-FR"/>
          </a:p>
          <a:p>
            <a:r>
              <a:rPr lang="fr-FR" altLang="fr-FR"/>
              <a:t>16-  OH OH OH OH ! OH OH OH OH OH OH !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DIEU EST GRAND ET GLORIEUX MA CONFIANCE EST EN TON NOM JÉSUS </a:t>
            </a:r>
          </a:p>
          <a:p>
            <a:pPr>
              <a:defRPr/>
            </a:pPr>
            <a:r>
              <a:rPr lang="en-US" dirty="0" smtClean="0"/>
              <a:t>      Our God is great and glorious</a:t>
            </a:r>
            <a:r>
              <a:rPr lang="fr-FR" dirty="0" smtClean="0"/>
              <a:t> </a:t>
            </a: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SAUVE ET DÉLIVRE DU HAUT DES CIEUX MON ESPOIR EST EN TON NOM JÉSUS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Able to save and deliver us</a:t>
            </a:r>
            <a:r>
              <a:rPr lang="fr-FR" dirty="0" smtClean="0"/>
              <a:t> </a:t>
            </a: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GLOIRE ET L’HONNEUR  PUISSANCE ET GRANDEUR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Blessing and honor, glory and power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NOTRE DIEU 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Unto our God forever and 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À TOI LA LOUANGE  HONNEUR À NOTRE ROI, OUI À JAMAIS </a:t>
            </a:r>
          </a:p>
          <a:p>
            <a:pPr>
              <a:defRPr/>
            </a:pPr>
            <a:r>
              <a:rPr lang="en-US" dirty="0" smtClean="0"/>
              <a:t>      All of the honor, all of the praise is Yours</a:t>
            </a:r>
            <a:r>
              <a:rPr lang="fr-FR" dirty="0" smtClean="0"/>
              <a:t>  </a:t>
            </a:r>
            <a:r>
              <a:rPr lang="en-US" dirty="0" smtClean="0"/>
              <a:t>Yours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MON DIEU EST PUISSANT  ET MERVEILLEUX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Our God is mighty and </a:t>
            </a:r>
            <a:r>
              <a:rPr lang="en-US" dirty="0" err="1" smtClean="0"/>
              <a:t>marvellous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9-  MA CONFIANCE  EST EN TON NOM JÉSUS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 PLUS RIEN À CRAINDRE JE SUIS VICTORIEUX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Nothing to fear You are here with 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MON ESPOIR EST EN TON NOM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NOTRE DIEU EST VIVANT PUISSANT ET CONQUÉRANT   </a:t>
            </a:r>
          </a:p>
          <a:p>
            <a:pPr>
              <a:defRPr/>
            </a:pPr>
            <a:r>
              <a:rPr lang="en-US" dirty="0" smtClean="0"/>
              <a:t>        Our God is in control</a:t>
            </a:r>
            <a:r>
              <a:rPr lang="fr-FR" dirty="0" smtClean="0"/>
              <a:t> </a:t>
            </a:r>
            <a:r>
              <a:rPr lang="en-US" dirty="0" smtClean="0"/>
              <a:t>Steadfast unmovable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VICTORIEUX EN TOUT TEMPS  MON DIEU RÈGNE,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  Nothing’s impossible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Cause our God reigns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
</a:t>
            </a:r>
            <a:endParaRPr lang="fr-FR" dirty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MON DIEU EST GRAND ET GLORIEUX MA CONFIANCE EST EN TON NOM JÉSUS 
2-  IL SAUVE ET DÉLIVRE DU HAUT DES CIEUX MON ESPOIR EST EN TON NOM JÉSUS</a:t>
            </a:r>
          </a:p>
          <a:p>
            <a:r>
              <a:rPr lang="fr-FR" altLang="fr-FR"/>
              <a:t> </a:t>
            </a:r>
          </a:p>
          <a:p>
            <a:r>
              <a:rPr lang="fr-FR" altLang="fr-FR"/>
              <a:t>Pré-refrain</a:t>
            </a:r>
          </a:p>
          <a:p>
            <a:r>
              <a:rPr lang="fr-FR" altLang="fr-FR"/>
              <a:t>3-  LA GLOIRE ET L’HONNEUR  PUISSANCE ET GRANDEUR 
4-  À NOTRE DIEU  POUR TOUJOURS À JAMAIS 
5-  À TOI LA LOUANGE  HONNEUR À NOTRE ROI, OUI À JAMAIS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6-  ALLÉLUIA, ALLÉLUIA  MON DIEU RÈGNE </a:t>
            </a:r>
          </a:p>
          <a:p>
            <a:endParaRPr lang="fr-FR" altLang="fr-FR"/>
          </a:p>
          <a:p>
            <a:r>
              <a:rPr lang="fr-FR" altLang="fr-FR"/>
              <a:t>7-  OH OH OH OH ! OH OH OH OH OH OH ! </a:t>
            </a:r>
          </a:p>
          <a:p>
            <a:endParaRPr lang="fr-FR" altLang="fr-FR"/>
          </a:p>
          <a:p>
            <a:r>
              <a:rPr lang="fr-FR" altLang="fr-FR"/>
              <a:t>8-  MON DIEU EST PUISSANT  ET MERVEILLEUX </a:t>
            </a:r>
            <a:br>
              <a:rPr lang="fr-FR" altLang="fr-FR"/>
            </a:br>
            <a:r>
              <a:rPr lang="fr-FR" altLang="fr-FR"/>
              <a:t> 9-  MA CONFIANCE  EST EN TON NOM JÉSUS  
10-   PLUS RIEN À CRAINDRE JE SUIS VICTORIEUX   
11-  MON ESPOIR EST EN TON NOM JÉSUS </a:t>
            </a:r>
          </a:p>
          <a:p>
            <a:endParaRPr lang="fr-FR" altLang="fr-FR"/>
          </a:p>
          <a:p>
            <a:r>
              <a:rPr lang="fr-FR" altLang="fr-FR"/>
              <a:t>	Pré-refrain</a:t>
            </a:r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12-  NOTRE DIEU EST VIVANT PUISSANT ET CONQUÉRANT 
13-  VICTORIEUX EN TOUT TEMPS  MON DIEU RÈGNE, À JAMAIS 
14-  MON DIEU RÈGNE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15-  ALLÉLUIA, ALLÉLUIA  MON DIEU RÈGNE </a:t>
            </a:r>
          </a:p>
          <a:p>
            <a:endParaRPr lang="fr-FR" altLang="fr-FR"/>
          </a:p>
          <a:p>
            <a:r>
              <a:rPr lang="fr-FR" altLang="fr-FR"/>
              <a:t>16-  OH OH OH OH ! OH OH OH OH OH OH !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DIEU EST GRAND ET GLORIEUX MA CONFIANCE EST EN TON NOM JÉSUS </a:t>
            </a:r>
          </a:p>
          <a:p>
            <a:pPr>
              <a:defRPr/>
            </a:pPr>
            <a:r>
              <a:rPr lang="en-US" dirty="0" smtClean="0"/>
              <a:t>      Our God is great and glorious</a:t>
            </a:r>
            <a:r>
              <a:rPr lang="fr-FR" dirty="0" smtClean="0"/>
              <a:t> </a:t>
            </a: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SAUVE ET DÉLIVRE DU HAUT DES CIEUX MON ESPOIR EST EN TON NOM JÉSUS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Able to save and deliver us</a:t>
            </a:r>
            <a:r>
              <a:rPr lang="fr-FR" dirty="0" smtClean="0"/>
              <a:t> </a:t>
            </a: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GLOIRE ET L’HONNEUR  PUISSANCE ET GRANDEUR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Blessing and honor, glory and power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NOTRE DIEU 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Unto our God forever and 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À TOI LA LOUANGE  HONNEUR À NOTRE ROI, OUI À JAMAIS </a:t>
            </a:r>
          </a:p>
          <a:p>
            <a:pPr>
              <a:defRPr/>
            </a:pPr>
            <a:r>
              <a:rPr lang="en-US" dirty="0" smtClean="0"/>
              <a:t>      All of the honor, all of the praise is Yours</a:t>
            </a:r>
            <a:r>
              <a:rPr lang="fr-FR" dirty="0" smtClean="0"/>
              <a:t>  </a:t>
            </a:r>
            <a:r>
              <a:rPr lang="en-US" dirty="0" smtClean="0"/>
              <a:t>Yours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MON DIEU EST PUISSANT  ET MERVEILLEUX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Our God is mighty and </a:t>
            </a:r>
            <a:r>
              <a:rPr lang="en-US" dirty="0" err="1" smtClean="0"/>
              <a:t>marvellous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9-  MA CONFIANCE  EST EN TON NOM JÉSUS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 PLUS RIEN À CRAINDRE JE SUIS VICTORIEUX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Nothing to fear You are here with 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MON ESPOIR EST EN TON NOM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NOTRE DIEU EST VIVANT PUISSANT ET CONQUÉRANT   </a:t>
            </a:r>
          </a:p>
          <a:p>
            <a:pPr>
              <a:defRPr/>
            </a:pPr>
            <a:r>
              <a:rPr lang="en-US" dirty="0" smtClean="0"/>
              <a:t>        Our God is in control</a:t>
            </a:r>
            <a:r>
              <a:rPr lang="fr-FR" dirty="0" smtClean="0"/>
              <a:t> </a:t>
            </a:r>
            <a:r>
              <a:rPr lang="en-US" dirty="0" smtClean="0"/>
              <a:t>Steadfast unmovable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VICTORIEUX EN TOUT TEMPS  MON DIEU RÈGNE,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  Nothing’s impossible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Cause our God reigns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
</a:t>
            </a:r>
            <a:endParaRPr lang="fr-FR" dirty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MON DIEU EST GRAND ET GLORIEUX MA CONFIANCE EST EN TON NOM JÉSUS 
2-  IL SAUVE ET DÉLIVRE DU HAUT DES CIEUX MON ESPOIR EST EN TON NOM JÉSUS</a:t>
            </a:r>
          </a:p>
          <a:p>
            <a:r>
              <a:rPr lang="fr-FR" altLang="fr-FR"/>
              <a:t> </a:t>
            </a:r>
          </a:p>
          <a:p>
            <a:r>
              <a:rPr lang="fr-FR" altLang="fr-FR"/>
              <a:t>Pré-refrain</a:t>
            </a:r>
          </a:p>
          <a:p>
            <a:r>
              <a:rPr lang="fr-FR" altLang="fr-FR"/>
              <a:t>3-  LA GLOIRE ET L’HONNEUR  PUISSANCE ET GRANDEUR 
4-  À NOTRE DIEU  POUR TOUJOURS À JAMAIS 
5-  À TOI LA LOUANGE  HONNEUR À NOTRE ROI, OUI À JAMAIS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6-  ALLÉLUIA, ALLÉLUIA  MON DIEU RÈGNE </a:t>
            </a:r>
          </a:p>
          <a:p>
            <a:endParaRPr lang="fr-FR" altLang="fr-FR"/>
          </a:p>
          <a:p>
            <a:r>
              <a:rPr lang="fr-FR" altLang="fr-FR"/>
              <a:t>7-  OH OH OH OH ! OH OH OH OH OH OH ! </a:t>
            </a:r>
          </a:p>
          <a:p>
            <a:endParaRPr lang="fr-FR" altLang="fr-FR"/>
          </a:p>
          <a:p>
            <a:r>
              <a:rPr lang="fr-FR" altLang="fr-FR"/>
              <a:t>8-  MON DIEU EST PUISSANT  ET MERVEILLEUX </a:t>
            </a:r>
            <a:br>
              <a:rPr lang="fr-FR" altLang="fr-FR"/>
            </a:br>
            <a:r>
              <a:rPr lang="fr-FR" altLang="fr-FR"/>
              <a:t> 9-  MA CONFIANCE  EST EN TON NOM JÉSUS  
10-   PLUS RIEN À CRAINDRE JE SUIS VICTORIEUX   
11-  MON ESPOIR EST EN TON NOM JÉSUS </a:t>
            </a:r>
          </a:p>
          <a:p>
            <a:endParaRPr lang="fr-FR" altLang="fr-FR"/>
          </a:p>
          <a:p>
            <a:r>
              <a:rPr lang="fr-FR" altLang="fr-FR"/>
              <a:t>	Pré-refrain</a:t>
            </a:r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12-  NOTRE DIEU EST VIVANT PUISSANT ET CONQUÉRANT 
13-  VICTORIEUX EN TOUT TEMPS  MON DIEU RÈGNE, À JAMAIS 
14-  MON DIEU RÈGNE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15-  ALLÉLUIA, ALLÉLUIA  MON DIEU RÈGNE </a:t>
            </a:r>
          </a:p>
          <a:p>
            <a:endParaRPr lang="fr-FR" altLang="fr-FR"/>
          </a:p>
          <a:p>
            <a:r>
              <a:rPr lang="fr-FR" altLang="fr-FR"/>
              <a:t>16-  OH OH OH OH ! OH OH OH OH OH OH !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DIEU EST GRAND ET GLORIEUX MA CONFIANCE EST EN TON NOM JÉSUS </a:t>
            </a:r>
          </a:p>
          <a:p>
            <a:pPr>
              <a:defRPr/>
            </a:pPr>
            <a:r>
              <a:rPr lang="en-US" dirty="0" smtClean="0"/>
              <a:t>      Our God is great and glorious</a:t>
            </a:r>
            <a:r>
              <a:rPr lang="fr-FR" dirty="0" smtClean="0"/>
              <a:t> </a:t>
            </a: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SAUVE ET DÉLIVRE DU HAUT DES CIEUX MON ESPOIR EST EN TON NOM JÉSUS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Able to save and deliver us</a:t>
            </a:r>
            <a:r>
              <a:rPr lang="fr-FR" dirty="0" smtClean="0"/>
              <a:t> </a:t>
            </a: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GLOIRE ET L’HONNEUR  PUISSANCE ET GRANDEUR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Blessing and honor, glory and power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NOTRE DIEU 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Unto our God forever and 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À TOI LA LOUANGE  HONNEUR À NOTRE ROI, OUI À JAMAIS </a:t>
            </a:r>
          </a:p>
          <a:p>
            <a:pPr>
              <a:defRPr/>
            </a:pPr>
            <a:r>
              <a:rPr lang="en-US" dirty="0" smtClean="0"/>
              <a:t>      All of the honor, all of the praise is Yours</a:t>
            </a:r>
            <a:r>
              <a:rPr lang="fr-FR" dirty="0" smtClean="0"/>
              <a:t>  </a:t>
            </a:r>
            <a:r>
              <a:rPr lang="en-US" dirty="0" smtClean="0"/>
              <a:t>Yours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MON DIEU EST PUISSANT  ET MERVEILLEUX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Our God is mighty and </a:t>
            </a:r>
            <a:r>
              <a:rPr lang="en-US" dirty="0" err="1" smtClean="0"/>
              <a:t>marvellous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9-  MA CONFIANCE  EST EN TON NOM JÉSUS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 PLUS RIEN À CRAINDRE JE SUIS VICTORIEUX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Nothing to fear You are here with 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MON ESPOIR EST EN TON NOM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NOTRE DIEU EST VIVANT PUISSANT ET CONQUÉRANT   </a:t>
            </a:r>
          </a:p>
          <a:p>
            <a:pPr>
              <a:defRPr/>
            </a:pPr>
            <a:r>
              <a:rPr lang="en-US" dirty="0" smtClean="0"/>
              <a:t>        Our God is in control</a:t>
            </a:r>
            <a:r>
              <a:rPr lang="fr-FR" dirty="0" smtClean="0"/>
              <a:t> </a:t>
            </a:r>
            <a:r>
              <a:rPr lang="en-US" dirty="0" smtClean="0"/>
              <a:t>Steadfast unmovable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VICTORIEUX EN TOUT TEMPS  MON DIEU RÈGNE,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  Nothing’s impossible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Cause our God reigns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
</a:t>
            </a:r>
            <a:endParaRPr lang="fr-FR" dirty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MON DIEU EST GRAND ET GLORIEUX MA CONFIANCE EST EN TON NOM JÉSUS 
2-  IL SAUVE ET DÉLIVRE DU HAUT DES CIEUX MON ESPOIR EST EN TON NOM JÉSUS</a:t>
            </a:r>
          </a:p>
          <a:p>
            <a:r>
              <a:rPr lang="fr-FR" altLang="fr-FR"/>
              <a:t> </a:t>
            </a:r>
          </a:p>
          <a:p>
            <a:r>
              <a:rPr lang="fr-FR" altLang="fr-FR"/>
              <a:t>Pré-refrain</a:t>
            </a:r>
          </a:p>
          <a:p>
            <a:r>
              <a:rPr lang="fr-FR" altLang="fr-FR"/>
              <a:t>3-  LA GLOIRE ET L’HONNEUR  PUISSANCE ET GRANDEUR 
4-  À NOTRE DIEU  POUR TOUJOURS À JAMAIS 
5-  À TOI LA LOUANGE  HONNEUR À NOTRE ROI, OUI À JAMAIS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6-  ALLÉLUIA, ALLÉLUIA  MON DIEU RÈGNE </a:t>
            </a:r>
          </a:p>
          <a:p>
            <a:endParaRPr lang="fr-FR" altLang="fr-FR"/>
          </a:p>
          <a:p>
            <a:r>
              <a:rPr lang="fr-FR" altLang="fr-FR"/>
              <a:t>7-  OH OH OH OH ! OH OH OH OH OH OH ! </a:t>
            </a:r>
          </a:p>
          <a:p>
            <a:endParaRPr lang="fr-FR" altLang="fr-FR"/>
          </a:p>
          <a:p>
            <a:r>
              <a:rPr lang="fr-FR" altLang="fr-FR"/>
              <a:t>8-  MON DIEU EST PUISSANT  ET MERVEILLEUX </a:t>
            </a:r>
            <a:br>
              <a:rPr lang="fr-FR" altLang="fr-FR"/>
            </a:br>
            <a:r>
              <a:rPr lang="fr-FR" altLang="fr-FR"/>
              <a:t> 9-  MA CONFIANCE  EST EN TON NOM JÉSUS  
10-   PLUS RIEN À CRAINDRE JE SUIS VICTORIEUX   
11-  MON ESPOIR EST EN TON NOM JÉSUS </a:t>
            </a:r>
          </a:p>
          <a:p>
            <a:endParaRPr lang="fr-FR" altLang="fr-FR"/>
          </a:p>
          <a:p>
            <a:r>
              <a:rPr lang="fr-FR" altLang="fr-FR"/>
              <a:t>	Pré-refrain</a:t>
            </a:r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12-  NOTRE DIEU EST VIVANT PUISSANT ET CONQUÉRANT 
13-  VICTORIEUX EN TOUT TEMPS  MON DIEU RÈGNE, À JAMAIS 
14-  MON DIEU RÈGNE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15-  ALLÉLUIA, ALLÉLUIA  MON DIEU RÈGNE </a:t>
            </a:r>
          </a:p>
          <a:p>
            <a:endParaRPr lang="fr-FR" altLang="fr-FR"/>
          </a:p>
          <a:p>
            <a:r>
              <a:rPr lang="fr-FR" altLang="fr-FR"/>
              <a:t>16-  OH OH OH OH ! OH OH OH OH OH OH !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DIEU EST GRAND ET GLORIEUX MA CONFIANCE EST EN TON NOM JÉSUS </a:t>
            </a:r>
          </a:p>
          <a:p>
            <a:pPr>
              <a:defRPr/>
            </a:pPr>
            <a:r>
              <a:rPr lang="en-US" dirty="0" smtClean="0"/>
              <a:t>      Our God is great and glorious</a:t>
            </a:r>
            <a:r>
              <a:rPr lang="fr-FR" dirty="0" smtClean="0"/>
              <a:t> </a:t>
            </a: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SAUVE ET DÉLIVRE DU HAUT DES CIEUX MON ESPOIR EST EN TON NOM JÉSUS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Able to save and deliver us</a:t>
            </a:r>
            <a:r>
              <a:rPr lang="fr-FR" dirty="0" smtClean="0"/>
              <a:t> </a:t>
            </a: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GLOIRE ET L’HONNEUR  PUISSANCE ET GRANDEUR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Blessing and honor, glory and power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NOTRE DIEU 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Unto our God forever and 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À TOI LA LOUANGE  HONNEUR À NOTRE ROI, OUI À JAMAIS </a:t>
            </a:r>
          </a:p>
          <a:p>
            <a:pPr>
              <a:defRPr/>
            </a:pPr>
            <a:r>
              <a:rPr lang="en-US" dirty="0" smtClean="0"/>
              <a:t>      All of the honor, all of the praise is Yours</a:t>
            </a:r>
            <a:r>
              <a:rPr lang="fr-FR" dirty="0" smtClean="0"/>
              <a:t>  </a:t>
            </a:r>
            <a:r>
              <a:rPr lang="en-US" dirty="0" smtClean="0"/>
              <a:t>Yours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MON DIEU EST PUISSANT  ET MERVEILLEUX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Our God is mighty and </a:t>
            </a:r>
            <a:r>
              <a:rPr lang="en-US" dirty="0" err="1" smtClean="0"/>
              <a:t>marvellous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9-  MA CONFIANCE  EST EN TON NOM JÉSUS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 PLUS RIEN À CRAINDRE JE SUIS VICTORIEUX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Nothing to fear You are here with 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MON ESPOIR EST EN TON NOM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NOTRE DIEU EST VIVANT PUISSANT ET CONQUÉRANT   </a:t>
            </a:r>
          </a:p>
          <a:p>
            <a:pPr>
              <a:defRPr/>
            </a:pPr>
            <a:r>
              <a:rPr lang="en-US" dirty="0" smtClean="0"/>
              <a:t>        Our God is in control</a:t>
            </a:r>
            <a:r>
              <a:rPr lang="fr-FR" dirty="0" smtClean="0"/>
              <a:t> </a:t>
            </a:r>
            <a:r>
              <a:rPr lang="en-US" dirty="0" smtClean="0"/>
              <a:t>Steadfast unmovable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VICTORIEUX EN TOUT TEMPS  MON DIEU RÈGNE,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  Nothing’s impossible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Cause our God reigns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
</a:t>
            </a:r>
            <a:endParaRPr lang="fr-FR" dirty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MON DIEU EST GRAND ET GLORIEUX MA CONFIANCE EST EN TON NOM JÉSUS 
2-  IL SAUVE ET DÉLIVRE DU HAUT DES CIEUX MON ESPOIR EST EN TON NOM JÉSUS</a:t>
            </a:r>
          </a:p>
          <a:p>
            <a:r>
              <a:rPr lang="fr-FR" altLang="fr-FR"/>
              <a:t> </a:t>
            </a:r>
          </a:p>
          <a:p>
            <a:r>
              <a:rPr lang="fr-FR" altLang="fr-FR"/>
              <a:t>Pré-refrain</a:t>
            </a:r>
          </a:p>
          <a:p>
            <a:r>
              <a:rPr lang="fr-FR" altLang="fr-FR"/>
              <a:t>3-  LA GLOIRE ET L’HONNEUR  PUISSANCE ET GRANDEUR 
4-  À NOTRE DIEU  POUR TOUJOURS À JAMAIS 
5-  À TOI LA LOUANGE  HONNEUR À NOTRE ROI, OUI À JAMAIS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6-  ALLÉLUIA, ALLÉLUIA  MON DIEU RÈGNE </a:t>
            </a:r>
          </a:p>
          <a:p>
            <a:endParaRPr lang="fr-FR" altLang="fr-FR"/>
          </a:p>
          <a:p>
            <a:r>
              <a:rPr lang="fr-FR" altLang="fr-FR"/>
              <a:t>7-  OH OH OH OH ! OH OH OH OH OH OH ! </a:t>
            </a:r>
          </a:p>
          <a:p>
            <a:endParaRPr lang="fr-FR" altLang="fr-FR"/>
          </a:p>
          <a:p>
            <a:r>
              <a:rPr lang="fr-FR" altLang="fr-FR"/>
              <a:t>8-  MON DIEU EST PUISSANT  ET MERVEILLEUX </a:t>
            </a:r>
            <a:br>
              <a:rPr lang="fr-FR" altLang="fr-FR"/>
            </a:br>
            <a:r>
              <a:rPr lang="fr-FR" altLang="fr-FR"/>
              <a:t> 9-  MA CONFIANCE  EST EN TON NOM JÉSUS  
10-   PLUS RIEN À CRAINDRE JE SUIS VICTORIEUX   
11-  MON ESPOIR EST EN TON NOM JÉSUS </a:t>
            </a:r>
          </a:p>
          <a:p>
            <a:endParaRPr lang="fr-FR" altLang="fr-FR"/>
          </a:p>
          <a:p>
            <a:r>
              <a:rPr lang="fr-FR" altLang="fr-FR"/>
              <a:t>	Pré-refrain</a:t>
            </a:r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12-  NOTRE DIEU EST VIVANT PUISSANT ET CONQUÉRANT 
13-  VICTORIEUX EN TOUT TEMPS  MON DIEU RÈGNE, À JAMAIS 
14-  MON DIEU RÈGNE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15-  ALLÉLUIA, ALLÉLUIA  MON DIEU RÈGNE </a:t>
            </a:r>
          </a:p>
          <a:p>
            <a:endParaRPr lang="fr-FR" altLang="fr-FR"/>
          </a:p>
          <a:p>
            <a:r>
              <a:rPr lang="fr-FR" altLang="fr-FR"/>
              <a:t>16-  OH OH OH OH ! OH OH OH OH OH OH !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DIEU EST GRAND ET GLORIEUX MA CONFIANCE EST EN TON NOM JÉSUS </a:t>
            </a:r>
          </a:p>
          <a:p>
            <a:pPr>
              <a:defRPr/>
            </a:pPr>
            <a:r>
              <a:rPr lang="en-US" dirty="0" smtClean="0"/>
              <a:t>      Our God is great and glorious</a:t>
            </a:r>
            <a:r>
              <a:rPr lang="fr-FR" dirty="0" smtClean="0"/>
              <a:t> </a:t>
            </a: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SAUVE ET DÉLIVRE DU HAUT DES CIEUX MON ESPOIR EST EN TON NOM JÉSUS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Able to save and deliver us</a:t>
            </a:r>
            <a:r>
              <a:rPr lang="fr-FR" dirty="0" smtClean="0"/>
              <a:t> </a:t>
            </a: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GLOIRE ET L’HONNEUR  PUISSANCE ET GRANDEUR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Blessing and honor, glory and power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NOTRE DIEU 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Unto our God forever and 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À TOI LA LOUANGE  HONNEUR À NOTRE ROI, OUI À JAMAIS </a:t>
            </a:r>
          </a:p>
          <a:p>
            <a:pPr>
              <a:defRPr/>
            </a:pPr>
            <a:r>
              <a:rPr lang="en-US" dirty="0" smtClean="0"/>
              <a:t>      All of the honor, all of the praise is Yours</a:t>
            </a:r>
            <a:r>
              <a:rPr lang="fr-FR" dirty="0" smtClean="0"/>
              <a:t>  </a:t>
            </a:r>
            <a:r>
              <a:rPr lang="en-US" dirty="0" smtClean="0"/>
              <a:t>Yours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MON DIEU EST PUISSANT  ET MERVEILLEUX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Our God is mighty and </a:t>
            </a:r>
            <a:r>
              <a:rPr lang="en-US" dirty="0" err="1" smtClean="0"/>
              <a:t>marvellous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9-  MA CONFIANCE  EST EN TON NOM JÉSUS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 PLUS RIEN À CRAINDRE JE SUIS VICTORIEUX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Nothing to fear You are here with 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MON ESPOIR EST EN TON NOM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NOTRE DIEU EST VIVANT PUISSANT ET CONQUÉRANT   </a:t>
            </a:r>
          </a:p>
          <a:p>
            <a:pPr>
              <a:defRPr/>
            </a:pPr>
            <a:r>
              <a:rPr lang="en-US" dirty="0" smtClean="0"/>
              <a:t>        Our God is in control</a:t>
            </a:r>
            <a:r>
              <a:rPr lang="fr-FR" dirty="0" smtClean="0"/>
              <a:t> </a:t>
            </a:r>
            <a:r>
              <a:rPr lang="en-US" dirty="0" smtClean="0"/>
              <a:t>Steadfast unmovable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VICTORIEUX EN TOUT TEMPS  MON DIEU RÈGNE,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  Nothing’s impossible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Cause our God reigns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
</a:t>
            </a:r>
            <a:endParaRPr lang="fr-FR" dirty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MON DIEU EST GRAND ET GLORIEUX MA CONFIANCE EST EN TON NOM JÉSUS 
2-  IL SAUVE ET DÉLIVRE DU HAUT DES CIEUX MON ESPOIR EST EN TON NOM JÉSUS</a:t>
            </a:r>
          </a:p>
          <a:p>
            <a:r>
              <a:rPr lang="fr-FR" altLang="fr-FR"/>
              <a:t> </a:t>
            </a:r>
          </a:p>
          <a:p>
            <a:r>
              <a:rPr lang="fr-FR" altLang="fr-FR"/>
              <a:t>Pré-refrain</a:t>
            </a:r>
          </a:p>
          <a:p>
            <a:r>
              <a:rPr lang="fr-FR" altLang="fr-FR"/>
              <a:t>3-  LA GLOIRE ET L’HONNEUR  PUISSANCE ET GRANDEUR 
4-  À NOTRE DIEU  POUR TOUJOURS À JAMAIS 
5-  À TOI LA LOUANGE  HONNEUR À NOTRE ROI, OUI À JAMAIS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6-  ALLÉLUIA, ALLÉLUIA  MON DIEU RÈGNE </a:t>
            </a:r>
          </a:p>
          <a:p>
            <a:endParaRPr lang="fr-FR" altLang="fr-FR"/>
          </a:p>
          <a:p>
            <a:r>
              <a:rPr lang="fr-FR" altLang="fr-FR"/>
              <a:t>7-  OH OH OH OH ! OH OH OH OH OH OH ! </a:t>
            </a:r>
          </a:p>
          <a:p>
            <a:endParaRPr lang="fr-FR" altLang="fr-FR"/>
          </a:p>
          <a:p>
            <a:r>
              <a:rPr lang="fr-FR" altLang="fr-FR"/>
              <a:t>8-  MON DIEU EST PUISSANT  ET MERVEILLEUX </a:t>
            </a:r>
            <a:br>
              <a:rPr lang="fr-FR" altLang="fr-FR"/>
            </a:br>
            <a:r>
              <a:rPr lang="fr-FR" altLang="fr-FR"/>
              <a:t> 9-  MA CONFIANCE  EST EN TON NOM JÉSUS  
10-   PLUS RIEN À CRAINDRE JE SUIS VICTORIEUX   
11-  MON ESPOIR EST EN TON NOM JÉSUS </a:t>
            </a:r>
          </a:p>
          <a:p>
            <a:endParaRPr lang="fr-FR" altLang="fr-FR"/>
          </a:p>
          <a:p>
            <a:r>
              <a:rPr lang="fr-FR" altLang="fr-FR"/>
              <a:t>	Pré-refrain</a:t>
            </a:r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12-  NOTRE DIEU EST VIVANT PUISSANT ET CONQUÉRANT 
13-  VICTORIEUX EN TOUT TEMPS  MON DIEU RÈGNE, À JAMAIS 
14-  MON DIEU RÈGNE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15-  ALLÉLUIA, ALLÉLUIA  MON DIEU RÈGNE </a:t>
            </a:r>
          </a:p>
          <a:p>
            <a:endParaRPr lang="fr-FR" altLang="fr-FR"/>
          </a:p>
          <a:p>
            <a:r>
              <a:rPr lang="fr-FR" altLang="fr-FR"/>
              <a:t>16-  OH OH OH OH ! OH OH OH OH OH OH !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DIEU EST GRAND ET GLORIEUX MA CONFIANCE EST EN TON NOM JÉSUS </a:t>
            </a:r>
          </a:p>
          <a:p>
            <a:pPr>
              <a:defRPr/>
            </a:pPr>
            <a:r>
              <a:rPr lang="en-US" dirty="0" smtClean="0"/>
              <a:t>      Our God is great and glorious</a:t>
            </a:r>
            <a:r>
              <a:rPr lang="fr-FR" dirty="0" smtClean="0"/>
              <a:t> </a:t>
            </a: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SAUVE ET DÉLIVRE DU HAUT DES CIEUX MON ESPOIR EST EN TON NOM JÉSUS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Able to save and deliver us</a:t>
            </a:r>
            <a:r>
              <a:rPr lang="fr-FR" dirty="0" smtClean="0"/>
              <a:t> </a:t>
            </a: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GLOIRE ET L’HONNEUR  PUISSANCE ET GRANDEUR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Blessing and honor, glory and power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NOTRE DIEU 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Unto our God forever and 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À TOI LA LOUANGE  HONNEUR À NOTRE ROI, OUI À JAMAIS </a:t>
            </a:r>
          </a:p>
          <a:p>
            <a:pPr>
              <a:defRPr/>
            </a:pPr>
            <a:r>
              <a:rPr lang="en-US" dirty="0" smtClean="0"/>
              <a:t>      All of the honor, all of the praise is Yours</a:t>
            </a:r>
            <a:r>
              <a:rPr lang="fr-FR" dirty="0" smtClean="0"/>
              <a:t>  </a:t>
            </a:r>
            <a:r>
              <a:rPr lang="en-US" dirty="0" smtClean="0"/>
              <a:t>Yours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MON DIEU EST PUISSANT  ET MERVEILLEUX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Our God is mighty and </a:t>
            </a:r>
            <a:r>
              <a:rPr lang="en-US" dirty="0" err="1" smtClean="0"/>
              <a:t>marvellous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9-  MA CONFIANCE  EST EN TON NOM JÉSUS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 PLUS RIEN À CRAINDRE JE SUIS VICTORIEUX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Nothing to fear You are here with 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MON ESPOIR EST EN TON NOM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NOTRE DIEU EST VIVANT PUISSANT ET CONQUÉRANT   </a:t>
            </a:r>
          </a:p>
          <a:p>
            <a:pPr>
              <a:defRPr/>
            </a:pPr>
            <a:r>
              <a:rPr lang="en-US" dirty="0" smtClean="0"/>
              <a:t>        Our God is in control</a:t>
            </a:r>
            <a:r>
              <a:rPr lang="fr-FR" dirty="0" smtClean="0"/>
              <a:t> </a:t>
            </a:r>
            <a:r>
              <a:rPr lang="en-US" dirty="0" smtClean="0"/>
              <a:t>Steadfast unmovable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VICTORIEUX EN TOUT TEMPS  MON DIEU RÈGNE,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  Nothing’s impossible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Cause our God reigns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
</a:t>
            </a:r>
            <a:endParaRPr lang="fr-FR" dirty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MON DIEU EST GRAND ET GLORIEUX MA CONFIANCE EST EN TON NOM JÉSUS 
2-  IL SAUVE ET DÉLIVRE DU HAUT DES CIEUX MON ESPOIR EST EN TON NOM JÉSUS</a:t>
            </a:r>
          </a:p>
          <a:p>
            <a:r>
              <a:rPr lang="fr-FR" altLang="fr-FR"/>
              <a:t> </a:t>
            </a:r>
          </a:p>
          <a:p>
            <a:r>
              <a:rPr lang="fr-FR" altLang="fr-FR"/>
              <a:t>Pré-refrain</a:t>
            </a:r>
          </a:p>
          <a:p>
            <a:r>
              <a:rPr lang="fr-FR" altLang="fr-FR"/>
              <a:t>3-  LA GLOIRE ET L’HONNEUR  PUISSANCE ET GRANDEUR 
4-  À NOTRE DIEU  POUR TOUJOURS À JAMAIS 
5-  À TOI LA LOUANGE  HONNEUR À NOTRE ROI, OUI À JAMAIS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6-  ALLÉLUIA, ALLÉLUIA  MON DIEU RÈGNE </a:t>
            </a:r>
          </a:p>
          <a:p>
            <a:endParaRPr lang="fr-FR" altLang="fr-FR"/>
          </a:p>
          <a:p>
            <a:r>
              <a:rPr lang="fr-FR" altLang="fr-FR"/>
              <a:t>7-  OH OH OH OH ! OH OH OH OH OH OH ! </a:t>
            </a:r>
          </a:p>
          <a:p>
            <a:endParaRPr lang="fr-FR" altLang="fr-FR"/>
          </a:p>
          <a:p>
            <a:r>
              <a:rPr lang="fr-FR" altLang="fr-FR"/>
              <a:t>8-  MON DIEU EST PUISSANT  ET MERVEILLEUX </a:t>
            </a:r>
            <a:br>
              <a:rPr lang="fr-FR" altLang="fr-FR"/>
            </a:br>
            <a:r>
              <a:rPr lang="fr-FR" altLang="fr-FR"/>
              <a:t> 9-  MA CONFIANCE  EST EN TON NOM JÉSUS  
10-   PLUS RIEN À CRAINDRE JE SUIS VICTORIEUX   
11-  MON ESPOIR EST EN TON NOM JÉSUS </a:t>
            </a:r>
          </a:p>
          <a:p>
            <a:endParaRPr lang="fr-FR" altLang="fr-FR"/>
          </a:p>
          <a:p>
            <a:r>
              <a:rPr lang="fr-FR" altLang="fr-FR"/>
              <a:t>	Pré-refrain</a:t>
            </a:r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12-  NOTRE DIEU EST VIVANT PUISSANT ET CONQUÉRANT 
13-  VICTORIEUX EN TOUT TEMPS  MON DIEU RÈGNE, À JAMAIS 
14-  MON DIEU RÈGNE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15-  ALLÉLUIA, ALLÉLUIA  MON DIEU RÈGNE </a:t>
            </a:r>
          </a:p>
          <a:p>
            <a:endParaRPr lang="fr-FR" altLang="fr-FR"/>
          </a:p>
          <a:p>
            <a:r>
              <a:rPr lang="fr-FR" altLang="fr-FR"/>
              <a:t>16-  OH OH OH OH ! OH OH OH OH OH OH !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DIEU EST GRAND ET GLORIEUX MA CONFIANCE EST EN TON NOM JÉSUS </a:t>
            </a:r>
          </a:p>
          <a:p>
            <a:pPr>
              <a:defRPr/>
            </a:pPr>
            <a:r>
              <a:rPr lang="en-US" dirty="0" smtClean="0"/>
              <a:t>      Our God is great and glorious</a:t>
            </a:r>
            <a:r>
              <a:rPr lang="fr-FR" dirty="0" smtClean="0"/>
              <a:t> </a:t>
            </a: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SAUVE ET DÉLIVRE DU HAUT DES CIEUX MON ESPOIR EST EN TON NOM JÉSUS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Able to save and deliver us</a:t>
            </a:r>
            <a:r>
              <a:rPr lang="fr-FR" dirty="0" smtClean="0"/>
              <a:t> </a:t>
            </a: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GLOIRE ET L’HONNEUR  PUISSANCE ET GRANDEUR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Blessing and honor, glory and power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NOTRE DIEU 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Unto our God forever and 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À TOI LA LOUANGE  HONNEUR À NOTRE ROI, OUI À JAMAIS </a:t>
            </a:r>
          </a:p>
          <a:p>
            <a:pPr>
              <a:defRPr/>
            </a:pPr>
            <a:r>
              <a:rPr lang="en-US" dirty="0" smtClean="0"/>
              <a:t>      All of the honor, all of the praise is Yours</a:t>
            </a:r>
            <a:r>
              <a:rPr lang="fr-FR" dirty="0" smtClean="0"/>
              <a:t>  </a:t>
            </a:r>
            <a:r>
              <a:rPr lang="en-US" dirty="0" smtClean="0"/>
              <a:t>Yours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MON DIEU EST PUISSANT  ET MERVEILLEUX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Our God is mighty and </a:t>
            </a:r>
            <a:r>
              <a:rPr lang="en-US" dirty="0" err="1" smtClean="0"/>
              <a:t>marvellous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9-  MA CONFIANCE  EST EN TON NOM JÉSUS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 PLUS RIEN À CRAINDRE JE SUIS VICTORIEUX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Nothing to fear You are here with 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MON ESPOIR EST EN TON NOM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NOTRE DIEU EST VIVANT PUISSANT ET CONQUÉRANT   </a:t>
            </a:r>
          </a:p>
          <a:p>
            <a:pPr>
              <a:defRPr/>
            </a:pPr>
            <a:r>
              <a:rPr lang="en-US" dirty="0" smtClean="0"/>
              <a:t>        Our God is in control</a:t>
            </a:r>
            <a:r>
              <a:rPr lang="fr-FR" dirty="0" smtClean="0"/>
              <a:t> </a:t>
            </a:r>
            <a:r>
              <a:rPr lang="en-US" dirty="0" smtClean="0"/>
              <a:t>Steadfast unmovable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VICTORIEUX EN TOUT TEMPS  MON DIEU RÈGNE,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  Nothing’s impossible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Cause our God reigns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
</a:t>
            </a:r>
            <a:endParaRPr lang="fr-FR" dirty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MON DIEU EST GRAND ET GLORIEUX MA CONFIANCE EST EN TON NOM JÉSUS 
2-  IL SAUVE ET DÉLIVRE DU HAUT DES CIEUX MON ESPOIR EST EN TON NOM JÉSUS</a:t>
            </a:r>
          </a:p>
          <a:p>
            <a:r>
              <a:rPr lang="fr-FR" altLang="fr-FR"/>
              <a:t> </a:t>
            </a:r>
          </a:p>
          <a:p>
            <a:r>
              <a:rPr lang="fr-FR" altLang="fr-FR"/>
              <a:t>Pré-refrain</a:t>
            </a:r>
          </a:p>
          <a:p>
            <a:r>
              <a:rPr lang="fr-FR" altLang="fr-FR"/>
              <a:t>3-  LA GLOIRE ET L’HONNEUR  PUISSANCE ET GRANDEUR 
4-  À NOTRE DIEU  POUR TOUJOURS À JAMAIS 
5-  À TOI LA LOUANGE  HONNEUR À NOTRE ROI, OUI À JAMAIS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6-  ALLÉLUIA, ALLÉLUIA  MON DIEU RÈGNE </a:t>
            </a:r>
          </a:p>
          <a:p>
            <a:endParaRPr lang="fr-FR" altLang="fr-FR"/>
          </a:p>
          <a:p>
            <a:r>
              <a:rPr lang="fr-FR" altLang="fr-FR"/>
              <a:t>7-  OH OH OH OH ! OH OH OH OH OH OH ! </a:t>
            </a:r>
          </a:p>
          <a:p>
            <a:endParaRPr lang="fr-FR" altLang="fr-FR"/>
          </a:p>
          <a:p>
            <a:r>
              <a:rPr lang="fr-FR" altLang="fr-FR"/>
              <a:t>8-  MON DIEU EST PUISSANT  ET MERVEILLEUX </a:t>
            </a:r>
            <a:br>
              <a:rPr lang="fr-FR" altLang="fr-FR"/>
            </a:br>
            <a:r>
              <a:rPr lang="fr-FR" altLang="fr-FR"/>
              <a:t> 9-  MA CONFIANCE  EST EN TON NOM JÉSUS  
10-   PLUS RIEN À CRAINDRE JE SUIS VICTORIEUX   
11-  MON ESPOIR EST EN TON NOM JÉSUS </a:t>
            </a:r>
          </a:p>
          <a:p>
            <a:endParaRPr lang="fr-FR" altLang="fr-FR"/>
          </a:p>
          <a:p>
            <a:r>
              <a:rPr lang="fr-FR" altLang="fr-FR"/>
              <a:t>	Pré-refrain</a:t>
            </a:r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12-  NOTRE DIEU EST VIVANT PUISSANT ET CONQUÉRANT 
13-  VICTORIEUX EN TOUT TEMPS  MON DIEU RÈGNE, À JAMAIS 
14-  MON DIEU RÈGNE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15-  ALLÉLUIA, ALLÉLUIA  MON DIEU RÈGNE </a:t>
            </a:r>
          </a:p>
          <a:p>
            <a:endParaRPr lang="fr-FR" altLang="fr-FR"/>
          </a:p>
          <a:p>
            <a:r>
              <a:rPr lang="fr-FR" altLang="fr-FR"/>
              <a:t>16-  OH OH OH OH ! OH OH OH OH OH OH !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DIEU EST GRAND ET GLORIEUX MA CONFIANCE EST EN TON NOM JÉSUS </a:t>
            </a:r>
          </a:p>
          <a:p>
            <a:pPr>
              <a:defRPr/>
            </a:pPr>
            <a:r>
              <a:rPr lang="en-US" dirty="0" smtClean="0"/>
              <a:t>      Our God is great and glorious</a:t>
            </a:r>
            <a:r>
              <a:rPr lang="fr-FR" dirty="0" smtClean="0"/>
              <a:t> </a:t>
            </a: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SAUVE ET DÉLIVRE DU HAUT DES CIEUX MON ESPOIR EST EN TON NOM JÉSUS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Able to save and deliver us</a:t>
            </a:r>
            <a:r>
              <a:rPr lang="fr-FR" dirty="0" smtClean="0"/>
              <a:t> </a:t>
            </a: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GLOIRE ET L’HONNEUR  PUISSANCE ET GRANDEUR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Blessing and honor, glory and power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NOTRE DIEU 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Unto our God forever and 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À TOI LA LOUANGE  HONNEUR À NOTRE ROI, OUI À JAMAIS </a:t>
            </a:r>
          </a:p>
          <a:p>
            <a:pPr>
              <a:defRPr/>
            </a:pPr>
            <a:r>
              <a:rPr lang="en-US" dirty="0" smtClean="0"/>
              <a:t>      All of the honor, all of the praise is Yours</a:t>
            </a:r>
            <a:r>
              <a:rPr lang="fr-FR" dirty="0" smtClean="0"/>
              <a:t>  </a:t>
            </a:r>
            <a:r>
              <a:rPr lang="en-US" dirty="0" smtClean="0"/>
              <a:t>Yours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MON DIEU EST PUISSANT  ET MERVEILLEUX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Our God is mighty and </a:t>
            </a:r>
            <a:r>
              <a:rPr lang="en-US" dirty="0" err="1" smtClean="0"/>
              <a:t>marvellous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9-  MA CONFIANCE  EST EN TON NOM JÉSUS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 PLUS RIEN À CRAINDRE JE SUIS VICTORIEUX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Nothing to fear You are here with 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MON ESPOIR EST EN TON NOM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NOTRE DIEU EST VIVANT PUISSANT ET CONQUÉRANT   </a:t>
            </a:r>
          </a:p>
          <a:p>
            <a:pPr>
              <a:defRPr/>
            </a:pPr>
            <a:r>
              <a:rPr lang="en-US" dirty="0" smtClean="0"/>
              <a:t>        Our God is in control</a:t>
            </a:r>
            <a:r>
              <a:rPr lang="fr-FR" dirty="0" smtClean="0"/>
              <a:t> </a:t>
            </a:r>
            <a:r>
              <a:rPr lang="en-US" dirty="0" smtClean="0"/>
              <a:t>Steadfast unmovable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VICTORIEUX EN TOUT TEMPS  MON DIEU RÈGNE,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  Nothing’s impossible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Cause our God reigns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
</a:t>
            </a:r>
            <a:endParaRPr lang="fr-FR" dirty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MON DIEU EST GRAND ET GLORIEUX MA CONFIANCE EST EN TON NOM JÉSUS 
2-  IL SAUVE ET DÉLIVRE DU HAUT DES CIEUX MON ESPOIR EST EN TON NOM JÉSUS</a:t>
            </a:r>
          </a:p>
          <a:p>
            <a:r>
              <a:rPr lang="fr-FR" altLang="fr-FR"/>
              <a:t> </a:t>
            </a:r>
          </a:p>
          <a:p>
            <a:r>
              <a:rPr lang="fr-FR" altLang="fr-FR"/>
              <a:t>Pré-refrain</a:t>
            </a:r>
          </a:p>
          <a:p>
            <a:r>
              <a:rPr lang="fr-FR" altLang="fr-FR"/>
              <a:t>3-  LA GLOIRE ET L’HONNEUR  PUISSANCE ET GRANDEUR 
4-  À NOTRE DIEU  POUR TOUJOURS À JAMAIS 
5-  À TOI LA LOUANGE  HONNEUR À NOTRE ROI, OUI À JAMAIS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6-  ALLÉLUIA, ALLÉLUIA  MON DIEU RÈGNE </a:t>
            </a:r>
          </a:p>
          <a:p>
            <a:endParaRPr lang="fr-FR" altLang="fr-FR"/>
          </a:p>
          <a:p>
            <a:r>
              <a:rPr lang="fr-FR" altLang="fr-FR"/>
              <a:t>7-  OH OH OH OH ! OH OH OH OH OH OH ! </a:t>
            </a:r>
          </a:p>
          <a:p>
            <a:endParaRPr lang="fr-FR" altLang="fr-FR"/>
          </a:p>
          <a:p>
            <a:r>
              <a:rPr lang="fr-FR" altLang="fr-FR"/>
              <a:t>8-  MON DIEU EST PUISSANT  ET MERVEILLEUX </a:t>
            </a:r>
            <a:br>
              <a:rPr lang="fr-FR" altLang="fr-FR"/>
            </a:br>
            <a:r>
              <a:rPr lang="fr-FR" altLang="fr-FR"/>
              <a:t> 9-  MA CONFIANCE  EST EN TON NOM JÉSUS  
10-   PLUS RIEN À CRAINDRE JE SUIS VICTORIEUX   
11-  MON ESPOIR EST EN TON NOM JÉSUS </a:t>
            </a:r>
          </a:p>
          <a:p>
            <a:endParaRPr lang="fr-FR" altLang="fr-FR"/>
          </a:p>
          <a:p>
            <a:r>
              <a:rPr lang="fr-FR" altLang="fr-FR"/>
              <a:t>	Pré-refrain</a:t>
            </a:r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12-  NOTRE DIEU EST VIVANT PUISSANT ET CONQUÉRANT 
13-  VICTORIEUX EN TOUT TEMPS  MON DIEU RÈGNE, À JAMAIS 
14-  MON DIEU RÈGNE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15-  ALLÉLUIA, ALLÉLUIA  MON DIEU RÈGNE </a:t>
            </a:r>
          </a:p>
          <a:p>
            <a:endParaRPr lang="fr-FR" altLang="fr-FR"/>
          </a:p>
          <a:p>
            <a:r>
              <a:rPr lang="fr-FR" altLang="fr-FR"/>
              <a:t>16-  OH OH OH OH ! OH OH OH OH OH OH !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DIEU EST GRAND ET GLORIEUX MA CONFIANCE EST EN TON NOM JÉSUS </a:t>
            </a:r>
          </a:p>
          <a:p>
            <a:pPr>
              <a:defRPr/>
            </a:pPr>
            <a:r>
              <a:rPr lang="en-US" dirty="0" smtClean="0"/>
              <a:t>      Our God is great and glorious</a:t>
            </a:r>
            <a:r>
              <a:rPr lang="fr-FR" dirty="0" smtClean="0"/>
              <a:t> </a:t>
            </a: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SAUVE ET DÉLIVRE DU HAUT DES CIEUX MON ESPOIR EST EN TON NOM JÉSUS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Able to save and deliver us</a:t>
            </a:r>
            <a:r>
              <a:rPr lang="fr-FR" dirty="0" smtClean="0"/>
              <a:t> </a:t>
            </a: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GLOIRE ET L’HONNEUR  PUISSANCE ET GRANDEUR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Blessing and honor, glory and power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NOTRE DIEU 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Unto our God forever and 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À TOI LA LOUANGE  HONNEUR À NOTRE ROI, OUI À JAMAIS </a:t>
            </a:r>
          </a:p>
          <a:p>
            <a:pPr>
              <a:defRPr/>
            </a:pPr>
            <a:r>
              <a:rPr lang="en-US" dirty="0" smtClean="0"/>
              <a:t>      All of the honor, all of the praise is Yours</a:t>
            </a:r>
            <a:r>
              <a:rPr lang="fr-FR" dirty="0" smtClean="0"/>
              <a:t>  </a:t>
            </a:r>
            <a:r>
              <a:rPr lang="en-US" dirty="0" smtClean="0"/>
              <a:t>Yours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MON DIEU EST PUISSANT  ET MERVEILLEUX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Our God is mighty and </a:t>
            </a:r>
            <a:r>
              <a:rPr lang="en-US" dirty="0" err="1" smtClean="0"/>
              <a:t>marvellous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9-  MA CONFIANCE  EST EN TON NOM JÉSUS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 PLUS RIEN À CRAINDRE JE SUIS VICTORIEUX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Nothing to fear You are here with 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MON ESPOIR EST EN TON NOM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NOTRE DIEU EST VIVANT PUISSANT ET CONQUÉRANT   </a:t>
            </a:r>
          </a:p>
          <a:p>
            <a:pPr>
              <a:defRPr/>
            </a:pPr>
            <a:r>
              <a:rPr lang="en-US" dirty="0" smtClean="0"/>
              <a:t>        Our God is in control</a:t>
            </a:r>
            <a:r>
              <a:rPr lang="fr-FR" dirty="0" smtClean="0"/>
              <a:t> </a:t>
            </a:r>
            <a:r>
              <a:rPr lang="en-US" dirty="0" smtClean="0"/>
              <a:t>Steadfast unmovable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VICTORIEUX EN TOUT TEMPS  MON DIEU RÈGNE,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  Nothing’s impossible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Cause our God reigns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
</a:t>
            </a:r>
            <a:endParaRPr lang="fr-FR" dirty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MON DIEU EST GRAND ET GLORIEUX MA CONFIANCE EST EN TON NOM JÉSUS 
2-  IL SAUVE ET DÉLIVRE DU HAUT DES CIEUX MON ESPOIR EST EN TON NOM JÉSUS</a:t>
            </a:r>
          </a:p>
          <a:p>
            <a:r>
              <a:rPr lang="fr-FR" altLang="fr-FR"/>
              <a:t> </a:t>
            </a:r>
          </a:p>
          <a:p>
            <a:r>
              <a:rPr lang="fr-FR" altLang="fr-FR"/>
              <a:t>Pré-refrain</a:t>
            </a:r>
          </a:p>
          <a:p>
            <a:r>
              <a:rPr lang="fr-FR" altLang="fr-FR"/>
              <a:t>3-  LA GLOIRE ET L’HONNEUR  PUISSANCE ET GRANDEUR 
4-  À NOTRE DIEU  POUR TOUJOURS À JAMAIS 
5-  À TOI LA LOUANGE  HONNEUR À NOTRE ROI, OUI À JAMAIS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6-  ALLÉLUIA, ALLÉLUIA  MON DIEU RÈGNE </a:t>
            </a:r>
          </a:p>
          <a:p>
            <a:endParaRPr lang="fr-FR" altLang="fr-FR"/>
          </a:p>
          <a:p>
            <a:r>
              <a:rPr lang="fr-FR" altLang="fr-FR"/>
              <a:t>7-  OH OH OH OH ! OH OH OH OH OH OH ! </a:t>
            </a:r>
          </a:p>
          <a:p>
            <a:endParaRPr lang="fr-FR" altLang="fr-FR"/>
          </a:p>
          <a:p>
            <a:r>
              <a:rPr lang="fr-FR" altLang="fr-FR"/>
              <a:t>8-  MON DIEU EST PUISSANT  ET MERVEILLEUX </a:t>
            </a:r>
            <a:br>
              <a:rPr lang="fr-FR" altLang="fr-FR"/>
            </a:br>
            <a:r>
              <a:rPr lang="fr-FR" altLang="fr-FR"/>
              <a:t> 9-  MA CONFIANCE  EST EN TON NOM JÉSUS  
10-   PLUS RIEN À CRAINDRE JE SUIS VICTORIEUX   
11-  MON ESPOIR EST EN TON NOM JÉSUS </a:t>
            </a:r>
          </a:p>
          <a:p>
            <a:endParaRPr lang="fr-FR" altLang="fr-FR"/>
          </a:p>
          <a:p>
            <a:r>
              <a:rPr lang="fr-FR" altLang="fr-FR"/>
              <a:t>	Pré-refrain</a:t>
            </a:r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12-  NOTRE DIEU EST VIVANT PUISSANT ET CONQUÉRANT 
13-  VICTORIEUX EN TOUT TEMPS  MON DIEU RÈGNE, À JAMAIS 
14-  MON DIEU RÈGNE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15-  ALLÉLUIA, ALLÉLUIA  MON DIEU RÈGNE </a:t>
            </a:r>
          </a:p>
          <a:p>
            <a:endParaRPr lang="fr-FR" altLang="fr-FR"/>
          </a:p>
          <a:p>
            <a:r>
              <a:rPr lang="fr-FR" altLang="fr-FR"/>
              <a:t>16-  OH OH OH OH ! OH OH OH OH OH OH !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DIEU EST GRAND ET GLORIEUX MA CONFIANCE EST EN TON NOM JÉSUS </a:t>
            </a:r>
          </a:p>
          <a:p>
            <a:pPr>
              <a:defRPr/>
            </a:pPr>
            <a:r>
              <a:rPr lang="en-US" dirty="0" smtClean="0"/>
              <a:t>      Our God is great and glorious</a:t>
            </a:r>
            <a:r>
              <a:rPr lang="fr-FR" dirty="0" smtClean="0"/>
              <a:t> </a:t>
            </a: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SAUVE ET DÉLIVRE DU HAUT DES CIEUX MON ESPOIR EST EN TON NOM JÉSUS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Able to save and deliver us</a:t>
            </a:r>
            <a:r>
              <a:rPr lang="fr-FR" dirty="0" smtClean="0"/>
              <a:t> </a:t>
            </a: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GLOIRE ET L’HONNEUR  PUISSANCE ET GRANDEUR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Blessing and honor, glory and power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NOTRE DIEU 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Unto our God forever and 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À TOI LA LOUANGE  HONNEUR À NOTRE ROI, OUI À JAMAIS </a:t>
            </a:r>
          </a:p>
          <a:p>
            <a:pPr>
              <a:defRPr/>
            </a:pPr>
            <a:r>
              <a:rPr lang="en-US" dirty="0" smtClean="0"/>
              <a:t>      All of the honor, all of the praise is Yours</a:t>
            </a:r>
            <a:r>
              <a:rPr lang="fr-FR" dirty="0" smtClean="0"/>
              <a:t>  </a:t>
            </a:r>
            <a:r>
              <a:rPr lang="en-US" dirty="0" smtClean="0"/>
              <a:t>Yours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MON DIEU EST PUISSANT  ET MERVEILLEUX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Our God is mighty and </a:t>
            </a:r>
            <a:r>
              <a:rPr lang="en-US" dirty="0" err="1" smtClean="0"/>
              <a:t>marvellous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9-  MA CONFIANCE  EST EN TON NOM JÉSUS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 PLUS RIEN À CRAINDRE JE SUIS VICTORIEUX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Nothing to fear You are here with 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MON ESPOIR EST EN TON NOM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NOTRE DIEU EST VIVANT PUISSANT ET CONQUÉRANT   </a:t>
            </a:r>
          </a:p>
          <a:p>
            <a:pPr>
              <a:defRPr/>
            </a:pPr>
            <a:r>
              <a:rPr lang="en-US" dirty="0" smtClean="0"/>
              <a:t>        Our God is in control</a:t>
            </a:r>
            <a:r>
              <a:rPr lang="fr-FR" dirty="0" smtClean="0"/>
              <a:t> </a:t>
            </a:r>
            <a:r>
              <a:rPr lang="en-US" dirty="0" smtClean="0"/>
              <a:t>Steadfast unmovable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VICTORIEUX EN TOUT TEMPS  MON DIEU RÈGNE,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  Nothing’s impossible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Cause our God reigns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
</a:t>
            </a:r>
            <a:endParaRPr lang="fr-FR" dirty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MON DIEU EST GRAND ET GLORIEUX MA CONFIANCE EST EN TON NOM JÉSUS 
2-  IL SAUVE ET DÉLIVRE DU HAUT DES CIEUX MON ESPOIR EST EN TON NOM JÉSUS</a:t>
            </a:r>
          </a:p>
          <a:p>
            <a:r>
              <a:rPr lang="fr-FR" altLang="fr-FR"/>
              <a:t> </a:t>
            </a:r>
          </a:p>
          <a:p>
            <a:r>
              <a:rPr lang="fr-FR" altLang="fr-FR"/>
              <a:t>Pré-refrain</a:t>
            </a:r>
          </a:p>
          <a:p>
            <a:r>
              <a:rPr lang="fr-FR" altLang="fr-FR"/>
              <a:t>3-  LA GLOIRE ET L’HONNEUR  PUISSANCE ET GRANDEUR 
4-  À NOTRE DIEU  POUR TOUJOURS À JAMAIS 
5-  À TOI LA LOUANGE  HONNEUR À NOTRE ROI, OUI À JAMAIS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6-  ALLÉLUIA, ALLÉLUIA  MON DIEU RÈGNE </a:t>
            </a:r>
          </a:p>
          <a:p>
            <a:endParaRPr lang="fr-FR" altLang="fr-FR"/>
          </a:p>
          <a:p>
            <a:r>
              <a:rPr lang="fr-FR" altLang="fr-FR"/>
              <a:t>7-  OH OH OH OH ! OH OH OH OH OH OH ! </a:t>
            </a:r>
          </a:p>
          <a:p>
            <a:endParaRPr lang="fr-FR" altLang="fr-FR"/>
          </a:p>
          <a:p>
            <a:r>
              <a:rPr lang="fr-FR" altLang="fr-FR"/>
              <a:t>8-  MON DIEU EST PUISSANT  ET MERVEILLEUX </a:t>
            </a:r>
            <a:br>
              <a:rPr lang="fr-FR" altLang="fr-FR"/>
            </a:br>
            <a:r>
              <a:rPr lang="fr-FR" altLang="fr-FR"/>
              <a:t> 9-  MA CONFIANCE  EST EN TON NOM JÉSUS  
10-   PLUS RIEN À CRAINDRE JE SUIS VICTORIEUX   
11-  MON ESPOIR EST EN TON NOM JÉSUS </a:t>
            </a:r>
          </a:p>
          <a:p>
            <a:endParaRPr lang="fr-FR" altLang="fr-FR"/>
          </a:p>
          <a:p>
            <a:r>
              <a:rPr lang="fr-FR" altLang="fr-FR"/>
              <a:t>	Pré-refrain</a:t>
            </a:r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12-  NOTRE DIEU EST VIVANT PUISSANT ET CONQUÉRANT 
13-  VICTORIEUX EN TOUT TEMPS  MON DIEU RÈGNE, À JAMAIS 
14-  MON DIEU RÈGNE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15-  ALLÉLUIA, ALLÉLUIA  MON DIEU RÈGNE </a:t>
            </a:r>
          </a:p>
          <a:p>
            <a:endParaRPr lang="fr-FR" altLang="fr-FR"/>
          </a:p>
          <a:p>
            <a:r>
              <a:rPr lang="fr-FR" altLang="fr-FR"/>
              <a:t>16-  OH OH OH OH ! OH OH OH OH OH OH !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DIEU EST GRAND ET GLORIEUX MA CONFIANCE EST EN TON NOM JÉSUS </a:t>
            </a:r>
          </a:p>
          <a:p>
            <a:pPr>
              <a:defRPr/>
            </a:pPr>
            <a:r>
              <a:rPr lang="en-US" dirty="0" smtClean="0"/>
              <a:t>      Our God is great and glorious</a:t>
            </a:r>
            <a:r>
              <a:rPr lang="fr-FR" dirty="0" smtClean="0"/>
              <a:t> </a:t>
            </a: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SAUVE ET DÉLIVRE DU HAUT DES CIEUX MON ESPOIR EST EN TON NOM JÉSUS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en-US" dirty="0" smtClean="0"/>
              <a:t>Able to save and deliver us</a:t>
            </a:r>
            <a:r>
              <a:rPr lang="fr-FR" dirty="0" smtClean="0"/>
              <a:t> </a:t>
            </a: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GLOIRE ET L’HONNEUR  PUISSANCE ET GRANDEUR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Blessing and honor, glory and power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NOTRE DIEU 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Unto our God forever and 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À TOI LA LOUANGE  HONNEUR À NOTRE ROI, OUI À JAMAIS </a:t>
            </a:r>
          </a:p>
          <a:p>
            <a:pPr>
              <a:defRPr/>
            </a:pPr>
            <a:r>
              <a:rPr lang="en-US" dirty="0" smtClean="0"/>
              <a:t>      All of the honor, all of the praise is Yours</a:t>
            </a:r>
            <a:r>
              <a:rPr lang="fr-FR" dirty="0" smtClean="0"/>
              <a:t>  </a:t>
            </a:r>
            <a:r>
              <a:rPr lang="en-US" dirty="0" smtClean="0"/>
              <a:t>Yours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MON DIEU EST PUISSANT  ET MERVEILLEUX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Our God is mighty and </a:t>
            </a:r>
            <a:r>
              <a:rPr lang="en-US" dirty="0" err="1" smtClean="0"/>
              <a:t>marvellous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9-  MA CONFIANCE  EST EN TON NOM JÉSUS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trust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 PLUS RIEN À CRAINDRE JE SUIS VICTORIEUX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Nothing to fear You are here with 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MON ESPOIR EST EN TON NOM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We put our hope in Your name Jesus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Pré-refrain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NOTRE DIEU EST VIVANT PUISSANT ET CONQUÉRANT   </a:t>
            </a:r>
          </a:p>
          <a:p>
            <a:pPr>
              <a:defRPr/>
            </a:pPr>
            <a:r>
              <a:rPr lang="en-US" dirty="0" smtClean="0"/>
              <a:t>        Our God is in control</a:t>
            </a:r>
            <a:r>
              <a:rPr lang="fr-FR" dirty="0" smtClean="0"/>
              <a:t> </a:t>
            </a:r>
            <a:r>
              <a:rPr lang="en-US" dirty="0" smtClean="0"/>
              <a:t>Steadfast unmovable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VICTORIEUX EN TOUT TEMPS  MON DIEU RÈGNE,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  Nothing’s impossible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 Cause our God reigns forever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ALLÉLUIA, ALLÉLUIA  MON DIEU RÈGNE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     </a:t>
            </a:r>
            <a:r>
              <a:rPr lang="en-US" dirty="0" err="1" smtClean="0"/>
              <a:t>Alléluia</a:t>
            </a:r>
            <a:r>
              <a:rPr lang="en-US" dirty="0" smtClean="0"/>
              <a:t>, alleluia ,Our God reigns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! 
</a:t>
            </a:r>
            <a:endParaRPr lang="fr-FR" dirty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MON DIEU EST GRAND ET GLORIEUX MA CONFIANCE EST EN TON NOM JÉSUS 
2-  IL SAUVE ET DÉLIVRE DU HAUT DES CIEUX MON ESPOIR EST EN TON NOM JÉSUS</a:t>
            </a:r>
          </a:p>
          <a:p>
            <a:r>
              <a:rPr lang="fr-FR" altLang="fr-FR"/>
              <a:t> </a:t>
            </a:r>
          </a:p>
          <a:p>
            <a:r>
              <a:rPr lang="fr-FR" altLang="fr-FR"/>
              <a:t>Pré-refrain</a:t>
            </a:r>
          </a:p>
          <a:p>
            <a:r>
              <a:rPr lang="fr-FR" altLang="fr-FR"/>
              <a:t>3-  LA GLOIRE ET L’HONNEUR  PUISSANCE ET GRANDEUR 
4-  À NOTRE DIEU  POUR TOUJOURS À JAMAIS 
5-  À TOI LA LOUANGE  HONNEUR À NOTRE ROI, OUI À JAMAIS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6-  ALLÉLUIA, ALLÉLUIA  MON DIEU RÈGNE </a:t>
            </a:r>
          </a:p>
          <a:p>
            <a:endParaRPr lang="fr-FR" altLang="fr-FR"/>
          </a:p>
          <a:p>
            <a:r>
              <a:rPr lang="fr-FR" altLang="fr-FR"/>
              <a:t>7-  OH OH OH OH ! OH OH OH OH OH OH ! </a:t>
            </a:r>
          </a:p>
          <a:p>
            <a:endParaRPr lang="fr-FR" altLang="fr-FR"/>
          </a:p>
          <a:p>
            <a:r>
              <a:rPr lang="fr-FR" altLang="fr-FR"/>
              <a:t>8-  MON DIEU EST PUISSANT  ET MERVEILLEUX </a:t>
            </a:r>
            <a:br>
              <a:rPr lang="fr-FR" altLang="fr-FR"/>
            </a:br>
            <a:r>
              <a:rPr lang="fr-FR" altLang="fr-FR"/>
              <a:t> 9-  MA CONFIANCE  EST EN TON NOM JÉSUS  
10-   PLUS RIEN À CRAINDRE JE SUIS VICTORIEUX   
11-  MON ESPOIR EST EN TON NOM JÉSUS </a:t>
            </a:r>
          </a:p>
          <a:p>
            <a:endParaRPr lang="fr-FR" altLang="fr-FR"/>
          </a:p>
          <a:p>
            <a:r>
              <a:rPr lang="fr-FR" altLang="fr-FR"/>
              <a:t>	Pré-refrain</a:t>
            </a:r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</a:t>
            </a:r>
          </a:p>
          <a:p>
            <a:r>
              <a:rPr lang="fr-FR" altLang="fr-FR"/>
              <a:t>12-  NOTRE DIEU EST VIVANT PUISSANT ET CONQUÉRANT 
13-  VICTORIEUX EN TOUT TEMPS  MON DIEU RÈGNE, À JAMAIS 
14-  MON DIEU RÈGNE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r>
              <a:rPr lang="fr-FR" altLang="fr-FR"/>
              <a:t>	15-  ALLÉLUIA, ALLÉLUIA  MON DIEU RÈGNE </a:t>
            </a:r>
          </a:p>
          <a:p>
            <a:endParaRPr lang="fr-FR" altLang="fr-FR"/>
          </a:p>
          <a:p>
            <a:r>
              <a:rPr lang="fr-FR" altLang="fr-FR"/>
              <a:t>16-  OH OH OH OH ! OH OH OH OH OH OH !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C6A55E-622A-4477-BD82-B84949FF3264}" type="slidenum">
              <a:rPr lang="en-GB" altLang="fr-FR"/>
              <a:pPr/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85979D-BDC4-4927-9824-ACCB008650AF}" type="slidenum">
              <a:rPr lang="en-GB" altLang="fr-FR"/>
              <a:pPr/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1489A5-EA60-480D-8011-C416610BDCCF}" type="slidenum">
              <a:rPr lang="en-GB" altLang="fr-FR"/>
              <a:pPr/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CA4058-2DEC-4CE7-9959-C2D4AD47085C}" type="slidenum">
              <a:rPr lang="en-GB" altLang="fr-FR"/>
              <a:pPr/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8CBF42-5EBB-4559-BBC9-110C6B803254}" type="slidenum">
              <a:rPr lang="en-GB" altLang="fr-FR"/>
              <a:pPr/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8F4969-4F8A-45BE-A673-D18AB37E535B}" type="slidenum">
              <a:rPr lang="en-GB" altLang="fr-FR"/>
              <a:pPr/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0E7378-75B7-4D44-90E8-1999E5584FE2}" type="slidenum">
              <a:rPr lang="en-GB" altLang="fr-FR"/>
              <a:pPr/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747A92-61F2-47B5-8883-88C27AF2F1E4}" type="slidenum">
              <a:rPr lang="en-GB" altLang="fr-FR"/>
              <a:pPr/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038FF1-F8F1-412B-8618-91FFD3494402}" type="slidenum">
              <a:rPr lang="en-GB" altLang="fr-FR"/>
              <a:pPr/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9FD221-91DD-4B77-9D3A-C892A9D94834}" type="slidenum">
              <a:rPr lang="en-GB" altLang="fr-FR"/>
              <a:pPr/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DBE2E8-6898-4B72-B03F-6F3F0FD7D251}" type="slidenum">
              <a:rPr lang="en-GB" altLang="fr-FR"/>
              <a:pPr/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12D14C7A-8FC3-4C41-882F-E8C6743B2E77}" type="slidenum">
              <a:rPr lang="en-GB" altLang="fr-FR"/>
              <a:pPr/>
              <a:t>‹N°›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/>
            </a:extLst>
          </p:cNvPr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DIEU EST GRAND ET GLORIEUX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 CONFIANCE EST EN TON NOM, 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/>
            </a:extLst>
          </p:cNvPr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SAUVE ET DÉLIVRE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DU </a:t>
            </a: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HAUT </a:t>
            </a: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CIEUX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/>
            </a:extLst>
          </p:cNvPr>
          <p:cNvSpPr txBox="1"/>
          <p:nvPr/>
        </p:nvSpPr>
        <p:spPr>
          <a:xfrm>
            <a:off x="0" y="63500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ESPOIR EST EN TON NOM, 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/>
            </a:extLst>
          </p:cNvPr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GLOIRE ET L’HONNEUR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PUISSANCE ET GRANDEUR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/>
            </a:extLst>
          </p:cNvPr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NOTRE DIEU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TOUJOURS À JAMAIS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/>
            </a:extLst>
          </p:cNvPr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TOI, LA LOUANGE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HONNEUR À NOTRE ROI, OUI À JAMAIS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/>
            </a:extLst>
          </p:cNvPr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ALLÉLUIA, ALLÉLUIA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DIEU RÈGNE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/>
            </a:extLst>
          </p:cNvPr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OH OH OH !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OH OH OH OH OH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/>
            </a:extLst>
          </p:cNvPr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DIEU EST PUISSANT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ET MERVEILLEUX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/>
            </a:extLst>
          </p:cNvPr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 CONFIANCE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EN TON NOM, JÉSUS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/>
            </a:extLst>
          </p:cNvPr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PLUS RIEN À CRAINDRE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VICTORIEUX 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/>
            </a:extLst>
          </p:cNvPr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ESPOIR EST EN TON NOM, 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/>
            </a:extLst>
          </p:cNvPr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NOTRE DIEU EST VIVANT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PUISSANT ET CONQUÉRANT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/>
            </a:extLst>
          </p:cNvPr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VICTORIEUX EN TOUT TEMPS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MON DIEU RÈGNE, À JAMAIS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/>
            </a:extLst>
          </p:cNvPr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DIEU RÈGNE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/>
            </a:extLst>
          </p:cNvPr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ALLÉLUIA, ALLÉLUIA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DIEU RÈGNE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/>
            </a:extLst>
          </p:cNvPr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OH OH OH !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OH OH OH OH OH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1498</TotalTime>
  <Words>2399</Words>
  <Application>Microsoft Office PowerPoint</Application>
  <PresentationFormat>Affichage à l'écran (4:3)</PresentationFormat>
  <Paragraphs>1204</Paragraphs>
  <Slides>17</Slides>
  <Notes>17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18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139</cp:revision>
  <dcterms:created xsi:type="dcterms:W3CDTF">2002-08-17T10:50:50Z</dcterms:created>
  <dcterms:modified xsi:type="dcterms:W3CDTF">2019-11-24T11:28:28Z</dcterms:modified>
</cp:coreProperties>
</file>