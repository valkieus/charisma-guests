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2" r:id="rId2"/>
    <p:sldId id="290" r:id="rId3"/>
    <p:sldId id="289" r:id="rId4"/>
    <p:sldId id="288" r:id="rId5"/>
    <p:sldId id="287" r:id="rId6"/>
    <p:sldId id="286" r:id="rId7"/>
    <p:sldId id="285" r:id="rId8"/>
    <p:sldId id="284" r:id="rId9"/>
    <p:sldId id="283" r:id="rId10"/>
    <p:sldId id="282" r:id="rId11"/>
    <p:sldId id="281" r:id="rId12"/>
    <p:sldId id="294" r:id="rId13"/>
    <p:sldId id="295" r:id="rId14"/>
    <p:sldId id="296" r:id="rId15"/>
    <p:sldId id="297" r:id="rId16"/>
    <p:sldId id="298" r:id="rId17"/>
    <p:sldId id="299" r:id="rId18"/>
    <p:sldId id="277" r:id="rId19"/>
    <p:sldId id="276" r:id="rId20"/>
    <p:sldId id="275" r:id="rId21"/>
    <p:sldId id="274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60521" autoAdjust="0"/>
  </p:normalViewPr>
  <p:slideViewPr>
    <p:cSldViewPr>
      <p:cViewPr>
        <p:scale>
          <a:sx n="30" d="100"/>
          <a:sy n="30" d="100"/>
        </p:scale>
        <p:origin x="-576" y="-6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D68715E-0EA1-4F3F-8588-CBA3345225A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B282622-13C5-4995-BF77-6FA7C2B5079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You're</a:t>
            </a:r>
            <a:r>
              <a:rPr lang="fr-FR" dirty="0" smtClean="0"/>
              <a:t> a good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father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are,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And </a:t>
            </a:r>
            <a:r>
              <a:rPr lang="fr-FR" dirty="0" err="1" smtClean="0"/>
              <a:t>I'm</a:t>
            </a:r>
            <a:r>
              <a:rPr lang="fr-FR" dirty="0" smtClean="0"/>
              <a:t> love by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,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and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seen</a:t>
            </a:r>
            <a:r>
              <a:rPr lang="fr-FR" dirty="0" smtClean="0"/>
              <a:t> </a:t>
            </a:r>
            <a:r>
              <a:rPr lang="fr-FR" dirty="0" err="1" smtClean="0"/>
              <a:t>many</a:t>
            </a:r>
            <a:r>
              <a:rPr lang="fr-FR" dirty="0" smtClean="0"/>
              <a:t> </a:t>
            </a:r>
            <a:r>
              <a:rPr lang="fr-FR" dirty="0" err="1" smtClean="0"/>
              <a:t>searching</a:t>
            </a:r>
            <a:r>
              <a:rPr lang="fr-FR" dirty="0" smtClean="0"/>
              <a:t> for </a:t>
            </a:r>
            <a:r>
              <a:rPr lang="fr-FR" dirty="0" err="1" smtClean="0"/>
              <a:t>answers</a:t>
            </a:r>
            <a:r>
              <a:rPr lang="fr-FR" dirty="0" smtClean="0"/>
              <a:t> far and </a:t>
            </a:r>
            <a:r>
              <a:rPr lang="fr-FR" dirty="0" err="1" smtClean="0"/>
              <a:t>wide</a:t>
            </a:r>
            <a:r>
              <a:rPr lang="fr-FR" dirty="0" smtClean="0"/>
              <a:t>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But I know </a:t>
            </a:r>
            <a:r>
              <a:rPr lang="fr-FR" dirty="0" err="1" smtClean="0"/>
              <a:t>we're</a:t>
            </a:r>
            <a:r>
              <a:rPr lang="fr-FR" dirty="0" smtClean="0"/>
              <a:t> all </a:t>
            </a:r>
            <a:r>
              <a:rPr lang="fr-FR" dirty="0" err="1" smtClean="0"/>
              <a:t>searching</a:t>
            </a:r>
            <a:r>
              <a:rPr lang="fr-FR" dirty="0" smtClean="0"/>
              <a:t> for </a:t>
            </a:r>
            <a:r>
              <a:rPr lang="fr-FR" dirty="0" err="1" smtClean="0"/>
              <a:t>answers</a:t>
            </a:r>
            <a:r>
              <a:rPr lang="fr-FR" dirty="0" smtClean="0"/>
              <a:t>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provide</a:t>
            </a:r>
            <a:r>
              <a:rPr lang="fr-FR" dirty="0" smtClean="0"/>
              <a:t>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'cause </a:t>
            </a:r>
            <a:r>
              <a:rPr lang="fr-FR" dirty="0" err="1" smtClean="0"/>
              <a:t>you</a:t>
            </a:r>
            <a:r>
              <a:rPr lang="fr-FR" dirty="0" smtClean="0"/>
              <a:t> know </a:t>
            </a:r>
            <a:r>
              <a:rPr lang="fr-FR" dirty="0" err="1" smtClean="0"/>
              <a:t>just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before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a </a:t>
            </a:r>
            <a:r>
              <a:rPr lang="fr-FR" dirty="0" err="1" smtClean="0"/>
              <a:t>word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You're</a:t>
            </a:r>
            <a:r>
              <a:rPr lang="fr-FR" dirty="0" smtClean="0"/>
              <a:t> a good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father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are,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And </a:t>
            </a:r>
            <a:r>
              <a:rPr lang="fr-FR" dirty="0" err="1" smtClean="0"/>
              <a:t>I'm</a:t>
            </a:r>
            <a:r>
              <a:rPr lang="fr-FR" dirty="0" smtClean="0"/>
              <a:t> love by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,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Because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perfect</a:t>
            </a:r>
            <a:r>
              <a:rPr lang="fr-FR" dirty="0" smtClean="0"/>
              <a:t> in all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ways</a:t>
            </a:r>
            <a:r>
              <a:rPr lang="fr-FR" dirty="0" smtClean="0"/>
              <a:t>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are </a:t>
            </a:r>
            <a:r>
              <a:rPr lang="fr-FR" dirty="0" err="1" smtClean="0"/>
              <a:t>perfect</a:t>
            </a:r>
            <a:r>
              <a:rPr lang="fr-FR" dirty="0" smtClean="0"/>
              <a:t> in all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ways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are </a:t>
            </a:r>
            <a:r>
              <a:rPr lang="fr-FR" dirty="0" err="1" smtClean="0"/>
              <a:t>perfect</a:t>
            </a:r>
            <a:r>
              <a:rPr lang="fr-FR" dirty="0" smtClean="0"/>
              <a:t> in all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r>
              <a:rPr lang="fr-FR" dirty="0" smtClean="0"/>
              <a:t>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it's</a:t>
            </a:r>
            <a:r>
              <a:rPr lang="fr-FR" dirty="0" smtClean="0"/>
              <a:t> love </a:t>
            </a:r>
            <a:r>
              <a:rPr lang="fr-FR" dirty="0" err="1" smtClean="0"/>
              <a:t>soundeniable</a:t>
            </a:r>
            <a:r>
              <a:rPr lang="fr-FR" dirty="0" smtClean="0"/>
              <a:t>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…………..I, I </a:t>
            </a:r>
            <a:r>
              <a:rPr lang="fr-FR" dirty="0" err="1" smtClean="0"/>
              <a:t>canhardlythink</a:t>
            </a:r>
            <a:r>
              <a:rPr lang="fr-FR" dirty="0" smtClean="0"/>
              <a:t>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as </a:t>
            </a:r>
            <a:r>
              <a:rPr lang="fr-FR" dirty="0" err="1" smtClean="0"/>
              <a:t>you</a:t>
            </a:r>
            <a:r>
              <a:rPr lang="fr-FR" dirty="0" smtClean="0"/>
              <a:t> call me </a:t>
            </a:r>
            <a:r>
              <a:rPr lang="fr-FR" dirty="0" err="1" smtClean="0"/>
              <a:t>Deeperstill</a:t>
            </a:r>
            <a:r>
              <a:rPr lang="fr-FR" dirty="0" smtClean="0"/>
              <a:t>, as </a:t>
            </a:r>
            <a:r>
              <a:rPr lang="fr-FR" dirty="0" err="1" smtClean="0"/>
              <a:t>you</a:t>
            </a:r>
            <a:r>
              <a:rPr lang="fr-FR" dirty="0" smtClean="0"/>
              <a:t> call me </a:t>
            </a:r>
            <a:r>
              <a:rPr lang="fr-FR" dirty="0" err="1" smtClean="0"/>
              <a:t>Deeperstill</a:t>
            </a:r>
            <a:r>
              <a:rPr lang="fr-FR" dirty="0" smtClean="0"/>
              <a:t>, as </a:t>
            </a:r>
            <a:r>
              <a:rPr lang="fr-FR" dirty="0" err="1" smtClean="0"/>
              <a:t>you</a:t>
            </a:r>
            <a:r>
              <a:rPr lang="fr-FR" dirty="0" smtClean="0"/>
              <a:t>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Deeperstill</a:t>
            </a:r>
            <a:r>
              <a:rPr lang="fr-FR" dirty="0" smtClean="0"/>
              <a:t>, </a:t>
            </a:r>
            <a:r>
              <a:rPr lang="fr-FR" dirty="0" err="1" smtClean="0"/>
              <a:t>into</a:t>
            </a:r>
            <a:r>
              <a:rPr lang="fr-FR" dirty="0" smtClean="0"/>
              <a:t> love </a:t>
            </a:r>
            <a:r>
              <a:rPr lang="fr-FR" dirty="0" err="1" smtClean="0"/>
              <a:t>lovelove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You're</a:t>
            </a:r>
            <a:r>
              <a:rPr lang="fr-FR" dirty="0" smtClean="0"/>
              <a:t> a good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father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are,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And </a:t>
            </a:r>
            <a:r>
              <a:rPr lang="fr-FR" dirty="0" err="1" smtClean="0"/>
              <a:t>I'm</a:t>
            </a:r>
            <a:r>
              <a:rPr lang="fr-FR" dirty="0" smtClean="0"/>
              <a:t> love by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,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and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seen</a:t>
            </a:r>
            <a:r>
              <a:rPr lang="fr-FR" dirty="0" smtClean="0"/>
              <a:t> </a:t>
            </a:r>
            <a:r>
              <a:rPr lang="fr-FR" dirty="0" err="1" smtClean="0"/>
              <a:t>many</a:t>
            </a:r>
            <a:r>
              <a:rPr lang="fr-FR" dirty="0" smtClean="0"/>
              <a:t> </a:t>
            </a:r>
            <a:r>
              <a:rPr lang="fr-FR" dirty="0" err="1" smtClean="0"/>
              <a:t>searching</a:t>
            </a:r>
            <a:r>
              <a:rPr lang="fr-FR" dirty="0" smtClean="0"/>
              <a:t> for </a:t>
            </a:r>
            <a:r>
              <a:rPr lang="fr-FR" dirty="0" err="1" smtClean="0"/>
              <a:t>answers</a:t>
            </a:r>
            <a:r>
              <a:rPr lang="fr-FR" dirty="0" smtClean="0"/>
              <a:t> far and </a:t>
            </a:r>
            <a:r>
              <a:rPr lang="fr-FR" dirty="0" err="1" smtClean="0"/>
              <a:t>wide</a:t>
            </a:r>
            <a:r>
              <a:rPr lang="fr-FR" dirty="0" smtClean="0"/>
              <a:t>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But I know </a:t>
            </a:r>
            <a:r>
              <a:rPr lang="fr-FR" dirty="0" err="1" smtClean="0"/>
              <a:t>we're</a:t>
            </a:r>
            <a:r>
              <a:rPr lang="fr-FR" dirty="0" smtClean="0"/>
              <a:t> all </a:t>
            </a:r>
            <a:r>
              <a:rPr lang="fr-FR" dirty="0" err="1" smtClean="0"/>
              <a:t>searching</a:t>
            </a:r>
            <a:r>
              <a:rPr lang="fr-FR" dirty="0" smtClean="0"/>
              <a:t> for </a:t>
            </a:r>
            <a:r>
              <a:rPr lang="fr-FR" dirty="0" err="1" smtClean="0"/>
              <a:t>answers</a:t>
            </a:r>
            <a:r>
              <a:rPr lang="fr-FR" dirty="0" smtClean="0"/>
              <a:t>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provide</a:t>
            </a:r>
            <a:r>
              <a:rPr lang="fr-FR" dirty="0" smtClean="0"/>
              <a:t>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'cause </a:t>
            </a:r>
            <a:r>
              <a:rPr lang="fr-FR" dirty="0" err="1" smtClean="0"/>
              <a:t>you</a:t>
            </a:r>
            <a:r>
              <a:rPr lang="fr-FR" dirty="0" smtClean="0"/>
              <a:t> know </a:t>
            </a:r>
            <a:r>
              <a:rPr lang="fr-FR" dirty="0" err="1" smtClean="0"/>
              <a:t>just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before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a </a:t>
            </a:r>
            <a:r>
              <a:rPr lang="fr-FR" dirty="0" err="1" smtClean="0"/>
              <a:t>word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You're</a:t>
            </a:r>
            <a:r>
              <a:rPr lang="fr-FR" dirty="0" smtClean="0"/>
              <a:t> a good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father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are,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And </a:t>
            </a:r>
            <a:r>
              <a:rPr lang="fr-FR" dirty="0" err="1" smtClean="0"/>
              <a:t>I'm</a:t>
            </a:r>
            <a:r>
              <a:rPr lang="fr-FR" dirty="0" smtClean="0"/>
              <a:t> love by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,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Because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perfect</a:t>
            </a:r>
            <a:r>
              <a:rPr lang="fr-FR" dirty="0" smtClean="0"/>
              <a:t> in all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ways</a:t>
            </a:r>
            <a:r>
              <a:rPr lang="fr-FR" dirty="0" smtClean="0"/>
              <a:t>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are </a:t>
            </a:r>
            <a:r>
              <a:rPr lang="fr-FR" dirty="0" err="1" smtClean="0"/>
              <a:t>perfect</a:t>
            </a:r>
            <a:r>
              <a:rPr lang="fr-FR" dirty="0" smtClean="0"/>
              <a:t> in all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ways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are </a:t>
            </a:r>
            <a:r>
              <a:rPr lang="fr-FR" dirty="0" err="1" smtClean="0"/>
              <a:t>perfect</a:t>
            </a:r>
            <a:r>
              <a:rPr lang="fr-FR" dirty="0" smtClean="0"/>
              <a:t> in all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r>
              <a:rPr lang="fr-FR" dirty="0" smtClean="0"/>
              <a:t>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it's</a:t>
            </a:r>
            <a:r>
              <a:rPr lang="fr-FR" dirty="0" smtClean="0"/>
              <a:t> love </a:t>
            </a:r>
            <a:r>
              <a:rPr lang="fr-FR" dirty="0" err="1" smtClean="0"/>
              <a:t>soundeniable</a:t>
            </a:r>
            <a:r>
              <a:rPr lang="fr-FR" dirty="0" smtClean="0"/>
              <a:t>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…………..I, I </a:t>
            </a:r>
            <a:r>
              <a:rPr lang="fr-FR" dirty="0" err="1" smtClean="0"/>
              <a:t>canhardlythink</a:t>
            </a:r>
            <a:r>
              <a:rPr lang="fr-FR" dirty="0" smtClean="0"/>
              <a:t>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as </a:t>
            </a:r>
            <a:r>
              <a:rPr lang="fr-FR" dirty="0" err="1" smtClean="0"/>
              <a:t>you</a:t>
            </a:r>
            <a:r>
              <a:rPr lang="fr-FR" dirty="0" smtClean="0"/>
              <a:t> call me </a:t>
            </a:r>
            <a:r>
              <a:rPr lang="fr-FR" dirty="0" err="1" smtClean="0"/>
              <a:t>Deeperstill</a:t>
            </a:r>
            <a:r>
              <a:rPr lang="fr-FR" dirty="0" smtClean="0"/>
              <a:t>, as </a:t>
            </a:r>
            <a:r>
              <a:rPr lang="fr-FR" dirty="0" err="1" smtClean="0"/>
              <a:t>you</a:t>
            </a:r>
            <a:r>
              <a:rPr lang="fr-FR" dirty="0" smtClean="0"/>
              <a:t> call me </a:t>
            </a:r>
            <a:r>
              <a:rPr lang="fr-FR" dirty="0" err="1" smtClean="0"/>
              <a:t>Deeperstill</a:t>
            </a:r>
            <a:r>
              <a:rPr lang="fr-FR" dirty="0" smtClean="0"/>
              <a:t>, as </a:t>
            </a:r>
            <a:r>
              <a:rPr lang="fr-FR" dirty="0" err="1" smtClean="0"/>
              <a:t>you</a:t>
            </a:r>
            <a:r>
              <a:rPr lang="fr-FR" dirty="0" smtClean="0"/>
              <a:t>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Deeperstill</a:t>
            </a:r>
            <a:r>
              <a:rPr lang="fr-FR" dirty="0" smtClean="0"/>
              <a:t>, </a:t>
            </a:r>
            <a:r>
              <a:rPr lang="fr-FR" dirty="0" err="1" smtClean="0"/>
              <a:t>into</a:t>
            </a:r>
            <a:r>
              <a:rPr lang="fr-FR" dirty="0" smtClean="0"/>
              <a:t> love </a:t>
            </a:r>
            <a:r>
              <a:rPr lang="fr-FR" dirty="0" err="1" smtClean="0"/>
              <a:t>lovelove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ENTENDU DES MILLIERS D’HISTOIRES 
2-  SUR CE QU’ILS PENSENT DE TOI 
3-  MAIS AUSSI LE DOUX MURMURE DE L’AMOUR AU MILIEU DE LA NUIT 
4-  ET TU ME DIS QUE TU ES HEUREUX QUE JE N’SERAI PLUS JAMAIS SEUL </a:t>
            </a:r>
          </a:p>
          <a:p>
            <a:endParaRPr lang="fr-FR" smtClean="0"/>
          </a:p>
          <a:p>
            <a:r>
              <a:rPr lang="fr-FR" smtClean="0"/>
              <a:t>	5-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6-  ET JE SUIS AIMÉ DE TOI C’EST CE QUE JE SUIS </a:t>
            </a:r>
          </a:p>
          <a:p>
            <a:r>
              <a:rPr lang="fr-FR" smtClean="0"/>
              <a:t>	And I'm love by you It's who I am, It's who I am 
	7-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8-  J’EN AI VU BEAUCOUP CHERCHER DES RÉPONSES SI ÉLOIGNÉES </a:t>
            </a:r>
          </a:p>
          <a:p>
            <a:r>
              <a:rPr lang="fr-FR" smtClean="0"/>
              <a:t>oh and I've seen many searching for answers far and wide
9-  MAIS JE SAIS, NOUS CHERCHONS DES RÉPONSES QUE</a:t>
            </a:r>
          </a:p>
          <a:p>
            <a:r>
              <a:rPr lang="fr-FR" smtClean="0"/>
              <a:t>But I know we're all searching for answers   
10-  TOI SEUL PEUX DONNER</a:t>
            </a:r>
          </a:p>
          <a:p>
            <a:r>
              <a:rPr lang="fr-FR" smtClean="0"/>
              <a:t>Only you can provide 
11-  CAR TU CONNAIS NOS BESOINS AVANT QUE NOUS DISIONS UN MOT </a:t>
            </a:r>
          </a:p>
          <a:p>
            <a:r>
              <a:rPr lang="fr-FR" smtClean="0"/>
              <a:t>'cause you know just what we need before we say a word</a:t>
            </a:r>
          </a:p>
          <a:p>
            <a:endParaRPr lang="fr-FR" smtClean="0"/>
          </a:p>
          <a:p>
            <a:r>
              <a:rPr lang="fr-FR" smtClean="0"/>
              <a:t>	12-  TU ES UN BON, UN BON PÈRE C’EST CE QUE TU ES, C’EST CE QUE TU ES </a:t>
            </a:r>
          </a:p>
          <a:p>
            <a:r>
              <a:rPr lang="fr-FR" smtClean="0"/>
              <a:t>	You're a good good father It's who you are, It's who you are</a:t>
            </a:r>
          </a:p>
          <a:p>
            <a:r>
              <a:rPr lang="fr-FR" smtClean="0"/>
              <a:t>	13-  ET JE SUIS AIMÉ DE TOI C’EST CE QUE JE SUIS</a:t>
            </a:r>
          </a:p>
          <a:p>
            <a:r>
              <a:rPr lang="fr-FR" smtClean="0"/>
              <a:t>	And I'm love by you It's who I am, It's who I am 
	14-  C’EST CE QUE JE SUIS  </a:t>
            </a:r>
          </a:p>
          <a:p>
            <a:r>
              <a:rPr lang="fr-FR" smtClean="0"/>
              <a:t>	It's who I am</a:t>
            </a:r>
          </a:p>
          <a:p>
            <a:endParaRPr lang="fr-FR" smtClean="0"/>
          </a:p>
          <a:p>
            <a:r>
              <a:rPr lang="fr-FR" smtClean="0"/>
              <a:t>	15-  CAR TU ES PARFAIT DANS TOUTES TES VOIES </a:t>
            </a:r>
          </a:p>
          <a:p>
            <a:r>
              <a:rPr lang="fr-FR" smtClean="0"/>
              <a:t>	Because you are perfect in all of your ways
	16-  TU ES PARFAIT DANS TOUTES TES VOIES </a:t>
            </a:r>
          </a:p>
          <a:p>
            <a:r>
              <a:rPr lang="fr-FR" smtClean="0"/>
              <a:t>	You are perfect in all of your ways</a:t>
            </a:r>
          </a:p>
          <a:p>
            <a:r>
              <a:rPr lang="fr-FR" smtClean="0"/>
              <a:t>	17-  PARFAIT EN TOUT CE QUE TU FAIS POUR NOUS </a:t>
            </a:r>
          </a:p>
          <a:p>
            <a:r>
              <a:rPr lang="fr-FR" smtClean="0"/>
              <a:t>	You are perfect in all of your way to us</a:t>
            </a:r>
          </a:p>
          <a:p>
            <a:endParaRPr lang="fr-FR" smtClean="0"/>
          </a:p>
          <a:p>
            <a:r>
              <a:rPr lang="fr-FR" smtClean="0"/>
              <a:t>Pont
18-  CET AMOUR INDÉNIABLE QUE JE NE PEUX EXPLIQUER</a:t>
            </a:r>
          </a:p>
          <a:p>
            <a:r>
              <a:rPr lang="fr-FR" smtClean="0"/>
              <a:t>Oh it's love soundeniable,………….  
19-  CETTE PAIX INEXPRIMABLE QUE JE NE PEUX IMAGINER</a:t>
            </a:r>
          </a:p>
          <a:p>
            <a:r>
              <a:rPr lang="fr-FR" smtClean="0"/>
              <a:t>…………..I, I canhardlythink  
20-  TU M’APPELLES TOUJOURS PLUS LOIN  TU M’APPELLES TOUJOURS PLUS LOIN  </a:t>
            </a:r>
          </a:p>
          <a:p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smtClean="0"/>
              <a:t>Deeperstill, into love lovelove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CD5CCA-7A10-404E-9CDC-4FEB17F03F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6F211-FCF5-491A-9026-0A514A9D9F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04C25-C773-4907-A410-1F6BDFCE79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D4A1B4-0A1A-4F5B-B131-B45F45D0D8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3E2467-1433-4BCD-B778-F11AE0BF0B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94B6F6-372E-49CB-A696-8FA7D8CE45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C7B364-C95F-416E-ADA8-6D212CB6D7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5D6784-8A99-4AF4-AFC9-3B130A79DB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3DB2BA-C090-483B-9B35-C512CD1BC2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9AC010-C2D0-4890-B9C7-4A7D951FD1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83944-9CA3-4CBC-A764-2980BED575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A6DED93-FF48-4623-921C-8BB7D971A0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ENTENDU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MILLIERS D’HISTOIRES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QU’ILS PENSENT DE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AUSSI LE DOUX MURMURE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L’AMOUR AU MILIEU DE LA NUIT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TU ME DIS QUE TU ES HEUREUX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N’SERAI PLUS JAMAIS SEUL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UN BON, UN BON PÈRE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CE QUE TU ES, C’EST CE QUE TU 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SUIS AIMÉ DE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CE QUE 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SUIS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QUE JE SUIS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J’EN AI VU BEAUCOUP CHERCHER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RÉPONSES SI ÉLOIGNÉES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JE SAIS, NOUS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CHERCHONS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RÉPONSES QUE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SEUL PEUX DONNER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TU CONNAIS NOS BESOINS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AVANT QUE NOUS DISIONS UN MOT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UN BON, UN BON PÈRE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CE QUE TU ES, C’EST CE QUE TU 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SUIS AIMÉ DE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CE QUE 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SUIS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CE QUE JE SUIS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TU ES PARFAIT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TOUTES TES VOIES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PARFAIT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TOUTES TES VOIES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PARFAIT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TOUT CE QUE TU FAIS POUR NOUS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 AMOUR INDÉNIABLE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NE PEUX EXPLIQUER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CETTE PAIX INEXPRIMABLE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NE PEUX IMAGINER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M’APPELLES TOUJOURS PLUS LOIN 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M’APPELLES TOUJOURS PLUS LOIN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M’APPELLES TOUJOURS PLUS LOIN 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TON GRAND AMOUR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1584</TotalTime>
  <Words>453</Words>
  <Application>Microsoft Office PowerPoint</Application>
  <PresentationFormat>On-screen Show (4:3)</PresentationFormat>
  <Paragraphs>1342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150</cp:revision>
  <dcterms:created xsi:type="dcterms:W3CDTF">2002-08-17T10:50:50Z</dcterms:created>
  <dcterms:modified xsi:type="dcterms:W3CDTF">2016-11-20T09:18:59Z</dcterms:modified>
</cp:coreProperties>
</file>