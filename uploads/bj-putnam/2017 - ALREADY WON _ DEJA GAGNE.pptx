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91" r:id="rId3"/>
    <p:sldId id="292" r:id="rId4"/>
    <p:sldId id="289" r:id="rId5"/>
    <p:sldId id="288" r:id="rId6"/>
    <p:sldId id="287" r:id="rId7"/>
    <p:sldId id="285" r:id="rId8"/>
    <p:sldId id="284" r:id="rId9"/>
    <p:sldId id="282" r:id="rId10"/>
    <p:sldId id="281" r:id="rId11"/>
    <p:sldId id="280" r:id="rId12"/>
    <p:sldId id="279" r:id="rId13"/>
    <p:sldId id="293" r:id="rId14"/>
    <p:sldId id="294" r:id="rId15"/>
    <p:sldId id="295" r:id="rId16"/>
    <p:sldId id="296" r:id="rId17"/>
    <p:sldId id="275" r:id="rId18"/>
    <p:sldId id="274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0573" autoAdjust="0"/>
  </p:normalViewPr>
  <p:slideViewPr>
    <p:cSldViewPr>
      <p:cViewPr varScale="1">
        <p:scale>
          <a:sx n="43" d="100"/>
          <a:sy n="43" d="100"/>
        </p:scale>
        <p:origin x="-136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E7F2F40-1664-4959-9A0B-643FA2E8B4C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DD5645-BA21-42C1-9E80-DF9A956A755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Couplet 1</a:t>
            </a:r>
          </a:p>
          <a:p>
            <a:pPr lvl="1">
              <a:defRPr/>
            </a:pPr>
            <a:r>
              <a:rPr lang="fr-FR" dirty="0" smtClean="0"/>
              <a:t> 2-  NOTRE DIEU EST GRAND </a:t>
            </a:r>
          </a:p>
          <a:p>
            <a:pPr lvl="1">
              <a:defRPr/>
            </a:pPr>
            <a:r>
              <a:rPr lang="fr-FR" dirty="0" smtClean="0"/>
              <a:t>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higher</a:t>
            </a:r>
            <a:r>
              <a:rPr lang="fr-FR" dirty="0" smtClean="0"/>
              <a:t>
3-  IL RÈGNE EN SEIGNEUR AUCUN N’EST COMME LUI</a:t>
            </a:r>
          </a:p>
          <a:p>
            <a:pPr lvl="1"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Above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none No one </a:t>
            </a:r>
            <a:r>
              <a:rPr lang="fr-FR" dirty="0" err="1" smtClean="0"/>
              <a:t>beside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  
4-  PAS MÊME UN SEUL </a:t>
            </a:r>
          </a:p>
          <a:p>
            <a:pPr lvl="1">
              <a:defRPr/>
            </a:pPr>
            <a:r>
              <a:rPr lang="fr-FR" dirty="0" smtClean="0"/>
              <a:t>      Not </a:t>
            </a:r>
            <a:r>
              <a:rPr lang="fr-FR" dirty="0" err="1" smtClean="0"/>
              <a:t>even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Pré-refrain 1</a:t>
            </a:r>
          </a:p>
          <a:p>
            <a:pPr lvl="1">
              <a:defRPr/>
            </a:pPr>
            <a:r>
              <a:rPr lang="fr-FR" dirty="0" smtClean="0"/>
              <a:t>5-  LORSQUE LA NUIT EST LÀ LA PEUR VEUT ENTRER  </a:t>
            </a:r>
          </a:p>
          <a:p>
            <a:pPr lvl="1"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rushing</a:t>
            </a:r>
            <a:r>
              <a:rPr lang="fr-FR" dirty="0" smtClean="0"/>
              <a:t> in And </a:t>
            </a:r>
            <a:r>
              <a:rPr lang="fr-FR" dirty="0" err="1" smtClean="0"/>
              <a:t>darkness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6-  SOUVENONS-NOUS  QU’IL A DÉJÀ GAGNÉ  </a:t>
            </a:r>
          </a:p>
          <a:p>
            <a:pPr lvl="1">
              <a:defRPr/>
            </a:pPr>
            <a:r>
              <a:rPr lang="fr-FR" dirty="0" smtClean="0"/>
              <a:t>    Let us </a:t>
            </a:r>
            <a:r>
              <a:rPr lang="fr-FR" dirty="0" err="1" smtClean="0"/>
              <a:t>remember</a:t>
            </a:r>
            <a:r>
              <a:rPr lang="fr-FR" dirty="0" smtClean="0"/>
              <a:t> He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Refrain </a:t>
            </a:r>
          </a:p>
          <a:p>
            <a:pPr lvl="1">
              <a:defRPr/>
            </a:pPr>
            <a:r>
              <a:rPr lang="fr-FR" dirty="0" smtClean="0"/>
              <a:t>7-  EN JÉSUS CONQUÉRONS NOTRE DIEU A TRIOMPHÉ  </a:t>
            </a:r>
          </a:p>
          <a:p>
            <a:pPr lvl="1">
              <a:defRPr/>
            </a:pPr>
            <a:r>
              <a:rPr lang="fr-FR" dirty="0" smtClean="0"/>
              <a:t>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8-  POUR TOUJOURS LE SAUVEUR A DÉJÀ TOUT GAGNÉ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9-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Couplet 2</a:t>
            </a:r>
          </a:p>
          <a:p>
            <a:pPr lvl="1">
              <a:defRPr/>
            </a:pPr>
            <a:r>
              <a:rPr lang="fr-FR" dirty="0" smtClean="0"/>
              <a:t>10-  LE ROI A PARLÉ ET C’EST ASSEZ </a:t>
            </a:r>
          </a:p>
          <a:p>
            <a:pPr lvl="1">
              <a:defRPr/>
            </a:pPr>
            <a:r>
              <a:rPr lang="fr-FR" dirty="0" smtClean="0"/>
              <a:t>       Our King has </a:t>
            </a:r>
            <a:r>
              <a:rPr lang="fr-FR" dirty="0" err="1" smtClean="0"/>
              <a:t>spoken</a:t>
            </a:r>
            <a:r>
              <a:rPr lang="fr-FR" dirty="0" smtClean="0"/>
              <a:t> And </a:t>
            </a: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enough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11-  FIDÈLE À SES PROMESSES CHACUNE EST VRAIE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True</a:t>
            </a:r>
            <a:r>
              <a:rPr lang="fr-FR" dirty="0" smtClean="0"/>
              <a:t> to </a:t>
            </a:r>
            <a:r>
              <a:rPr lang="fr-FR" dirty="0" err="1" smtClean="0"/>
              <a:t>His</a:t>
            </a:r>
            <a:r>
              <a:rPr lang="fr-FR" dirty="0" smtClean="0"/>
              <a:t> promises </a:t>
            </a:r>
            <a:r>
              <a:rPr lang="fr-FR" dirty="0" err="1" smtClean="0"/>
              <a:t>Every</a:t>
            </a:r>
            <a:r>
              <a:rPr lang="fr-FR" dirty="0" smtClean="0"/>
              <a:t> last one</a:t>
            </a:r>
          </a:p>
          <a:p>
            <a:pPr lvl="1">
              <a:defRPr/>
            </a:pPr>
            <a:r>
              <a:rPr lang="fr-FR" dirty="0" smtClean="0"/>
              <a:t>Pré-refrain 2</a:t>
            </a:r>
          </a:p>
          <a:p>
            <a:pPr lvl="1">
              <a:defRPr/>
            </a:pPr>
            <a:r>
              <a:rPr lang="fr-FR" dirty="0" smtClean="0"/>
              <a:t>12-  SA GRÂCE N’A PAS DE FIN NI SON AMOUR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r>
              <a:rPr lang="fr-FR" dirty="0" smtClean="0"/>
              <a:t> no end </a:t>
            </a:r>
            <a:r>
              <a:rPr lang="fr-FR" dirty="0" err="1" smtClean="0"/>
              <a:t>Neither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 lvl="1">
              <a:defRPr/>
            </a:pPr>
            <a:r>
              <a:rPr lang="fr-FR" dirty="0" smtClean="0"/>
              <a:t> 13-  JÉSUS LE PRINCE DE PAIX A DÉJÀ GAGNÉ                          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Prince of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  
Refrain</a:t>
            </a:r>
          </a:p>
          <a:p>
            <a:pPr lvl="1">
              <a:defRPr/>
            </a:pPr>
            <a:r>
              <a:rPr lang="fr-FR" dirty="0" smtClean="0"/>
              <a:t>14-  EN JÉSUS CONQUÉRONS NOTRE DIEU A TRIOMPHÉ </a:t>
            </a:r>
          </a:p>
          <a:p>
            <a:pPr lvl="1">
              <a:defRPr/>
            </a:pPr>
            <a:r>
              <a:rPr lang="fr-FR" dirty="0" smtClean="0"/>
              <a:t>          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15-  POUR TOUJOURS LE SAUVEUR A DÉJÀ TOUT GAGNÉ  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16-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Pont</a:t>
            </a:r>
          </a:p>
          <a:p>
            <a:pPr lvl="1">
              <a:defRPr/>
            </a:pPr>
            <a:r>
              <a:rPr lang="fr-FR" dirty="0" smtClean="0"/>
              <a:t>17-  TU ES NOTRE VICTOIRE TU ES RESSUSCITÉ </a:t>
            </a:r>
          </a:p>
          <a:p>
            <a:pPr lvl="1">
              <a:defRPr/>
            </a:pPr>
            <a:r>
              <a:rPr lang="fr-FR" dirty="0" smtClean="0"/>
              <a:t>           You are the </a:t>
            </a:r>
            <a:r>
              <a:rPr lang="fr-FR" dirty="0" err="1" smtClean="0"/>
              <a:t>victory</a:t>
            </a:r>
            <a:r>
              <a:rPr lang="fr-FR" dirty="0" smtClean="0"/>
              <a:t> You are the </a:t>
            </a:r>
            <a:r>
              <a:rPr lang="fr-FR" dirty="0" err="1" smtClean="0"/>
              <a:t>risen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18-  RIEN NE PEUT  TE RENVERSER TU AS DÉJÀ GAGNÉ </a:t>
            </a:r>
          </a:p>
          <a:p>
            <a:pPr lvl="1">
              <a:defRPr/>
            </a:pPr>
            <a:r>
              <a:rPr lang="fr-FR" dirty="0" smtClean="0"/>
              <a:t>          You </a:t>
            </a:r>
            <a:r>
              <a:rPr lang="fr-FR" dirty="0" err="1" smtClean="0"/>
              <a:t>cannot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r>
              <a:rPr lang="fr-FR" dirty="0" smtClean="0"/>
              <a:t> You have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Couplet 1</a:t>
            </a:r>
          </a:p>
          <a:p>
            <a:pPr lvl="1">
              <a:defRPr/>
            </a:pPr>
            <a:r>
              <a:rPr lang="fr-FR" dirty="0" smtClean="0"/>
              <a:t> 2-  NOTRE DIEU EST GRAND </a:t>
            </a:r>
          </a:p>
          <a:p>
            <a:pPr lvl="1">
              <a:defRPr/>
            </a:pPr>
            <a:r>
              <a:rPr lang="fr-FR" dirty="0" smtClean="0"/>
              <a:t>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higher</a:t>
            </a:r>
            <a:r>
              <a:rPr lang="fr-FR" dirty="0" smtClean="0"/>
              <a:t>
3-  IL RÈGNE EN SEIGNEUR AUCUN N’EST COMME LUI</a:t>
            </a:r>
          </a:p>
          <a:p>
            <a:pPr lvl="1"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Above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none No one </a:t>
            </a:r>
            <a:r>
              <a:rPr lang="fr-FR" dirty="0" err="1" smtClean="0"/>
              <a:t>beside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  
4-  PAS MÊME UN SEUL </a:t>
            </a:r>
          </a:p>
          <a:p>
            <a:pPr lvl="1">
              <a:defRPr/>
            </a:pPr>
            <a:r>
              <a:rPr lang="fr-FR" dirty="0" smtClean="0"/>
              <a:t>      Not </a:t>
            </a:r>
            <a:r>
              <a:rPr lang="fr-FR" dirty="0" err="1" smtClean="0"/>
              <a:t>even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Pré-refrain 1</a:t>
            </a:r>
          </a:p>
          <a:p>
            <a:pPr lvl="1">
              <a:defRPr/>
            </a:pPr>
            <a:r>
              <a:rPr lang="fr-FR" dirty="0" smtClean="0"/>
              <a:t>5-  LORSQUE LA NUIT EST LÀ LA PEUR VEUT ENTRER  </a:t>
            </a:r>
          </a:p>
          <a:p>
            <a:pPr lvl="1"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rushing</a:t>
            </a:r>
            <a:r>
              <a:rPr lang="fr-FR" dirty="0" smtClean="0"/>
              <a:t> in And </a:t>
            </a:r>
            <a:r>
              <a:rPr lang="fr-FR" dirty="0" err="1" smtClean="0"/>
              <a:t>darkness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6-  SOUVENONS-NOUS  QU’IL A DÉJÀ GAGNÉ  </a:t>
            </a:r>
          </a:p>
          <a:p>
            <a:pPr lvl="1">
              <a:defRPr/>
            </a:pPr>
            <a:r>
              <a:rPr lang="fr-FR" dirty="0" smtClean="0"/>
              <a:t>    Let us </a:t>
            </a:r>
            <a:r>
              <a:rPr lang="fr-FR" dirty="0" err="1" smtClean="0"/>
              <a:t>remember</a:t>
            </a:r>
            <a:r>
              <a:rPr lang="fr-FR" dirty="0" smtClean="0"/>
              <a:t> He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Refrain </a:t>
            </a:r>
          </a:p>
          <a:p>
            <a:pPr lvl="1">
              <a:defRPr/>
            </a:pPr>
            <a:r>
              <a:rPr lang="fr-FR" dirty="0" smtClean="0"/>
              <a:t>7-  EN JÉSUS CONQUÉRONS NOTRE DIEU A TRIOMPHÉ  </a:t>
            </a:r>
          </a:p>
          <a:p>
            <a:pPr lvl="1">
              <a:defRPr/>
            </a:pPr>
            <a:r>
              <a:rPr lang="fr-FR" dirty="0" smtClean="0"/>
              <a:t>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8-  POUR TOUJOURS LE SAUVEUR A DÉJÀ TOUT GAGNÉ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9-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Couplet 2</a:t>
            </a:r>
          </a:p>
          <a:p>
            <a:pPr lvl="1">
              <a:defRPr/>
            </a:pPr>
            <a:r>
              <a:rPr lang="fr-FR" dirty="0" smtClean="0"/>
              <a:t>10-  LE ROI A PARLÉ ET C’EST ASSEZ </a:t>
            </a:r>
          </a:p>
          <a:p>
            <a:pPr lvl="1">
              <a:defRPr/>
            </a:pPr>
            <a:r>
              <a:rPr lang="fr-FR" dirty="0" smtClean="0"/>
              <a:t>       Our King has </a:t>
            </a:r>
            <a:r>
              <a:rPr lang="fr-FR" dirty="0" err="1" smtClean="0"/>
              <a:t>spoken</a:t>
            </a:r>
            <a:r>
              <a:rPr lang="fr-FR" dirty="0" smtClean="0"/>
              <a:t> And </a:t>
            </a: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enough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11-  FIDÈLE À SES PROMESSES CHACUNE EST VRAIE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True</a:t>
            </a:r>
            <a:r>
              <a:rPr lang="fr-FR" dirty="0" smtClean="0"/>
              <a:t> to </a:t>
            </a:r>
            <a:r>
              <a:rPr lang="fr-FR" dirty="0" err="1" smtClean="0"/>
              <a:t>His</a:t>
            </a:r>
            <a:r>
              <a:rPr lang="fr-FR" dirty="0" smtClean="0"/>
              <a:t> promises </a:t>
            </a:r>
            <a:r>
              <a:rPr lang="fr-FR" dirty="0" err="1" smtClean="0"/>
              <a:t>Every</a:t>
            </a:r>
            <a:r>
              <a:rPr lang="fr-FR" dirty="0" smtClean="0"/>
              <a:t> last one</a:t>
            </a:r>
          </a:p>
          <a:p>
            <a:pPr lvl="1">
              <a:defRPr/>
            </a:pPr>
            <a:r>
              <a:rPr lang="fr-FR" dirty="0" smtClean="0"/>
              <a:t>Pré-refrain 2</a:t>
            </a:r>
          </a:p>
          <a:p>
            <a:pPr lvl="1">
              <a:defRPr/>
            </a:pPr>
            <a:r>
              <a:rPr lang="fr-FR" dirty="0" smtClean="0"/>
              <a:t>12-  SA GRÂCE N’A PAS DE FIN NI SON AMOUR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r>
              <a:rPr lang="fr-FR" dirty="0" smtClean="0"/>
              <a:t> no end </a:t>
            </a:r>
            <a:r>
              <a:rPr lang="fr-FR" dirty="0" err="1" smtClean="0"/>
              <a:t>Neither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 lvl="1">
              <a:defRPr/>
            </a:pPr>
            <a:r>
              <a:rPr lang="fr-FR" dirty="0" smtClean="0"/>
              <a:t> 13-  JÉSUS LE PRINCE DE PAIX A DÉJÀ GAGNÉ                          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Prince of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  
Refrain</a:t>
            </a:r>
          </a:p>
          <a:p>
            <a:pPr lvl="1">
              <a:defRPr/>
            </a:pPr>
            <a:r>
              <a:rPr lang="fr-FR" dirty="0" smtClean="0"/>
              <a:t>14-  EN JÉSUS CONQUÉRONS NOTRE DIEU A TRIOMPHÉ </a:t>
            </a:r>
          </a:p>
          <a:p>
            <a:pPr lvl="1">
              <a:defRPr/>
            </a:pPr>
            <a:r>
              <a:rPr lang="fr-FR" dirty="0" smtClean="0"/>
              <a:t>          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15-  POUR TOUJOURS LE SAUVEUR A DÉJÀ TOUT GAGNÉ  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16-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Pont</a:t>
            </a:r>
          </a:p>
          <a:p>
            <a:pPr lvl="1">
              <a:defRPr/>
            </a:pPr>
            <a:r>
              <a:rPr lang="fr-FR" dirty="0" smtClean="0"/>
              <a:t>17-  TU ES NOTRE VICTOIRE TU ES RESSUSCITÉ </a:t>
            </a:r>
          </a:p>
          <a:p>
            <a:pPr lvl="1">
              <a:defRPr/>
            </a:pPr>
            <a:r>
              <a:rPr lang="fr-FR" dirty="0" smtClean="0"/>
              <a:t>           You are the </a:t>
            </a:r>
            <a:r>
              <a:rPr lang="fr-FR" dirty="0" err="1" smtClean="0"/>
              <a:t>victory</a:t>
            </a:r>
            <a:r>
              <a:rPr lang="fr-FR" dirty="0" smtClean="0"/>
              <a:t> You are the </a:t>
            </a:r>
            <a:r>
              <a:rPr lang="fr-FR" dirty="0" err="1" smtClean="0"/>
              <a:t>risen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18-  RIEN NE PEUT  TE RENVERSER TU AS DÉJÀ GAGNÉ </a:t>
            </a:r>
          </a:p>
          <a:p>
            <a:pPr lvl="1">
              <a:defRPr/>
            </a:pPr>
            <a:r>
              <a:rPr lang="fr-FR" dirty="0" smtClean="0"/>
              <a:t>          You </a:t>
            </a:r>
            <a:r>
              <a:rPr lang="fr-FR" dirty="0" err="1" smtClean="0"/>
              <a:t>cannot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r>
              <a:rPr lang="fr-FR" dirty="0" smtClean="0"/>
              <a:t> You have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1-  ALLÉLU  ALLÉLU ALLÉLUIA  ALLÉLU </a:t>
            </a:r>
          </a:p>
          <a:p>
            <a:pPr lvl="1">
              <a:defRPr/>
            </a:pPr>
            <a:r>
              <a:rPr lang="fr-FR" smtClean="0"/>
              <a:t>        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Couplet 1</a:t>
            </a:r>
          </a:p>
          <a:p>
            <a:pPr lvl="1">
              <a:defRPr/>
            </a:pPr>
            <a:r>
              <a:rPr lang="fr-FR" smtClean="0"/>
              <a:t> 2-  NOTRE DIEU EST GRAND </a:t>
            </a:r>
          </a:p>
          <a:p>
            <a:pPr lvl="1">
              <a:defRPr/>
            </a:pPr>
            <a:r>
              <a:rPr lang="fr-FR" smtClean="0"/>
              <a:t>     Our God is higher
3-  IL RÈGNE EN SEIGNEUR AUCUN N’EST COMME LUI</a:t>
            </a:r>
          </a:p>
          <a:p>
            <a:pPr lvl="1">
              <a:defRPr/>
            </a:pPr>
            <a:r>
              <a:rPr lang="fr-FR" smtClean="0"/>
              <a:t>      Above Him none No one beside Him   
4-  PAS MÊME UN SEUL </a:t>
            </a:r>
          </a:p>
          <a:p>
            <a:pPr lvl="1">
              <a:defRPr/>
            </a:pPr>
            <a:r>
              <a:rPr lang="fr-FR" smtClean="0"/>
              <a:t>      Not even one</a:t>
            </a:r>
          </a:p>
          <a:p>
            <a:pPr lvl="1">
              <a:defRPr/>
            </a:pPr>
            <a:r>
              <a:rPr lang="fr-FR" smtClean="0"/>
              <a:t>Pré-refrain 1</a:t>
            </a:r>
          </a:p>
          <a:p>
            <a:pPr lvl="1">
              <a:defRPr/>
            </a:pPr>
            <a:r>
              <a:rPr lang="fr-FR" smtClean="0"/>
              <a:t>5-  LORSQUE LA NUIT EST LÀ LA PEUR VEUT ENTRER  </a:t>
            </a:r>
          </a:p>
          <a:p>
            <a:pPr lvl="1">
              <a:defRPr/>
            </a:pPr>
            <a:r>
              <a:rPr lang="fr-FR" smtClean="0"/>
              <a:t>When fear is rushing in And darkness comes</a:t>
            </a:r>
          </a:p>
          <a:p>
            <a:pPr lvl="1">
              <a:defRPr/>
            </a:pPr>
            <a:r>
              <a:rPr lang="fr-FR" smtClean="0"/>
              <a:t>6-  SOUVENONS-NOUS  QU’IL A DÉJÀ GAGNÉ  </a:t>
            </a:r>
          </a:p>
          <a:p>
            <a:pPr lvl="1">
              <a:defRPr/>
            </a:pPr>
            <a:r>
              <a:rPr lang="fr-FR" smtClean="0"/>
              <a:t>    Let us remember He already won</a:t>
            </a:r>
          </a:p>
          <a:p>
            <a:pPr lvl="1">
              <a:defRPr/>
            </a:pPr>
            <a:r>
              <a:rPr lang="fr-FR" smtClean="0"/>
              <a:t>Refrain </a:t>
            </a:r>
          </a:p>
          <a:p>
            <a:pPr lvl="1">
              <a:defRPr/>
            </a:pPr>
            <a:r>
              <a:rPr lang="fr-FR" smtClean="0"/>
              <a:t>7-  EN JÉSUS CONQUÉRONS NOTRE DIEU A TRIOMPHÉ  </a:t>
            </a:r>
          </a:p>
          <a:p>
            <a:pPr lvl="1">
              <a:defRPr/>
            </a:pPr>
            <a:r>
              <a:rPr lang="fr-FR" smtClean="0"/>
              <a:t>In Jesus we triumph Our God has overcome</a:t>
            </a:r>
          </a:p>
          <a:p>
            <a:pPr lvl="1">
              <a:defRPr/>
            </a:pPr>
            <a:r>
              <a:rPr lang="fr-FR" smtClean="0"/>
              <a:t>8-  POUR TOUJOURS LE SAUVEUR A DÉJÀ TOUT GAGNÉ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r>
              <a:rPr lang="fr-FR" smtClean="0"/>
              <a:t> </a:t>
            </a:r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9-  ALLÉLU  ALLÉLU ALLÉLUIA  ALLÉLU </a:t>
            </a:r>
          </a:p>
          <a:p>
            <a:pPr lvl="1">
              <a:defRPr/>
            </a:pPr>
            <a:r>
              <a:rPr lang="fr-FR" smtClean="0"/>
              <a:t>     Hallelu Hallelu Hallelujah Hallelu</a:t>
            </a:r>
          </a:p>
          <a:p>
            <a:pPr lvl="1">
              <a:defRPr/>
            </a:pPr>
            <a:r>
              <a:rPr lang="fr-FR" smtClean="0"/>
              <a:t>Couplet 2</a:t>
            </a:r>
          </a:p>
          <a:p>
            <a:pPr lvl="1">
              <a:defRPr/>
            </a:pPr>
            <a:r>
              <a:rPr lang="fr-FR" smtClean="0"/>
              <a:t>10-  LE ROI A PARLÉ ET C’EST ASSEZ </a:t>
            </a:r>
          </a:p>
          <a:p>
            <a:pPr lvl="1">
              <a:defRPr/>
            </a:pPr>
            <a:r>
              <a:rPr lang="fr-FR" smtClean="0"/>
              <a:t>       Our King has spoken And that's enough</a:t>
            </a:r>
          </a:p>
          <a:p>
            <a:pPr lvl="1">
              <a:defRPr/>
            </a:pPr>
            <a:r>
              <a:rPr lang="fr-FR" smtClean="0"/>
              <a:t>11-  FIDÈLE À SES PROMESSES CHACUNE EST VRAIE </a:t>
            </a:r>
          </a:p>
          <a:p>
            <a:pPr lvl="1">
              <a:defRPr/>
            </a:pPr>
            <a:r>
              <a:rPr lang="fr-FR" smtClean="0"/>
              <a:t>       True to His promises Every last one</a:t>
            </a:r>
          </a:p>
          <a:p>
            <a:pPr lvl="1">
              <a:defRPr/>
            </a:pPr>
            <a:r>
              <a:rPr lang="fr-FR" smtClean="0"/>
              <a:t>Pré-refrain 2</a:t>
            </a:r>
          </a:p>
          <a:p>
            <a:pPr lvl="1">
              <a:defRPr/>
            </a:pPr>
            <a:r>
              <a:rPr lang="fr-FR" smtClean="0"/>
              <a:t>12-  SA GRÂCE N’A PAS DE FIN NI SON AMOUR</a:t>
            </a:r>
          </a:p>
          <a:p>
            <a:pPr lvl="1">
              <a:defRPr/>
            </a:pPr>
            <a:r>
              <a:rPr lang="fr-FR" smtClean="0"/>
              <a:t>               His mercy knows no end Neither His love</a:t>
            </a:r>
          </a:p>
          <a:p>
            <a:pPr lvl="1">
              <a:defRPr/>
            </a:pPr>
            <a:r>
              <a:rPr lang="fr-FR" smtClean="0"/>
              <a:t> 13-  JÉSUS LE PRINCE DE PAIX A DÉJÀ GAGNÉ                          	Jesus our Prince of Peace Already won</a:t>
            </a:r>
          </a:p>
          <a:p>
            <a:pPr lvl="1">
              <a:defRPr/>
            </a:pPr>
            <a:r>
              <a:rPr lang="fr-FR" smtClean="0"/>
              <a:t>   
Refrain</a:t>
            </a:r>
          </a:p>
          <a:p>
            <a:pPr lvl="1">
              <a:defRPr/>
            </a:pPr>
            <a:r>
              <a:rPr lang="fr-FR" smtClean="0"/>
              <a:t>14-  EN JÉSUS CONQUÉRONS NOTRE DIEU A TRIOMPHÉ </a:t>
            </a:r>
          </a:p>
          <a:p>
            <a:pPr lvl="1">
              <a:defRPr/>
            </a:pPr>
            <a:r>
              <a:rPr lang="fr-FR" smtClean="0"/>
              <a:t>           In Jesus we triumph Our God has overcome</a:t>
            </a:r>
          </a:p>
          <a:p>
            <a:pPr lvl="1">
              <a:defRPr/>
            </a:pPr>
            <a:r>
              <a:rPr lang="fr-FR" smtClean="0"/>
              <a:t>15-  POUR TOUJOURS LE SAUVEUR A DÉJÀ TOUT GAGNÉ   </a:t>
            </a:r>
          </a:p>
          <a:p>
            <a:pPr lvl="1">
              <a:defRPr/>
            </a:pPr>
            <a:r>
              <a:rPr lang="fr-FR" smtClean="0"/>
              <a:t>           Forever the Savior He has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Intro</a:t>
            </a:r>
          </a:p>
          <a:p>
            <a:pPr lvl="1">
              <a:defRPr/>
            </a:pPr>
            <a:r>
              <a:rPr lang="fr-FR" smtClean="0"/>
              <a:t>16-  ALLÉLU  ALLÉLU ALLÉLUIA  ALLÉLU </a:t>
            </a:r>
          </a:p>
          <a:p>
            <a:pPr lvl="1">
              <a:defRPr/>
            </a:pPr>
            <a:r>
              <a:rPr lang="fr-FR" smtClean="0"/>
              <a:t>       Hallelu Hallelu Hallelujah Hallelu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r>
              <a:rPr lang="fr-FR" smtClean="0"/>
              <a:t>Pont</a:t>
            </a:r>
          </a:p>
          <a:p>
            <a:pPr lvl="1">
              <a:defRPr/>
            </a:pPr>
            <a:r>
              <a:rPr lang="fr-FR" smtClean="0"/>
              <a:t>17-  TU ES NOTRE VICTOIRE TU ES RESSUSCITÉ </a:t>
            </a:r>
          </a:p>
          <a:p>
            <a:pPr lvl="1">
              <a:defRPr/>
            </a:pPr>
            <a:r>
              <a:rPr lang="fr-FR" smtClean="0"/>
              <a:t>           You are the victory You are the risen one</a:t>
            </a:r>
          </a:p>
          <a:p>
            <a:pPr lvl="1">
              <a:defRPr/>
            </a:pPr>
            <a:r>
              <a:rPr lang="fr-FR" smtClean="0"/>
              <a:t>18-  RIEN NE PEUT  TE RENVERSER TU AS DÉJÀ GAGNÉ </a:t>
            </a:r>
          </a:p>
          <a:p>
            <a:pPr lvl="1">
              <a:defRPr/>
            </a:pPr>
            <a:r>
              <a:rPr lang="fr-FR" smtClean="0"/>
              <a:t>          You cannot be defeated You have already won</a:t>
            </a:r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Couplet 1</a:t>
            </a:r>
          </a:p>
          <a:p>
            <a:pPr lvl="1">
              <a:defRPr/>
            </a:pPr>
            <a:r>
              <a:rPr lang="fr-FR" dirty="0" smtClean="0"/>
              <a:t> 2-  NOTRE DIEU EST GRAND </a:t>
            </a:r>
          </a:p>
          <a:p>
            <a:pPr lvl="1">
              <a:defRPr/>
            </a:pPr>
            <a:r>
              <a:rPr lang="fr-FR" dirty="0" smtClean="0"/>
              <a:t>     Our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higher</a:t>
            </a:r>
            <a:r>
              <a:rPr lang="fr-FR" dirty="0" smtClean="0"/>
              <a:t>
3-  IL RÈGNE EN SEIGNEUR AUCUN N’EST COMME LUI</a:t>
            </a:r>
          </a:p>
          <a:p>
            <a:pPr lvl="1"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Above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none No one </a:t>
            </a:r>
            <a:r>
              <a:rPr lang="fr-FR" dirty="0" err="1" smtClean="0"/>
              <a:t>beside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  
4-  PAS MÊME UN SEUL </a:t>
            </a:r>
          </a:p>
          <a:p>
            <a:pPr lvl="1">
              <a:defRPr/>
            </a:pPr>
            <a:r>
              <a:rPr lang="fr-FR" dirty="0" smtClean="0"/>
              <a:t>      Not </a:t>
            </a:r>
            <a:r>
              <a:rPr lang="fr-FR" dirty="0" err="1" smtClean="0"/>
              <a:t>even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Pré-refrain 1</a:t>
            </a:r>
          </a:p>
          <a:p>
            <a:pPr lvl="1">
              <a:defRPr/>
            </a:pPr>
            <a:r>
              <a:rPr lang="fr-FR" dirty="0" smtClean="0"/>
              <a:t>5-  LORSQUE LA NUIT EST LÀ LA PEUR VEUT ENTRER  </a:t>
            </a:r>
          </a:p>
          <a:p>
            <a:pPr lvl="1"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rushing</a:t>
            </a:r>
            <a:r>
              <a:rPr lang="fr-FR" dirty="0" smtClean="0"/>
              <a:t> in And </a:t>
            </a:r>
            <a:r>
              <a:rPr lang="fr-FR" dirty="0" err="1" smtClean="0"/>
              <a:t>darkness</a:t>
            </a:r>
            <a:r>
              <a:rPr lang="fr-FR" dirty="0" smtClean="0"/>
              <a:t> </a:t>
            </a:r>
            <a:r>
              <a:rPr lang="fr-FR" dirty="0" err="1" smtClean="0"/>
              <a:t>comes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6-  SOUVENONS-NOUS  QU’IL A DÉJÀ GAGNÉ  </a:t>
            </a:r>
          </a:p>
          <a:p>
            <a:pPr lvl="1">
              <a:defRPr/>
            </a:pPr>
            <a:r>
              <a:rPr lang="fr-FR" dirty="0" smtClean="0"/>
              <a:t>    Let us </a:t>
            </a:r>
            <a:r>
              <a:rPr lang="fr-FR" dirty="0" err="1" smtClean="0"/>
              <a:t>remember</a:t>
            </a:r>
            <a:r>
              <a:rPr lang="fr-FR" dirty="0" smtClean="0"/>
              <a:t> He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Refrain </a:t>
            </a:r>
          </a:p>
          <a:p>
            <a:pPr lvl="1">
              <a:defRPr/>
            </a:pPr>
            <a:r>
              <a:rPr lang="fr-FR" dirty="0" smtClean="0"/>
              <a:t>7-  EN JÉSUS CONQUÉRONS NOTRE DIEU A TRIOMPHÉ  </a:t>
            </a:r>
          </a:p>
          <a:p>
            <a:pPr lvl="1">
              <a:defRPr/>
            </a:pPr>
            <a:r>
              <a:rPr lang="fr-FR" dirty="0" smtClean="0"/>
              <a:t>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8-  POUR TOUJOURS LE SAUVEUR A DÉJÀ TOUT GAGNÉ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</a:t>
            </a:r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9-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Couplet 2</a:t>
            </a:r>
          </a:p>
          <a:p>
            <a:pPr lvl="1">
              <a:defRPr/>
            </a:pPr>
            <a:r>
              <a:rPr lang="fr-FR" dirty="0" smtClean="0"/>
              <a:t>10-  LE ROI A PARLÉ ET C’EST ASSEZ </a:t>
            </a:r>
          </a:p>
          <a:p>
            <a:pPr lvl="1">
              <a:defRPr/>
            </a:pPr>
            <a:r>
              <a:rPr lang="fr-FR" dirty="0" smtClean="0"/>
              <a:t>       Our King has </a:t>
            </a:r>
            <a:r>
              <a:rPr lang="fr-FR" dirty="0" err="1" smtClean="0"/>
              <a:t>spoken</a:t>
            </a:r>
            <a:r>
              <a:rPr lang="fr-FR" dirty="0" smtClean="0"/>
              <a:t> And </a:t>
            </a: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enough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11-  FIDÈLE À SES PROMESSES CHACUNE EST VRAIE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True</a:t>
            </a:r>
            <a:r>
              <a:rPr lang="fr-FR" dirty="0" smtClean="0"/>
              <a:t> to </a:t>
            </a:r>
            <a:r>
              <a:rPr lang="fr-FR" dirty="0" err="1" smtClean="0"/>
              <a:t>His</a:t>
            </a:r>
            <a:r>
              <a:rPr lang="fr-FR" dirty="0" smtClean="0"/>
              <a:t> promises </a:t>
            </a:r>
            <a:r>
              <a:rPr lang="fr-FR" dirty="0" err="1" smtClean="0"/>
              <a:t>Every</a:t>
            </a:r>
            <a:r>
              <a:rPr lang="fr-FR" dirty="0" smtClean="0"/>
              <a:t> last one</a:t>
            </a:r>
          </a:p>
          <a:p>
            <a:pPr lvl="1">
              <a:defRPr/>
            </a:pPr>
            <a:r>
              <a:rPr lang="fr-FR" dirty="0" smtClean="0"/>
              <a:t>Pré-refrain 2</a:t>
            </a:r>
          </a:p>
          <a:p>
            <a:pPr lvl="1">
              <a:defRPr/>
            </a:pPr>
            <a:r>
              <a:rPr lang="fr-FR" dirty="0" smtClean="0"/>
              <a:t>12-  SA GRÂCE N’A PAS DE FIN NI SON AMOUR</a:t>
            </a:r>
          </a:p>
          <a:p>
            <a:pPr lvl="1">
              <a:defRPr/>
            </a:pPr>
            <a:r>
              <a:rPr lang="fr-FR" dirty="0" smtClean="0"/>
              <a:t>              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knows</a:t>
            </a:r>
            <a:r>
              <a:rPr lang="fr-FR" dirty="0" smtClean="0"/>
              <a:t> no end </a:t>
            </a:r>
            <a:r>
              <a:rPr lang="fr-FR" dirty="0" err="1" smtClean="0"/>
              <a:t>Neither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love</a:t>
            </a:r>
          </a:p>
          <a:p>
            <a:pPr lvl="1">
              <a:defRPr/>
            </a:pPr>
            <a:r>
              <a:rPr lang="fr-FR" dirty="0" smtClean="0"/>
              <a:t> 13-  JÉSUS LE PRINCE DE PAIX A DÉJÀ GAGNÉ                          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Prince of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r>
              <a:rPr lang="fr-FR" dirty="0" smtClean="0"/>
              <a:t>   
Refrain</a:t>
            </a:r>
          </a:p>
          <a:p>
            <a:pPr lvl="1">
              <a:defRPr/>
            </a:pPr>
            <a:r>
              <a:rPr lang="fr-FR" dirty="0" smtClean="0"/>
              <a:t>14-  EN JÉSUS CONQUÉRONS NOTRE DIEU A TRIOMPHÉ </a:t>
            </a:r>
          </a:p>
          <a:p>
            <a:pPr lvl="1">
              <a:defRPr/>
            </a:pPr>
            <a:r>
              <a:rPr lang="fr-FR" dirty="0" smtClean="0"/>
              <a:t>          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triumph</a:t>
            </a:r>
            <a:r>
              <a:rPr lang="fr-FR" dirty="0" smtClean="0"/>
              <a:t> Our </a:t>
            </a:r>
            <a:r>
              <a:rPr lang="fr-FR" dirty="0" err="1" smtClean="0"/>
              <a:t>God</a:t>
            </a:r>
            <a:r>
              <a:rPr lang="fr-FR" dirty="0" smtClean="0"/>
              <a:t> has </a:t>
            </a:r>
            <a:r>
              <a:rPr lang="fr-FR" dirty="0" err="1" smtClean="0"/>
              <a:t>overcome</a:t>
            </a:r>
            <a:endParaRPr lang="fr-FR" dirty="0" smtClean="0"/>
          </a:p>
          <a:p>
            <a:pPr lvl="1">
              <a:defRPr/>
            </a:pPr>
            <a:r>
              <a:rPr lang="fr-FR" dirty="0" smtClean="0"/>
              <a:t>15-  POUR TOUJOURS LE SAUVEUR A DÉJÀ TOUT GAGNÉ   </a:t>
            </a:r>
          </a:p>
          <a:p>
            <a:pPr lvl="1"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Forever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He has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Intro</a:t>
            </a:r>
          </a:p>
          <a:p>
            <a:pPr lvl="1">
              <a:defRPr/>
            </a:pPr>
            <a:r>
              <a:rPr lang="fr-FR" dirty="0" smtClean="0"/>
              <a:t>16-  ALLÉLU  </a:t>
            </a:r>
            <a:r>
              <a:rPr lang="fr-FR" dirty="0" err="1" smtClean="0"/>
              <a:t>ALLÉLU</a:t>
            </a:r>
            <a:r>
              <a:rPr lang="fr-FR" dirty="0" smtClean="0"/>
              <a:t> ALLÉLUIA  ALLÉLU </a:t>
            </a:r>
          </a:p>
          <a:p>
            <a:pPr lvl="1"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</a:t>
            </a: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r>
              <a:rPr lang="fr-FR" dirty="0" smtClean="0"/>
              <a:t>Pont</a:t>
            </a:r>
          </a:p>
          <a:p>
            <a:pPr lvl="1">
              <a:defRPr/>
            </a:pPr>
            <a:r>
              <a:rPr lang="fr-FR" dirty="0" smtClean="0"/>
              <a:t>17-  TU ES NOTRE VICTOIRE TU ES RESSUSCITÉ </a:t>
            </a:r>
          </a:p>
          <a:p>
            <a:pPr lvl="1">
              <a:defRPr/>
            </a:pPr>
            <a:r>
              <a:rPr lang="fr-FR" dirty="0" smtClean="0"/>
              <a:t>           You are the </a:t>
            </a:r>
            <a:r>
              <a:rPr lang="fr-FR" dirty="0" err="1" smtClean="0"/>
              <a:t>victory</a:t>
            </a:r>
            <a:r>
              <a:rPr lang="fr-FR" dirty="0" smtClean="0"/>
              <a:t> You are the </a:t>
            </a:r>
            <a:r>
              <a:rPr lang="fr-FR" dirty="0" err="1" smtClean="0"/>
              <a:t>risen</a:t>
            </a:r>
            <a:r>
              <a:rPr lang="fr-FR" dirty="0" smtClean="0"/>
              <a:t> one</a:t>
            </a:r>
          </a:p>
          <a:p>
            <a:pPr lvl="1">
              <a:defRPr/>
            </a:pPr>
            <a:r>
              <a:rPr lang="fr-FR" dirty="0" smtClean="0"/>
              <a:t>18-  RIEN NE PEUT  TE RENVERSER TU AS DÉJÀ GAGNÉ </a:t>
            </a:r>
          </a:p>
          <a:p>
            <a:pPr lvl="1">
              <a:defRPr/>
            </a:pPr>
            <a:r>
              <a:rPr lang="fr-FR" dirty="0" smtClean="0"/>
              <a:t>          You </a:t>
            </a:r>
            <a:r>
              <a:rPr lang="fr-FR" dirty="0" err="1" smtClean="0"/>
              <a:t>cannot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r>
              <a:rPr lang="fr-FR" dirty="0" smtClean="0"/>
              <a:t> You have </a:t>
            </a:r>
            <a:r>
              <a:rPr lang="fr-FR" dirty="0" err="1" smtClean="0"/>
              <a:t>already</a:t>
            </a:r>
            <a:r>
              <a:rPr lang="fr-FR" dirty="0" smtClean="0"/>
              <a:t> won</a:t>
            </a:r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  <a:p>
            <a:pPr lvl="1"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Intro</a:t>
            </a:r>
          </a:p>
          <a:p>
            <a:r>
              <a:rPr lang="fr-FR" smtClean="0"/>
              <a:t>1-  ALLÉLU  ALLÉLU ALLÉLUIA  ALLÉLU </a:t>
            </a:r>
          </a:p>
          <a:p>
            <a:r>
              <a:rPr lang="fr-FR" smtClean="0"/>
              <a:t>               Hallelu Hallelu Hallelujah Hallelu</a:t>
            </a:r>
          </a:p>
          <a:p>
            <a:endParaRPr lang="fr-FR" smtClean="0"/>
          </a:p>
          <a:p>
            <a:r>
              <a:rPr lang="fr-FR" smtClean="0"/>
              <a:t>Couplet 1</a:t>
            </a:r>
          </a:p>
          <a:p>
            <a:r>
              <a:rPr lang="fr-FR" smtClean="0"/>
              <a:t> 2-  NOTRE DIEU EST GRAND </a:t>
            </a:r>
          </a:p>
          <a:p>
            <a:r>
              <a:rPr lang="fr-FR" smtClean="0"/>
              <a:t>     Our God is higher
3-  IL RÈGNE EN SEIGNEUR AUCUN N’EST COMME LUI</a:t>
            </a:r>
          </a:p>
          <a:p>
            <a:r>
              <a:rPr lang="fr-FR" smtClean="0"/>
              <a:t>      Above Him none No one beside Him   
4-  PAS MÊME UN SEUL </a:t>
            </a:r>
          </a:p>
          <a:p>
            <a:r>
              <a:rPr lang="fr-FR" smtClean="0"/>
              <a:t>      Not even one</a:t>
            </a:r>
          </a:p>
          <a:p>
            <a:r>
              <a:rPr lang="fr-FR" smtClean="0"/>
              <a:t>Pré-refrain 1</a:t>
            </a:r>
          </a:p>
          <a:p>
            <a:r>
              <a:rPr lang="fr-FR" smtClean="0"/>
              <a:t>5-  LORSQUE LA NUIT EST LÀ LA PEUR VEUT ENTRER  </a:t>
            </a:r>
          </a:p>
          <a:p>
            <a:r>
              <a:rPr lang="fr-FR" smtClean="0"/>
              <a:t>When fear is rushing in And darkness comes</a:t>
            </a:r>
          </a:p>
          <a:p>
            <a:r>
              <a:rPr lang="fr-FR" smtClean="0"/>
              <a:t>6-  SOUVENONS-NOUS  QU’IL A DÉJÀ GAGNÉ  </a:t>
            </a:r>
          </a:p>
          <a:p>
            <a:r>
              <a:rPr lang="fr-FR" smtClean="0"/>
              <a:t>    Let us remember He already won</a:t>
            </a:r>
          </a:p>
          <a:p>
            <a:r>
              <a:rPr lang="fr-FR" smtClean="0"/>
              <a:t>Refrain </a:t>
            </a:r>
          </a:p>
          <a:p>
            <a:r>
              <a:rPr lang="fr-FR" smtClean="0"/>
              <a:t>7-  EN JÉSUS CONQUÉRONS NOTRE DIEU A TRIOMPHÉ  </a:t>
            </a:r>
          </a:p>
          <a:p>
            <a:r>
              <a:rPr lang="fr-FR" smtClean="0"/>
              <a:t>In Jesus we triumph Our God has overcome</a:t>
            </a:r>
          </a:p>
          <a:p>
            <a:r>
              <a:rPr lang="fr-FR" smtClean="0"/>
              <a:t>8-  POUR TOUJOURS LE SAUVEUR A DÉJÀ TOUT GAGNÉ </a:t>
            </a:r>
          </a:p>
          <a:p>
            <a:r>
              <a:rPr lang="fr-FR" smtClean="0"/>
              <a:t>           Forever the Savior He has already won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Intro</a:t>
            </a:r>
          </a:p>
          <a:p>
            <a:r>
              <a:rPr lang="fr-FR" smtClean="0"/>
              <a:t>9-  ALLÉLU  ALLÉLU ALLÉLUIA  ALLÉLU </a:t>
            </a:r>
          </a:p>
          <a:p>
            <a:r>
              <a:rPr lang="fr-FR" smtClean="0"/>
              <a:t>     Hallelu Hallelu Hallelujah Hallelu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10-  LE ROI A PARLÉ ET C’EST ASSEZ </a:t>
            </a:r>
          </a:p>
          <a:p>
            <a:r>
              <a:rPr lang="fr-FR" smtClean="0"/>
              <a:t>       Our King has spoken And that's enough</a:t>
            </a:r>
          </a:p>
          <a:p>
            <a:r>
              <a:rPr lang="fr-FR" smtClean="0"/>
              <a:t>11-  FIDÈLE À SES PROMESSES CHACUNE EST VRAIE </a:t>
            </a:r>
          </a:p>
          <a:p>
            <a:r>
              <a:rPr lang="fr-FR" smtClean="0"/>
              <a:t>       True to His promises Every last one</a:t>
            </a:r>
          </a:p>
          <a:p>
            <a:r>
              <a:rPr lang="fr-FR" smtClean="0"/>
              <a:t>Pré-refrain 2</a:t>
            </a:r>
          </a:p>
          <a:p>
            <a:r>
              <a:rPr lang="fr-FR" smtClean="0"/>
              <a:t>12-  SA GRÂCE N’A PAS DE FIN NI SON AMOUR</a:t>
            </a:r>
          </a:p>
          <a:p>
            <a:r>
              <a:rPr lang="fr-FR" smtClean="0"/>
              <a:t>               His mercy knows no end Neither His love</a:t>
            </a:r>
          </a:p>
          <a:p>
            <a:r>
              <a:rPr lang="fr-FR" smtClean="0"/>
              <a:t> 13-  JÉSUS LE PRINCE DE PAIX A DÉJÀ GAGNÉ                          	Jesus our Prince of Peace Already won</a:t>
            </a:r>
          </a:p>
          <a:p>
            <a:r>
              <a:rPr lang="fr-FR" smtClean="0"/>
              <a:t>   
Refrain</a:t>
            </a:r>
          </a:p>
          <a:p>
            <a:r>
              <a:rPr lang="fr-FR" smtClean="0"/>
              <a:t>14-  EN JÉSUS CONQUÉRONS NOTRE DIEU A TRIOMPHÉ </a:t>
            </a:r>
          </a:p>
          <a:p>
            <a:r>
              <a:rPr lang="fr-FR" smtClean="0"/>
              <a:t>           In Jesus we triumph Our God has overcome</a:t>
            </a:r>
          </a:p>
          <a:p>
            <a:r>
              <a:rPr lang="fr-FR" smtClean="0"/>
              <a:t>15-  POUR TOUJOURS LE SAUVEUR A DÉJÀ TOUT GAGNÉ   </a:t>
            </a:r>
          </a:p>
          <a:p>
            <a:r>
              <a:rPr lang="fr-FR" smtClean="0"/>
              <a:t>           Forever the Savior He has already won</a:t>
            </a:r>
          </a:p>
          <a:p>
            <a:endParaRPr lang="fr-FR" smtClean="0"/>
          </a:p>
          <a:p>
            <a:r>
              <a:rPr lang="fr-FR" smtClean="0"/>
              <a:t>Intro</a:t>
            </a:r>
          </a:p>
          <a:p>
            <a:r>
              <a:rPr lang="fr-FR" smtClean="0"/>
              <a:t>16-  ALLÉLU  ALLÉLU ALLÉLUIA  ALLÉLU </a:t>
            </a:r>
          </a:p>
          <a:p>
            <a:r>
              <a:rPr lang="fr-FR" smtClean="0"/>
              <a:t>       Hallelu Hallelu Hallelujah Hallelu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17-  TU ES NOTRE VICTOIRE TU ES RESSUSCITÉ </a:t>
            </a:r>
          </a:p>
          <a:p>
            <a:r>
              <a:rPr lang="fr-FR" smtClean="0"/>
              <a:t>           You are the victory You are the risen one</a:t>
            </a:r>
          </a:p>
          <a:p>
            <a:r>
              <a:rPr lang="fr-FR" smtClean="0"/>
              <a:t>18-  RIEN NE PEUT  TE RENVERSER TU AS DÉJÀ GAGNÉ </a:t>
            </a:r>
          </a:p>
          <a:p>
            <a:r>
              <a:rPr lang="fr-FR" smtClean="0"/>
              <a:t>          You cannot be defeated You have already won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FE2DF-2881-41C4-9965-21730E915F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6AC4B-6E90-4049-8A96-2751447941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FA32D-DB76-435F-8774-7621FC4772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1EE7-64CE-42A4-A992-D9C13005A8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FEFF5-1E1C-4304-973F-313A52BD5E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252670-909C-46C3-AA24-D509883D1E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750FC-559B-435A-8C3C-F156CBD202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EE44D-DEB3-40A5-A1F6-F2E36EC05D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2E494-1414-4E4D-AA02-553DF4EEFD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235F6-7CAA-45BC-A0EE-8157DC8310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878CA-FE69-4C4A-83DF-6E41F5BF98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2228A19-DC0D-4F75-8088-03DD6F9C28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 </a:t>
            </a:r>
            <a:r>
              <a:rPr lang="en-U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 ALLÉLU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EST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RÈGNE EN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AUCUN N’EST COMME LUI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MÊME UN SEUL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LA NUIT EST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PEUR VEUT ENTRER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SOUVENONS-NOUS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A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DÉJÀ GAGNÉ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JÉSUS CONQUÉRONS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A TRIOMPHÉ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LE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DÉJÀ TOUT GAGNÉ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 </a:t>
            </a:r>
            <a:r>
              <a:rPr lang="en-US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 ALLÉLU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A PARLÉ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ASSEZ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FIDÈLE À SES PROMESSES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CHACUNE EST VRAIE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GRÂCE N’A PAS DE 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SON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LE PRINCE DE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DÉJÀ GAGNÉ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JÉSUS CONQUÉRONS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A TRIOMPHÉ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LE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DÉJÀ TOUT GAGNÉ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 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 ALLÉLU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RESSUSCITÉ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 TE RENVERSER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DÉJÀ GAGNÉ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983</Words>
  <Application>Microsoft Office PowerPoint</Application>
  <PresentationFormat>On-screen Show (4:3)</PresentationFormat>
  <Paragraphs>1763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160</cp:revision>
  <dcterms:created xsi:type="dcterms:W3CDTF">2002-08-17T10:50:50Z</dcterms:created>
  <dcterms:modified xsi:type="dcterms:W3CDTF">2017-12-30T15:24:48Z</dcterms:modified>
</cp:coreProperties>
</file>