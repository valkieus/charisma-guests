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2" r:id="rId2"/>
    <p:sldId id="291" r:id="rId3"/>
    <p:sldId id="290" r:id="rId4"/>
    <p:sldId id="289" r:id="rId5"/>
    <p:sldId id="288" r:id="rId6"/>
    <p:sldId id="287" r:id="rId7"/>
    <p:sldId id="286" r:id="rId8"/>
    <p:sldId id="292" r:id="rId9"/>
    <p:sldId id="285" r:id="rId10"/>
    <p:sldId id="284" r:id="rId11"/>
    <p:sldId id="293" r:id="rId12"/>
    <p:sldId id="283" r:id="rId13"/>
    <p:sldId id="282" r:id="rId14"/>
    <p:sldId id="281" r:id="rId15"/>
    <p:sldId id="280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295" r:id="rId24"/>
    <p:sldId id="303" r:id="rId25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600" autoAdjust="0"/>
    <p:restoredTop sz="47445" autoAdjust="0"/>
  </p:normalViewPr>
  <p:slideViewPr>
    <p:cSldViewPr>
      <p:cViewPr varScale="1">
        <p:scale>
          <a:sx n="41" d="100"/>
          <a:sy n="41" d="100"/>
        </p:scale>
        <p:origin x="-58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47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C409AF6-2AE2-4043-8FA2-C1FF23A85F06}" type="datetimeFigureOut">
              <a:rPr lang="fr-FR"/>
              <a:pPr>
                <a:defRPr/>
              </a:pPr>
              <a:t>23/11/2019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7E2EC65-9482-4882-9FBA-64F8D5410C8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DIEU SOUVERAIN TU ES ÉLEVÉ ET TOUJOURS TOUT PRÈS</a:t>
            </a:r>
          </a:p>
          <a:p>
            <a:r>
              <a:rPr lang="fr-FR" smtClean="0"/>
              <a:t>     Sovereign God You are lifted up Still You're here with us
2-  BÉNI SOIT TON NOM </a:t>
            </a:r>
          </a:p>
          <a:p>
            <a:r>
              <a:rPr lang="fr-FR" smtClean="0"/>
              <a:t>      Blessed be Your name
3-  JÉSUS CHRIST, TU T’ES SACRIFIÉ PUIS RÉSSUSCITÉ </a:t>
            </a:r>
          </a:p>
          <a:p>
            <a:r>
              <a:rPr lang="fr-FR" smtClean="0"/>
              <a:t>      Jesus Christ You were sacrificed Risen glorified
4-  BÉNI SOIT TON NOM</a:t>
            </a:r>
          </a:p>
          <a:p>
            <a:r>
              <a:rPr lang="fr-FR" smtClean="0"/>
              <a:t>     Blessed be Your name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5-  CHANTONS ALLÉLUIA CHANTONS ALLÉLUIA 
                              We sing Hallelujah We sing Hallelujah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6-  BÉNI SOIT LE NOM DE CELUI QUI NOUS SAUVE</a:t>
            </a:r>
          </a:p>
          <a:p>
            <a:r>
              <a:rPr lang="fr-FR" smtClean="0"/>
              <a:t>                             Blessed be the name Of the one who saves us
	7-  BÉNI SOIT LE NOM OUI LE NOM DE JÉSUS </a:t>
            </a:r>
          </a:p>
          <a:p>
            <a:r>
              <a:rPr lang="fr-FR" smtClean="0"/>
              <a:t>                             Blessed be the name Of the name of Jesus
	8-  BÉNI SOIT LE NOM DE CELUI QUI RÈGNE </a:t>
            </a:r>
          </a:p>
          <a:p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smtClean="0"/>
          </a:p>
          <a:p>
            <a:r>
              <a:rPr lang="fr-FR" smtClean="0"/>
              <a:t>	10-  OH OH OH OH 
</a:t>
            </a:r>
          </a:p>
          <a:p>
            <a:r>
              <a:rPr lang="fr-FR" smtClean="0"/>
              <a:t>	11-  BÉNI LE NOM LE NOM DE JÉSUS</a:t>
            </a:r>
          </a:p>
          <a:p>
            <a:r>
              <a:rPr lang="fr-FR" smtClean="0"/>
              <a:t>                               We bless the name, The name of Jesus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12-  DIEU SOUVERAIN TU ES CE QUE NOUS VOULONS </a:t>
            </a:r>
          </a:p>
          <a:p>
            <a:r>
              <a:rPr lang="fr-FR" smtClean="0"/>
              <a:t>        Sovereign one You are all we want
13-  POUR TOUS TES BIENFAITS BÉNI SOIT TON NOM </a:t>
            </a:r>
          </a:p>
          <a:p>
            <a:r>
              <a:rPr lang="fr-FR" smtClean="0"/>
              <a:t>        For every thing You've done, Blessed be Your name
14-  JÉSUS CHRIST TU ES TOUT À MOI </a:t>
            </a:r>
          </a:p>
          <a:p>
            <a:r>
              <a:rPr lang="fr-FR" smtClean="0"/>
              <a:t>       Jesus Christ You are ever mine
15-  TOUT EN MOI S’ÉCRIT BÉNI SOIT TON NOM</a:t>
            </a:r>
          </a:p>
          <a:p>
            <a:r>
              <a:rPr lang="fr-FR" smtClean="0"/>
              <a:t>        All within me cries, Blessed be Your name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Pré-Refrain
	16-  CHANTONS ALLÉLUIA CHANTONS ALLÉLUIA   x2</a:t>
            </a:r>
          </a:p>
          <a:p>
            <a:r>
              <a:rPr lang="fr-FR" smtClean="0"/>
              <a:t>                                We sing Hallelujah, We sing Hallelujah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17-  BÉNI SOIT LE NOM DE CELUI QUI NOUS SAUVE </a:t>
            </a:r>
          </a:p>
          <a:p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smtClean="0"/>
          </a:p>
          <a:p>
            <a:r>
              <a:rPr lang="fr-FR" smtClean="0"/>
              <a:t>	21-  OH OH OH OH  
</a:t>
            </a:r>
          </a:p>
          <a:p>
            <a:r>
              <a:rPr lang="fr-FR" smtClean="0"/>
              <a:t>	22-  BÉNI LE NOM LE NOM DE JÉSUS </a:t>
            </a:r>
          </a:p>
          <a:p>
            <a:r>
              <a:rPr lang="fr-FR" smtClean="0"/>
              <a:t>                                 We bless the name, The name of Jesus</a:t>
            </a:r>
          </a:p>
          <a:p>
            <a:endParaRPr lang="fr-FR" smtClean="0"/>
          </a:p>
          <a:p>
            <a:r>
              <a:rPr lang="fr-FR" smtClean="0"/>
              <a:t>Pont
23-  BÉNI LE, Ô MON ÂME AVEC TOUT CE QUI EST EN MOI  x3</a:t>
            </a:r>
          </a:p>
          <a:p>
            <a:r>
              <a:rPr lang="fr-FR" smtClean="0"/>
              <a:t>         Bless the Lord of my soul, And everything inside of me</a:t>
            </a:r>
          </a:p>
          <a:p>
            <a:endParaRPr lang="fr-FR" smtClean="0"/>
          </a:p>
          <a:p>
            <a:r>
              <a:rPr lang="fr-FR" smtClean="0"/>
              <a:t>24-  BÉNI LE NOM, BÉNI LE NOM BÉNI LE NOM, LE NOM DE JÉSUS</a:t>
            </a:r>
          </a:p>
          <a:p>
            <a:r>
              <a:rPr lang="fr-FR" smtClean="0"/>
              <a:t>         We bless the name, We bless the name, We bless the name, The name of Jesus</a:t>
            </a:r>
          </a:p>
          <a:p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dirty="0" smtClean="0"/>
              <a:t>Couplet 1</a:t>
            </a:r>
          </a:p>
          <a:p>
            <a:pPr>
              <a:defRPr/>
            </a:pPr>
            <a:r>
              <a:rPr lang="fr-FR" dirty="0" smtClean="0"/>
              <a:t>1-  DIEU SOUVERAIN TU ES ÉLEVÉ ET TOUJOURS TOUT PRÈS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Sovereign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You are </a:t>
            </a:r>
            <a:r>
              <a:rPr lang="fr-FR" dirty="0" err="1" smtClean="0"/>
              <a:t>lifted</a:t>
            </a:r>
            <a:r>
              <a:rPr lang="fr-FR" dirty="0" smtClean="0"/>
              <a:t> up </a:t>
            </a:r>
            <a:r>
              <a:rPr lang="fr-FR" dirty="0" err="1" smtClean="0"/>
              <a:t>Still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us
2-  BÉNI SOIT TON NOM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3-  JÉSUS CHRIST, TU T’ES SACRIFIÉ PUIS RÉSSUSCITÉ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Jesus</a:t>
            </a:r>
            <a:r>
              <a:rPr lang="fr-FR" dirty="0" smtClean="0"/>
              <a:t> Christ You </a:t>
            </a: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sacrificed</a:t>
            </a:r>
            <a:r>
              <a:rPr lang="fr-FR" dirty="0" smtClean="0"/>
              <a:t>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glorified</a:t>
            </a:r>
            <a:r>
              <a:rPr lang="fr-FR" dirty="0" smtClean="0"/>
              <a:t>
4-  BÉNI SOIT TON NOM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</a:t>
            </a:r>
          </a:p>
          <a:p>
            <a:pPr>
              <a:defRPr/>
            </a:pPr>
            <a:r>
              <a:rPr lang="fr-FR" dirty="0" smtClean="0"/>
              <a:t>	5-  CHANTONS ALLÉLUIA CHANTONS ALLÉLUIA 
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</a:t>
            </a:r>
          </a:p>
          <a:p>
            <a:pPr>
              <a:defRPr/>
            </a:pPr>
            <a:r>
              <a:rPr lang="fr-FR" dirty="0" smtClean="0"/>
              <a:t>	6-  BÉNI SOIT LE NOM DE CELUI QUI NOUS SAUVE</a:t>
            </a:r>
          </a:p>
          <a:p>
            <a:pPr>
              <a:defRPr/>
            </a:pPr>
            <a:r>
              <a:rPr lang="fr-FR" dirty="0" smtClean="0"/>
              <a:t>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saves</a:t>
            </a:r>
            <a:r>
              <a:rPr lang="fr-FR" dirty="0" smtClean="0"/>
              <a:t> us
	7-  BÉNI SOIT LE NOM OUI LE NOM DE JÉSUS </a:t>
            </a:r>
          </a:p>
          <a:p>
            <a:pPr>
              <a:defRPr/>
            </a:pPr>
            <a:r>
              <a:rPr lang="fr-FR" dirty="0" smtClean="0"/>
              <a:t>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 Of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
	8-  BÉNI SOIT LE NOM DE CELUI QUI RÈGNE </a:t>
            </a:r>
          </a:p>
          <a:p>
            <a:pPr>
              <a:defRPr/>
            </a:pPr>
            <a:r>
              <a:rPr lang="fr-FR" dirty="0" smtClean="0"/>
              <a:t>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reigns</a:t>
            </a:r>
            <a:r>
              <a:rPr lang="fr-FR" dirty="0" smtClean="0"/>
              <a:t>
	9-  BÉNI LE NOM, BÉNI LE NOM BÉNI LE NOM, LE NOM DE JÉSUS 
                              And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10-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
</a:t>
            </a:r>
          </a:p>
          <a:p>
            <a:pPr>
              <a:defRPr/>
            </a:pPr>
            <a:r>
              <a:rPr lang="fr-FR" dirty="0" smtClean="0"/>
              <a:t>	11-  BÉNI LE NOM LE NOM DE JÉSUS</a:t>
            </a:r>
          </a:p>
          <a:p>
            <a:pPr>
              <a:defRPr/>
            </a:pPr>
            <a:r>
              <a:rPr lang="fr-FR" dirty="0" smtClean="0"/>
              <a:t> 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12-  DIEU SOUVERAIN TU ES CE QUE NOUS VOULONS </a:t>
            </a:r>
          </a:p>
          <a:p>
            <a:pPr>
              <a:defRPr/>
            </a:pPr>
            <a:r>
              <a:rPr lang="fr-FR" dirty="0" smtClean="0"/>
              <a:t>        </a:t>
            </a:r>
            <a:r>
              <a:rPr lang="fr-FR" dirty="0" err="1" smtClean="0"/>
              <a:t>Sovereign</a:t>
            </a:r>
            <a:r>
              <a:rPr lang="fr-FR" dirty="0" smtClean="0"/>
              <a:t> one You are all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
13-  POUR TOUS TES BIENFAITS BÉNI SOIT TON NOM </a:t>
            </a:r>
          </a:p>
          <a:p>
            <a:pPr>
              <a:defRPr/>
            </a:pPr>
            <a:r>
              <a:rPr lang="fr-FR" dirty="0" smtClean="0"/>
              <a:t>        For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thing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,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14-  JÉSUS CHRIST TU ES TOUT À MOI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Jesus</a:t>
            </a:r>
            <a:r>
              <a:rPr lang="fr-FR" dirty="0" smtClean="0"/>
              <a:t> Christ You are </a:t>
            </a:r>
            <a:r>
              <a:rPr lang="fr-FR" dirty="0" err="1" smtClean="0"/>
              <a:t>ever</a:t>
            </a:r>
            <a:r>
              <a:rPr lang="fr-FR" dirty="0" smtClean="0"/>
              <a:t> mine
15-  TOUT EN MOI S’ÉCRIT BÉNI SOIT TON NOM</a:t>
            </a:r>
          </a:p>
          <a:p>
            <a:pPr>
              <a:defRPr/>
            </a:pPr>
            <a:r>
              <a:rPr lang="fr-FR" dirty="0" smtClean="0"/>
              <a:t>        All </a:t>
            </a:r>
            <a:r>
              <a:rPr lang="fr-FR" dirty="0" err="1" smtClean="0"/>
              <a:t>within</a:t>
            </a:r>
            <a:r>
              <a:rPr lang="fr-FR" dirty="0" smtClean="0"/>
              <a:t> me cries,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
	16-  CHANTONS ALLÉLUIA CHANTONS ALLÉLUIA   x2</a:t>
            </a:r>
          </a:p>
          <a:p>
            <a:pPr>
              <a:defRPr/>
            </a:pPr>
            <a:r>
              <a:rPr lang="fr-FR" dirty="0" smtClean="0"/>
              <a:t>  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</a:t>
            </a:r>
          </a:p>
          <a:p>
            <a:pPr>
              <a:defRPr/>
            </a:pPr>
            <a:r>
              <a:rPr lang="fr-FR" dirty="0" smtClean="0"/>
              <a:t>	17-  BÉNI SOIT LE NOM DE CELUI QUI NOUS SAUVE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saves</a:t>
            </a:r>
            <a:r>
              <a:rPr lang="fr-FR" dirty="0" smtClean="0"/>
              <a:t> us
	18-  BÉNI SOIT LE NOM OUI LE NOM DE JÉSUS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Of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
	19-  BÉNI SOIT LE NOM DE CELUI QUI RÈGNE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reigns</a:t>
            </a:r>
            <a:r>
              <a:rPr lang="fr-FR" dirty="0" smtClean="0"/>
              <a:t>
	20-  BÉNI LE NOM, BÉNI LE NOM BÉNI LE NOM, LE NOM DE JÉSUS 
                                 And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21-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 
</a:t>
            </a:r>
          </a:p>
          <a:p>
            <a:pPr>
              <a:defRPr/>
            </a:pPr>
            <a:r>
              <a:rPr lang="fr-FR" dirty="0" smtClean="0"/>
              <a:t>	22-  BÉNI LE NOM LE NOM DE JÉSUS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
23-  BÉNI LE, Ô MON ÂME AVEC TOUT CE QUI EST EN MOI  x3</a:t>
            </a:r>
          </a:p>
          <a:p>
            <a:pPr>
              <a:defRPr/>
            </a:pPr>
            <a:r>
              <a:rPr lang="fr-FR" dirty="0" smtClean="0"/>
              <a:t>         </a:t>
            </a:r>
            <a:r>
              <a:rPr lang="fr-FR" dirty="0" err="1" smtClean="0"/>
              <a:t>Bless</a:t>
            </a:r>
            <a:r>
              <a:rPr lang="fr-FR" dirty="0" smtClean="0"/>
              <a:t> the Lord of </a:t>
            </a:r>
            <a:r>
              <a:rPr lang="fr-FR" dirty="0" err="1" smtClean="0"/>
              <a:t>my</a:t>
            </a:r>
            <a:r>
              <a:rPr lang="fr-FR" dirty="0" smtClean="0"/>
              <a:t> soul, And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inside</a:t>
            </a:r>
            <a:r>
              <a:rPr lang="fr-FR" dirty="0" smtClean="0"/>
              <a:t> of 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24-  BÉNI LE NOM, BÉNI LE NOM BÉNI LE NOM, LE NOM DE JÉSUS</a:t>
            </a:r>
          </a:p>
          <a:p>
            <a:pPr>
              <a:defRPr/>
            </a:pPr>
            <a:r>
              <a:rPr lang="fr-FR" dirty="0" smtClean="0"/>
              <a:t>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Couplet 1</a:t>
            </a:r>
          </a:p>
          <a:p>
            <a:pPr>
              <a:defRPr/>
            </a:pPr>
            <a:r>
              <a:rPr lang="fr-FR" dirty="0" smtClean="0"/>
              <a:t>1-  DIEU SOUVERAIN TU ES ÉLEVÉ ET TOUJOURS TOUT PRÈS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Sovereign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You are </a:t>
            </a:r>
            <a:r>
              <a:rPr lang="fr-FR" dirty="0" err="1" smtClean="0"/>
              <a:t>lifted</a:t>
            </a:r>
            <a:r>
              <a:rPr lang="fr-FR" dirty="0" smtClean="0"/>
              <a:t> up </a:t>
            </a:r>
            <a:r>
              <a:rPr lang="fr-FR" dirty="0" err="1" smtClean="0"/>
              <a:t>Still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us
2-  BÉNI SOIT TON NOM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3-  JÉSUS CHRIST, TU T’ES SACRIFIÉ PUIS RÉSSUSCITÉ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Jesus</a:t>
            </a:r>
            <a:r>
              <a:rPr lang="fr-FR" dirty="0" smtClean="0"/>
              <a:t> Christ You </a:t>
            </a: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sacrificed</a:t>
            </a:r>
            <a:r>
              <a:rPr lang="fr-FR" dirty="0" smtClean="0"/>
              <a:t>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glorified</a:t>
            </a:r>
            <a:r>
              <a:rPr lang="fr-FR" dirty="0" smtClean="0"/>
              <a:t>
4-  BÉNI SOIT TON NOM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</a:t>
            </a:r>
          </a:p>
          <a:p>
            <a:pPr>
              <a:defRPr/>
            </a:pPr>
            <a:r>
              <a:rPr lang="fr-FR" dirty="0" smtClean="0"/>
              <a:t>	5-  CHANTONS ALLÉLUIA CHANTONS ALLÉLUIA 
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</a:t>
            </a:r>
          </a:p>
          <a:p>
            <a:pPr>
              <a:defRPr/>
            </a:pPr>
            <a:r>
              <a:rPr lang="fr-FR" dirty="0" smtClean="0"/>
              <a:t>	6-  BÉNI SOIT LE NOM DE CELUI QUI NOUS SAUVE</a:t>
            </a:r>
          </a:p>
          <a:p>
            <a:pPr>
              <a:defRPr/>
            </a:pPr>
            <a:r>
              <a:rPr lang="fr-FR" dirty="0" smtClean="0"/>
              <a:t>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saves</a:t>
            </a:r>
            <a:r>
              <a:rPr lang="fr-FR" dirty="0" smtClean="0"/>
              <a:t> us
	7-  BÉNI SOIT LE NOM OUI LE NOM DE JÉSUS </a:t>
            </a:r>
          </a:p>
          <a:p>
            <a:pPr>
              <a:defRPr/>
            </a:pPr>
            <a:r>
              <a:rPr lang="fr-FR" dirty="0" smtClean="0"/>
              <a:t>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 Of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
	8-  BÉNI SOIT LE NOM DE CELUI QUI RÈGNE </a:t>
            </a:r>
          </a:p>
          <a:p>
            <a:pPr>
              <a:defRPr/>
            </a:pPr>
            <a:r>
              <a:rPr lang="fr-FR" dirty="0" smtClean="0"/>
              <a:t>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reigns</a:t>
            </a:r>
            <a:r>
              <a:rPr lang="fr-FR" dirty="0" smtClean="0"/>
              <a:t>
	9-  BÉNI LE NOM, BÉNI LE NOM BÉNI LE NOM, LE NOM DE JÉSUS 
                              And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10-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
</a:t>
            </a:r>
          </a:p>
          <a:p>
            <a:pPr>
              <a:defRPr/>
            </a:pPr>
            <a:r>
              <a:rPr lang="fr-FR" dirty="0" smtClean="0"/>
              <a:t>	11-  BÉNI LE NOM LE NOM DE JÉSUS</a:t>
            </a:r>
          </a:p>
          <a:p>
            <a:pPr>
              <a:defRPr/>
            </a:pPr>
            <a:r>
              <a:rPr lang="fr-FR" dirty="0" smtClean="0"/>
              <a:t> 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12-  DIEU SOUVERAIN TU ES CE QUE NOUS VOULONS </a:t>
            </a:r>
          </a:p>
          <a:p>
            <a:pPr>
              <a:defRPr/>
            </a:pPr>
            <a:r>
              <a:rPr lang="fr-FR" dirty="0" smtClean="0"/>
              <a:t>        </a:t>
            </a:r>
            <a:r>
              <a:rPr lang="fr-FR" dirty="0" err="1" smtClean="0"/>
              <a:t>Sovereign</a:t>
            </a:r>
            <a:r>
              <a:rPr lang="fr-FR" dirty="0" smtClean="0"/>
              <a:t> one You are all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
13-  POUR TOUS TES BIENFAITS BÉNI SOIT TON NOM </a:t>
            </a:r>
          </a:p>
          <a:p>
            <a:pPr>
              <a:defRPr/>
            </a:pPr>
            <a:r>
              <a:rPr lang="fr-FR" dirty="0" smtClean="0"/>
              <a:t>        For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thing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,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14-  JÉSUS CHRIST TU ES TOUT À MOI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Jesus</a:t>
            </a:r>
            <a:r>
              <a:rPr lang="fr-FR" dirty="0" smtClean="0"/>
              <a:t> Christ You are </a:t>
            </a:r>
            <a:r>
              <a:rPr lang="fr-FR" dirty="0" err="1" smtClean="0"/>
              <a:t>ever</a:t>
            </a:r>
            <a:r>
              <a:rPr lang="fr-FR" dirty="0" smtClean="0"/>
              <a:t> mine
15-  TOUT EN MOI S’ÉCRIT BÉNI SOIT TON NOM</a:t>
            </a:r>
          </a:p>
          <a:p>
            <a:pPr>
              <a:defRPr/>
            </a:pPr>
            <a:r>
              <a:rPr lang="fr-FR" dirty="0" smtClean="0"/>
              <a:t>        All </a:t>
            </a:r>
            <a:r>
              <a:rPr lang="fr-FR" dirty="0" err="1" smtClean="0"/>
              <a:t>within</a:t>
            </a:r>
            <a:r>
              <a:rPr lang="fr-FR" dirty="0" smtClean="0"/>
              <a:t> me cries,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
	16-  CHANTONS ALLÉLUIA CHANTONS ALLÉLUIA   x2</a:t>
            </a:r>
          </a:p>
          <a:p>
            <a:pPr>
              <a:defRPr/>
            </a:pPr>
            <a:r>
              <a:rPr lang="fr-FR" dirty="0" smtClean="0"/>
              <a:t>  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</a:t>
            </a:r>
          </a:p>
          <a:p>
            <a:pPr>
              <a:defRPr/>
            </a:pPr>
            <a:r>
              <a:rPr lang="fr-FR" dirty="0" smtClean="0"/>
              <a:t>	17-  BÉNI SOIT LE NOM DE CELUI QUI NOUS SAUVE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saves</a:t>
            </a:r>
            <a:r>
              <a:rPr lang="fr-FR" dirty="0" smtClean="0"/>
              <a:t> us
	18-  BÉNI SOIT LE NOM OUI LE NOM DE JÉSUS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Of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
	19-  BÉNI SOIT LE NOM DE CELUI QUI RÈGNE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reigns</a:t>
            </a:r>
            <a:r>
              <a:rPr lang="fr-FR" dirty="0" smtClean="0"/>
              <a:t>
	20-  BÉNI LE NOM, BÉNI LE NOM BÉNI LE NOM, LE NOM DE JÉSUS 
                                 And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21-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 
</a:t>
            </a:r>
          </a:p>
          <a:p>
            <a:pPr>
              <a:defRPr/>
            </a:pPr>
            <a:r>
              <a:rPr lang="fr-FR" dirty="0" smtClean="0"/>
              <a:t>	22-  BÉNI LE NOM LE NOM DE JÉSUS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
23-  BÉNI LE, Ô MON ÂME AVEC TOUT CE QUI EST EN MOI  x3</a:t>
            </a:r>
          </a:p>
          <a:p>
            <a:pPr>
              <a:defRPr/>
            </a:pPr>
            <a:r>
              <a:rPr lang="fr-FR" dirty="0" smtClean="0"/>
              <a:t>         </a:t>
            </a:r>
            <a:r>
              <a:rPr lang="fr-FR" dirty="0" err="1" smtClean="0"/>
              <a:t>Bless</a:t>
            </a:r>
            <a:r>
              <a:rPr lang="fr-FR" dirty="0" smtClean="0"/>
              <a:t> the Lord of </a:t>
            </a:r>
            <a:r>
              <a:rPr lang="fr-FR" dirty="0" err="1" smtClean="0"/>
              <a:t>my</a:t>
            </a:r>
            <a:r>
              <a:rPr lang="fr-FR" dirty="0" smtClean="0"/>
              <a:t> soul, And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inside</a:t>
            </a:r>
            <a:r>
              <a:rPr lang="fr-FR" dirty="0" smtClean="0"/>
              <a:t> of 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24-  BÉNI LE NOM, BÉNI LE NOM BÉNI LE NOM, LE NOM DE JÉSUS</a:t>
            </a:r>
          </a:p>
          <a:p>
            <a:pPr>
              <a:defRPr/>
            </a:pPr>
            <a:r>
              <a:rPr lang="fr-FR" dirty="0" smtClean="0"/>
              <a:t>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TOUS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Couplet 1</a:t>
            </a:r>
          </a:p>
          <a:p>
            <a:pPr>
              <a:defRPr/>
            </a:pPr>
            <a:r>
              <a:rPr lang="fr-FR" dirty="0" smtClean="0"/>
              <a:t>1-  DIEU SOUVERAIN TU ES ÉLEVÉ ET TOUJOURS TOUT PRÈS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Sovereign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You are </a:t>
            </a:r>
            <a:r>
              <a:rPr lang="fr-FR" dirty="0" err="1" smtClean="0"/>
              <a:t>lifted</a:t>
            </a:r>
            <a:r>
              <a:rPr lang="fr-FR" dirty="0" smtClean="0"/>
              <a:t> up </a:t>
            </a:r>
            <a:r>
              <a:rPr lang="fr-FR" dirty="0" err="1" smtClean="0"/>
              <a:t>Still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us
2-  BÉNI SOIT TON NOM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3-  JÉSUS CHRIST, TU T’ES SACRIFIÉ PUIS RÉSSUSCITÉ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Jesus</a:t>
            </a:r>
            <a:r>
              <a:rPr lang="fr-FR" dirty="0" smtClean="0"/>
              <a:t> Christ You </a:t>
            </a: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sacrificed</a:t>
            </a:r>
            <a:r>
              <a:rPr lang="fr-FR" dirty="0" smtClean="0"/>
              <a:t>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glorified</a:t>
            </a:r>
            <a:r>
              <a:rPr lang="fr-FR" dirty="0" smtClean="0"/>
              <a:t>
4-  BÉNI SOIT TON NOM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</a:t>
            </a:r>
          </a:p>
          <a:p>
            <a:pPr>
              <a:defRPr/>
            </a:pPr>
            <a:r>
              <a:rPr lang="fr-FR" dirty="0" smtClean="0"/>
              <a:t>	5-  CHANTONS ALLÉLUIA CHANTONS ALLÉLUIA 
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</a:t>
            </a:r>
          </a:p>
          <a:p>
            <a:pPr>
              <a:defRPr/>
            </a:pPr>
            <a:r>
              <a:rPr lang="fr-FR" dirty="0" smtClean="0"/>
              <a:t>	6-  BÉNI SOIT LE NOM DE CELUI QUI NOUS SAUVE</a:t>
            </a:r>
          </a:p>
          <a:p>
            <a:pPr>
              <a:defRPr/>
            </a:pPr>
            <a:r>
              <a:rPr lang="fr-FR" dirty="0" smtClean="0"/>
              <a:t>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saves</a:t>
            </a:r>
            <a:r>
              <a:rPr lang="fr-FR" dirty="0" smtClean="0"/>
              <a:t> us
	7-  BÉNI SOIT LE NOM OUI LE NOM DE JÉSUS </a:t>
            </a:r>
          </a:p>
          <a:p>
            <a:pPr>
              <a:defRPr/>
            </a:pPr>
            <a:r>
              <a:rPr lang="fr-FR" dirty="0" smtClean="0"/>
              <a:t>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 Of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
	8-  BÉNI SOIT LE NOM DE CELUI QUI RÈGNE </a:t>
            </a:r>
          </a:p>
          <a:p>
            <a:pPr>
              <a:defRPr/>
            </a:pPr>
            <a:r>
              <a:rPr lang="fr-FR" dirty="0" smtClean="0"/>
              <a:t>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reigns</a:t>
            </a:r>
            <a:r>
              <a:rPr lang="fr-FR" dirty="0" smtClean="0"/>
              <a:t>
	9-  BÉNI LE NOM, BÉNI LE NOM BÉNI LE NOM, LE NOM DE JÉSUS 
                              And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10-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
</a:t>
            </a:r>
          </a:p>
          <a:p>
            <a:pPr>
              <a:defRPr/>
            </a:pPr>
            <a:r>
              <a:rPr lang="fr-FR" dirty="0" smtClean="0"/>
              <a:t>	11-  BÉNI LE NOM LE NOM DE JÉSUS</a:t>
            </a:r>
          </a:p>
          <a:p>
            <a:pPr>
              <a:defRPr/>
            </a:pPr>
            <a:r>
              <a:rPr lang="fr-FR" dirty="0" smtClean="0"/>
              <a:t> 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12-  DIEU SOUVERAIN TU ES CE QUE NOUS VOULONS </a:t>
            </a:r>
          </a:p>
          <a:p>
            <a:pPr>
              <a:defRPr/>
            </a:pPr>
            <a:r>
              <a:rPr lang="fr-FR" dirty="0" smtClean="0"/>
              <a:t>        </a:t>
            </a:r>
            <a:r>
              <a:rPr lang="fr-FR" dirty="0" err="1" smtClean="0"/>
              <a:t>Sovereign</a:t>
            </a:r>
            <a:r>
              <a:rPr lang="fr-FR" dirty="0" smtClean="0"/>
              <a:t> one You are all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
13-  POUR TOUS TES BIENFAITS BÉNI SOIT TON NOM </a:t>
            </a:r>
          </a:p>
          <a:p>
            <a:pPr>
              <a:defRPr/>
            </a:pPr>
            <a:r>
              <a:rPr lang="fr-FR" dirty="0" smtClean="0"/>
              <a:t>        For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thing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,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14-  JÉSUS CHRIST TU ES TOUT À MOI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Jesus</a:t>
            </a:r>
            <a:r>
              <a:rPr lang="fr-FR" dirty="0" smtClean="0"/>
              <a:t> Christ You are </a:t>
            </a:r>
            <a:r>
              <a:rPr lang="fr-FR" dirty="0" err="1" smtClean="0"/>
              <a:t>ever</a:t>
            </a:r>
            <a:r>
              <a:rPr lang="fr-FR" dirty="0" smtClean="0"/>
              <a:t> mine
15-  TOUT EN MOI S’ÉCRIT BÉNI SOIT TON NOM</a:t>
            </a:r>
          </a:p>
          <a:p>
            <a:pPr>
              <a:defRPr/>
            </a:pPr>
            <a:r>
              <a:rPr lang="fr-FR" dirty="0" smtClean="0"/>
              <a:t>        All </a:t>
            </a:r>
            <a:r>
              <a:rPr lang="fr-FR" dirty="0" err="1" smtClean="0"/>
              <a:t>within</a:t>
            </a:r>
            <a:r>
              <a:rPr lang="fr-FR" dirty="0" smtClean="0"/>
              <a:t> me cries,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
	16-  CHANTONS ALLÉLUIA CHANTONS ALLÉLUIA   x2</a:t>
            </a:r>
          </a:p>
          <a:p>
            <a:pPr>
              <a:defRPr/>
            </a:pPr>
            <a:r>
              <a:rPr lang="fr-FR" dirty="0" smtClean="0"/>
              <a:t>  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</a:t>
            </a:r>
          </a:p>
          <a:p>
            <a:pPr>
              <a:defRPr/>
            </a:pPr>
            <a:r>
              <a:rPr lang="fr-FR" dirty="0" smtClean="0"/>
              <a:t>	17-  BÉNI SOIT LE NOM DE CELUI QUI NOUS SAUVE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saves</a:t>
            </a:r>
            <a:r>
              <a:rPr lang="fr-FR" dirty="0" smtClean="0"/>
              <a:t> us
	18-  BÉNI SOIT LE NOM OUI LE NOM DE JÉSUS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Of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
	19-  BÉNI SOIT LE NOM DE CELUI QUI RÈGNE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reigns</a:t>
            </a:r>
            <a:r>
              <a:rPr lang="fr-FR" dirty="0" smtClean="0"/>
              <a:t>
	20-  BÉNI LE NOM, BÉNI LE NOM BÉNI LE NOM, LE NOM DE JÉSUS 
                                 And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21-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 
</a:t>
            </a:r>
          </a:p>
          <a:p>
            <a:pPr>
              <a:defRPr/>
            </a:pPr>
            <a:r>
              <a:rPr lang="fr-FR" dirty="0" smtClean="0"/>
              <a:t>	22-  BÉNI LE NOM LE NOM DE JÉSUS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
23-  BÉNI LE, Ô MON ÂME AVEC TOUT CE QUI EST EN MOI  x3</a:t>
            </a:r>
          </a:p>
          <a:p>
            <a:pPr>
              <a:defRPr/>
            </a:pPr>
            <a:r>
              <a:rPr lang="fr-FR" dirty="0" smtClean="0"/>
              <a:t>         </a:t>
            </a:r>
            <a:r>
              <a:rPr lang="fr-FR" dirty="0" err="1" smtClean="0"/>
              <a:t>Bless</a:t>
            </a:r>
            <a:r>
              <a:rPr lang="fr-FR" dirty="0" smtClean="0"/>
              <a:t> the Lord of </a:t>
            </a:r>
            <a:r>
              <a:rPr lang="fr-FR" dirty="0" err="1" smtClean="0"/>
              <a:t>my</a:t>
            </a:r>
            <a:r>
              <a:rPr lang="fr-FR" dirty="0" smtClean="0"/>
              <a:t> soul, And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inside</a:t>
            </a:r>
            <a:r>
              <a:rPr lang="fr-FR" dirty="0" smtClean="0"/>
              <a:t> of 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24-  BÉNI LE NOM, BÉNI LE NOM BÉNI LE NOM, LE NOM DE JÉSUS</a:t>
            </a:r>
          </a:p>
          <a:p>
            <a:pPr>
              <a:defRPr/>
            </a:pPr>
            <a:r>
              <a:rPr lang="fr-FR" dirty="0" smtClean="0"/>
              <a:t>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TOUS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4ADC4-9D94-4642-B159-2D08F05EE8C2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9F4A12-AC66-4F4F-BBAA-7B92DD3BCD08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E48E39-65F0-4014-BF38-86368532ECA0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293113-0A1C-4996-9EA1-5BF73FAA0F12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D3CAE2-C7B1-40BD-A0F0-11496E048D6C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4AE6F-FEF1-4D80-8B80-12DDD65CE796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6686E-9402-473F-8AA0-E91964691720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1BE797-2F90-4B71-8FE3-D7CE19E1B7C8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83721-32B8-48E6-9FFF-4F35F82C841E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EB832-8B63-4342-88A1-72066F9E0CEC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35C652-3696-413B-8C9C-D724C7F87032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5B550E5-529F-4678-8852-625D3540B6C7}" type="slidenum">
              <a:rPr lang="en-GB" altLang="fr-FR"/>
              <a:pPr>
                <a:defRPr/>
              </a:pPr>
              <a:t>‹N°›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SOUVERAIN, TU ES ÉLEVÉ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TOUJOURS TOUT PRÈS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SOIT TON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JÉSUS-CHRIST, TU T’ES SACRIFIÉ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PUIS RESSUSCITÉ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SOIT TON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ALLÉLUIA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ALLÉLUIA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SOIT LE NOM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CELUI QUI NOUS SAUVE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SOIT LE NOM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LE NOM DE JÉSUS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SOIT LE NOM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CELUI QUI RÈGNE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LE NOM, BÉNI LE NOM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LE NOM, LE NOM DE JÉSUS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 OH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LE NOM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NOM DE JÉSUS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SOUVERAIN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CE QUE NOUS VOULONS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TOUS TES BIENFAITS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SOIT TON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JÉSUS-CHRIST, TU ES TOUT À MOI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EN MOI S’ÉCRIE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SOIT TON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ALLÉLUIA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CHANTONS ALLÉLUIA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SOIT LE NOM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CELUI QUI NOUS SAUVE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SOIT LE NOM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LE NOM DE JÉSUS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SOIT LE NOM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CELUI QUI RÈGNE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LE NOM, BÉNI LE NOM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LE NOM, LE NOM DE JÉSUS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OH OH OH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LE NOM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NOM DE JÉSUS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BÉNIS-LE, Ô MON ÂME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TOUT CE QUI EST EN MOI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LE NOM, BÉNI LE NOM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BÉNI LE NOM, LE NOM DE JÉSUS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1626</TotalTime>
  <Words>1347</Words>
  <Application>Microsoft Office PowerPoint</Application>
  <PresentationFormat>Affichage à l'écran (4:3)</PresentationFormat>
  <Paragraphs>2251</Paragraphs>
  <Slides>24</Slides>
  <Notes>24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5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183</cp:revision>
  <dcterms:created xsi:type="dcterms:W3CDTF">2002-08-17T10:50:50Z</dcterms:created>
  <dcterms:modified xsi:type="dcterms:W3CDTF">2019-11-23T20:44:30Z</dcterms:modified>
</cp:coreProperties>
</file>