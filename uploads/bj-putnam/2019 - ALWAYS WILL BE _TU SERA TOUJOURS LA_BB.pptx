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56642" autoAdjust="0"/>
  </p:normalViewPr>
  <p:slideViewPr>
    <p:cSldViewPr>
      <p:cViewPr varScale="1">
        <p:scale>
          <a:sx n="50" d="100"/>
          <a:sy n="50" d="100"/>
        </p:scale>
        <p:origin x="-31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1AC9169-A57D-4403-8D66-49D6E4455A39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E014C05-A317-4952-B8EF-5034A284E99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heartache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hatred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suffering</a:t>
            </a:r>
            <a:r>
              <a:rPr lang="fr-FR" dirty="0" smtClean="0"/>
              <a:t> You are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wounded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weeping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weakest</a:t>
            </a:r>
            <a:r>
              <a:rPr lang="fr-FR" dirty="0" smtClean="0"/>
              <a:t>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All the </a:t>
            </a:r>
            <a:r>
              <a:rPr lang="fr-FR" dirty="0" err="1" smtClean="0"/>
              <a:t>way</a:t>
            </a:r>
            <a:r>
              <a:rPr lang="fr-FR" dirty="0" smtClean="0"/>
              <a:t> You </a:t>
            </a:r>
            <a:r>
              <a:rPr lang="fr-FR" dirty="0" err="1" smtClean="0"/>
              <a:t>fill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cup</a:t>
            </a:r>
            <a:r>
              <a:rPr lang="fr-FR" dirty="0" smtClean="0"/>
              <a:t> In the </a:t>
            </a:r>
            <a:r>
              <a:rPr lang="fr-FR" dirty="0" err="1" smtClean="0"/>
              <a:t>fire</a:t>
            </a:r>
            <a:r>
              <a:rPr lang="fr-FR" dirty="0" smtClean="0"/>
              <a:t>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You </a:t>
            </a:r>
            <a:r>
              <a:rPr lang="fr-FR" dirty="0" err="1" smtClean="0"/>
              <a:t>were</a:t>
            </a:r>
            <a:r>
              <a:rPr lang="fr-FR" dirty="0" smtClean="0"/>
              <a:t> You are You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Why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I </a:t>
            </a:r>
            <a:r>
              <a:rPr lang="fr-FR" dirty="0" err="1" smtClean="0"/>
              <a:t>run</a:t>
            </a:r>
            <a:r>
              <a:rPr lang="fr-FR" dirty="0" smtClean="0"/>
              <a:t> I know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You are </a:t>
            </a:r>
            <a:r>
              <a:rPr lang="fr-FR" dirty="0" err="1" smtClean="0"/>
              <a:t>with</a:t>
            </a:r>
            <a:r>
              <a:rPr lang="fr-FR" dirty="0" smtClean="0"/>
              <a:t> me </a:t>
            </a: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to </a:t>
            </a:r>
            <a:r>
              <a:rPr lang="fr-FR" dirty="0" err="1" smtClean="0"/>
              <a:t>fear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You </a:t>
            </a:r>
            <a:r>
              <a:rPr lang="fr-FR" dirty="0" err="1" smtClean="0"/>
              <a:t>were</a:t>
            </a:r>
            <a:r>
              <a:rPr lang="fr-FR" dirty="0" smtClean="0"/>
              <a:t> You are You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and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justice You are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needed</a:t>
            </a:r>
            <a:r>
              <a:rPr lang="fr-FR" dirty="0" smtClean="0"/>
              <a:t> </a:t>
            </a:r>
            <a:r>
              <a:rPr lang="fr-FR" dirty="0" err="1" smtClean="0"/>
              <a:t>breakthrough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needed</a:t>
            </a:r>
            <a:r>
              <a:rPr lang="fr-FR" dirty="0" smtClean="0"/>
              <a:t> </a:t>
            </a:r>
            <a:r>
              <a:rPr lang="fr-FR" dirty="0" err="1" smtClean="0"/>
              <a:t>healing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needed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Savior</a:t>
            </a:r>
            <a:r>
              <a:rPr lang="fr-FR" dirty="0" smtClean="0"/>
              <a:t> </a:t>
            </a:r>
            <a:r>
              <a:rPr lang="fr-FR" dirty="0" err="1" smtClean="0"/>
              <a:t>reigning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have been And You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Holy</a:t>
            </a:r>
            <a:r>
              <a:rPr lang="fr-FR" dirty="0" smtClean="0"/>
              <a:t> Lord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have been And You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			x2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heartache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hatred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suffering</a:t>
            </a:r>
            <a:r>
              <a:rPr lang="fr-FR" dirty="0" smtClean="0"/>
              <a:t> You are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wounded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weeping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weakest</a:t>
            </a:r>
            <a:r>
              <a:rPr lang="fr-FR" dirty="0" smtClean="0"/>
              <a:t>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All the </a:t>
            </a:r>
            <a:r>
              <a:rPr lang="fr-FR" dirty="0" err="1" smtClean="0"/>
              <a:t>way</a:t>
            </a:r>
            <a:r>
              <a:rPr lang="fr-FR" dirty="0" smtClean="0"/>
              <a:t> You </a:t>
            </a:r>
            <a:r>
              <a:rPr lang="fr-FR" dirty="0" err="1" smtClean="0"/>
              <a:t>fill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cup</a:t>
            </a:r>
            <a:r>
              <a:rPr lang="fr-FR" dirty="0" smtClean="0"/>
              <a:t> In the </a:t>
            </a:r>
            <a:r>
              <a:rPr lang="fr-FR" dirty="0" err="1" smtClean="0"/>
              <a:t>fire</a:t>
            </a:r>
            <a:r>
              <a:rPr lang="fr-FR" dirty="0" smtClean="0"/>
              <a:t>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You </a:t>
            </a:r>
            <a:r>
              <a:rPr lang="fr-FR" dirty="0" err="1" smtClean="0"/>
              <a:t>were</a:t>
            </a:r>
            <a:r>
              <a:rPr lang="fr-FR" dirty="0" smtClean="0"/>
              <a:t> You are You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Why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I </a:t>
            </a:r>
            <a:r>
              <a:rPr lang="fr-FR" dirty="0" err="1" smtClean="0"/>
              <a:t>run</a:t>
            </a:r>
            <a:r>
              <a:rPr lang="fr-FR" dirty="0" smtClean="0"/>
              <a:t> I know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When</a:t>
            </a:r>
            <a:r>
              <a:rPr lang="fr-FR" dirty="0" smtClean="0"/>
              <a:t> You are </a:t>
            </a:r>
            <a:r>
              <a:rPr lang="fr-FR" dirty="0" err="1" smtClean="0"/>
              <a:t>with</a:t>
            </a:r>
            <a:r>
              <a:rPr lang="fr-FR" dirty="0" smtClean="0"/>
              <a:t> me </a:t>
            </a: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to </a:t>
            </a:r>
            <a:r>
              <a:rPr lang="fr-FR" dirty="0" err="1" smtClean="0"/>
              <a:t>fear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You </a:t>
            </a:r>
            <a:r>
              <a:rPr lang="fr-FR" dirty="0" err="1" smtClean="0"/>
              <a:t>were</a:t>
            </a:r>
            <a:r>
              <a:rPr lang="fr-FR" dirty="0" smtClean="0"/>
              <a:t> You are You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and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mercy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justice You are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needed</a:t>
            </a:r>
            <a:r>
              <a:rPr lang="fr-FR" dirty="0" smtClean="0"/>
              <a:t> </a:t>
            </a:r>
            <a:r>
              <a:rPr lang="fr-FR" dirty="0" err="1" smtClean="0"/>
              <a:t>breakthrough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needed</a:t>
            </a:r>
            <a:r>
              <a:rPr lang="fr-FR" dirty="0" smtClean="0"/>
              <a:t> </a:t>
            </a:r>
            <a:r>
              <a:rPr lang="fr-FR" dirty="0" err="1" smtClean="0"/>
              <a:t>healing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needed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Savior</a:t>
            </a:r>
            <a:r>
              <a:rPr lang="fr-FR" dirty="0" smtClean="0"/>
              <a:t> </a:t>
            </a:r>
            <a:r>
              <a:rPr lang="fr-FR" dirty="0" err="1" smtClean="0"/>
              <a:t>reigning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have been And You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Holy</a:t>
            </a:r>
            <a:r>
              <a:rPr lang="fr-FR" dirty="0" smtClean="0"/>
              <a:t> Lord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have been And You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			x2
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</a:t>
            </a:r>
            <a:r>
              <a:rPr lang="fr-FR" dirty="0" smtClean="0"/>
              <a:t>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EB9BA-5097-464B-9E1B-9373F246090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03226-9248-42E3-8C1F-3514B8CBC8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A6E6E-0543-4A14-8388-EBF315E0E29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C993F-5B27-4589-95FE-8756810B484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BE04F-B912-417F-BDC8-30740BDCFB5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90ADC-E80E-4B22-9376-3B254851B6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0732A-4359-45A0-BDC2-F21F792AEEE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6FD79-C7BB-4FDB-8A53-7155C28210F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E56B9D-7981-4203-8718-6C1DBC91B1C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65EC6-C01E-48F6-8F71-F74ADCF7A0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D3F6E-0D49-4C8D-9A5B-6F4D082EEB8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622F415-FB97-4D66-80E9-7A8AA9FB36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LES CŒURS BRISÉS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LES REJETÉS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CEUX QUI SOUFFRENT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J’ÉTAIS BLESSÉ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QUAND JE PLEURAIS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J’ÉTAIS FAIBLE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ÉTAIS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REMPLI À CHAQUE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FLAMMES TU ME SAUVAS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TU ÉTAIS,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SERAS TOUJOURS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POURQUOI M’ENFUIR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QUAND TU ES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CRAINS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TU ÉTAIS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ET SERAS TOUJOURS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 OÙ EST L’ESPOIR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MISÉRICORDE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EST LA JUSTICE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TOUTES MES PERCÉES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GUÉRISON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MA LIBERTÉ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ÉTAIS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RÈGNE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ÉTÉ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TOUJOURS TU SERAS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DIEU TOUT-PUISSANT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ÉTÉ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TOUJOURS TU SERAS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1789</Words>
  <Application>Microsoft Office PowerPoint</Application>
  <PresentationFormat>Affichage à l'écran (4:3)</PresentationFormat>
  <Paragraphs>1634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161</cp:revision>
  <dcterms:created xsi:type="dcterms:W3CDTF">2002-08-17T10:50:50Z</dcterms:created>
  <dcterms:modified xsi:type="dcterms:W3CDTF">2019-11-23T20:33:22Z</dcterms:modified>
</cp:coreProperties>
</file>