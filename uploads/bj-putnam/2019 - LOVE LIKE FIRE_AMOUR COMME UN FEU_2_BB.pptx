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1" r:id="rId2"/>
    <p:sldId id="288" r:id="rId3"/>
    <p:sldId id="284" r:id="rId4"/>
    <p:sldId id="286" r:id="rId5"/>
    <p:sldId id="283" r:id="rId6"/>
    <p:sldId id="282" r:id="rId7"/>
    <p:sldId id="281" r:id="rId8"/>
    <p:sldId id="280" r:id="rId9"/>
    <p:sldId id="279" r:id="rId10"/>
    <p:sldId id="278" r:id="rId11"/>
    <p:sldId id="276" r:id="rId12"/>
    <p:sldId id="275" r:id="rId13"/>
    <p:sldId id="287" r:id="rId14"/>
    <p:sldId id="274" r:id="rId15"/>
    <p:sldId id="273" r:id="rId16"/>
    <p:sldId id="289" r:id="rId17"/>
    <p:sldId id="290" r:id="rId18"/>
    <p:sldId id="291" r:id="rId19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5620" autoAdjust="0"/>
  </p:normalViewPr>
  <p:slideViewPr>
    <p:cSldViewPr>
      <p:cViewPr>
        <p:scale>
          <a:sx n="40" d="100"/>
          <a:sy n="40" d="100"/>
        </p:scale>
        <p:origin x="65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/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>
            <a:extLst/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49C6DFB-A77D-4786-9B4E-24CAC160E752}" type="datetimeFigureOut">
              <a:rPr lang="fr-FR"/>
              <a:pPr>
                <a:defRPr/>
              </a:pPr>
              <a:t>23/11/2019</a:t>
            </a:fld>
            <a:endParaRPr lang="fr-FR"/>
          </a:p>
        </p:txBody>
      </p:sp>
      <p:sp>
        <p:nvSpPr>
          <p:cNvPr id="4" name="Espace réservé de l'image des diapositives 3">
            <a:extLst/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>
            <a:extLst/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>
            <a:extLst/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>
            <a:extLst/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FD8EA06-F1CC-4D19-AB8E-36D03D9310C6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   X2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   X2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   X2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   X2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   X2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   X2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   X2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   X2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   X2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   X2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   X2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   X2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   X2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   X2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   X2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   X2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   X2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   X2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   X2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   X2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   X2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   X2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   X2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   X2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   X2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   X2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   X2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   X2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   X2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   X2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   X2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   X2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   X2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   X2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QUELLE GRÂCE DIVINE PAYA LE PRIX </a:t>
            </a:r>
          </a:p>
          <a:p>
            <a:pPr>
              <a:defRPr/>
            </a:pPr>
            <a:r>
              <a:rPr lang="fr-FR" smtClean="0"/>
              <a:t>What mercy divine has paid the price</a:t>
            </a:r>
          </a:p>
          <a:p>
            <a:pPr>
              <a:defRPr/>
            </a:pPr>
            <a:r>
              <a:rPr lang="fr-FR" smtClean="0"/>
              <a:t>2-  MORT DANS MA HONTE POUR ME DONNER VIE</a:t>
            </a:r>
          </a:p>
          <a:p>
            <a:pPr>
              <a:defRPr/>
            </a:pPr>
            <a:r>
              <a:rPr lang="fr-FR" smtClean="0"/>
              <a:t>Who died in my shame and gave me life</a:t>
            </a:r>
          </a:p>
          <a:p>
            <a:pPr>
              <a:defRPr/>
            </a:pPr>
            <a:r>
              <a:rPr lang="fr-FR" smtClean="0"/>
              <a:t> 3-  TON AMOUR COMME UN FEU M’A EMBRASÉ </a:t>
            </a:r>
          </a:p>
          <a:p>
            <a:pPr>
              <a:defRPr/>
            </a:pPr>
            <a:r>
              <a:rPr lang="fr-FR" smtClean="0"/>
              <a:t>Your love like a fire has taken hold
4-  ET LA CROIX M’APPELLE À TOUT JAMAIS</a:t>
            </a:r>
          </a:p>
          <a:p>
            <a:pPr>
              <a:defRPr/>
            </a:pPr>
            <a:r>
              <a:rPr lang="fr-FR" smtClean="0"/>
              <a:t>I’m claimed by the cross forevermore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Pré refrain:</a:t>
            </a:r>
          </a:p>
          <a:p>
            <a:pPr>
              <a:defRPr/>
            </a:pPr>
            <a:r>
              <a:rPr lang="fr-FR" smtClean="0"/>
              <a:t>	5-  J’ÉTAIS À TOI QUAND TU M’AS APPELÉ À TOI  </a:t>
            </a:r>
          </a:p>
          <a:p>
            <a:pPr>
              <a:defRPr/>
            </a:pPr>
            <a:r>
              <a:rPr lang="fr-FR" smtClean="0"/>
              <a:t>	I was Yours The moment you called me Yours </a:t>
            </a:r>
          </a:p>
          <a:p>
            <a:pPr>
              <a:defRPr/>
            </a:pPr>
            <a:r>
              <a:rPr lang="fr-FR" smtClean="0"/>
              <a:t>	6-  TU AS DONNÉ TA VIE POUR MOI TU ES RESSUSCITÉ </a:t>
            </a:r>
          </a:p>
          <a:p>
            <a:pPr>
              <a:defRPr/>
            </a:pPr>
            <a:r>
              <a:rPr lang="fr-FR" smtClean="0"/>
              <a:t>	When You laid down your life for all  And You rose from the grave </a:t>
            </a:r>
          </a:p>
          <a:p>
            <a:pPr>
              <a:defRPr/>
            </a:pPr>
            <a:r>
              <a:rPr lang="fr-FR" smtClean="0"/>
              <a:t>	7-  POUR VRAINCRE LA MORT PAR L’AMOUR </a:t>
            </a:r>
          </a:p>
          <a:p>
            <a:pPr>
              <a:defRPr/>
            </a:pPr>
            <a:r>
              <a:rPr lang="fr-FR" smtClean="0"/>
              <a:t>	When death was defeated by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8-  TON AMOUR COMME UN FEU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	9-  AMOUR COMME UN FEU    X2</a:t>
            </a:r>
          </a:p>
          <a:p>
            <a:pPr>
              <a:defRPr/>
            </a:pPr>
            <a:r>
              <a:rPr lang="fr-FR" smtClean="0"/>
              <a:t>	Love like fire </a:t>
            </a:r>
          </a:p>
          <a:p>
            <a:pPr>
              <a:defRPr/>
            </a:pPr>
            <a:r>
              <a:rPr lang="fr-FR" smtClean="0"/>
              <a:t> 	10-  TON AMOUR M’A SAISI </a:t>
            </a:r>
          </a:p>
          <a:p>
            <a:pPr>
              <a:defRPr/>
            </a:pPr>
            <a:r>
              <a:rPr lang="fr-FR" smtClean="0"/>
              <a:t>	Has taken hold of 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VIVANT DANS TA GRÂCE QUE CHACUN VOIE </a:t>
            </a:r>
          </a:p>
          <a:p>
            <a:pPr>
              <a:defRPr/>
            </a:pPr>
            <a:r>
              <a:rPr lang="fr-FR" smtClean="0"/>
              <a:t>Alive in Your grace for all to see 
12-  MA VIE RÉVÈLE  TON AMOUR EN MOI </a:t>
            </a:r>
          </a:p>
          <a:p>
            <a:pPr>
              <a:defRPr/>
            </a:pPr>
            <a:r>
              <a:rPr lang="fr-FR" smtClean="0"/>
              <a:t>My life now to show Your love in me
13-  AUCUNE MONTAGNE NE ME VAINCRA </a:t>
            </a:r>
          </a:p>
          <a:p>
            <a:pPr>
              <a:defRPr/>
            </a:pPr>
            <a:r>
              <a:rPr lang="fr-FR" smtClean="0"/>
              <a:t>No mountain I face can stand against</a:t>
            </a:r>
          </a:p>
          <a:p>
            <a:pPr>
              <a:defRPr/>
            </a:pPr>
            <a:r>
              <a:rPr lang="fr-FR" smtClean="0"/>
              <a:t>14-  CAR TON AMOUR  ME PORTE À CHAQUE PAS </a:t>
            </a:r>
          </a:p>
          <a:p>
            <a:pPr>
              <a:defRPr/>
            </a:pPr>
            <a:r>
              <a:rPr lang="fr-FR" smtClean="0"/>
              <a:t>Cause I’m held by Your love That wont relent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Réfrain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16-  TU AS TOUT GAGNÉ POUR MOI POUR MOI </a:t>
            </a:r>
          </a:p>
          <a:p>
            <a:pPr>
              <a:defRPr/>
            </a:pPr>
            <a:r>
              <a:rPr lang="fr-FR" smtClean="0"/>
              <a:t>Your love won it all for me </a:t>
            </a:r>
          </a:p>
          <a:p>
            <a:pPr>
              <a:defRPr/>
            </a:pPr>
            <a:r>
              <a:rPr lang="fr-FR" smtClean="0"/>
              <a:t>17-  TU AS TOUT GAGNÉ </a:t>
            </a:r>
          </a:p>
          <a:p>
            <a:pPr>
              <a:defRPr/>
            </a:pPr>
            <a:r>
              <a:rPr lang="fr-FR" smtClean="0"/>
              <a:t>Your love won it all</a:t>
            </a:r>
          </a:p>
          <a:p>
            <a:pPr>
              <a:defRPr/>
            </a:pPr>
            <a:r>
              <a:rPr lang="fr-FR" smtClean="0"/>
              <a:t>18-  TU AS TOUT GAGNÉ POUR MOI PAR TON AMOUR </a:t>
            </a:r>
          </a:p>
          <a:p>
            <a:pPr>
              <a:defRPr/>
            </a:pPr>
            <a:r>
              <a:rPr lang="fr-FR" smtClean="0"/>
              <a:t>Your love won it all for me Love like fire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QUELLE GRÂCE DIVINE PAYA LE PRIX </a:t>
            </a:r>
          </a:p>
          <a:p>
            <a:r>
              <a:rPr lang="fr-FR" altLang="fr-FR" smtClean="0"/>
              <a:t>What mercy divine has paid the price</a:t>
            </a:r>
          </a:p>
          <a:p>
            <a:r>
              <a:rPr lang="fr-FR" altLang="fr-FR" smtClean="0"/>
              <a:t>2-  MORT DANS MA HONTE POUR ME DONNER VIE</a:t>
            </a:r>
          </a:p>
          <a:p>
            <a:r>
              <a:rPr lang="fr-FR" altLang="fr-FR" smtClean="0"/>
              <a:t>Who died in my shame and gave me life</a:t>
            </a:r>
          </a:p>
          <a:p>
            <a:r>
              <a:rPr lang="fr-FR" altLang="fr-FR" smtClean="0"/>
              <a:t> 3-  TON AMOUR COMME UN FEU M’A EMBRASÉ </a:t>
            </a:r>
          </a:p>
          <a:p>
            <a:r>
              <a:rPr lang="fr-FR" altLang="fr-FR" smtClean="0"/>
              <a:t>Your love like a fire has taken hold
4-  ET LA CROIX M’APPELLE À TOUT JAMAIS</a:t>
            </a:r>
          </a:p>
          <a:p>
            <a:r>
              <a:rPr lang="fr-FR" altLang="fr-FR" smtClean="0"/>
              <a:t>I’m claimed by the cross forevermore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Pré refrain:</a:t>
            </a:r>
          </a:p>
          <a:p>
            <a:r>
              <a:rPr lang="fr-FR" altLang="fr-FR" smtClean="0"/>
              <a:t>	5-  J’ÉTAIS À TOI QUAND TU M’AS APPELÉ À TOI  </a:t>
            </a:r>
          </a:p>
          <a:p>
            <a:r>
              <a:rPr lang="fr-FR" altLang="fr-FR" smtClean="0"/>
              <a:t>	I was Yours The moment you called me Yours </a:t>
            </a:r>
          </a:p>
          <a:p>
            <a:r>
              <a:rPr lang="fr-FR" altLang="fr-FR" smtClean="0"/>
              <a:t>	6-  TU AS DONNÉ TA VIE POUR MOI TU ES RESSUSCITÉ </a:t>
            </a:r>
          </a:p>
          <a:p>
            <a:r>
              <a:rPr lang="fr-FR" altLang="fr-FR" smtClean="0"/>
              <a:t>	When You laid down your life for all  And You rose from the grave </a:t>
            </a:r>
          </a:p>
          <a:p>
            <a:r>
              <a:rPr lang="fr-FR" altLang="fr-FR" smtClean="0"/>
              <a:t>	7-  POUR VRAINCRE LA MORT PAR L’AMOUR </a:t>
            </a:r>
          </a:p>
          <a:p>
            <a:r>
              <a:rPr lang="fr-FR" altLang="fr-FR" smtClean="0"/>
              <a:t>	When death was defeated by love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TON AMOUR COMME UN FEU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	9-  AMOUR COMME UN FEU    X2</a:t>
            </a:r>
          </a:p>
          <a:p>
            <a:r>
              <a:rPr lang="fr-FR" altLang="fr-FR" smtClean="0"/>
              <a:t>	Love like fire </a:t>
            </a:r>
          </a:p>
          <a:p>
            <a:r>
              <a:rPr lang="fr-FR" altLang="fr-FR" smtClean="0"/>
              <a:t> 	10-  TON AMOUR M’A SAISI </a:t>
            </a:r>
          </a:p>
          <a:p>
            <a:r>
              <a:rPr lang="fr-FR" altLang="fr-FR" smtClean="0"/>
              <a:t>	Has taken hold of me </a:t>
            </a:r>
          </a:p>
          <a:p>
            <a:endParaRPr lang="fr-FR" altLang="fr-FR" smtClean="0"/>
          </a:p>
          <a:p>
            <a:r>
              <a:rPr lang="fr-FR" altLang="fr-FR" smtClean="0"/>
              <a:t>11-  VIVANT DANS TA GRÂCE QUE CHACUN VOIE </a:t>
            </a:r>
          </a:p>
          <a:p>
            <a:r>
              <a:rPr lang="fr-FR" altLang="fr-FR" smtClean="0"/>
              <a:t>Alive in Your grace for all to see 
12-  MA VIE RÉVÈLE  TON AMOUR EN MOI </a:t>
            </a:r>
          </a:p>
          <a:p>
            <a:r>
              <a:rPr lang="fr-FR" altLang="fr-FR" smtClean="0"/>
              <a:t>My life now to show Your love in me
13-  AUCUNE MONTAGNE NE ME VAINCRA </a:t>
            </a:r>
          </a:p>
          <a:p>
            <a:r>
              <a:rPr lang="fr-FR" altLang="fr-FR" smtClean="0"/>
              <a:t>No mountain I face can stand against</a:t>
            </a:r>
          </a:p>
          <a:p>
            <a:r>
              <a:rPr lang="fr-FR" altLang="fr-FR" smtClean="0"/>
              <a:t>14-  CAR TON AMOUR  ME PORTE À CHAQUE PAS </a:t>
            </a:r>
          </a:p>
          <a:p>
            <a:r>
              <a:rPr lang="fr-FR" altLang="fr-FR" smtClean="0"/>
              <a:t>Cause I’m held by Your love That wont relent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Réfrain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15-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16-  TU AS TOUT GAGNÉ POUR MOI POUR MOI </a:t>
            </a:r>
          </a:p>
          <a:p>
            <a:r>
              <a:rPr lang="fr-FR" altLang="fr-FR" smtClean="0"/>
              <a:t>Your love won it all for me </a:t>
            </a:r>
          </a:p>
          <a:p>
            <a:r>
              <a:rPr lang="fr-FR" altLang="fr-FR" smtClean="0"/>
              <a:t>17-  TU AS TOUT GAGNÉ </a:t>
            </a:r>
          </a:p>
          <a:p>
            <a:r>
              <a:rPr lang="fr-FR" altLang="fr-FR" smtClean="0"/>
              <a:t>Your love won it all</a:t>
            </a:r>
          </a:p>
          <a:p>
            <a:r>
              <a:rPr lang="fr-FR" altLang="fr-FR" smtClean="0"/>
              <a:t>18-  TU AS TOUT GAGNÉ POUR MOI PAR TON AMOUR </a:t>
            </a:r>
          </a:p>
          <a:p>
            <a:r>
              <a:rPr lang="fr-FR" altLang="fr-FR" smtClean="0"/>
              <a:t>Your love won it all for me Love like fire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8EE6EB-8D49-4E67-9218-5E7002621C8C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11CC27-1C11-4844-945D-4485DA518239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DD5E32-B459-4080-816E-6FE2BAF6DC1B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FBBB32-C659-419D-BAE8-4F2CDF69802B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35CD8D-3EBF-4874-9626-CE3A436013BD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B7F56F-2C84-4C39-9FB9-C1A8E1B486EE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9691EB-6B15-43EF-B6A6-4B448329FECA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F0E722-4C97-4846-9464-A84EA225510A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8EB984-0891-49C5-BAF1-F9AE1479C37E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75C069-441B-4548-B032-B15E01634986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EC9773-C685-4798-BD06-A9C597F169BB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>
            <a:extLst/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>
            <a:extLst/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>
            <a:extLst/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EE90A6FE-24B9-462F-BD68-3D80CBEA60F8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/>
          </p:cNvPr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QUELLE GRÂCE DIVINE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PAYA LE PRIX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/>
          </p:cNvPr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MORT DANS MA HONTE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ME DONNER VIE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/>
          </p:cNvPr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 COMME UN FEU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M’A EMBRASÉ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/>
          </p:cNvPr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LA CROIX M’APPELLE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TOUT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/>
          </p:cNvPr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J’ÉTAIS À TOI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TU M’AS APPELÉ À TOI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/>
          </p:cNvPr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DONNÉ TA VIE POUR MOI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RESSUSCITÉ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/>
          </p:cNvPr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VRAINCRE LA MORT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L’AMOUR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/>
          </p:cNvPr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 COMME UN FEU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/>
          </p:cNvPr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AMOUR COMME UN FEU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/>
          </p:cNvPr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 M’A SAISI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/>
          </p:cNvPr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VIVANT DANS TA GRÂCE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CHACUN VOIE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/>
          </p:cNvPr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VIE RÉVÈLE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 EN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/>
          </p:cNvPr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AUCUNE MONTAGNE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ME VAINCRA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/>
          </p:cNvPr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TON AMOUR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PORTE À CHAQUE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/>
          </p:cNvPr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TOUT GAGNÉ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/>
          </p:cNvPr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TOUT GAGNÉ POUR MOI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/>
          </p:cNvPr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TOUT GAGNÉ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/>
          </p:cNvPr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TOUT GAGNÉ POUR MOI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TON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</TotalTime>
  <Words>1883</Words>
  <Application>Microsoft Office PowerPoint</Application>
  <PresentationFormat>Affichage à l'écran (4:3)</PresentationFormat>
  <Paragraphs>1579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166</cp:revision>
  <dcterms:created xsi:type="dcterms:W3CDTF">2002-08-17T10:50:50Z</dcterms:created>
  <dcterms:modified xsi:type="dcterms:W3CDTF">2019-11-23T21:53:53Z</dcterms:modified>
</cp:coreProperties>
</file>