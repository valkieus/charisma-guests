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80" r:id="rId3"/>
    <p:sldId id="282" r:id="rId4"/>
    <p:sldId id="279" r:id="rId5"/>
    <p:sldId id="278" r:id="rId6"/>
    <p:sldId id="277" r:id="rId7"/>
    <p:sldId id="276" r:id="rId8"/>
    <p:sldId id="281" r:id="rId9"/>
    <p:sldId id="283" r:id="rId10"/>
    <p:sldId id="275" r:id="rId11"/>
    <p:sldId id="274" r:id="rId12"/>
    <p:sldId id="273" r:id="rId13"/>
    <p:sldId id="290" r:id="rId14"/>
    <p:sldId id="291" r:id="rId15"/>
    <p:sldId id="292" r:id="rId16"/>
    <p:sldId id="293" r:id="rId17"/>
    <p:sldId id="294" r:id="rId18"/>
    <p:sldId id="288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3" autoAdjust="0"/>
    <p:restoredTop sz="60521" autoAdjust="0"/>
  </p:normalViewPr>
  <p:slideViewPr>
    <p:cSldViewPr>
      <p:cViewPr varScale="1">
        <p:scale>
          <a:sx n="40" d="100"/>
          <a:sy n="40" d="100"/>
        </p:scale>
        <p:origin x="-12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D8F61F-C12E-4560-8F0C-1CCB6E83A5C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C904C3E-E72D-49A1-96F2-37701B33D223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dirty="0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dirty="0" smtClean="0"/>
              <a:t>Old </a:t>
            </a:r>
            <a:r>
              <a:rPr lang="fr-FR" altLang="fr-FR" dirty="0" err="1" smtClean="0"/>
              <a:t>things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passed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love has </a:t>
            </a:r>
            <a:r>
              <a:rPr lang="fr-FR" altLang="fr-FR" dirty="0" err="1" smtClean="0"/>
              <a:t>stayed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2-TA GRÂCE DEMEURE NOTRE ROCHER</a:t>
            </a:r>
          </a:p>
          <a:p>
            <a:pPr>
              <a:defRPr/>
            </a:pPr>
            <a:r>
              <a:rPr lang="fr-FR" altLang="fr-FR" dirty="0" err="1" smtClean="0"/>
              <a:t>Your</a:t>
            </a:r>
            <a:r>
              <a:rPr lang="fr-FR" altLang="fr-FR" dirty="0" smtClean="0"/>
              <a:t> constant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remains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cornerstone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dirty="0" err="1" smtClean="0"/>
              <a:t>Things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thought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dead</a:t>
            </a:r>
            <a:r>
              <a:rPr lang="fr-FR" altLang="fr-FR" dirty="0" smtClean="0"/>
              <a:t> Are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in life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4-TU FAIS BRILLER TON FILS DANS LA NUIT</a:t>
            </a:r>
          </a:p>
          <a:p>
            <a:pPr>
              <a:defRPr/>
            </a:pPr>
            <a:r>
              <a:rPr lang="fr-FR" altLang="fr-FR" dirty="0" smtClean="0"/>
              <a:t>You cause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Son to </a:t>
            </a:r>
            <a:r>
              <a:rPr lang="fr-FR" altLang="fr-FR" dirty="0" err="1" smtClean="0"/>
              <a:t>shine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darkest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nights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	</a:t>
            </a:r>
          </a:p>
          <a:p>
            <a:pPr>
              <a:defRPr/>
            </a:pPr>
            <a:r>
              <a:rPr lang="fr-FR" altLang="fr-FR" dirty="0" smtClean="0"/>
              <a:t>	7-JÉSUS,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8-TU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dirty="0" smtClean="0"/>
              <a:t>The </a:t>
            </a:r>
            <a:r>
              <a:rPr lang="fr-FR" altLang="fr-FR" dirty="0" err="1" smtClean="0"/>
              <a:t>hopeless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their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hope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orphans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have a home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10-TOUT CE QUE NOUS CHERCHONS SE TROUVE EN TOI </a:t>
            </a:r>
          </a:p>
          <a:p>
            <a:pPr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has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Its</a:t>
            </a:r>
            <a:r>
              <a:rPr lang="fr-FR" altLang="fr-FR" dirty="0" smtClean="0"/>
              <a:t> place in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dirty="0" smtClean="0"/>
              <a:t>You lift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weary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head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strong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instead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took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rags</a:t>
            </a:r>
            <a:r>
              <a:rPr lang="fr-FR" altLang="fr-FR" dirty="0" smtClean="0"/>
              <a:t> and made us </a:t>
            </a:r>
            <a:r>
              <a:rPr lang="fr-FR" altLang="fr-FR" dirty="0" err="1" smtClean="0"/>
              <a:t>beautiful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14-DANS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 </a:t>
            </a:r>
          </a:p>
          <a:p>
            <a:pPr>
              <a:defRPr/>
            </a:pPr>
            <a:r>
              <a:rPr lang="fr-FR" altLang="fr-FR" dirty="0" smtClean="0"/>
              <a:t>	15-JÉSUS,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16-TU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r>
              <a:rPr lang="fr-FR" altLang="fr-FR" dirty="0" smtClean="0"/>
              <a:t> 	</a:t>
            </a:r>
          </a:p>
          <a:p>
            <a:pPr>
              <a:defRPr/>
            </a:pPr>
            <a:r>
              <a:rPr lang="fr-FR" altLang="fr-FR" dirty="0" smtClean="0"/>
              <a:t>	17-NOS CŒURS ADORENT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Pont :</a:t>
            </a:r>
          </a:p>
          <a:p>
            <a:pPr>
              <a:defRPr/>
            </a:pPr>
            <a:r>
              <a:rPr lang="fr-FR" altLang="fr-FR" dirty="0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dirty="0" smtClean="0"/>
              <a:t>Our affection,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devotion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poured</a:t>
            </a:r>
            <a:r>
              <a:rPr lang="fr-FR" altLang="fr-FR" dirty="0" smtClean="0"/>
              <a:t> out on the </a:t>
            </a:r>
            <a:r>
              <a:rPr lang="fr-FR" altLang="fr-FR" dirty="0" err="1" smtClean="0"/>
              <a:t>feet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Jesus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</a:t>
            </a:r>
            <a:endParaRPr lang="fr-FR" altLang="fr-FR" dirty="0" smtClean="0">
              <a:solidFill>
                <a:schemeClr val="bg1"/>
              </a:solidFill>
            </a:endParaRP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dirty="0" smtClean="0"/>
              <a:t>Old </a:t>
            </a:r>
            <a:r>
              <a:rPr lang="fr-FR" altLang="fr-FR" dirty="0" err="1" smtClean="0"/>
              <a:t>things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passed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love has </a:t>
            </a:r>
            <a:r>
              <a:rPr lang="fr-FR" altLang="fr-FR" dirty="0" err="1" smtClean="0"/>
              <a:t>stayed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2-TA GRÂCE DEMEURE NOTRE ROCHER</a:t>
            </a:r>
          </a:p>
          <a:p>
            <a:pPr>
              <a:defRPr/>
            </a:pPr>
            <a:r>
              <a:rPr lang="fr-FR" altLang="fr-FR" dirty="0" err="1" smtClean="0"/>
              <a:t>Your</a:t>
            </a:r>
            <a:r>
              <a:rPr lang="fr-FR" altLang="fr-FR" dirty="0" smtClean="0"/>
              <a:t> constant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remains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cornerstone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dirty="0" err="1" smtClean="0"/>
              <a:t>Things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thought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dead</a:t>
            </a:r>
            <a:r>
              <a:rPr lang="fr-FR" altLang="fr-FR" dirty="0" smtClean="0"/>
              <a:t> Are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in life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4-TU FAIS BRILLER TON FILS DANS LA NUIT</a:t>
            </a:r>
          </a:p>
          <a:p>
            <a:pPr>
              <a:defRPr/>
            </a:pPr>
            <a:r>
              <a:rPr lang="fr-FR" altLang="fr-FR" dirty="0" smtClean="0"/>
              <a:t>You cause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Son to </a:t>
            </a:r>
            <a:r>
              <a:rPr lang="fr-FR" altLang="fr-FR" dirty="0" err="1" smtClean="0"/>
              <a:t>shine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darkest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nights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	</a:t>
            </a:r>
          </a:p>
          <a:p>
            <a:pPr>
              <a:defRPr/>
            </a:pPr>
            <a:r>
              <a:rPr lang="fr-FR" altLang="fr-FR" dirty="0" smtClean="0"/>
              <a:t>	7-JÉSUS,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8-TU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dirty="0" smtClean="0"/>
              <a:t>The </a:t>
            </a:r>
            <a:r>
              <a:rPr lang="fr-FR" altLang="fr-FR" dirty="0" err="1" smtClean="0"/>
              <a:t>hopeless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their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hope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orphans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have a home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10-TOUT CE QUE NOUS CHERCHONS SE TROUVE EN TOI </a:t>
            </a:r>
          </a:p>
          <a:p>
            <a:pPr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has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Its</a:t>
            </a:r>
            <a:r>
              <a:rPr lang="fr-FR" altLang="fr-FR" dirty="0" smtClean="0"/>
              <a:t> place in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dirty="0" smtClean="0"/>
              <a:t>You lift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weary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head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strong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instead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took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rags</a:t>
            </a:r>
            <a:r>
              <a:rPr lang="fr-FR" altLang="fr-FR" dirty="0" smtClean="0"/>
              <a:t> and made us </a:t>
            </a:r>
            <a:r>
              <a:rPr lang="fr-FR" altLang="fr-FR" dirty="0" err="1" smtClean="0"/>
              <a:t>beautiful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14-DANS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 </a:t>
            </a:r>
          </a:p>
          <a:p>
            <a:pPr>
              <a:defRPr/>
            </a:pPr>
            <a:r>
              <a:rPr lang="fr-FR" altLang="fr-FR" dirty="0" smtClean="0"/>
              <a:t>	15-JÉSUS,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16-TU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r>
              <a:rPr lang="fr-FR" altLang="fr-FR" dirty="0" smtClean="0"/>
              <a:t> 	</a:t>
            </a:r>
          </a:p>
          <a:p>
            <a:pPr>
              <a:defRPr/>
            </a:pPr>
            <a:r>
              <a:rPr lang="fr-FR" altLang="fr-FR" dirty="0" smtClean="0"/>
              <a:t>	17-NOS CŒURS ADORENT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Pont :</a:t>
            </a:r>
          </a:p>
          <a:p>
            <a:pPr>
              <a:defRPr/>
            </a:pPr>
            <a:r>
              <a:rPr lang="fr-FR" altLang="fr-FR" dirty="0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dirty="0" smtClean="0"/>
              <a:t>Our affection,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devotion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poured</a:t>
            </a:r>
            <a:r>
              <a:rPr lang="fr-FR" altLang="fr-FR" dirty="0" smtClean="0"/>
              <a:t> out on the </a:t>
            </a:r>
            <a:r>
              <a:rPr lang="fr-FR" altLang="fr-FR" dirty="0" err="1" smtClean="0"/>
              <a:t>feet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Jesus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smtClean="0"/>
              <a:t>Old things have passed away Your love has stayed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2-TA GRÂCE DEMEURE NOTRE ROCHER</a:t>
            </a:r>
          </a:p>
          <a:p>
            <a:pPr>
              <a:defRPr/>
            </a:pPr>
            <a:r>
              <a:rPr lang="fr-FR" smtClean="0"/>
              <a:t>Your constant grace remains the cornerstone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3-CE QUE NOUS CROYIONS FANÉ EST EN TOI RESSUSCITÉ</a:t>
            </a:r>
          </a:p>
          <a:p>
            <a:pPr>
              <a:defRPr/>
            </a:pPr>
            <a:r>
              <a:rPr lang="fr-FR" smtClean="0"/>
              <a:t>Things that we thought were dead Are breathing in life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4-TU FAIS BRILLER TON FILS DANS LA NUIT</a:t>
            </a:r>
          </a:p>
          <a:p>
            <a:pPr>
              <a:defRPr/>
            </a:pPr>
            <a:r>
              <a:rPr lang="fr-FR" smtClean="0"/>
              <a:t>You cause your Son to shine on darkest nights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	</a:t>
            </a:r>
          </a:p>
          <a:p>
            <a:pPr>
              <a:defRPr/>
            </a:pPr>
            <a:r>
              <a:rPr lang="fr-FR" smtClean="0"/>
              <a:t>	7-JÉSUS,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8-TU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9-CHACUN RETROUVE L’ESPOIR LES ORPHELINS ONT UN TOIT</a:t>
            </a:r>
          </a:p>
          <a:p>
            <a:pPr>
              <a:defRPr/>
            </a:pPr>
            <a:r>
              <a:rPr lang="fr-FR" smtClean="0"/>
              <a:t>The hopeless have found their hope The orphans now have a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10-TOUT CE QUE NOUS CHERCHONS SE TROUVE EN TOI </a:t>
            </a:r>
          </a:p>
          <a:p>
            <a:pPr>
              <a:defRPr/>
            </a:pPr>
            <a:r>
              <a:rPr lang="fr-FR" smtClean="0"/>
              <a:t>All that was lost has found  Its place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smtClean="0"/>
              <a:t>You lift our weary head You make us strong instead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12-TU PRENDS NOS DÉFAUTS ET TU NOUS RENDS PLUS BEAUX</a:t>
            </a:r>
          </a:p>
          <a:p>
            <a:pPr>
              <a:defRPr/>
            </a:pPr>
            <a:r>
              <a:rPr lang="fr-FR" smtClean="0"/>
              <a:t>You took these rags and made us beautiful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	15-JÉSUS,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16-TU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r>
              <a:rPr lang="fr-FR" smtClean="0"/>
              <a:t> 	</a:t>
            </a:r>
          </a:p>
          <a:p>
            <a:pPr>
              <a:defRPr/>
            </a:pPr>
            <a:r>
              <a:rPr lang="fr-FR" smtClean="0"/>
              <a:t>	17-NOS CŒURS ADORENT</a:t>
            </a:r>
          </a:p>
          <a:p>
            <a:pPr>
              <a:defRPr/>
            </a:pPr>
            <a:r>
              <a:rPr lang="fr-FR" smtClean="0"/>
              <a:t>	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smtClean="0"/>
              <a:t>Our affection, our devotion  poured out on the feet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smtClean="0"/>
              <a:t>Old things have passed away Your love has stayed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2-TA GRÂCE DEMEURE NOTRE ROCHER</a:t>
            </a:r>
          </a:p>
          <a:p>
            <a:pPr>
              <a:defRPr/>
            </a:pPr>
            <a:r>
              <a:rPr lang="fr-FR" smtClean="0"/>
              <a:t>Your constant grace remains the cornerstone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3-CE QUE NOUS CROYIONS FANÉ EST EN TOI RESSUSCITÉ</a:t>
            </a:r>
          </a:p>
          <a:p>
            <a:pPr>
              <a:defRPr/>
            </a:pPr>
            <a:r>
              <a:rPr lang="fr-FR" smtClean="0"/>
              <a:t>Things that we thought were dead Are breathing in life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4-TU FAIS BRILLER TON FILS DANS LA NUIT</a:t>
            </a:r>
          </a:p>
          <a:p>
            <a:pPr>
              <a:defRPr/>
            </a:pPr>
            <a:r>
              <a:rPr lang="fr-FR" smtClean="0"/>
              <a:t>You cause your Son to shine on darkest nights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	</a:t>
            </a:r>
          </a:p>
          <a:p>
            <a:pPr>
              <a:defRPr/>
            </a:pPr>
            <a:r>
              <a:rPr lang="fr-FR" smtClean="0"/>
              <a:t>	7-JÉSUS,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8-TU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9-CHACUN RETROUVE L’ESPOIR LES ORPHELINS ONT UN TOIT</a:t>
            </a:r>
          </a:p>
          <a:p>
            <a:pPr>
              <a:defRPr/>
            </a:pPr>
            <a:r>
              <a:rPr lang="fr-FR" smtClean="0"/>
              <a:t>The hopeless have found their hope The orphans now have a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10-TOUT CE QUE NOUS CHERCHONS SE TROUVE EN TOI </a:t>
            </a:r>
          </a:p>
          <a:p>
            <a:pPr>
              <a:defRPr/>
            </a:pPr>
            <a:r>
              <a:rPr lang="fr-FR" smtClean="0"/>
              <a:t>All that was lost has found  Its place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smtClean="0"/>
              <a:t>You lift our weary head You make us strong instead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12-TU PRENDS NOS DÉFAUTS ET TU NOUS RENDS PLUS BEAUX</a:t>
            </a:r>
          </a:p>
          <a:p>
            <a:pPr>
              <a:defRPr/>
            </a:pPr>
            <a:r>
              <a:rPr lang="fr-FR" smtClean="0"/>
              <a:t>You took these rags and made us beautiful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	15-JÉSUS,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16-TU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r>
              <a:rPr lang="fr-FR" smtClean="0"/>
              <a:t> 	</a:t>
            </a:r>
          </a:p>
          <a:p>
            <a:pPr>
              <a:defRPr/>
            </a:pPr>
            <a:r>
              <a:rPr lang="fr-FR" smtClean="0"/>
              <a:t>	17-NOS CŒURS ADORENT</a:t>
            </a:r>
          </a:p>
          <a:p>
            <a:pPr>
              <a:defRPr/>
            </a:pPr>
            <a:r>
              <a:rPr lang="fr-FR" smtClean="0"/>
              <a:t>	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smtClean="0"/>
              <a:t>Our affection, our devotion  poured out on the feet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solidFill>
                  <a:srgbClr val="000000"/>
                </a:solidFill>
              </a:rPr>
              <a:t>1-LES CHOSES ANCIENNES SONT PASSÉES TON AMOUR N'A PAS CHANGÉ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Old things have passed away Your love has stayed the same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2-TA GRÂCE DEMEURE NOTRE ROCHER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Your constant grace remains the cornerstone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3-CE QUE NOUS CROYIONS FANÉ EST EN TOI RESSUSCITÉ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Things that we thought were dead Are breathing in life again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4-TU FAIS BRILLER TON FILS DANS LA NUIT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cause your Son to shine on darkest nights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5-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6-DANS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7-JÉSUS,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8-TU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9-CHACUN RETROUVE L’ESPOIR LES ORPHELINS ONT UN TOIT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The hopeless have found their hope The orphans now have a home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10-TOUT CE QUE NOUS CHERCHONS SE TROUVE EN TOI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All that was lost has found  Its place in you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11-TU VIENS RELEVER NOS TÊTES TU NOUS DONNES TA FORCE PARFAITE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lift our weary head You make us strong instead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12-TU PRENDS NOS DÉFAUTS ET TU NOUS RENDS PLUS BEAUX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took these rags and made us beautiful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13-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14-DANS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15-JÉSUS,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16-TU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 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17-NOS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Pont :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18-NOTRE AFFECTION, NOTRE PASSION  RÉPANDUES AUX PIEDS DE JÉSUS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Our affection, our devotion  poured out on the feet of Jesus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  <a:endParaRPr lang="fr-FR" alt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solidFill>
                  <a:srgbClr val="000000"/>
                </a:solidFill>
              </a:rPr>
              <a:t>1-LES CHOSES ANCIENNES SONT PASSÉES TON AMOUR N'A PAS CHANGÉ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Old things have passed away Your love has stayed the same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2-TA GRÂCE DEMEURE NOTRE ROCHER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Your constant grace remains the cornerstone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3-CE QUE NOUS CROYIONS FANÉ EST EN TOI RESSUSCITÉ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Things that we thought were dead Are breathing in life again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4-TU FAIS BRILLER TON FILS DANS LA NUIT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cause your Son to shine on darkest nights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5-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6-DANS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7-JÉSUS,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8-TU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9-CHACUN RETROUVE L’ESPOIR LES ORPHELINS ONT UN TOIT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The hopeless have found their hope The orphans now have a home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10-TOUT CE QUE NOUS CHERCHONS SE TROUVE EN TOI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All that was lost has found  Its place in you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11-TU VIENS RELEVER NOS TÊTES TU NOUS DONNES TA FORCE PARFAITE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lift our weary head You make us strong instead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12-TU PRENDS NOS DÉFAUTS ET TU NOUS RENDS PLUS BEAUX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took these rags and made us beautiful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13-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14-DANS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15-JÉSUS,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16-TU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 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17-NOS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Pont :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18-NOTRE AFFECTION, NOTRE PASSION  RÉPANDUES AUX PIEDS DE JÉSUS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Our affection, our devotion  poured out on the feet of Jesus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32500" lnSpcReduction="20000"/>
          </a:bodyPr>
          <a:lstStyle/>
          <a:p>
            <a:pPr>
              <a:defRPr/>
            </a:pPr>
            <a:r>
              <a:rPr lang="fr-FR" alt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smtClean="0"/>
              <a:t>Old things have passed away Your love has stayed the same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2-TA GRÂCE DEMEURE NOTRE ROCHER</a:t>
            </a:r>
          </a:p>
          <a:p>
            <a:pPr>
              <a:defRPr/>
            </a:pPr>
            <a:r>
              <a:rPr lang="fr-FR" altLang="fr-FR" smtClean="0"/>
              <a:t>Your constant grace remains the cornerstone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smtClean="0"/>
              <a:t>Things that we thought were dead Are breathing in life again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4-TU FAIS BRILLER TON FILS DANS LA NUIT</a:t>
            </a:r>
          </a:p>
          <a:p>
            <a:pPr>
              <a:defRPr/>
            </a:pPr>
            <a:r>
              <a:rPr lang="fr-FR" altLang="fr-FR" smtClean="0"/>
              <a:t>You cause your Son to shine on darkest nights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7-JÉSUS,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8-TU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smtClean="0"/>
              <a:t>The hopeless have found their hope The orphans now have a home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10-TOUT CE QUE NOUS CHERCHONS SE TROUVE EN TOI </a:t>
            </a:r>
          </a:p>
          <a:p>
            <a:pPr>
              <a:defRPr/>
            </a:pPr>
            <a:r>
              <a:rPr lang="fr-FR" altLang="fr-FR" smtClean="0"/>
              <a:t>All that was lost has found  Its place in you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smtClean="0"/>
              <a:t>You lift our weary head You make us strong instead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smtClean="0"/>
              <a:t>You took these rags and made us beautiful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smtClean="0"/>
              <a:t>For all that you’ve done  We will pour out our love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14-DANS UN HYMNE POUR TOI</a:t>
            </a:r>
          </a:p>
          <a:p>
            <a:pPr>
              <a:defRPr/>
            </a:pPr>
            <a:r>
              <a:rPr lang="fr-FR" altLang="fr-FR" smtClean="0"/>
              <a:t>This will be our anthem song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15-JÉSUS, NOUS T'AIMONS COMBIEN NOUS T'AIMONS</a:t>
            </a:r>
          </a:p>
          <a:p>
            <a:pPr>
              <a:defRPr/>
            </a:pPr>
            <a:r>
              <a:rPr lang="fr-FR" altLang="fr-FR" smtClean="0"/>
              <a:t>	Jesus we love you  Oh how we love you</a:t>
            </a:r>
          </a:p>
          <a:p>
            <a:pPr>
              <a:defRPr/>
            </a:pPr>
            <a:r>
              <a:rPr lang="fr-FR" altLang="fr-FR" smtClean="0"/>
              <a:t>	</a:t>
            </a:r>
          </a:p>
          <a:p>
            <a:pPr>
              <a:defRPr/>
            </a:pPr>
            <a:r>
              <a:rPr lang="fr-FR" altLang="fr-FR" smtClean="0"/>
              <a:t>	16-TU ES CELUI QUE NOS CŒURS ADORENT</a:t>
            </a:r>
          </a:p>
          <a:p>
            <a:pPr>
              <a:defRPr/>
            </a:pPr>
            <a:r>
              <a:rPr lang="fr-FR" altLang="fr-FR" smtClean="0"/>
              <a:t>	You are the one our hearts adore</a:t>
            </a:r>
          </a:p>
          <a:p>
            <a:pPr>
              <a:defRPr/>
            </a:pPr>
            <a:r>
              <a:rPr lang="fr-FR" altLang="fr-FR" smtClean="0"/>
              <a:t> 	</a:t>
            </a:r>
          </a:p>
          <a:p>
            <a:pPr>
              <a:defRPr/>
            </a:pPr>
            <a:r>
              <a:rPr lang="fr-FR" altLang="fr-FR" smtClean="0"/>
              <a:t>	17-NOS CŒURS ADORENT</a:t>
            </a:r>
          </a:p>
          <a:p>
            <a:pPr>
              <a:defRPr/>
            </a:pPr>
            <a:r>
              <a:rPr lang="fr-FR" altLang="fr-FR" smtClean="0"/>
              <a:t>	our hearts adore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 :</a:t>
            </a:r>
          </a:p>
          <a:p>
            <a:pPr>
              <a:defRPr/>
            </a:pPr>
            <a:r>
              <a:rPr lang="fr-FR" altLang="fr-FR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smtClean="0"/>
              <a:t>Our affection, our devotion  poured out on the feet of Jesus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  <a:endParaRPr lang="fr-FR" alt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solidFill>
                  <a:srgbClr val="000000"/>
                </a:solidFill>
              </a:rPr>
              <a:t>1-LES CHOSES ANCIENNES SONT PASSÉES TON AMOUR N'A PAS CHANGÉ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Old things have passed away Your love has stayed the same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2-TA GRÂCE DEMEURE NOTRE ROCHER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Your constant grace remains the cornerstone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3-CE QUE NOUS CROYIONS FANÉ EST EN TOI RESSUSCITÉ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Things that we thought were dead Are breathing in life again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4-TU FAIS BRILLER TON FILS DANS LA NUIT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cause your Son to shine on darkest nights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5-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6-DANS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7-JÉSUS,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8-TU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9-CHACUN RETROUVE L’ESPOIR LES ORPHELINS ONT UN TOIT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The hopeless have found their hope The orphans now have a home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10-TOUT CE QUE NOUS CHERCHONS SE TROUVE EN TOI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All that was lost has found  Its place in you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11-TU VIENS RELEVER NOS TÊTES TU NOUS DONNES TA FORCE PARFAITE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lift our weary head You make us strong instead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12-TU PRENDS NOS DÉFAUTS ET TU NOUS RENDS PLUS BEAUX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You took these rags and made us beautiful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13- POUR TOUS TES BIENFAITS NOUS RÉPANDRONS NOTRE AMOUR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For all that you’ve done  We will pour out our love 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14-DANS UN HYMNE POUR TOI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This will be our anthem song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 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15-JÉSUS, NOUS T'AIMONS COMBIEN NOUS T'AIMONS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Jesus we love you  Oh how we love you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16-TU ES CELUI QUE 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You are the one our hearts adore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 	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17-NOS CŒURS ADORENT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	our hearts adore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Pont :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18-NOTRE AFFECTION, NOTRE PASSION  RÉPANDUES AUX PIEDS DE JÉSUS</a:t>
            </a:r>
          </a:p>
          <a:p>
            <a:r>
              <a:rPr lang="fr-FR" altLang="fr-FR" smtClean="0">
                <a:solidFill>
                  <a:srgbClr val="000000"/>
                </a:solidFill>
              </a:rPr>
              <a:t>Our affection, our devotion  poured out on the feet of Jesus</a:t>
            </a:r>
          </a:p>
          <a:p>
            <a:endParaRPr lang="fr-FR" altLang="fr-FR" smtClean="0">
              <a:solidFill>
                <a:srgbClr val="000000"/>
              </a:solidFill>
            </a:endParaRPr>
          </a:p>
          <a:p>
            <a:r>
              <a:rPr lang="fr-FR" altLang="fr-FR" smtClean="0">
                <a:solidFill>
                  <a:srgbClr val="000000"/>
                </a:solidFill>
              </a:rPr>
              <a:t>	Refrain: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dirty="0" smtClean="0"/>
              <a:t>1-LES CHOSES ANCIENNES SONT PASSÉES TON AMOUR N'A PAS CHANGÉ</a:t>
            </a:r>
          </a:p>
          <a:p>
            <a:pPr>
              <a:defRPr/>
            </a:pPr>
            <a:r>
              <a:rPr lang="fr-FR" altLang="fr-FR" dirty="0" err="1" smtClean="0"/>
              <a:t>Old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things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passed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love has </a:t>
            </a:r>
            <a:r>
              <a:rPr lang="fr-FR" altLang="fr-FR" dirty="0" err="1" smtClean="0"/>
              <a:t>stayed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2-TA GRÂCE DEMEURE NOTRE ROCHER</a:t>
            </a:r>
          </a:p>
          <a:p>
            <a:pPr>
              <a:defRPr/>
            </a:pPr>
            <a:r>
              <a:rPr lang="fr-FR" altLang="fr-FR" dirty="0" err="1" smtClean="0"/>
              <a:t>Your</a:t>
            </a:r>
            <a:r>
              <a:rPr lang="fr-FR" altLang="fr-FR" dirty="0" smtClean="0"/>
              <a:t> constant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remains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cornerstone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3-CE QUE NOUS CROYIONS FANÉ EST EN TOI RESSUSCITÉ</a:t>
            </a:r>
          </a:p>
          <a:p>
            <a:pPr>
              <a:defRPr/>
            </a:pPr>
            <a:r>
              <a:rPr lang="fr-FR" altLang="fr-FR" dirty="0" err="1" smtClean="0"/>
              <a:t>Things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thought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dead</a:t>
            </a:r>
            <a:r>
              <a:rPr lang="fr-FR" altLang="fr-FR" dirty="0" smtClean="0"/>
              <a:t> Are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in life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4-TU FAIS BRILLER TON FILS DANS LA NUIT</a:t>
            </a:r>
          </a:p>
          <a:p>
            <a:pPr>
              <a:defRPr/>
            </a:pPr>
            <a:r>
              <a:rPr lang="fr-FR" altLang="fr-FR" dirty="0" smtClean="0"/>
              <a:t>You cause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Son to </a:t>
            </a:r>
            <a:r>
              <a:rPr lang="fr-FR" altLang="fr-FR" dirty="0" err="1" smtClean="0"/>
              <a:t>shine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darkest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nights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	</a:t>
            </a:r>
          </a:p>
          <a:p>
            <a:pPr>
              <a:defRPr/>
            </a:pPr>
            <a:r>
              <a:rPr lang="fr-FR" altLang="fr-FR" dirty="0" smtClean="0"/>
              <a:t>	7-JÉSUS,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8-TU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9-CHACUN RETROUVE L’ESPOIR LES ORPHELINS ONT UN TOIT</a:t>
            </a:r>
          </a:p>
          <a:p>
            <a:pPr>
              <a:defRPr/>
            </a:pPr>
            <a:r>
              <a:rPr lang="fr-FR" altLang="fr-FR" dirty="0" smtClean="0"/>
              <a:t>The </a:t>
            </a:r>
            <a:r>
              <a:rPr lang="fr-FR" altLang="fr-FR" dirty="0" err="1" smtClean="0"/>
              <a:t>hopeless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their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hope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orphans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have a home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10-TOUT CE QUE NOUS CHERCHONS SE TROUVE EN TOI </a:t>
            </a:r>
          </a:p>
          <a:p>
            <a:pPr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has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Its</a:t>
            </a:r>
            <a:r>
              <a:rPr lang="fr-FR" altLang="fr-FR" dirty="0" smtClean="0"/>
              <a:t> place in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11-TU VIENS RELEVER NOS TÊTES TU NOUS DONNES TA FORCE PARFAITE </a:t>
            </a:r>
          </a:p>
          <a:p>
            <a:pPr>
              <a:defRPr/>
            </a:pPr>
            <a:r>
              <a:rPr lang="fr-FR" altLang="fr-FR" dirty="0" smtClean="0"/>
              <a:t>You lift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weary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head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strong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instead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12-TU PRENDS NOS DÉFAUTS ET TU NOUS RENDS PLUS BEAUX</a:t>
            </a:r>
          </a:p>
          <a:p>
            <a:pPr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took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rags</a:t>
            </a:r>
            <a:r>
              <a:rPr lang="fr-FR" altLang="fr-FR" dirty="0" smtClean="0"/>
              <a:t> and made us </a:t>
            </a:r>
            <a:r>
              <a:rPr lang="fr-FR" altLang="fr-FR" dirty="0" err="1" smtClean="0"/>
              <a:t>beautiful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POUR TOUS TES BIENFAITS NOUS RÉPANDRONS NOTRE AMOUR</a:t>
            </a:r>
          </a:p>
          <a:p>
            <a:pPr>
              <a:defRPr/>
            </a:pPr>
            <a:r>
              <a:rPr lang="fr-FR" altLang="fr-FR" dirty="0" smtClean="0"/>
              <a:t>For 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pour out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love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14-DANS UN HYMNE POUR TOI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anthem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 </a:t>
            </a:r>
          </a:p>
          <a:p>
            <a:pPr>
              <a:defRPr/>
            </a:pPr>
            <a:r>
              <a:rPr lang="fr-FR" altLang="fr-FR" dirty="0" smtClean="0"/>
              <a:t>	15-JÉSUS, NOUS T'AIMONS COMBIEN NOUS T'AIMONS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 Oh how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love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</a:p>
          <a:p>
            <a:pPr>
              <a:defRPr/>
            </a:pPr>
            <a:r>
              <a:rPr lang="fr-FR" altLang="fr-FR" dirty="0" smtClean="0"/>
              <a:t>	16-TU ES CELUI QUE NOS CŒURS ADORENT</a:t>
            </a:r>
          </a:p>
          <a:p>
            <a:pPr>
              <a:defRPr/>
            </a:pPr>
            <a:r>
              <a:rPr lang="fr-FR" altLang="fr-FR" dirty="0" smtClean="0"/>
              <a:t>	You are the one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r>
              <a:rPr lang="fr-FR" altLang="fr-FR" dirty="0" smtClean="0"/>
              <a:t> 	</a:t>
            </a:r>
          </a:p>
          <a:p>
            <a:pPr>
              <a:defRPr/>
            </a:pPr>
            <a:r>
              <a:rPr lang="fr-FR" altLang="fr-FR" dirty="0" smtClean="0"/>
              <a:t>	17-NOS CŒURS ADORENT</a:t>
            </a:r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adore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Pont :</a:t>
            </a:r>
          </a:p>
          <a:p>
            <a:pPr>
              <a:defRPr/>
            </a:pPr>
            <a:r>
              <a:rPr lang="fr-FR" altLang="fr-FR" dirty="0" smtClean="0"/>
              <a:t>18-NOTRE AFFECTION, NOTRE PASSION  RÉPANDUES AUX PIEDS DE JÉSUS</a:t>
            </a:r>
          </a:p>
          <a:p>
            <a:pPr>
              <a:defRPr/>
            </a:pPr>
            <a:r>
              <a:rPr lang="fr-FR" altLang="fr-FR" dirty="0" smtClean="0"/>
              <a:t>Our affection,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devotion</a:t>
            </a:r>
            <a:r>
              <a:rPr lang="fr-FR" altLang="fr-FR" dirty="0" smtClean="0"/>
              <a:t>  </a:t>
            </a:r>
            <a:r>
              <a:rPr lang="fr-FR" altLang="fr-FR" dirty="0" err="1" smtClean="0"/>
              <a:t>poured</a:t>
            </a:r>
            <a:r>
              <a:rPr lang="fr-FR" altLang="fr-FR" dirty="0" smtClean="0"/>
              <a:t> out on the </a:t>
            </a:r>
            <a:r>
              <a:rPr lang="fr-FR" altLang="fr-FR" dirty="0" err="1" smtClean="0"/>
              <a:t>feet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Jesus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endParaRPr lang="fr-FR" altLang="fr-FR" smtClean="0"/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endParaRPr lang="fr-FR" altLang="fr-FR" smtClean="0"/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endParaRPr lang="fr-FR" altLang="fr-FR" smtClean="0"/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endParaRPr lang="fr-FR" altLang="fr-FR" smtClean="0"/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endParaRPr lang="fr-FR" altLang="fr-FR" smtClean="0"/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endParaRPr lang="fr-FR" altLang="fr-FR" smtClean="0"/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endParaRPr lang="fr-FR" altLang="fr-FR" smtClean="0"/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15-JÉSUS,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16-TU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r>
              <a:rPr lang="fr-FR" altLang="fr-FR" smtClean="0"/>
              <a:t> 	</a:t>
            </a:r>
          </a:p>
          <a:p>
            <a:r>
              <a:rPr lang="fr-FR" altLang="fr-FR" smtClean="0"/>
              <a:t>	17-NOS CŒURS ADORENT</a:t>
            </a:r>
          </a:p>
          <a:p>
            <a:r>
              <a:rPr lang="fr-FR" altLang="fr-FR" smtClean="0"/>
              <a:t>	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18-NOTRE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790A7-D562-420A-89AB-21F8D6D60B9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2E966-EB31-472A-B42F-39646D7704B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00A13-06EF-4757-995A-350B2B74730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AC22A-A28B-42BB-B0EE-91CFD7CFC4B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3E440-8497-474E-BB20-1E373C9ED7B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F3EFF-36C0-498E-A695-7434C775213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B06CF-A45F-4A2C-9FF1-20A42A17A5B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04E59-37D1-40B1-A0F5-D267904A668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EBD11-57EA-4046-A321-9C3E8ED8A1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DC053-EA2E-496A-A2FE-BCAE275B992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E0071-67DC-4663-97AB-45B28170A8D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9ED51B4-41AF-41DD-A950-1CA2F2EFFD7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CHOSES ANCIENNES SONT PASSÉES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N’A PAS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GRÂCE DEMEURE NOTRE ROCHER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NOUS CROYIONS FANÉ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EN TOI RESSUSCITÉ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BRILLER TON FILS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TES BIENFAITS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RÉPANDRONS NOTRE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HYMNE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NOUS T’AIMONS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COMBIEN NOUS T’AIMONS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CELUI QUE NOS CŒURS ADORENT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 RETROUVE L’ESPOIR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ORPHELINS ONT UN TOIT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NOUS CHERCHONS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 EN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VIENS RELEVER NOS TÊTES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DONNES TA FORCE PARFAITE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PRENDS NOS DÉFAUTS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NOUS RENDS PLUS BEAUX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TES BIENFAITS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RÉPANDRONS NOTRE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HYMNE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NOUS T’AIMONS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COMBIEN NOUS T’AIMONS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CELUI QUE NOS CŒURS ADORENT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NOS CŒURS ADORENT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AFFECTION, NOTRE PASSION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RÉPANDUES AUX PIEDS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3738</Words>
  <Application>Microsoft Office PowerPoint</Application>
  <PresentationFormat>On-screen Show (4:3)</PresentationFormat>
  <Paragraphs>2117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163</cp:revision>
  <dcterms:created xsi:type="dcterms:W3CDTF">2002-08-17T10:50:50Z</dcterms:created>
  <dcterms:modified xsi:type="dcterms:W3CDTF">2017-12-31T08:57:54Z</dcterms:modified>
</cp:coreProperties>
</file>