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82" r:id="rId9"/>
    <p:sldId id="277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48" d="100"/>
          <a:sy n="48" d="100"/>
        </p:scale>
        <p:origin x="-108" y="-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5C0496B-910B-4244-8055-7AD3040A5B5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9257362-D176-4FA4-9AB1-2CC949946F5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1447F-66F4-47DB-8B0E-252FCBB44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A22DE-ABDE-40D9-9903-14FCDC0AB4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DE696-285B-4D3D-AC3E-363F61313C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AFD89A-F6BB-4DC9-9808-8EF427BCBE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95638-BEFC-4A4C-919C-83D996453B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2E03B-1490-4C12-8C7A-10D8BCC5CA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33253-92D1-47E2-9008-5ED8C0F0EF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5C519-5ECD-4FED-9087-545E5850AE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17C38-BFF4-4EE6-84C2-E80F075751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188CD-AFE6-4D50-A417-B1B0007AFC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B925D-67D6-4E92-BA9D-6AE1336A8A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21D6227-6107-4ED1-9B3A-2F4DB0CF61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INCOMPARABLE AMOUR ET BEAUTÉ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DANS CE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ME COMBLER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JÉSUS, TA COUPE NE TARIT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TRÉSOR DE MON ÂME ET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FAIBLESSE TU ES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RÉDEMPTEUR DE TOUTES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ERREURS PASSÉES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GARDIEN DE TOUTE MON 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JÉSUS, OH !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MA VIE SUR TERRE J’ATTENDRAI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JOUR OÙ FACE À FACE JE TE VERRAI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DANS CE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ME COMBLER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JÉSUS, TA COUPE NE TARIT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JÉSUS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TA COUPE NE TARIT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1549</Words>
  <Application>Microsoft Office PowerPoint</Application>
  <PresentationFormat>On-screen Show (4:3)</PresentationFormat>
  <Paragraphs>708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SUR TOUTE LA TERRE QUI EST COMME TOI</vt:lpstr>
      <vt:lpstr>INCOMPARABLE AMOUR ET BEAUTÉ RIEN DANS CE MONDE</vt:lpstr>
      <vt:lpstr>NE PEUT ME COMBLER MAIS JÉSUS, TA COUPE NE TARIT JAMAIS</vt:lpstr>
      <vt:lpstr>TA PRÉSENCE EST TOUTE MA VIE TA PRÉSENCE EST TOUTE MA VIE</vt:lpstr>
      <vt:lpstr>TRÉSOR DE MON ÂME ET DE MON CŒUR DANS MA FAIBLESSE TU ES BON</vt:lpstr>
      <vt:lpstr>SEIGNEUR RÉDEMPTEUR DE TOUTES</vt:lpstr>
      <vt:lpstr>MES ERREURS PASSÉES GARDIEN DE TOUTE MON ÉTERNITÉ</vt:lpstr>
      <vt:lpstr>TA PRÉSENCE EST TOUTE MA VIE TA PRÉSENCE EST TOUTE MA VIE</vt:lpstr>
      <vt:lpstr>OH ! JÉSUS, OH ! JÉSUS TA PRÉSENCE EST TOUTE MA VIE</vt:lpstr>
      <vt:lpstr>TOUTE MA VIE SUR TERRE J’ATTENDRAI LE JOUR OÙ FACE À FACE JE TE VERRAI</vt:lpstr>
      <vt:lpstr>RIEN DANS CE MONDE NE PEUT ME COMBLER</vt:lpstr>
      <vt:lpstr>MAIS JÉSUS, TA COUPE NE TARIT JAMAIS OH ! JÉSUS, TA COUPE NE TARIT JAMAIS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134</cp:revision>
  <dcterms:created xsi:type="dcterms:W3CDTF">2002-08-17T10:50:50Z</dcterms:created>
  <dcterms:modified xsi:type="dcterms:W3CDTF">2016-11-20T09:20:07Z</dcterms:modified>
</cp:coreProperties>
</file>