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80" r:id="rId3"/>
    <p:sldId id="282" r:id="rId4"/>
    <p:sldId id="279" r:id="rId5"/>
    <p:sldId id="278" r:id="rId6"/>
    <p:sldId id="277" r:id="rId7"/>
    <p:sldId id="284" r:id="rId8"/>
    <p:sldId id="276" r:id="rId9"/>
    <p:sldId id="281" r:id="rId10"/>
    <p:sldId id="283" r:id="rId11"/>
    <p:sldId id="275" r:id="rId12"/>
    <p:sldId id="274" r:id="rId13"/>
    <p:sldId id="273" r:id="rId14"/>
    <p:sldId id="272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3600" autoAdjust="0"/>
    <p:restoredTop sz="34522" autoAdjust="0"/>
  </p:normalViewPr>
  <p:slideViewPr>
    <p:cSldViewPr>
      <p:cViewPr>
        <p:scale>
          <a:sx n="30" d="100"/>
          <a:sy n="30" d="100"/>
        </p:scale>
        <p:origin x="-576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7C104B1-02B4-4495-B175-4026AE7B7E1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CDA489F-A101-497D-BD57-3ABF52D6004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lift my eye swhere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PAR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Your perfect love 
13-  LA PEUR EST CHASSÉE 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casting out fear You are the God of all power
14-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2-  LA GUÉRISON EST ICI ET JE LA REÇOIS</a:t>
            </a:r>
          </a:p>
          <a:p>
            <a:r>
              <a:rPr lang="fr-FR" smtClean="0"/>
              <a:t>Healing is here and I receive it</a:t>
            </a:r>
          </a:p>
          <a:p>
            <a:r>
              <a:rPr lang="fr-FR" smtClean="0"/>
              <a:t>3- LA GUÉRISON EST ICI  x3</a:t>
            </a:r>
          </a:p>
          <a:p>
            <a:r>
              <a:rPr lang="fr-FR" smtClean="0"/>
              <a:t>Healing is here Healing is here </a:t>
            </a:r>
          </a:p>
          <a:p>
            <a:r>
              <a:rPr lang="fr-FR" smtClean="0"/>
              <a:t>4-  LA GUÉRISON EST ICI ET JE LE CROIS 
Healing is here and I believe it</a:t>
            </a:r>
          </a:p>
          <a:p>
            <a:endParaRPr lang="fr-FR" smtClean="0"/>
          </a:p>
          <a:p>
            <a:r>
              <a:rPr lang="fr-FR" smtClean="0"/>
              <a:t>	5-  JE LÈVE MES MAINS VERS LES CIEUX VERS MON SECOURS, JE LÈVE MES YEUX</a:t>
            </a:r>
          </a:p>
          <a:p>
            <a:r>
              <a:rPr lang="fr-FR" smtClean="0"/>
              <a:t>	I reach my hands to the heavens</a:t>
            </a:r>
          </a:p>
          <a:p>
            <a:r>
              <a:rPr lang="fr-FR" smtClean="0"/>
              <a:t>I lift my eye swhere my help comes from</a:t>
            </a:r>
          </a:p>
          <a:p>
            <a:r>
              <a:rPr lang="fr-FR" smtClean="0"/>
              <a:t>	6-  VERS TOI, MON ROC ET MON GUÉRISSEUR J’AI FOI EN TOI</a:t>
            </a:r>
          </a:p>
          <a:p>
            <a:r>
              <a:rPr lang="fr-FR" smtClean="0"/>
              <a:t>	I look to You my rock my healer </a:t>
            </a:r>
          </a:p>
          <a:p>
            <a:r>
              <a:rPr lang="fr-FR" smtClean="0"/>
              <a:t>	7- J’AI FOI EN TOI</a:t>
            </a:r>
          </a:p>
          <a:p>
            <a:r>
              <a:rPr lang="fr-FR" smtClean="0"/>
              <a:t>	I trust in You 
</a:t>
            </a:r>
          </a:p>
          <a:p>
            <a:r>
              <a:rPr lang="fr-FR" smtClean="0"/>
              <a:t>8-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9-  LA LIBERTÉ EST ICI ET JE LA REÇOIS </a:t>
            </a:r>
          </a:p>
          <a:p>
            <a:r>
              <a:rPr lang="fr-FR" smtClean="0"/>
              <a:t>Freedom is here and I receive it</a:t>
            </a:r>
          </a:p>
          <a:p>
            <a:r>
              <a:rPr lang="fr-FR" smtClean="0"/>
              <a:t>10-  LA LIBERTÉ EST ICI  x3</a:t>
            </a:r>
          </a:p>
          <a:p>
            <a:r>
              <a:rPr lang="fr-FR" smtClean="0"/>
              <a:t>Freedom is here Freedom is here  </a:t>
            </a:r>
          </a:p>
          <a:p>
            <a:r>
              <a:rPr lang="fr-FR" smtClean="0"/>
              <a:t>11-  LA LIBERTÉ EST ICI ET JE LE CROIS </a:t>
            </a:r>
          </a:p>
          <a:p>
            <a:r>
              <a:rPr lang="fr-FR" smtClean="0"/>
              <a:t>Freedom is here and I believe it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12-  LA MALADIE NE PEUT PLUS RÉSISTER PAR TON AMOUR</a:t>
            </a:r>
          </a:p>
          <a:p>
            <a:r>
              <a:rPr lang="fr-FR" smtClean="0"/>
              <a:t>Sickness can't stay any longer Your perfect love 
13-  LA PEUR EST CHASSÉE TU ES LE DIEU DE TOUTE PUISSANCE </a:t>
            </a:r>
          </a:p>
          <a:p>
            <a:r>
              <a:rPr lang="fr-FR" smtClean="0"/>
              <a:t>is casting out fear You are the God of all power
14-  MA GUÉRISON EST TA VOLONTÉ </a:t>
            </a:r>
          </a:p>
          <a:p>
            <a:r>
              <a:rPr lang="fr-FR" smtClean="0"/>
              <a:t>And it is Your will that my life is healed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D1BE-D731-4186-AAEA-47E35CCAF6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D871B-9E86-4789-8033-1B244FC90B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DF755-F25C-4F72-8C9A-9CF83DC870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35483-7940-4F45-A12A-FF24F16103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FE508-1A98-422F-BFDB-985ABB4CEC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051267-B31E-4F64-AFAA-0C38AD2BA3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BBD840-AC43-4D84-A6A2-B51324C951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B63AB-3DC2-43EE-B7E9-E669936A57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719E04-D532-41C7-9D42-8B28C4D8BC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AF163-8B96-4104-AF3E-ED296CE4F8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B304F-D1FB-4767-A689-477EAA57EC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E73FD7A-617E-4541-BDDB-7B20CCE29C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LA REÇOIS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LE CROIS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LÈVE MES MAINS VERS LES CIEUX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MON SECOURS, JE LÈVE MES YEUX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MON ROC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MON GUÉRISSEUR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FOI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LA REÇOIS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LE CROIS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MALADIE NE PEUT PLUS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RÉSISTER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TON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PEUR EST CHASSÉE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LE DIEU DE TOUTE-PUISSANCE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GUÉRISON EST TA VOLONTÉ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1487</Words>
  <Application>Microsoft Office PowerPoint</Application>
  <PresentationFormat>On-screen Show (4:3)</PresentationFormat>
  <Paragraphs>810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141</cp:revision>
  <dcterms:created xsi:type="dcterms:W3CDTF">2002-08-17T10:50:50Z</dcterms:created>
  <dcterms:modified xsi:type="dcterms:W3CDTF">2016-11-20T12:33:46Z</dcterms:modified>
</cp:coreProperties>
</file>