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4606" autoAdjust="0"/>
  </p:normalViewPr>
  <p:slideViewPr>
    <p:cSldViewPr>
      <p:cViewPr varScale="1">
        <p:scale>
          <a:sx n="37" d="100"/>
          <a:sy n="37" d="100"/>
        </p:scale>
        <p:origin x="-217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58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1AC9169-A57D-4403-8D66-49D6E4455A39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E014C05-A317-4952-B8EF-5034A284E99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POUR LES CŒURS BRISÉS POUR LES REJETÉS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heartache Where there is hatred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POUR CEUX QUI SOUFFRENT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suffering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QUAND J’ÉTAIS BLESSÉ ET QUAND JE PLEURAIS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wounded Where I was weeping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4-  QUAND J’ÉTAIS FAIBLE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was weakest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TU M’AS REMPLI À CHAQUE PAS ET DES FLAMMES TU ME SAUVAS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the way You fill my cup In the fire You help me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JÉSUS TU ÉTAIS, TU ES ET SERAS TOUJOURS LÀ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POURQUOI M’ENFUIR  JE SAIS QUE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Why would I run I know You're 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ET QUAND TU ES LÀ JE NE CRAINS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When You are with me There's nothing to fear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	9-  JÉSUS TU ÉTAIS TU ES ET SERAS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Jesus You were You are You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LÀ OÙ EST L’ESPOIR LA MISÉRICORDE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hope and where there is mercy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EST LA JUSTICE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there is justice You are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POUR TOUTES MES PERCÉES ET LA GUÉRISON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breakthrough When I needed healing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
13-  POUR MA LIBERTÉ TU ÉTAIS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I needed freedom You were there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Pré 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SAUVEUR  QUI RÈGNE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Savior reigning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15-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SAINT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Lord God almighty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TU AS ÉTÉ ET TOUJOURS TU SERAS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have been And You will always be			x2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POUR LES CŒURS BRISÉS POUR LES REJETÉS </a:t>
            </a:r>
          </a:p>
          <a:p>
            <a:r>
              <a:rPr lang="fr-FR" smtClean="0"/>
              <a:t>Where there is heartache Where there is hatred</a:t>
            </a:r>
          </a:p>
          <a:p>
            <a:r>
              <a:rPr lang="fr-FR" smtClean="0"/>
              <a:t>2-  POUR CEUX QUI SOUFFRENT TU ES LÀ </a:t>
            </a:r>
          </a:p>
          <a:p>
            <a:r>
              <a:rPr lang="fr-FR" smtClean="0"/>
              <a:t>Where there is suffering You are there</a:t>
            </a:r>
          </a:p>
          <a:p>
            <a:endParaRPr lang="fr-FR" smtClean="0"/>
          </a:p>
          <a:p>
            <a:r>
              <a:rPr lang="fr-FR" smtClean="0"/>
              <a:t>3-  QUAND J’ÉTAIS BLESSÉ ET QUAND JE PLEURAIS</a:t>
            </a:r>
          </a:p>
          <a:p>
            <a:r>
              <a:rPr lang="fr-FR" smtClean="0"/>
              <a:t>Where I was wounded Where I was weeping</a:t>
            </a:r>
          </a:p>
          <a:p>
            <a:r>
              <a:rPr lang="fr-FR" smtClean="0"/>
              <a:t> 
4-  QUAND J’ÉTAIS FAIBLE TU ÉTAIS LÀ </a:t>
            </a:r>
          </a:p>
          <a:p>
            <a:r>
              <a:rPr lang="fr-FR" smtClean="0"/>
              <a:t>Where I was weakest You were there</a:t>
            </a:r>
          </a:p>
          <a:p>
            <a:endParaRPr lang="fr-FR" smtClean="0"/>
          </a:p>
          <a:p>
            <a:r>
              <a:rPr lang="fr-FR" smtClean="0"/>
              <a:t>	Pré refrain</a:t>
            </a:r>
          </a:p>
          <a:p>
            <a:r>
              <a:rPr lang="fr-FR" smtClean="0"/>
              <a:t>	5-  TU M’AS REMPLI À CHAQUE PAS ET DES FLAMMES TU ME SAUVAS  </a:t>
            </a:r>
          </a:p>
          <a:p>
            <a:r>
              <a:rPr lang="fr-FR" smtClean="0"/>
              <a:t>	All the way You fill my cup In the fire You help me out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6-  JÉSUS TU ÉTAIS, TU ES ET SERAS TOUJOURS LÀ       x2</a:t>
            </a:r>
          </a:p>
          <a:p>
            <a:r>
              <a:rPr lang="fr-FR" smtClean="0"/>
              <a:t>	Jesus You were You are You always be there</a:t>
            </a:r>
          </a:p>
          <a:p>
            <a:r>
              <a:rPr lang="fr-FR" smtClean="0"/>
              <a:t>	7-  POURQUOI M’ENFUIR  JE SAIS QUE TU ES LÀ </a:t>
            </a:r>
          </a:p>
          <a:p>
            <a:r>
              <a:rPr lang="fr-FR" smtClean="0"/>
              <a:t>	Why would I run I know You're here</a:t>
            </a:r>
          </a:p>
          <a:p>
            <a:r>
              <a:rPr lang="fr-FR" smtClean="0"/>
              <a:t>	8-  ET QUAND TU ES LÀ JE NE CRAINS PAS</a:t>
            </a:r>
          </a:p>
          <a:p>
            <a:r>
              <a:rPr lang="fr-FR" smtClean="0"/>
              <a:t>	When You are with me There's nothing to fear</a:t>
            </a:r>
          </a:p>
          <a:p>
            <a:r>
              <a:rPr lang="fr-FR" smtClean="0"/>
              <a:t> 
	9-  JÉSUS TU ÉTAIS TU ES ET SERAS TOUJOURS </a:t>
            </a:r>
          </a:p>
          <a:p>
            <a:r>
              <a:rPr lang="fr-FR" smtClean="0"/>
              <a:t>	Jesus You were You are You always be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Couplet2:</a:t>
            </a:r>
          </a:p>
          <a:p>
            <a:r>
              <a:rPr lang="fr-FR" smtClean="0"/>
              <a:t>10-  LÀ OÙ EST L’ESPOIR LA MISÉRICORDE </a:t>
            </a:r>
          </a:p>
          <a:p>
            <a:r>
              <a:rPr lang="fr-FR" smtClean="0"/>
              <a:t>Where there is hope and where there is mercy</a:t>
            </a:r>
          </a:p>
          <a:p>
            <a:r>
              <a:rPr lang="fr-FR" smtClean="0"/>
              <a:t>11-  OÙ EST LA JUSTICE TU ES LÀ </a:t>
            </a:r>
          </a:p>
          <a:p>
            <a:r>
              <a:rPr lang="fr-FR" smtClean="0"/>
              <a:t>Where there is justice You are there</a:t>
            </a:r>
          </a:p>
          <a:p>
            <a:r>
              <a:rPr lang="fr-FR" smtClean="0"/>
              <a:t>12-  POUR TOUTES MES PERCÉES ET LA GUÉRISON</a:t>
            </a:r>
          </a:p>
          <a:p>
            <a:r>
              <a:rPr lang="fr-FR" smtClean="0"/>
              <a:t>When I needed breakthrough When I needed healing</a:t>
            </a:r>
          </a:p>
          <a:p>
            <a:r>
              <a:rPr lang="fr-FR" smtClean="0"/>
              <a:t> 
13-  POUR MA LIBERTÉ TU ÉTAIS LÀ </a:t>
            </a:r>
          </a:p>
          <a:p>
            <a:r>
              <a:rPr lang="fr-FR" smtClean="0"/>
              <a:t>When I needed freedom You were there</a:t>
            </a:r>
          </a:p>
          <a:p>
            <a:endParaRPr lang="fr-FR" smtClean="0"/>
          </a:p>
          <a:p>
            <a:r>
              <a:rPr lang="fr-FR" smtClean="0"/>
              <a:t>	Pré refrain: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 SAUVEUR  QUI RÈGNE À JAMAIS</a:t>
            </a:r>
          </a:p>
          <a:p>
            <a:r>
              <a:rPr lang="fr-FR" smtClean="0"/>
              <a:t>Savior reigning forever</a:t>
            </a:r>
          </a:p>
          <a:p>
            <a:r>
              <a:rPr lang="fr-FR" smtClean="0"/>
              <a:t> 15-  TU AS ÉTÉ ET TOUJOURS TU SERAS </a:t>
            </a:r>
          </a:p>
          <a:p>
            <a:r>
              <a:rPr lang="fr-FR" smtClean="0"/>
              <a:t>You have been And You will always be</a:t>
            </a:r>
          </a:p>
          <a:p>
            <a:r>
              <a:rPr lang="fr-FR" smtClean="0"/>
              <a:t>16-  SAINT  SEIGNEUR DIEU TOUT-PUISSANT </a:t>
            </a:r>
          </a:p>
          <a:p>
            <a:r>
              <a:rPr lang="fr-FR" smtClean="0"/>
              <a:t>Holy Lord God almighty</a:t>
            </a:r>
          </a:p>
          <a:p>
            <a:r>
              <a:rPr lang="fr-FR" smtClean="0"/>
              <a:t>17-  TU AS ÉTÉ ET TOUJOURS TU SERAS </a:t>
            </a:r>
          </a:p>
          <a:p>
            <a:r>
              <a:rPr lang="fr-FR" smtClean="0"/>
              <a:t>You have been And You will always be			x2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AEB9BA-5097-464B-9E1B-9373F246090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F03226-9248-42E3-8C1F-3514B8CBC8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3A6E6E-0543-4A14-8388-EBF315E0E2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C993F-5B27-4589-95FE-8756810B48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0BE04F-B912-417F-BDC8-30740BDCFB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90ADC-E80E-4B22-9376-3B254851B65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30732A-4359-45A0-BDC2-F21F792AEE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06FD79-C7BB-4FDB-8A53-7155C28210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E56B9D-7981-4203-8718-6C1DBC91B1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865EC6-C01E-48F6-8F71-F74ADCF7A05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DD3F6E-0D49-4C8D-9A5B-6F4D082EEB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622F415-FB97-4D66-80E9-7A8AA9FB36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LES CŒURS BRISÉS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LES REJETÉS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CEUX QUI SOUFFRENT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J’ÉTAIS BLESSÉ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QUAND JE PLEURAIS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J’ÉTAIS FAIBLE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ÉTAIS LÀ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M’AS REMPLI À CHAQUE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DES FLAMMES TU ME SAUVAS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TU ÉTAIS, TU 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SERAS TOUJOURS LÀ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POURQUOI M’ENFUIR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TU ES LÀ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QUAND TU ES 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CRAINS 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TU ÉTAIS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ET SERAS TOUJOURS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LÀ OÙ EST L’ESPOIR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MISÉRICORDE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 EST LA JUSTICE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TOUTES MES PERCÉES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LA GUÉRISON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MA LIBERTÉ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ÉTAIS LÀ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SAUVEUR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RÈGNE À JAMAIS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ÉTÉ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TOUJOURS TU SERAS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DIEU TOUT-PUISSANT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ÉTÉ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TOUJOURS TU SERAS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1544</TotalTime>
  <Words>1789</Words>
  <Application>Microsoft Office PowerPoint</Application>
  <PresentationFormat>On-screen Show (4:3)</PresentationFormat>
  <Paragraphs>1632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My-t Yeahman</cp:lastModifiedBy>
  <cp:revision>159</cp:revision>
  <dcterms:created xsi:type="dcterms:W3CDTF">2002-08-17T10:50:50Z</dcterms:created>
  <dcterms:modified xsi:type="dcterms:W3CDTF">2017-12-30T23:16:43Z</dcterms:modified>
</cp:coreProperties>
</file>