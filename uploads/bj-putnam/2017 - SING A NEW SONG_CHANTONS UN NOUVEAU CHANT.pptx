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87" r:id="rId3"/>
    <p:sldId id="286" r:id="rId4"/>
    <p:sldId id="285" r:id="rId5"/>
    <p:sldId id="284" r:id="rId6"/>
    <p:sldId id="283" r:id="rId7"/>
    <p:sldId id="282" r:id="rId8"/>
    <p:sldId id="281" r:id="rId9"/>
    <p:sldId id="280" r:id="rId10"/>
    <p:sldId id="279" r:id="rId11"/>
    <p:sldId id="278" r:id="rId12"/>
    <p:sldId id="277" r:id="rId13"/>
    <p:sldId id="276" r:id="rId14"/>
    <p:sldId id="275" r:id="rId15"/>
    <p:sldId id="274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7222" autoAdjust="0"/>
  </p:normalViewPr>
  <p:slideViewPr>
    <p:cSldViewPr>
      <p:cViewPr>
        <p:scale>
          <a:sx n="30" d="100"/>
          <a:sy n="30" d="100"/>
        </p:scale>
        <p:origin x="-17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7B21EF-D647-4CF1-A7EF-5740345C91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26AB7A-C1ED-467F-816D-46FDAB073E9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place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seek</a:t>
            </a:r>
            <a:r>
              <a:rPr lang="fr-FR" dirty="0" smtClean="0"/>
              <a:t> </a:t>
            </a:r>
            <a:r>
              <a:rPr lang="fr-FR" dirty="0" err="1" smtClean="0"/>
              <a:t>His</a:t>
            </a:r>
            <a:r>
              <a:rPr lang="fr-FR" dirty="0" smtClean="0"/>
              <a:t>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We’re</a:t>
            </a:r>
            <a:r>
              <a:rPr lang="fr-FR" dirty="0" smtClean="0"/>
              <a:t> </a:t>
            </a:r>
            <a:r>
              <a:rPr lang="fr-FR" dirty="0" err="1" smtClean="0"/>
              <a:t>changed</a:t>
            </a:r>
            <a:r>
              <a:rPr lang="fr-FR" dirty="0" smtClean="0"/>
              <a:t> in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Touched</a:t>
            </a:r>
            <a:r>
              <a:rPr lang="fr-FR" dirty="0" smtClean="0"/>
              <a:t> by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sound</a:t>
            </a:r>
            <a:r>
              <a:rPr lang="fr-FR" dirty="0" smtClean="0"/>
              <a:t> I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all </a:t>
            </a:r>
            <a:r>
              <a:rPr lang="fr-FR" dirty="0" err="1" smtClean="0"/>
              <a:t>around</a:t>
            </a:r>
            <a:r>
              <a:rPr lang="fr-FR" dirty="0" smtClean="0"/>
              <a:t>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rising</a:t>
            </a:r>
            <a:r>
              <a:rPr lang="fr-FR" dirty="0" smtClean="0"/>
              <a:t> And people </a:t>
            </a:r>
            <a:r>
              <a:rPr lang="fr-FR" dirty="0" err="1" smtClean="0"/>
              <a:t>crying</a:t>
            </a:r>
            <a:r>
              <a:rPr lang="fr-FR" dirty="0" smtClean="0"/>
              <a:t>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a new </a:t>
            </a:r>
            <a:r>
              <a:rPr lang="fr-FR" dirty="0" err="1" smtClean="0"/>
              <a:t>song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out </a:t>
            </a:r>
            <a:r>
              <a:rPr lang="fr-FR" dirty="0" err="1" smtClean="0"/>
              <a:t>louder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before</a:t>
            </a:r>
            <a:r>
              <a:rPr lang="fr-FR" dirty="0" smtClean="0"/>
              <a:t>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It’s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of </a:t>
            </a:r>
            <a:r>
              <a:rPr lang="fr-FR" dirty="0" err="1" smtClean="0"/>
              <a:t>praise</a:t>
            </a:r>
            <a:r>
              <a:rPr lang="fr-FR" dirty="0" smtClean="0"/>
              <a:t> A </a:t>
            </a:r>
            <a:r>
              <a:rPr lang="fr-FR" dirty="0" err="1" smtClean="0"/>
              <a:t>song</a:t>
            </a:r>
            <a:r>
              <a:rPr lang="fr-FR" dirty="0" smtClean="0"/>
              <a:t> for all of the </a:t>
            </a:r>
            <a:r>
              <a:rPr lang="fr-FR" dirty="0" err="1" smtClean="0"/>
              <a:t>redeemed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Let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The </a:t>
            </a:r>
            <a:r>
              <a:rPr lang="fr-FR" dirty="0" err="1" smtClean="0"/>
              <a:t>whole</a:t>
            </a:r>
            <a:r>
              <a:rPr lang="fr-FR" dirty="0" smtClean="0"/>
              <a:t>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Never the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He’s</a:t>
            </a:r>
            <a:r>
              <a:rPr lang="fr-FR" dirty="0" smtClean="0"/>
              <a:t> </a:t>
            </a:r>
            <a:r>
              <a:rPr lang="fr-FR" dirty="0" err="1" smtClean="0"/>
              <a:t>taken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Power to </a:t>
            </a:r>
            <a:r>
              <a:rPr lang="fr-FR" dirty="0" err="1" smtClean="0"/>
              <a:t>save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There </a:t>
            </a:r>
            <a:r>
              <a:rPr lang="fr-FR" dirty="0" err="1" smtClean="0"/>
              <a:t>is</a:t>
            </a:r>
            <a:r>
              <a:rPr lang="fr-FR" dirty="0" smtClean="0"/>
              <a:t> a </a:t>
            </a:r>
            <a:r>
              <a:rPr lang="fr-FR" dirty="0" err="1" smtClean="0"/>
              <a:t>name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no </a:t>
            </a:r>
            <a:r>
              <a:rPr lang="fr-FR" dirty="0" err="1" smtClean="0"/>
              <a:t>other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There’s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 in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out </a:t>
            </a:r>
            <a:r>
              <a:rPr lang="fr-FR" dirty="0" err="1" smtClean="0"/>
              <a:t>His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UN NOUVEAU CHANT PLUS HAUT ET PLUS FORT QU’AVANT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wanna sing a new song Shout it out louder than before
2-  LA TERRE SE RÉJOUIT 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 whole earth sing The whole earth sing, yeah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DANS CE LIEU DE GRÂCE NOUS TROUVONS SA FACE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place We can seek His face
4-  CHANGÉS DANS SA PRÉSENCE TOUCHÉS PAR SA GRÂCE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We’re changed in His presence Touched by His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IL Y A UN BRUIT ENTENDS-LE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sound I hear it all around
6-  CELUI DE L’ADORATION POUR LE GRAND JE SUIS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Worship is rising And people crying out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CHANTONS UN NOUVEAU CHANT PLUS HAUT ET PLUS FORT QU'AVANT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 wanna sing a new song Shout it out louder than before
	8-  LA TERRE SE RÉJOUIT ELLE SE RÉJOUIT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CE SONT LES RACHETÉS LEVANT LEUR VOIX POUR LE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It’s a song of praise A song for all of the redeemed</a:t>
            </a:r>
            <a:br>
              <a:rPr lang="fr-FR" smtClean="0"/>
            </a:br>
            <a:r>
              <a:rPr lang="fr-FR" smtClean="0"/>
              <a:t>	10-  LA TERRE SE RÉJOUIT ELLE SE RÉJOUIT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Let the whole earth sing The whole earth sing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JAMAIS CHANGÉ IL M'A DÉLIVRÉ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Never the same He’s taken my chains</a:t>
            </a:r>
            <a:br>
              <a:rPr lang="fr-FR" smtClean="0"/>
            </a:br>
            <a:r>
              <a:rPr lang="fr-FR" smtClean="0"/>
              <a:t>12-  JE SUIS LIBRE EN JÉSUS PUISSANT POUR SAUVER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Power to save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IL Y A UN NOM PLUS GRAND QUE TOUS LES NOMS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 is a name Like no other name
14-  JE SUIS LIBRE EN JÉSUS ET JE VEUX LE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freedom in Jesus Shout out His name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ALLÉLUIA, ALLÉLUIA, ALLÉLUIA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Hallelujah, Hallelujah Hallelujah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CHANTONS UN NOUVEAU CHANT PLUS HAUT ET PLUS FORT QU’AVANT </a:t>
            </a:r>
          </a:p>
          <a:p>
            <a:r>
              <a:rPr lang="fr-FR" altLang="fr-FR" smtClean="0"/>
              <a:t>I wanna sing a new song Shout it out louder than before
2-  LA TERRE SE RÉJOUIT  ELLE SE RÉJOUIT </a:t>
            </a:r>
          </a:p>
          <a:p>
            <a:r>
              <a:rPr lang="fr-FR" altLang="fr-FR" smtClean="0"/>
              <a:t>Let the whole earth sing The whole earth sing, yeah</a:t>
            </a:r>
          </a:p>
          <a:p>
            <a:r>
              <a:rPr lang="fr-FR" altLang="fr-FR" smtClean="0"/>
              <a:t>3-  DANS CE LIEU DE GRÂCE NOUS TROUVONS SA FACE </a:t>
            </a:r>
          </a:p>
          <a:p>
            <a:r>
              <a:rPr lang="fr-FR" altLang="fr-FR" smtClean="0"/>
              <a:t>There is a place We can seek His face
4-  CHANGÉS DANS SA PRÉSENCE TOUCHÉS PAR SA GRÂCE  </a:t>
            </a:r>
          </a:p>
          <a:p>
            <a:r>
              <a:rPr lang="fr-FR" altLang="fr-FR" smtClean="0"/>
              <a:t>We’re changed in His presence Touched by His grace</a:t>
            </a:r>
          </a:p>
          <a:p>
            <a:r>
              <a:rPr lang="fr-FR" altLang="fr-FR" smtClean="0"/>
              <a:t>5-  IL Y A UN BRUIT ENTENDS-LE AUJOURD’HUI </a:t>
            </a:r>
          </a:p>
          <a:p>
            <a:r>
              <a:rPr lang="fr-FR" altLang="fr-FR" smtClean="0"/>
              <a:t>There is a sound I hear it all around
6-  CELUI DE L’ADORATION POUR LE GRAND JE SUIS  </a:t>
            </a:r>
          </a:p>
          <a:p>
            <a:r>
              <a:rPr lang="fr-FR" altLang="fr-FR" smtClean="0"/>
              <a:t>Worship is rising And people crying out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CHANTONS UN NOUVEAU CHANT PLUS HAUT ET PLUS FORT QU'AVANT </a:t>
            </a:r>
          </a:p>
          <a:p>
            <a:r>
              <a:rPr lang="fr-FR" altLang="fr-FR" smtClean="0"/>
              <a:t>	I wanna sing a new song Shout it out louder than before
	8-  LA TERRE SE RÉJOUIT ELLE SE RÉJOUIT </a:t>
            </a:r>
          </a:p>
          <a:p>
            <a:r>
              <a:rPr lang="fr-FR" altLang="fr-FR" smtClean="0"/>
              <a:t>	Let the whole earth sing The whole earth sing</a:t>
            </a:r>
          </a:p>
          <a:p>
            <a:r>
              <a:rPr lang="fr-FR" altLang="fr-FR" smtClean="0"/>
              <a:t>	9-  CE SONT LES RACHETÉS LEVANT LEUR VOIX POUR LE LOUER </a:t>
            </a:r>
          </a:p>
          <a:p>
            <a:r>
              <a:rPr lang="fr-FR" altLang="fr-FR" smtClean="0"/>
              <a:t>	It’s a song of praise A song for all of the redeemed</a:t>
            </a:r>
            <a:br>
              <a:rPr lang="fr-FR" altLang="fr-FR" smtClean="0"/>
            </a:br>
            <a:r>
              <a:rPr lang="fr-FR" altLang="fr-FR" smtClean="0"/>
              <a:t>	10-  LA TERRE SE RÉJOUIT ELLE SE RÉJOUIT</a:t>
            </a:r>
          </a:p>
          <a:p>
            <a:r>
              <a:rPr lang="fr-FR" altLang="fr-FR" smtClean="0"/>
              <a:t>	Let the whole earth sing The whole earth sing</a:t>
            </a:r>
            <a:br>
              <a:rPr lang="fr-FR" altLang="fr-FR" smtClean="0"/>
            </a:br>
            <a:endParaRPr lang="fr-FR" altLang="fr-FR" smtClean="0"/>
          </a:p>
          <a:p>
            <a:r>
              <a:rPr lang="fr-FR" altLang="fr-FR" smtClean="0"/>
              <a:t>11- JAMAIS CHANGÉ IL M'A DÉLIVRÉ</a:t>
            </a:r>
          </a:p>
          <a:p>
            <a:r>
              <a:rPr lang="fr-FR" altLang="fr-FR" smtClean="0"/>
              <a:t> Never the same He’s taken my chains</a:t>
            </a:r>
            <a:br>
              <a:rPr lang="fr-FR" altLang="fr-FR" smtClean="0"/>
            </a:br>
            <a:r>
              <a:rPr lang="fr-FR" altLang="fr-FR" smtClean="0"/>
              <a:t>12-  JE SUIS LIBRE EN JÉSUS PUISSANT POUR SAUVER </a:t>
            </a:r>
          </a:p>
          <a:p>
            <a:r>
              <a:rPr lang="fr-FR" altLang="fr-FR" smtClean="0"/>
              <a:t>There’s freedom in Jesus Power to save</a:t>
            </a:r>
          </a:p>
          <a:p>
            <a:r>
              <a:rPr lang="fr-FR" altLang="fr-FR" smtClean="0"/>
              <a:t>13-  IL Y A UN NOM PLUS GRAND QUE TOUS LES NOMS </a:t>
            </a:r>
          </a:p>
          <a:p>
            <a:r>
              <a:rPr lang="fr-FR" altLang="fr-FR" smtClean="0"/>
              <a:t>There is a name Like no other name
14-  JE SUIS LIBRE EN JÉSUS ET JE VEUX LE CRIER </a:t>
            </a:r>
          </a:p>
          <a:p>
            <a:r>
              <a:rPr lang="fr-FR" altLang="fr-FR" smtClean="0"/>
              <a:t>There’s freedom in Jesus Shout out His name</a:t>
            </a:r>
          </a:p>
          <a:p>
            <a:endParaRPr lang="fr-FR" altLang="fr-FR" smtClean="0"/>
          </a:p>
          <a:p>
            <a:r>
              <a:rPr lang="fr-FR" altLang="fr-FR" smtClean="0"/>
              <a:t>Pont :</a:t>
            </a:r>
          </a:p>
          <a:p>
            <a:r>
              <a:rPr lang="fr-FR" altLang="fr-FR" smtClean="0"/>
              <a:t>15-  ALLÉLUIA, ALLÉLUIA, ALLÉLUIA  </a:t>
            </a:r>
          </a:p>
          <a:p>
            <a:r>
              <a:rPr lang="fr-FR" altLang="fr-FR" smtClean="0"/>
              <a:t>Hallelujah, Hallelujah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C58BC-A076-4542-AB3C-80B663E56E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B75B40-4E45-4775-939F-4A39E73AC8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3EB2D-829B-4EC7-B56A-177158D5DA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ABA72-A9E7-4E67-B544-6B00DD7912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2E23C-3E95-49B0-B6C7-DC367A73DB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6CA241-526C-4881-8F09-869D54B2E4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7AD43-2064-4827-B9F6-D0F08AF46C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99B4CD-2AE9-4A30-9820-7A98BDE1B4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DF543-07D1-4544-813C-F41A0484AB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65299-7F34-44DB-B337-1B45CE2B06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9B045-D313-47D0-A1FA-FFFBF26EE6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FB5F78D-3452-4DF9-85A9-9CBE991DA1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QU’AVANT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LIEU DE GRÂCE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TROUVONS SA FACE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CHANGÉS DANS SA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TOUCHÉS PAR SA GRÂCE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BRUIT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ENTENDS-LE AUJOURD’HUI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CELUI DE L’ADORATION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LE GRAND JE SUIS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UN NOUVEAU CHANT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 ET PLUS FORT QU'AVANT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SONT LES RACHETÉS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LEVANT LEUR VOIX POUR LE LOUER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SE RÉJOUIT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 RÉJOUIT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CHANGÉ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M'A DÉLIVRÉ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 POUR SAUVER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GRAND QUE TOUS LES NOMS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EN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LE CRIER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ALLÉLUIA, ALLÉLUIA, ALLÉLUIA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813</Words>
  <Application>Microsoft Office PowerPoint</Application>
  <PresentationFormat>On-screen Show (4:3)</PresentationFormat>
  <Paragraphs>959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139</cp:revision>
  <dcterms:created xsi:type="dcterms:W3CDTF">2002-08-17T10:50:50Z</dcterms:created>
  <dcterms:modified xsi:type="dcterms:W3CDTF">2017-12-30T14:42:55Z</dcterms:modified>
</cp:coreProperties>
</file>