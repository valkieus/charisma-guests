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72" r:id="rId2"/>
    <p:sldId id="290" r:id="rId3"/>
    <p:sldId id="289" r:id="rId4"/>
    <p:sldId id="288" r:id="rId5"/>
    <p:sldId id="287" r:id="rId6"/>
    <p:sldId id="286" r:id="rId7"/>
    <p:sldId id="285" r:id="rId8"/>
    <p:sldId id="284" r:id="rId9"/>
    <p:sldId id="283" r:id="rId10"/>
    <p:sldId id="282" r:id="rId11"/>
    <p:sldId id="281" r:id="rId12"/>
    <p:sldId id="294" r:id="rId13"/>
    <p:sldId id="295" r:id="rId14"/>
    <p:sldId id="296" r:id="rId15"/>
    <p:sldId id="297" r:id="rId16"/>
    <p:sldId id="298" r:id="rId17"/>
    <p:sldId id="299" r:id="rId18"/>
    <p:sldId id="277" r:id="rId19"/>
    <p:sldId id="276" r:id="rId20"/>
    <p:sldId id="275" r:id="rId21"/>
    <p:sldId id="274" r:id="rId22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600" autoAdjust="0"/>
    <p:restoredTop sz="43897" autoAdjust="0"/>
  </p:normalViewPr>
  <p:slideViewPr>
    <p:cSldViewPr>
      <p:cViewPr>
        <p:scale>
          <a:sx n="30" d="100"/>
          <a:sy n="30" d="100"/>
        </p:scale>
        <p:origin x="-1722" y="-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02BC687E-3059-49CE-B29E-659D43ACF424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8D82DD78-1612-4E55-8FB2-F54E74E9F207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J’AI ENTENDU DES MILLIERS D’HISTOIRES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oh and I've seen many searching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SUR CE QU’ILS PENSENT DE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for answers far and wide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MAIS AUSSI LE DOUX MURMURE DE L’AMOUR AU MILIEU DE LA NUIT 
4-  ET TU ME DIS QUE TU ES HEUREUX QUE JE N’SERAI PLUS JAMAIS SEUL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TU ES UN BON, UN BON PÈRE C’EST CE QUE TU ES, C’EST CE QUE TU 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You're a good good father It's who you are, It's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ET JE SUIS AIMÉ DE TOI C’EST CE QUE JE SUIS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And I'm love by you It's who I am, It's who I am 
	7-  C’EST CE QUE JE SUIS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It's who I am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J’EN AI VU BEAUCOUP CHERCHER DES RÉPONSES SI ÉLOIGNÉES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oh and I've seen many searching for answers far and wide
9-  MAIS JE SAIS, NOUS CHERCHONS DES RÉPONSES QUE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I know we're all searching for answers   
10-  TOI SEUL PEUX DONNER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Only you can provide 
11-  CAR TU CONNAIS NOS BESOINS AVANT QUE NOUS DISIONS UN MOT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'cause you know just what we need before we say a word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TU ES UN BON, UN BON PÈRE C’EST CE QUE TU ES, C’EST CE QUE TU 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You're a good good father It's who you are, It's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ET JE SUIS AIMÉ DE TOI C’EST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And I'm love by you It's who I am, It's who I am 
	14-  C’EST CE QUE JE SUIS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It's who I am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CAR TU ES PARFAIT DANS TOUTES TES VOIES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Because you are perfect in all of your ways
	16-  TU ES PARFAIT DANS TOUTES TES VOIES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perfect in all of your ways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PARFAIT EN TOUT CE QUE TU FAIS POUR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perfect in all of your way to 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
18-  CET AMOUR INDÉNIABLE QUE JE NE PEUX EXPLIQUER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Oh it's love soundeniable,………….  
19-  CETTE PAIX INEXPRIMABLE QUE JE NE PEUX IMAGINER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…………..I, I canhardlythink  
20-  TU M’APPELLES TOUJOURS PLUS LOIN  TU M’APPELLES TOUJOURS PLUS LOIN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as you call me Deeperstill, as you call me Deeperstill, as you call me
21-  TU M’APPELLES TOUJOURS PLUS LOIN  DANS TON GRAND AMOUR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Deeperstill, into love lovelove</a:t>
            </a:r>
            <a:endParaRPr lang="fr-FR" dirty="0" smtClean="0"/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J’AI ENTENDU DES MILLIERS D’HISTOIRES </a:t>
            </a:r>
          </a:p>
          <a:p>
            <a:r>
              <a:rPr lang="fr-FR" altLang="fr-FR" smtClean="0"/>
              <a:t>oh and I've seen many searching</a:t>
            </a:r>
          </a:p>
          <a:p>
            <a:r>
              <a:rPr lang="fr-FR" altLang="fr-FR" smtClean="0"/>
              <a:t>2-  SUR CE QU’ILS PENSENT DE TOI </a:t>
            </a:r>
          </a:p>
          <a:p>
            <a:r>
              <a:rPr lang="fr-FR" altLang="fr-FR" smtClean="0"/>
              <a:t>for answers far and wide</a:t>
            </a:r>
          </a:p>
          <a:p>
            <a:r>
              <a:rPr lang="fr-FR" altLang="fr-FR" smtClean="0"/>
              <a:t>3-  MAIS AUSSI LE DOUX MURMURE DE L’AMOUR AU MILIEU DE LA NUIT 
4-  ET TU ME DIS QUE TU ES HEUREUX QUE JE N’SERAI PLUS JAMAIS SEUL </a:t>
            </a:r>
          </a:p>
          <a:p>
            <a:endParaRPr lang="fr-FR" altLang="fr-FR" smtClean="0"/>
          </a:p>
          <a:p>
            <a:r>
              <a:rPr lang="fr-FR" altLang="fr-FR" smtClean="0"/>
              <a:t>	5-  TU ES UN BON, UN BON PÈRE C’EST CE QUE TU ES, C’EST CE QUE TU ES </a:t>
            </a:r>
          </a:p>
          <a:p>
            <a:r>
              <a:rPr lang="fr-FR" altLang="fr-FR" smtClean="0"/>
              <a:t>	You're a good good father It's who you are, It's who you are</a:t>
            </a:r>
          </a:p>
          <a:p>
            <a:r>
              <a:rPr lang="fr-FR" altLang="fr-FR" smtClean="0"/>
              <a:t>	6-  ET JE SUIS AIMÉ DE TOI C’EST CE QUE JE SUIS </a:t>
            </a:r>
          </a:p>
          <a:p>
            <a:r>
              <a:rPr lang="fr-FR" altLang="fr-FR" smtClean="0"/>
              <a:t>	And I'm love by you It's who I am, It's who I am 
	7-  C’EST CE QUE JE SUIS  </a:t>
            </a:r>
          </a:p>
          <a:p>
            <a:r>
              <a:rPr lang="fr-FR" altLang="fr-FR" smtClean="0"/>
              <a:t>	It's who I am</a:t>
            </a:r>
          </a:p>
          <a:p>
            <a:endParaRPr lang="fr-FR" altLang="fr-FR" smtClean="0"/>
          </a:p>
          <a:p>
            <a:r>
              <a:rPr lang="fr-FR" altLang="fr-FR" smtClean="0"/>
              <a:t>8-  J’EN AI VU BEAUCOUP CHERCHER DES RÉPONSES SI ÉLOIGNÉES </a:t>
            </a:r>
          </a:p>
          <a:p>
            <a:r>
              <a:rPr lang="fr-FR" altLang="fr-FR" smtClean="0"/>
              <a:t>oh and I've seen many searching for answers far and wide
9-  MAIS JE SAIS, NOUS CHERCHONS DES RÉPONSES QUE</a:t>
            </a:r>
          </a:p>
          <a:p>
            <a:r>
              <a:rPr lang="fr-FR" altLang="fr-FR" smtClean="0"/>
              <a:t>But I know we're all searching for answers   
10-  TOI SEUL PEUX DONNER</a:t>
            </a:r>
          </a:p>
          <a:p>
            <a:r>
              <a:rPr lang="fr-FR" altLang="fr-FR" smtClean="0"/>
              <a:t>Only you can provide 
11-  CAR TU CONNAIS NOS BESOINS AVANT QUE NOUS DISIONS UN MOT </a:t>
            </a:r>
          </a:p>
          <a:p>
            <a:r>
              <a:rPr lang="fr-FR" altLang="fr-FR" smtClean="0"/>
              <a:t>'cause you know just what we need before we say a word</a:t>
            </a:r>
          </a:p>
          <a:p>
            <a:endParaRPr lang="fr-FR" altLang="fr-FR" smtClean="0"/>
          </a:p>
          <a:p>
            <a:r>
              <a:rPr lang="fr-FR" altLang="fr-FR" smtClean="0"/>
              <a:t>	12-  TU ES UN BON, UN BON PÈRE C’EST CE QUE TU ES, C’EST CE QUE TU ES </a:t>
            </a:r>
          </a:p>
          <a:p>
            <a:r>
              <a:rPr lang="fr-FR" altLang="fr-FR" smtClean="0"/>
              <a:t>	You're a good good father It's who you are, It's who you are</a:t>
            </a:r>
          </a:p>
          <a:p>
            <a:r>
              <a:rPr lang="fr-FR" altLang="fr-FR" smtClean="0"/>
              <a:t>	13-  ET JE SUIS AIMÉ DE TOI C’EST CE QUE JE SUIS</a:t>
            </a:r>
          </a:p>
          <a:p>
            <a:r>
              <a:rPr lang="fr-FR" altLang="fr-FR" smtClean="0"/>
              <a:t>	And I'm love by you It's who I am, It's who I am 
	14-  C’EST CE QUE JE SUIS  </a:t>
            </a:r>
          </a:p>
          <a:p>
            <a:r>
              <a:rPr lang="fr-FR" altLang="fr-FR" smtClean="0"/>
              <a:t>	It's who I am</a:t>
            </a:r>
          </a:p>
          <a:p>
            <a:endParaRPr lang="fr-FR" altLang="fr-FR" smtClean="0"/>
          </a:p>
          <a:p>
            <a:r>
              <a:rPr lang="fr-FR" altLang="fr-FR" smtClean="0"/>
              <a:t>	15-  CAR TU ES PARFAIT DANS TOUTES TES VOIES </a:t>
            </a:r>
          </a:p>
          <a:p>
            <a:r>
              <a:rPr lang="fr-FR" altLang="fr-FR" smtClean="0"/>
              <a:t>	Because you are perfect in all of your ways
	16-  TU ES PARFAIT DANS TOUTES TES VOIES </a:t>
            </a:r>
          </a:p>
          <a:p>
            <a:r>
              <a:rPr lang="fr-FR" altLang="fr-FR" smtClean="0"/>
              <a:t>	You are perfect in all of your ways</a:t>
            </a:r>
          </a:p>
          <a:p>
            <a:r>
              <a:rPr lang="fr-FR" altLang="fr-FR" smtClean="0"/>
              <a:t>	17-  PARFAIT EN TOUT CE QUE TU FAIS POUR NOUS </a:t>
            </a:r>
          </a:p>
          <a:p>
            <a:r>
              <a:rPr lang="fr-FR" altLang="fr-FR" smtClean="0"/>
              <a:t>	You are perfect in all of your way to us</a:t>
            </a:r>
          </a:p>
          <a:p>
            <a:endParaRPr lang="fr-FR" altLang="fr-FR" smtClean="0"/>
          </a:p>
          <a:p>
            <a:r>
              <a:rPr lang="fr-FR" altLang="fr-FR" smtClean="0"/>
              <a:t>Pont
18-  CET AMOUR INDÉNIABLE QUE JE NE PEUX EXPLIQUER</a:t>
            </a:r>
          </a:p>
          <a:p>
            <a:r>
              <a:rPr lang="fr-FR" altLang="fr-FR" smtClean="0"/>
              <a:t>Oh it's love soundeniable,………….  
19-  CETTE PAIX INEXPRIMABLE QUE JE NE PEUX IMAGINER</a:t>
            </a:r>
          </a:p>
          <a:p>
            <a:r>
              <a:rPr lang="fr-FR" altLang="fr-FR" smtClean="0"/>
              <a:t>…………..I, I canhardlythink  
20-  TU M’APPELLES TOUJOURS PLUS LOIN  TU M’APPELLES TOUJOURS PLUS LOIN  </a:t>
            </a:r>
          </a:p>
          <a:p>
            <a:r>
              <a:rPr lang="fr-FR" altLang="fr-FR" smtClean="0"/>
              <a:t>as you call me Deeperstill, as you call me Deeperstill, as you call me
21-  TU M’APPELLES TOUJOURS PLUS LOIN  DANS TON GRAND AMOUR </a:t>
            </a:r>
          </a:p>
          <a:p>
            <a:r>
              <a:rPr lang="fr-FR" altLang="fr-FR" smtClean="0"/>
              <a:t>Deeperstill, into love lovelove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J’AI ENTENDU DES MILLIERS D’HISTOIRES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oh and I've seen many searching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SUR CE QU’ILS PENSENT DE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for answers far and wide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MAIS AUSSI LE DOUX MURMURE DE L’AMOUR AU MILIEU DE LA NUIT 
4-  ET TU ME DIS QUE TU ES HEUREUX QUE JE N’SERAI PLUS JAMAIS SEUL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TU ES UN BON, UN BON PÈRE C’EST CE QUE TU ES, C’EST CE QUE TU 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You're a good good father It's who you are, It's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ET JE SUIS AIMÉ DE TOI C’EST CE QUE JE SUIS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And I'm love by you It's who I am, It's who I am 
	7-  C’EST CE QUE JE SUIS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It's who I am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J’EN AI VU BEAUCOUP CHERCHER DES RÉPONSES SI ÉLOIGNÉES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oh and I've seen many searching for answers far and wide
9-  MAIS JE SAIS, NOUS CHERCHONS DES RÉPONSES QUE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I know we're all searching for answers   
10-  TOI SEUL PEUX DONNER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Only you can provide 
11-  CAR TU CONNAIS NOS BESOINS AVANT QUE NOUS DISIONS UN MOT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'cause you know just what we need before we say a word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TU ES UN BON, UN BON PÈRE C’EST CE QUE TU ES, C’EST CE QUE TU 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You're a good good father It's who you are, It's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ET JE SUIS AIMÉ DE TOI C’EST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And I'm love by you It's who I am, It's who I am 
	14-  C’EST CE QUE JE SUIS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It's who I am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CAR TU ES PARFAIT DANS TOUTES TES VOIES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Because you are perfect in all of your ways
	16-  TU ES PARFAIT DANS TOUTES TES VOIES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perfect in all of your ways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PARFAIT EN TOUT CE QUE TU FAIS POUR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perfect in all of your way to 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
18-  CET AMOUR INDÉNIABLE QUE JE NE PEUX EXPLIQUER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Oh it's love soundeniable,………….  
19-  CETTE PAIX INEXPRIMABLE QUE JE NE PEUX IMAGINER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…………..I, I canhardlythink  
20-  TU M’APPELLES TOUJOURS PLUS LOIN  TU M’APPELLES TOUJOURS PLUS LOIN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as you call me Deeperstill, as you call me Deeperstill, as you call me
21-  TU M’APPELLES TOUJOURS PLUS LOIN  DANS TON GRAND AMOUR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Deeperstill, into love lovelove</a:t>
            </a:r>
            <a:endParaRPr lang="fr-FR" dirty="0" smtClean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J’AI ENTENDU DES MILLIERS D’HISTOIRES </a:t>
            </a:r>
          </a:p>
          <a:p>
            <a:r>
              <a:rPr lang="fr-FR" altLang="fr-FR" smtClean="0"/>
              <a:t>oh and I've seen many searching</a:t>
            </a:r>
          </a:p>
          <a:p>
            <a:r>
              <a:rPr lang="fr-FR" altLang="fr-FR" smtClean="0"/>
              <a:t>2-  SUR CE QU’ILS PENSENT DE TOI </a:t>
            </a:r>
          </a:p>
          <a:p>
            <a:r>
              <a:rPr lang="fr-FR" altLang="fr-FR" smtClean="0"/>
              <a:t>for answers far and wide</a:t>
            </a:r>
          </a:p>
          <a:p>
            <a:r>
              <a:rPr lang="fr-FR" altLang="fr-FR" smtClean="0"/>
              <a:t>3-  MAIS AUSSI LE DOUX MURMURE DE L’AMOUR AU MILIEU DE LA NUIT 
4-  ET TU ME DIS QUE TU ES HEUREUX QUE JE N’SERAI PLUS JAMAIS SEUL </a:t>
            </a:r>
          </a:p>
          <a:p>
            <a:endParaRPr lang="fr-FR" altLang="fr-FR" smtClean="0"/>
          </a:p>
          <a:p>
            <a:r>
              <a:rPr lang="fr-FR" altLang="fr-FR" smtClean="0"/>
              <a:t>	5-  TU ES UN BON, UN BON PÈRE C’EST CE QUE TU ES, C’EST CE QUE TU ES </a:t>
            </a:r>
          </a:p>
          <a:p>
            <a:r>
              <a:rPr lang="fr-FR" altLang="fr-FR" smtClean="0"/>
              <a:t>	You're a good good father It's who you are, It's who you are</a:t>
            </a:r>
          </a:p>
          <a:p>
            <a:r>
              <a:rPr lang="fr-FR" altLang="fr-FR" smtClean="0"/>
              <a:t>	6-  ET JE SUIS AIMÉ DE TOI C’EST CE QUE JE SUIS </a:t>
            </a:r>
          </a:p>
          <a:p>
            <a:r>
              <a:rPr lang="fr-FR" altLang="fr-FR" smtClean="0"/>
              <a:t>	And I'm love by you It's who I am, It's who I am 
	7-  C’EST CE QUE JE SUIS  </a:t>
            </a:r>
          </a:p>
          <a:p>
            <a:r>
              <a:rPr lang="fr-FR" altLang="fr-FR" smtClean="0"/>
              <a:t>	It's who I am</a:t>
            </a:r>
          </a:p>
          <a:p>
            <a:endParaRPr lang="fr-FR" altLang="fr-FR" smtClean="0"/>
          </a:p>
          <a:p>
            <a:r>
              <a:rPr lang="fr-FR" altLang="fr-FR" smtClean="0"/>
              <a:t>8-  J’EN AI VU BEAUCOUP CHERCHER DES RÉPONSES SI ÉLOIGNÉES </a:t>
            </a:r>
          </a:p>
          <a:p>
            <a:r>
              <a:rPr lang="fr-FR" altLang="fr-FR" smtClean="0"/>
              <a:t>oh and I've seen many searching for answers far and wide
9-  MAIS JE SAIS, NOUS CHERCHONS DES RÉPONSES QUE</a:t>
            </a:r>
          </a:p>
          <a:p>
            <a:r>
              <a:rPr lang="fr-FR" altLang="fr-FR" smtClean="0"/>
              <a:t>But I know we're all searching for answers   
10-  TOI SEUL PEUX DONNER</a:t>
            </a:r>
          </a:p>
          <a:p>
            <a:r>
              <a:rPr lang="fr-FR" altLang="fr-FR" smtClean="0"/>
              <a:t>Only you can provide 
11-  CAR TU CONNAIS NOS BESOINS AVANT QUE NOUS DISIONS UN MOT </a:t>
            </a:r>
          </a:p>
          <a:p>
            <a:r>
              <a:rPr lang="fr-FR" altLang="fr-FR" smtClean="0"/>
              <a:t>'cause you know just what we need before we say a word</a:t>
            </a:r>
          </a:p>
          <a:p>
            <a:endParaRPr lang="fr-FR" altLang="fr-FR" smtClean="0"/>
          </a:p>
          <a:p>
            <a:r>
              <a:rPr lang="fr-FR" altLang="fr-FR" smtClean="0"/>
              <a:t>	12-  TU ES UN BON, UN BON PÈRE C’EST CE QUE TU ES, C’EST CE QUE TU ES </a:t>
            </a:r>
          </a:p>
          <a:p>
            <a:r>
              <a:rPr lang="fr-FR" altLang="fr-FR" smtClean="0"/>
              <a:t>	You're a good good father It's who you are, It's who you are</a:t>
            </a:r>
          </a:p>
          <a:p>
            <a:r>
              <a:rPr lang="fr-FR" altLang="fr-FR" smtClean="0"/>
              <a:t>	13-  ET JE SUIS AIMÉ DE TOI C’EST CE QUE JE SUIS</a:t>
            </a:r>
          </a:p>
          <a:p>
            <a:r>
              <a:rPr lang="fr-FR" altLang="fr-FR" smtClean="0"/>
              <a:t>	And I'm love by you It's who I am, It's who I am 
	14-  C’EST CE QUE JE SUIS  </a:t>
            </a:r>
          </a:p>
          <a:p>
            <a:r>
              <a:rPr lang="fr-FR" altLang="fr-FR" smtClean="0"/>
              <a:t>	It's who I am</a:t>
            </a:r>
          </a:p>
          <a:p>
            <a:endParaRPr lang="fr-FR" altLang="fr-FR" smtClean="0"/>
          </a:p>
          <a:p>
            <a:r>
              <a:rPr lang="fr-FR" altLang="fr-FR" smtClean="0"/>
              <a:t>	15-  CAR TU ES PARFAIT DANS TOUTES TES VOIES </a:t>
            </a:r>
          </a:p>
          <a:p>
            <a:r>
              <a:rPr lang="fr-FR" altLang="fr-FR" smtClean="0"/>
              <a:t>	Because you are perfect in all of your ways
	16-  TU ES PARFAIT DANS TOUTES TES VOIES </a:t>
            </a:r>
          </a:p>
          <a:p>
            <a:r>
              <a:rPr lang="fr-FR" altLang="fr-FR" smtClean="0"/>
              <a:t>	You are perfect in all of your ways</a:t>
            </a:r>
          </a:p>
          <a:p>
            <a:r>
              <a:rPr lang="fr-FR" altLang="fr-FR" smtClean="0"/>
              <a:t>	17-  PARFAIT EN TOUT CE QUE TU FAIS POUR NOUS </a:t>
            </a:r>
          </a:p>
          <a:p>
            <a:r>
              <a:rPr lang="fr-FR" altLang="fr-FR" smtClean="0"/>
              <a:t>	You are perfect in all of your way to us</a:t>
            </a:r>
          </a:p>
          <a:p>
            <a:endParaRPr lang="fr-FR" altLang="fr-FR" smtClean="0"/>
          </a:p>
          <a:p>
            <a:r>
              <a:rPr lang="fr-FR" altLang="fr-FR" smtClean="0"/>
              <a:t>Pont
18-  CET AMOUR INDÉNIABLE QUE JE NE PEUX EXPLIQUER</a:t>
            </a:r>
          </a:p>
          <a:p>
            <a:r>
              <a:rPr lang="fr-FR" altLang="fr-FR" smtClean="0"/>
              <a:t>Oh it's love soundeniable,………….  
19-  CETTE PAIX INEXPRIMABLE QUE JE NE PEUX IMAGINER</a:t>
            </a:r>
          </a:p>
          <a:p>
            <a:r>
              <a:rPr lang="fr-FR" altLang="fr-FR" smtClean="0"/>
              <a:t>…………..I, I canhardlythink  
20-  TU M’APPELLES TOUJOURS PLUS LOIN  TU M’APPELLES TOUJOURS PLUS LOIN  </a:t>
            </a:r>
          </a:p>
          <a:p>
            <a:r>
              <a:rPr lang="fr-FR" altLang="fr-FR" smtClean="0"/>
              <a:t>as you call me Deeperstill, as you call me Deeperstill, as you call me
21-  TU M’APPELLES TOUJOURS PLUS LOIN  DANS TON GRAND AMOUR </a:t>
            </a:r>
          </a:p>
          <a:p>
            <a:r>
              <a:rPr lang="fr-FR" altLang="fr-FR" smtClean="0"/>
              <a:t>Deeperstill, into love lovelove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J’AI ENTENDU DES MILLIERS D’HISTOIRES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oh and I've seen many searching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SUR CE QU’ILS PENSENT DE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for answers far and wide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MAIS AUSSI LE DOUX MURMURE DE L’AMOUR AU MILIEU DE LA NUIT 
4-  ET TU ME DIS QUE TU ES HEUREUX QUE JE N’SERAI PLUS JAMAIS SEUL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TU ES UN BON, UN BON PÈRE C’EST CE QUE TU ES, C’EST CE QUE TU 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You're a good good father It's who you are, It's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ET JE SUIS AIMÉ DE TOI C’EST CE QUE JE SUIS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And I'm love by you It's who I am, It's who I am 
	7-  C’EST CE QUE JE SUIS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It's who I am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J’EN AI VU BEAUCOUP CHERCHER DES RÉPONSES SI ÉLOIGNÉES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oh and I've seen many searching for answers far and wide
9-  MAIS JE SAIS, NOUS CHERCHONS DES RÉPONSES QUE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I know we're all searching for answers   
10-  TOI SEUL PEUX DONNER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Only you can provide 
11-  CAR TU CONNAIS NOS BESOINS AVANT QUE NOUS DISIONS UN MOT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'cause you know just what we need before we say a word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TU ES UN BON, UN BON PÈRE C’EST CE QUE TU ES, C’EST CE QUE TU 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You're a good good father It's who you are, It's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ET JE SUIS AIMÉ DE TOI C’EST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And I'm love by you It's who I am, It's who I am 
	14-  C’EST CE QUE JE SUIS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It's who I am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CAR TU ES PARFAIT DANS TOUTES TES VOIES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Because you are perfect in all of your ways
	16-  TU ES PARFAIT DANS TOUTES TES VOIES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perfect in all of your ways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PARFAIT EN TOUT CE QUE TU FAIS POUR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perfect in all of your way to 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
18-  CET AMOUR INDÉNIABLE QUE JE NE PEUX EXPLIQUER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Oh it's love soundeniable,………….  
19-  CETTE PAIX INEXPRIMABLE QUE JE NE PEUX IMAGINER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…………..I, I canhardlythink  
20-  TU M’APPELLES TOUJOURS PLUS LOIN  TU M’APPELLES TOUJOURS PLUS LOIN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as you call me Deeperstill, as you call me Deeperstill, as you call me
21-  TU M’APPELLES TOUJOURS PLUS LOIN  DANS TON GRAND AMOUR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Deeperstill, into love lovelove</a:t>
            </a:r>
            <a:endParaRPr lang="fr-FR" dirty="0" smtClean="0"/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J’AI ENTENDU DES MILLIERS D’HISTOIRES </a:t>
            </a:r>
          </a:p>
          <a:p>
            <a:r>
              <a:rPr lang="fr-FR" altLang="fr-FR" smtClean="0"/>
              <a:t>oh and I've seen many searching</a:t>
            </a:r>
          </a:p>
          <a:p>
            <a:r>
              <a:rPr lang="fr-FR" altLang="fr-FR" smtClean="0"/>
              <a:t>2-  SUR CE QU’ILS PENSENT DE TOI </a:t>
            </a:r>
          </a:p>
          <a:p>
            <a:r>
              <a:rPr lang="fr-FR" altLang="fr-FR" smtClean="0"/>
              <a:t>for answers far and wide</a:t>
            </a:r>
          </a:p>
          <a:p>
            <a:r>
              <a:rPr lang="fr-FR" altLang="fr-FR" smtClean="0"/>
              <a:t>3-  MAIS AUSSI LE DOUX MURMURE DE L’AMOUR AU MILIEU DE LA NUIT 
4-  ET TU ME DIS QUE TU ES HEUREUX QUE JE N’SERAI PLUS JAMAIS SEUL </a:t>
            </a:r>
          </a:p>
          <a:p>
            <a:endParaRPr lang="fr-FR" altLang="fr-FR" smtClean="0"/>
          </a:p>
          <a:p>
            <a:r>
              <a:rPr lang="fr-FR" altLang="fr-FR" smtClean="0"/>
              <a:t>	5-  TU ES UN BON, UN BON PÈRE C’EST CE QUE TU ES, C’EST CE QUE TU ES </a:t>
            </a:r>
          </a:p>
          <a:p>
            <a:r>
              <a:rPr lang="fr-FR" altLang="fr-FR" smtClean="0"/>
              <a:t>	You're a good good father It's who you are, It's who you are</a:t>
            </a:r>
          </a:p>
          <a:p>
            <a:r>
              <a:rPr lang="fr-FR" altLang="fr-FR" smtClean="0"/>
              <a:t>	6-  ET JE SUIS AIMÉ DE TOI C’EST CE QUE JE SUIS </a:t>
            </a:r>
          </a:p>
          <a:p>
            <a:r>
              <a:rPr lang="fr-FR" altLang="fr-FR" smtClean="0"/>
              <a:t>	And I'm love by you It's who I am, It's who I am 
	7-  C’EST CE QUE JE SUIS  </a:t>
            </a:r>
          </a:p>
          <a:p>
            <a:r>
              <a:rPr lang="fr-FR" altLang="fr-FR" smtClean="0"/>
              <a:t>	It's who I am</a:t>
            </a:r>
          </a:p>
          <a:p>
            <a:endParaRPr lang="fr-FR" altLang="fr-FR" smtClean="0"/>
          </a:p>
          <a:p>
            <a:r>
              <a:rPr lang="fr-FR" altLang="fr-FR" smtClean="0"/>
              <a:t>8-  J’EN AI VU BEAUCOUP CHERCHER DES RÉPONSES SI ÉLOIGNÉES </a:t>
            </a:r>
          </a:p>
          <a:p>
            <a:r>
              <a:rPr lang="fr-FR" altLang="fr-FR" smtClean="0"/>
              <a:t>oh and I've seen many searching for answers far and wide
9-  MAIS JE SAIS, NOUS CHERCHONS DES RÉPONSES QUE</a:t>
            </a:r>
          </a:p>
          <a:p>
            <a:r>
              <a:rPr lang="fr-FR" altLang="fr-FR" smtClean="0"/>
              <a:t>But I know we're all searching for answers   
10-  TOI SEUL PEUX DONNER</a:t>
            </a:r>
          </a:p>
          <a:p>
            <a:r>
              <a:rPr lang="fr-FR" altLang="fr-FR" smtClean="0"/>
              <a:t>Only you can provide 
11-  CAR TU CONNAIS NOS BESOINS AVANT QUE NOUS DISIONS UN MOT </a:t>
            </a:r>
          </a:p>
          <a:p>
            <a:r>
              <a:rPr lang="fr-FR" altLang="fr-FR" smtClean="0"/>
              <a:t>'cause you know just what we need before we say a word</a:t>
            </a:r>
          </a:p>
          <a:p>
            <a:endParaRPr lang="fr-FR" altLang="fr-FR" smtClean="0"/>
          </a:p>
          <a:p>
            <a:r>
              <a:rPr lang="fr-FR" altLang="fr-FR" smtClean="0"/>
              <a:t>	12-  TU ES UN BON, UN BON PÈRE C’EST CE QUE TU ES, C’EST CE QUE TU ES </a:t>
            </a:r>
          </a:p>
          <a:p>
            <a:r>
              <a:rPr lang="fr-FR" altLang="fr-FR" smtClean="0"/>
              <a:t>	You're a good good father It's who you are, It's who you are</a:t>
            </a:r>
          </a:p>
          <a:p>
            <a:r>
              <a:rPr lang="fr-FR" altLang="fr-FR" smtClean="0"/>
              <a:t>	13-  ET JE SUIS AIMÉ DE TOI C’EST CE QUE JE SUIS</a:t>
            </a:r>
          </a:p>
          <a:p>
            <a:r>
              <a:rPr lang="fr-FR" altLang="fr-FR" smtClean="0"/>
              <a:t>	And I'm love by you It's who I am, It's who I am 
	14-  C’EST CE QUE JE SUIS  </a:t>
            </a:r>
          </a:p>
          <a:p>
            <a:r>
              <a:rPr lang="fr-FR" altLang="fr-FR" smtClean="0"/>
              <a:t>	It's who I am</a:t>
            </a:r>
          </a:p>
          <a:p>
            <a:endParaRPr lang="fr-FR" altLang="fr-FR" smtClean="0"/>
          </a:p>
          <a:p>
            <a:r>
              <a:rPr lang="fr-FR" altLang="fr-FR" smtClean="0"/>
              <a:t>	15-  CAR TU ES PARFAIT DANS TOUTES TES VOIES </a:t>
            </a:r>
          </a:p>
          <a:p>
            <a:r>
              <a:rPr lang="fr-FR" altLang="fr-FR" smtClean="0"/>
              <a:t>	Because you are perfect in all of your ways
	16-  TU ES PARFAIT DANS TOUTES TES VOIES </a:t>
            </a:r>
          </a:p>
          <a:p>
            <a:r>
              <a:rPr lang="fr-FR" altLang="fr-FR" smtClean="0"/>
              <a:t>	You are perfect in all of your ways</a:t>
            </a:r>
          </a:p>
          <a:p>
            <a:r>
              <a:rPr lang="fr-FR" altLang="fr-FR" smtClean="0"/>
              <a:t>	17-  PARFAIT EN TOUT CE QUE TU FAIS POUR NOUS </a:t>
            </a:r>
          </a:p>
          <a:p>
            <a:r>
              <a:rPr lang="fr-FR" altLang="fr-FR" smtClean="0"/>
              <a:t>	You are perfect in all of your way to us</a:t>
            </a:r>
          </a:p>
          <a:p>
            <a:endParaRPr lang="fr-FR" altLang="fr-FR" smtClean="0"/>
          </a:p>
          <a:p>
            <a:r>
              <a:rPr lang="fr-FR" altLang="fr-FR" smtClean="0"/>
              <a:t>Pont
18-  CET AMOUR INDÉNIABLE QUE JE NE PEUX EXPLIQUER</a:t>
            </a:r>
          </a:p>
          <a:p>
            <a:r>
              <a:rPr lang="fr-FR" altLang="fr-FR" smtClean="0"/>
              <a:t>Oh it's love soundeniable,………….  
19-  CETTE PAIX INEXPRIMABLE QUE JE NE PEUX IMAGINER</a:t>
            </a:r>
          </a:p>
          <a:p>
            <a:r>
              <a:rPr lang="fr-FR" altLang="fr-FR" smtClean="0"/>
              <a:t>…………..I, I canhardlythink  
20-  TU M’APPELLES TOUJOURS PLUS LOIN  TU M’APPELLES TOUJOURS PLUS LOIN  </a:t>
            </a:r>
          </a:p>
          <a:p>
            <a:r>
              <a:rPr lang="fr-FR" altLang="fr-FR" smtClean="0"/>
              <a:t>as you call me Deeperstill, as you call me Deeperstill, as you call me
21-  TU M’APPELLES TOUJOURS PLUS LOIN  DANS TON GRAND AMOUR </a:t>
            </a:r>
          </a:p>
          <a:p>
            <a:r>
              <a:rPr lang="fr-FR" altLang="fr-FR" smtClean="0"/>
              <a:t>Deeperstill, into love lovelove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J’AI ENTENDU DES MILLIERS D’HISTOIRES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oh and I've seen many searching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SUR CE QU’ILS PENSENT DE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for answers far and wide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MAIS AUSSI LE DOUX MURMURE DE L’AMOUR AU MILIEU DE LA NUIT 
4-  ET TU ME DIS QUE TU ES HEUREUX QUE JE N’SERAI PLUS JAMAIS SEUL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TU ES UN BON, UN BON PÈRE C’EST CE QUE TU ES, C’EST CE QUE TU 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You're a good good father It's who you are, It's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ET JE SUIS AIMÉ DE TOI C’EST CE QUE JE SUIS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And I'm love by you It's who I am, It's who I am 
	7-  C’EST CE QUE JE SUIS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It's who I am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J’EN AI VU BEAUCOUP CHERCHER DES RÉPONSES SI ÉLOIGNÉES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oh and I've seen many searching for answers far and wide
9-  MAIS JE SAIS, NOUS CHERCHONS DES RÉPONSES QUE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I know we're all searching for answers   
10-  TOI SEUL PEUX DONNER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Only you can provide 
11-  CAR TU CONNAIS NOS BESOINS AVANT QUE NOUS DISIONS UN MOT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'cause you know just what we need before we say a word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TU ES UN BON, UN BON PÈRE C’EST CE QUE TU ES, C’EST CE QUE TU 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You're a good good father It's who you are, It's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ET JE SUIS AIMÉ DE TOI C’EST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And I'm love by you It's who I am, It's who I am 
	14-  C’EST CE QUE JE SUIS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It's who I am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CAR TU ES PARFAIT DANS TOUTES TES VOIES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Because you are perfect in all of your ways
	16-  TU ES PARFAIT DANS TOUTES TES VOIES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perfect in all of your ways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PARFAIT EN TOUT CE QUE TU FAIS POUR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perfect in all of your way to 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
18-  CET AMOUR INDÉNIABLE QUE JE NE PEUX EXPLIQUER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Oh it's love soundeniable,………….  
19-  CETTE PAIX INEXPRIMABLE QUE JE NE PEUX IMAGINER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…………..I, I canhardlythink  
20-  TU M’APPELLES TOUJOURS PLUS LOIN  TU M’APPELLES TOUJOURS PLUS LOIN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as you call me Deeperstill, as you call me Deeperstill, as you call me
21-  TU M’APPELLES TOUJOURS PLUS LOIN  DANS TON GRAND AMOUR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Deeperstill, into love lovelove</a:t>
            </a:r>
            <a:endParaRPr lang="fr-FR" dirty="0" smtClean="0"/>
          </a:p>
        </p:txBody>
      </p:sp>
      <p:sp>
        <p:nvSpPr>
          <p:cNvPr id="276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J’AI ENTENDU DES MILLIERS D’HISTOIRES </a:t>
            </a:r>
          </a:p>
          <a:p>
            <a:r>
              <a:rPr lang="fr-FR" altLang="fr-FR" smtClean="0"/>
              <a:t>oh and I've seen many searching</a:t>
            </a:r>
          </a:p>
          <a:p>
            <a:r>
              <a:rPr lang="fr-FR" altLang="fr-FR" smtClean="0"/>
              <a:t>2-  SUR CE QU’ILS PENSENT DE TOI </a:t>
            </a:r>
          </a:p>
          <a:p>
            <a:r>
              <a:rPr lang="fr-FR" altLang="fr-FR" smtClean="0"/>
              <a:t>for answers far and wide</a:t>
            </a:r>
          </a:p>
          <a:p>
            <a:r>
              <a:rPr lang="fr-FR" altLang="fr-FR" smtClean="0"/>
              <a:t>3-  MAIS AUSSI LE DOUX MURMURE DE L’AMOUR AU MILIEU DE LA NUIT 
4-  ET TU ME DIS QUE TU ES HEUREUX QUE JE N’SERAI PLUS JAMAIS SEUL </a:t>
            </a:r>
          </a:p>
          <a:p>
            <a:endParaRPr lang="fr-FR" altLang="fr-FR" smtClean="0"/>
          </a:p>
          <a:p>
            <a:r>
              <a:rPr lang="fr-FR" altLang="fr-FR" smtClean="0"/>
              <a:t>	5-  TU ES UN BON, UN BON PÈRE C’EST CE QUE TU ES, C’EST CE QUE TU ES </a:t>
            </a:r>
          </a:p>
          <a:p>
            <a:r>
              <a:rPr lang="fr-FR" altLang="fr-FR" smtClean="0"/>
              <a:t>	You're a good good father It's who you are, It's who you are</a:t>
            </a:r>
          </a:p>
          <a:p>
            <a:r>
              <a:rPr lang="fr-FR" altLang="fr-FR" smtClean="0"/>
              <a:t>	6-  ET JE SUIS AIMÉ DE TOI C’EST CE QUE JE SUIS </a:t>
            </a:r>
          </a:p>
          <a:p>
            <a:r>
              <a:rPr lang="fr-FR" altLang="fr-FR" smtClean="0"/>
              <a:t>	And I'm love by you It's who I am, It's who I am 
	7-  C’EST CE QUE JE SUIS  </a:t>
            </a:r>
          </a:p>
          <a:p>
            <a:r>
              <a:rPr lang="fr-FR" altLang="fr-FR" smtClean="0"/>
              <a:t>	It's who I am</a:t>
            </a:r>
          </a:p>
          <a:p>
            <a:endParaRPr lang="fr-FR" altLang="fr-FR" smtClean="0"/>
          </a:p>
          <a:p>
            <a:r>
              <a:rPr lang="fr-FR" altLang="fr-FR" smtClean="0"/>
              <a:t>8-  J’EN AI VU BEAUCOUP CHERCHER DES RÉPONSES SI ÉLOIGNÉES </a:t>
            </a:r>
          </a:p>
          <a:p>
            <a:r>
              <a:rPr lang="fr-FR" altLang="fr-FR" smtClean="0"/>
              <a:t>oh and I've seen many searching for answers far and wide
9-  MAIS JE SAIS, NOUS CHERCHONS DES RÉPONSES QUE</a:t>
            </a:r>
          </a:p>
          <a:p>
            <a:r>
              <a:rPr lang="fr-FR" altLang="fr-FR" smtClean="0"/>
              <a:t>But I know we're all searching for answers   
10-  TOI SEUL PEUX DONNER</a:t>
            </a:r>
          </a:p>
          <a:p>
            <a:r>
              <a:rPr lang="fr-FR" altLang="fr-FR" smtClean="0"/>
              <a:t>Only you can provide 
11-  CAR TU CONNAIS NOS BESOINS AVANT QUE NOUS DISIONS UN MOT </a:t>
            </a:r>
          </a:p>
          <a:p>
            <a:r>
              <a:rPr lang="fr-FR" altLang="fr-FR" smtClean="0"/>
              <a:t>'cause you know just what we need before we say a word</a:t>
            </a:r>
          </a:p>
          <a:p>
            <a:endParaRPr lang="fr-FR" altLang="fr-FR" smtClean="0"/>
          </a:p>
          <a:p>
            <a:r>
              <a:rPr lang="fr-FR" altLang="fr-FR" smtClean="0"/>
              <a:t>	12-  TU ES UN BON, UN BON PÈRE C’EST CE QUE TU ES, C’EST CE QUE TU ES </a:t>
            </a:r>
          </a:p>
          <a:p>
            <a:r>
              <a:rPr lang="fr-FR" altLang="fr-FR" smtClean="0"/>
              <a:t>	You're a good good father It's who you are, It's who you are</a:t>
            </a:r>
          </a:p>
          <a:p>
            <a:r>
              <a:rPr lang="fr-FR" altLang="fr-FR" smtClean="0"/>
              <a:t>	13-  ET JE SUIS AIMÉ DE TOI C’EST CE QUE JE SUIS</a:t>
            </a:r>
          </a:p>
          <a:p>
            <a:r>
              <a:rPr lang="fr-FR" altLang="fr-FR" smtClean="0"/>
              <a:t>	And I'm love by you It's who I am, It's who I am 
	14-  C’EST CE QUE JE SUIS  </a:t>
            </a:r>
          </a:p>
          <a:p>
            <a:r>
              <a:rPr lang="fr-FR" altLang="fr-FR" smtClean="0"/>
              <a:t>	It's who I am</a:t>
            </a:r>
          </a:p>
          <a:p>
            <a:endParaRPr lang="fr-FR" altLang="fr-FR" smtClean="0"/>
          </a:p>
          <a:p>
            <a:r>
              <a:rPr lang="fr-FR" altLang="fr-FR" smtClean="0"/>
              <a:t>	15-  CAR TU ES PARFAIT DANS TOUTES TES VOIES </a:t>
            </a:r>
          </a:p>
          <a:p>
            <a:r>
              <a:rPr lang="fr-FR" altLang="fr-FR" smtClean="0"/>
              <a:t>	Because you are perfect in all of your ways
	16-  TU ES PARFAIT DANS TOUTES TES VOIES </a:t>
            </a:r>
          </a:p>
          <a:p>
            <a:r>
              <a:rPr lang="fr-FR" altLang="fr-FR" smtClean="0"/>
              <a:t>	You are perfect in all of your ways</a:t>
            </a:r>
          </a:p>
          <a:p>
            <a:r>
              <a:rPr lang="fr-FR" altLang="fr-FR" smtClean="0"/>
              <a:t>	17-  PARFAIT EN TOUT CE QUE TU FAIS POUR NOUS </a:t>
            </a:r>
          </a:p>
          <a:p>
            <a:r>
              <a:rPr lang="fr-FR" altLang="fr-FR" smtClean="0"/>
              <a:t>	You are perfect in all of your way to us</a:t>
            </a:r>
          </a:p>
          <a:p>
            <a:endParaRPr lang="fr-FR" altLang="fr-FR" smtClean="0"/>
          </a:p>
          <a:p>
            <a:r>
              <a:rPr lang="fr-FR" altLang="fr-FR" smtClean="0"/>
              <a:t>Pont
18-  CET AMOUR INDÉNIABLE QUE JE NE PEUX EXPLIQUER</a:t>
            </a:r>
          </a:p>
          <a:p>
            <a:r>
              <a:rPr lang="fr-FR" altLang="fr-FR" smtClean="0"/>
              <a:t>Oh it's love soundeniable,………….  
19-  CETTE PAIX INEXPRIMABLE QUE JE NE PEUX IMAGINER</a:t>
            </a:r>
          </a:p>
          <a:p>
            <a:r>
              <a:rPr lang="fr-FR" altLang="fr-FR" smtClean="0"/>
              <a:t>…………..I, I canhardlythink  
20-  TU M’APPELLES TOUJOURS PLUS LOIN  TU M’APPELLES TOUJOURS PLUS LOIN  </a:t>
            </a:r>
          </a:p>
          <a:p>
            <a:r>
              <a:rPr lang="fr-FR" altLang="fr-FR" smtClean="0"/>
              <a:t>as you call me Deeperstill, as you call me Deeperstill, as you call me
21-  TU M’APPELLES TOUJOURS PLUS LOIN  DANS TON GRAND AMOUR </a:t>
            </a:r>
          </a:p>
          <a:p>
            <a:r>
              <a:rPr lang="fr-FR" altLang="fr-FR" smtClean="0"/>
              <a:t>Deeperstill, into love lovelove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J’AI ENTENDU DES MILLIERS D’HISTOIRES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oh and I've seen many searching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SUR CE QU’ILS PENSENT DE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for answers far and wide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MAIS AUSSI LE DOUX MURMURE DE L’AMOUR AU MILIEU DE LA NUIT 
4-  ET TU ME DIS QUE TU ES HEUREUX QUE JE N’SERAI PLUS JAMAIS SEUL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TU ES UN BON, UN BON PÈRE C’EST CE QUE TU ES, C’EST CE QUE TU 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You're a good good father It's who you are, It's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ET JE SUIS AIMÉ DE TOI C’EST CE QUE JE SUIS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And I'm love by you It's who I am, It's who I am 
	7-  C’EST CE QUE JE SUIS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It's who I am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J’EN AI VU BEAUCOUP CHERCHER DES RÉPONSES SI ÉLOIGNÉES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oh and I've seen many searching for answers far and wide
9-  MAIS JE SAIS, NOUS CHERCHONS DES RÉPONSES QUE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I know we're all searching for answers   
10-  TOI SEUL PEUX DONNER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Only you can provide 
11-  CAR TU CONNAIS NOS BESOINS AVANT QUE NOUS DISIONS UN MOT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'cause you know just what we need before we say a word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TU ES UN BON, UN BON PÈRE C’EST CE QUE TU ES, C’EST CE QUE TU 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You're a good good father It's who you are, It's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ET JE SUIS AIMÉ DE TOI C’EST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And I'm love by you It's who I am, It's who I am 
	14-  C’EST CE QUE JE SUIS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It's who I am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CAR TU ES PARFAIT DANS TOUTES TES VOIES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Because you are perfect in all of your ways
	16-  TU ES PARFAIT DANS TOUTES TES VOIES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perfect in all of your ways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PARFAIT EN TOUT CE QUE TU FAIS POUR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perfect in all of your way to 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
18-  CET AMOUR INDÉNIABLE QUE JE NE PEUX EXPLIQUER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Oh it's love soundeniable,………….  
19-  CETTE PAIX INEXPRIMABLE QUE JE NE PEUX IMAGINER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…………..I, I canhardlythink  
20-  TU M’APPELLES TOUJOURS PLUS LOIN  TU M’APPELLES TOUJOURS PLUS LOIN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as you call me Deeperstill, as you call me Deeperstill, as you call me
21-  TU M’APPELLES TOUJOURS PLUS LOIN  DANS TON GRAND AMOUR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Deeperstill, into love lovelove</a:t>
            </a:r>
            <a:endParaRPr lang="fr-FR" dirty="0" smtClean="0"/>
          </a:p>
        </p:txBody>
      </p:sp>
      <p:sp>
        <p:nvSpPr>
          <p:cNvPr id="286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J’AI ENTENDU DES MILLIERS D’HISTOIRES </a:t>
            </a:r>
          </a:p>
          <a:p>
            <a:r>
              <a:rPr lang="fr-FR" altLang="fr-FR" smtClean="0"/>
              <a:t>oh and I've seen many searching</a:t>
            </a:r>
          </a:p>
          <a:p>
            <a:r>
              <a:rPr lang="fr-FR" altLang="fr-FR" smtClean="0"/>
              <a:t>2-  SUR CE QU’ILS PENSENT DE TOI </a:t>
            </a:r>
          </a:p>
          <a:p>
            <a:r>
              <a:rPr lang="fr-FR" altLang="fr-FR" smtClean="0"/>
              <a:t>for answers far and wide</a:t>
            </a:r>
          </a:p>
          <a:p>
            <a:r>
              <a:rPr lang="fr-FR" altLang="fr-FR" smtClean="0"/>
              <a:t>3-  MAIS AUSSI LE DOUX MURMURE DE L’AMOUR AU MILIEU DE LA NUIT 
4-  ET TU ME DIS QUE TU ES HEUREUX QUE JE N’SERAI PLUS JAMAIS SEUL </a:t>
            </a:r>
          </a:p>
          <a:p>
            <a:endParaRPr lang="fr-FR" altLang="fr-FR" smtClean="0"/>
          </a:p>
          <a:p>
            <a:r>
              <a:rPr lang="fr-FR" altLang="fr-FR" smtClean="0"/>
              <a:t>	5-  TU ES UN BON, UN BON PÈRE C’EST CE QUE TU ES, C’EST CE QUE TU ES </a:t>
            </a:r>
          </a:p>
          <a:p>
            <a:r>
              <a:rPr lang="fr-FR" altLang="fr-FR" smtClean="0"/>
              <a:t>	You're a good good father It's who you are, It's who you are</a:t>
            </a:r>
          </a:p>
          <a:p>
            <a:r>
              <a:rPr lang="fr-FR" altLang="fr-FR" smtClean="0"/>
              <a:t>	6-  ET JE SUIS AIMÉ DE TOI C’EST CE QUE JE SUIS </a:t>
            </a:r>
          </a:p>
          <a:p>
            <a:r>
              <a:rPr lang="fr-FR" altLang="fr-FR" smtClean="0"/>
              <a:t>	And I'm love by you It's who I am, It's who I am 
	7-  C’EST CE QUE JE SUIS  </a:t>
            </a:r>
          </a:p>
          <a:p>
            <a:r>
              <a:rPr lang="fr-FR" altLang="fr-FR" smtClean="0"/>
              <a:t>	It's who I am</a:t>
            </a:r>
          </a:p>
          <a:p>
            <a:endParaRPr lang="fr-FR" altLang="fr-FR" smtClean="0"/>
          </a:p>
          <a:p>
            <a:r>
              <a:rPr lang="fr-FR" altLang="fr-FR" smtClean="0"/>
              <a:t>8-  J’EN AI VU BEAUCOUP CHERCHER DES RÉPONSES SI ÉLOIGNÉES </a:t>
            </a:r>
          </a:p>
          <a:p>
            <a:r>
              <a:rPr lang="fr-FR" altLang="fr-FR" smtClean="0"/>
              <a:t>oh and I've seen many searching for answers far and wide
9-  MAIS JE SAIS, NOUS CHERCHONS DES RÉPONSES QUE</a:t>
            </a:r>
          </a:p>
          <a:p>
            <a:r>
              <a:rPr lang="fr-FR" altLang="fr-FR" smtClean="0"/>
              <a:t>But I know we're all searching for answers   
10-  TOI SEUL PEUX DONNER</a:t>
            </a:r>
          </a:p>
          <a:p>
            <a:r>
              <a:rPr lang="fr-FR" altLang="fr-FR" smtClean="0"/>
              <a:t>Only you can provide 
11-  CAR TU CONNAIS NOS BESOINS AVANT QUE NOUS DISIONS UN MOT </a:t>
            </a:r>
          </a:p>
          <a:p>
            <a:r>
              <a:rPr lang="fr-FR" altLang="fr-FR" smtClean="0"/>
              <a:t>'cause you know just what we need before we say a word</a:t>
            </a:r>
          </a:p>
          <a:p>
            <a:endParaRPr lang="fr-FR" altLang="fr-FR" smtClean="0"/>
          </a:p>
          <a:p>
            <a:r>
              <a:rPr lang="fr-FR" altLang="fr-FR" smtClean="0"/>
              <a:t>	12-  TU ES UN BON, UN BON PÈRE C’EST CE QUE TU ES, C’EST CE QUE TU ES </a:t>
            </a:r>
          </a:p>
          <a:p>
            <a:r>
              <a:rPr lang="fr-FR" altLang="fr-FR" smtClean="0"/>
              <a:t>	You're a good good father It's who you are, It's who you are</a:t>
            </a:r>
          </a:p>
          <a:p>
            <a:r>
              <a:rPr lang="fr-FR" altLang="fr-FR" smtClean="0"/>
              <a:t>	13-  ET JE SUIS AIMÉ DE TOI C’EST CE QUE JE SUIS</a:t>
            </a:r>
          </a:p>
          <a:p>
            <a:r>
              <a:rPr lang="fr-FR" altLang="fr-FR" smtClean="0"/>
              <a:t>	And I'm love by you It's who I am, It's who I am 
	14-  C’EST CE QUE JE SUIS  </a:t>
            </a:r>
          </a:p>
          <a:p>
            <a:r>
              <a:rPr lang="fr-FR" altLang="fr-FR" smtClean="0"/>
              <a:t>	It's who I am</a:t>
            </a:r>
          </a:p>
          <a:p>
            <a:endParaRPr lang="fr-FR" altLang="fr-FR" smtClean="0"/>
          </a:p>
          <a:p>
            <a:r>
              <a:rPr lang="fr-FR" altLang="fr-FR" smtClean="0"/>
              <a:t>	15-  CAR TU ES PARFAIT DANS TOUTES TES VOIES </a:t>
            </a:r>
          </a:p>
          <a:p>
            <a:r>
              <a:rPr lang="fr-FR" altLang="fr-FR" smtClean="0"/>
              <a:t>	Because you are perfect in all of your ways
	16-  TU ES PARFAIT DANS TOUTES TES VOIES </a:t>
            </a:r>
          </a:p>
          <a:p>
            <a:r>
              <a:rPr lang="fr-FR" altLang="fr-FR" smtClean="0"/>
              <a:t>	You are perfect in all of your ways</a:t>
            </a:r>
          </a:p>
          <a:p>
            <a:r>
              <a:rPr lang="fr-FR" altLang="fr-FR" smtClean="0"/>
              <a:t>	17-  PARFAIT EN TOUT CE QUE TU FAIS POUR NOUS </a:t>
            </a:r>
          </a:p>
          <a:p>
            <a:r>
              <a:rPr lang="fr-FR" altLang="fr-FR" smtClean="0"/>
              <a:t>	You are perfect in all of your way to us</a:t>
            </a:r>
          </a:p>
          <a:p>
            <a:endParaRPr lang="fr-FR" altLang="fr-FR" smtClean="0"/>
          </a:p>
          <a:p>
            <a:r>
              <a:rPr lang="fr-FR" altLang="fr-FR" smtClean="0"/>
              <a:t>Pont
18-  CET AMOUR INDÉNIABLE QUE JE NE PEUX EXPLIQUER</a:t>
            </a:r>
          </a:p>
          <a:p>
            <a:r>
              <a:rPr lang="fr-FR" altLang="fr-FR" smtClean="0"/>
              <a:t>Oh it's love soundeniable,………….  
19-  CETTE PAIX INEXPRIMABLE QUE JE NE PEUX IMAGINER</a:t>
            </a:r>
          </a:p>
          <a:p>
            <a:r>
              <a:rPr lang="fr-FR" altLang="fr-FR" smtClean="0"/>
              <a:t>…………..I, I canhardlythink  
20-  TU M’APPELLES TOUJOURS PLUS LOIN  TU M’APPELLES TOUJOURS PLUS LOIN  </a:t>
            </a:r>
          </a:p>
          <a:p>
            <a:r>
              <a:rPr lang="fr-FR" altLang="fr-FR" smtClean="0"/>
              <a:t>as you call me Deeperstill, as you call me Deeperstill, as you call me
21-  TU M’APPELLES TOUJOURS PLUS LOIN  DANS TON GRAND AMOUR </a:t>
            </a:r>
          </a:p>
          <a:p>
            <a:r>
              <a:rPr lang="fr-FR" altLang="fr-FR" smtClean="0"/>
              <a:t>Deeperstill, into love lovelove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J’AI ENTENDU DES MILLIERS D’HISTOIRES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oh and I've seen many searching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SUR CE QU’ILS PENSENT DE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for answers far and wide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MAIS AUSSI LE DOUX MURMURE DE L’AMOUR AU MILIEU DE LA NUIT 
4-  ET TU ME DIS QUE TU ES HEUREUX QUE JE N’SERAI PLUS JAMAIS SEUL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TU ES UN BON, UN BON PÈRE C’EST CE QUE TU ES, C’EST CE QUE TU 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You're a good good father It's who you are, It's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ET JE SUIS AIMÉ DE TOI C’EST CE QUE JE SUIS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And I'm love by you It's who I am, It's who I am 
	7-  C’EST CE QUE JE SUIS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It's who I am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J’EN AI VU BEAUCOUP CHERCHER DES RÉPONSES SI ÉLOIGNÉES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oh and I've seen many searching for answers far and wide
9-  MAIS JE SAIS, NOUS CHERCHONS DES RÉPONSES QUE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I know we're all searching for answers   
10-  TOI SEUL PEUX DONNER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Only you can provide 
11-  CAR TU CONNAIS NOS BESOINS AVANT QUE NOUS DISIONS UN MOT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'cause you know just what we need before we say a word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TU ES UN BON, UN BON PÈRE C’EST CE QUE TU ES, C’EST CE QUE TU 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You're a good good father It's who you are, It's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ET JE SUIS AIMÉ DE TOI C’EST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And I'm love by you It's who I am, It's who I am 
	14-  C’EST CE QUE JE SUIS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It's who I am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CAR TU ES PARFAIT DANS TOUTES TES VOIES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Because you are perfect in all of your ways
	16-  TU ES PARFAIT DANS TOUTES TES VOIES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perfect in all of your ways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PARFAIT EN TOUT CE QUE TU FAIS POUR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perfect in all of your way to 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
18-  CET AMOUR INDÉNIABLE QUE JE NE PEUX EXPLIQUER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Oh it's love soundeniable,………….  
19-  CETTE PAIX INEXPRIMABLE QUE JE NE PEUX IMAGINER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…………..I, I canhardlythink  
20-  TU M’APPELLES TOUJOURS PLUS LOIN  TU M’APPELLES TOUJOURS PLUS LOIN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as you call me Deeperstill, as you call me Deeperstill, as you call me
21-  TU M’APPELLES TOUJOURS PLUS LOIN  DANS TON GRAND AMOUR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Deeperstill, into love lovelove</a:t>
            </a:r>
            <a:endParaRPr lang="fr-FR" dirty="0" smtClean="0"/>
          </a:p>
        </p:txBody>
      </p:sp>
      <p:sp>
        <p:nvSpPr>
          <p:cNvPr id="297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J’AI ENTENDU DES MILLIERS D’HISTOIRES </a:t>
            </a:r>
          </a:p>
          <a:p>
            <a:r>
              <a:rPr lang="fr-FR" altLang="fr-FR" smtClean="0"/>
              <a:t>oh and I've seen many searching</a:t>
            </a:r>
          </a:p>
          <a:p>
            <a:r>
              <a:rPr lang="fr-FR" altLang="fr-FR" smtClean="0"/>
              <a:t>2-  SUR CE QU’ILS PENSENT DE TOI </a:t>
            </a:r>
          </a:p>
          <a:p>
            <a:r>
              <a:rPr lang="fr-FR" altLang="fr-FR" smtClean="0"/>
              <a:t>for answers far and wide</a:t>
            </a:r>
          </a:p>
          <a:p>
            <a:r>
              <a:rPr lang="fr-FR" altLang="fr-FR" smtClean="0"/>
              <a:t>3-  MAIS AUSSI LE DOUX MURMURE DE L’AMOUR AU MILIEU DE LA NUIT 
4-  ET TU ME DIS QUE TU ES HEUREUX QUE JE N’SERAI PLUS JAMAIS SEUL </a:t>
            </a:r>
          </a:p>
          <a:p>
            <a:endParaRPr lang="fr-FR" altLang="fr-FR" smtClean="0"/>
          </a:p>
          <a:p>
            <a:r>
              <a:rPr lang="fr-FR" altLang="fr-FR" smtClean="0"/>
              <a:t>	5-  TU ES UN BON, UN BON PÈRE C’EST CE QUE TU ES, C’EST CE QUE TU ES </a:t>
            </a:r>
          </a:p>
          <a:p>
            <a:r>
              <a:rPr lang="fr-FR" altLang="fr-FR" smtClean="0"/>
              <a:t>	You're a good good father It's who you are, It's who you are</a:t>
            </a:r>
          </a:p>
          <a:p>
            <a:r>
              <a:rPr lang="fr-FR" altLang="fr-FR" smtClean="0"/>
              <a:t>	6-  ET JE SUIS AIMÉ DE TOI C’EST CE QUE JE SUIS </a:t>
            </a:r>
          </a:p>
          <a:p>
            <a:r>
              <a:rPr lang="fr-FR" altLang="fr-FR" smtClean="0"/>
              <a:t>	And I'm love by you It's who I am, It's who I am 
	7-  C’EST CE QUE JE SUIS  </a:t>
            </a:r>
          </a:p>
          <a:p>
            <a:r>
              <a:rPr lang="fr-FR" altLang="fr-FR" smtClean="0"/>
              <a:t>	It's who I am</a:t>
            </a:r>
          </a:p>
          <a:p>
            <a:endParaRPr lang="fr-FR" altLang="fr-FR" smtClean="0"/>
          </a:p>
          <a:p>
            <a:r>
              <a:rPr lang="fr-FR" altLang="fr-FR" smtClean="0"/>
              <a:t>8-  J’EN AI VU BEAUCOUP CHERCHER DES RÉPONSES SI ÉLOIGNÉES </a:t>
            </a:r>
          </a:p>
          <a:p>
            <a:r>
              <a:rPr lang="fr-FR" altLang="fr-FR" smtClean="0"/>
              <a:t>oh and I've seen many searching for answers far and wide
9-  MAIS JE SAIS, NOUS CHERCHONS DES RÉPONSES QUE</a:t>
            </a:r>
          </a:p>
          <a:p>
            <a:r>
              <a:rPr lang="fr-FR" altLang="fr-FR" smtClean="0"/>
              <a:t>But I know we're all searching for answers   
10-  TOI SEUL PEUX DONNER</a:t>
            </a:r>
          </a:p>
          <a:p>
            <a:r>
              <a:rPr lang="fr-FR" altLang="fr-FR" smtClean="0"/>
              <a:t>Only you can provide 
11-  CAR TU CONNAIS NOS BESOINS AVANT QUE NOUS DISIONS UN MOT </a:t>
            </a:r>
          </a:p>
          <a:p>
            <a:r>
              <a:rPr lang="fr-FR" altLang="fr-FR" smtClean="0"/>
              <a:t>'cause you know just what we need before we say a word</a:t>
            </a:r>
          </a:p>
          <a:p>
            <a:endParaRPr lang="fr-FR" altLang="fr-FR" smtClean="0"/>
          </a:p>
          <a:p>
            <a:r>
              <a:rPr lang="fr-FR" altLang="fr-FR" smtClean="0"/>
              <a:t>	12-  TU ES UN BON, UN BON PÈRE C’EST CE QUE TU ES, C’EST CE QUE TU ES </a:t>
            </a:r>
          </a:p>
          <a:p>
            <a:r>
              <a:rPr lang="fr-FR" altLang="fr-FR" smtClean="0"/>
              <a:t>	You're a good good father It's who you are, It's who you are</a:t>
            </a:r>
          </a:p>
          <a:p>
            <a:r>
              <a:rPr lang="fr-FR" altLang="fr-FR" smtClean="0"/>
              <a:t>	13-  ET JE SUIS AIMÉ DE TOI C’EST CE QUE JE SUIS</a:t>
            </a:r>
          </a:p>
          <a:p>
            <a:r>
              <a:rPr lang="fr-FR" altLang="fr-FR" smtClean="0"/>
              <a:t>	And I'm love by you It's who I am, It's who I am 
	14-  C’EST CE QUE JE SUIS  </a:t>
            </a:r>
          </a:p>
          <a:p>
            <a:r>
              <a:rPr lang="fr-FR" altLang="fr-FR" smtClean="0"/>
              <a:t>	It's who I am</a:t>
            </a:r>
          </a:p>
          <a:p>
            <a:endParaRPr lang="fr-FR" altLang="fr-FR" smtClean="0"/>
          </a:p>
          <a:p>
            <a:r>
              <a:rPr lang="fr-FR" altLang="fr-FR" smtClean="0"/>
              <a:t>	15-  CAR TU ES PARFAIT DANS TOUTES TES VOIES </a:t>
            </a:r>
          </a:p>
          <a:p>
            <a:r>
              <a:rPr lang="fr-FR" altLang="fr-FR" smtClean="0"/>
              <a:t>	Because you are perfect in all of your ways
	16-  TU ES PARFAIT DANS TOUTES TES VOIES </a:t>
            </a:r>
          </a:p>
          <a:p>
            <a:r>
              <a:rPr lang="fr-FR" altLang="fr-FR" smtClean="0"/>
              <a:t>	You are perfect in all of your ways</a:t>
            </a:r>
          </a:p>
          <a:p>
            <a:r>
              <a:rPr lang="fr-FR" altLang="fr-FR" smtClean="0"/>
              <a:t>	17-  PARFAIT EN TOUT CE QUE TU FAIS POUR NOUS </a:t>
            </a:r>
          </a:p>
          <a:p>
            <a:r>
              <a:rPr lang="fr-FR" altLang="fr-FR" smtClean="0"/>
              <a:t>	You are perfect in all of your way to us</a:t>
            </a:r>
          </a:p>
          <a:p>
            <a:endParaRPr lang="fr-FR" altLang="fr-FR" smtClean="0"/>
          </a:p>
          <a:p>
            <a:r>
              <a:rPr lang="fr-FR" altLang="fr-FR" smtClean="0"/>
              <a:t>Pont
18-  CET AMOUR INDÉNIABLE QUE JE NE PEUX EXPLIQUER</a:t>
            </a:r>
          </a:p>
          <a:p>
            <a:r>
              <a:rPr lang="fr-FR" altLang="fr-FR" smtClean="0"/>
              <a:t>Oh it's love soundeniable,………….  
19-  CETTE PAIX INEXPRIMABLE QUE JE NE PEUX IMAGINER</a:t>
            </a:r>
          </a:p>
          <a:p>
            <a:r>
              <a:rPr lang="fr-FR" altLang="fr-FR" smtClean="0"/>
              <a:t>…………..I, I canhardlythink  
20-  TU M’APPELLES TOUJOURS PLUS LOIN  TU M’APPELLES TOUJOURS PLUS LOIN  </a:t>
            </a:r>
          </a:p>
          <a:p>
            <a:r>
              <a:rPr lang="fr-FR" altLang="fr-FR" smtClean="0"/>
              <a:t>as you call me Deeperstill, as you call me Deeperstill, as you call me
21-  TU M’APPELLES TOUJOURS PLUS LOIN  DANS TON GRAND AMOUR </a:t>
            </a:r>
          </a:p>
          <a:p>
            <a:r>
              <a:rPr lang="fr-FR" altLang="fr-FR" smtClean="0"/>
              <a:t>Deeperstill, into love lovelove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J’AI ENTENDU DES MILLIERS D’HISTOIRES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oh and I've seen many searching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SUR CE QU’ILS PENSENT DE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for answers far and wide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MAIS AUSSI LE DOUX MURMURE DE L’AMOUR AU MILIEU DE LA NUIT 
4-  ET TU ME DIS QUE TU ES HEUREUX QUE JE N’SERAI PLUS JAMAIS SEUL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TU ES UN BON, UN BON PÈRE C’EST CE QUE TU ES, C’EST CE QUE TU 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You're a good good father It's who you are, It's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ET JE SUIS AIMÉ DE TOI C’EST CE QUE JE SUIS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And I'm love by you It's who I am, It's who I am 
	7-  C’EST CE QUE JE SUIS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It's who I am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J’EN AI VU BEAUCOUP CHERCHER DES RÉPONSES SI ÉLOIGNÉES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oh and I've seen many searching for answers far and wide
9-  MAIS JE SAIS, NOUS CHERCHONS DES RÉPONSES QUE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I know we're all searching for answers   
10-  TOI SEUL PEUX DONNER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Only you can provide 
11-  CAR TU CONNAIS NOS BESOINS AVANT QUE NOUS DISIONS UN MOT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'cause you know just what we need before we say a word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TU ES UN BON, UN BON PÈRE C’EST CE QUE TU ES, C’EST CE QUE TU 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You're a good good father It's who you are, It's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ET JE SUIS AIMÉ DE TOI C’EST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And I'm love by you It's who I am, It's who I am 
	14-  C’EST CE QUE JE SUIS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It's who I am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CAR TU ES PARFAIT DANS TOUTES TES VOIES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Because you are perfect in all of your ways
	16-  TU ES PARFAIT DANS TOUTES TES VOIES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perfect in all of your ways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PARFAIT EN TOUT CE QUE TU FAIS POUR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perfect in all of your way to 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
18-  CET AMOUR INDÉNIABLE QUE JE NE PEUX EXPLIQUER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Oh it's love soundeniable,………….  
19-  CETTE PAIX INEXPRIMABLE QUE JE NE PEUX IMAGINER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…………..I, I canhardlythink  
20-  TU M’APPELLES TOUJOURS PLUS LOIN  TU M’APPELLES TOUJOURS PLUS LOIN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as you call me Deeperstill, as you call me Deeperstill, as you call me
21-  TU M’APPELLES TOUJOURS PLUS LOIN  DANS TON GRAND AMOUR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Deeperstill, into love lovelove</a:t>
            </a:r>
            <a:endParaRPr lang="fr-FR" dirty="0" smtClean="0"/>
          </a:p>
        </p:txBody>
      </p:sp>
      <p:sp>
        <p:nvSpPr>
          <p:cNvPr id="307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J’AI ENTENDU DES MILLIERS D’HISTOIRES </a:t>
            </a:r>
          </a:p>
          <a:p>
            <a:r>
              <a:rPr lang="fr-FR" altLang="fr-FR" smtClean="0"/>
              <a:t>oh and I've seen many searching</a:t>
            </a:r>
          </a:p>
          <a:p>
            <a:r>
              <a:rPr lang="fr-FR" altLang="fr-FR" smtClean="0"/>
              <a:t>2-  SUR CE QU’ILS PENSENT DE TOI </a:t>
            </a:r>
          </a:p>
          <a:p>
            <a:r>
              <a:rPr lang="fr-FR" altLang="fr-FR" smtClean="0"/>
              <a:t>for answers far and wide</a:t>
            </a:r>
          </a:p>
          <a:p>
            <a:r>
              <a:rPr lang="fr-FR" altLang="fr-FR" smtClean="0"/>
              <a:t>3-  MAIS AUSSI LE DOUX MURMURE DE L’AMOUR AU MILIEU DE LA NUIT 
4-  ET TU ME DIS QUE TU ES HEUREUX QUE JE N’SERAI PLUS JAMAIS SEUL </a:t>
            </a:r>
          </a:p>
          <a:p>
            <a:endParaRPr lang="fr-FR" altLang="fr-FR" smtClean="0"/>
          </a:p>
          <a:p>
            <a:r>
              <a:rPr lang="fr-FR" altLang="fr-FR" smtClean="0"/>
              <a:t>	5-  TU ES UN BON, UN BON PÈRE C’EST CE QUE TU ES, C’EST CE QUE TU ES </a:t>
            </a:r>
          </a:p>
          <a:p>
            <a:r>
              <a:rPr lang="fr-FR" altLang="fr-FR" smtClean="0"/>
              <a:t>	You're a good good father It's who you are, It's who you are</a:t>
            </a:r>
          </a:p>
          <a:p>
            <a:r>
              <a:rPr lang="fr-FR" altLang="fr-FR" smtClean="0"/>
              <a:t>	6-  ET JE SUIS AIMÉ DE TOI C’EST CE QUE JE SUIS </a:t>
            </a:r>
          </a:p>
          <a:p>
            <a:r>
              <a:rPr lang="fr-FR" altLang="fr-FR" smtClean="0"/>
              <a:t>	And I'm love by you It's who I am, It's who I am 
	7-  C’EST CE QUE JE SUIS  </a:t>
            </a:r>
          </a:p>
          <a:p>
            <a:r>
              <a:rPr lang="fr-FR" altLang="fr-FR" smtClean="0"/>
              <a:t>	It's who I am</a:t>
            </a:r>
          </a:p>
          <a:p>
            <a:endParaRPr lang="fr-FR" altLang="fr-FR" smtClean="0"/>
          </a:p>
          <a:p>
            <a:r>
              <a:rPr lang="fr-FR" altLang="fr-FR" smtClean="0"/>
              <a:t>8-  J’EN AI VU BEAUCOUP CHERCHER DES RÉPONSES SI ÉLOIGNÉES </a:t>
            </a:r>
          </a:p>
          <a:p>
            <a:r>
              <a:rPr lang="fr-FR" altLang="fr-FR" smtClean="0"/>
              <a:t>oh and I've seen many searching for answers far and wide
9-  MAIS JE SAIS, NOUS CHERCHONS DES RÉPONSES QUE</a:t>
            </a:r>
          </a:p>
          <a:p>
            <a:r>
              <a:rPr lang="fr-FR" altLang="fr-FR" smtClean="0"/>
              <a:t>But I know we're all searching for answers   
10-  TOI SEUL PEUX DONNER</a:t>
            </a:r>
          </a:p>
          <a:p>
            <a:r>
              <a:rPr lang="fr-FR" altLang="fr-FR" smtClean="0"/>
              <a:t>Only you can provide 
11-  CAR TU CONNAIS NOS BESOINS AVANT QUE NOUS DISIONS UN MOT </a:t>
            </a:r>
          </a:p>
          <a:p>
            <a:r>
              <a:rPr lang="fr-FR" altLang="fr-FR" smtClean="0"/>
              <a:t>'cause you know just what we need before we say a word</a:t>
            </a:r>
          </a:p>
          <a:p>
            <a:endParaRPr lang="fr-FR" altLang="fr-FR" smtClean="0"/>
          </a:p>
          <a:p>
            <a:r>
              <a:rPr lang="fr-FR" altLang="fr-FR" smtClean="0"/>
              <a:t>	12-  TU ES UN BON, UN BON PÈRE C’EST CE QUE TU ES, C’EST CE QUE TU ES </a:t>
            </a:r>
          </a:p>
          <a:p>
            <a:r>
              <a:rPr lang="fr-FR" altLang="fr-FR" smtClean="0"/>
              <a:t>	You're a good good father It's who you are, It's who you are</a:t>
            </a:r>
          </a:p>
          <a:p>
            <a:r>
              <a:rPr lang="fr-FR" altLang="fr-FR" smtClean="0"/>
              <a:t>	13-  ET JE SUIS AIMÉ DE TOI C’EST CE QUE JE SUIS</a:t>
            </a:r>
          </a:p>
          <a:p>
            <a:r>
              <a:rPr lang="fr-FR" altLang="fr-FR" smtClean="0"/>
              <a:t>	And I'm love by you It's who I am, It's who I am 
	14-  C’EST CE QUE JE SUIS  </a:t>
            </a:r>
          </a:p>
          <a:p>
            <a:r>
              <a:rPr lang="fr-FR" altLang="fr-FR" smtClean="0"/>
              <a:t>	It's who I am</a:t>
            </a:r>
          </a:p>
          <a:p>
            <a:endParaRPr lang="fr-FR" altLang="fr-FR" smtClean="0"/>
          </a:p>
          <a:p>
            <a:r>
              <a:rPr lang="fr-FR" altLang="fr-FR" smtClean="0"/>
              <a:t>	15-  CAR TU ES PARFAIT DANS TOUTES TES VOIES </a:t>
            </a:r>
          </a:p>
          <a:p>
            <a:r>
              <a:rPr lang="fr-FR" altLang="fr-FR" smtClean="0"/>
              <a:t>	Because you are perfect in all of your ways
	16-  TU ES PARFAIT DANS TOUTES TES VOIES </a:t>
            </a:r>
          </a:p>
          <a:p>
            <a:r>
              <a:rPr lang="fr-FR" altLang="fr-FR" smtClean="0"/>
              <a:t>	You are perfect in all of your ways</a:t>
            </a:r>
          </a:p>
          <a:p>
            <a:r>
              <a:rPr lang="fr-FR" altLang="fr-FR" smtClean="0"/>
              <a:t>	17-  PARFAIT EN TOUT CE QUE TU FAIS POUR NOUS </a:t>
            </a:r>
          </a:p>
          <a:p>
            <a:r>
              <a:rPr lang="fr-FR" altLang="fr-FR" smtClean="0"/>
              <a:t>	You are perfect in all of your way to us</a:t>
            </a:r>
          </a:p>
          <a:p>
            <a:endParaRPr lang="fr-FR" altLang="fr-FR" smtClean="0"/>
          </a:p>
          <a:p>
            <a:r>
              <a:rPr lang="fr-FR" altLang="fr-FR" smtClean="0"/>
              <a:t>Pont
18-  CET AMOUR INDÉNIABLE QUE JE NE PEUX EXPLIQUER</a:t>
            </a:r>
          </a:p>
          <a:p>
            <a:r>
              <a:rPr lang="fr-FR" altLang="fr-FR" smtClean="0"/>
              <a:t>Oh it's love soundeniable,………….  
19-  CETTE PAIX INEXPRIMABLE QUE JE NE PEUX IMAGINER</a:t>
            </a:r>
          </a:p>
          <a:p>
            <a:r>
              <a:rPr lang="fr-FR" altLang="fr-FR" smtClean="0"/>
              <a:t>…………..I, I canhardlythink  
20-  TU M’APPELLES TOUJOURS PLUS LOIN  TU M’APPELLES TOUJOURS PLUS LOIN  </a:t>
            </a:r>
          </a:p>
          <a:p>
            <a:r>
              <a:rPr lang="fr-FR" altLang="fr-FR" smtClean="0"/>
              <a:t>as you call me Deeperstill, as you call me Deeperstill, as you call me
21-  TU M’APPELLES TOUJOURS PLUS LOIN  DANS TON GRAND AMOUR </a:t>
            </a:r>
          </a:p>
          <a:p>
            <a:r>
              <a:rPr lang="fr-FR" altLang="fr-FR" smtClean="0"/>
              <a:t>Deeperstill, into love lovelove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J’AI ENTENDU DES MILLIERS D’HISTOIRES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oh and I've seen many searching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SUR CE QU’ILS PENSENT DE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for answers far and wide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MAIS AUSSI LE DOUX MURMURE DE L’AMOUR AU MILIEU DE LA NUIT 
4-  ET TU ME DIS QUE TU ES HEUREUX QUE JE N’SERAI PLUS JAMAIS SEUL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TU ES UN BON, UN BON PÈRE C’EST CE QUE TU ES, C’EST CE QUE TU 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You're a good good father It's who you are, It's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ET JE SUIS AIMÉ DE TOI C’EST CE QUE JE SUIS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And I'm love by you It's who I am, It's who I am 
	7-  C’EST CE QUE JE SUIS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It's who I am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J’EN AI VU BEAUCOUP CHERCHER DES RÉPONSES SI ÉLOIGNÉES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oh and I've seen many searching for answers far and wide
9-  MAIS JE SAIS, NOUS CHERCHONS DES RÉPONSES QUE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I know we're all searching for answers   
10-  TOI SEUL PEUX DONNER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Only you can provide 
11-  CAR TU CONNAIS NOS BESOINS AVANT QUE NOUS DISIONS UN MOT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'cause you know just what we need before we say a word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TU ES UN BON, UN BON PÈRE C’EST CE QUE TU ES, C’EST CE QUE TU 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You're a good good father It's who you are, It's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ET JE SUIS AIMÉ DE TOI C’EST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And I'm love by you It's who I am, It's who I am 
	14-  C’EST CE QUE JE SUIS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It's who I am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CAR TU ES PARFAIT DANS TOUTES TES VOIES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Because you are perfect in all of your ways
	16-  TU ES PARFAIT DANS TOUTES TES VOIES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perfect in all of your ways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PARFAIT EN TOUT CE QUE TU FAIS POUR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perfect in all of your way to 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
18-  CET AMOUR INDÉNIABLE QUE JE NE PEUX EXPLIQUER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Oh it's love soundeniable,………….  
19-  CETTE PAIX INEXPRIMABLE QUE JE NE PEUX IMAGINER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…………..I, I canhardlythink  
20-  TU M’APPELLES TOUJOURS PLUS LOIN  TU M’APPELLES TOUJOURS PLUS LOIN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as you call me Deeperstill, as you call me Deeperstill, as you call me
21-  TU M’APPELLES TOUJOURS PLUS LOIN  DANS TON GRAND AMOUR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Deeperstill, into love lovelove</a:t>
            </a:r>
            <a:endParaRPr lang="fr-FR" dirty="0" smtClean="0"/>
          </a:p>
        </p:txBody>
      </p:sp>
      <p:sp>
        <p:nvSpPr>
          <p:cNvPr id="317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J’AI ENTENDU DES MILLIERS D’HISTOIRES </a:t>
            </a:r>
          </a:p>
          <a:p>
            <a:r>
              <a:rPr lang="fr-FR" altLang="fr-FR" smtClean="0"/>
              <a:t>oh and I've seen many searching</a:t>
            </a:r>
          </a:p>
          <a:p>
            <a:r>
              <a:rPr lang="fr-FR" altLang="fr-FR" smtClean="0"/>
              <a:t>2-  SUR CE QU’ILS PENSENT DE TOI </a:t>
            </a:r>
          </a:p>
          <a:p>
            <a:r>
              <a:rPr lang="fr-FR" altLang="fr-FR" smtClean="0"/>
              <a:t>for answers far and wide</a:t>
            </a:r>
          </a:p>
          <a:p>
            <a:r>
              <a:rPr lang="fr-FR" altLang="fr-FR" smtClean="0"/>
              <a:t>3-  MAIS AUSSI LE DOUX MURMURE DE L’AMOUR AU MILIEU DE LA NUIT 
4-  ET TU ME DIS QUE TU ES HEUREUX QUE JE N’SERAI PLUS JAMAIS SEUL </a:t>
            </a:r>
          </a:p>
          <a:p>
            <a:endParaRPr lang="fr-FR" altLang="fr-FR" smtClean="0"/>
          </a:p>
          <a:p>
            <a:r>
              <a:rPr lang="fr-FR" altLang="fr-FR" smtClean="0"/>
              <a:t>	5-  TU ES UN BON, UN BON PÈRE C’EST CE QUE TU ES, C’EST CE QUE TU ES </a:t>
            </a:r>
          </a:p>
          <a:p>
            <a:r>
              <a:rPr lang="fr-FR" altLang="fr-FR" smtClean="0"/>
              <a:t>	You're a good good father It's who you are, It's who you are</a:t>
            </a:r>
          </a:p>
          <a:p>
            <a:r>
              <a:rPr lang="fr-FR" altLang="fr-FR" smtClean="0"/>
              <a:t>	6-  ET JE SUIS AIMÉ DE TOI C’EST CE QUE JE SUIS </a:t>
            </a:r>
          </a:p>
          <a:p>
            <a:r>
              <a:rPr lang="fr-FR" altLang="fr-FR" smtClean="0"/>
              <a:t>	And I'm love by you It's who I am, It's who I am 
	7-  C’EST CE QUE JE SUIS  </a:t>
            </a:r>
          </a:p>
          <a:p>
            <a:r>
              <a:rPr lang="fr-FR" altLang="fr-FR" smtClean="0"/>
              <a:t>	It's who I am</a:t>
            </a:r>
          </a:p>
          <a:p>
            <a:endParaRPr lang="fr-FR" altLang="fr-FR" smtClean="0"/>
          </a:p>
          <a:p>
            <a:r>
              <a:rPr lang="fr-FR" altLang="fr-FR" smtClean="0"/>
              <a:t>8-  J’EN AI VU BEAUCOUP CHERCHER DES RÉPONSES SI ÉLOIGNÉES </a:t>
            </a:r>
          </a:p>
          <a:p>
            <a:r>
              <a:rPr lang="fr-FR" altLang="fr-FR" smtClean="0"/>
              <a:t>oh and I've seen many searching for answers far and wide
9-  MAIS JE SAIS, NOUS CHERCHONS DES RÉPONSES QUE</a:t>
            </a:r>
          </a:p>
          <a:p>
            <a:r>
              <a:rPr lang="fr-FR" altLang="fr-FR" smtClean="0"/>
              <a:t>But I know we're all searching for answers   
10-  TOI SEUL PEUX DONNER</a:t>
            </a:r>
          </a:p>
          <a:p>
            <a:r>
              <a:rPr lang="fr-FR" altLang="fr-FR" smtClean="0"/>
              <a:t>Only you can provide 
11-  CAR TU CONNAIS NOS BESOINS AVANT QUE NOUS DISIONS UN MOT </a:t>
            </a:r>
          </a:p>
          <a:p>
            <a:r>
              <a:rPr lang="fr-FR" altLang="fr-FR" smtClean="0"/>
              <a:t>'cause you know just what we need before we say a word</a:t>
            </a:r>
          </a:p>
          <a:p>
            <a:endParaRPr lang="fr-FR" altLang="fr-FR" smtClean="0"/>
          </a:p>
          <a:p>
            <a:r>
              <a:rPr lang="fr-FR" altLang="fr-FR" smtClean="0"/>
              <a:t>	12-  TU ES UN BON, UN BON PÈRE C’EST CE QUE TU ES, C’EST CE QUE TU ES </a:t>
            </a:r>
          </a:p>
          <a:p>
            <a:r>
              <a:rPr lang="fr-FR" altLang="fr-FR" smtClean="0"/>
              <a:t>	You're a good good father It's who you are, It's who you are</a:t>
            </a:r>
          </a:p>
          <a:p>
            <a:r>
              <a:rPr lang="fr-FR" altLang="fr-FR" smtClean="0"/>
              <a:t>	13-  ET JE SUIS AIMÉ DE TOI C’EST CE QUE JE SUIS</a:t>
            </a:r>
          </a:p>
          <a:p>
            <a:r>
              <a:rPr lang="fr-FR" altLang="fr-FR" smtClean="0"/>
              <a:t>	And I'm love by you It's who I am, It's who I am 
	14-  C’EST CE QUE JE SUIS  </a:t>
            </a:r>
          </a:p>
          <a:p>
            <a:r>
              <a:rPr lang="fr-FR" altLang="fr-FR" smtClean="0"/>
              <a:t>	It's who I am</a:t>
            </a:r>
          </a:p>
          <a:p>
            <a:endParaRPr lang="fr-FR" altLang="fr-FR" smtClean="0"/>
          </a:p>
          <a:p>
            <a:r>
              <a:rPr lang="fr-FR" altLang="fr-FR" smtClean="0"/>
              <a:t>	15-  CAR TU ES PARFAIT DANS TOUTES TES VOIES </a:t>
            </a:r>
          </a:p>
          <a:p>
            <a:r>
              <a:rPr lang="fr-FR" altLang="fr-FR" smtClean="0"/>
              <a:t>	Because you are perfect in all of your ways
	16-  TU ES PARFAIT DANS TOUTES TES VOIES </a:t>
            </a:r>
          </a:p>
          <a:p>
            <a:r>
              <a:rPr lang="fr-FR" altLang="fr-FR" smtClean="0"/>
              <a:t>	You are perfect in all of your ways</a:t>
            </a:r>
          </a:p>
          <a:p>
            <a:r>
              <a:rPr lang="fr-FR" altLang="fr-FR" smtClean="0"/>
              <a:t>	17-  PARFAIT EN TOUT CE QUE TU FAIS POUR NOUS </a:t>
            </a:r>
          </a:p>
          <a:p>
            <a:r>
              <a:rPr lang="fr-FR" altLang="fr-FR" smtClean="0"/>
              <a:t>	You are perfect in all of your way to us</a:t>
            </a:r>
          </a:p>
          <a:p>
            <a:endParaRPr lang="fr-FR" altLang="fr-FR" smtClean="0"/>
          </a:p>
          <a:p>
            <a:r>
              <a:rPr lang="fr-FR" altLang="fr-FR" smtClean="0"/>
              <a:t>Pont
18-  CET AMOUR INDÉNIABLE QUE JE NE PEUX EXPLIQUER</a:t>
            </a:r>
          </a:p>
          <a:p>
            <a:r>
              <a:rPr lang="fr-FR" altLang="fr-FR" smtClean="0"/>
              <a:t>Oh it's love soundeniable,………….  
19-  CETTE PAIX INEXPRIMABLE QUE JE NE PEUX IMAGINER</a:t>
            </a:r>
          </a:p>
          <a:p>
            <a:r>
              <a:rPr lang="fr-FR" altLang="fr-FR" smtClean="0"/>
              <a:t>…………..I, I canhardlythink  
20-  TU M’APPELLES TOUJOURS PLUS LOIN  TU M’APPELLES TOUJOURS PLUS LOIN  </a:t>
            </a:r>
          </a:p>
          <a:p>
            <a:r>
              <a:rPr lang="fr-FR" altLang="fr-FR" smtClean="0"/>
              <a:t>as you call me Deeperstill, as you call me Deeperstill, as you call me
21-  TU M’APPELLES TOUJOURS PLUS LOIN  DANS TON GRAND AMOUR </a:t>
            </a:r>
          </a:p>
          <a:p>
            <a:r>
              <a:rPr lang="fr-FR" altLang="fr-FR" smtClean="0"/>
              <a:t>Deeperstill, into love lovelove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J’AI ENTENDU DES MILLIERS D’HISTOIRES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oh and I've seen many searching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SUR CE QU’ILS PENSENT DE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for answers far and wide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MAIS AUSSI LE DOUX MURMURE DE L’AMOUR AU MILIEU DE LA NUIT 
4-  ET TU ME DIS QUE TU ES HEUREUX QUE JE N’SERAI PLUS JAMAIS SEUL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TU ES UN BON, UN BON PÈRE C’EST CE QUE TU ES, C’EST CE QUE TU 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You're a good good father It's who you are, It's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ET JE SUIS AIMÉ DE TOI C’EST CE QUE JE SUIS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And I'm love by you It's who I am, It's who I am 
	7-  C’EST CE QUE JE SUIS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It's who I am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J’EN AI VU BEAUCOUP CHERCHER DES RÉPONSES SI ÉLOIGNÉES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oh and I've seen many searching for answers far and wide
9-  MAIS JE SAIS, NOUS CHERCHONS DES RÉPONSES QUE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I know we're all searching for answers   
10-  TOI SEUL PEUX DONNER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Only you can provide 
11-  CAR TU CONNAIS NOS BESOINS AVANT QUE NOUS DISIONS UN MOT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'cause you know just what we need before we say a word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TU ES UN BON, UN BON PÈRE C’EST CE QUE TU ES, C’EST CE QUE TU 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You're a good good father It's who you are, It's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ET JE SUIS AIMÉ DE TOI C’EST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And I'm love by you It's who I am, It's who I am 
	14-  C’EST CE QUE JE SUIS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It's who I am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CAR TU ES PARFAIT DANS TOUTES TES VOIES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Because you are perfect in all of your ways
	16-  TU ES PARFAIT DANS TOUTES TES VOIES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perfect in all of your ways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PARFAIT EN TOUT CE QUE TU FAIS POUR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perfect in all of your way to 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
18-  CET AMOUR INDÉNIABLE QUE JE NE PEUX EXPLIQUER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Oh it's love soundeniable,………….  
19-  CETTE PAIX INEXPRIMABLE QUE JE NE PEUX IMAGINER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…………..I, I canhardlythink  
20-  TU M’APPELLES TOUJOURS PLUS LOIN  TU M’APPELLES TOUJOURS PLUS LOIN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as you call me Deeperstill, as you call me Deeperstill, as you call me
21-  TU M’APPELLES TOUJOURS PLUS LOIN  DANS TON GRAND AMOUR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Deeperstill, into love lovelove</a:t>
            </a:r>
            <a:endParaRPr lang="fr-FR" dirty="0" smtClean="0"/>
          </a:p>
        </p:txBody>
      </p:sp>
      <p:sp>
        <p:nvSpPr>
          <p:cNvPr id="327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J’AI ENTENDU DES MILLIERS D’HISTOIRES </a:t>
            </a:r>
          </a:p>
          <a:p>
            <a:r>
              <a:rPr lang="fr-FR" altLang="fr-FR" smtClean="0"/>
              <a:t>oh and I've seen many searching</a:t>
            </a:r>
          </a:p>
          <a:p>
            <a:r>
              <a:rPr lang="fr-FR" altLang="fr-FR" smtClean="0"/>
              <a:t>2-  SUR CE QU’ILS PENSENT DE TOI </a:t>
            </a:r>
          </a:p>
          <a:p>
            <a:r>
              <a:rPr lang="fr-FR" altLang="fr-FR" smtClean="0"/>
              <a:t>for answers far and wide</a:t>
            </a:r>
          </a:p>
          <a:p>
            <a:r>
              <a:rPr lang="fr-FR" altLang="fr-FR" smtClean="0"/>
              <a:t>3-  MAIS AUSSI LE DOUX MURMURE DE L’AMOUR AU MILIEU DE LA NUIT 
4-  ET TU ME DIS QUE TU ES HEUREUX QUE JE N’SERAI PLUS JAMAIS SEUL </a:t>
            </a:r>
          </a:p>
          <a:p>
            <a:endParaRPr lang="fr-FR" altLang="fr-FR" smtClean="0"/>
          </a:p>
          <a:p>
            <a:r>
              <a:rPr lang="fr-FR" altLang="fr-FR" smtClean="0"/>
              <a:t>	5-  TU ES UN BON, UN BON PÈRE C’EST CE QUE TU ES, C’EST CE QUE TU ES </a:t>
            </a:r>
          </a:p>
          <a:p>
            <a:r>
              <a:rPr lang="fr-FR" altLang="fr-FR" smtClean="0"/>
              <a:t>	You're a good good father It's who you are, It's who you are</a:t>
            </a:r>
          </a:p>
          <a:p>
            <a:r>
              <a:rPr lang="fr-FR" altLang="fr-FR" smtClean="0"/>
              <a:t>	6-  ET JE SUIS AIMÉ DE TOI C’EST CE QUE JE SUIS </a:t>
            </a:r>
          </a:p>
          <a:p>
            <a:r>
              <a:rPr lang="fr-FR" altLang="fr-FR" smtClean="0"/>
              <a:t>	And I'm love by you It's who I am, It's who I am 
	7-  C’EST CE QUE JE SUIS  </a:t>
            </a:r>
          </a:p>
          <a:p>
            <a:r>
              <a:rPr lang="fr-FR" altLang="fr-FR" smtClean="0"/>
              <a:t>	It's who I am</a:t>
            </a:r>
          </a:p>
          <a:p>
            <a:endParaRPr lang="fr-FR" altLang="fr-FR" smtClean="0"/>
          </a:p>
          <a:p>
            <a:r>
              <a:rPr lang="fr-FR" altLang="fr-FR" smtClean="0"/>
              <a:t>8-  J’EN AI VU BEAUCOUP CHERCHER DES RÉPONSES SI ÉLOIGNÉES </a:t>
            </a:r>
          </a:p>
          <a:p>
            <a:r>
              <a:rPr lang="fr-FR" altLang="fr-FR" smtClean="0"/>
              <a:t>oh and I've seen many searching for answers far and wide
9-  MAIS JE SAIS, NOUS CHERCHONS DES RÉPONSES QUE</a:t>
            </a:r>
          </a:p>
          <a:p>
            <a:r>
              <a:rPr lang="fr-FR" altLang="fr-FR" smtClean="0"/>
              <a:t>But I know we're all searching for answers   
10-  TOI SEUL PEUX DONNER</a:t>
            </a:r>
          </a:p>
          <a:p>
            <a:r>
              <a:rPr lang="fr-FR" altLang="fr-FR" smtClean="0"/>
              <a:t>Only you can provide 
11-  CAR TU CONNAIS NOS BESOINS AVANT QUE NOUS DISIONS UN MOT </a:t>
            </a:r>
          </a:p>
          <a:p>
            <a:r>
              <a:rPr lang="fr-FR" altLang="fr-FR" smtClean="0"/>
              <a:t>'cause you know just what we need before we say a word</a:t>
            </a:r>
          </a:p>
          <a:p>
            <a:endParaRPr lang="fr-FR" altLang="fr-FR" smtClean="0"/>
          </a:p>
          <a:p>
            <a:r>
              <a:rPr lang="fr-FR" altLang="fr-FR" smtClean="0"/>
              <a:t>	12-  TU ES UN BON, UN BON PÈRE C’EST CE QUE TU ES, C’EST CE QUE TU ES </a:t>
            </a:r>
          </a:p>
          <a:p>
            <a:r>
              <a:rPr lang="fr-FR" altLang="fr-FR" smtClean="0"/>
              <a:t>	You're a good good father It's who you are, It's who you are</a:t>
            </a:r>
          </a:p>
          <a:p>
            <a:r>
              <a:rPr lang="fr-FR" altLang="fr-FR" smtClean="0"/>
              <a:t>	13-  ET JE SUIS AIMÉ DE TOI C’EST CE QUE JE SUIS</a:t>
            </a:r>
          </a:p>
          <a:p>
            <a:r>
              <a:rPr lang="fr-FR" altLang="fr-FR" smtClean="0"/>
              <a:t>	And I'm love by you It's who I am, It's who I am 
	14-  C’EST CE QUE JE SUIS  </a:t>
            </a:r>
          </a:p>
          <a:p>
            <a:r>
              <a:rPr lang="fr-FR" altLang="fr-FR" smtClean="0"/>
              <a:t>	It's who I am</a:t>
            </a:r>
          </a:p>
          <a:p>
            <a:endParaRPr lang="fr-FR" altLang="fr-FR" smtClean="0"/>
          </a:p>
          <a:p>
            <a:r>
              <a:rPr lang="fr-FR" altLang="fr-FR" smtClean="0"/>
              <a:t>	15-  CAR TU ES PARFAIT DANS TOUTES TES VOIES </a:t>
            </a:r>
          </a:p>
          <a:p>
            <a:r>
              <a:rPr lang="fr-FR" altLang="fr-FR" smtClean="0"/>
              <a:t>	Because you are perfect in all of your ways
	16-  TU ES PARFAIT DANS TOUTES TES VOIES </a:t>
            </a:r>
          </a:p>
          <a:p>
            <a:r>
              <a:rPr lang="fr-FR" altLang="fr-FR" smtClean="0"/>
              <a:t>	You are perfect in all of your ways</a:t>
            </a:r>
          </a:p>
          <a:p>
            <a:r>
              <a:rPr lang="fr-FR" altLang="fr-FR" smtClean="0"/>
              <a:t>	17-  PARFAIT EN TOUT CE QUE TU FAIS POUR NOUS </a:t>
            </a:r>
          </a:p>
          <a:p>
            <a:r>
              <a:rPr lang="fr-FR" altLang="fr-FR" smtClean="0"/>
              <a:t>	You are perfect in all of your way to us</a:t>
            </a:r>
          </a:p>
          <a:p>
            <a:endParaRPr lang="fr-FR" altLang="fr-FR" smtClean="0"/>
          </a:p>
          <a:p>
            <a:r>
              <a:rPr lang="fr-FR" altLang="fr-FR" smtClean="0"/>
              <a:t>Pont
18-  CET AMOUR INDÉNIABLE QUE JE NE PEUX EXPLIQUER</a:t>
            </a:r>
          </a:p>
          <a:p>
            <a:r>
              <a:rPr lang="fr-FR" altLang="fr-FR" smtClean="0"/>
              <a:t>Oh it's love soundeniable,………….  
19-  CETTE PAIX INEXPRIMABLE QUE JE NE PEUX IMAGINER</a:t>
            </a:r>
          </a:p>
          <a:p>
            <a:r>
              <a:rPr lang="fr-FR" altLang="fr-FR" smtClean="0"/>
              <a:t>…………..I, I canhardlythink  
20-  TU M’APPELLES TOUJOURS PLUS LOIN  TU M’APPELLES TOUJOURS PLUS LOIN  </a:t>
            </a:r>
          </a:p>
          <a:p>
            <a:r>
              <a:rPr lang="fr-FR" altLang="fr-FR" smtClean="0"/>
              <a:t>as you call me Deeperstill, as you call me Deeperstill, as you call me
21-  TU M’APPELLES TOUJOURS PLUS LOIN  DANS TON GRAND AMOUR </a:t>
            </a:r>
          </a:p>
          <a:p>
            <a:r>
              <a:rPr lang="fr-FR" altLang="fr-FR" smtClean="0"/>
              <a:t>Deeperstill, into love lovelove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J’AI ENTENDU DES MILLIERS D’HISTOIRES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oh and I've seen many searching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SUR CE QU’ILS PENSENT DE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for answers far and wide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MAIS AUSSI LE DOUX MURMURE DE L’AMOUR AU MILIEU DE LA NUIT 
4-  ET TU ME DIS QUE TU ES HEUREUX QUE JE N’SERAI PLUS JAMAIS SEUL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TU ES UN BON, UN BON PÈRE C’EST CE QUE TU ES, C’EST CE QUE TU 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You're a good good father It's who you are, It's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ET JE SUIS AIMÉ DE TOI C’EST CE QUE JE SUIS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And I'm love by you It's who I am, It's who I am 
	7-  C’EST CE QUE JE SUIS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It's who I am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J’EN AI VU BEAUCOUP CHERCHER DES RÉPONSES SI ÉLOIGNÉES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oh and I've seen many searching for answers far and wide
9-  MAIS JE SAIS, NOUS CHERCHONS DES RÉPONSES QUE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I know we're all searching for answers   
10-  TOI SEUL PEUX DONNER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Only you can provide 
11-  CAR TU CONNAIS NOS BESOINS AVANT QUE NOUS DISIONS UN MOT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'cause you know just what we need before we say a word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TU ES UN BON, UN BON PÈRE C’EST CE QUE TU ES, C’EST CE QUE TU 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You're a good good father It's who you are, It's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ET JE SUIS AIMÉ DE TOI C’EST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And I'm love by you It's who I am, It's who I am 
	14-  C’EST CE QUE JE SUIS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It's who I am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CAR TU ES PARFAIT DANS TOUTES TES VOIES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Because you are perfect in all of your ways
	16-  TU ES PARFAIT DANS TOUTES TES VOIES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perfect in all of your ways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PARFAIT EN TOUT CE QUE TU FAIS POUR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perfect in all of your way to 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
18-  CET AMOUR INDÉNIABLE QUE JE NE PEUX EXPLIQUER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Oh it's love soundeniable,………….  
19-  CETTE PAIX INEXPRIMABLE QUE JE NE PEUX IMAGINER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…………..I, I canhardlythink  
20-  TU M’APPELLES TOUJOURS PLUS LOIN  TU M’APPELLES TOUJOURS PLUS LOIN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as you call me Deeperstill, as you call me Deeperstill, as you call me
21-  TU M’APPELLES TOUJOURS PLUS LOIN  DANS TON GRAND AMOUR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Deeperstill, into love lovelove</a:t>
            </a:r>
            <a:endParaRPr lang="fr-FR" dirty="0" smtClean="0"/>
          </a:p>
        </p:txBody>
      </p:sp>
      <p:sp>
        <p:nvSpPr>
          <p:cNvPr id="337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J’AI ENTENDU DES MILLIERS D’HISTOIRES </a:t>
            </a:r>
          </a:p>
          <a:p>
            <a:r>
              <a:rPr lang="fr-FR" altLang="fr-FR" smtClean="0"/>
              <a:t>oh and I've seen many searching</a:t>
            </a:r>
          </a:p>
          <a:p>
            <a:r>
              <a:rPr lang="fr-FR" altLang="fr-FR" smtClean="0"/>
              <a:t>2-  SUR CE QU’ILS PENSENT DE TOI </a:t>
            </a:r>
          </a:p>
          <a:p>
            <a:r>
              <a:rPr lang="fr-FR" altLang="fr-FR" smtClean="0"/>
              <a:t>for answers far and wide</a:t>
            </a:r>
          </a:p>
          <a:p>
            <a:r>
              <a:rPr lang="fr-FR" altLang="fr-FR" smtClean="0"/>
              <a:t>3-  MAIS AUSSI LE DOUX MURMURE DE L’AMOUR AU MILIEU DE LA NUIT 
4-  ET TU ME DIS QUE TU ES HEUREUX QUE JE N’SERAI PLUS JAMAIS SEUL </a:t>
            </a:r>
          </a:p>
          <a:p>
            <a:endParaRPr lang="fr-FR" altLang="fr-FR" smtClean="0"/>
          </a:p>
          <a:p>
            <a:r>
              <a:rPr lang="fr-FR" altLang="fr-FR" smtClean="0"/>
              <a:t>	5-  TU ES UN BON, UN BON PÈRE C’EST CE QUE TU ES, C’EST CE QUE TU ES </a:t>
            </a:r>
          </a:p>
          <a:p>
            <a:r>
              <a:rPr lang="fr-FR" altLang="fr-FR" smtClean="0"/>
              <a:t>	You're a good good father It's who you are, It's who you are</a:t>
            </a:r>
          </a:p>
          <a:p>
            <a:r>
              <a:rPr lang="fr-FR" altLang="fr-FR" smtClean="0"/>
              <a:t>	6-  ET JE SUIS AIMÉ DE TOI C’EST CE QUE JE SUIS </a:t>
            </a:r>
          </a:p>
          <a:p>
            <a:r>
              <a:rPr lang="fr-FR" altLang="fr-FR" smtClean="0"/>
              <a:t>	And I'm love by you It's who I am, It's who I am 
	7-  C’EST CE QUE JE SUIS  </a:t>
            </a:r>
          </a:p>
          <a:p>
            <a:r>
              <a:rPr lang="fr-FR" altLang="fr-FR" smtClean="0"/>
              <a:t>	It's who I am</a:t>
            </a:r>
          </a:p>
          <a:p>
            <a:endParaRPr lang="fr-FR" altLang="fr-FR" smtClean="0"/>
          </a:p>
          <a:p>
            <a:r>
              <a:rPr lang="fr-FR" altLang="fr-FR" smtClean="0"/>
              <a:t>8-  J’EN AI VU BEAUCOUP CHERCHER DES RÉPONSES SI ÉLOIGNÉES </a:t>
            </a:r>
          </a:p>
          <a:p>
            <a:r>
              <a:rPr lang="fr-FR" altLang="fr-FR" smtClean="0"/>
              <a:t>oh and I've seen many searching for answers far and wide
9-  MAIS JE SAIS, NOUS CHERCHONS DES RÉPONSES QUE</a:t>
            </a:r>
          </a:p>
          <a:p>
            <a:r>
              <a:rPr lang="fr-FR" altLang="fr-FR" smtClean="0"/>
              <a:t>But I know we're all searching for answers   
10-  TOI SEUL PEUX DONNER</a:t>
            </a:r>
          </a:p>
          <a:p>
            <a:r>
              <a:rPr lang="fr-FR" altLang="fr-FR" smtClean="0"/>
              <a:t>Only you can provide 
11-  CAR TU CONNAIS NOS BESOINS AVANT QUE NOUS DISIONS UN MOT </a:t>
            </a:r>
          </a:p>
          <a:p>
            <a:r>
              <a:rPr lang="fr-FR" altLang="fr-FR" smtClean="0"/>
              <a:t>'cause you know just what we need before we say a word</a:t>
            </a:r>
          </a:p>
          <a:p>
            <a:endParaRPr lang="fr-FR" altLang="fr-FR" smtClean="0"/>
          </a:p>
          <a:p>
            <a:r>
              <a:rPr lang="fr-FR" altLang="fr-FR" smtClean="0"/>
              <a:t>	12-  TU ES UN BON, UN BON PÈRE C’EST CE QUE TU ES, C’EST CE QUE TU ES </a:t>
            </a:r>
          </a:p>
          <a:p>
            <a:r>
              <a:rPr lang="fr-FR" altLang="fr-FR" smtClean="0"/>
              <a:t>	You're a good good father It's who you are, It's who you are</a:t>
            </a:r>
          </a:p>
          <a:p>
            <a:r>
              <a:rPr lang="fr-FR" altLang="fr-FR" smtClean="0"/>
              <a:t>	13-  ET JE SUIS AIMÉ DE TOI C’EST CE QUE JE SUIS</a:t>
            </a:r>
          </a:p>
          <a:p>
            <a:r>
              <a:rPr lang="fr-FR" altLang="fr-FR" smtClean="0"/>
              <a:t>	And I'm love by you It's who I am, It's who I am 
	14-  C’EST CE QUE JE SUIS  </a:t>
            </a:r>
          </a:p>
          <a:p>
            <a:r>
              <a:rPr lang="fr-FR" altLang="fr-FR" smtClean="0"/>
              <a:t>	It's who I am</a:t>
            </a:r>
          </a:p>
          <a:p>
            <a:endParaRPr lang="fr-FR" altLang="fr-FR" smtClean="0"/>
          </a:p>
          <a:p>
            <a:r>
              <a:rPr lang="fr-FR" altLang="fr-FR" smtClean="0"/>
              <a:t>	15-  CAR TU ES PARFAIT DANS TOUTES TES VOIES </a:t>
            </a:r>
          </a:p>
          <a:p>
            <a:r>
              <a:rPr lang="fr-FR" altLang="fr-FR" smtClean="0"/>
              <a:t>	Because you are perfect in all of your ways
	16-  TU ES PARFAIT DANS TOUTES TES VOIES </a:t>
            </a:r>
          </a:p>
          <a:p>
            <a:r>
              <a:rPr lang="fr-FR" altLang="fr-FR" smtClean="0"/>
              <a:t>	You are perfect in all of your ways</a:t>
            </a:r>
          </a:p>
          <a:p>
            <a:r>
              <a:rPr lang="fr-FR" altLang="fr-FR" smtClean="0"/>
              <a:t>	17-  PARFAIT EN TOUT CE QUE TU FAIS POUR NOUS </a:t>
            </a:r>
          </a:p>
          <a:p>
            <a:r>
              <a:rPr lang="fr-FR" altLang="fr-FR" smtClean="0"/>
              <a:t>	You are perfect in all of your way to us</a:t>
            </a:r>
          </a:p>
          <a:p>
            <a:endParaRPr lang="fr-FR" altLang="fr-FR" smtClean="0"/>
          </a:p>
          <a:p>
            <a:r>
              <a:rPr lang="fr-FR" altLang="fr-FR" smtClean="0"/>
              <a:t>Pont
18-  CET AMOUR INDÉNIABLE QUE JE NE PEUX EXPLIQUER</a:t>
            </a:r>
          </a:p>
          <a:p>
            <a:r>
              <a:rPr lang="fr-FR" altLang="fr-FR" smtClean="0"/>
              <a:t>Oh it's love soundeniable,………….  
19-  CETTE PAIX INEXPRIMABLE QUE JE NE PEUX IMAGINER</a:t>
            </a:r>
          </a:p>
          <a:p>
            <a:r>
              <a:rPr lang="fr-FR" altLang="fr-FR" smtClean="0"/>
              <a:t>…………..I, I canhardlythink  
20-  TU M’APPELLES TOUJOURS PLUS LOIN  TU M’APPELLES TOUJOURS PLUS LOIN  </a:t>
            </a:r>
          </a:p>
          <a:p>
            <a:r>
              <a:rPr lang="fr-FR" altLang="fr-FR" smtClean="0"/>
              <a:t>as you call me Deeperstill, as you call me Deeperstill, as you call me
21-  TU M’APPELLES TOUJOURS PLUS LOIN  DANS TON GRAND AMOUR </a:t>
            </a:r>
          </a:p>
          <a:p>
            <a:r>
              <a:rPr lang="fr-FR" altLang="fr-FR" smtClean="0"/>
              <a:t>Deeperstill, into love lovelove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J’AI ENTENDU DES MILLIERS D’HISTOIRES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oh and I've seen many searching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SUR CE QU’ILS PENSENT DE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for answers far and wide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MAIS AUSSI LE DOUX MURMURE DE L’AMOUR AU MILIEU DE LA NUIT 
4-  ET TU ME DIS QUE TU ES HEUREUX QUE JE N’SERAI PLUS JAMAIS SEUL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TU ES UN BON, UN BON PÈRE C’EST CE QUE TU ES, C’EST CE QUE TU 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You're a good good father It's who you are, It's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ET JE SUIS AIMÉ DE TOI C’EST CE QUE JE SUIS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And I'm love by you It's who I am, It's who I am 
	7-  C’EST CE QUE JE SUIS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It's who I am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J’EN AI VU BEAUCOUP CHERCHER DES RÉPONSES SI ÉLOIGNÉES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oh and I've seen many searching for answers far and wide
9-  MAIS JE SAIS, NOUS CHERCHONS DES RÉPONSES QUE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I know we're all searching for answers   
10-  TOI SEUL PEUX DONNER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Only you can provide 
11-  CAR TU CONNAIS NOS BESOINS AVANT QUE NOUS DISIONS UN MOT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'cause you know just what we need before we say a word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TU ES UN BON, UN BON PÈRE C’EST CE QUE TU ES, C’EST CE QUE TU 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You're a good good father It's who you are, It's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ET JE SUIS AIMÉ DE TOI C’EST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And I'm love by you It's who I am, It's who I am 
	14-  C’EST CE QUE JE SUIS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It's who I am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CAR TU ES PARFAIT DANS TOUTES TES VOIES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Because you are perfect in all of your ways
	16-  TU ES PARFAIT DANS TOUTES TES VOIES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perfect in all of your ways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PARFAIT EN TOUT CE QUE TU FAIS POUR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perfect in all of your way to 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
18-  CET AMOUR INDÉNIABLE QUE JE NE PEUX EXPLIQUER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Oh it's love soundeniable,………….  
19-  CETTE PAIX INEXPRIMABLE QUE JE NE PEUX IMAGINER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…………..I, I canhardlythink  
20-  TU M’APPELLES TOUJOURS PLUS LOIN  TU M’APPELLES TOUJOURS PLUS LOIN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as you call me Deeperstill, as you call me Deeperstill, as you call me
21-  TU M’APPELLES TOUJOURS PLUS LOIN  DANS TON GRAND AMOUR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Deeperstill, into love lovelove</a:t>
            </a:r>
            <a:endParaRPr lang="fr-FR" dirty="0" smtClean="0"/>
          </a:p>
        </p:txBody>
      </p:sp>
      <p:sp>
        <p:nvSpPr>
          <p:cNvPr id="348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J’AI ENTENDU DES MILLIERS D’HISTOIRES </a:t>
            </a:r>
          </a:p>
          <a:p>
            <a:r>
              <a:rPr lang="fr-FR" altLang="fr-FR" smtClean="0"/>
              <a:t>oh and I've seen many searching</a:t>
            </a:r>
          </a:p>
          <a:p>
            <a:r>
              <a:rPr lang="fr-FR" altLang="fr-FR" smtClean="0"/>
              <a:t>2-  SUR CE QU’ILS PENSENT DE TOI </a:t>
            </a:r>
          </a:p>
          <a:p>
            <a:r>
              <a:rPr lang="fr-FR" altLang="fr-FR" smtClean="0"/>
              <a:t>for answers far and wide</a:t>
            </a:r>
          </a:p>
          <a:p>
            <a:r>
              <a:rPr lang="fr-FR" altLang="fr-FR" smtClean="0"/>
              <a:t>3-  MAIS AUSSI LE DOUX MURMURE DE L’AMOUR AU MILIEU DE LA NUIT 
4-  ET TU ME DIS QUE TU ES HEUREUX QUE JE N’SERAI PLUS JAMAIS SEUL </a:t>
            </a:r>
          </a:p>
          <a:p>
            <a:endParaRPr lang="fr-FR" altLang="fr-FR" smtClean="0"/>
          </a:p>
          <a:p>
            <a:r>
              <a:rPr lang="fr-FR" altLang="fr-FR" smtClean="0"/>
              <a:t>	5-  TU ES UN BON, UN BON PÈRE C’EST CE QUE TU ES, C’EST CE QUE TU ES </a:t>
            </a:r>
          </a:p>
          <a:p>
            <a:r>
              <a:rPr lang="fr-FR" altLang="fr-FR" smtClean="0"/>
              <a:t>	You're a good good father It's who you are, It's who you are</a:t>
            </a:r>
          </a:p>
          <a:p>
            <a:r>
              <a:rPr lang="fr-FR" altLang="fr-FR" smtClean="0"/>
              <a:t>	6-  ET JE SUIS AIMÉ DE TOI C’EST CE QUE JE SUIS </a:t>
            </a:r>
          </a:p>
          <a:p>
            <a:r>
              <a:rPr lang="fr-FR" altLang="fr-FR" smtClean="0"/>
              <a:t>	And I'm love by you It's who I am, It's who I am 
	7-  C’EST CE QUE JE SUIS  </a:t>
            </a:r>
          </a:p>
          <a:p>
            <a:r>
              <a:rPr lang="fr-FR" altLang="fr-FR" smtClean="0"/>
              <a:t>	It's who I am</a:t>
            </a:r>
          </a:p>
          <a:p>
            <a:endParaRPr lang="fr-FR" altLang="fr-FR" smtClean="0"/>
          </a:p>
          <a:p>
            <a:r>
              <a:rPr lang="fr-FR" altLang="fr-FR" smtClean="0"/>
              <a:t>8-  J’EN AI VU BEAUCOUP CHERCHER DES RÉPONSES SI ÉLOIGNÉES </a:t>
            </a:r>
          </a:p>
          <a:p>
            <a:r>
              <a:rPr lang="fr-FR" altLang="fr-FR" smtClean="0"/>
              <a:t>oh and I've seen many searching for answers far and wide
9-  MAIS JE SAIS, NOUS CHERCHONS DES RÉPONSES QUE</a:t>
            </a:r>
          </a:p>
          <a:p>
            <a:r>
              <a:rPr lang="fr-FR" altLang="fr-FR" smtClean="0"/>
              <a:t>But I know we're all searching for answers   
10-  TOI SEUL PEUX DONNER</a:t>
            </a:r>
          </a:p>
          <a:p>
            <a:r>
              <a:rPr lang="fr-FR" altLang="fr-FR" smtClean="0"/>
              <a:t>Only you can provide 
11-  CAR TU CONNAIS NOS BESOINS AVANT QUE NOUS DISIONS UN MOT </a:t>
            </a:r>
          </a:p>
          <a:p>
            <a:r>
              <a:rPr lang="fr-FR" altLang="fr-FR" smtClean="0"/>
              <a:t>'cause you know just what we need before we say a word</a:t>
            </a:r>
          </a:p>
          <a:p>
            <a:endParaRPr lang="fr-FR" altLang="fr-FR" smtClean="0"/>
          </a:p>
          <a:p>
            <a:r>
              <a:rPr lang="fr-FR" altLang="fr-FR" smtClean="0"/>
              <a:t>	12-  TU ES UN BON, UN BON PÈRE C’EST CE QUE TU ES, C’EST CE QUE TU ES </a:t>
            </a:r>
          </a:p>
          <a:p>
            <a:r>
              <a:rPr lang="fr-FR" altLang="fr-FR" smtClean="0"/>
              <a:t>	You're a good good father It's who you are, It's who you are</a:t>
            </a:r>
          </a:p>
          <a:p>
            <a:r>
              <a:rPr lang="fr-FR" altLang="fr-FR" smtClean="0"/>
              <a:t>	13-  ET JE SUIS AIMÉ DE TOI C’EST CE QUE JE SUIS</a:t>
            </a:r>
          </a:p>
          <a:p>
            <a:r>
              <a:rPr lang="fr-FR" altLang="fr-FR" smtClean="0"/>
              <a:t>	And I'm love by you It's who I am, It's who I am 
	14-  C’EST CE QUE JE SUIS  </a:t>
            </a:r>
          </a:p>
          <a:p>
            <a:r>
              <a:rPr lang="fr-FR" altLang="fr-FR" smtClean="0"/>
              <a:t>	It's who I am</a:t>
            </a:r>
          </a:p>
          <a:p>
            <a:endParaRPr lang="fr-FR" altLang="fr-FR" smtClean="0"/>
          </a:p>
          <a:p>
            <a:r>
              <a:rPr lang="fr-FR" altLang="fr-FR" smtClean="0"/>
              <a:t>	15-  CAR TU ES PARFAIT DANS TOUTES TES VOIES </a:t>
            </a:r>
          </a:p>
          <a:p>
            <a:r>
              <a:rPr lang="fr-FR" altLang="fr-FR" smtClean="0"/>
              <a:t>	Because you are perfect in all of your ways
	16-  TU ES PARFAIT DANS TOUTES TES VOIES </a:t>
            </a:r>
          </a:p>
          <a:p>
            <a:r>
              <a:rPr lang="fr-FR" altLang="fr-FR" smtClean="0"/>
              <a:t>	You are perfect in all of your ways</a:t>
            </a:r>
          </a:p>
          <a:p>
            <a:r>
              <a:rPr lang="fr-FR" altLang="fr-FR" smtClean="0"/>
              <a:t>	17-  PARFAIT EN TOUT CE QUE TU FAIS POUR NOUS </a:t>
            </a:r>
          </a:p>
          <a:p>
            <a:r>
              <a:rPr lang="fr-FR" altLang="fr-FR" smtClean="0"/>
              <a:t>	You are perfect in all of your way to us</a:t>
            </a:r>
          </a:p>
          <a:p>
            <a:endParaRPr lang="fr-FR" altLang="fr-FR" smtClean="0"/>
          </a:p>
          <a:p>
            <a:r>
              <a:rPr lang="fr-FR" altLang="fr-FR" smtClean="0"/>
              <a:t>Pont
18-  CET AMOUR INDÉNIABLE QUE JE NE PEUX EXPLIQUER</a:t>
            </a:r>
          </a:p>
          <a:p>
            <a:r>
              <a:rPr lang="fr-FR" altLang="fr-FR" smtClean="0"/>
              <a:t>Oh it's love soundeniable,………….  
19-  CETTE PAIX INEXPRIMABLE QUE JE NE PEUX IMAGINER</a:t>
            </a:r>
          </a:p>
          <a:p>
            <a:r>
              <a:rPr lang="fr-FR" altLang="fr-FR" smtClean="0"/>
              <a:t>…………..I, I canhardlythink  
20-  TU M’APPELLES TOUJOURS PLUS LOIN  TU M’APPELLES TOUJOURS PLUS LOIN  </a:t>
            </a:r>
          </a:p>
          <a:p>
            <a:r>
              <a:rPr lang="fr-FR" altLang="fr-FR" smtClean="0"/>
              <a:t>as you call me Deeperstill, as you call me Deeperstill, as you call me
21-  TU M’APPELLES TOUJOURS PLUS LOIN  DANS TON GRAND AMOUR </a:t>
            </a:r>
          </a:p>
          <a:p>
            <a:r>
              <a:rPr lang="fr-FR" altLang="fr-FR" smtClean="0"/>
              <a:t>Deeperstill, into love lovelove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J’AI ENTENDU DES MILLIERS D’HISTOIRES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oh and I've seen many searching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SUR CE QU’ILS PENSENT DE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for answers far and wide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MAIS AUSSI LE DOUX MURMURE DE L’AMOUR AU MILIEU DE LA NUIT 
4-  ET TU ME DIS QUE TU ES HEUREUX QUE JE N’SERAI PLUS JAMAIS SEUL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TU ES UN BON, UN BON PÈRE C’EST CE QUE TU ES, C’EST CE QUE TU 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You're a good good father It's who you are, It's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ET JE SUIS AIMÉ DE TOI C’EST CE QUE JE SUIS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And I'm love by you It's who I am, It's who I am 
	7-  C’EST CE QUE JE SUIS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It's who I am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J’EN AI VU BEAUCOUP CHERCHER DES RÉPONSES SI ÉLOIGNÉES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oh and I've seen many searching for answers far and wide
9-  MAIS JE SAIS, NOUS CHERCHONS DES RÉPONSES QUE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I know we're all searching for answers   
10-  TOI SEUL PEUX DONNER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Only you can provide 
11-  CAR TU CONNAIS NOS BESOINS AVANT QUE NOUS DISIONS UN MOT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'cause you know just what we need before we say a word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TU ES UN BON, UN BON PÈRE C’EST CE QUE TU ES, C’EST CE QUE TU 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You're a good good father It's who you are, It's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ET JE SUIS AIMÉ DE TOI C’EST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And I'm love by you It's who I am, It's who I am 
	14-  C’EST CE QUE JE SUIS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It's who I am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CAR TU ES PARFAIT DANS TOUTES TES VOIES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Because you are perfect in all of your ways
	16-  TU ES PARFAIT DANS TOUTES TES VOIES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perfect in all of your ways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PARFAIT EN TOUT CE QUE TU FAIS POUR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perfect in all of your way to 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
18-  CET AMOUR INDÉNIABLE QUE JE NE PEUX EXPLIQUER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Oh it's love soundeniable,………….  
19-  CETTE PAIX INEXPRIMABLE QUE JE NE PEUX IMAGINER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…………..I, I canhardlythink  
20-  TU M’APPELLES TOUJOURS PLUS LOIN  TU M’APPELLES TOUJOURS PLUS LOIN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as you call me Deeperstill, as you call me Deeperstill, as you call me
21-  TU M’APPELLES TOUJOURS PLUS LOIN  DANS TON GRAND AMOUR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Deeperstill, into love lovelove</a:t>
            </a:r>
            <a:endParaRPr lang="fr-FR" dirty="0" smtClean="0"/>
          </a:p>
        </p:txBody>
      </p:sp>
      <p:sp>
        <p:nvSpPr>
          <p:cNvPr id="358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J’AI ENTENDU DES MILLIERS D’HISTOIRES </a:t>
            </a:r>
          </a:p>
          <a:p>
            <a:r>
              <a:rPr lang="fr-FR" altLang="fr-FR" smtClean="0"/>
              <a:t>oh and I've seen many searching</a:t>
            </a:r>
          </a:p>
          <a:p>
            <a:r>
              <a:rPr lang="fr-FR" altLang="fr-FR" smtClean="0"/>
              <a:t>2-  SUR CE QU’ILS PENSENT DE TOI </a:t>
            </a:r>
          </a:p>
          <a:p>
            <a:r>
              <a:rPr lang="fr-FR" altLang="fr-FR" smtClean="0"/>
              <a:t>for answers far and wide</a:t>
            </a:r>
          </a:p>
          <a:p>
            <a:r>
              <a:rPr lang="fr-FR" altLang="fr-FR" smtClean="0"/>
              <a:t>3-  MAIS AUSSI LE DOUX MURMURE DE L’AMOUR AU MILIEU DE LA NUIT 
4-  ET TU ME DIS QUE TU ES HEUREUX QUE JE N’SERAI PLUS JAMAIS SEUL </a:t>
            </a:r>
          </a:p>
          <a:p>
            <a:endParaRPr lang="fr-FR" altLang="fr-FR" smtClean="0"/>
          </a:p>
          <a:p>
            <a:r>
              <a:rPr lang="fr-FR" altLang="fr-FR" smtClean="0"/>
              <a:t>	5-  TU ES UN BON, UN BON PÈRE C’EST CE QUE TU ES, C’EST CE QUE TU ES </a:t>
            </a:r>
          </a:p>
          <a:p>
            <a:r>
              <a:rPr lang="fr-FR" altLang="fr-FR" smtClean="0"/>
              <a:t>	You're a good good father It's who you are, It's who you are</a:t>
            </a:r>
          </a:p>
          <a:p>
            <a:r>
              <a:rPr lang="fr-FR" altLang="fr-FR" smtClean="0"/>
              <a:t>	6-  ET JE SUIS AIMÉ DE TOI C’EST CE QUE JE SUIS </a:t>
            </a:r>
          </a:p>
          <a:p>
            <a:r>
              <a:rPr lang="fr-FR" altLang="fr-FR" smtClean="0"/>
              <a:t>	And I'm love by you It's who I am, It's who I am 
	7-  C’EST CE QUE JE SUIS  </a:t>
            </a:r>
          </a:p>
          <a:p>
            <a:r>
              <a:rPr lang="fr-FR" altLang="fr-FR" smtClean="0"/>
              <a:t>	It's who I am</a:t>
            </a:r>
          </a:p>
          <a:p>
            <a:endParaRPr lang="fr-FR" altLang="fr-FR" smtClean="0"/>
          </a:p>
          <a:p>
            <a:r>
              <a:rPr lang="fr-FR" altLang="fr-FR" smtClean="0"/>
              <a:t>8-  J’EN AI VU BEAUCOUP CHERCHER DES RÉPONSES SI ÉLOIGNÉES </a:t>
            </a:r>
          </a:p>
          <a:p>
            <a:r>
              <a:rPr lang="fr-FR" altLang="fr-FR" smtClean="0"/>
              <a:t>oh and I've seen many searching for answers far and wide
9-  MAIS JE SAIS, NOUS CHERCHONS DES RÉPONSES QUE</a:t>
            </a:r>
          </a:p>
          <a:p>
            <a:r>
              <a:rPr lang="fr-FR" altLang="fr-FR" smtClean="0"/>
              <a:t>But I know we're all searching for answers   
10-  TOI SEUL PEUX DONNER</a:t>
            </a:r>
          </a:p>
          <a:p>
            <a:r>
              <a:rPr lang="fr-FR" altLang="fr-FR" smtClean="0"/>
              <a:t>Only you can provide 
11-  CAR TU CONNAIS NOS BESOINS AVANT QUE NOUS DISIONS UN MOT </a:t>
            </a:r>
          </a:p>
          <a:p>
            <a:r>
              <a:rPr lang="fr-FR" altLang="fr-FR" smtClean="0"/>
              <a:t>'cause you know just what we need before we say a word</a:t>
            </a:r>
          </a:p>
          <a:p>
            <a:endParaRPr lang="fr-FR" altLang="fr-FR" smtClean="0"/>
          </a:p>
          <a:p>
            <a:r>
              <a:rPr lang="fr-FR" altLang="fr-FR" smtClean="0"/>
              <a:t>	12-  TU ES UN BON, UN BON PÈRE C’EST CE QUE TU ES, C’EST CE QUE TU ES </a:t>
            </a:r>
          </a:p>
          <a:p>
            <a:r>
              <a:rPr lang="fr-FR" altLang="fr-FR" smtClean="0"/>
              <a:t>	You're a good good father It's who you are, It's who you are</a:t>
            </a:r>
          </a:p>
          <a:p>
            <a:r>
              <a:rPr lang="fr-FR" altLang="fr-FR" smtClean="0"/>
              <a:t>	13-  ET JE SUIS AIMÉ DE TOI C’EST CE QUE JE SUIS</a:t>
            </a:r>
          </a:p>
          <a:p>
            <a:r>
              <a:rPr lang="fr-FR" altLang="fr-FR" smtClean="0"/>
              <a:t>	And I'm love by you It's who I am, It's who I am 
	14-  C’EST CE QUE JE SUIS  </a:t>
            </a:r>
          </a:p>
          <a:p>
            <a:r>
              <a:rPr lang="fr-FR" altLang="fr-FR" smtClean="0"/>
              <a:t>	It's who I am</a:t>
            </a:r>
          </a:p>
          <a:p>
            <a:endParaRPr lang="fr-FR" altLang="fr-FR" smtClean="0"/>
          </a:p>
          <a:p>
            <a:r>
              <a:rPr lang="fr-FR" altLang="fr-FR" smtClean="0"/>
              <a:t>	15-  CAR TU ES PARFAIT DANS TOUTES TES VOIES </a:t>
            </a:r>
          </a:p>
          <a:p>
            <a:r>
              <a:rPr lang="fr-FR" altLang="fr-FR" smtClean="0"/>
              <a:t>	Because you are perfect in all of your ways
	16-  TU ES PARFAIT DANS TOUTES TES VOIES </a:t>
            </a:r>
          </a:p>
          <a:p>
            <a:r>
              <a:rPr lang="fr-FR" altLang="fr-FR" smtClean="0"/>
              <a:t>	You are perfect in all of your ways</a:t>
            </a:r>
          </a:p>
          <a:p>
            <a:r>
              <a:rPr lang="fr-FR" altLang="fr-FR" smtClean="0"/>
              <a:t>	17-  PARFAIT EN TOUT CE QUE TU FAIS POUR NOUS </a:t>
            </a:r>
          </a:p>
          <a:p>
            <a:r>
              <a:rPr lang="fr-FR" altLang="fr-FR" smtClean="0"/>
              <a:t>	You are perfect in all of your way to us</a:t>
            </a:r>
          </a:p>
          <a:p>
            <a:endParaRPr lang="fr-FR" altLang="fr-FR" smtClean="0"/>
          </a:p>
          <a:p>
            <a:r>
              <a:rPr lang="fr-FR" altLang="fr-FR" smtClean="0"/>
              <a:t>Pont
18-  CET AMOUR INDÉNIABLE QUE JE NE PEUX EXPLIQUER</a:t>
            </a:r>
          </a:p>
          <a:p>
            <a:r>
              <a:rPr lang="fr-FR" altLang="fr-FR" smtClean="0"/>
              <a:t>Oh it's love soundeniable,………….  
19-  CETTE PAIX INEXPRIMABLE QUE JE NE PEUX IMAGINER</a:t>
            </a:r>
          </a:p>
          <a:p>
            <a:r>
              <a:rPr lang="fr-FR" altLang="fr-FR" smtClean="0"/>
              <a:t>…………..I, I canhardlythink  
20-  TU M’APPELLES TOUJOURS PLUS LOIN  TU M’APPELLES TOUJOURS PLUS LOIN  </a:t>
            </a:r>
          </a:p>
          <a:p>
            <a:r>
              <a:rPr lang="fr-FR" altLang="fr-FR" smtClean="0"/>
              <a:t>as you call me Deeperstill, as you call me Deeperstill, as you call me
21-  TU M’APPELLES TOUJOURS PLUS LOIN  DANS TON GRAND AMOUR </a:t>
            </a:r>
          </a:p>
          <a:p>
            <a:r>
              <a:rPr lang="fr-FR" altLang="fr-FR" smtClean="0"/>
              <a:t>Deeperstill, into love lovelove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J’AI ENTENDU DES MILLIERS D’HISTOIRES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oh and I've seen many searching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SUR CE QU’ILS PENSENT DE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for answers far and wide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MAIS AUSSI LE DOUX MURMURE DE L’AMOUR AU MILIEU DE LA NUIT 
4-  ET TU ME DIS QUE TU ES HEUREUX QUE JE N’SERAI PLUS JAMAIS SEUL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TU ES UN BON, UN BON PÈRE C’EST CE QUE TU ES, C’EST CE QUE TU 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You're a good good father It's who you are, It's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ET JE SUIS AIMÉ DE TOI C’EST CE QUE JE SUIS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And I'm love by you It's who I am, It's who I am 
	7-  C’EST CE QUE JE SUIS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It's who I am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J’EN AI VU BEAUCOUP CHERCHER DES RÉPONSES SI ÉLOIGNÉES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oh and I've seen many searching for answers far and wide
9-  MAIS JE SAIS, NOUS CHERCHONS DES RÉPONSES QUE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I know we're all searching for answers   
10-  TOI SEUL PEUX DONNER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Only you can provide 
11-  CAR TU CONNAIS NOS BESOINS AVANT QUE NOUS DISIONS UN MOT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'cause you know just what we need before we say a word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TU ES UN BON, UN BON PÈRE C’EST CE QUE TU ES, C’EST CE QUE TU 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You're a good good father It's who you are, It's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ET JE SUIS AIMÉ DE TOI C’EST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And I'm love by you It's who I am, It's who I am 
	14-  C’EST CE QUE JE SUIS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It's who I am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CAR TU ES PARFAIT DANS TOUTES TES VOIES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Because you are perfect in all of your ways
	16-  TU ES PARFAIT DANS TOUTES TES VOIES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perfect in all of your ways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PARFAIT EN TOUT CE QUE TU FAIS POUR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perfect in all of your way to 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
18-  CET AMOUR INDÉNIABLE QUE JE NE PEUX EXPLIQUER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Oh it's love soundeniable,………….  
19-  CETTE PAIX INEXPRIMABLE QUE JE NE PEUX IMAGINER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…………..I, I canhardlythink  
20-  TU M’APPELLES TOUJOURS PLUS LOIN  TU M’APPELLES TOUJOURS PLUS LOIN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as you call me Deeperstill, as you call me Deeperstill, as you call me
21-  TU M’APPELLES TOUJOURS PLUS LOIN  DANS TON GRAND AMOUR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Deeperstill, into love lovelove</a:t>
            </a:r>
            <a:endParaRPr lang="fr-FR" dirty="0" smtClean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J’AI ENTENDU DES MILLIERS D’HISTOIRES </a:t>
            </a:r>
          </a:p>
          <a:p>
            <a:r>
              <a:rPr lang="fr-FR" altLang="fr-FR" smtClean="0"/>
              <a:t>oh and I've seen many searching</a:t>
            </a:r>
          </a:p>
          <a:p>
            <a:r>
              <a:rPr lang="fr-FR" altLang="fr-FR" smtClean="0"/>
              <a:t>2-  SUR CE QU’ILS PENSENT DE TOI </a:t>
            </a:r>
          </a:p>
          <a:p>
            <a:r>
              <a:rPr lang="fr-FR" altLang="fr-FR" smtClean="0"/>
              <a:t>for answers far and wide</a:t>
            </a:r>
          </a:p>
          <a:p>
            <a:r>
              <a:rPr lang="fr-FR" altLang="fr-FR" smtClean="0"/>
              <a:t>3-  MAIS AUSSI LE DOUX MURMURE DE L’AMOUR AU MILIEU DE LA NUIT 
4-  ET TU ME DIS QUE TU ES HEUREUX QUE JE N’SERAI PLUS JAMAIS SEUL </a:t>
            </a:r>
          </a:p>
          <a:p>
            <a:endParaRPr lang="fr-FR" altLang="fr-FR" smtClean="0"/>
          </a:p>
          <a:p>
            <a:r>
              <a:rPr lang="fr-FR" altLang="fr-FR" smtClean="0"/>
              <a:t>	5-  TU ES UN BON, UN BON PÈRE C’EST CE QUE TU ES, C’EST CE QUE TU ES </a:t>
            </a:r>
          </a:p>
          <a:p>
            <a:r>
              <a:rPr lang="fr-FR" altLang="fr-FR" smtClean="0"/>
              <a:t>	You're a good good father It's who you are, It's who you are</a:t>
            </a:r>
          </a:p>
          <a:p>
            <a:r>
              <a:rPr lang="fr-FR" altLang="fr-FR" smtClean="0"/>
              <a:t>	6-  ET JE SUIS AIMÉ DE TOI C’EST CE QUE JE SUIS </a:t>
            </a:r>
          </a:p>
          <a:p>
            <a:r>
              <a:rPr lang="fr-FR" altLang="fr-FR" smtClean="0"/>
              <a:t>	And I'm love by you It's who I am, It's who I am 
	7-  C’EST CE QUE JE SUIS  </a:t>
            </a:r>
          </a:p>
          <a:p>
            <a:r>
              <a:rPr lang="fr-FR" altLang="fr-FR" smtClean="0"/>
              <a:t>	It's who I am</a:t>
            </a:r>
          </a:p>
          <a:p>
            <a:endParaRPr lang="fr-FR" altLang="fr-FR" smtClean="0"/>
          </a:p>
          <a:p>
            <a:r>
              <a:rPr lang="fr-FR" altLang="fr-FR" smtClean="0"/>
              <a:t>8-  J’EN AI VU BEAUCOUP CHERCHER DES RÉPONSES SI ÉLOIGNÉES </a:t>
            </a:r>
          </a:p>
          <a:p>
            <a:r>
              <a:rPr lang="fr-FR" altLang="fr-FR" smtClean="0"/>
              <a:t>oh and I've seen many searching for answers far and wide
9-  MAIS JE SAIS, NOUS CHERCHONS DES RÉPONSES QUE</a:t>
            </a:r>
          </a:p>
          <a:p>
            <a:r>
              <a:rPr lang="fr-FR" altLang="fr-FR" smtClean="0"/>
              <a:t>But I know we're all searching for answers   
10-  TOI SEUL PEUX DONNER</a:t>
            </a:r>
          </a:p>
          <a:p>
            <a:r>
              <a:rPr lang="fr-FR" altLang="fr-FR" smtClean="0"/>
              <a:t>Only you can provide 
11-  CAR TU CONNAIS NOS BESOINS AVANT QUE NOUS DISIONS UN MOT </a:t>
            </a:r>
          </a:p>
          <a:p>
            <a:r>
              <a:rPr lang="fr-FR" altLang="fr-FR" smtClean="0"/>
              <a:t>'cause you know just what we need before we say a word</a:t>
            </a:r>
          </a:p>
          <a:p>
            <a:endParaRPr lang="fr-FR" altLang="fr-FR" smtClean="0"/>
          </a:p>
          <a:p>
            <a:r>
              <a:rPr lang="fr-FR" altLang="fr-FR" smtClean="0"/>
              <a:t>	12-  TU ES UN BON, UN BON PÈRE C’EST CE QUE TU ES, C’EST CE QUE TU ES </a:t>
            </a:r>
          </a:p>
          <a:p>
            <a:r>
              <a:rPr lang="fr-FR" altLang="fr-FR" smtClean="0"/>
              <a:t>	You're a good good father It's who you are, It's who you are</a:t>
            </a:r>
          </a:p>
          <a:p>
            <a:r>
              <a:rPr lang="fr-FR" altLang="fr-FR" smtClean="0"/>
              <a:t>	13-  ET JE SUIS AIMÉ DE TOI C’EST CE QUE JE SUIS</a:t>
            </a:r>
          </a:p>
          <a:p>
            <a:r>
              <a:rPr lang="fr-FR" altLang="fr-FR" smtClean="0"/>
              <a:t>	And I'm love by you It's who I am, It's who I am 
	14-  C’EST CE QUE JE SUIS  </a:t>
            </a:r>
          </a:p>
          <a:p>
            <a:r>
              <a:rPr lang="fr-FR" altLang="fr-FR" smtClean="0"/>
              <a:t>	It's who I am</a:t>
            </a:r>
          </a:p>
          <a:p>
            <a:endParaRPr lang="fr-FR" altLang="fr-FR" smtClean="0"/>
          </a:p>
          <a:p>
            <a:r>
              <a:rPr lang="fr-FR" altLang="fr-FR" smtClean="0"/>
              <a:t>	15-  CAR TU ES PARFAIT DANS TOUTES TES VOIES </a:t>
            </a:r>
          </a:p>
          <a:p>
            <a:r>
              <a:rPr lang="fr-FR" altLang="fr-FR" smtClean="0"/>
              <a:t>	Because you are perfect in all of your ways
	16-  TU ES PARFAIT DANS TOUTES TES VOIES </a:t>
            </a:r>
          </a:p>
          <a:p>
            <a:r>
              <a:rPr lang="fr-FR" altLang="fr-FR" smtClean="0"/>
              <a:t>	You are perfect in all of your ways</a:t>
            </a:r>
          </a:p>
          <a:p>
            <a:r>
              <a:rPr lang="fr-FR" altLang="fr-FR" smtClean="0"/>
              <a:t>	17-  PARFAIT EN TOUT CE QUE TU FAIS POUR NOUS </a:t>
            </a:r>
          </a:p>
          <a:p>
            <a:r>
              <a:rPr lang="fr-FR" altLang="fr-FR" smtClean="0"/>
              <a:t>	You are perfect in all of your way to us</a:t>
            </a:r>
          </a:p>
          <a:p>
            <a:endParaRPr lang="fr-FR" altLang="fr-FR" smtClean="0"/>
          </a:p>
          <a:p>
            <a:r>
              <a:rPr lang="fr-FR" altLang="fr-FR" smtClean="0"/>
              <a:t>Pont
18-  CET AMOUR INDÉNIABLE QUE JE NE PEUX EXPLIQUER</a:t>
            </a:r>
          </a:p>
          <a:p>
            <a:r>
              <a:rPr lang="fr-FR" altLang="fr-FR" smtClean="0"/>
              <a:t>Oh it's love soundeniable,………….  
19-  CETTE PAIX INEXPRIMABLE QUE JE NE PEUX IMAGINER</a:t>
            </a:r>
          </a:p>
          <a:p>
            <a:r>
              <a:rPr lang="fr-FR" altLang="fr-FR" smtClean="0"/>
              <a:t>…………..I, I canhardlythink  
20-  TU M’APPELLES TOUJOURS PLUS LOIN  TU M’APPELLES TOUJOURS PLUS LOIN  </a:t>
            </a:r>
          </a:p>
          <a:p>
            <a:r>
              <a:rPr lang="fr-FR" altLang="fr-FR" smtClean="0"/>
              <a:t>as you call me Deeperstill, as you call me Deeperstill, as you call me
21-  TU M’APPELLES TOUJOURS PLUS LOIN  DANS TON GRAND AMOUR </a:t>
            </a:r>
          </a:p>
          <a:p>
            <a:r>
              <a:rPr lang="fr-FR" altLang="fr-FR" smtClean="0"/>
              <a:t>Deeperstill, into love lovelove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J’AI ENTENDU DES MILLIERS D’HISTOIRES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oh and I've seen many searching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SUR CE QU’ILS PENSENT DE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for answers far and wide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MAIS AUSSI LE DOUX MURMURE DE L’AMOUR AU MILIEU DE LA NUIT 
4-  ET TU ME DIS QUE TU ES HEUREUX QUE JE N’SERAI PLUS JAMAIS SEUL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TU ES UN BON, UN BON PÈRE C’EST CE QUE TU ES, C’EST CE QUE TU 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You're a good good father It's who you are, It's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ET JE SUIS AIMÉ DE TOI C’EST CE QUE JE SUIS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And I'm love by you It's who I am, It's who I am 
	7-  C’EST CE QUE JE SUIS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It's who I am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J’EN AI VU BEAUCOUP CHERCHER DES RÉPONSES SI ÉLOIGNÉES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oh and I've seen many searching for answers far and wide
9-  MAIS JE SAIS, NOUS CHERCHONS DES RÉPONSES QUE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I know we're all searching for answers   
10-  TOI SEUL PEUX DONNER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Only you can provide 
11-  CAR TU CONNAIS NOS BESOINS AVANT QUE NOUS DISIONS UN MOT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'cause you know just what we need before we say a word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TU ES UN BON, UN BON PÈRE C’EST CE QUE TU ES, C’EST CE QUE TU 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You're a good good father It's who you are, It's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ET JE SUIS AIMÉ DE TOI C’EST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And I'm love by you It's who I am, It's who I am 
	14-  C’EST CE QUE JE SUIS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It's who I am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CAR TU ES PARFAIT DANS TOUTES TES VOIES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Because you are perfect in all of your ways
	16-  TU ES PARFAIT DANS TOUTES TES VOIES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perfect in all of your ways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PARFAIT EN TOUT CE QUE TU FAIS POUR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perfect in all of your way to 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
18-  CET AMOUR INDÉNIABLE QUE JE NE PEUX EXPLIQUER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Oh it's love soundeniable,………….  
19-  CETTE PAIX INEXPRIMABLE QUE JE NE PEUX IMAGINER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…………..I, I canhardlythink  
20-  TU M’APPELLES TOUJOURS PLUS LOIN  TU M’APPELLES TOUJOURS PLUS LOIN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as you call me Deeperstill, as you call me Deeperstill, as you call me
21-  TU M’APPELLES TOUJOURS PLUS LOIN  DANS TON GRAND AMOUR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Deeperstill, into love lovelove</a:t>
            </a:r>
            <a:endParaRPr lang="fr-FR" dirty="0" smtClean="0"/>
          </a:p>
        </p:txBody>
      </p:sp>
      <p:sp>
        <p:nvSpPr>
          <p:cNvPr id="378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J’AI ENTENDU DES MILLIERS D’HISTOIRES </a:t>
            </a:r>
          </a:p>
          <a:p>
            <a:r>
              <a:rPr lang="fr-FR" altLang="fr-FR" smtClean="0"/>
              <a:t>oh and I've seen many searching</a:t>
            </a:r>
          </a:p>
          <a:p>
            <a:r>
              <a:rPr lang="fr-FR" altLang="fr-FR" smtClean="0"/>
              <a:t>2-  SUR CE QU’ILS PENSENT DE TOI </a:t>
            </a:r>
          </a:p>
          <a:p>
            <a:r>
              <a:rPr lang="fr-FR" altLang="fr-FR" smtClean="0"/>
              <a:t>for answers far and wide</a:t>
            </a:r>
          </a:p>
          <a:p>
            <a:r>
              <a:rPr lang="fr-FR" altLang="fr-FR" smtClean="0"/>
              <a:t>3-  MAIS AUSSI LE DOUX MURMURE DE L’AMOUR AU MILIEU DE LA NUIT 
4-  ET TU ME DIS QUE TU ES HEUREUX QUE JE N’SERAI PLUS JAMAIS SEUL </a:t>
            </a:r>
          </a:p>
          <a:p>
            <a:endParaRPr lang="fr-FR" altLang="fr-FR" smtClean="0"/>
          </a:p>
          <a:p>
            <a:r>
              <a:rPr lang="fr-FR" altLang="fr-FR" smtClean="0"/>
              <a:t>	5-  TU ES UN BON, UN BON PÈRE C’EST CE QUE TU ES, C’EST CE QUE TU ES </a:t>
            </a:r>
          </a:p>
          <a:p>
            <a:r>
              <a:rPr lang="fr-FR" altLang="fr-FR" smtClean="0"/>
              <a:t>	You're a good good father It's who you are, It's who you are</a:t>
            </a:r>
          </a:p>
          <a:p>
            <a:r>
              <a:rPr lang="fr-FR" altLang="fr-FR" smtClean="0"/>
              <a:t>	6-  ET JE SUIS AIMÉ DE TOI C’EST CE QUE JE SUIS </a:t>
            </a:r>
          </a:p>
          <a:p>
            <a:r>
              <a:rPr lang="fr-FR" altLang="fr-FR" smtClean="0"/>
              <a:t>	And I'm love by you It's who I am, It's who I am 
	7-  C’EST CE QUE JE SUIS  </a:t>
            </a:r>
          </a:p>
          <a:p>
            <a:r>
              <a:rPr lang="fr-FR" altLang="fr-FR" smtClean="0"/>
              <a:t>	It's who I am</a:t>
            </a:r>
          </a:p>
          <a:p>
            <a:endParaRPr lang="fr-FR" altLang="fr-FR" smtClean="0"/>
          </a:p>
          <a:p>
            <a:r>
              <a:rPr lang="fr-FR" altLang="fr-FR" smtClean="0"/>
              <a:t>8-  J’EN AI VU BEAUCOUP CHERCHER DES RÉPONSES SI ÉLOIGNÉES </a:t>
            </a:r>
          </a:p>
          <a:p>
            <a:r>
              <a:rPr lang="fr-FR" altLang="fr-FR" smtClean="0"/>
              <a:t>oh and I've seen many searching for answers far and wide
9-  MAIS JE SAIS, NOUS CHERCHONS DES RÉPONSES QUE</a:t>
            </a:r>
          </a:p>
          <a:p>
            <a:r>
              <a:rPr lang="fr-FR" altLang="fr-FR" smtClean="0"/>
              <a:t>But I know we're all searching for answers   
10-  TOI SEUL PEUX DONNER</a:t>
            </a:r>
          </a:p>
          <a:p>
            <a:r>
              <a:rPr lang="fr-FR" altLang="fr-FR" smtClean="0"/>
              <a:t>Only you can provide 
11-  CAR TU CONNAIS NOS BESOINS AVANT QUE NOUS DISIONS UN MOT </a:t>
            </a:r>
          </a:p>
          <a:p>
            <a:r>
              <a:rPr lang="fr-FR" altLang="fr-FR" smtClean="0"/>
              <a:t>'cause you know just what we need before we say a word</a:t>
            </a:r>
          </a:p>
          <a:p>
            <a:endParaRPr lang="fr-FR" altLang="fr-FR" smtClean="0"/>
          </a:p>
          <a:p>
            <a:r>
              <a:rPr lang="fr-FR" altLang="fr-FR" smtClean="0"/>
              <a:t>	12-  TU ES UN BON, UN BON PÈRE C’EST CE QUE TU ES, C’EST CE QUE TU ES </a:t>
            </a:r>
          </a:p>
          <a:p>
            <a:r>
              <a:rPr lang="fr-FR" altLang="fr-FR" smtClean="0"/>
              <a:t>	You're a good good father It's who you are, It's who you are</a:t>
            </a:r>
          </a:p>
          <a:p>
            <a:r>
              <a:rPr lang="fr-FR" altLang="fr-FR" smtClean="0"/>
              <a:t>	13-  ET JE SUIS AIMÉ DE TOI C’EST CE QUE JE SUIS</a:t>
            </a:r>
          </a:p>
          <a:p>
            <a:r>
              <a:rPr lang="fr-FR" altLang="fr-FR" smtClean="0"/>
              <a:t>	And I'm love by you It's who I am, It's who I am 
	14-  C’EST CE QUE JE SUIS  </a:t>
            </a:r>
          </a:p>
          <a:p>
            <a:r>
              <a:rPr lang="fr-FR" altLang="fr-FR" smtClean="0"/>
              <a:t>	It's who I am</a:t>
            </a:r>
          </a:p>
          <a:p>
            <a:endParaRPr lang="fr-FR" altLang="fr-FR" smtClean="0"/>
          </a:p>
          <a:p>
            <a:r>
              <a:rPr lang="fr-FR" altLang="fr-FR" smtClean="0"/>
              <a:t>	15-  CAR TU ES PARFAIT DANS TOUTES TES VOIES </a:t>
            </a:r>
          </a:p>
          <a:p>
            <a:r>
              <a:rPr lang="fr-FR" altLang="fr-FR" smtClean="0"/>
              <a:t>	Because you are perfect in all of your ways
	16-  TU ES PARFAIT DANS TOUTES TES VOIES </a:t>
            </a:r>
          </a:p>
          <a:p>
            <a:r>
              <a:rPr lang="fr-FR" altLang="fr-FR" smtClean="0"/>
              <a:t>	You are perfect in all of your ways</a:t>
            </a:r>
          </a:p>
          <a:p>
            <a:r>
              <a:rPr lang="fr-FR" altLang="fr-FR" smtClean="0"/>
              <a:t>	17-  PARFAIT EN TOUT CE QUE TU FAIS POUR NOUS </a:t>
            </a:r>
          </a:p>
          <a:p>
            <a:r>
              <a:rPr lang="fr-FR" altLang="fr-FR" smtClean="0"/>
              <a:t>	You are perfect in all of your way to us</a:t>
            </a:r>
          </a:p>
          <a:p>
            <a:endParaRPr lang="fr-FR" altLang="fr-FR" smtClean="0"/>
          </a:p>
          <a:p>
            <a:r>
              <a:rPr lang="fr-FR" altLang="fr-FR" smtClean="0"/>
              <a:t>Pont
18-  CET AMOUR INDÉNIABLE QUE JE NE PEUX EXPLIQUER</a:t>
            </a:r>
          </a:p>
          <a:p>
            <a:r>
              <a:rPr lang="fr-FR" altLang="fr-FR" smtClean="0"/>
              <a:t>Oh it's love soundeniable,………….  
19-  CETTE PAIX INEXPRIMABLE QUE JE NE PEUX IMAGINER</a:t>
            </a:r>
          </a:p>
          <a:p>
            <a:r>
              <a:rPr lang="fr-FR" altLang="fr-FR" smtClean="0"/>
              <a:t>…………..I, I canhardlythink  
20-  TU M’APPELLES TOUJOURS PLUS LOIN  TU M’APPELLES TOUJOURS PLUS LOIN  </a:t>
            </a:r>
          </a:p>
          <a:p>
            <a:r>
              <a:rPr lang="fr-FR" altLang="fr-FR" smtClean="0"/>
              <a:t>as you call me Deeperstill, as you call me Deeperstill, as you call me
21-  TU M’APPELLES TOUJOURS PLUS LOIN  DANS TON GRAND AMOUR </a:t>
            </a:r>
          </a:p>
          <a:p>
            <a:r>
              <a:rPr lang="fr-FR" altLang="fr-FR" smtClean="0"/>
              <a:t>Deeperstill, into love lovelove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J’AI ENTENDU DES MILLIERS D’HISTOIRES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oh and I've seen many searching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SUR CE QU’ILS PENSENT DE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for answers far and wide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MAIS AUSSI LE DOUX MURMURE DE L’AMOUR AU MILIEU DE LA NUIT 
4-  ET TU ME DIS QUE TU ES HEUREUX QUE JE N’SERAI PLUS JAMAIS SEUL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TU ES UN BON, UN BON PÈRE C’EST CE QUE TU ES, C’EST CE QUE TU 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You're a good good father It's who you are, It's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ET JE SUIS AIMÉ DE TOI C’EST CE QUE JE SUIS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And I'm love by you It's who I am, It's who I am 
	7-  C’EST CE QUE JE SUIS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It's who I am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J’EN AI VU BEAUCOUP CHERCHER DES RÉPONSES SI ÉLOIGNÉES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oh and I've seen many searching for answers far and wide
9-  MAIS JE SAIS, NOUS CHERCHONS DES RÉPONSES QUE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I know we're all searching for answers   
10-  TOI SEUL PEUX DONNER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Only you can provide 
11-  CAR TU CONNAIS NOS BESOINS AVANT QUE NOUS DISIONS UN MOT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'cause you know just what we need before we say a word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TU ES UN BON, UN BON PÈRE C’EST CE QUE TU ES, C’EST CE QUE TU 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You're a good good father It's who you are, It's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ET JE SUIS AIMÉ DE TOI C’EST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And I'm love by you It's who I am, It's who I am 
	14-  C’EST CE QUE JE SUIS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It's who I am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CAR TU ES PARFAIT DANS TOUTES TES VOIES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Because you are perfect in all of your ways
	16-  TU ES PARFAIT DANS TOUTES TES VOIES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perfect in all of your ways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PARFAIT EN TOUT CE QUE TU FAIS POUR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perfect in all of your way to 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
18-  CET AMOUR INDÉNIABLE QUE JE NE PEUX EXPLIQUER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Oh it's love soundeniable,………….  
19-  CETTE PAIX INEXPRIMABLE QUE JE NE PEUX IMAGINER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…………..I, I canhardlythink  
20-  TU M’APPELLES TOUJOURS PLUS LOIN  TU M’APPELLES TOUJOURS PLUS LOIN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as you call me Deeperstill, as you call me Deeperstill, as you call me
21-  TU M’APPELLES TOUJOURS PLUS LOIN  DANS TON GRAND AMOUR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Deeperstill, into love lovelove</a:t>
            </a:r>
            <a:endParaRPr lang="fr-FR" dirty="0" smtClean="0"/>
          </a:p>
        </p:txBody>
      </p:sp>
      <p:sp>
        <p:nvSpPr>
          <p:cNvPr id="389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J’AI ENTENDU DES MILLIERS D’HISTOIRES </a:t>
            </a:r>
          </a:p>
          <a:p>
            <a:r>
              <a:rPr lang="fr-FR" altLang="fr-FR" smtClean="0"/>
              <a:t>oh and I've seen many searching</a:t>
            </a:r>
          </a:p>
          <a:p>
            <a:r>
              <a:rPr lang="fr-FR" altLang="fr-FR" smtClean="0"/>
              <a:t>2-  SUR CE QU’ILS PENSENT DE TOI </a:t>
            </a:r>
          </a:p>
          <a:p>
            <a:r>
              <a:rPr lang="fr-FR" altLang="fr-FR" smtClean="0"/>
              <a:t>for answers far and wide</a:t>
            </a:r>
          </a:p>
          <a:p>
            <a:r>
              <a:rPr lang="fr-FR" altLang="fr-FR" smtClean="0"/>
              <a:t>3-  MAIS AUSSI LE DOUX MURMURE DE L’AMOUR AU MILIEU DE LA NUIT 
4-  ET TU ME DIS QUE TU ES HEUREUX QUE JE N’SERAI PLUS JAMAIS SEUL </a:t>
            </a:r>
          </a:p>
          <a:p>
            <a:endParaRPr lang="fr-FR" altLang="fr-FR" smtClean="0"/>
          </a:p>
          <a:p>
            <a:r>
              <a:rPr lang="fr-FR" altLang="fr-FR" smtClean="0"/>
              <a:t>	5-  TU ES UN BON, UN BON PÈRE C’EST CE QUE TU ES, C’EST CE QUE TU ES </a:t>
            </a:r>
          </a:p>
          <a:p>
            <a:r>
              <a:rPr lang="fr-FR" altLang="fr-FR" smtClean="0"/>
              <a:t>	You're a good good father It's who you are, It's who you are</a:t>
            </a:r>
          </a:p>
          <a:p>
            <a:r>
              <a:rPr lang="fr-FR" altLang="fr-FR" smtClean="0"/>
              <a:t>	6-  ET JE SUIS AIMÉ DE TOI C’EST CE QUE JE SUIS </a:t>
            </a:r>
          </a:p>
          <a:p>
            <a:r>
              <a:rPr lang="fr-FR" altLang="fr-FR" smtClean="0"/>
              <a:t>	And I'm love by you It's who I am, It's who I am 
	7-  C’EST CE QUE JE SUIS  </a:t>
            </a:r>
          </a:p>
          <a:p>
            <a:r>
              <a:rPr lang="fr-FR" altLang="fr-FR" smtClean="0"/>
              <a:t>	It's who I am</a:t>
            </a:r>
          </a:p>
          <a:p>
            <a:endParaRPr lang="fr-FR" altLang="fr-FR" smtClean="0"/>
          </a:p>
          <a:p>
            <a:r>
              <a:rPr lang="fr-FR" altLang="fr-FR" smtClean="0"/>
              <a:t>8-  J’EN AI VU BEAUCOUP CHERCHER DES RÉPONSES SI ÉLOIGNÉES </a:t>
            </a:r>
          </a:p>
          <a:p>
            <a:r>
              <a:rPr lang="fr-FR" altLang="fr-FR" smtClean="0"/>
              <a:t>oh and I've seen many searching for answers far and wide
9-  MAIS JE SAIS, NOUS CHERCHONS DES RÉPONSES QUE</a:t>
            </a:r>
          </a:p>
          <a:p>
            <a:r>
              <a:rPr lang="fr-FR" altLang="fr-FR" smtClean="0"/>
              <a:t>But I know we're all searching for answers   
10-  TOI SEUL PEUX DONNER</a:t>
            </a:r>
          </a:p>
          <a:p>
            <a:r>
              <a:rPr lang="fr-FR" altLang="fr-FR" smtClean="0"/>
              <a:t>Only you can provide 
11-  CAR TU CONNAIS NOS BESOINS AVANT QUE NOUS DISIONS UN MOT </a:t>
            </a:r>
          </a:p>
          <a:p>
            <a:r>
              <a:rPr lang="fr-FR" altLang="fr-FR" smtClean="0"/>
              <a:t>'cause you know just what we need before we say a word</a:t>
            </a:r>
          </a:p>
          <a:p>
            <a:endParaRPr lang="fr-FR" altLang="fr-FR" smtClean="0"/>
          </a:p>
          <a:p>
            <a:r>
              <a:rPr lang="fr-FR" altLang="fr-FR" smtClean="0"/>
              <a:t>	12-  TU ES UN BON, UN BON PÈRE C’EST CE QUE TU ES, C’EST CE QUE TU ES </a:t>
            </a:r>
          </a:p>
          <a:p>
            <a:r>
              <a:rPr lang="fr-FR" altLang="fr-FR" smtClean="0"/>
              <a:t>	You're a good good father It's who you are, It's who you are</a:t>
            </a:r>
          </a:p>
          <a:p>
            <a:r>
              <a:rPr lang="fr-FR" altLang="fr-FR" smtClean="0"/>
              <a:t>	13-  ET JE SUIS AIMÉ DE TOI C’EST CE QUE JE SUIS</a:t>
            </a:r>
          </a:p>
          <a:p>
            <a:r>
              <a:rPr lang="fr-FR" altLang="fr-FR" smtClean="0"/>
              <a:t>	And I'm love by you It's who I am, It's who I am 
	14-  C’EST CE QUE JE SUIS  </a:t>
            </a:r>
          </a:p>
          <a:p>
            <a:r>
              <a:rPr lang="fr-FR" altLang="fr-FR" smtClean="0"/>
              <a:t>	It's who I am</a:t>
            </a:r>
          </a:p>
          <a:p>
            <a:endParaRPr lang="fr-FR" altLang="fr-FR" smtClean="0"/>
          </a:p>
          <a:p>
            <a:r>
              <a:rPr lang="fr-FR" altLang="fr-FR" smtClean="0"/>
              <a:t>	15-  CAR TU ES PARFAIT DANS TOUTES TES VOIES </a:t>
            </a:r>
          </a:p>
          <a:p>
            <a:r>
              <a:rPr lang="fr-FR" altLang="fr-FR" smtClean="0"/>
              <a:t>	Because you are perfect in all of your ways
	16-  TU ES PARFAIT DANS TOUTES TES VOIES </a:t>
            </a:r>
          </a:p>
          <a:p>
            <a:r>
              <a:rPr lang="fr-FR" altLang="fr-FR" smtClean="0"/>
              <a:t>	You are perfect in all of your ways</a:t>
            </a:r>
          </a:p>
          <a:p>
            <a:r>
              <a:rPr lang="fr-FR" altLang="fr-FR" smtClean="0"/>
              <a:t>	17-  PARFAIT EN TOUT CE QUE TU FAIS POUR NOUS </a:t>
            </a:r>
          </a:p>
          <a:p>
            <a:r>
              <a:rPr lang="fr-FR" altLang="fr-FR" smtClean="0"/>
              <a:t>	You are perfect in all of your way to us</a:t>
            </a:r>
          </a:p>
          <a:p>
            <a:endParaRPr lang="fr-FR" altLang="fr-FR" smtClean="0"/>
          </a:p>
          <a:p>
            <a:r>
              <a:rPr lang="fr-FR" altLang="fr-FR" smtClean="0"/>
              <a:t>Pont
18-  CET AMOUR INDÉNIABLE QUE JE NE PEUX EXPLIQUER</a:t>
            </a:r>
          </a:p>
          <a:p>
            <a:r>
              <a:rPr lang="fr-FR" altLang="fr-FR" smtClean="0"/>
              <a:t>Oh it's love soundeniable,………….  
19-  CETTE PAIX INEXPRIMABLE QUE JE NE PEUX IMAGINER</a:t>
            </a:r>
          </a:p>
          <a:p>
            <a:r>
              <a:rPr lang="fr-FR" altLang="fr-FR" smtClean="0"/>
              <a:t>…………..I, I canhardlythink  
20-  TU M’APPELLES TOUJOURS PLUS LOIN  TU M’APPELLES TOUJOURS PLUS LOIN  </a:t>
            </a:r>
          </a:p>
          <a:p>
            <a:r>
              <a:rPr lang="fr-FR" altLang="fr-FR" smtClean="0"/>
              <a:t>as you call me Deeperstill, as you call me Deeperstill, as you call me
21-  TU M’APPELLES TOUJOURS PLUS LOIN  DANS TON GRAND AMOUR </a:t>
            </a:r>
          </a:p>
          <a:p>
            <a:r>
              <a:rPr lang="fr-FR" altLang="fr-FR" smtClean="0"/>
              <a:t>Deeperstill, into love lovelove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J’AI ENTENDU DES MILLIERS D’HISTOIRES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oh and I've seen many searching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SUR CE QU’ILS PENSENT DE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for answers far and wide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MAIS AUSSI LE DOUX MURMURE DE L’AMOUR AU MILIEU DE LA NUIT 
4-  ET TU ME DIS QUE TU ES HEUREUX QUE JE N’SERAI PLUS JAMAIS SEUL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TU ES UN BON, UN BON PÈRE C’EST CE QUE TU ES, C’EST CE QUE TU 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You're a good good father It's who you are, It's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ET JE SUIS AIMÉ DE TOI C’EST CE QUE JE SUIS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And I'm love by you It's who I am, It's who I am 
	7-  C’EST CE QUE JE SUIS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It's who I am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J’EN AI VU BEAUCOUP CHERCHER DES RÉPONSES SI ÉLOIGNÉES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oh and I've seen many searching for answers far and wide
9-  MAIS JE SAIS, NOUS CHERCHONS DES RÉPONSES QUE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I know we're all searching for answers   
10-  TOI SEUL PEUX DONNER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Only you can provide 
11-  CAR TU CONNAIS NOS BESOINS AVANT QUE NOUS DISIONS UN MOT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'cause you know just what we need before we say a word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TU ES UN BON, UN BON PÈRE C’EST CE QUE TU ES, C’EST CE QUE TU 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You're a good good father It's who you are, It's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ET JE SUIS AIMÉ DE TOI C’EST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And I'm love by you It's who I am, It's who I am 
	14-  C’EST CE QUE JE SUIS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It's who I am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CAR TU ES PARFAIT DANS TOUTES TES VOIES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Because you are perfect in all of your ways
	16-  TU ES PARFAIT DANS TOUTES TES VOIES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perfect in all of your ways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PARFAIT EN TOUT CE QUE TU FAIS POUR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perfect in all of your way to 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
18-  CET AMOUR INDÉNIABLE QUE JE NE PEUX EXPLIQUER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Oh it's love soundeniable,………….  
19-  CETTE PAIX INEXPRIMABLE QUE JE NE PEUX IMAGINER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…………..I, I canhardlythink  
20-  TU M’APPELLES TOUJOURS PLUS LOIN  TU M’APPELLES TOUJOURS PLUS LOIN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as you call me Deeperstill, as you call me Deeperstill, as you call me
21-  TU M’APPELLES TOUJOURS PLUS LOIN  DANS TON GRAND AMOUR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Deeperstill, into love lovelove</a:t>
            </a:r>
            <a:endParaRPr lang="fr-FR" dirty="0" smtClean="0"/>
          </a:p>
        </p:txBody>
      </p:sp>
      <p:sp>
        <p:nvSpPr>
          <p:cNvPr id="399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J’AI ENTENDU DES MILLIERS D’HISTOIRES </a:t>
            </a:r>
          </a:p>
          <a:p>
            <a:r>
              <a:rPr lang="fr-FR" altLang="fr-FR" smtClean="0"/>
              <a:t>oh and I've seen many searching</a:t>
            </a:r>
          </a:p>
          <a:p>
            <a:r>
              <a:rPr lang="fr-FR" altLang="fr-FR" smtClean="0"/>
              <a:t>2-  SUR CE QU’ILS PENSENT DE TOI </a:t>
            </a:r>
          </a:p>
          <a:p>
            <a:r>
              <a:rPr lang="fr-FR" altLang="fr-FR" smtClean="0"/>
              <a:t>for answers far and wide</a:t>
            </a:r>
          </a:p>
          <a:p>
            <a:r>
              <a:rPr lang="fr-FR" altLang="fr-FR" smtClean="0"/>
              <a:t>3-  MAIS AUSSI LE DOUX MURMURE DE L’AMOUR AU MILIEU DE LA NUIT 
4-  ET TU ME DIS QUE TU ES HEUREUX QUE JE N’SERAI PLUS JAMAIS SEUL </a:t>
            </a:r>
          </a:p>
          <a:p>
            <a:endParaRPr lang="fr-FR" altLang="fr-FR" smtClean="0"/>
          </a:p>
          <a:p>
            <a:r>
              <a:rPr lang="fr-FR" altLang="fr-FR" smtClean="0"/>
              <a:t>	5-  TU ES UN BON, UN BON PÈRE C’EST CE QUE TU ES, C’EST CE QUE TU ES </a:t>
            </a:r>
          </a:p>
          <a:p>
            <a:r>
              <a:rPr lang="fr-FR" altLang="fr-FR" smtClean="0"/>
              <a:t>	You're a good good father It's who you are, It's who you are</a:t>
            </a:r>
          </a:p>
          <a:p>
            <a:r>
              <a:rPr lang="fr-FR" altLang="fr-FR" smtClean="0"/>
              <a:t>	6-  ET JE SUIS AIMÉ DE TOI C’EST CE QUE JE SUIS </a:t>
            </a:r>
          </a:p>
          <a:p>
            <a:r>
              <a:rPr lang="fr-FR" altLang="fr-FR" smtClean="0"/>
              <a:t>	And I'm love by you It's who I am, It's who I am 
	7-  C’EST CE QUE JE SUIS  </a:t>
            </a:r>
          </a:p>
          <a:p>
            <a:r>
              <a:rPr lang="fr-FR" altLang="fr-FR" smtClean="0"/>
              <a:t>	It's who I am</a:t>
            </a:r>
          </a:p>
          <a:p>
            <a:endParaRPr lang="fr-FR" altLang="fr-FR" smtClean="0"/>
          </a:p>
          <a:p>
            <a:r>
              <a:rPr lang="fr-FR" altLang="fr-FR" smtClean="0"/>
              <a:t>8-  J’EN AI VU BEAUCOUP CHERCHER DES RÉPONSES SI ÉLOIGNÉES </a:t>
            </a:r>
          </a:p>
          <a:p>
            <a:r>
              <a:rPr lang="fr-FR" altLang="fr-FR" smtClean="0"/>
              <a:t>oh and I've seen many searching for answers far and wide
9-  MAIS JE SAIS, NOUS CHERCHONS DES RÉPONSES QUE</a:t>
            </a:r>
          </a:p>
          <a:p>
            <a:r>
              <a:rPr lang="fr-FR" altLang="fr-FR" smtClean="0"/>
              <a:t>But I know we're all searching for answers   
10-  TOI SEUL PEUX DONNER</a:t>
            </a:r>
          </a:p>
          <a:p>
            <a:r>
              <a:rPr lang="fr-FR" altLang="fr-FR" smtClean="0"/>
              <a:t>Only you can provide 
11-  CAR TU CONNAIS NOS BESOINS AVANT QUE NOUS DISIONS UN MOT </a:t>
            </a:r>
          </a:p>
          <a:p>
            <a:r>
              <a:rPr lang="fr-FR" altLang="fr-FR" smtClean="0"/>
              <a:t>'cause you know just what we need before we say a word</a:t>
            </a:r>
          </a:p>
          <a:p>
            <a:endParaRPr lang="fr-FR" altLang="fr-FR" smtClean="0"/>
          </a:p>
          <a:p>
            <a:r>
              <a:rPr lang="fr-FR" altLang="fr-FR" smtClean="0"/>
              <a:t>	12-  TU ES UN BON, UN BON PÈRE C’EST CE QUE TU ES, C’EST CE QUE TU ES </a:t>
            </a:r>
          </a:p>
          <a:p>
            <a:r>
              <a:rPr lang="fr-FR" altLang="fr-FR" smtClean="0"/>
              <a:t>	You're a good good father It's who you are, It's who you are</a:t>
            </a:r>
          </a:p>
          <a:p>
            <a:r>
              <a:rPr lang="fr-FR" altLang="fr-FR" smtClean="0"/>
              <a:t>	13-  ET JE SUIS AIMÉ DE TOI C’EST CE QUE JE SUIS</a:t>
            </a:r>
          </a:p>
          <a:p>
            <a:r>
              <a:rPr lang="fr-FR" altLang="fr-FR" smtClean="0"/>
              <a:t>	And I'm love by you It's who I am, It's who I am 
	14-  C’EST CE QUE JE SUIS  </a:t>
            </a:r>
          </a:p>
          <a:p>
            <a:r>
              <a:rPr lang="fr-FR" altLang="fr-FR" smtClean="0"/>
              <a:t>	It's who I am</a:t>
            </a:r>
          </a:p>
          <a:p>
            <a:endParaRPr lang="fr-FR" altLang="fr-FR" smtClean="0"/>
          </a:p>
          <a:p>
            <a:r>
              <a:rPr lang="fr-FR" altLang="fr-FR" smtClean="0"/>
              <a:t>	15-  CAR TU ES PARFAIT DANS TOUTES TES VOIES </a:t>
            </a:r>
          </a:p>
          <a:p>
            <a:r>
              <a:rPr lang="fr-FR" altLang="fr-FR" smtClean="0"/>
              <a:t>	Because you are perfect in all of your ways
	16-  TU ES PARFAIT DANS TOUTES TES VOIES </a:t>
            </a:r>
          </a:p>
          <a:p>
            <a:r>
              <a:rPr lang="fr-FR" altLang="fr-FR" smtClean="0"/>
              <a:t>	You are perfect in all of your ways</a:t>
            </a:r>
          </a:p>
          <a:p>
            <a:r>
              <a:rPr lang="fr-FR" altLang="fr-FR" smtClean="0"/>
              <a:t>	17-  PARFAIT EN TOUT CE QUE TU FAIS POUR NOUS </a:t>
            </a:r>
          </a:p>
          <a:p>
            <a:r>
              <a:rPr lang="fr-FR" altLang="fr-FR" smtClean="0"/>
              <a:t>	You are perfect in all of your way to us</a:t>
            </a:r>
          </a:p>
          <a:p>
            <a:endParaRPr lang="fr-FR" altLang="fr-FR" smtClean="0"/>
          </a:p>
          <a:p>
            <a:r>
              <a:rPr lang="fr-FR" altLang="fr-FR" smtClean="0"/>
              <a:t>Pont
18-  CET AMOUR INDÉNIABLE QUE JE NE PEUX EXPLIQUER</a:t>
            </a:r>
          </a:p>
          <a:p>
            <a:r>
              <a:rPr lang="fr-FR" altLang="fr-FR" smtClean="0"/>
              <a:t>Oh it's love soundeniable,………….  
19-  CETTE PAIX INEXPRIMABLE QUE JE NE PEUX IMAGINER</a:t>
            </a:r>
          </a:p>
          <a:p>
            <a:r>
              <a:rPr lang="fr-FR" altLang="fr-FR" smtClean="0"/>
              <a:t>…………..I, I canhardlythink  
20-  TU M’APPELLES TOUJOURS PLUS LOIN  TU M’APPELLES TOUJOURS PLUS LOIN  </a:t>
            </a:r>
          </a:p>
          <a:p>
            <a:r>
              <a:rPr lang="fr-FR" altLang="fr-FR" smtClean="0"/>
              <a:t>as you call me Deeperstill, as you call me Deeperstill, as you call me
21-  TU M’APPELLES TOUJOURS PLUS LOIN  DANS TON GRAND AMOUR </a:t>
            </a:r>
          </a:p>
          <a:p>
            <a:r>
              <a:rPr lang="fr-FR" altLang="fr-FR" smtClean="0"/>
              <a:t>Deeperstill, into love lovelove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J’AI ENTENDU DES MILLIERS D’HISTOIRES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oh and I've seen many searching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SUR CE QU’ILS PENSENT DE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for answers far and wide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MAIS AUSSI LE DOUX MURMURE DE L’AMOUR AU MILIEU DE LA NUIT 
4-  ET TU ME DIS QUE TU ES HEUREUX QUE JE N’SERAI PLUS JAMAIS SEUL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TU ES UN BON, UN BON PÈRE C’EST CE QUE TU ES, C’EST CE QUE TU 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You're a good good father It's who you are, It's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ET JE SUIS AIMÉ DE TOI C’EST CE QUE JE SUIS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And I'm love by you It's who I am, It's who I am 
	7-  C’EST CE QUE JE SUIS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It's who I am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J’EN AI VU BEAUCOUP CHERCHER DES RÉPONSES SI ÉLOIGNÉES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oh and I've seen many searching for answers far and wide
9-  MAIS JE SAIS, NOUS CHERCHONS DES RÉPONSES QUE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I know we're all searching for answers   
10-  TOI SEUL PEUX DONNER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Only you can provide 
11-  CAR TU CONNAIS NOS BESOINS AVANT QUE NOUS DISIONS UN MOT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'cause you know just what we need before we say a word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TU ES UN BON, UN BON PÈRE C’EST CE QUE TU ES, C’EST CE QUE TU 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You're a good good father It's who you are, It's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ET JE SUIS AIMÉ DE TOI C’EST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And I'm love by you It's who I am, It's who I am 
	14-  C’EST CE QUE JE SUIS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It's who I am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CAR TU ES PARFAIT DANS TOUTES TES VOIES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Because you are perfect in all of your ways
	16-  TU ES PARFAIT DANS TOUTES TES VOIES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perfect in all of your ways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PARFAIT EN TOUT CE QUE TU FAIS POUR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perfect in all of your way to 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
18-  CET AMOUR INDÉNIABLE QUE JE NE PEUX EXPLIQUER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Oh it's love soundeniable,………….  
19-  CETTE PAIX INEXPRIMABLE QUE JE NE PEUX IMAGINER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…………..I, I canhardlythink  
20-  TU M’APPELLES TOUJOURS PLUS LOIN  TU M’APPELLES TOUJOURS PLUS LOIN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as you call me Deeperstill, as you call me Deeperstill, as you call me
21-  TU M’APPELLES TOUJOURS PLUS LOIN  DANS TON GRAND AMOUR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Deeperstill, into love lovelove</a:t>
            </a:r>
            <a:endParaRPr lang="fr-FR" dirty="0" smtClean="0"/>
          </a:p>
        </p:txBody>
      </p:sp>
      <p:sp>
        <p:nvSpPr>
          <p:cNvPr id="409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J’AI ENTENDU DES MILLIERS D’HISTOIRES </a:t>
            </a:r>
          </a:p>
          <a:p>
            <a:r>
              <a:rPr lang="fr-FR" altLang="fr-FR" smtClean="0"/>
              <a:t>oh and I've seen many searching</a:t>
            </a:r>
          </a:p>
          <a:p>
            <a:r>
              <a:rPr lang="fr-FR" altLang="fr-FR" smtClean="0"/>
              <a:t>2-  SUR CE QU’ILS PENSENT DE TOI </a:t>
            </a:r>
          </a:p>
          <a:p>
            <a:r>
              <a:rPr lang="fr-FR" altLang="fr-FR" smtClean="0"/>
              <a:t>for answers far and wide</a:t>
            </a:r>
          </a:p>
          <a:p>
            <a:r>
              <a:rPr lang="fr-FR" altLang="fr-FR" smtClean="0"/>
              <a:t>3-  MAIS AUSSI LE DOUX MURMURE DE L’AMOUR AU MILIEU DE LA NUIT 
4-  ET TU ME DIS QUE TU ES HEUREUX QUE JE N’SERAI PLUS JAMAIS SEUL </a:t>
            </a:r>
          </a:p>
          <a:p>
            <a:endParaRPr lang="fr-FR" altLang="fr-FR" smtClean="0"/>
          </a:p>
          <a:p>
            <a:r>
              <a:rPr lang="fr-FR" altLang="fr-FR" smtClean="0"/>
              <a:t>	5-  TU ES UN BON, UN BON PÈRE C’EST CE QUE TU ES, C’EST CE QUE TU ES </a:t>
            </a:r>
          </a:p>
          <a:p>
            <a:r>
              <a:rPr lang="fr-FR" altLang="fr-FR" smtClean="0"/>
              <a:t>	You're a good good father It's who you are, It's who you are</a:t>
            </a:r>
          </a:p>
          <a:p>
            <a:r>
              <a:rPr lang="fr-FR" altLang="fr-FR" smtClean="0"/>
              <a:t>	6-  ET JE SUIS AIMÉ DE TOI C’EST CE QUE JE SUIS </a:t>
            </a:r>
          </a:p>
          <a:p>
            <a:r>
              <a:rPr lang="fr-FR" altLang="fr-FR" smtClean="0"/>
              <a:t>	And I'm love by you It's who I am, It's who I am 
	7-  C’EST CE QUE JE SUIS  </a:t>
            </a:r>
          </a:p>
          <a:p>
            <a:r>
              <a:rPr lang="fr-FR" altLang="fr-FR" smtClean="0"/>
              <a:t>	It's who I am</a:t>
            </a:r>
          </a:p>
          <a:p>
            <a:endParaRPr lang="fr-FR" altLang="fr-FR" smtClean="0"/>
          </a:p>
          <a:p>
            <a:r>
              <a:rPr lang="fr-FR" altLang="fr-FR" smtClean="0"/>
              <a:t>8-  J’EN AI VU BEAUCOUP CHERCHER DES RÉPONSES SI ÉLOIGNÉES </a:t>
            </a:r>
          </a:p>
          <a:p>
            <a:r>
              <a:rPr lang="fr-FR" altLang="fr-FR" smtClean="0"/>
              <a:t>oh and I've seen many searching for answers far and wide
9-  MAIS JE SAIS, NOUS CHERCHONS DES RÉPONSES QUE</a:t>
            </a:r>
          </a:p>
          <a:p>
            <a:r>
              <a:rPr lang="fr-FR" altLang="fr-FR" smtClean="0"/>
              <a:t>But I know we're all searching for answers   
10-  TOI SEUL PEUX DONNER</a:t>
            </a:r>
          </a:p>
          <a:p>
            <a:r>
              <a:rPr lang="fr-FR" altLang="fr-FR" smtClean="0"/>
              <a:t>Only you can provide 
11-  CAR TU CONNAIS NOS BESOINS AVANT QUE NOUS DISIONS UN MOT </a:t>
            </a:r>
          </a:p>
          <a:p>
            <a:r>
              <a:rPr lang="fr-FR" altLang="fr-FR" smtClean="0"/>
              <a:t>'cause you know just what we need before we say a word</a:t>
            </a:r>
          </a:p>
          <a:p>
            <a:endParaRPr lang="fr-FR" altLang="fr-FR" smtClean="0"/>
          </a:p>
          <a:p>
            <a:r>
              <a:rPr lang="fr-FR" altLang="fr-FR" smtClean="0"/>
              <a:t>	12-  TU ES UN BON, UN BON PÈRE C’EST CE QUE TU ES, C’EST CE QUE TU ES </a:t>
            </a:r>
          </a:p>
          <a:p>
            <a:r>
              <a:rPr lang="fr-FR" altLang="fr-FR" smtClean="0"/>
              <a:t>	You're a good good father It's who you are, It's who you are</a:t>
            </a:r>
          </a:p>
          <a:p>
            <a:r>
              <a:rPr lang="fr-FR" altLang="fr-FR" smtClean="0"/>
              <a:t>	13-  ET JE SUIS AIMÉ DE TOI C’EST CE QUE JE SUIS</a:t>
            </a:r>
          </a:p>
          <a:p>
            <a:r>
              <a:rPr lang="fr-FR" altLang="fr-FR" smtClean="0"/>
              <a:t>	And I'm love by you It's who I am, It's who I am 
	14-  C’EST CE QUE JE SUIS  </a:t>
            </a:r>
          </a:p>
          <a:p>
            <a:r>
              <a:rPr lang="fr-FR" altLang="fr-FR" smtClean="0"/>
              <a:t>	It's who I am</a:t>
            </a:r>
          </a:p>
          <a:p>
            <a:endParaRPr lang="fr-FR" altLang="fr-FR" smtClean="0"/>
          </a:p>
          <a:p>
            <a:r>
              <a:rPr lang="fr-FR" altLang="fr-FR" smtClean="0"/>
              <a:t>	15-  CAR TU ES PARFAIT DANS TOUTES TES VOIES </a:t>
            </a:r>
          </a:p>
          <a:p>
            <a:r>
              <a:rPr lang="fr-FR" altLang="fr-FR" smtClean="0"/>
              <a:t>	Because you are perfect in all of your ways
	16-  TU ES PARFAIT DANS TOUTES TES VOIES </a:t>
            </a:r>
          </a:p>
          <a:p>
            <a:r>
              <a:rPr lang="fr-FR" altLang="fr-FR" smtClean="0"/>
              <a:t>	You are perfect in all of your ways</a:t>
            </a:r>
          </a:p>
          <a:p>
            <a:r>
              <a:rPr lang="fr-FR" altLang="fr-FR" smtClean="0"/>
              <a:t>	17-  PARFAIT EN TOUT CE QUE TU FAIS POUR NOUS </a:t>
            </a:r>
          </a:p>
          <a:p>
            <a:r>
              <a:rPr lang="fr-FR" altLang="fr-FR" smtClean="0"/>
              <a:t>	You are perfect in all of your way to us</a:t>
            </a:r>
          </a:p>
          <a:p>
            <a:endParaRPr lang="fr-FR" altLang="fr-FR" smtClean="0"/>
          </a:p>
          <a:p>
            <a:r>
              <a:rPr lang="fr-FR" altLang="fr-FR" smtClean="0"/>
              <a:t>Pont
18-  CET AMOUR INDÉNIABLE QUE JE NE PEUX EXPLIQUER</a:t>
            </a:r>
          </a:p>
          <a:p>
            <a:r>
              <a:rPr lang="fr-FR" altLang="fr-FR" smtClean="0"/>
              <a:t>Oh it's love soundeniable,………….  
19-  CETTE PAIX INEXPRIMABLE QUE JE NE PEUX IMAGINER</a:t>
            </a:r>
          </a:p>
          <a:p>
            <a:r>
              <a:rPr lang="fr-FR" altLang="fr-FR" smtClean="0"/>
              <a:t>…………..I, I canhardlythink  
20-  TU M’APPELLES TOUJOURS PLUS LOIN  TU M’APPELLES TOUJOURS PLUS LOIN  </a:t>
            </a:r>
          </a:p>
          <a:p>
            <a:r>
              <a:rPr lang="fr-FR" altLang="fr-FR" smtClean="0"/>
              <a:t>as you call me Deeperstill, as you call me Deeperstill, as you call me
21-  TU M’APPELLES TOUJOURS PLUS LOIN  DANS TON GRAND AMOUR </a:t>
            </a:r>
          </a:p>
          <a:p>
            <a:r>
              <a:rPr lang="fr-FR" altLang="fr-FR" smtClean="0"/>
              <a:t>Deeperstill, into love lovelove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J’AI ENTENDU DES MILLIERS D’HISTOIRES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oh and I've seen many searching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SUR CE QU’ILS PENSENT DE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for answers far and wide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MAIS AUSSI LE DOUX MURMURE DE L’AMOUR AU MILIEU DE LA NUIT 
4-  ET TU ME DIS QUE TU ES HEUREUX QUE JE N’SERAI PLUS JAMAIS SEUL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TU ES UN BON, UN BON PÈRE C’EST CE QUE TU ES, C’EST CE QUE TU 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You're a good good father It's who you are, It's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ET JE SUIS AIMÉ DE TOI C’EST CE QUE JE SUIS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And I'm love by you It's who I am, It's who I am 
	7-  C’EST CE QUE JE SUIS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It's who I am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J’EN AI VU BEAUCOUP CHERCHER DES RÉPONSES SI ÉLOIGNÉES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oh and I've seen many searching for answers far and wide
9-  MAIS JE SAIS, NOUS CHERCHONS DES RÉPONSES QUE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I know we're all searching for answers   
10-  TOI SEUL PEUX DONNER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Only you can provide 
11-  CAR TU CONNAIS NOS BESOINS AVANT QUE NOUS DISIONS UN MOT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'cause you know just what we need before we say a word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TU ES UN BON, UN BON PÈRE C’EST CE QUE TU ES, C’EST CE QUE TU 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You're a good good father It's who you are, It's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ET JE SUIS AIMÉ DE TOI C’EST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And I'm love by you It's who I am, It's who I am 
	14-  C’EST CE QUE JE SUIS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It's who I am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CAR TU ES PARFAIT DANS TOUTES TES VOIES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Because you are perfect in all of your ways
	16-  TU ES PARFAIT DANS TOUTES TES VOIES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perfect in all of your ways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PARFAIT EN TOUT CE QUE TU FAIS POUR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perfect in all of your way to 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
18-  CET AMOUR INDÉNIABLE QUE JE NE PEUX EXPLIQUER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Oh it's love soundeniable,………….  
19-  CETTE PAIX INEXPRIMABLE QUE JE NE PEUX IMAGINER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…………..I, I canhardlythink  
20-  TU M’APPELLES TOUJOURS PLUS LOIN  TU M’APPELLES TOUJOURS PLUS LOIN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as you call me Deeperstill, as you call me Deeperstill, as you call me
21-  TU M’APPELLES TOUJOURS PLUS LOIN  DANS TON GRAND AMOUR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Deeperstill, into love lovelove</a:t>
            </a:r>
            <a:endParaRPr lang="fr-FR" dirty="0" smtClean="0"/>
          </a:p>
        </p:txBody>
      </p:sp>
      <p:sp>
        <p:nvSpPr>
          <p:cNvPr id="419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J’AI ENTENDU DES MILLIERS D’HISTOIRES </a:t>
            </a:r>
          </a:p>
          <a:p>
            <a:r>
              <a:rPr lang="fr-FR" altLang="fr-FR" smtClean="0"/>
              <a:t>oh and I've seen many searching</a:t>
            </a:r>
          </a:p>
          <a:p>
            <a:r>
              <a:rPr lang="fr-FR" altLang="fr-FR" smtClean="0"/>
              <a:t>2-  SUR CE QU’ILS PENSENT DE TOI </a:t>
            </a:r>
          </a:p>
          <a:p>
            <a:r>
              <a:rPr lang="fr-FR" altLang="fr-FR" smtClean="0"/>
              <a:t>for answers far and wide</a:t>
            </a:r>
          </a:p>
          <a:p>
            <a:r>
              <a:rPr lang="fr-FR" altLang="fr-FR" smtClean="0"/>
              <a:t>3-  MAIS AUSSI LE DOUX MURMURE DE L’AMOUR AU MILIEU DE LA NUIT 
4-  ET TU ME DIS QUE TU ES HEUREUX QUE JE N’SERAI PLUS JAMAIS SEUL </a:t>
            </a:r>
          </a:p>
          <a:p>
            <a:endParaRPr lang="fr-FR" altLang="fr-FR" smtClean="0"/>
          </a:p>
          <a:p>
            <a:r>
              <a:rPr lang="fr-FR" altLang="fr-FR" smtClean="0"/>
              <a:t>	5-  TU ES UN BON, UN BON PÈRE C’EST CE QUE TU ES, C’EST CE QUE TU ES </a:t>
            </a:r>
          </a:p>
          <a:p>
            <a:r>
              <a:rPr lang="fr-FR" altLang="fr-FR" smtClean="0"/>
              <a:t>	You're a good good father It's who you are, It's who you are</a:t>
            </a:r>
          </a:p>
          <a:p>
            <a:r>
              <a:rPr lang="fr-FR" altLang="fr-FR" smtClean="0"/>
              <a:t>	6-  ET JE SUIS AIMÉ DE TOI C’EST CE QUE JE SUIS </a:t>
            </a:r>
          </a:p>
          <a:p>
            <a:r>
              <a:rPr lang="fr-FR" altLang="fr-FR" smtClean="0"/>
              <a:t>	And I'm love by you It's who I am, It's who I am 
	7-  C’EST CE QUE JE SUIS  </a:t>
            </a:r>
          </a:p>
          <a:p>
            <a:r>
              <a:rPr lang="fr-FR" altLang="fr-FR" smtClean="0"/>
              <a:t>	It's who I am</a:t>
            </a:r>
          </a:p>
          <a:p>
            <a:endParaRPr lang="fr-FR" altLang="fr-FR" smtClean="0"/>
          </a:p>
          <a:p>
            <a:r>
              <a:rPr lang="fr-FR" altLang="fr-FR" smtClean="0"/>
              <a:t>8-  J’EN AI VU BEAUCOUP CHERCHER DES RÉPONSES SI ÉLOIGNÉES </a:t>
            </a:r>
          </a:p>
          <a:p>
            <a:r>
              <a:rPr lang="fr-FR" altLang="fr-FR" smtClean="0"/>
              <a:t>oh and I've seen many searching for answers far and wide
9-  MAIS JE SAIS, NOUS CHERCHONS DES RÉPONSES QUE</a:t>
            </a:r>
          </a:p>
          <a:p>
            <a:r>
              <a:rPr lang="fr-FR" altLang="fr-FR" smtClean="0"/>
              <a:t>But I know we're all searching for answers   
10-  TOI SEUL PEUX DONNER</a:t>
            </a:r>
          </a:p>
          <a:p>
            <a:r>
              <a:rPr lang="fr-FR" altLang="fr-FR" smtClean="0"/>
              <a:t>Only you can provide 
11-  CAR TU CONNAIS NOS BESOINS AVANT QUE NOUS DISIONS UN MOT </a:t>
            </a:r>
          </a:p>
          <a:p>
            <a:r>
              <a:rPr lang="fr-FR" altLang="fr-FR" smtClean="0"/>
              <a:t>'cause you know just what we need before we say a word</a:t>
            </a:r>
          </a:p>
          <a:p>
            <a:endParaRPr lang="fr-FR" altLang="fr-FR" smtClean="0"/>
          </a:p>
          <a:p>
            <a:r>
              <a:rPr lang="fr-FR" altLang="fr-FR" smtClean="0"/>
              <a:t>	12-  TU ES UN BON, UN BON PÈRE C’EST CE QUE TU ES, C’EST CE QUE TU ES </a:t>
            </a:r>
          </a:p>
          <a:p>
            <a:r>
              <a:rPr lang="fr-FR" altLang="fr-FR" smtClean="0"/>
              <a:t>	You're a good good father It's who you are, It's who you are</a:t>
            </a:r>
          </a:p>
          <a:p>
            <a:r>
              <a:rPr lang="fr-FR" altLang="fr-FR" smtClean="0"/>
              <a:t>	13-  ET JE SUIS AIMÉ DE TOI C’EST CE QUE JE SUIS</a:t>
            </a:r>
          </a:p>
          <a:p>
            <a:r>
              <a:rPr lang="fr-FR" altLang="fr-FR" smtClean="0"/>
              <a:t>	And I'm love by you It's who I am, It's who I am 
	14-  C’EST CE QUE JE SUIS  </a:t>
            </a:r>
          </a:p>
          <a:p>
            <a:r>
              <a:rPr lang="fr-FR" altLang="fr-FR" smtClean="0"/>
              <a:t>	It's who I am</a:t>
            </a:r>
          </a:p>
          <a:p>
            <a:endParaRPr lang="fr-FR" altLang="fr-FR" smtClean="0"/>
          </a:p>
          <a:p>
            <a:r>
              <a:rPr lang="fr-FR" altLang="fr-FR" smtClean="0"/>
              <a:t>	15-  CAR TU ES PARFAIT DANS TOUTES TES VOIES </a:t>
            </a:r>
          </a:p>
          <a:p>
            <a:r>
              <a:rPr lang="fr-FR" altLang="fr-FR" smtClean="0"/>
              <a:t>	Because you are perfect in all of your ways
	16-  TU ES PARFAIT DANS TOUTES TES VOIES </a:t>
            </a:r>
          </a:p>
          <a:p>
            <a:r>
              <a:rPr lang="fr-FR" altLang="fr-FR" smtClean="0"/>
              <a:t>	You are perfect in all of your ways</a:t>
            </a:r>
          </a:p>
          <a:p>
            <a:r>
              <a:rPr lang="fr-FR" altLang="fr-FR" smtClean="0"/>
              <a:t>	17-  PARFAIT EN TOUT CE QUE TU FAIS POUR NOUS </a:t>
            </a:r>
          </a:p>
          <a:p>
            <a:r>
              <a:rPr lang="fr-FR" altLang="fr-FR" smtClean="0"/>
              <a:t>	You are perfect in all of your way to us</a:t>
            </a:r>
          </a:p>
          <a:p>
            <a:endParaRPr lang="fr-FR" altLang="fr-FR" smtClean="0"/>
          </a:p>
          <a:p>
            <a:r>
              <a:rPr lang="fr-FR" altLang="fr-FR" smtClean="0"/>
              <a:t>Pont
18-  CET AMOUR INDÉNIABLE QUE JE NE PEUX EXPLIQUER</a:t>
            </a:r>
          </a:p>
          <a:p>
            <a:r>
              <a:rPr lang="fr-FR" altLang="fr-FR" smtClean="0"/>
              <a:t>Oh it's love soundeniable,………….  
19-  CETTE PAIX INEXPRIMABLE QUE JE NE PEUX IMAGINER</a:t>
            </a:r>
          </a:p>
          <a:p>
            <a:r>
              <a:rPr lang="fr-FR" altLang="fr-FR" smtClean="0"/>
              <a:t>…………..I, I canhardlythink  
20-  TU M’APPELLES TOUJOURS PLUS LOIN  TU M’APPELLES TOUJOURS PLUS LOIN  </a:t>
            </a:r>
          </a:p>
          <a:p>
            <a:r>
              <a:rPr lang="fr-FR" altLang="fr-FR" smtClean="0"/>
              <a:t>as you call me Deeperstill, as you call me Deeperstill, as you call me
21-  TU M’APPELLES TOUJOURS PLUS LOIN  DANS TON GRAND AMOUR </a:t>
            </a:r>
          </a:p>
          <a:p>
            <a:r>
              <a:rPr lang="fr-FR" altLang="fr-FR" smtClean="0"/>
              <a:t>Deeperstill, into love lovelove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J’AI ENTENDU DES MILLIERS D’HISTOIRES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oh and I've seen many searching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SUR CE QU’ILS PENSENT DE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for answers far and wide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MAIS AUSSI LE DOUX MURMURE DE L’AMOUR AU MILIEU DE LA NUIT 
4-  ET TU ME DIS QUE TU ES HEUREUX QUE JE N’SERAI PLUS JAMAIS SEUL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TU ES UN BON, UN BON PÈRE C’EST CE QUE TU ES, C’EST CE QUE TU 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You're a good good father It's who you are, It's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ET JE SUIS AIMÉ DE TOI C’EST CE QUE JE SUIS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And I'm love by you It's who I am, It's who I am 
	7-  C’EST CE QUE JE SUIS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It's who I am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J’EN AI VU BEAUCOUP CHERCHER DES RÉPONSES SI ÉLOIGNÉES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oh and I've seen many searching for answers far and wide
9-  MAIS JE SAIS, NOUS CHERCHONS DES RÉPONSES QUE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I know we're all searching for answers   
10-  TOI SEUL PEUX DONNER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Only you can provide 
11-  CAR TU CONNAIS NOS BESOINS AVANT QUE NOUS DISIONS UN MOT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'cause you know just what we need before we say a word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TU ES UN BON, UN BON PÈRE C’EST CE QUE TU ES, C’EST CE QUE TU 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You're a good good father It's who you are, It's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ET JE SUIS AIMÉ DE TOI C’EST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And I'm love by you It's who I am, It's who I am 
	14-  C’EST CE QUE JE SUIS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It's who I am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CAR TU ES PARFAIT DANS TOUTES TES VOIES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Because you are perfect in all of your ways
	16-  TU ES PARFAIT DANS TOUTES TES VOIES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perfect in all of your ways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PARFAIT EN TOUT CE QUE TU FAIS POUR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perfect in all of your way to 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
18-  CET AMOUR INDÉNIABLE QUE JE NE PEUX EXPLIQUER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Oh it's love soundeniable,………….  
19-  CETTE PAIX INEXPRIMABLE QUE JE NE PEUX IMAGINER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…………..I, I canhardlythink  
20-  TU M’APPELLES TOUJOURS PLUS LOIN  TU M’APPELLES TOUJOURS PLUS LOIN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as you call me Deeperstill, as you call me Deeperstill, as you call me
21-  TU M’APPELLES TOUJOURS PLUS LOIN  DANS TON GRAND AMOUR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Deeperstill, into love lovelove</a:t>
            </a:r>
            <a:endParaRPr lang="fr-FR" dirty="0" smtClean="0"/>
          </a:p>
        </p:txBody>
      </p:sp>
      <p:sp>
        <p:nvSpPr>
          <p:cNvPr id="430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J’AI ENTENDU DES MILLIERS D’HISTOIRES </a:t>
            </a:r>
          </a:p>
          <a:p>
            <a:r>
              <a:rPr lang="fr-FR" altLang="fr-FR" smtClean="0"/>
              <a:t>oh and I've seen many searching</a:t>
            </a:r>
          </a:p>
          <a:p>
            <a:r>
              <a:rPr lang="fr-FR" altLang="fr-FR" smtClean="0"/>
              <a:t>2-  SUR CE QU’ILS PENSENT DE TOI </a:t>
            </a:r>
          </a:p>
          <a:p>
            <a:r>
              <a:rPr lang="fr-FR" altLang="fr-FR" smtClean="0"/>
              <a:t>for answers far and wide</a:t>
            </a:r>
          </a:p>
          <a:p>
            <a:r>
              <a:rPr lang="fr-FR" altLang="fr-FR" smtClean="0"/>
              <a:t>3-  MAIS AUSSI LE DOUX MURMURE DE L’AMOUR AU MILIEU DE LA NUIT 
4-  ET TU ME DIS QUE TU ES HEUREUX QUE JE N’SERAI PLUS JAMAIS SEUL </a:t>
            </a:r>
          </a:p>
          <a:p>
            <a:endParaRPr lang="fr-FR" altLang="fr-FR" smtClean="0"/>
          </a:p>
          <a:p>
            <a:r>
              <a:rPr lang="fr-FR" altLang="fr-FR" smtClean="0"/>
              <a:t>	5-  TU ES UN BON, UN BON PÈRE C’EST CE QUE TU ES, C’EST CE QUE TU ES </a:t>
            </a:r>
          </a:p>
          <a:p>
            <a:r>
              <a:rPr lang="fr-FR" altLang="fr-FR" smtClean="0"/>
              <a:t>	You're a good good father It's who you are, It's who you are</a:t>
            </a:r>
          </a:p>
          <a:p>
            <a:r>
              <a:rPr lang="fr-FR" altLang="fr-FR" smtClean="0"/>
              <a:t>	6-  ET JE SUIS AIMÉ DE TOI C’EST CE QUE JE SUIS </a:t>
            </a:r>
          </a:p>
          <a:p>
            <a:r>
              <a:rPr lang="fr-FR" altLang="fr-FR" smtClean="0"/>
              <a:t>	And I'm love by you It's who I am, It's who I am 
	7-  C’EST CE QUE JE SUIS  </a:t>
            </a:r>
          </a:p>
          <a:p>
            <a:r>
              <a:rPr lang="fr-FR" altLang="fr-FR" smtClean="0"/>
              <a:t>	It's who I am</a:t>
            </a:r>
          </a:p>
          <a:p>
            <a:endParaRPr lang="fr-FR" altLang="fr-FR" smtClean="0"/>
          </a:p>
          <a:p>
            <a:r>
              <a:rPr lang="fr-FR" altLang="fr-FR" smtClean="0"/>
              <a:t>8-  J’EN AI VU BEAUCOUP CHERCHER DES RÉPONSES SI ÉLOIGNÉES </a:t>
            </a:r>
          </a:p>
          <a:p>
            <a:r>
              <a:rPr lang="fr-FR" altLang="fr-FR" smtClean="0"/>
              <a:t>oh and I've seen many searching for answers far and wide
9-  MAIS JE SAIS, NOUS CHERCHONS DES RÉPONSES QUE</a:t>
            </a:r>
          </a:p>
          <a:p>
            <a:r>
              <a:rPr lang="fr-FR" altLang="fr-FR" smtClean="0"/>
              <a:t>But I know we're all searching for answers   
10-  TOI SEUL PEUX DONNER</a:t>
            </a:r>
          </a:p>
          <a:p>
            <a:r>
              <a:rPr lang="fr-FR" altLang="fr-FR" smtClean="0"/>
              <a:t>Only you can provide 
11-  CAR TU CONNAIS NOS BESOINS AVANT QUE NOUS DISIONS UN MOT </a:t>
            </a:r>
          </a:p>
          <a:p>
            <a:r>
              <a:rPr lang="fr-FR" altLang="fr-FR" smtClean="0"/>
              <a:t>'cause you know just what we need before we say a word</a:t>
            </a:r>
          </a:p>
          <a:p>
            <a:endParaRPr lang="fr-FR" altLang="fr-FR" smtClean="0"/>
          </a:p>
          <a:p>
            <a:r>
              <a:rPr lang="fr-FR" altLang="fr-FR" smtClean="0"/>
              <a:t>	12-  TU ES UN BON, UN BON PÈRE C’EST CE QUE TU ES, C’EST CE QUE TU ES </a:t>
            </a:r>
          </a:p>
          <a:p>
            <a:r>
              <a:rPr lang="fr-FR" altLang="fr-FR" smtClean="0"/>
              <a:t>	You're a good good father It's who you are, It's who you are</a:t>
            </a:r>
          </a:p>
          <a:p>
            <a:r>
              <a:rPr lang="fr-FR" altLang="fr-FR" smtClean="0"/>
              <a:t>	13-  ET JE SUIS AIMÉ DE TOI C’EST CE QUE JE SUIS</a:t>
            </a:r>
          </a:p>
          <a:p>
            <a:r>
              <a:rPr lang="fr-FR" altLang="fr-FR" smtClean="0"/>
              <a:t>	And I'm love by you It's who I am, It's who I am 
	14-  C’EST CE QUE JE SUIS  </a:t>
            </a:r>
          </a:p>
          <a:p>
            <a:r>
              <a:rPr lang="fr-FR" altLang="fr-FR" smtClean="0"/>
              <a:t>	It's who I am</a:t>
            </a:r>
          </a:p>
          <a:p>
            <a:endParaRPr lang="fr-FR" altLang="fr-FR" smtClean="0"/>
          </a:p>
          <a:p>
            <a:r>
              <a:rPr lang="fr-FR" altLang="fr-FR" smtClean="0"/>
              <a:t>	15-  CAR TU ES PARFAIT DANS TOUTES TES VOIES </a:t>
            </a:r>
          </a:p>
          <a:p>
            <a:r>
              <a:rPr lang="fr-FR" altLang="fr-FR" smtClean="0"/>
              <a:t>	Because you are perfect in all of your ways
	16-  TU ES PARFAIT DANS TOUTES TES VOIES </a:t>
            </a:r>
          </a:p>
          <a:p>
            <a:r>
              <a:rPr lang="fr-FR" altLang="fr-FR" smtClean="0"/>
              <a:t>	You are perfect in all of your ways</a:t>
            </a:r>
          </a:p>
          <a:p>
            <a:r>
              <a:rPr lang="fr-FR" altLang="fr-FR" smtClean="0"/>
              <a:t>	17-  PARFAIT EN TOUT CE QUE TU FAIS POUR NOUS </a:t>
            </a:r>
          </a:p>
          <a:p>
            <a:r>
              <a:rPr lang="fr-FR" altLang="fr-FR" smtClean="0"/>
              <a:t>	You are perfect in all of your way to us</a:t>
            </a:r>
          </a:p>
          <a:p>
            <a:endParaRPr lang="fr-FR" altLang="fr-FR" smtClean="0"/>
          </a:p>
          <a:p>
            <a:r>
              <a:rPr lang="fr-FR" altLang="fr-FR" smtClean="0"/>
              <a:t>Pont
18-  CET AMOUR INDÉNIABLE QUE JE NE PEUX EXPLIQUER</a:t>
            </a:r>
          </a:p>
          <a:p>
            <a:r>
              <a:rPr lang="fr-FR" altLang="fr-FR" smtClean="0"/>
              <a:t>Oh it's love soundeniable,………….  
19-  CETTE PAIX INEXPRIMABLE QUE JE NE PEUX IMAGINER</a:t>
            </a:r>
          </a:p>
          <a:p>
            <a:r>
              <a:rPr lang="fr-FR" altLang="fr-FR" smtClean="0"/>
              <a:t>…………..I, I canhardlythink  
20-  TU M’APPELLES TOUJOURS PLUS LOIN  TU M’APPELLES TOUJOURS PLUS LOIN  </a:t>
            </a:r>
          </a:p>
          <a:p>
            <a:r>
              <a:rPr lang="fr-FR" altLang="fr-FR" smtClean="0"/>
              <a:t>as you call me Deeperstill, as you call me Deeperstill, as you call me
21-  TU M’APPELLES TOUJOURS PLUS LOIN  DANS TON GRAND AMOUR </a:t>
            </a:r>
          </a:p>
          <a:p>
            <a:r>
              <a:rPr lang="fr-FR" altLang="fr-FR" smtClean="0"/>
              <a:t>Deeperstill, into love lovelove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J’AI ENTENDU DES MILLIERS D’HISTOIRES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oh and I've seen many searching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SUR CE QU’ILS PENSENT DE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for answers far and wide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MAIS AUSSI LE DOUX MURMURE DE L’AMOUR AU MILIEU DE LA NUIT 
4-  ET TU ME DIS QUE TU ES HEUREUX QUE JE N’SERAI PLUS JAMAIS SEUL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TU ES UN BON, UN BON PÈRE C’EST CE QUE TU ES, C’EST CE QUE TU 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You're a good good father It's who you are, It's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ET JE SUIS AIMÉ DE TOI C’EST CE QUE JE SUIS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And I'm love by you It's who I am, It's who I am 
	7-  C’EST CE QUE JE SUIS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It's who I am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J’EN AI VU BEAUCOUP CHERCHER DES RÉPONSES SI ÉLOIGNÉES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oh and I've seen many searching for answers far and wide
9-  MAIS JE SAIS, NOUS CHERCHONS DES RÉPONSES QUE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I know we're all searching for answers   
10-  TOI SEUL PEUX DONNER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Only you can provide 
11-  CAR TU CONNAIS NOS BESOINS AVANT QUE NOUS DISIONS UN MOT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'cause you know just what we need before we say a word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TU ES UN BON, UN BON PÈRE C’EST CE QUE TU ES, C’EST CE QUE TU 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You're a good good father It's who you are, It's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ET JE SUIS AIMÉ DE TOI C’EST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And I'm love by you It's who I am, It's who I am 
	14-  C’EST CE QUE JE SUIS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It's who I am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CAR TU ES PARFAIT DANS TOUTES TES VOIES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Because you are perfect in all of your ways
	16-  TU ES PARFAIT DANS TOUTES TES VOIES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perfect in all of your ways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PARFAIT EN TOUT CE QUE TU FAIS POUR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perfect in all of your way to 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
18-  CET AMOUR INDÉNIABLE QUE JE NE PEUX EXPLIQUER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Oh it's love soundeniable,………….  
19-  CETTE PAIX INEXPRIMABLE QUE JE NE PEUX IMAGINER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…………..I, I canhardlythink  
20-  TU M’APPELLES TOUJOURS PLUS LOIN  TU M’APPELLES TOUJOURS PLUS LOIN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as you call me Deeperstill, as you call me Deeperstill, as you call me
21-  TU M’APPELLES TOUJOURS PLUS LOIN  DANS TON GRAND AMOUR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Deeperstill, into love lovelove</a:t>
            </a:r>
            <a:endParaRPr lang="fr-FR" dirty="0" smtClean="0"/>
          </a:p>
        </p:txBody>
      </p:sp>
      <p:sp>
        <p:nvSpPr>
          <p:cNvPr id="440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J’AI ENTENDU DES MILLIERS D’HISTOIRES </a:t>
            </a:r>
          </a:p>
          <a:p>
            <a:r>
              <a:rPr lang="fr-FR" altLang="fr-FR" smtClean="0"/>
              <a:t>oh and I've seen many searching</a:t>
            </a:r>
          </a:p>
          <a:p>
            <a:r>
              <a:rPr lang="fr-FR" altLang="fr-FR" smtClean="0"/>
              <a:t>2-  SUR CE QU’ILS PENSENT DE TOI </a:t>
            </a:r>
          </a:p>
          <a:p>
            <a:r>
              <a:rPr lang="fr-FR" altLang="fr-FR" smtClean="0"/>
              <a:t>for answers far and wide</a:t>
            </a:r>
          </a:p>
          <a:p>
            <a:r>
              <a:rPr lang="fr-FR" altLang="fr-FR" smtClean="0"/>
              <a:t>3-  MAIS AUSSI LE DOUX MURMURE DE L’AMOUR AU MILIEU DE LA NUIT 
4-  ET TU ME DIS QUE TU ES HEUREUX QUE JE N’SERAI PLUS JAMAIS SEUL </a:t>
            </a:r>
          </a:p>
          <a:p>
            <a:endParaRPr lang="fr-FR" altLang="fr-FR" smtClean="0"/>
          </a:p>
          <a:p>
            <a:r>
              <a:rPr lang="fr-FR" altLang="fr-FR" smtClean="0"/>
              <a:t>	5-  TU ES UN BON, UN BON PÈRE C’EST CE QUE TU ES, C’EST CE QUE TU ES </a:t>
            </a:r>
          </a:p>
          <a:p>
            <a:r>
              <a:rPr lang="fr-FR" altLang="fr-FR" smtClean="0"/>
              <a:t>	You're a good good father It's who you are, It's who you are</a:t>
            </a:r>
          </a:p>
          <a:p>
            <a:r>
              <a:rPr lang="fr-FR" altLang="fr-FR" smtClean="0"/>
              <a:t>	6-  ET JE SUIS AIMÉ DE TOI C’EST CE QUE JE SUIS </a:t>
            </a:r>
          </a:p>
          <a:p>
            <a:r>
              <a:rPr lang="fr-FR" altLang="fr-FR" smtClean="0"/>
              <a:t>	And I'm love by you It's who I am, It's who I am 
	7-  C’EST CE QUE JE SUIS  </a:t>
            </a:r>
          </a:p>
          <a:p>
            <a:r>
              <a:rPr lang="fr-FR" altLang="fr-FR" smtClean="0"/>
              <a:t>	It's who I am</a:t>
            </a:r>
          </a:p>
          <a:p>
            <a:endParaRPr lang="fr-FR" altLang="fr-FR" smtClean="0"/>
          </a:p>
          <a:p>
            <a:r>
              <a:rPr lang="fr-FR" altLang="fr-FR" smtClean="0"/>
              <a:t>8-  J’EN AI VU BEAUCOUP CHERCHER DES RÉPONSES SI ÉLOIGNÉES </a:t>
            </a:r>
          </a:p>
          <a:p>
            <a:r>
              <a:rPr lang="fr-FR" altLang="fr-FR" smtClean="0"/>
              <a:t>oh and I've seen many searching for answers far and wide
9-  MAIS JE SAIS, NOUS CHERCHONS DES RÉPONSES QUE</a:t>
            </a:r>
          </a:p>
          <a:p>
            <a:r>
              <a:rPr lang="fr-FR" altLang="fr-FR" smtClean="0"/>
              <a:t>But I know we're all searching for answers   
10-  TOI SEUL PEUX DONNER</a:t>
            </a:r>
          </a:p>
          <a:p>
            <a:r>
              <a:rPr lang="fr-FR" altLang="fr-FR" smtClean="0"/>
              <a:t>Only you can provide 
11-  CAR TU CONNAIS NOS BESOINS AVANT QUE NOUS DISIONS UN MOT </a:t>
            </a:r>
          </a:p>
          <a:p>
            <a:r>
              <a:rPr lang="fr-FR" altLang="fr-FR" smtClean="0"/>
              <a:t>'cause you know just what we need before we say a word</a:t>
            </a:r>
          </a:p>
          <a:p>
            <a:endParaRPr lang="fr-FR" altLang="fr-FR" smtClean="0"/>
          </a:p>
          <a:p>
            <a:r>
              <a:rPr lang="fr-FR" altLang="fr-FR" smtClean="0"/>
              <a:t>	12-  TU ES UN BON, UN BON PÈRE C’EST CE QUE TU ES, C’EST CE QUE TU ES </a:t>
            </a:r>
          </a:p>
          <a:p>
            <a:r>
              <a:rPr lang="fr-FR" altLang="fr-FR" smtClean="0"/>
              <a:t>	You're a good good father It's who you are, It's who you are</a:t>
            </a:r>
          </a:p>
          <a:p>
            <a:r>
              <a:rPr lang="fr-FR" altLang="fr-FR" smtClean="0"/>
              <a:t>	13-  ET JE SUIS AIMÉ DE TOI C’EST CE QUE JE SUIS</a:t>
            </a:r>
          </a:p>
          <a:p>
            <a:r>
              <a:rPr lang="fr-FR" altLang="fr-FR" smtClean="0"/>
              <a:t>	And I'm love by you It's who I am, It's who I am 
	14-  C’EST CE QUE JE SUIS  </a:t>
            </a:r>
          </a:p>
          <a:p>
            <a:r>
              <a:rPr lang="fr-FR" altLang="fr-FR" smtClean="0"/>
              <a:t>	It's who I am</a:t>
            </a:r>
          </a:p>
          <a:p>
            <a:endParaRPr lang="fr-FR" altLang="fr-FR" smtClean="0"/>
          </a:p>
          <a:p>
            <a:r>
              <a:rPr lang="fr-FR" altLang="fr-FR" smtClean="0"/>
              <a:t>	15-  CAR TU ES PARFAIT DANS TOUTES TES VOIES </a:t>
            </a:r>
          </a:p>
          <a:p>
            <a:r>
              <a:rPr lang="fr-FR" altLang="fr-FR" smtClean="0"/>
              <a:t>	Because you are perfect in all of your ways
	16-  TU ES PARFAIT DANS TOUTES TES VOIES </a:t>
            </a:r>
          </a:p>
          <a:p>
            <a:r>
              <a:rPr lang="fr-FR" altLang="fr-FR" smtClean="0"/>
              <a:t>	You are perfect in all of your ways</a:t>
            </a:r>
          </a:p>
          <a:p>
            <a:r>
              <a:rPr lang="fr-FR" altLang="fr-FR" smtClean="0"/>
              <a:t>	17-  PARFAIT EN TOUT CE QUE TU FAIS POUR NOUS </a:t>
            </a:r>
          </a:p>
          <a:p>
            <a:r>
              <a:rPr lang="fr-FR" altLang="fr-FR" smtClean="0"/>
              <a:t>	You are perfect in all of your way to us</a:t>
            </a:r>
          </a:p>
          <a:p>
            <a:endParaRPr lang="fr-FR" altLang="fr-FR" smtClean="0"/>
          </a:p>
          <a:p>
            <a:r>
              <a:rPr lang="fr-FR" altLang="fr-FR" smtClean="0"/>
              <a:t>Pont
18-  CET AMOUR INDÉNIABLE QUE JE NE PEUX EXPLIQUER</a:t>
            </a:r>
          </a:p>
          <a:p>
            <a:r>
              <a:rPr lang="fr-FR" altLang="fr-FR" smtClean="0"/>
              <a:t>Oh it's love soundeniable,………….  
19-  CETTE PAIX INEXPRIMABLE QUE JE NE PEUX IMAGINER</a:t>
            </a:r>
          </a:p>
          <a:p>
            <a:r>
              <a:rPr lang="fr-FR" altLang="fr-FR" smtClean="0"/>
              <a:t>…………..I, I canhardlythink  
20-  TU M’APPELLES TOUJOURS PLUS LOIN  TU M’APPELLES TOUJOURS PLUS LOIN  </a:t>
            </a:r>
          </a:p>
          <a:p>
            <a:r>
              <a:rPr lang="fr-FR" altLang="fr-FR" smtClean="0"/>
              <a:t>as you call me Deeperstill, as you call me Deeperstill, as you call me
21-  TU M’APPELLES TOUJOURS PLUS LOIN  DANS TON GRAND AMOUR </a:t>
            </a:r>
          </a:p>
          <a:p>
            <a:r>
              <a:rPr lang="fr-FR" altLang="fr-FR" smtClean="0"/>
              <a:t>Deeperstill, into love lovelove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J’AI ENTENDU DES MILLIERS D’HISTOIRES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oh and I've seen many searching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SUR CE QU’ILS PENSENT DE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for answers far and wide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MAIS AUSSI LE DOUX MURMURE DE L’AMOUR AU MILIEU DE LA NUIT 
4-  ET TU ME DIS QUE TU ES HEUREUX QUE JE N’SERAI PLUS JAMAIS SEUL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TU ES UN BON, UN BON PÈRE C’EST CE QUE TU ES, C’EST CE QUE TU 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You're a good good father It's who you are, It's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ET JE SUIS AIMÉ DE TOI C’EST CE QUE JE SUIS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And I'm love by you It's who I am, It's who I am 
	7-  C’EST CE QUE JE SUIS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It's who I am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J’EN AI VU BEAUCOUP CHERCHER DES RÉPONSES SI ÉLOIGNÉES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oh and I've seen many searching for answers far and wide
9-  MAIS JE SAIS, NOUS CHERCHONS DES RÉPONSES QUE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I know we're all searching for answers   
10-  TOI SEUL PEUX DONNER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Only you can provide 
11-  CAR TU CONNAIS NOS BESOINS AVANT QUE NOUS DISIONS UN MOT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'cause you know just what we need before we say a word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TU ES UN BON, UN BON PÈRE C’EST CE QUE TU ES, C’EST CE QUE TU 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You're a good good father It's who you are, It's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ET JE SUIS AIMÉ DE TOI C’EST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And I'm love by you It's who I am, It's who I am 
	14-  C’EST CE QUE JE SUIS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It's who I am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CAR TU ES PARFAIT DANS TOUTES TES VOIES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Because you are perfect in all of your ways
	16-  TU ES PARFAIT DANS TOUTES TES VOIES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perfect in all of your ways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PARFAIT EN TOUT CE QUE TU FAIS POUR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perfect in all of your way to 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
18-  CET AMOUR INDÉNIABLE QUE JE NE PEUX EXPLIQUER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Oh it's love soundeniable,………….  
19-  CETTE PAIX INEXPRIMABLE QUE JE NE PEUX IMAGINER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…………..I, I canhardlythink  
20-  TU M’APPELLES TOUJOURS PLUS LOIN  TU M’APPELLES TOUJOURS PLUS LOIN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as you call me Deeperstill, as you call me Deeperstill, as you call me
21-  TU M’APPELLES TOUJOURS PLUS LOIN  DANS TON GRAND AMOUR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Deeperstill, into love lovelove</a:t>
            </a:r>
            <a:endParaRPr lang="fr-FR" dirty="0" smtClean="0"/>
          </a:p>
        </p:txBody>
      </p:sp>
      <p:sp>
        <p:nvSpPr>
          <p:cNvPr id="450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J’AI ENTENDU DES MILLIERS D’HISTOIRES </a:t>
            </a:r>
          </a:p>
          <a:p>
            <a:r>
              <a:rPr lang="fr-FR" altLang="fr-FR" smtClean="0"/>
              <a:t>oh and I've seen many searching</a:t>
            </a:r>
          </a:p>
          <a:p>
            <a:r>
              <a:rPr lang="fr-FR" altLang="fr-FR" smtClean="0"/>
              <a:t>2-  SUR CE QU’ILS PENSENT DE TOI </a:t>
            </a:r>
          </a:p>
          <a:p>
            <a:r>
              <a:rPr lang="fr-FR" altLang="fr-FR" smtClean="0"/>
              <a:t>for answers far and wide</a:t>
            </a:r>
          </a:p>
          <a:p>
            <a:r>
              <a:rPr lang="fr-FR" altLang="fr-FR" smtClean="0"/>
              <a:t>3-  MAIS AUSSI LE DOUX MURMURE DE L’AMOUR AU MILIEU DE LA NUIT 
4-  ET TU ME DIS QUE TU ES HEUREUX QUE JE N’SERAI PLUS JAMAIS SEUL </a:t>
            </a:r>
          </a:p>
          <a:p>
            <a:endParaRPr lang="fr-FR" altLang="fr-FR" smtClean="0"/>
          </a:p>
          <a:p>
            <a:r>
              <a:rPr lang="fr-FR" altLang="fr-FR" smtClean="0"/>
              <a:t>	5-  TU ES UN BON, UN BON PÈRE C’EST CE QUE TU ES, C’EST CE QUE TU ES </a:t>
            </a:r>
          </a:p>
          <a:p>
            <a:r>
              <a:rPr lang="fr-FR" altLang="fr-FR" smtClean="0"/>
              <a:t>	You're a good good father It's who you are, It's who you are</a:t>
            </a:r>
          </a:p>
          <a:p>
            <a:r>
              <a:rPr lang="fr-FR" altLang="fr-FR" smtClean="0"/>
              <a:t>	6-  ET JE SUIS AIMÉ DE TOI C’EST CE QUE JE SUIS </a:t>
            </a:r>
          </a:p>
          <a:p>
            <a:r>
              <a:rPr lang="fr-FR" altLang="fr-FR" smtClean="0"/>
              <a:t>	And I'm love by you It's who I am, It's who I am 
	7-  C’EST CE QUE JE SUIS  </a:t>
            </a:r>
          </a:p>
          <a:p>
            <a:r>
              <a:rPr lang="fr-FR" altLang="fr-FR" smtClean="0"/>
              <a:t>	It's who I am</a:t>
            </a:r>
          </a:p>
          <a:p>
            <a:endParaRPr lang="fr-FR" altLang="fr-FR" smtClean="0"/>
          </a:p>
          <a:p>
            <a:r>
              <a:rPr lang="fr-FR" altLang="fr-FR" smtClean="0"/>
              <a:t>8-  J’EN AI VU BEAUCOUP CHERCHER DES RÉPONSES SI ÉLOIGNÉES </a:t>
            </a:r>
          </a:p>
          <a:p>
            <a:r>
              <a:rPr lang="fr-FR" altLang="fr-FR" smtClean="0"/>
              <a:t>oh and I've seen many searching for answers far and wide
9-  MAIS JE SAIS, NOUS CHERCHONS DES RÉPONSES QUE</a:t>
            </a:r>
          </a:p>
          <a:p>
            <a:r>
              <a:rPr lang="fr-FR" altLang="fr-FR" smtClean="0"/>
              <a:t>But I know we're all searching for answers   
10-  TOI SEUL PEUX DONNER</a:t>
            </a:r>
          </a:p>
          <a:p>
            <a:r>
              <a:rPr lang="fr-FR" altLang="fr-FR" smtClean="0"/>
              <a:t>Only you can provide 
11-  CAR TU CONNAIS NOS BESOINS AVANT QUE NOUS DISIONS UN MOT </a:t>
            </a:r>
          </a:p>
          <a:p>
            <a:r>
              <a:rPr lang="fr-FR" altLang="fr-FR" smtClean="0"/>
              <a:t>'cause you know just what we need before we say a word</a:t>
            </a:r>
          </a:p>
          <a:p>
            <a:endParaRPr lang="fr-FR" altLang="fr-FR" smtClean="0"/>
          </a:p>
          <a:p>
            <a:r>
              <a:rPr lang="fr-FR" altLang="fr-FR" smtClean="0"/>
              <a:t>	12-  TU ES UN BON, UN BON PÈRE C’EST CE QUE TU ES, C’EST CE QUE TU ES </a:t>
            </a:r>
          </a:p>
          <a:p>
            <a:r>
              <a:rPr lang="fr-FR" altLang="fr-FR" smtClean="0"/>
              <a:t>	You're a good good father It's who you are, It's who you are</a:t>
            </a:r>
          </a:p>
          <a:p>
            <a:r>
              <a:rPr lang="fr-FR" altLang="fr-FR" smtClean="0"/>
              <a:t>	13-  ET JE SUIS AIMÉ DE TOI C’EST CE QUE JE SUIS</a:t>
            </a:r>
          </a:p>
          <a:p>
            <a:r>
              <a:rPr lang="fr-FR" altLang="fr-FR" smtClean="0"/>
              <a:t>	And I'm love by you It's who I am, It's who I am 
	14-  C’EST CE QUE JE SUIS  </a:t>
            </a:r>
          </a:p>
          <a:p>
            <a:r>
              <a:rPr lang="fr-FR" altLang="fr-FR" smtClean="0"/>
              <a:t>	It's who I am</a:t>
            </a:r>
          </a:p>
          <a:p>
            <a:endParaRPr lang="fr-FR" altLang="fr-FR" smtClean="0"/>
          </a:p>
          <a:p>
            <a:r>
              <a:rPr lang="fr-FR" altLang="fr-FR" smtClean="0"/>
              <a:t>	15-  CAR TU ES PARFAIT DANS TOUTES TES VOIES </a:t>
            </a:r>
          </a:p>
          <a:p>
            <a:r>
              <a:rPr lang="fr-FR" altLang="fr-FR" smtClean="0"/>
              <a:t>	Because you are perfect in all of your ways
	16-  TU ES PARFAIT DANS TOUTES TES VOIES </a:t>
            </a:r>
          </a:p>
          <a:p>
            <a:r>
              <a:rPr lang="fr-FR" altLang="fr-FR" smtClean="0"/>
              <a:t>	You are perfect in all of your ways</a:t>
            </a:r>
          </a:p>
          <a:p>
            <a:r>
              <a:rPr lang="fr-FR" altLang="fr-FR" smtClean="0"/>
              <a:t>	17-  PARFAIT EN TOUT CE QUE TU FAIS POUR NOUS </a:t>
            </a:r>
          </a:p>
          <a:p>
            <a:r>
              <a:rPr lang="fr-FR" altLang="fr-FR" smtClean="0"/>
              <a:t>	You are perfect in all of your way to us</a:t>
            </a:r>
          </a:p>
          <a:p>
            <a:endParaRPr lang="fr-FR" altLang="fr-FR" smtClean="0"/>
          </a:p>
          <a:p>
            <a:r>
              <a:rPr lang="fr-FR" altLang="fr-FR" smtClean="0"/>
              <a:t>Pont
18-  CET AMOUR INDÉNIABLE QUE JE NE PEUX EXPLIQUER</a:t>
            </a:r>
          </a:p>
          <a:p>
            <a:r>
              <a:rPr lang="fr-FR" altLang="fr-FR" smtClean="0"/>
              <a:t>Oh it's love soundeniable,………….  
19-  CETTE PAIX INEXPRIMABLE QUE JE NE PEUX IMAGINER</a:t>
            </a:r>
          </a:p>
          <a:p>
            <a:r>
              <a:rPr lang="fr-FR" altLang="fr-FR" smtClean="0"/>
              <a:t>…………..I, I canhardlythink  
20-  TU M’APPELLES TOUJOURS PLUS LOIN  TU M’APPELLES TOUJOURS PLUS LOIN  </a:t>
            </a:r>
          </a:p>
          <a:p>
            <a:r>
              <a:rPr lang="fr-FR" altLang="fr-FR" smtClean="0"/>
              <a:t>as you call me Deeperstill, as you call me Deeperstill, as you call me
21-  TU M’APPELLES TOUJOURS PLUS LOIN  DANS TON GRAND AMOUR </a:t>
            </a:r>
          </a:p>
          <a:p>
            <a:r>
              <a:rPr lang="fr-FR" altLang="fr-FR" smtClean="0"/>
              <a:t>Deeperstill, into love lovelove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C0963ED-0D4E-4CBB-B04E-D5456A656CD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FF3E32-9F9D-47CA-95E8-182670A70DF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AB8C5D0-1E21-498F-9684-A88CB77B177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B1120C3-BBEA-45BA-B4A2-5A909336492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AC06F78-33C1-4449-892F-7DE5B765B40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67821D-24F6-48B5-A678-E41113770DB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0C9FBB5-9A0D-4839-91A2-97E3694B921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BEFBA8-8E44-4D07-9B1F-82ABA7010D6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B1EF7CD-15C1-4DC8-9CB5-0D7ABB05497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FFF9725-E878-40D5-A27F-277A7CF933C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4C49752-6289-4EC1-94C3-960F5E0D523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 smtClean="0"/>
              <a:t>Click to edit Master text styles</a:t>
            </a:r>
          </a:p>
          <a:p>
            <a:pPr lvl="1"/>
            <a:r>
              <a:rPr lang="en-GB" altLang="fr-FR" smtClean="0"/>
              <a:t>Second level</a:t>
            </a:r>
          </a:p>
          <a:p>
            <a:pPr lvl="2"/>
            <a:r>
              <a:rPr lang="en-GB" altLang="fr-FR" smtClean="0"/>
              <a:t>Third level</a:t>
            </a:r>
          </a:p>
          <a:p>
            <a:pPr lvl="3"/>
            <a:r>
              <a:rPr lang="en-GB" altLang="fr-FR" smtClean="0"/>
              <a:t>Fourth level</a:t>
            </a:r>
          </a:p>
          <a:p>
            <a:pPr lvl="4"/>
            <a:r>
              <a:rPr lang="en-GB" altLang="fr-FR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EA6174FA-4764-42B7-98E4-3827DD125FC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J’AI ENTENDU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DES MILLIERS D’HISTOIRES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-1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SUR CE QU’ILS PENSENT DE TOI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MAIS AUSSI LE DOUX MURMURE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 L’AMOUR AU MILIEU DE LA NUIT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TU ME DIS QUE TU ES HEUREUX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QUE JE N’SERAI PLUS JAMAIS SEUL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ES UN BON, UN BON PÈRE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C’EST CE QUE TU ES, C’EST CE QUE TU ES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-1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JE SUIS AIMÉ DE TOI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C’EST CE QUE JE SUIS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C’EST CE QUE JE SUIS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J’EN AI VU BEAUCOUP CHERCHER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DES RÉPONSES SI ÉLOIGNÉES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-1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MAIS JE SAIS, NOUS CHERCHONS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DES RÉPONSES QUE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TOI SEUL PEUX DONNER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CAR TU CONNAIS NOS BESOINS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AVANT QUE NOUS DISIONS UN MOT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ES UN BON, UN BON PÈRE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C’EST CE QUE TU ES, C’EST CE QUE TU ES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-1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JE SUIS AIMÉ DE TOI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C’EST CE QUE JE SUIS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C’EST CE QUE JE SUIS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CAR TU ES PARFAIT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DANS TOUTES TES VOIES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ES PARFAIT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DANS TOUTES TES VOIES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PARFAIT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EN TOUT CE QUE TU FAIS POUR NOUS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CET AMOUR INDÉNIABLE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QUE JE NE PEUX EXPLIQUER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CETTE PAIX INEXPRIMABLE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QUE JE NE PEUX IMAGINER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M’APPELLES TOUJOURS PLUS LOIN 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M’APPELLES TOUJOURS PLUS LOIN 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M’APPELLES TOUJOURS PLUS LOIN 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DANS TON GRAND AMOUR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1588</TotalTime>
  <Words>1755</Words>
  <Application>Microsoft Office PowerPoint</Application>
  <PresentationFormat>On-screen Show (4:3)</PresentationFormat>
  <Paragraphs>1510</Paragraphs>
  <Slides>21</Slides>
  <Notes>21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21</vt:i4>
      </vt:variant>
    </vt:vector>
  </HeadingPairs>
  <TitlesOfParts>
    <vt:vector size="25" baseType="lpstr">
      <vt:lpstr>Franklin Gothic Medium</vt:lpstr>
      <vt:lpstr>Arial</vt:lpstr>
      <vt:lpstr>Calibri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  <vt:lpstr>Diapositive 15</vt:lpstr>
      <vt:lpstr>Diapositive 16</vt:lpstr>
      <vt:lpstr>Diapositive 17</vt:lpstr>
      <vt:lpstr>Diapositive 18</vt:lpstr>
      <vt:lpstr>Diapositive 19</vt:lpstr>
      <vt:lpstr>Diapositive 20</vt:lpstr>
      <vt:lpstr>Diapositive 21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Incrustations_NT</cp:lastModifiedBy>
  <cp:revision>152</cp:revision>
  <dcterms:created xsi:type="dcterms:W3CDTF">2002-08-17T10:50:50Z</dcterms:created>
  <dcterms:modified xsi:type="dcterms:W3CDTF">2017-12-30T14:42:39Z</dcterms:modified>
</cp:coreProperties>
</file>