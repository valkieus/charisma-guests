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6" r:id="rId14"/>
    <p:sldId id="287" r:id="rId15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6385" autoAdjust="0"/>
  </p:normalViewPr>
  <p:slideViewPr>
    <p:cSldViewPr>
      <p:cViewPr varScale="1">
        <p:scale>
          <a:sx n="24" d="100"/>
          <a:sy n="24" d="100"/>
        </p:scale>
        <p:origin x="-190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5FF4ADC-58E9-42AB-BB7F-332F8A3E0CB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4662D09-58E5-400C-A696-1B7B8CC9CF0D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 smtClean="0"/>
              <a:t>1- MON PASSÉ S’EST TU AU SON DE TA VOIX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silenced</a:t>
            </a:r>
            <a:r>
              <a:rPr lang="fr-FR" dirty="0" smtClean="0"/>
              <a:t>, at </a:t>
            </a:r>
            <a:r>
              <a:rPr lang="fr-FR" dirty="0" err="1" smtClean="0"/>
              <a:t>your</a:t>
            </a:r>
            <a:r>
              <a:rPr lang="fr-FR" dirty="0" smtClean="0"/>
              <a:t> command</a:t>
            </a:r>
          </a:p>
          <a:p>
            <a:pPr>
              <a:defRPr/>
            </a:pPr>
            <a:r>
              <a:rPr lang="fr-FR" dirty="0" smtClean="0"/>
              <a:t>2-QUAND TU AS GUÉRI MON CŒUR DE TA MAIN O MON ROI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healed</a:t>
            </a:r>
            <a:r>
              <a:rPr lang="fr-FR" dirty="0" smtClean="0"/>
              <a:t> In the palm of </a:t>
            </a:r>
            <a:r>
              <a:rPr lang="fr-FR" dirty="0" err="1" smtClean="0"/>
              <a:t>your</a:t>
            </a:r>
            <a:r>
              <a:rPr lang="fr-FR" dirty="0" smtClean="0"/>
              <a:t> hand</a:t>
            </a:r>
          </a:p>
          <a:p>
            <a:pPr>
              <a:defRPr/>
            </a:pPr>
            <a:r>
              <a:rPr lang="fr-FR" dirty="0" smtClean="0"/>
              <a:t>3-TU AS VAINCU LA MORT ME TA VIE A PRIS LA PLACE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swallowed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Overwhelmed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life</a:t>
            </a:r>
          </a:p>
          <a:p>
            <a:pPr>
              <a:defRPr/>
            </a:pPr>
            <a:r>
              <a:rPr lang="fr-FR" dirty="0" smtClean="0"/>
              <a:t>4-TU AS PAR TON SANG FAIS QUE MA PEINE S’EFFACE </a:t>
            </a:r>
          </a:p>
          <a:p>
            <a:pPr>
              <a:defRPr/>
            </a:pPr>
            <a:r>
              <a:rPr lang="fr-FR" dirty="0" smtClean="0"/>
              <a:t>You made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blood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pain </a:t>
            </a:r>
            <a:r>
              <a:rPr lang="fr-FR" dirty="0" err="1" smtClean="0"/>
              <a:t>collide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	 REFRAIN</a:t>
            </a:r>
          </a:p>
          <a:p>
            <a:pPr>
              <a:defRPr/>
            </a:pPr>
            <a:r>
              <a:rPr lang="fr-FR" dirty="0" smtClean="0"/>
              <a:t>	5- SI BEL AMOUR  TU ES MON ROI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Beautiful</a:t>
            </a:r>
            <a:r>
              <a:rPr lang="fr-FR" dirty="0" smtClean="0"/>
              <a:t> love,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king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6-TU ES LE SEUL TU ES TOUT POUR MOI </a:t>
            </a:r>
          </a:p>
          <a:p>
            <a:pPr>
              <a:defRPr/>
            </a:pPr>
            <a:r>
              <a:rPr lang="fr-FR" dirty="0" smtClean="0"/>
              <a:t>	You are the one,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7-JE COURS VERS TOI TU ES TOUT CE DONT J'AI BESOIN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Now</a:t>
            </a:r>
            <a:r>
              <a:rPr lang="fr-FR" dirty="0" smtClean="0"/>
              <a:t> I </a:t>
            </a:r>
            <a:r>
              <a:rPr lang="fr-FR" dirty="0" err="1" smtClean="0"/>
              <a:t>run</a:t>
            </a:r>
            <a:r>
              <a:rPr lang="fr-FR" dirty="0" smtClean="0"/>
              <a:t> to </a:t>
            </a:r>
            <a:r>
              <a:rPr lang="fr-FR" dirty="0" err="1" smtClean="0"/>
              <a:t>you</a:t>
            </a:r>
            <a:r>
              <a:rPr lang="fr-FR" dirty="0" smtClean="0"/>
              <a:t>  Cause </a:t>
            </a:r>
            <a:r>
              <a:rPr lang="fr-FR" dirty="0" err="1" smtClean="0"/>
              <a:t>you</a:t>
            </a:r>
            <a:r>
              <a:rPr lang="fr-FR" dirty="0" smtClean="0"/>
              <a:t> are all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8-OH OH SI BEL AMOUR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Beautiful</a:t>
            </a:r>
            <a:r>
              <a:rPr lang="fr-FR" dirty="0" smtClean="0"/>
              <a:t> love	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LES BRAS OUVERTS TU AS PAYÉ POUR MOI</a:t>
            </a:r>
          </a:p>
          <a:p>
            <a:pPr>
              <a:defRPr/>
            </a:pPr>
            <a:r>
              <a:rPr lang="fr-FR" dirty="0" smtClean="0"/>
              <a:t>You </a:t>
            </a:r>
            <a:r>
              <a:rPr lang="fr-FR" dirty="0" err="1" smtClean="0"/>
              <a:t>stretched</a:t>
            </a:r>
            <a:r>
              <a:rPr lang="fr-FR" dirty="0" smtClean="0"/>
              <a:t> out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 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broke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fall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10-LE JOUR OÙ TON AMOUR A PRIS MA PLACE À LA CROIX</a:t>
            </a:r>
          </a:p>
          <a:p>
            <a:pPr>
              <a:defRPr/>
            </a:pPr>
            <a:r>
              <a:rPr lang="fr-FR" dirty="0" smtClean="0"/>
              <a:t>On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place on the cross</a:t>
            </a:r>
          </a:p>
          <a:p>
            <a:pPr>
              <a:defRPr/>
            </a:pPr>
            <a:r>
              <a:rPr lang="fr-FR" dirty="0" smtClean="0"/>
              <a:t>11- TU AS VAINCU LA MORT TA VIE A PRIS LA PLACE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swallowed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Overwhelmed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life</a:t>
            </a:r>
          </a:p>
          <a:p>
            <a:pPr>
              <a:defRPr/>
            </a:pPr>
            <a:r>
              <a:rPr lang="fr-FR" dirty="0" smtClean="0"/>
              <a:t>12-TU AS PAR TON SANG FAIS QUE MA PEINE S’EFFACE</a:t>
            </a:r>
          </a:p>
          <a:p>
            <a:pPr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made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blood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pain </a:t>
            </a:r>
            <a:r>
              <a:rPr lang="fr-FR" dirty="0" err="1" smtClean="0"/>
              <a:t>collide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</a:t>
            </a:r>
          </a:p>
          <a:p>
            <a:pPr>
              <a:defRPr/>
            </a:pPr>
            <a:r>
              <a:rPr lang="fr-FR" dirty="0" smtClean="0"/>
              <a:t>13-TU ES TOUT POUR MOI L AMOUR DE MA VIE</a:t>
            </a:r>
          </a:p>
          <a:p>
            <a:pPr>
              <a:defRPr/>
            </a:pP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, </a:t>
            </a:r>
            <a:r>
              <a:rPr lang="fr-FR" dirty="0" err="1" smtClean="0"/>
              <a:t>you’re</a:t>
            </a:r>
            <a:r>
              <a:rPr lang="fr-FR" dirty="0" smtClean="0"/>
              <a:t> all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 CELUI QUI A PORTÉ LA CROIX ME PORTE AUSSI</a:t>
            </a:r>
          </a:p>
          <a:p>
            <a:pPr>
              <a:defRPr/>
            </a:pPr>
            <a:r>
              <a:rPr lang="fr-FR" dirty="0" smtClean="0"/>
              <a:t>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carried</a:t>
            </a:r>
            <a:r>
              <a:rPr lang="fr-FR" dirty="0" smtClean="0"/>
              <a:t> the cross Carries me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 smtClean="0"/>
              <a:t>1- MON PASSÉ S’EST TU AU SON DE TA VOIX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silenced</a:t>
            </a:r>
            <a:r>
              <a:rPr lang="fr-FR" dirty="0" smtClean="0"/>
              <a:t>, at </a:t>
            </a:r>
            <a:r>
              <a:rPr lang="fr-FR" dirty="0" err="1" smtClean="0"/>
              <a:t>your</a:t>
            </a:r>
            <a:r>
              <a:rPr lang="fr-FR" dirty="0" smtClean="0"/>
              <a:t> command</a:t>
            </a:r>
          </a:p>
          <a:p>
            <a:pPr>
              <a:defRPr/>
            </a:pPr>
            <a:r>
              <a:rPr lang="fr-FR" dirty="0" smtClean="0"/>
              <a:t>2-QUAND TU AS GUÉRI MON CŒUR DE TA MAIN O MON ROI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healed</a:t>
            </a:r>
            <a:r>
              <a:rPr lang="fr-FR" dirty="0" smtClean="0"/>
              <a:t> In the palm of </a:t>
            </a:r>
            <a:r>
              <a:rPr lang="fr-FR" dirty="0" err="1" smtClean="0"/>
              <a:t>your</a:t>
            </a:r>
            <a:r>
              <a:rPr lang="fr-FR" dirty="0" smtClean="0"/>
              <a:t> hand</a:t>
            </a:r>
          </a:p>
          <a:p>
            <a:pPr>
              <a:defRPr/>
            </a:pPr>
            <a:r>
              <a:rPr lang="fr-FR" dirty="0" smtClean="0"/>
              <a:t>3-TU AS VAINCU LA MORT ME TA VIE A PRIS LA PLACE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swallowed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Overwhelmed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life</a:t>
            </a:r>
          </a:p>
          <a:p>
            <a:pPr>
              <a:defRPr/>
            </a:pPr>
            <a:r>
              <a:rPr lang="fr-FR" dirty="0" smtClean="0"/>
              <a:t>4-TU AS PAR TON SANG FAIS QUE MA PEINE S’EFFACE </a:t>
            </a:r>
          </a:p>
          <a:p>
            <a:pPr>
              <a:defRPr/>
            </a:pPr>
            <a:r>
              <a:rPr lang="fr-FR" dirty="0" smtClean="0"/>
              <a:t>You made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blood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pain </a:t>
            </a:r>
            <a:r>
              <a:rPr lang="fr-FR" dirty="0" err="1" smtClean="0"/>
              <a:t>collide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	 REFRAIN</a:t>
            </a:r>
          </a:p>
          <a:p>
            <a:pPr>
              <a:defRPr/>
            </a:pPr>
            <a:r>
              <a:rPr lang="fr-FR" dirty="0" smtClean="0"/>
              <a:t>	5- SI BEL AMOUR  TU ES MON ROI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Beautiful</a:t>
            </a:r>
            <a:r>
              <a:rPr lang="fr-FR" dirty="0" smtClean="0"/>
              <a:t> love,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king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6-TU ES LE SEUL TU ES TOUT POUR MOI </a:t>
            </a:r>
          </a:p>
          <a:p>
            <a:pPr>
              <a:defRPr/>
            </a:pPr>
            <a:r>
              <a:rPr lang="fr-FR" dirty="0" smtClean="0"/>
              <a:t>	You are the one,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7-JE COURS VERS TOI TU ES TOUT CE DONT J'AI BESOIN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Now</a:t>
            </a:r>
            <a:r>
              <a:rPr lang="fr-FR" dirty="0" smtClean="0"/>
              <a:t> I </a:t>
            </a:r>
            <a:r>
              <a:rPr lang="fr-FR" dirty="0" err="1" smtClean="0"/>
              <a:t>run</a:t>
            </a:r>
            <a:r>
              <a:rPr lang="fr-FR" dirty="0" smtClean="0"/>
              <a:t> to </a:t>
            </a:r>
            <a:r>
              <a:rPr lang="fr-FR" dirty="0" err="1" smtClean="0"/>
              <a:t>you</a:t>
            </a:r>
            <a:r>
              <a:rPr lang="fr-FR" dirty="0" smtClean="0"/>
              <a:t>  Cause </a:t>
            </a:r>
            <a:r>
              <a:rPr lang="fr-FR" dirty="0" err="1" smtClean="0"/>
              <a:t>you</a:t>
            </a:r>
            <a:r>
              <a:rPr lang="fr-FR" dirty="0" smtClean="0"/>
              <a:t> are all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8-OH OH SI BEL AMOUR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Beautiful</a:t>
            </a:r>
            <a:r>
              <a:rPr lang="fr-FR" dirty="0" smtClean="0"/>
              <a:t> love	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LES BRAS OUVERTS TU AS PAYÉ POUR MOI</a:t>
            </a:r>
          </a:p>
          <a:p>
            <a:pPr>
              <a:defRPr/>
            </a:pPr>
            <a:r>
              <a:rPr lang="fr-FR" dirty="0" smtClean="0"/>
              <a:t>You </a:t>
            </a:r>
            <a:r>
              <a:rPr lang="fr-FR" dirty="0" err="1" smtClean="0"/>
              <a:t>stretched</a:t>
            </a:r>
            <a:r>
              <a:rPr lang="fr-FR" dirty="0" smtClean="0"/>
              <a:t> out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 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broke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fall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10-LE JOUR OÙ TON AMOUR A PRIS MA PLACE À LA CROIX</a:t>
            </a:r>
          </a:p>
          <a:p>
            <a:pPr>
              <a:defRPr/>
            </a:pPr>
            <a:r>
              <a:rPr lang="fr-FR" dirty="0" smtClean="0"/>
              <a:t>On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place on the cross</a:t>
            </a:r>
          </a:p>
          <a:p>
            <a:pPr>
              <a:defRPr/>
            </a:pPr>
            <a:r>
              <a:rPr lang="fr-FR" dirty="0" smtClean="0"/>
              <a:t>11- TU AS VAINCU LA MORT TA VIE A PRIS LA PLACE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swallowed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Overwhelmed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life</a:t>
            </a:r>
          </a:p>
          <a:p>
            <a:pPr>
              <a:defRPr/>
            </a:pPr>
            <a:r>
              <a:rPr lang="fr-FR" dirty="0" smtClean="0"/>
              <a:t>12-TU AS PAR TON SANG FAIS QUE MA PEINE S’EFFACE</a:t>
            </a:r>
          </a:p>
          <a:p>
            <a:pPr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made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blood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pain </a:t>
            </a:r>
            <a:r>
              <a:rPr lang="fr-FR" dirty="0" err="1" smtClean="0"/>
              <a:t>collide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</a:t>
            </a:r>
          </a:p>
          <a:p>
            <a:pPr>
              <a:defRPr/>
            </a:pPr>
            <a:r>
              <a:rPr lang="fr-FR" dirty="0" smtClean="0"/>
              <a:t>13-TU ES TOUT POUR MOI L AMOUR DE MA VIE</a:t>
            </a:r>
          </a:p>
          <a:p>
            <a:pPr>
              <a:defRPr/>
            </a:pP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, </a:t>
            </a:r>
            <a:r>
              <a:rPr lang="fr-FR" dirty="0" err="1" smtClean="0"/>
              <a:t>you’re</a:t>
            </a:r>
            <a:r>
              <a:rPr lang="fr-FR" dirty="0" smtClean="0"/>
              <a:t> all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 CELUI QUI A PORTÉ LA CROIX ME PORTE AUSSI</a:t>
            </a:r>
          </a:p>
          <a:p>
            <a:pPr>
              <a:defRPr/>
            </a:pPr>
            <a:r>
              <a:rPr lang="fr-FR" dirty="0" smtClean="0"/>
              <a:t>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carried</a:t>
            </a:r>
            <a:r>
              <a:rPr lang="fr-FR" dirty="0" smtClean="0"/>
              <a:t> the cross Carries me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10CDD-4920-4243-A633-B135FB60E75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391BF-2AB9-4A84-8307-3EAFBA3A37F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3A66B1-93A2-4AC1-BB4F-1E323C45307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86FCB-C3C9-45C6-9FAA-6AB8084C3A1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525B03-469E-43FD-A713-18B265FF95D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3FCC17-CB99-46AC-8BAD-906633AAF46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6EF6DB-DDC3-43A1-8CAC-94F7816DBA1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5B58FB-0C10-4786-825B-B5E5FA0A655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0E378-A52C-44A6-8D73-25C3ABF8B58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132B5F-5C7C-4138-8E00-BD98A49A214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E8432F-23DA-44B2-A291-E8FED29A6D3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5471B91-D507-43B2-8E71-59E3DDDEC46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PASSÉ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S’EST TU AU SON DE TA VOIX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AS GUÉRI MON CŒUR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TA MAIN, Ô MON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VAINCU LA MORT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VIE A PRIS LA PLACE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PAR TON SANG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 QUE MA PEINE S’EFFACE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BEL AMOUR 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MON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SEUL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TU ES TOUT POUR MOI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 JE COURS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BESOIN QUE DE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! SI BEL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BRAS OUVERTS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TU AS PAYÉ POUR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OÙ TON AMOUR A PRIS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PLACE À LA CROIX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VAINCU LA MORT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VIE A PRIS LA PLACE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PAR TON SANG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 QUE MA PEINE S’EFFACE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TOUT POUR MOI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L’AMOUR DE MA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CELUI QUI A PORTÉ LA CROIX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PORTE AUSSI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2404</Words>
  <Application>Microsoft Office PowerPoint</Application>
  <PresentationFormat>On-screen Show (4:3)</PresentationFormat>
  <Paragraphs>1063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170</cp:revision>
  <dcterms:created xsi:type="dcterms:W3CDTF">2002-08-17T10:50:50Z</dcterms:created>
  <dcterms:modified xsi:type="dcterms:W3CDTF">2017-12-30T14:42:21Z</dcterms:modified>
</cp:coreProperties>
</file>