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9" r:id="rId2"/>
    <p:sldId id="260" r:id="rId3"/>
    <p:sldId id="261" r:id="rId4"/>
    <p:sldId id="262" r:id="rId5"/>
    <p:sldId id="263" r:id="rId6"/>
    <p:sldId id="278" r:id="rId7"/>
    <p:sldId id="279" r:id="rId8"/>
    <p:sldId id="280" r:id="rId9"/>
    <p:sldId id="268" r:id="rId10"/>
    <p:sldId id="269" r:id="rId11"/>
    <p:sldId id="270" r:id="rId12"/>
    <p:sldId id="271" r:id="rId13"/>
    <p:sldId id="272" r:id="rId14"/>
    <p:sldId id="275" r:id="rId15"/>
    <p:sldId id="276" r:id="rId16"/>
    <p:sldId id="277" r:id="rId17"/>
    <p:sldId id="273" r:id="rId1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2997" autoAdjust="0"/>
    <p:restoredTop sz="29238" autoAdjust="0"/>
  </p:normalViewPr>
  <p:slideViewPr>
    <p:cSldViewPr>
      <p:cViewPr varScale="1">
        <p:scale>
          <a:sx n="24" d="100"/>
          <a:sy n="24" d="100"/>
        </p:scale>
        <p:origin x="-108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0A9A7FD-7E0F-4401-AC6E-E1D64377C967}" type="datetimeFigureOut">
              <a:rPr lang="fr-FR"/>
              <a:pPr>
                <a:defRPr/>
              </a:pPr>
              <a:t>06/09/2019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7AF8B31-4844-49B1-8014-4945515DF66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fr-FR" altLang="fr-FR" dirty="0" smtClean="0">
                <a:solidFill>
                  <a:schemeClr val="bg1"/>
                </a:solidFill>
                <a:latin typeface="Arial Black" pitchFamily="34" charset="0"/>
              </a:rPr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dirty="0" smtClean="0">
                <a:solidFill>
                  <a:schemeClr val="bg1"/>
                </a:solidFill>
                <a:latin typeface="Arial Black" pitchFamily="34" charset="0"/>
              </a:rPr>
              <a:t>
	Refrain: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6-  ME VOICI POUR TOI, POUR T’ADORER Ô MON SEIGNEUR, NE M'OUBLIE PAS 
	7-  JE SUIS ÉPRIS DE TOI DE TA BEAUTÉ 
	8-  ET JE VEUX TOUT TE DONNER À JAMAIS, TOUT TE DONNER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dirty="0" smtClean="0">
                <a:solidFill>
                  <a:schemeClr val="bg1"/>
                </a:solidFill>
                <a:latin typeface="Arial Black" pitchFamily="34" charset="0"/>
              </a:rPr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dirty="0" smtClean="0">
                <a:solidFill>
                  <a:schemeClr val="bg1"/>
                </a:solidFill>
                <a:latin typeface="Arial Black" pitchFamily="34" charset="0"/>
              </a:rPr>
              <a:t>	Refrain: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dirty="0" smtClean="0">
                <a:solidFill>
                  <a:schemeClr val="bg1"/>
                </a:solidFill>
                <a:latin typeface="Arial Black" pitchFamily="34" charset="0"/>
              </a:rPr>
              <a:t>Pont:
13-  JE T'ENTENDS M'APPELER SOUDAIN JE SUIS CHANGÉ 
14-  OH </a:t>
            </a:r>
            <a:r>
              <a:rPr lang="fr-FR" altLang="fr-FR" dirty="0" err="1" smtClean="0">
                <a:solidFill>
                  <a:schemeClr val="bg1"/>
                </a:solidFill>
                <a:latin typeface="Arial Black" pitchFamily="34" charset="0"/>
              </a:rPr>
              <a:t>OH</a:t>
            </a:r>
            <a:r>
              <a:rPr lang="fr-FR" alt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altLang="fr-FR" dirty="0" err="1" smtClean="0">
                <a:solidFill>
                  <a:schemeClr val="bg1"/>
                </a:solidFill>
                <a:latin typeface="Arial Black" pitchFamily="34" charset="0"/>
              </a:rPr>
              <a:t>OH</a:t>
            </a:r>
            <a:r>
              <a:rPr lang="fr-FR" alt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altLang="fr-FR" dirty="0" err="1" smtClean="0">
                <a:solidFill>
                  <a:schemeClr val="bg1"/>
                </a:solidFill>
                <a:latin typeface="Arial Black" pitchFamily="34" charset="0"/>
              </a:rPr>
              <a:t>OH</a:t>
            </a:r>
            <a:r>
              <a:rPr lang="fr-FR" altLang="fr-FR" dirty="0" smtClean="0">
                <a:solidFill>
                  <a:schemeClr val="bg1"/>
                </a:solidFill>
                <a:latin typeface="Arial Black" pitchFamily="34" charset="0"/>
              </a:rPr>
              <a:t>  
15-  LES CHAÎNES SONT BRISÉES JE LES ENTENDS TOMBER 
16-  OH </a:t>
            </a:r>
            <a:r>
              <a:rPr lang="fr-FR" altLang="fr-FR" dirty="0" err="1" smtClean="0">
                <a:solidFill>
                  <a:schemeClr val="bg1"/>
                </a:solidFill>
                <a:latin typeface="Arial Black" pitchFamily="34" charset="0"/>
              </a:rPr>
              <a:t>OH</a:t>
            </a:r>
            <a:r>
              <a:rPr lang="fr-FR" alt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altLang="fr-FR" dirty="0" err="1" smtClean="0">
                <a:solidFill>
                  <a:schemeClr val="bg1"/>
                </a:solidFill>
                <a:latin typeface="Arial Black" pitchFamily="34" charset="0"/>
              </a:rPr>
              <a:t>OH</a:t>
            </a:r>
            <a:r>
              <a:rPr lang="fr-FR" alt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altLang="fr-FR" dirty="0" err="1" smtClean="0">
                <a:solidFill>
                  <a:schemeClr val="bg1"/>
                </a:solidFill>
                <a:latin typeface="Arial Black" pitchFamily="34" charset="0"/>
              </a:rPr>
              <a:t>OH</a:t>
            </a:r>
            <a:r>
              <a:rPr lang="fr-FR" altLang="fr-FR" dirty="0" smtClean="0">
                <a:solidFill>
                  <a:schemeClr val="bg1"/>
                </a:solidFill>
                <a:latin typeface="Arial Black" pitchFamily="34" charset="0"/>
              </a:rPr>
              <a:t> 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dirty="0" smtClean="0">
                <a:solidFill>
                  <a:schemeClr val="bg1"/>
                </a:solidFill>
                <a:latin typeface="Arial Black" pitchFamily="34" charset="0"/>
              </a:rPr>
              <a:t>
17-  MES CHAÎNES SONT BRISÉES JE LES ENTENDS TOMBER 
</a:t>
            </a:r>
            <a:endParaRPr lang="fr-FR" altLang="fr-FR" dirty="0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ME VOICI POUR TOI, POUR T’ADORER Ô MON SEIGNEUR, NE M'OUBLIE PAS 
	7-  JE SUIS ÉPRIS DE TOI DE TA BEAUTÉ 
	8-  ET JE VEUX TOUT TE DONNER À JAMAIS, TOUT TE DONNER </a:t>
            </a:r>
          </a:p>
          <a:p>
            <a:r>
              <a:rPr lang="fr-FR" smtClean="0"/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
13-  JE T'ENTENDS M'APPELER SOUDAIN JE SUIS CHANGÉ 
14-  OH OH OH OH  
15-  LES CHAÎNES SONT BRISÉES JE LES ENTENDS TOMBER 
16-  OH OH OH OH  </a:t>
            </a:r>
          </a:p>
          <a:p>
            <a:r>
              <a:rPr lang="fr-FR" smtClean="0"/>
              <a:t>
17-  MES CHAÎNES SONT BRISÉES JE LES ENTENDS TOMBER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	Refrain: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6-  ME VOICI POUR TOI, POUR T’ADORER Ô MON SEIGNEUR, NE M'OUBLIE PAS 
	7-  JE SUIS ÉPRIS DE TOI DE TA BEAUTÉ 
	8-  ET JE VEUX TOUT TE DONNER À JAMAIS, TOUT TE DONNER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Refrain: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Pont:
13-  JE T'ENTENDS M'APPELER SOUDAIN JE SUIS CHANGÉ 
14-  OH OH OH OH  
15-  LES CHAÎNES SONT BRISÉES JE LES ENTENDS TOMBER 
16-  OH OH OH OH 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17-  MES CHAÎNES SONT BRISÉES JE LES ENTENDS TOMBER 
</a:t>
            </a:r>
            <a:endParaRPr lang="fr-FR" altLang="fr-FR" dirty="0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ME VOICI POUR TOI, POUR T’ADORER Ô MON SEIGNEUR, NE M'OUBLIE PAS 
	7-  JE SUIS ÉPRIS DE TOI DE TA BEAUTÉ 
	8-  ET JE VEUX TOUT TE DONNER À JAMAIS, TOUT TE DONNER </a:t>
            </a:r>
          </a:p>
          <a:p>
            <a:r>
              <a:rPr lang="fr-FR" smtClean="0"/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
13-  JE T'ENTENDS M'APPELER SOUDAIN JE SUIS CHANGÉ 
14-  OH OH OH OH  
15-  LES CHAÎNES SONT BRISÉES JE LES ENTENDS TOMBER 
16-  OH OH OH OH  </a:t>
            </a:r>
          </a:p>
          <a:p>
            <a:r>
              <a:rPr lang="fr-FR" smtClean="0"/>
              <a:t>
17-  MES CHAÎNES SONT BRISÉES JE LES ENTENDS TOMBER 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	Refrain: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6-  ME VOICI POUR TOI, POUR T’ADORER Ô MON SEIGNEUR, NE M'OUBLIE PAS 
	7-  JE SUIS ÉPRIS DE TOI DE TA BEAUTÉ 
	8-  ET JE VEUX TOUT TE DONNER À JAMAIS, TOUT TE DONNER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Refrain: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Pont:
13-  JE T'ENTENDS M'APPELER SOUDAIN JE SUIS CHANGÉ 
14-  OH OH OH OH  
15-  LES CHAÎNES SONT BRISÉES JE LES ENTENDS TOMBER 
16-  OH OH OH OH 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17-  MES CHAÎNES SONT BRISÉES JE LES ENTENDS TOMBER 
</a:t>
            </a:r>
            <a:endParaRPr lang="fr-FR" altLang="fr-FR" dirty="0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ME VOICI POUR TOI, POUR T’ADORER Ô MON SEIGNEUR, NE M'OUBLIE PAS 
	7-  JE SUIS ÉPRIS DE TOI DE TA BEAUTÉ 
	8-  ET JE VEUX TOUT TE DONNER À JAMAIS, TOUT TE DONNER </a:t>
            </a:r>
          </a:p>
          <a:p>
            <a:r>
              <a:rPr lang="fr-FR" smtClean="0"/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
13-  JE T'ENTENDS M'APPELER SOUDAIN JE SUIS CHANGÉ 
14-  OH OH OH OH  
15-  LES CHAÎNES SONT BRISÉES JE LES ENTENDS TOMBER 
16-  OH OH OH OH  </a:t>
            </a:r>
          </a:p>
          <a:p>
            <a:r>
              <a:rPr lang="fr-FR" smtClean="0"/>
              <a:t>
17-  MES CHAÎNES SONT BRISÉES JE LES ENTENDS TOMBER 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	Refrain: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6-  ME VOICI POUR TOI, POUR T’ADORER Ô MON SEIGNEUR, NE M'OUBLIE PAS 
	7-  JE SUIS ÉPRIS DE TOI DE TA BEAUTÉ 
	8-  ET JE VEUX TOUT TE DONNER À JAMAIS, TOUT TE DONNER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Refrain: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Pont:
13-  JE T'ENTENDS M'APPELER SOUDAIN JE SUIS CHANGÉ 
14-  OH OH OH OH  
15-  LES CHAÎNES SONT BRISÉES JE LES ENTENDS TOMBER 
16-  OH OH OH OH 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17-  MES CHAÎNES SONT BRISÉES JE LES ENTENDS TOMBER 
</a:t>
            </a:r>
            <a:endParaRPr lang="fr-FR" altLang="fr-FR" dirty="0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ME VOICI POUR TOI, POUR T’ADORER Ô MON SEIGNEUR, NE M'OUBLIE PAS 
	7-  JE SUIS ÉPRIS DE TOI DE TA BEAUTÉ 
	8-  ET JE VEUX TOUT TE DONNER À JAMAIS, TOUT TE DONNER </a:t>
            </a:r>
          </a:p>
          <a:p>
            <a:r>
              <a:rPr lang="fr-FR" smtClean="0"/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
13-  JE T'ENTENDS M'APPELER SOUDAIN JE SUIS CHANGÉ 
14-  OH OH OH OH  
15-  LES CHAÎNES SONT BRISÉES JE LES ENTENDS TOMBER 
16-  OH OH OH OH  </a:t>
            </a:r>
          </a:p>
          <a:p>
            <a:r>
              <a:rPr lang="fr-FR" smtClean="0"/>
              <a:t>
17-  MES CHAÎNES SONT BRISÉES JE LES ENTENDS TOMBER 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	Refrain: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6-  ME VOICI POUR TOI, POUR T’ADORER Ô MON SEIGNEUR, NE M'OUBLIE PAS 
	7-  JE SUIS ÉPRIS DE TOI DE TA BEAUTÉ 
	8-  ET JE VEUX TOUT TE DONNER À JAMAIS, TOUT TE DONNER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Refrain: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Pont:
13-  JE T'ENTENDS M'APPELER SOUDAIN JE SUIS CHANGÉ 
14-  OH OH OH OH  
15-  LES CHAÎNES SONT BRISÉES JE LES ENTENDS TOMBER 
16-  OH OH OH OH 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17-  MES CHAÎNES SONT BRISÉES JE LES ENTENDS TOMBER 
</a:t>
            </a:r>
            <a:endParaRPr lang="fr-FR" altLang="fr-FR" dirty="0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ME VOICI POUR TOI, POUR T’ADORER Ô MON SEIGNEUR, NE M'OUBLIE PAS 
	7-  JE SUIS ÉPRIS DE TOI DE TA BEAUTÉ 
	8-  ET JE VEUX TOUT TE DONNER À JAMAIS, TOUT TE DONNER </a:t>
            </a:r>
          </a:p>
          <a:p>
            <a:r>
              <a:rPr lang="fr-FR" smtClean="0"/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
13-  JE T'ENTENDS M'APPELER SOUDAIN JE SUIS CHANGÉ 
14-  OH OH OH OH  
15-  LES CHAÎNES SONT BRISÉES JE LES ENTENDS TOMBER 
16-  OH OH OH OH  </a:t>
            </a:r>
          </a:p>
          <a:p>
            <a:r>
              <a:rPr lang="fr-FR" smtClean="0"/>
              <a:t>
17-  MES CHAÎNES SONT BRISÉES JE LES ENTENDS TOMBER 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	Refrain: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6-  ME VOICI POUR TOI, POUR T’ADORER Ô MON SEIGNEUR, NE M'OUBLIE PAS 
	7-  JE SUIS ÉPRIS DE TOI DE TA BEAUTÉ 
	8-  ET JE VEUX TOUT TE DONNER À JAMAIS, TOUT TE DONNER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Refrain: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Pont:
13-  JE T'ENTENDS M'APPELER SOUDAIN JE SUIS CHANGÉ 
14-  OH OH OH OH  
15-  LES CHAÎNES SONT BRISÉES JE LES ENTENDS TOMBER 
16-  OH OH OH OH 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17-  MES CHAÎNES SONT BRISÉES JE LES ENTENDS TOMBER 
</a:t>
            </a:r>
            <a:endParaRPr lang="fr-FR" altLang="fr-FR" dirty="0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ME VOICI POUR TOI, POUR T’ADORER Ô MON SEIGNEUR, NE M'OUBLIE PAS 
	7-  JE SUIS ÉPRIS DE TOI DE TA BEAUTÉ 
	8-  ET JE VEUX TOUT TE DONNER À JAMAIS, TOUT TE DONNER </a:t>
            </a:r>
          </a:p>
          <a:p>
            <a:r>
              <a:rPr lang="fr-FR" smtClean="0"/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
13-  JE T'ENTENDS M'APPELER SOUDAIN JE SUIS CHANGÉ 
14-  OH OH OH OH  
15-  LES CHAÎNES SONT BRISÉES JE LES ENTENDS TOMBER 
16-  OH OH OH OH  </a:t>
            </a:r>
          </a:p>
          <a:p>
            <a:r>
              <a:rPr lang="fr-FR" smtClean="0"/>
              <a:t>
17-  MES CHAÎNES SONT BRISÉES JE LES ENTENDS TOMBER 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	Refrain: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6-  ME VOICI POUR TOI, POUR T’ADORER Ô MON SEIGNEUR, NE M'OUBLIE PAS 
	7-  JE SUIS ÉPRIS DE TOI DE TA BEAUTÉ 
	8-  ET JE VEUX TOUT TE DONNER À JAMAIS, TOUT TE DONNER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Refrain: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Pont:
13-  JE T'ENTENDS M'APPELER SOUDAIN JE SUIS CHANGÉ 
14-  OH OH OH OH  
15-  LES CHAÎNES SONT BRISÉES JE LES ENTENDS TOMBER 
16-  OH OH OH OH 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17-  MES CHAÎNES SONT BRISÉES JE LES ENTENDS TOMBER 
</a:t>
            </a:r>
            <a:endParaRPr lang="fr-FR" altLang="fr-FR" dirty="0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ME VOICI POUR TOI, POUR T’ADORER Ô MON SEIGNEUR, NE M'OUBLIE PAS 
	7-  JE SUIS ÉPRIS DE TOI DE TA BEAUTÉ 
	8-  ET JE VEUX TOUT TE DONNER À JAMAIS, TOUT TE DONNER </a:t>
            </a:r>
          </a:p>
          <a:p>
            <a:r>
              <a:rPr lang="fr-FR" smtClean="0"/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
13-  JE T'ENTENDS M'APPELER SOUDAIN JE SUIS CHANGÉ 
14-  OH OH OH OH  
15-  LES CHAÎNES SONT BRISÉES JE LES ENTENDS TOMBER 
16-  OH OH OH OH  </a:t>
            </a:r>
          </a:p>
          <a:p>
            <a:r>
              <a:rPr lang="fr-FR" smtClean="0"/>
              <a:t>
17-  MES CHAÎNES SONT BRISÉES JE LES ENTENDS TOMBER 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	Refrain: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6-  ME VOICI POUR TOI, POUR T’ADORER Ô MON SEIGNEUR, NE M'OUBLIE PAS 
	7-  JE SUIS ÉPRIS DE TOI DE TA BEAUTÉ 
	8-  ET JE VEUX TOUT TE DONNER À JAMAIS, TOUT TE DONNER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Refrain: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Pont:
13-  JE T'ENTENDS M'APPELER SOUDAIN JE SUIS CHANGÉ 
14-  OH OH OH OH  
15-  LES CHAÎNES SONT BRISÉES JE LES ENTENDS TOMBER 
16-  OH OH OH OH 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17-  MES CHAÎNES SONT BRISÉES JE LES ENTENDS TOMBER 
</a:t>
            </a:r>
            <a:endParaRPr lang="fr-FR" altLang="fr-FR" dirty="0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ME VOICI POUR TOI, POUR T’ADORER Ô MON SEIGNEUR, NE M'OUBLIE PAS 
	7-  JE SUIS ÉPRIS DE TOI DE TA BEAUTÉ 
	8-  ET JE VEUX TOUT TE DONNER À JAMAIS, TOUT TE DONNER </a:t>
            </a:r>
          </a:p>
          <a:p>
            <a:r>
              <a:rPr lang="fr-FR" smtClean="0"/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
13-  JE T'ENTENDS M'APPELER SOUDAIN JE SUIS CHANGÉ 
14-  OH OH OH OH  
15-  LES CHAÎNES SONT BRISÉES JE LES ENTENDS TOMBER 
16-  OH OH OH OH  </a:t>
            </a:r>
          </a:p>
          <a:p>
            <a:r>
              <a:rPr lang="fr-FR" smtClean="0"/>
              <a:t>
17-  MES CHAÎNES SONT BRISÉES JE LES ENTENDS TOMBER 
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	Refrain: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6-  ME VOICI POUR TOI, POUR T’ADORER Ô MON SEIGNEUR, NE M'OUBLIE PAS 
	7-  JE SUIS ÉPRIS DE TOI DE TA BEAUTÉ 
	8-  ET JE VEUX TOUT TE DONNER À JAMAIS, TOUT TE DONNER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Refrain: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Pont:
13-  JE T'ENTENDS M'APPELER SOUDAIN JE SUIS CHANGÉ 
14-  OH OH OH OH  
15-  LES CHAÎNES SONT BRISÉES JE LES ENTENDS TOMBER 
16-  OH OH OH OH 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17-  MES CHAÎNES SONT BRISÉES JE LES ENTENDS TOMBER 
</a:t>
            </a:r>
            <a:endParaRPr lang="fr-FR" altLang="fr-FR" dirty="0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ME VOICI POUR TOI, POUR T’ADORER Ô MON SEIGNEUR, NE M'OUBLIE PAS 
	7-  JE SUIS ÉPRIS DE TOI DE TA BEAUTÉ 
	8-  ET JE VEUX TOUT TE DONNER À JAMAIS, TOUT TE DONNER </a:t>
            </a:r>
          </a:p>
          <a:p>
            <a:r>
              <a:rPr lang="fr-FR" smtClean="0"/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
13-  JE T'ENTENDS M'APPELER SOUDAIN JE SUIS CHANGÉ 
14-  OH OH OH OH  
15-  LES CHAÎNES SONT BRISÉES JE LES ENTENDS TOMBER 
16-  OH OH OH OH  </a:t>
            </a:r>
          </a:p>
          <a:p>
            <a:r>
              <a:rPr lang="fr-FR" smtClean="0"/>
              <a:t>
17-  MES CHAÎNES SONT BRISÉES JE LES ENTENDS TOMBER 
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	Refrain: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6-  ME VOICI POUR TOI, POUR T’ADORER Ô MON SEIGNEUR, NE M'OUBLIE PAS 
	7-  JE SUIS ÉPRIS DE TOI DE TA BEAUTÉ 
	8-  ET JE VEUX TOUT TE DONNER À JAMAIS, TOUT TE DONNER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Refrain: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Pont:
13-  JE T'ENTENDS M'APPELER SOUDAIN JE SUIS CHANGÉ 
14-  OH OH OH OH  
15-  LES CHAÎNES SONT BRISÉES JE LES ENTENDS TOMBER 
16-  OH OH OH OH 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17-  MES CHAÎNES SONT BRISÉES JE LES ENTENDS TOMBER 
</a:t>
            </a:r>
            <a:endParaRPr lang="fr-FR" altLang="fr-FR" dirty="0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ME VOICI POUR TOI, POUR T’ADORER Ô MON SEIGNEUR, NE M'OUBLIE PAS 
	7-  JE SUIS ÉPRIS DE TOI DE TA BEAUTÉ 
	8-  ET JE VEUX TOUT TE DONNER À JAMAIS, TOUT TE DONNER </a:t>
            </a:r>
          </a:p>
          <a:p>
            <a:r>
              <a:rPr lang="fr-FR" smtClean="0"/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
13-  JE T'ENTENDS M'APPELER SOUDAIN JE SUIS CHANGÉ 
14-  OH OH OH OH  
15-  LES CHAÎNES SONT BRISÉES JE LES ENTENDS TOMBER 
16-  OH OH OH OH  </a:t>
            </a:r>
          </a:p>
          <a:p>
            <a:r>
              <a:rPr lang="fr-FR" smtClean="0"/>
              <a:t>
17-  MES CHAÎNES SONT BRISÉES JE LES ENTENDS TOMBER 
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	Refrain: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6-  ME VOICI POUR TOI, POUR T’ADORER Ô MON SEIGNEUR, NE M'OUBLIE PAS 
	7-  JE SUIS ÉPRIS DE TOI DE TA BEAUTÉ 
	8-  ET JE VEUX TOUT TE DONNER À JAMAIS, TOUT TE DONNER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Refrain: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Pont:
13-  JE T'ENTENDS M'APPELER SOUDAIN JE SUIS CHANGÉ 
14-  OH OH OH OH  
15-  LES CHAÎNES SONT BRISÉES JE LES ENTENDS TOMBER 
16-  OH OH OH OH 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17-  MES CHAÎNES SONT BRISÉES JE LES ENTENDS TOMBER 
</a:t>
            </a:r>
            <a:endParaRPr lang="fr-FR" altLang="fr-FR" dirty="0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ME VOICI POUR TOI, POUR T’ADORER Ô MON SEIGNEUR, NE M'OUBLIE PAS 
	7-  JE SUIS ÉPRIS DE TOI DE TA BEAUTÉ 
	8-  ET JE VEUX TOUT TE DONNER À JAMAIS, TOUT TE DONNER </a:t>
            </a:r>
          </a:p>
          <a:p>
            <a:r>
              <a:rPr lang="fr-FR" smtClean="0"/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
13-  JE T'ENTENDS M'APPELER SOUDAIN JE SUIS CHANGÉ 
14-  OH OH OH OH  
15-  LES CHAÎNES SONT BRISÉES JE LES ENTENDS TOMBER 
16-  OH OH OH OH  </a:t>
            </a:r>
          </a:p>
          <a:p>
            <a:r>
              <a:rPr lang="fr-FR" smtClean="0"/>
              <a:t>
17-  MES CHAÎNES SONT BRISÉES JE LES ENTENDS TOMBER 
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	Refrain: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6-  ME VOICI POUR TOI, POUR T’ADORER Ô MON SEIGNEUR, NE M'OUBLIE PAS 
	7-  JE SUIS ÉPRIS DE TOI DE TA BEAUTÉ 
	8-  ET JE VEUX TOUT TE DONNER À JAMAIS, TOUT TE DONNER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Refrain: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Pont:
13-  JE T'ENTENDS M'APPELER SOUDAIN JE SUIS CHANGÉ 
14-  OH OH OH OH  
15-  LES CHAÎNES SONT BRISÉES JE LES ENTENDS TOMBER 
16-  OH OH OH OH 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17-  MES CHAÎNES SONT BRISÉES JE LES ENTENDS TOMBER 
</a:t>
            </a:r>
            <a:endParaRPr lang="fr-FR" altLang="fr-FR" dirty="0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ME VOICI POUR TOI, POUR T’ADORER Ô MON SEIGNEUR, NE M'OUBLIE PAS 
	7-  JE SUIS ÉPRIS DE TOI DE TA BEAUTÉ 
	8-  ET JE VEUX TOUT TE DONNER À JAMAIS, TOUT TE DONNER </a:t>
            </a:r>
          </a:p>
          <a:p>
            <a:r>
              <a:rPr lang="fr-FR" smtClean="0"/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
13-  JE T'ENTENDS M'APPELER SOUDAIN JE SUIS CHANGÉ 
14-  OH OH OH OH  
15-  LES CHAÎNES SONT BRISÉES JE LES ENTENDS TOMBER 
16-  OH OH OH OH  </a:t>
            </a:r>
          </a:p>
          <a:p>
            <a:r>
              <a:rPr lang="fr-FR" smtClean="0"/>
              <a:t>
17-  MES CHAÎNES SONT BRISÉES JE LES ENTENDS TOMBER 
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	Refrain: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6-  ME VOICI POUR TOI, POUR T’ADORER Ô MON SEIGNEUR, NE M'OUBLIE PAS 
	7-  JE SUIS ÉPRIS DE TOI DE TA BEAUTÉ 
	8-  ET JE VEUX TOUT TE DONNER À JAMAIS, TOUT TE DONNER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Refrain: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Pont:
13-  JE T'ENTENDS M'APPELER SOUDAIN JE SUIS CHANGÉ 
14-  OH OH OH OH  
15-  LES CHAÎNES SONT BRISÉES JE LES ENTENDS TOMBER 
16-  OH OH OH OH 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17-  MES CHAÎNES SONT BRISÉES JE LES ENTENDS TOMBER 
</a:t>
            </a:r>
            <a:endParaRPr lang="fr-FR" altLang="fr-FR" dirty="0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ME VOICI POUR TOI, POUR T’ADORER Ô MON SEIGNEUR, NE M'OUBLIE PAS 
	7-  JE SUIS ÉPRIS DE TOI DE TA BEAUTÉ 
	8-  ET JE VEUX TOUT TE DONNER À JAMAIS, TOUT TE DONNER </a:t>
            </a:r>
          </a:p>
          <a:p>
            <a:r>
              <a:rPr lang="fr-FR" smtClean="0"/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
13-  JE T'ENTENDS M'APPELER SOUDAIN JE SUIS CHANGÉ 
14-  OH OH OH OH  
15-  LES CHAÎNES SONT BRISÉES JE LES ENTENDS TOMBER 
16-  OH OH OH OH  </a:t>
            </a:r>
          </a:p>
          <a:p>
            <a:r>
              <a:rPr lang="fr-FR" smtClean="0"/>
              <a:t>
17-  MES CHAÎNES SONT BRISÉES JE LES ENTENDS TOMBER 
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	Refrain: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6-  ME VOICI POUR TOI, POUR T’ADORER Ô MON SEIGNEUR, NE M'OUBLIE PAS 
	7-  JE SUIS ÉPRIS DE TOI DE TA BEAUTÉ 
	8-  ET JE VEUX TOUT TE DONNER À JAMAIS, TOUT TE DONNER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Refrain: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Pont:
13-  JE T'ENTENDS M'APPELER SOUDAIN JE SUIS CHANGÉ 
14-  OH OH OH OH  
15-  LES CHAÎNES SONT BRISÉES JE LES ENTENDS TOMBER 
16-  OH OH OH OH 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17-  MES CHAÎNES SONT BRISÉES JE LES ENTENDS TOMBER 
</a:t>
            </a:r>
            <a:endParaRPr lang="fr-FR" altLang="fr-FR" dirty="0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ME VOICI POUR TOI, POUR T’ADORER Ô MON SEIGNEUR, NE M'OUBLIE PAS 
	7-  JE SUIS ÉPRIS DE TOI DE TA BEAUTÉ 
	8-  ET JE VEUX TOUT TE DONNER À JAMAIS, TOUT TE DONNER </a:t>
            </a:r>
          </a:p>
          <a:p>
            <a:r>
              <a:rPr lang="fr-FR" smtClean="0"/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
13-  JE T'ENTENDS M'APPELER SOUDAIN JE SUIS CHANGÉ 
14-  OH OH OH OH  
15-  LES CHAÎNES SONT BRISÉES JE LES ENTENDS TOMBER 
16-  OH OH OH OH  </a:t>
            </a:r>
          </a:p>
          <a:p>
            <a:r>
              <a:rPr lang="fr-FR" smtClean="0"/>
              <a:t>
17-  MES CHAÎNES SONT BRISÉES JE LES ENTENDS TOMBER 
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	Refrain: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6-  ME VOICI POUR TOI, POUR T’ADORER Ô MON SEIGNEUR, NE M'OUBLIE PAS 
	7-  JE SUIS ÉPRIS DE TOI DE TA BEAUTÉ 
	8-  ET JE VEUX TOUT TE DONNER À JAMAIS, TOUT TE DONNER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Refrain: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Pont:
13-  JE T'ENTENDS M'APPELER SOUDAIN JE SUIS CHANGÉ 
14-  OH OH OH OH  
15-  LES CHAÎNES SONT BRISÉES JE LES ENTENDS TOMBER 
16-  OH OH OH OH 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17-  MES CHAÎNES SONT BRISÉES JE LES ENTENDS TOMBER 
</a:t>
            </a:r>
            <a:endParaRPr lang="fr-FR" altLang="fr-FR" dirty="0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ME VOICI POUR TOI, POUR T’ADORER Ô MON SEIGNEUR, NE M'OUBLIE PAS 
	7-  JE SUIS ÉPRIS DE TOI DE TA BEAUTÉ 
	8-  ET JE VEUX TOUT TE DONNER À JAMAIS, TOUT TE DONNER </a:t>
            </a:r>
          </a:p>
          <a:p>
            <a:r>
              <a:rPr lang="fr-FR" smtClean="0"/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
13-  JE T'ENTENDS M'APPELER SOUDAIN JE SUIS CHANGÉ 
14-  OH OH OH OH  
15-  LES CHAÎNES SONT BRISÉES JE LES ENTENDS TOMBER 
16-  OH OH OH OH  </a:t>
            </a:r>
          </a:p>
          <a:p>
            <a:r>
              <a:rPr lang="fr-FR" smtClean="0"/>
              <a:t>
17-  MES CHAÎNES SONT BRISÉES JE LES ENTENDS TOMBER 
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	Refrain: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6-  ME VOICI POUR TOI, POUR T’ADORER Ô MON SEIGNEUR, NE M'OUBLIE PAS 
	7-  JE SUIS ÉPRIS DE TOI DE TA BEAUTÉ 
	8-  ET JE VEUX TOUT TE DONNER À JAMAIS, TOUT TE DONNER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Refrain: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Pont:
13-  JE T'ENTENDS M'APPELER SOUDAIN JE SUIS CHANGÉ 
14-  OH OH OH OH  
15-  LES CHAÎNES SONT BRISÉES JE LES ENTENDS TOMBER 
16-  OH OH OH OH 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17-  MES CHAÎNES SONT BRISÉES JE LES ENTENDS TOMBER 
</a:t>
            </a:r>
            <a:endParaRPr lang="fr-FR" altLang="fr-FR" dirty="0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ME VOICI POUR TOI, POUR T’ADORER Ô MON SEIGNEUR, NE M'OUBLIE PAS 
	7-  JE SUIS ÉPRIS DE TOI DE TA BEAUTÉ 
	8-  ET JE VEUX TOUT TE DONNER À JAMAIS, TOUT TE DONNER </a:t>
            </a:r>
          </a:p>
          <a:p>
            <a:r>
              <a:rPr lang="fr-FR" smtClean="0"/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
13-  JE T'ENTENDS M'APPELER SOUDAIN JE SUIS CHANGÉ 
14-  OH OH OH OH  
15-  LES CHAÎNES SONT BRISÉES JE LES ENTENDS TOMBER 
16-  OH OH OH OH  </a:t>
            </a:r>
          </a:p>
          <a:p>
            <a:r>
              <a:rPr lang="fr-FR" smtClean="0"/>
              <a:t>
17-  MES CHAÎNES SONT BRISÉES JE LES ENTENDS TOMBER 
</a:t>
            </a: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	Refrain: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6-  ME VOICI POUR TOI, POUR T’ADORER Ô MON SEIGNEUR, NE M'OUBLIE PAS 
	7-  JE SUIS ÉPRIS DE TOI DE TA BEAUTÉ 
	8-  ET JE VEUX TOUT TE DONNER À JAMAIS, TOUT TE DONNER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Refrain: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Pont:
13-  JE T'ENTENDS M'APPELER SOUDAIN JE SUIS CHANGÉ 
14-  OH OH OH OH  
15-  LES CHAÎNES SONT BRISÉES JE LES ENTENDS TOMBER 
16-  OH OH OH OH 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
17-  MES CHAÎNES SONT BRISÉES JE LES ENTENDS TOMBER 
</a:t>
            </a:r>
            <a:endParaRPr lang="fr-FR" altLang="fr-FR" dirty="0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COMMENT EXPLIQUER  CET INSTANT D’ÉTERNITÉ 
2-  J’ENTENDS LE CIEL M’APPELER PLUS HAUT QUE DANS LE PASSÉ 
3-  MES MOTS SONT TROUBLÉS TA PRÉSENCE M’ENVAHIT 
4-  JE NE PEUX L'EXPLIQUER JE NE PEUX LE NIER 
5-  JE TREMBLE, CAR TU ES TOUT PRÈS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ME VOICI POUR TOI, POUR T’ADORER Ô MON SEIGNEUR, NE M'OUBLIE PAS 
	7-  JE SUIS ÉPRIS DE TOI DE TA BEAUTÉ 
	8-  ET JE VEUX TOUT TE DONNER À JAMAIS, TOUT TE DONNER </a:t>
            </a:r>
          </a:p>
          <a:p>
            <a:r>
              <a:rPr lang="fr-FR" smtClean="0"/>
              <a:t>
9-  LE SON DU CIEL VIENT M’ENTOURER ET J’ENTENDS UN VENT SOUFFLER 
10-  NOUS SOMMES LÀ POUR T’ADORER EN TOI RESSUSCITÉS 
11-  JE NE PEUX L'EXPLIQUER JE NE PEUX LE NIER 
12-  JE TREMBLE, CAR TU ES TOUT PRÈS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
13-  JE T'ENTENDS M'APPELER SOUDAIN JE SUIS CHANGÉ 
14-  OH OH OH OH  
15-  LES CHAÎNES SONT BRISÉES JE LES ENTENDS TOMBER 
16-  OH OH OH OH  </a:t>
            </a:r>
          </a:p>
          <a:p>
            <a:r>
              <a:rPr lang="fr-FR" smtClean="0"/>
              <a:t>
17-  MES CHAÎNES SONT BRISÉES JE LES ENTENDS TOMBER 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600302-6687-49AA-BD5D-B3F7C7AAEAB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85D7C5-ABED-46F9-96B8-BCA4E75791B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209A10-C782-47B1-B214-499CCFBB32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72B45B-55B3-4245-A45D-7797A875D2E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3B2060-F96F-4633-8781-18A028C1029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539091-77C9-40FE-932F-F7EB096B5BD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6D3359-D4FB-44C8-93AD-D9ED6551DD8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842819-BB0C-4846-870E-6DB5C66D254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14B596-09AC-4F90-BD95-57D4F263420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CDC7D5-FDE1-4FFB-9A69-F2CD9CE4517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90EB3-5335-4514-8419-6F148E2C330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7E30E4B-7F21-476D-9A2D-8CA5798B6FA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COMMENT EXPLIQUER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CET INSTANT D’ÉTERNITÉ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J’ENTENDS LE CIEL M’APPELER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HAUT QUE DANS LE PASSÉ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MES MOTS SONT TROUBLÉS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PRÉSENCE M’ENVAHIT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PEUX L'EXPLIQUER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PEUX LE NIER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TREMBLE, CAR TU ES TOUT PRÈS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VOICI POUR TOI, POUR T’ADORER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Ô MON SEIGNEUR, NE M'OUBLIE PAS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ÉPRIS DE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TA BEAUTÉ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VEUX TOUT TE DONNER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JAMAIS, TOUT TE DONNER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SON DU CIEL VIENT M’ENTOURER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J’ENTENDS UN VENT SOUFFLER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LÀ POUR T’ADORER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TOI RESSUSCITÉS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PEUX L'EXPLIQUER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PEUX LE NIER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TREMBLE, CAR TU ES TOUT PRÈS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T'ENTENDS M'APPELER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SOUDAIN JE SUIS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CHANGÉ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</a:t>
            </a:r>
            <a:r>
              <a:rPr lang="fr-FR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CHAÎNES SONT BRISÉES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LES ENTENDS TOMBER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</a:t>
            </a:r>
            <a:r>
              <a:rPr lang="fr-FR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CHAÎNES SONT BRISÉES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LES ENTENDS TOMBER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1788</TotalTime>
  <Words>344</Words>
  <Application>Microsoft Office PowerPoint</Application>
  <PresentationFormat>Affichage à l'écran (4:3)</PresentationFormat>
  <Paragraphs>336</Paragraphs>
  <Slides>17</Slides>
  <Notes>17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18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185</cp:revision>
  <dcterms:created xsi:type="dcterms:W3CDTF">2002-08-17T10:50:50Z</dcterms:created>
  <dcterms:modified xsi:type="dcterms:W3CDTF">2019-09-06T19:30:49Z</dcterms:modified>
</cp:coreProperties>
</file>