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70" r:id="rId2"/>
    <p:sldId id="271" r:id="rId3"/>
    <p:sldId id="272" r:id="rId4"/>
    <p:sldId id="274" r:id="rId5"/>
    <p:sldId id="273" r:id="rId6"/>
    <p:sldId id="275" r:id="rId7"/>
    <p:sldId id="276" r:id="rId8"/>
    <p:sldId id="277" r:id="rId9"/>
    <p:sldId id="278" r:id="rId10"/>
    <p:sldId id="279" r:id="rId11"/>
    <p:sldId id="280" r:id="rId12"/>
    <p:sldId id="281" r:id="rId13"/>
    <p:sldId id="283" r:id="rId14"/>
    <p:sldId id="284" r:id="rId15"/>
    <p:sldId id="285" r:id="rId16"/>
  </p:sldIdLst>
  <p:sldSz cx="9144000" cy="6858000" type="screen4x3"/>
  <p:notesSz cx="6858000" cy="9144000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00" autoAdjust="0"/>
    <p:restoredTop sz="41588" autoAdjust="0"/>
  </p:normalViewPr>
  <p:slideViewPr>
    <p:cSldViewPr>
      <p:cViewPr varScale="1">
        <p:scale>
          <a:sx n="28" d="100"/>
          <a:sy n="28" d="100"/>
        </p:scale>
        <p:origin x="-178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2C0BB8A7-AB2E-4FD1-B073-0530F67D990F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4626CAD4-B5F1-4AD0-AB28-C640A7258A29}" type="slidenum">
              <a:rPr lang="fr-FR" altLang="fr-FR"/>
              <a:pPr>
                <a:defRPr/>
              </a:pPr>
              <a:t>‹#›</a:t>
            </a:fld>
            <a:endParaRPr lang="fr-FR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GLORIEUX, LOUONS LE ROI  GLORIEUX, LEVONS NOS VOIX           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Glorious, Shout it out and Glorious, Make it louder</a:t>
            </a:r>
            <a:br>
              <a:rPr lang="fr-FR" smtClean="0"/>
            </a:br>
            <a:r>
              <a:rPr lang="fr-FR" smtClean="0"/>
              <a:t>
2-  NOUS VOULONS PROCLAMER JÉSUS, QUE TON NOM EST GLORIEUX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Jesus we shout Your name. Jesus we make Your praise, Glorious</a:t>
            </a:r>
            <a:br>
              <a:rPr lang="fr-FR" smtClean="0"/>
            </a:br>
            <a:r>
              <a:rPr lang="fr-FR" smtClean="0"/>
              <a:t>
3-  TU ES GLORIEUX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You are glorious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MON DIEU, TU RÈGNES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My God You reign</a:t>
            </a:r>
            <a:br>
              <a:rPr lang="fr-FR" smtClean="0"/>
            </a:br>
            <a:r>
              <a:rPr lang="fr-FR" smtClean="0"/>
              <a:t>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POUR TOUJOURS À JAMAIS TU ES LE MÊME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Forever and ever. How great Your name</a:t>
            </a:r>
            <a:br>
              <a:rPr lang="fr-FR" smtClean="0"/>
            </a:br>
            <a:r>
              <a:rPr lang="fr-FR" smtClean="0"/>
              <a:t> 
6-  TON AMOUR DURE ÉTERNELLEMENT  TON NOM EST GRAND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Your love remains Forever and ever. You stay the same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CRIE DE JOIE SI TU SAIS QUE TON DIEU EST BON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Shout it out, shout it out If you know He’s good</a:t>
            </a:r>
            <a:br>
              <a:rPr lang="fr-FR" smtClean="0"/>
            </a:br>
            <a:r>
              <a:rPr lang="fr-FR" smtClean="0"/>
              <a:t>
8-  CRIE DE JOIE CAR TOUJOURS  LE SEIGNEUR EST BON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Sing it out, sing it out For the Lord is good</a:t>
            </a:r>
            <a:br>
              <a:rPr lang="fr-FR" smtClean="0"/>
            </a:br>
            <a:r>
              <a:rPr lang="fr-FR" smtClean="0"/>
              <a:t>  
9-  LÈVE TA VOIX, IL EST GLORIEUX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Shout it out loud You are glorious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GLORIEUX, LOUONS LE ROI  GLORIEUX, LEVONS NOS VOIX         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Glorious, Shout it out and Glorious, Make it louder</a:t>
            </a:r>
            <a:br>
              <a:rPr lang="fr-FR" smtClean="0"/>
            </a:br>
            <a:r>
              <a:rPr lang="fr-FR" smtClean="0"/>
              <a:t>
11-  NOUS VOULONS PROCLAMER JÉSUS, QUE TON NOM EST GLORIEUX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Jesus we shout Your name. Jesus we make Your praise, Glorious</a:t>
            </a:r>
            <a:br>
              <a:rPr lang="fr-FR" smtClean="0"/>
            </a:br>
            <a:r>
              <a:rPr lang="fr-FR" smtClean="0"/>
              <a:t>
12-  TU ES GLORIEUX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You are glorious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BRILLE, OH JÉSUS BRILLE POUR QUE LE MONDE VOIE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Shine Jesus, You shine for all the world to see </a:t>
            </a:r>
            <a:br>
              <a:rPr lang="fr-FR" smtClean="0"/>
            </a:br>
            <a:r>
              <a:rPr lang="fr-FR" smtClean="0"/>
              <a:t>
14-  TU ES GLORIEUX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You are glorious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OH OH OH  OH OH OH 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184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GLORIEUX, LOUONS LE ROI  GLORIEUX, LEVONS NOS VOIX             </a:t>
            </a:r>
          </a:p>
          <a:p>
            <a:r>
              <a:rPr lang="fr-FR" altLang="fr-FR"/>
              <a:t>Glorious, Shout it out and Glorious, Make it louder</a:t>
            </a:r>
            <a:br>
              <a:rPr lang="fr-FR" altLang="fr-FR"/>
            </a:br>
            <a:r>
              <a:rPr lang="fr-FR" altLang="fr-FR"/>
              <a:t>
2-  NOUS VOULONS PROCLAMER JÉSUS, QUE TON NOM EST GLORIEUX </a:t>
            </a:r>
          </a:p>
          <a:p>
            <a:r>
              <a:rPr lang="fr-FR" altLang="fr-FR"/>
              <a:t>Jesus we shout Your name. Jesus we make Your praise, Glorious</a:t>
            </a:r>
            <a:br>
              <a:rPr lang="fr-FR" altLang="fr-FR"/>
            </a:br>
            <a:r>
              <a:rPr lang="fr-FR" altLang="fr-FR"/>
              <a:t>
3-  TU ES GLORIEUX  </a:t>
            </a:r>
          </a:p>
          <a:p>
            <a:r>
              <a:rPr lang="fr-FR" altLang="fr-FR"/>
              <a:t>You are glorious</a:t>
            </a:r>
            <a:br>
              <a:rPr lang="fr-FR" altLang="fr-FR"/>
            </a:br>
            <a:endParaRPr lang="fr-FR" altLang="fr-FR"/>
          </a:p>
          <a:p>
            <a:r>
              <a:rPr lang="fr-FR" altLang="fr-FR"/>
              <a:t>4-  MON DIEU, TU RÈGNES </a:t>
            </a:r>
          </a:p>
          <a:p>
            <a:r>
              <a:rPr lang="fr-FR" altLang="fr-FR"/>
              <a:t>My God You reign</a:t>
            </a:r>
            <a:br>
              <a:rPr lang="fr-FR" altLang="fr-FR"/>
            </a:br>
            <a:r>
              <a:rPr lang="fr-FR" altLang="fr-FR"/>
              <a:t> </a:t>
            </a:r>
          </a:p>
          <a:p>
            <a:r>
              <a:rPr lang="fr-FR" altLang="fr-FR"/>
              <a:t>5-  POUR TOUJOURS À JAMAIS TU ES LE MÊME </a:t>
            </a:r>
          </a:p>
          <a:p>
            <a:r>
              <a:rPr lang="fr-FR" altLang="fr-FR"/>
              <a:t>Forever and ever. How great Your name</a:t>
            </a:r>
            <a:br>
              <a:rPr lang="fr-FR" altLang="fr-FR"/>
            </a:br>
            <a:r>
              <a:rPr lang="fr-FR" altLang="fr-FR"/>
              <a:t> 
6-  TON AMOUR DURE ÉTERNELLEMENT  TON NOM EST GRAND </a:t>
            </a:r>
          </a:p>
          <a:p>
            <a:r>
              <a:rPr lang="fr-FR" altLang="fr-FR"/>
              <a:t>Your love remains Forever and ever. You stay the same</a:t>
            </a:r>
            <a:br>
              <a:rPr lang="fr-FR" altLang="fr-FR"/>
            </a:br>
            <a:endParaRPr lang="fr-FR" altLang="fr-FR"/>
          </a:p>
          <a:p>
            <a:r>
              <a:rPr lang="fr-FR" altLang="fr-FR"/>
              <a:t>7-  CRIE DE JOIE SI TU SAIS QUE TON DIEU EST BON </a:t>
            </a:r>
          </a:p>
          <a:p>
            <a:r>
              <a:rPr lang="fr-FR" altLang="fr-FR"/>
              <a:t>Shout it out, shout it out If you know He’s good</a:t>
            </a:r>
            <a:br>
              <a:rPr lang="fr-FR" altLang="fr-FR"/>
            </a:br>
            <a:r>
              <a:rPr lang="fr-FR" altLang="fr-FR"/>
              <a:t>
8-  CRIE DE JOIE CAR TOUJOURS  LE SEIGNEUR EST BON </a:t>
            </a:r>
          </a:p>
          <a:p>
            <a:r>
              <a:rPr lang="fr-FR" altLang="fr-FR"/>
              <a:t>Sing it out, sing it out For the Lord is good</a:t>
            </a:r>
            <a:br>
              <a:rPr lang="fr-FR" altLang="fr-FR"/>
            </a:br>
            <a:r>
              <a:rPr lang="fr-FR" altLang="fr-FR"/>
              <a:t>  
9-  LÈVE TA VOIX, IL EST GLORIEUX </a:t>
            </a:r>
          </a:p>
          <a:p>
            <a:r>
              <a:rPr lang="fr-FR" altLang="fr-FR"/>
              <a:t>Shout it out loud You are glorious</a:t>
            </a:r>
            <a:br>
              <a:rPr lang="fr-FR" altLang="fr-FR"/>
            </a:br>
            <a:endParaRPr lang="fr-FR" altLang="fr-FR"/>
          </a:p>
          <a:p>
            <a:r>
              <a:rPr lang="fr-FR" altLang="fr-FR"/>
              <a:t>10-  GLORIEUX, LOUONS LE ROI  GLORIEUX, LEVONS NOS VOIX           </a:t>
            </a:r>
          </a:p>
          <a:p>
            <a:r>
              <a:rPr lang="fr-FR" altLang="fr-FR"/>
              <a:t>  Glorious, Shout it out and Glorious, Make it louder</a:t>
            </a:r>
            <a:br>
              <a:rPr lang="fr-FR" altLang="fr-FR"/>
            </a:br>
            <a:r>
              <a:rPr lang="fr-FR" altLang="fr-FR"/>
              <a:t>
11-  NOUS VOULONS PROCLAMER JÉSUS, QUE TON NOM EST GLORIEUX </a:t>
            </a:r>
          </a:p>
          <a:p>
            <a:r>
              <a:rPr lang="fr-FR" altLang="fr-FR"/>
              <a:t>Jesus we shout Your name. Jesus we make Your praise, Glorious</a:t>
            </a:r>
            <a:br>
              <a:rPr lang="fr-FR" altLang="fr-FR"/>
            </a:br>
            <a:r>
              <a:rPr lang="fr-FR" altLang="fr-FR"/>
              <a:t>
12-  TU ES GLORIEUX  </a:t>
            </a:r>
          </a:p>
          <a:p>
            <a:r>
              <a:rPr lang="fr-FR" altLang="fr-FR"/>
              <a:t>You are glorious</a:t>
            </a:r>
          </a:p>
          <a:p>
            <a:endParaRPr lang="fr-FR" altLang="fr-FR"/>
          </a:p>
          <a:p>
            <a:r>
              <a:rPr lang="fr-FR" altLang="fr-FR"/>
              <a:t>13-  BRILLE, OH JÉSUS BRILLE POUR QUE LE MONDE VOIE </a:t>
            </a:r>
          </a:p>
          <a:p>
            <a:r>
              <a:rPr lang="fr-FR" altLang="fr-FR"/>
              <a:t>Shine Jesus, You shine for all the world to see </a:t>
            </a:r>
            <a:br>
              <a:rPr lang="fr-FR" altLang="fr-FR"/>
            </a:br>
            <a:r>
              <a:rPr lang="fr-FR" altLang="fr-FR"/>
              <a:t>
14-  TU ES GLORIEUX  </a:t>
            </a:r>
          </a:p>
          <a:p>
            <a:r>
              <a:rPr lang="fr-FR" altLang="fr-FR"/>
              <a:t>You are glorious</a:t>
            </a:r>
          </a:p>
          <a:p>
            <a:r>
              <a:rPr lang="fr-FR" altLang="fr-FR"/>
              <a:t>15-  OH OH OH  OH OH OH  </a:t>
            </a:r>
          </a:p>
          <a:p>
            <a:endParaRPr lang="fr-FR" alt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5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GLORIEUX, LOUONS LE ROI  GLORIEUX, LEVONS NOS VOIX           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Glorious, Shout it out and Glorious, Make it louder</a:t>
            </a:r>
            <a:br>
              <a:rPr lang="fr-FR" smtClean="0"/>
            </a:br>
            <a:r>
              <a:rPr lang="fr-FR" smtClean="0"/>
              <a:t>
2-  NOUS VOULONS PROCLAMER JÉSUS, QUE TON NOM EST GLORIEUX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Jesus we shout Your name. Jesus we make Your praise, Glorious</a:t>
            </a:r>
            <a:br>
              <a:rPr lang="fr-FR" smtClean="0"/>
            </a:br>
            <a:r>
              <a:rPr lang="fr-FR" smtClean="0"/>
              <a:t>
3-  TU ES GLORIEUX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You are glorious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MON DIEU, TU RÈGNES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My God You reign</a:t>
            </a:r>
            <a:br>
              <a:rPr lang="fr-FR" smtClean="0"/>
            </a:br>
            <a:r>
              <a:rPr lang="fr-FR" smtClean="0"/>
              <a:t>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POUR TOUJOURS À JAMAIS TU ES LE MÊME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Forever and ever. How great Your name</a:t>
            </a:r>
            <a:br>
              <a:rPr lang="fr-FR" smtClean="0"/>
            </a:br>
            <a:r>
              <a:rPr lang="fr-FR" smtClean="0"/>
              <a:t> 
6-  TON AMOUR DURE ÉTERNELLEMENT  TON NOM EST GRAND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Your love remains Forever and ever. You stay the same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CRIE DE JOIE SI TU SAIS QUE TON DIEU EST BON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Shout it out, shout it out If you know He’s good</a:t>
            </a:r>
            <a:br>
              <a:rPr lang="fr-FR" smtClean="0"/>
            </a:br>
            <a:r>
              <a:rPr lang="fr-FR" smtClean="0"/>
              <a:t>
8-  CRIE DE JOIE CAR TOUJOURS  LE SEIGNEUR EST BON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Sing it out, sing it out For the Lord is good</a:t>
            </a:r>
            <a:br>
              <a:rPr lang="fr-FR" smtClean="0"/>
            </a:br>
            <a:r>
              <a:rPr lang="fr-FR" smtClean="0"/>
              <a:t>  
9-  LÈVE TA VOIX, IL EST GLORIEUX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Shout it out loud You are glorious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GLORIEUX, LOUONS LE ROI  GLORIEUX, LEVONS NOS VOIX         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Glorious, Shout it out and Glorious, Make it louder</a:t>
            </a:r>
            <a:br>
              <a:rPr lang="fr-FR" smtClean="0"/>
            </a:br>
            <a:r>
              <a:rPr lang="fr-FR" smtClean="0"/>
              <a:t>
11-  NOUS VOULONS PROCLAMER JÉSUS, QUE TON NOM EST GLORIEUX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Jesus we shout Your name. Jesus we make Your praise, Glorious</a:t>
            </a:r>
            <a:br>
              <a:rPr lang="fr-FR" smtClean="0"/>
            </a:br>
            <a:r>
              <a:rPr lang="fr-FR" smtClean="0"/>
              <a:t>
12-  TU ES GLORIEUX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You are glorious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BRILLE, OH JÉSUS BRILLE POUR QUE LE MONDE VOIE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Shine Jesus, You shine for all the world to see </a:t>
            </a:r>
            <a:br>
              <a:rPr lang="fr-FR" smtClean="0"/>
            </a:br>
            <a:r>
              <a:rPr lang="fr-FR" smtClean="0"/>
              <a:t>
14-  TU ES GLORIEUX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You are glorious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OH OH OH  OH OH OH 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194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GLORIEUX, LOUONS LE ROI  GLORIEUX, LEVONS NOS VOIX             </a:t>
            </a:r>
          </a:p>
          <a:p>
            <a:r>
              <a:rPr lang="fr-FR" altLang="fr-FR"/>
              <a:t>Glorious, Shout it out and Glorious, Make it louder</a:t>
            </a:r>
            <a:br>
              <a:rPr lang="fr-FR" altLang="fr-FR"/>
            </a:br>
            <a:r>
              <a:rPr lang="fr-FR" altLang="fr-FR"/>
              <a:t>
2-  NOUS VOULONS PROCLAMER JÉSUS, QUE TON NOM EST GLORIEUX </a:t>
            </a:r>
          </a:p>
          <a:p>
            <a:r>
              <a:rPr lang="fr-FR" altLang="fr-FR"/>
              <a:t>Jesus we shout Your name. Jesus we make Your praise, Glorious</a:t>
            </a:r>
            <a:br>
              <a:rPr lang="fr-FR" altLang="fr-FR"/>
            </a:br>
            <a:r>
              <a:rPr lang="fr-FR" altLang="fr-FR"/>
              <a:t>
3-  TU ES GLORIEUX  </a:t>
            </a:r>
          </a:p>
          <a:p>
            <a:r>
              <a:rPr lang="fr-FR" altLang="fr-FR"/>
              <a:t>You are glorious</a:t>
            </a:r>
            <a:br>
              <a:rPr lang="fr-FR" altLang="fr-FR"/>
            </a:br>
            <a:endParaRPr lang="fr-FR" altLang="fr-FR"/>
          </a:p>
          <a:p>
            <a:r>
              <a:rPr lang="fr-FR" altLang="fr-FR"/>
              <a:t>4-  MON DIEU, TU RÈGNES </a:t>
            </a:r>
          </a:p>
          <a:p>
            <a:r>
              <a:rPr lang="fr-FR" altLang="fr-FR"/>
              <a:t>My God You reign</a:t>
            </a:r>
            <a:br>
              <a:rPr lang="fr-FR" altLang="fr-FR"/>
            </a:br>
            <a:r>
              <a:rPr lang="fr-FR" altLang="fr-FR"/>
              <a:t> </a:t>
            </a:r>
          </a:p>
          <a:p>
            <a:r>
              <a:rPr lang="fr-FR" altLang="fr-FR"/>
              <a:t>5-  POUR TOUJOURS À JAMAIS TU ES LE MÊME </a:t>
            </a:r>
          </a:p>
          <a:p>
            <a:r>
              <a:rPr lang="fr-FR" altLang="fr-FR"/>
              <a:t>Forever and ever. How great Your name</a:t>
            </a:r>
            <a:br>
              <a:rPr lang="fr-FR" altLang="fr-FR"/>
            </a:br>
            <a:r>
              <a:rPr lang="fr-FR" altLang="fr-FR"/>
              <a:t> 
6-  TON AMOUR DURE ÉTERNELLEMENT  TON NOM EST GRAND </a:t>
            </a:r>
          </a:p>
          <a:p>
            <a:r>
              <a:rPr lang="fr-FR" altLang="fr-FR"/>
              <a:t>Your love remains Forever and ever. You stay the same</a:t>
            </a:r>
            <a:br>
              <a:rPr lang="fr-FR" altLang="fr-FR"/>
            </a:br>
            <a:endParaRPr lang="fr-FR" altLang="fr-FR"/>
          </a:p>
          <a:p>
            <a:r>
              <a:rPr lang="fr-FR" altLang="fr-FR"/>
              <a:t>7-  CRIE DE JOIE SI TU SAIS QUE TON DIEU EST BON </a:t>
            </a:r>
          </a:p>
          <a:p>
            <a:r>
              <a:rPr lang="fr-FR" altLang="fr-FR"/>
              <a:t>Shout it out, shout it out If you know He’s good</a:t>
            </a:r>
            <a:br>
              <a:rPr lang="fr-FR" altLang="fr-FR"/>
            </a:br>
            <a:r>
              <a:rPr lang="fr-FR" altLang="fr-FR"/>
              <a:t>
8-  CRIE DE JOIE CAR TOUJOURS  LE SEIGNEUR EST BON </a:t>
            </a:r>
          </a:p>
          <a:p>
            <a:r>
              <a:rPr lang="fr-FR" altLang="fr-FR"/>
              <a:t>Sing it out, sing it out For the Lord is good</a:t>
            </a:r>
            <a:br>
              <a:rPr lang="fr-FR" altLang="fr-FR"/>
            </a:br>
            <a:r>
              <a:rPr lang="fr-FR" altLang="fr-FR"/>
              <a:t>  
9-  LÈVE TA VOIX, IL EST GLORIEUX </a:t>
            </a:r>
          </a:p>
          <a:p>
            <a:r>
              <a:rPr lang="fr-FR" altLang="fr-FR"/>
              <a:t>Shout it out loud You are glorious</a:t>
            </a:r>
            <a:br>
              <a:rPr lang="fr-FR" altLang="fr-FR"/>
            </a:br>
            <a:endParaRPr lang="fr-FR" altLang="fr-FR"/>
          </a:p>
          <a:p>
            <a:r>
              <a:rPr lang="fr-FR" altLang="fr-FR"/>
              <a:t>10-  GLORIEUX, LOUONS LE ROI  GLORIEUX, LEVONS NOS VOIX           </a:t>
            </a:r>
          </a:p>
          <a:p>
            <a:r>
              <a:rPr lang="fr-FR" altLang="fr-FR"/>
              <a:t>  Glorious, Shout it out and Glorious, Make it louder</a:t>
            </a:r>
            <a:br>
              <a:rPr lang="fr-FR" altLang="fr-FR"/>
            </a:br>
            <a:r>
              <a:rPr lang="fr-FR" altLang="fr-FR"/>
              <a:t>
11-  NOUS VOULONS PROCLAMER JÉSUS, QUE TON NOM EST GLORIEUX </a:t>
            </a:r>
          </a:p>
          <a:p>
            <a:r>
              <a:rPr lang="fr-FR" altLang="fr-FR"/>
              <a:t>Jesus we shout Your name. Jesus we make Your praise, Glorious</a:t>
            </a:r>
            <a:br>
              <a:rPr lang="fr-FR" altLang="fr-FR"/>
            </a:br>
            <a:r>
              <a:rPr lang="fr-FR" altLang="fr-FR"/>
              <a:t>
12-  TU ES GLORIEUX  </a:t>
            </a:r>
          </a:p>
          <a:p>
            <a:r>
              <a:rPr lang="fr-FR" altLang="fr-FR"/>
              <a:t>You are glorious</a:t>
            </a:r>
          </a:p>
          <a:p>
            <a:endParaRPr lang="fr-FR" altLang="fr-FR"/>
          </a:p>
          <a:p>
            <a:r>
              <a:rPr lang="fr-FR" altLang="fr-FR"/>
              <a:t>13-  BRILLE, OH JÉSUS BRILLE POUR QUE LE MONDE VOIE </a:t>
            </a:r>
          </a:p>
          <a:p>
            <a:r>
              <a:rPr lang="fr-FR" altLang="fr-FR"/>
              <a:t>Shine Jesus, You shine for all the world to see </a:t>
            </a:r>
            <a:br>
              <a:rPr lang="fr-FR" altLang="fr-FR"/>
            </a:br>
            <a:r>
              <a:rPr lang="fr-FR" altLang="fr-FR"/>
              <a:t>
14-  TU ES GLORIEUX  </a:t>
            </a:r>
          </a:p>
          <a:p>
            <a:r>
              <a:rPr lang="fr-FR" altLang="fr-FR"/>
              <a:t>You are glorious</a:t>
            </a:r>
          </a:p>
          <a:p>
            <a:r>
              <a:rPr lang="fr-FR" altLang="fr-FR"/>
              <a:t>15-  OH OH OH  OH OH OH  </a:t>
            </a:r>
          </a:p>
          <a:p>
            <a:endParaRPr lang="fr-FR" altLang="fr-F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GLORIEUX, LOUONS LE ROI  GLORIEUX, LEVONS NOS VOIX           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Glorious, Shout it out and Glorious, Make it louder</a:t>
            </a:r>
            <a:br>
              <a:rPr lang="fr-FR" smtClean="0"/>
            </a:br>
            <a:r>
              <a:rPr lang="fr-FR" smtClean="0"/>
              <a:t>
2-  NOUS VOULONS PROCLAMER JÉSUS, QUE TON NOM EST GLORIEUX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Jesus we shout Your name. Jesus we make Your praise, Glorious</a:t>
            </a:r>
            <a:br>
              <a:rPr lang="fr-FR" smtClean="0"/>
            </a:br>
            <a:r>
              <a:rPr lang="fr-FR" smtClean="0"/>
              <a:t>
3-  TU ES GLORIEUX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glorious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MON DIEU, TU RÈGNES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My God You reign</a:t>
            </a:r>
            <a:br>
              <a:rPr lang="fr-FR" smtClean="0"/>
            </a:b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POUR TOUJOURS À JAMAIS TU ES LE MÊME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Forever and ever. How great Your name</a:t>
            </a:r>
            <a:br>
              <a:rPr lang="fr-FR" smtClean="0"/>
            </a:br>
            <a:r>
              <a:rPr lang="fr-FR" smtClean="0"/>
              <a:t> 
6-  TON AMOUR DURE ÉTERNELLEMENT  TON NOM EST GRAND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Your love remains Forever and ever. You stay the same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CRIE DE JOIE SI TU SAIS QUE TON DIEU EST BON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Shout it out, shout it out If you know He’s good</a:t>
            </a:r>
            <a:br>
              <a:rPr lang="fr-FR" smtClean="0"/>
            </a:br>
            <a:r>
              <a:rPr lang="fr-FR" smtClean="0"/>
              <a:t>
8-  CRIE DE JOIE CAR TOUJOURS  LE SEIGNEUR EST BON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Sing it out, sing it out For the Lord is good</a:t>
            </a:r>
            <a:br>
              <a:rPr lang="fr-FR" smtClean="0"/>
            </a:br>
            <a:r>
              <a:rPr lang="fr-FR" smtClean="0"/>
              <a:t>  
9-  LÈVE TA VOIX, IL EST GLORIEUX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Shout it out loud You are glorious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GLORIEUX, LOUONS LE ROI  GLORIEUX, LEVONS NOS VOIX         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Glorious, Shout it out and Glorious, Make it louder</a:t>
            </a:r>
            <a:br>
              <a:rPr lang="fr-FR" smtClean="0"/>
            </a:br>
            <a:r>
              <a:rPr lang="fr-FR" smtClean="0"/>
              <a:t>
11-  NOUS VOULONS PROCLAMER JÉSUS, QUE TON NOM EST GLORIEUX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Jesus we shout Your name. Jesus we make Your praise, Glorious</a:t>
            </a:r>
            <a:br>
              <a:rPr lang="fr-FR" smtClean="0"/>
            </a:br>
            <a:r>
              <a:rPr lang="fr-FR" smtClean="0"/>
              <a:t>
12-  TU ES GLORIEUX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glorious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BRILLE, OH JÉSUS BRILLE POUR QUE LE MONDE VOIE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Shine Jesus, You shine for all the world to see </a:t>
            </a:r>
            <a:br>
              <a:rPr lang="fr-FR" smtClean="0"/>
            </a:br>
            <a:r>
              <a:rPr lang="fr-FR" smtClean="0"/>
              <a:t>
14-  TU ES GLORIEUX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glorious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OH OH OH  OH OH OH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0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GLORIEUX, LOUONS LE ROI  GLORIEUX, LEVONS NOS VOIX             </a:t>
            </a:r>
          </a:p>
          <a:p>
            <a:r>
              <a:rPr lang="fr-FR" altLang="fr-FR"/>
              <a:t>Glorious, Shout it out and Glorious, Make it louder</a:t>
            </a:r>
            <a:br>
              <a:rPr lang="fr-FR" altLang="fr-FR"/>
            </a:br>
            <a:r>
              <a:rPr lang="fr-FR" altLang="fr-FR"/>
              <a:t>
2-  NOUS VOULONS PROCLAMER JÉSUS, QUE TON NOM EST GLORIEUX </a:t>
            </a:r>
          </a:p>
          <a:p>
            <a:r>
              <a:rPr lang="fr-FR" altLang="fr-FR"/>
              <a:t>Jesus we shout Your name. Jesus we make Your praise, Glorious</a:t>
            </a:r>
            <a:br>
              <a:rPr lang="fr-FR" altLang="fr-FR"/>
            </a:br>
            <a:r>
              <a:rPr lang="fr-FR" altLang="fr-FR"/>
              <a:t>
3-  TU ES GLORIEUX  </a:t>
            </a:r>
          </a:p>
          <a:p>
            <a:r>
              <a:rPr lang="fr-FR" altLang="fr-FR"/>
              <a:t>You are glorious</a:t>
            </a:r>
            <a:br>
              <a:rPr lang="fr-FR" altLang="fr-FR"/>
            </a:br>
            <a:endParaRPr lang="fr-FR" altLang="fr-FR"/>
          </a:p>
          <a:p>
            <a:r>
              <a:rPr lang="fr-FR" altLang="fr-FR"/>
              <a:t>4-  MON DIEU, TU RÈGNES </a:t>
            </a:r>
          </a:p>
          <a:p>
            <a:r>
              <a:rPr lang="fr-FR" altLang="fr-FR"/>
              <a:t>My God You reign</a:t>
            </a:r>
            <a:br>
              <a:rPr lang="fr-FR" altLang="fr-FR"/>
            </a:br>
            <a:r>
              <a:rPr lang="fr-FR" altLang="fr-FR"/>
              <a:t> </a:t>
            </a:r>
          </a:p>
          <a:p>
            <a:r>
              <a:rPr lang="fr-FR" altLang="fr-FR"/>
              <a:t>5-  POUR TOUJOURS À JAMAIS TU ES LE MÊME </a:t>
            </a:r>
          </a:p>
          <a:p>
            <a:r>
              <a:rPr lang="fr-FR" altLang="fr-FR"/>
              <a:t>Forever and ever. How great Your name</a:t>
            </a:r>
            <a:br>
              <a:rPr lang="fr-FR" altLang="fr-FR"/>
            </a:br>
            <a:r>
              <a:rPr lang="fr-FR" altLang="fr-FR"/>
              <a:t> 
6-  TON AMOUR DURE ÉTERNELLEMENT  TON NOM EST GRAND </a:t>
            </a:r>
          </a:p>
          <a:p>
            <a:r>
              <a:rPr lang="fr-FR" altLang="fr-FR"/>
              <a:t>Your love remains Forever and ever. You stay the same</a:t>
            </a:r>
            <a:br>
              <a:rPr lang="fr-FR" altLang="fr-FR"/>
            </a:br>
            <a:endParaRPr lang="fr-FR" altLang="fr-FR"/>
          </a:p>
          <a:p>
            <a:r>
              <a:rPr lang="fr-FR" altLang="fr-FR"/>
              <a:t>7-  CRIE DE JOIE SI TU SAIS QUE TON DIEU EST BON </a:t>
            </a:r>
          </a:p>
          <a:p>
            <a:r>
              <a:rPr lang="fr-FR" altLang="fr-FR"/>
              <a:t>Shout it out, shout it out If you know He’s good</a:t>
            </a:r>
            <a:br>
              <a:rPr lang="fr-FR" altLang="fr-FR"/>
            </a:br>
            <a:r>
              <a:rPr lang="fr-FR" altLang="fr-FR"/>
              <a:t>
8-  CRIE DE JOIE CAR TOUJOURS  LE SEIGNEUR EST BON </a:t>
            </a:r>
          </a:p>
          <a:p>
            <a:r>
              <a:rPr lang="fr-FR" altLang="fr-FR"/>
              <a:t>Sing it out, sing it out For the Lord is good</a:t>
            </a:r>
            <a:br>
              <a:rPr lang="fr-FR" altLang="fr-FR"/>
            </a:br>
            <a:r>
              <a:rPr lang="fr-FR" altLang="fr-FR"/>
              <a:t>  
9-  LÈVE TA VOIX, IL EST GLORIEUX </a:t>
            </a:r>
          </a:p>
          <a:p>
            <a:r>
              <a:rPr lang="fr-FR" altLang="fr-FR"/>
              <a:t>Shout it out loud You are glorious</a:t>
            </a:r>
            <a:br>
              <a:rPr lang="fr-FR" altLang="fr-FR"/>
            </a:br>
            <a:endParaRPr lang="fr-FR" altLang="fr-FR"/>
          </a:p>
          <a:p>
            <a:r>
              <a:rPr lang="fr-FR" altLang="fr-FR"/>
              <a:t>10-  GLORIEUX, LOUONS LE ROI  GLORIEUX, LEVONS NOS VOIX           </a:t>
            </a:r>
          </a:p>
          <a:p>
            <a:r>
              <a:rPr lang="fr-FR" altLang="fr-FR"/>
              <a:t>  Glorious, Shout it out and Glorious, Make it louder</a:t>
            </a:r>
            <a:br>
              <a:rPr lang="fr-FR" altLang="fr-FR"/>
            </a:br>
            <a:r>
              <a:rPr lang="fr-FR" altLang="fr-FR"/>
              <a:t>
11-  NOUS VOULONS PROCLAMER JÉSUS, QUE TON NOM EST GLORIEUX </a:t>
            </a:r>
          </a:p>
          <a:p>
            <a:r>
              <a:rPr lang="fr-FR" altLang="fr-FR"/>
              <a:t>Jesus we shout Your name. Jesus we make Your praise, Glorious</a:t>
            </a:r>
            <a:br>
              <a:rPr lang="fr-FR" altLang="fr-FR"/>
            </a:br>
            <a:r>
              <a:rPr lang="fr-FR" altLang="fr-FR"/>
              <a:t>
12-  TU ES GLORIEUX  </a:t>
            </a:r>
          </a:p>
          <a:p>
            <a:r>
              <a:rPr lang="fr-FR" altLang="fr-FR"/>
              <a:t>You are glorious</a:t>
            </a:r>
          </a:p>
          <a:p>
            <a:endParaRPr lang="fr-FR" altLang="fr-FR"/>
          </a:p>
          <a:p>
            <a:r>
              <a:rPr lang="fr-FR" altLang="fr-FR"/>
              <a:t>13-  BRILLE, OH JÉSUS BRILLE POUR QUE LE MONDE VOIE </a:t>
            </a:r>
          </a:p>
          <a:p>
            <a:r>
              <a:rPr lang="fr-FR" altLang="fr-FR"/>
              <a:t>Shine Jesus, You shine for all the world to see </a:t>
            </a:r>
            <a:br>
              <a:rPr lang="fr-FR" altLang="fr-FR"/>
            </a:br>
            <a:r>
              <a:rPr lang="fr-FR" altLang="fr-FR"/>
              <a:t>
14-  TU ES GLORIEUX  </a:t>
            </a:r>
          </a:p>
          <a:p>
            <a:r>
              <a:rPr lang="fr-FR" altLang="fr-FR"/>
              <a:t>You are glorious</a:t>
            </a:r>
          </a:p>
          <a:p>
            <a:r>
              <a:rPr lang="fr-FR" altLang="fr-FR"/>
              <a:t>15-  OH OH OH  OH OH OH  </a:t>
            </a:r>
          </a:p>
          <a:p>
            <a:endParaRPr lang="fr-FR" altLang="fr-F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150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GLORIEUX, LOUONS LE ROI  GLORIEUX, LEVONS NOS VOIX           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Glorious, Shout it out and Glorious, Make it louder</a:t>
            </a:r>
            <a:br>
              <a:rPr lang="fr-FR" smtClean="0"/>
            </a:br>
            <a:r>
              <a:rPr lang="fr-FR" smtClean="0"/>
              <a:t>
2-  NOUS VOULONS PROCLAMER JÉSUS, QUE TON NOM EST GLORIEUX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Jesus we shout Your name. Jesus we make Your praise, Glorious</a:t>
            </a:r>
            <a:br>
              <a:rPr lang="fr-FR" smtClean="0"/>
            </a:br>
            <a:r>
              <a:rPr lang="fr-FR" smtClean="0"/>
              <a:t>
3-  TU ES GLORIEUX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You are glorious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MON DIEU, TU RÈGNES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My God You reign</a:t>
            </a:r>
            <a:br>
              <a:rPr lang="fr-FR" smtClean="0"/>
            </a:br>
            <a:r>
              <a:rPr lang="fr-FR" smtClean="0"/>
              <a:t>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POUR TOUJOURS À JAMAIS TU ES LE MÊME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Forever and ever. How great Your name</a:t>
            </a:r>
            <a:br>
              <a:rPr lang="fr-FR" smtClean="0"/>
            </a:br>
            <a:r>
              <a:rPr lang="fr-FR" smtClean="0"/>
              <a:t> 
6-  TON AMOUR DURE ÉTERNELLEMENT  TON NOM EST GRAND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Your love remains Forever and ever. You stay the same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CRIE DE JOIE SI TU SAIS QUE TON DIEU EST BON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Shout it out, shout it out If you know He’s good</a:t>
            </a:r>
            <a:br>
              <a:rPr lang="fr-FR" smtClean="0"/>
            </a:br>
            <a:r>
              <a:rPr lang="fr-FR" smtClean="0"/>
              <a:t>
8-  CRIE DE JOIE CAR TOUJOURS  LE SEIGNEUR EST BON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Sing it out, sing it out For the Lord is good</a:t>
            </a:r>
            <a:br>
              <a:rPr lang="fr-FR" smtClean="0"/>
            </a:br>
            <a:r>
              <a:rPr lang="fr-FR" smtClean="0"/>
              <a:t>  
9-  LÈVE TA VOIX, IL EST GLORIEUX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Shout it out loud You are glorious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GLORIEUX, LOUONS LE ROI  GLORIEUX, LEVONS NOS VOIX         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Glorious, Shout it out and Glorious, Make it louder</a:t>
            </a:r>
            <a:br>
              <a:rPr lang="fr-FR" smtClean="0"/>
            </a:br>
            <a:r>
              <a:rPr lang="fr-FR" smtClean="0"/>
              <a:t>
11-  NOUS VOULONS PROCLAMER JÉSUS, QUE TON NOM EST GLORIEUX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Jesus we shout Your name. Jesus we make Your praise, Glorious</a:t>
            </a:r>
            <a:br>
              <a:rPr lang="fr-FR" smtClean="0"/>
            </a:br>
            <a:r>
              <a:rPr lang="fr-FR" smtClean="0"/>
              <a:t>
12-  TU ES GLORIEUX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You are glorious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BRILLE, OH JÉSUS BRILLE POUR QUE LE MONDE VOIE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Shine Jesus, You shine for all the world to see </a:t>
            </a:r>
            <a:br>
              <a:rPr lang="fr-FR" smtClean="0"/>
            </a:br>
            <a:r>
              <a:rPr lang="fr-FR" smtClean="0"/>
              <a:t>
14-  TU ES GLORIEUX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You are glorious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OH OH OH  OH OH OH 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215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GLORIEUX, LOUONS LE ROI  GLORIEUX, LEVONS NOS VOIX             </a:t>
            </a:r>
          </a:p>
          <a:p>
            <a:r>
              <a:rPr lang="fr-FR" altLang="fr-FR"/>
              <a:t>Glorious, Shout it out and Glorious, Make it louder</a:t>
            </a:r>
            <a:br>
              <a:rPr lang="fr-FR" altLang="fr-FR"/>
            </a:br>
            <a:r>
              <a:rPr lang="fr-FR" altLang="fr-FR"/>
              <a:t>
2-  NOUS VOULONS PROCLAMER JÉSUS, QUE TON NOM EST GLORIEUX </a:t>
            </a:r>
          </a:p>
          <a:p>
            <a:r>
              <a:rPr lang="fr-FR" altLang="fr-FR"/>
              <a:t>Jesus we shout Your name. Jesus we make Your praise, Glorious</a:t>
            </a:r>
            <a:br>
              <a:rPr lang="fr-FR" altLang="fr-FR"/>
            </a:br>
            <a:r>
              <a:rPr lang="fr-FR" altLang="fr-FR"/>
              <a:t>
3-  TU ES GLORIEUX  </a:t>
            </a:r>
          </a:p>
          <a:p>
            <a:r>
              <a:rPr lang="fr-FR" altLang="fr-FR"/>
              <a:t>You are glorious</a:t>
            </a:r>
            <a:br>
              <a:rPr lang="fr-FR" altLang="fr-FR"/>
            </a:br>
            <a:endParaRPr lang="fr-FR" altLang="fr-FR"/>
          </a:p>
          <a:p>
            <a:r>
              <a:rPr lang="fr-FR" altLang="fr-FR"/>
              <a:t>4-  MON DIEU, TU RÈGNES </a:t>
            </a:r>
          </a:p>
          <a:p>
            <a:r>
              <a:rPr lang="fr-FR" altLang="fr-FR"/>
              <a:t>My God You reign</a:t>
            </a:r>
            <a:br>
              <a:rPr lang="fr-FR" altLang="fr-FR"/>
            </a:br>
            <a:r>
              <a:rPr lang="fr-FR" altLang="fr-FR"/>
              <a:t> </a:t>
            </a:r>
          </a:p>
          <a:p>
            <a:r>
              <a:rPr lang="fr-FR" altLang="fr-FR"/>
              <a:t>5-  POUR TOUJOURS À JAMAIS TU ES LE MÊME </a:t>
            </a:r>
          </a:p>
          <a:p>
            <a:r>
              <a:rPr lang="fr-FR" altLang="fr-FR"/>
              <a:t>Forever and ever. How great Your name</a:t>
            </a:r>
            <a:br>
              <a:rPr lang="fr-FR" altLang="fr-FR"/>
            </a:br>
            <a:r>
              <a:rPr lang="fr-FR" altLang="fr-FR"/>
              <a:t> 
6-  TON AMOUR DURE ÉTERNELLEMENT  TON NOM EST GRAND </a:t>
            </a:r>
          </a:p>
          <a:p>
            <a:r>
              <a:rPr lang="fr-FR" altLang="fr-FR"/>
              <a:t>Your love remains Forever and ever. You stay the same</a:t>
            </a:r>
            <a:br>
              <a:rPr lang="fr-FR" altLang="fr-FR"/>
            </a:br>
            <a:endParaRPr lang="fr-FR" altLang="fr-FR"/>
          </a:p>
          <a:p>
            <a:r>
              <a:rPr lang="fr-FR" altLang="fr-FR"/>
              <a:t>7-  CRIE DE JOIE SI TU SAIS QUE TON DIEU EST BON </a:t>
            </a:r>
          </a:p>
          <a:p>
            <a:r>
              <a:rPr lang="fr-FR" altLang="fr-FR"/>
              <a:t>Shout it out, shout it out If you know He’s good</a:t>
            </a:r>
            <a:br>
              <a:rPr lang="fr-FR" altLang="fr-FR"/>
            </a:br>
            <a:r>
              <a:rPr lang="fr-FR" altLang="fr-FR"/>
              <a:t>
8-  CRIE DE JOIE CAR TOUJOURS  LE SEIGNEUR EST BON </a:t>
            </a:r>
          </a:p>
          <a:p>
            <a:r>
              <a:rPr lang="fr-FR" altLang="fr-FR"/>
              <a:t>Sing it out, sing it out For the Lord is good</a:t>
            </a:r>
            <a:br>
              <a:rPr lang="fr-FR" altLang="fr-FR"/>
            </a:br>
            <a:r>
              <a:rPr lang="fr-FR" altLang="fr-FR"/>
              <a:t>  
9-  LÈVE TA VOIX, IL EST GLORIEUX </a:t>
            </a:r>
          </a:p>
          <a:p>
            <a:r>
              <a:rPr lang="fr-FR" altLang="fr-FR"/>
              <a:t>Shout it out loud You are glorious</a:t>
            </a:r>
            <a:br>
              <a:rPr lang="fr-FR" altLang="fr-FR"/>
            </a:br>
            <a:endParaRPr lang="fr-FR" altLang="fr-FR"/>
          </a:p>
          <a:p>
            <a:r>
              <a:rPr lang="fr-FR" altLang="fr-FR"/>
              <a:t>10-  GLORIEUX, LOUONS LE ROI  GLORIEUX, LEVONS NOS VOIX           </a:t>
            </a:r>
          </a:p>
          <a:p>
            <a:r>
              <a:rPr lang="fr-FR" altLang="fr-FR"/>
              <a:t>  Glorious, Shout it out and Glorious, Make it louder</a:t>
            </a:r>
            <a:br>
              <a:rPr lang="fr-FR" altLang="fr-FR"/>
            </a:br>
            <a:r>
              <a:rPr lang="fr-FR" altLang="fr-FR"/>
              <a:t>
11-  NOUS VOULONS PROCLAMER JÉSUS, QUE TON NOM EST GLORIEUX </a:t>
            </a:r>
          </a:p>
          <a:p>
            <a:r>
              <a:rPr lang="fr-FR" altLang="fr-FR"/>
              <a:t>Jesus we shout Your name. Jesus we make Your praise, Glorious</a:t>
            </a:r>
            <a:br>
              <a:rPr lang="fr-FR" altLang="fr-FR"/>
            </a:br>
            <a:r>
              <a:rPr lang="fr-FR" altLang="fr-FR"/>
              <a:t>
12-  TU ES GLORIEUX  </a:t>
            </a:r>
          </a:p>
          <a:p>
            <a:r>
              <a:rPr lang="fr-FR" altLang="fr-FR"/>
              <a:t>You are glorious</a:t>
            </a:r>
          </a:p>
          <a:p>
            <a:endParaRPr lang="fr-FR" altLang="fr-FR"/>
          </a:p>
          <a:p>
            <a:r>
              <a:rPr lang="fr-FR" altLang="fr-FR"/>
              <a:t>13-  BRILLE, OH JÉSUS BRILLE POUR QUE LE MONDE VOIE </a:t>
            </a:r>
          </a:p>
          <a:p>
            <a:r>
              <a:rPr lang="fr-FR" altLang="fr-FR"/>
              <a:t>Shine Jesus, You shine for all the world to see </a:t>
            </a:r>
            <a:br>
              <a:rPr lang="fr-FR" altLang="fr-FR"/>
            </a:br>
            <a:r>
              <a:rPr lang="fr-FR" altLang="fr-FR"/>
              <a:t>
14-  TU ES GLORIEUX  </a:t>
            </a:r>
          </a:p>
          <a:p>
            <a:r>
              <a:rPr lang="fr-FR" altLang="fr-FR"/>
              <a:t>You are glorious</a:t>
            </a:r>
          </a:p>
          <a:p>
            <a:r>
              <a:rPr lang="fr-FR" altLang="fr-FR"/>
              <a:t>15-  OH OH OH  OH OH OH  </a:t>
            </a:r>
          </a:p>
          <a:p>
            <a:endParaRPr lang="fr-FR" altLang="fr-F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253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GLORIEUX, LOUONS LE ROI  GLORIEUX, LEVONS NOS VOIX           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Glorious, Shout it out and Glorious, Make it louder</a:t>
            </a:r>
            <a:br>
              <a:rPr lang="fr-FR" smtClean="0"/>
            </a:br>
            <a:r>
              <a:rPr lang="fr-FR" smtClean="0"/>
              <a:t>
2-  NOUS VOULONS PROCLAMER JÉSUS, QUE TON NOM EST GLORIEUX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Jesus we shout Your name. Jesus we make Your praise, Glorious</a:t>
            </a:r>
            <a:br>
              <a:rPr lang="fr-FR" smtClean="0"/>
            </a:br>
            <a:r>
              <a:rPr lang="fr-FR" smtClean="0"/>
              <a:t>
3-  TU ES GLORIEUX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You are glorious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MON DIEU, TU RÈGNES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My God You reign</a:t>
            </a:r>
            <a:br>
              <a:rPr lang="fr-FR" smtClean="0"/>
            </a:br>
            <a:r>
              <a:rPr lang="fr-FR" smtClean="0"/>
              <a:t>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POUR TOUJOURS À JAMAIS TU ES LE MÊME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Forever and ever. How great Your name</a:t>
            </a:r>
            <a:br>
              <a:rPr lang="fr-FR" smtClean="0"/>
            </a:br>
            <a:r>
              <a:rPr lang="fr-FR" smtClean="0"/>
              <a:t> 
6-  TON AMOUR DURE ÉTERNELLEMENT  TON NOM EST GRAND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Your love remains Forever and ever. You stay the same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CRIE DE JOIE SI TU SAIS QUE TON DIEU EST BON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Shout it out, shout it out If you know He’s good</a:t>
            </a:r>
            <a:br>
              <a:rPr lang="fr-FR" smtClean="0"/>
            </a:br>
            <a:r>
              <a:rPr lang="fr-FR" smtClean="0"/>
              <a:t>
8-  CRIE DE JOIE CAR TOUJOURS  LE SEIGNEUR EST BON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Sing it out, sing it out For the Lord is good</a:t>
            </a:r>
            <a:br>
              <a:rPr lang="fr-FR" smtClean="0"/>
            </a:br>
            <a:r>
              <a:rPr lang="fr-FR" smtClean="0"/>
              <a:t>  
9-  LÈVE TA VOIX, IL EST GLORIEUX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Shout it out loud You are glorious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GLORIEUX, LOUONS LE ROI  GLORIEUX, LEVONS NOS VOIX         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Glorious, Shout it out and Glorious, Make it louder</a:t>
            </a:r>
            <a:br>
              <a:rPr lang="fr-FR" smtClean="0"/>
            </a:br>
            <a:r>
              <a:rPr lang="fr-FR" smtClean="0"/>
              <a:t>
11-  NOUS VOULONS PROCLAMER JÉSUS, QUE TON NOM EST GLORIEUX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Jesus we shout Your name. Jesus we make Your praise, Glorious</a:t>
            </a:r>
            <a:br>
              <a:rPr lang="fr-FR" smtClean="0"/>
            </a:br>
            <a:r>
              <a:rPr lang="fr-FR" smtClean="0"/>
              <a:t>
12-  TU ES GLORIEUX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You are glorious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BRILLE, OH JÉSUS BRILLE POUR QUE LE MONDE VOIE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Shine Jesus, You shine for all the world to see </a:t>
            </a:r>
            <a:br>
              <a:rPr lang="fr-FR" smtClean="0"/>
            </a:br>
            <a:r>
              <a:rPr lang="fr-FR" smtClean="0"/>
              <a:t>
14-  TU ES GLORIEUX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You are glorious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OH OH OH  OH OH OH 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GLORIEUX, LOUONS LE ROI  GLORIEUX, LEVONS NOS VOIX             </a:t>
            </a:r>
          </a:p>
          <a:p>
            <a:r>
              <a:rPr lang="fr-FR" altLang="fr-FR"/>
              <a:t>Glorious, Shout it out and Glorious, Make it louder</a:t>
            </a:r>
            <a:br>
              <a:rPr lang="fr-FR" altLang="fr-FR"/>
            </a:br>
            <a:r>
              <a:rPr lang="fr-FR" altLang="fr-FR"/>
              <a:t>
2-  NOUS VOULONS PROCLAMER JÉSUS, QUE TON NOM EST GLORIEUX </a:t>
            </a:r>
          </a:p>
          <a:p>
            <a:r>
              <a:rPr lang="fr-FR" altLang="fr-FR"/>
              <a:t>Jesus we shout Your name. Jesus we make Your praise, Glorious</a:t>
            </a:r>
            <a:br>
              <a:rPr lang="fr-FR" altLang="fr-FR"/>
            </a:br>
            <a:r>
              <a:rPr lang="fr-FR" altLang="fr-FR"/>
              <a:t>
3-  TU ES GLORIEUX  </a:t>
            </a:r>
          </a:p>
          <a:p>
            <a:r>
              <a:rPr lang="fr-FR" altLang="fr-FR"/>
              <a:t>You are glorious</a:t>
            </a:r>
            <a:br>
              <a:rPr lang="fr-FR" altLang="fr-FR"/>
            </a:br>
            <a:endParaRPr lang="fr-FR" altLang="fr-FR"/>
          </a:p>
          <a:p>
            <a:r>
              <a:rPr lang="fr-FR" altLang="fr-FR"/>
              <a:t>4-  MON DIEU, TU RÈGNES </a:t>
            </a:r>
          </a:p>
          <a:p>
            <a:r>
              <a:rPr lang="fr-FR" altLang="fr-FR"/>
              <a:t>My God You reign</a:t>
            </a:r>
            <a:br>
              <a:rPr lang="fr-FR" altLang="fr-FR"/>
            </a:br>
            <a:r>
              <a:rPr lang="fr-FR" altLang="fr-FR"/>
              <a:t> </a:t>
            </a:r>
          </a:p>
          <a:p>
            <a:r>
              <a:rPr lang="fr-FR" altLang="fr-FR"/>
              <a:t>5-  POUR TOUJOURS À JAMAIS TU ES LE MÊME </a:t>
            </a:r>
          </a:p>
          <a:p>
            <a:r>
              <a:rPr lang="fr-FR" altLang="fr-FR"/>
              <a:t>Forever and ever. How great Your name</a:t>
            </a:r>
            <a:br>
              <a:rPr lang="fr-FR" altLang="fr-FR"/>
            </a:br>
            <a:r>
              <a:rPr lang="fr-FR" altLang="fr-FR"/>
              <a:t> 
6-  TON AMOUR DURE ÉTERNELLEMENT  TON NOM EST GRAND </a:t>
            </a:r>
          </a:p>
          <a:p>
            <a:r>
              <a:rPr lang="fr-FR" altLang="fr-FR"/>
              <a:t>Your love remains Forever and ever. You stay the same</a:t>
            </a:r>
            <a:br>
              <a:rPr lang="fr-FR" altLang="fr-FR"/>
            </a:br>
            <a:endParaRPr lang="fr-FR" altLang="fr-FR"/>
          </a:p>
          <a:p>
            <a:r>
              <a:rPr lang="fr-FR" altLang="fr-FR"/>
              <a:t>7-  CRIE DE JOIE SI TU SAIS QUE TON DIEU EST BON </a:t>
            </a:r>
          </a:p>
          <a:p>
            <a:r>
              <a:rPr lang="fr-FR" altLang="fr-FR"/>
              <a:t>Shout it out, shout it out If you know He’s good</a:t>
            </a:r>
            <a:br>
              <a:rPr lang="fr-FR" altLang="fr-FR"/>
            </a:br>
            <a:r>
              <a:rPr lang="fr-FR" altLang="fr-FR"/>
              <a:t>
8-  CRIE DE JOIE CAR TOUJOURS  LE SEIGNEUR EST BON </a:t>
            </a:r>
          </a:p>
          <a:p>
            <a:r>
              <a:rPr lang="fr-FR" altLang="fr-FR"/>
              <a:t>Sing it out, sing it out For the Lord is good</a:t>
            </a:r>
            <a:br>
              <a:rPr lang="fr-FR" altLang="fr-FR"/>
            </a:br>
            <a:r>
              <a:rPr lang="fr-FR" altLang="fr-FR"/>
              <a:t>  
9-  LÈVE TA VOIX, IL EST GLORIEUX </a:t>
            </a:r>
          </a:p>
          <a:p>
            <a:r>
              <a:rPr lang="fr-FR" altLang="fr-FR"/>
              <a:t>Shout it out loud You are glorious</a:t>
            </a:r>
            <a:br>
              <a:rPr lang="fr-FR" altLang="fr-FR"/>
            </a:br>
            <a:endParaRPr lang="fr-FR" altLang="fr-FR"/>
          </a:p>
          <a:p>
            <a:r>
              <a:rPr lang="fr-FR" altLang="fr-FR"/>
              <a:t>10-  GLORIEUX, LOUONS LE ROI  GLORIEUX, LEVONS NOS VOIX           </a:t>
            </a:r>
          </a:p>
          <a:p>
            <a:r>
              <a:rPr lang="fr-FR" altLang="fr-FR"/>
              <a:t>  Glorious, Shout it out and Glorious, Make it louder</a:t>
            </a:r>
            <a:br>
              <a:rPr lang="fr-FR" altLang="fr-FR"/>
            </a:br>
            <a:r>
              <a:rPr lang="fr-FR" altLang="fr-FR"/>
              <a:t>
11-  NOUS VOULONS PROCLAMER JÉSUS, QUE TON NOM EST GLORIEUX </a:t>
            </a:r>
          </a:p>
          <a:p>
            <a:r>
              <a:rPr lang="fr-FR" altLang="fr-FR"/>
              <a:t>Jesus we shout Your name. Jesus we make Your praise, Glorious</a:t>
            </a:r>
            <a:br>
              <a:rPr lang="fr-FR" altLang="fr-FR"/>
            </a:br>
            <a:r>
              <a:rPr lang="fr-FR" altLang="fr-FR"/>
              <a:t>
12-  TU ES GLORIEUX  </a:t>
            </a:r>
          </a:p>
          <a:p>
            <a:r>
              <a:rPr lang="fr-FR" altLang="fr-FR"/>
              <a:t>You are glorious</a:t>
            </a:r>
          </a:p>
          <a:p>
            <a:endParaRPr lang="fr-FR" altLang="fr-FR"/>
          </a:p>
          <a:p>
            <a:r>
              <a:rPr lang="fr-FR" altLang="fr-FR"/>
              <a:t>13-  BRILLE, OH JÉSUS BRILLE POUR QUE LE MONDE VOIE </a:t>
            </a:r>
          </a:p>
          <a:p>
            <a:r>
              <a:rPr lang="fr-FR" altLang="fr-FR"/>
              <a:t>Shine Jesus, You shine for all the world to see </a:t>
            </a:r>
            <a:br>
              <a:rPr lang="fr-FR" altLang="fr-FR"/>
            </a:br>
            <a:r>
              <a:rPr lang="fr-FR" altLang="fr-FR"/>
              <a:t>
14-  TU ES GLORIEUX  </a:t>
            </a:r>
          </a:p>
          <a:p>
            <a:r>
              <a:rPr lang="fr-FR" altLang="fr-FR"/>
              <a:t>You are glorious</a:t>
            </a:r>
          </a:p>
          <a:p>
            <a:r>
              <a:rPr lang="fr-FR" altLang="fr-FR"/>
              <a:t>15-  OH OH OH  OH OH OH  </a:t>
            </a:r>
          </a:p>
          <a:p>
            <a:endParaRPr lang="fr-FR" altLang="fr-FR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355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GLORIEUX, LOUONS LE ROI  GLORIEUX, LEVONS NOS VOIX           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Glorious, Shout it out and Glorious, Make it louder</a:t>
            </a:r>
            <a:br>
              <a:rPr lang="fr-FR" smtClean="0"/>
            </a:br>
            <a:r>
              <a:rPr lang="fr-FR" smtClean="0"/>
              <a:t>
2-  NOUS VOULONS PROCLAMER JÉSUS, QUE TON NOM EST GLORIEUX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Jesus we shout Your name. Jesus we make Your praise, Glorious</a:t>
            </a:r>
            <a:br>
              <a:rPr lang="fr-FR" smtClean="0"/>
            </a:br>
            <a:r>
              <a:rPr lang="fr-FR" smtClean="0"/>
              <a:t>
3-  TU ES GLORIEUX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You are glorious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MON DIEU, TU RÈGNES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My God You reign</a:t>
            </a:r>
            <a:br>
              <a:rPr lang="fr-FR" smtClean="0"/>
            </a:br>
            <a:r>
              <a:rPr lang="fr-FR" smtClean="0"/>
              <a:t>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POUR TOUJOURS À JAMAIS TU ES LE MÊME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Forever and ever. How great Your name</a:t>
            </a:r>
            <a:br>
              <a:rPr lang="fr-FR" smtClean="0"/>
            </a:br>
            <a:r>
              <a:rPr lang="fr-FR" smtClean="0"/>
              <a:t> 
6-  TON AMOUR DURE ÉTERNELLEMENT  TON NOM EST GRAND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Your love remains Forever and ever. You stay the same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CRIE DE JOIE SI TU SAIS QUE TON DIEU EST BON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Shout it out, shout it out If you know He’s good</a:t>
            </a:r>
            <a:br>
              <a:rPr lang="fr-FR" smtClean="0"/>
            </a:br>
            <a:r>
              <a:rPr lang="fr-FR" smtClean="0"/>
              <a:t>
8-  CRIE DE JOIE CAR TOUJOURS  LE SEIGNEUR EST BON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Sing it out, sing it out For the Lord is good</a:t>
            </a:r>
            <a:br>
              <a:rPr lang="fr-FR" smtClean="0"/>
            </a:br>
            <a:r>
              <a:rPr lang="fr-FR" smtClean="0"/>
              <a:t>  
9-  LÈVE TA VOIX, IL EST GLORIEUX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Shout it out loud You are glorious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GLORIEUX, LOUONS LE ROI  GLORIEUX, LEVONS NOS VOIX         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Glorious, Shout it out and Glorious, Make it louder</a:t>
            </a:r>
            <a:br>
              <a:rPr lang="fr-FR" smtClean="0"/>
            </a:br>
            <a:r>
              <a:rPr lang="fr-FR" smtClean="0"/>
              <a:t>
11-  NOUS VOULONS PROCLAMER JÉSUS, QUE TON NOM EST GLORIEUX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Jesus we shout Your name. Jesus we make Your praise, Glorious</a:t>
            </a:r>
            <a:br>
              <a:rPr lang="fr-FR" smtClean="0"/>
            </a:br>
            <a:r>
              <a:rPr lang="fr-FR" smtClean="0"/>
              <a:t>
12-  TU ES GLORIEUX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You are glorious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BRILLE, OH JÉSUS BRILLE POUR QUE LE MONDE VOIE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Shine Jesus, You shine for all the world to see </a:t>
            </a:r>
            <a:br>
              <a:rPr lang="fr-FR" smtClean="0"/>
            </a:br>
            <a:r>
              <a:rPr lang="fr-FR" smtClean="0"/>
              <a:t>
14-  TU ES GLORIEUX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You are glorious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OH OH OH  OH OH OH 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235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GLORIEUX, LOUONS LE ROI  GLORIEUX, LEVONS NOS VOIX             </a:t>
            </a:r>
          </a:p>
          <a:p>
            <a:r>
              <a:rPr lang="fr-FR" altLang="fr-FR"/>
              <a:t>Glorious, Shout it out and Glorious, Make it louder</a:t>
            </a:r>
            <a:br>
              <a:rPr lang="fr-FR" altLang="fr-FR"/>
            </a:br>
            <a:r>
              <a:rPr lang="fr-FR" altLang="fr-FR"/>
              <a:t>
2-  NOUS VOULONS PROCLAMER JÉSUS, QUE TON NOM EST GLORIEUX </a:t>
            </a:r>
          </a:p>
          <a:p>
            <a:r>
              <a:rPr lang="fr-FR" altLang="fr-FR"/>
              <a:t>Jesus we shout Your name. Jesus we make Your praise, Glorious</a:t>
            </a:r>
            <a:br>
              <a:rPr lang="fr-FR" altLang="fr-FR"/>
            </a:br>
            <a:r>
              <a:rPr lang="fr-FR" altLang="fr-FR"/>
              <a:t>
3-  TU ES GLORIEUX  </a:t>
            </a:r>
          </a:p>
          <a:p>
            <a:r>
              <a:rPr lang="fr-FR" altLang="fr-FR"/>
              <a:t>You are glorious</a:t>
            </a:r>
            <a:br>
              <a:rPr lang="fr-FR" altLang="fr-FR"/>
            </a:br>
            <a:endParaRPr lang="fr-FR" altLang="fr-FR"/>
          </a:p>
          <a:p>
            <a:r>
              <a:rPr lang="fr-FR" altLang="fr-FR"/>
              <a:t>4-  MON DIEU, TU RÈGNES </a:t>
            </a:r>
          </a:p>
          <a:p>
            <a:r>
              <a:rPr lang="fr-FR" altLang="fr-FR"/>
              <a:t>My God You reign</a:t>
            </a:r>
            <a:br>
              <a:rPr lang="fr-FR" altLang="fr-FR"/>
            </a:br>
            <a:r>
              <a:rPr lang="fr-FR" altLang="fr-FR"/>
              <a:t> </a:t>
            </a:r>
          </a:p>
          <a:p>
            <a:r>
              <a:rPr lang="fr-FR" altLang="fr-FR"/>
              <a:t>5-  POUR TOUJOURS À JAMAIS TU ES LE MÊME </a:t>
            </a:r>
          </a:p>
          <a:p>
            <a:r>
              <a:rPr lang="fr-FR" altLang="fr-FR"/>
              <a:t>Forever and ever. How great Your name</a:t>
            </a:r>
            <a:br>
              <a:rPr lang="fr-FR" altLang="fr-FR"/>
            </a:br>
            <a:r>
              <a:rPr lang="fr-FR" altLang="fr-FR"/>
              <a:t> 
6-  TON AMOUR DURE ÉTERNELLEMENT  TON NOM EST GRAND </a:t>
            </a:r>
          </a:p>
          <a:p>
            <a:r>
              <a:rPr lang="fr-FR" altLang="fr-FR"/>
              <a:t>Your love remains Forever and ever. You stay the same</a:t>
            </a:r>
            <a:br>
              <a:rPr lang="fr-FR" altLang="fr-FR"/>
            </a:br>
            <a:endParaRPr lang="fr-FR" altLang="fr-FR"/>
          </a:p>
          <a:p>
            <a:r>
              <a:rPr lang="fr-FR" altLang="fr-FR"/>
              <a:t>7-  CRIE DE JOIE SI TU SAIS QUE TON DIEU EST BON </a:t>
            </a:r>
          </a:p>
          <a:p>
            <a:r>
              <a:rPr lang="fr-FR" altLang="fr-FR"/>
              <a:t>Shout it out, shout it out If you know He’s good</a:t>
            </a:r>
            <a:br>
              <a:rPr lang="fr-FR" altLang="fr-FR"/>
            </a:br>
            <a:r>
              <a:rPr lang="fr-FR" altLang="fr-FR"/>
              <a:t>
8-  CRIE DE JOIE CAR TOUJOURS  LE SEIGNEUR EST BON </a:t>
            </a:r>
          </a:p>
          <a:p>
            <a:r>
              <a:rPr lang="fr-FR" altLang="fr-FR"/>
              <a:t>Sing it out, sing it out For the Lord is good</a:t>
            </a:r>
            <a:br>
              <a:rPr lang="fr-FR" altLang="fr-FR"/>
            </a:br>
            <a:r>
              <a:rPr lang="fr-FR" altLang="fr-FR"/>
              <a:t>  
9-  LÈVE TA VOIX, IL EST GLORIEUX </a:t>
            </a:r>
          </a:p>
          <a:p>
            <a:r>
              <a:rPr lang="fr-FR" altLang="fr-FR"/>
              <a:t>Shout it out loud You are glorious</a:t>
            </a:r>
            <a:br>
              <a:rPr lang="fr-FR" altLang="fr-FR"/>
            </a:br>
            <a:endParaRPr lang="fr-FR" altLang="fr-FR"/>
          </a:p>
          <a:p>
            <a:r>
              <a:rPr lang="fr-FR" altLang="fr-FR"/>
              <a:t>10-  GLORIEUX, LOUONS LE ROI  GLORIEUX, LEVONS NOS VOIX           </a:t>
            </a:r>
          </a:p>
          <a:p>
            <a:r>
              <a:rPr lang="fr-FR" altLang="fr-FR"/>
              <a:t>  Glorious, Shout it out and Glorious, Make it louder</a:t>
            </a:r>
            <a:br>
              <a:rPr lang="fr-FR" altLang="fr-FR"/>
            </a:br>
            <a:r>
              <a:rPr lang="fr-FR" altLang="fr-FR"/>
              <a:t>
11-  NOUS VOULONS PROCLAMER JÉSUS, QUE TON NOM EST GLORIEUX </a:t>
            </a:r>
          </a:p>
          <a:p>
            <a:r>
              <a:rPr lang="fr-FR" altLang="fr-FR"/>
              <a:t>Jesus we shout Your name. Jesus we make Your praise, Glorious</a:t>
            </a:r>
            <a:br>
              <a:rPr lang="fr-FR" altLang="fr-FR"/>
            </a:br>
            <a:r>
              <a:rPr lang="fr-FR" altLang="fr-FR"/>
              <a:t>
12-  TU ES GLORIEUX  </a:t>
            </a:r>
          </a:p>
          <a:p>
            <a:r>
              <a:rPr lang="fr-FR" altLang="fr-FR"/>
              <a:t>You are glorious</a:t>
            </a:r>
          </a:p>
          <a:p>
            <a:endParaRPr lang="fr-FR" altLang="fr-FR"/>
          </a:p>
          <a:p>
            <a:r>
              <a:rPr lang="fr-FR" altLang="fr-FR"/>
              <a:t>13-  BRILLE, OH JÉSUS BRILLE POUR QUE LE MONDE VOIE </a:t>
            </a:r>
          </a:p>
          <a:p>
            <a:r>
              <a:rPr lang="fr-FR" altLang="fr-FR"/>
              <a:t>Shine Jesus, You shine for all the world to see </a:t>
            </a:r>
            <a:br>
              <a:rPr lang="fr-FR" altLang="fr-FR"/>
            </a:br>
            <a:r>
              <a:rPr lang="fr-FR" altLang="fr-FR"/>
              <a:t>
14-  TU ES GLORIEUX  </a:t>
            </a:r>
          </a:p>
          <a:p>
            <a:r>
              <a:rPr lang="fr-FR" altLang="fr-FR"/>
              <a:t>You are glorious</a:t>
            </a:r>
          </a:p>
          <a:p>
            <a:r>
              <a:rPr lang="fr-FR" altLang="fr-FR"/>
              <a:t>15-  OH OH OH  OH OH OH  </a:t>
            </a:r>
          </a:p>
          <a:p>
            <a:endParaRPr lang="fr-FR" altLang="fr-FR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57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GLORIEUX, LOUONS LE ROI  GLORIEUX, LEVONS NOS VOIX           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Glorious, Shout it out and Glorious, Make it louder</a:t>
            </a:r>
            <a:br>
              <a:rPr lang="fr-FR" smtClean="0"/>
            </a:br>
            <a:r>
              <a:rPr lang="fr-FR" smtClean="0"/>
              <a:t>
2-  NOUS VOULONS PROCLAMER JÉSUS, QUE TON NOM EST GLORIEUX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Jesus we shout Your name. Jesus we make Your praise, Glorious</a:t>
            </a:r>
            <a:br>
              <a:rPr lang="fr-FR" smtClean="0"/>
            </a:br>
            <a:r>
              <a:rPr lang="fr-FR" smtClean="0"/>
              <a:t>
3-  TU ES GLORIEUX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You are glorious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MON DIEU, TU RÈGNES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My God You reign</a:t>
            </a:r>
            <a:br>
              <a:rPr lang="fr-FR" smtClean="0"/>
            </a:br>
            <a:r>
              <a:rPr lang="fr-FR" smtClean="0"/>
              <a:t>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POUR TOUJOURS À JAMAIS TU ES LE MÊME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Forever and ever. How great Your name</a:t>
            </a:r>
            <a:br>
              <a:rPr lang="fr-FR" smtClean="0"/>
            </a:br>
            <a:r>
              <a:rPr lang="fr-FR" smtClean="0"/>
              <a:t> 
6-  TON AMOUR DURE ÉTERNELLEMENT  TON NOM EST GRAND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Your love remains Forever and ever. You stay the same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CRIE DE JOIE SI TU SAIS QUE TON DIEU EST BON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Shout it out, shout it out If you know He’s good</a:t>
            </a:r>
            <a:br>
              <a:rPr lang="fr-FR" smtClean="0"/>
            </a:br>
            <a:r>
              <a:rPr lang="fr-FR" smtClean="0"/>
              <a:t>
8-  CRIE DE JOIE CAR TOUJOURS  LE SEIGNEUR EST BON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Sing it out, sing it out For the Lord is good</a:t>
            </a:r>
            <a:br>
              <a:rPr lang="fr-FR" smtClean="0"/>
            </a:br>
            <a:r>
              <a:rPr lang="fr-FR" smtClean="0"/>
              <a:t>  
9-  LÈVE TA VOIX, IL EST GLORIEUX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Shout it out loud You are glorious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GLORIEUX, LOUONS LE ROI  GLORIEUX, LEVONS NOS VOIX         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Glorious, Shout it out and Glorious, Make it louder</a:t>
            </a:r>
            <a:br>
              <a:rPr lang="fr-FR" smtClean="0"/>
            </a:br>
            <a:r>
              <a:rPr lang="fr-FR" smtClean="0"/>
              <a:t>
11-  NOUS VOULONS PROCLAMER JÉSUS, QUE TON NOM EST GLORIEUX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Jesus we shout Your name. Jesus we make Your praise, Glorious</a:t>
            </a:r>
            <a:br>
              <a:rPr lang="fr-FR" smtClean="0"/>
            </a:br>
            <a:r>
              <a:rPr lang="fr-FR" smtClean="0"/>
              <a:t>
12-  TU ES GLORIEUX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You are glorious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BRILLE, OH JÉSUS BRILLE POUR QUE LE MONDE VOIE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Shine Jesus, You shine for all the world to see </a:t>
            </a:r>
            <a:br>
              <a:rPr lang="fr-FR" smtClean="0"/>
            </a:br>
            <a:r>
              <a:rPr lang="fr-FR" smtClean="0"/>
              <a:t>
14-  TU ES GLORIEUX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You are glorious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OH OH OH  OH OH OH 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GLORIEUX, LOUONS LE ROI  GLORIEUX, LEVONS NOS VOIX             </a:t>
            </a:r>
          </a:p>
          <a:p>
            <a:r>
              <a:rPr lang="fr-FR" altLang="fr-FR"/>
              <a:t>Glorious, Shout it out and Glorious, Make it louder</a:t>
            </a:r>
            <a:br>
              <a:rPr lang="fr-FR" altLang="fr-FR"/>
            </a:br>
            <a:r>
              <a:rPr lang="fr-FR" altLang="fr-FR"/>
              <a:t>
2-  NOUS VOULONS PROCLAMER JÉSUS, QUE TON NOM EST GLORIEUX </a:t>
            </a:r>
          </a:p>
          <a:p>
            <a:r>
              <a:rPr lang="fr-FR" altLang="fr-FR"/>
              <a:t>Jesus we shout Your name. Jesus we make Your praise, Glorious</a:t>
            </a:r>
            <a:br>
              <a:rPr lang="fr-FR" altLang="fr-FR"/>
            </a:br>
            <a:r>
              <a:rPr lang="fr-FR" altLang="fr-FR"/>
              <a:t>
3-  TU ES GLORIEUX  </a:t>
            </a:r>
          </a:p>
          <a:p>
            <a:r>
              <a:rPr lang="fr-FR" altLang="fr-FR"/>
              <a:t>You are glorious</a:t>
            </a:r>
            <a:br>
              <a:rPr lang="fr-FR" altLang="fr-FR"/>
            </a:br>
            <a:endParaRPr lang="fr-FR" altLang="fr-FR"/>
          </a:p>
          <a:p>
            <a:r>
              <a:rPr lang="fr-FR" altLang="fr-FR"/>
              <a:t>4-  MON DIEU, TU RÈGNES </a:t>
            </a:r>
          </a:p>
          <a:p>
            <a:r>
              <a:rPr lang="fr-FR" altLang="fr-FR"/>
              <a:t>My God You reign</a:t>
            </a:r>
            <a:br>
              <a:rPr lang="fr-FR" altLang="fr-FR"/>
            </a:br>
            <a:r>
              <a:rPr lang="fr-FR" altLang="fr-FR"/>
              <a:t> </a:t>
            </a:r>
          </a:p>
          <a:p>
            <a:r>
              <a:rPr lang="fr-FR" altLang="fr-FR"/>
              <a:t>5-  POUR TOUJOURS À JAMAIS TU ES LE MÊME </a:t>
            </a:r>
          </a:p>
          <a:p>
            <a:r>
              <a:rPr lang="fr-FR" altLang="fr-FR"/>
              <a:t>Forever and ever. How great Your name</a:t>
            </a:r>
            <a:br>
              <a:rPr lang="fr-FR" altLang="fr-FR"/>
            </a:br>
            <a:r>
              <a:rPr lang="fr-FR" altLang="fr-FR"/>
              <a:t> 
6-  TON AMOUR DURE ÉTERNELLEMENT  TON NOM EST GRAND </a:t>
            </a:r>
          </a:p>
          <a:p>
            <a:r>
              <a:rPr lang="fr-FR" altLang="fr-FR"/>
              <a:t>Your love remains Forever and ever. You stay the same</a:t>
            </a:r>
            <a:br>
              <a:rPr lang="fr-FR" altLang="fr-FR"/>
            </a:br>
            <a:endParaRPr lang="fr-FR" altLang="fr-FR"/>
          </a:p>
          <a:p>
            <a:r>
              <a:rPr lang="fr-FR" altLang="fr-FR"/>
              <a:t>7-  CRIE DE JOIE SI TU SAIS QUE TON DIEU EST BON </a:t>
            </a:r>
          </a:p>
          <a:p>
            <a:r>
              <a:rPr lang="fr-FR" altLang="fr-FR"/>
              <a:t>Shout it out, shout it out If you know He’s good</a:t>
            </a:r>
            <a:br>
              <a:rPr lang="fr-FR" altLang="fr-FR"/>
            </a:br>
            <a:r>
              <a:rPr lang="fr-FR" altLang="fr-FR"/>
              <a:t>
8-  CRIE DE JOIE CAR TOUJOURS  LE SEIGNEUR EST BON </a:t>
            </a:r>
          </a:p>
          <a:p>
            <a:r>
              <a:rPr lang="fr-FR" altLang="fr-FR"/>
              <a:t>Sing it out, sing it out For the Lord is good</a:t>
            </a:r>
            <a:br>
              <a:rPr lang="fr-FR" altLang="fr-FR"/>
            </a:br>
            <a:r>
              <a:rPr lang="fr-FR" altLang="fr-FR"/>
              <a:t>  
9-  LÈVE TA VOIX, IL EST GLORIEUX </a:t>
            </a:r>
          </a:p>
          <a:p>
            <a:r>
              <a:rPr lang="fr-FR" altLang="fr-FR"/>
              <a:t>Shout it out loud You are glorious</a:t>
            </a:r>
            <a:br>
              <a:rPr lang="fr-FR" altLang="fr-FR"/>
            </a:br>
            <a:endParaRPr lang="fr-FR" altLang="fr-FR"/>
          </a:p>
          <a:p>
            <a:r>
              <a:rPr lang="fr-FR" altLang="fr-FR"/>
              <a:t>10-  GLORIEUX, LOUONS LE ROI  GLORIEUX, LEVONS NOS VOIX           </a:t>
            </a:r>
          </a:p>
          <a:p>
            <a:r>
              <a:rPr lang="fr-FR" altLang="fr-FR"/>
              <a:t>  Glorious, Shout it out and Glorious, Make it louder</a:t>
            </a:r>
            <a:br>
              <a:rPr lang="fr-FR" altLang="fr-FR"/>
            </a:br>
            <a:r>
              <a:rPr lang="fr-FR" altLang="fr-FR"/>
              <a:t>
11-  NOUS VOULONS PROCLAMER JÉSUS, QUE TON NOM EST GLORIEUX </a:t>
            </a:r>
          </a:p>
          <a:p>
            <a:r>
              <a:rPr lang="fr-FR" altLang="fr-FR"/>
              <a:t>Jesus we shout Your name. Jesus we make Your praise, Glorious</a:t>
            </a:r>
            <a:br>
              <a:rPr lang="fr-FR" altLang="fr-FR"/>
            </a:br>
            <a:r>
              <a:rPr lang="fr-FR" altLang="fr-FR"/>
              <a:t>
12-  TU ES GLORIEUX  </a:t>
            </a:r>
          </a:p>
          <a:p>
            <a:r>
              <a:rPr lang="fr-FR" altLang="fr-FR"/>
              <a:t>You are glorious</a:t>
            </a:r>
          </a:p>
          <a:p>
            <a:endParaRPr lang="fr-FR" altLang="fr-FR"/>
          </a:p>
          <a:p>
            <a:r>
              <a:rPr lang="fr-FR" altLang="fr-FR"/>
              <a:t>13-  BRILLE, OH JÉSUS BRILLE POUR QUE LE MONDE VOIE </a:t>
            </a:r>
          </a:p>
          <a:p>
            <a:r>
              <a:rPr lang="fr-FR" altLang="fr-FR"/>
              <a:t>Shine Jesus, You shine for all the world to see </a:t>
            </a:r>
            <a:br>
              <a:rPr lang="fr-FR" altLang="fr-FR"/>
            </a:br>
            <a:r>
              <a:rPr lang="fr-FR" altLang="fr-FR"/>
              <a:t>
14-  TU ES GLORIEUX  </a:t>
            </a:r>
          </a:p>
          <a:p>
            <a:r>
              <a:rPr lang="fr-FR" altLang="fr-FR"/>
              <a:t>You are glorious</a:t>
            </a:r>
          </a:p>
          <a:p>
            <a:r>
              <a:rPr lang="fr-FR" altLang="fr-FR"/>
              <a:t>15-  OH OH OH  OH OH OH  </a:t>
            </a:r>
          </a:p>
          <a:p>
            <a:endParaRPr lang="fr-FR" altLang="fr-FR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560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GLORIEUX, LOUONS LE ROI  GLORIEUX, LEVONS NOS VOIX           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Glorious, Shout it out and Glorious, Make it louder</a:t>
            </a:r>
            <a:br>
              <a:rPr lang="fr-FR" smtClean="0"/>
            </a:br>
            <a:r>
              <a:rPr lang="fr-FR" smtClean="0"/>
              <a:t>
2-  NOUS VOULONS PROCLAMER JÉSUS, QUE TON NOM EST GLORIEUX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Jesus we shout Your name. Jesus we make Your praise, Glorious</a:t>
            </a:r>
            <a:br>
              <a:rPr lang="fr-FR" smtClean="0"/>
            </a:br>
            <a:r>
              <a:rPr lang="fr-FR" smtClean="0"/>
              <a:t>
3-  TU ES GLORIEUX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You are glorious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MON DIEU, TU RÈGNES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My God You reign</a:t>
            </a:r>
            <a:br>
              <a:rPr lang="fr-FR" smtClean="0"/>
            </a:br>
            <a:r>
              <a:rPr lang="fr-FR" smtClean="0"/>
              <a:t>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POUR TOUJOURS À JAMAIS TU ES LE MÊME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Forever and ever. How great Your name</a:t>
            </a:r>
            <a:br>
              <a:rPr lang="fr-FR" smtClean="0"/>
            </a:br>
            <a:r>
              <a:rPr lang="fr-FR" smtClean="0"/>
              <a:t> 
6-  TON AMOUR DURE ÉTERNELLEMENT  TON NOM EST GRAND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Your love remains Forever and ever. You stay the same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CRIE DE JOIE SI TU SAIS QUE TON DIEU EST BON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Shout it out, shout it out If you know He’s good</a:t>
            </a:r>
            <a:br>
              <a:rPr lang="fr-FR" smtClean="0"/>
            </a:br>
            <a:r>
              <a:rPr lang="fr-FR" smtClean="0"/>
              <a:t>
8-  CRIE DE JOIE CAR TOUJOURS  LE SEIGNEUR EST BON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Sing it out, sing it out For the Lord is good</a:t>
            </a:r>
            <a:br>
              <a:rPr lang="fr-FR" smtClean="0"/>
            </a:br>
            <a:r>
              <a:rPr lang="fr-FR" smtClean="0"/>
              <a:t>  
9-  LÈVE TA VOIX, IL EST GLORIEUX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Shout it out loud You are glorious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GLORIEUX, LOUONS LE ROI  GLORIEUX, LEVONS NOS VOIX         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Glorious, Shout it out and Glorious, Make it louder</a:t>
            </a:r>
            <a:br>
              <a:rPr lang="fr-FR" smtClean="0"/>
            </a:br>
            <a:r>
              <a:rPr lang="fr-FR" smtClean="0"/>
              <a:t>
11-  NOUS VOULONS PROCLAMER JÉSUS, QUE TON NOM EST GLORIEUX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Jesus we shout Your name. Jesus we make Your praise, Glorious</a:t>
            </a:r>
            <a:br>
              <a:rPr lang="fr-FR" smtClean="0"/>
            </a:br>
            <a:r>
              <a:rPr lang="fr-FR" smtClean="0"/>
              <a:t>
12-  TU ES GLORIEUX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You are glorious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BRILLE, OH JÉSUS BRILLE POUR QUE LE MONDE VOIE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Shine Jesus, You shine for all the world to see </a:t>
            </a:r>
            <a:br>
              <a:rPr lang="fr-FR" smtClean="0"/>
            </a:br>
            <a:r>
              <a:rPr lang="fr-FR" smtClean="0"/>
              <a:t>
14-  TU ES GLORIEUX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You are glorious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OH OH OH  OH OH OH 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GLORIEUX, LOUONS LE ROI  GLORIEUX, LEVONS NOS VOIX             </a:t>
            </a:r>
          </a:p>
          <a:p>
            <a:r>
              <a:rPr lang="fr-FR" altLang="fr-FR"/>
              <a:t>Glorious, Shout it out and Glorious, Make it louder</a:t>
            </a:r>
            <a:br>
              <a:rPr lang="fr-FR" altLang="fr-FR"/>
            </a:br>
            <a:r>
              <a:rPr lang="fr-FR" altLang="fr-FR"/>
              <a:t>
2-  NOUS VOULONS PROCLAMER JÉSUS, QUE TON NOM EST GLORIEUX </a:t>
            </a:r>
          </a:p>
          <a:p>
            <a:r>
              <a:rPr lang="fr-FR" altLang="fr-FR"/>
              <a:t>Jesus we shout Your name. Jesus we make Your praise, Glorious</a:t>
            </a:r>
            <a:br>
              <a:rPr lang="fr-FR" altLang="fr-FR"/>
            </a:br>
            <a:r>
              <a:rPr lang="fr-FR" altLang="fr-FR"/>
              <a:t>
3-  TU ES GLORIEUX  </a:t>
            </a:r>
          </a:p>
          <a:p>
            <a:r>
              <a:rPr lang="fr-FR" altLang="fr-FR"/>
              <a:t>You are glorious</a:t>
            </a:r>
            <a:br>
              <a:rPr lang="fr-FR" altLang="fr-FR"/>
            </a:br>
            <a:endParaRPr lang="fr-FR" altLang="fr-FR"/>
          </a:p>
          <a:p>
            <a:r>
              <a:rPr lang="fr-FR" altLang="fr-FR"/>
              <a:t>4-  MON DIEU, TU RÈGNES </a:t>
            </a:r>
          </a:p>
          <a:p>
            <a:r>
              <a:rPr lang="fr-FR" altLang="fr-FR"/>
              <a:t>My God You reign</a:t>
            </a:r>
            <a:br>
              <a:rPr lang="fr-FR" altLang="fr-FR"/>
            </a:br>
            <a:r>
              <a:rPr lang="fr-FR" altLang="fr-FR"/>
              <a:t> </a:t>
            </a:r>
          </a:p>
          <a:p>
            <a:r>
              <a:rPr lang="fr-FR" altLang="fr-FR"/>
              <a:t>5-  POUR TOUJOURS À JAMAIS TU ES LE MÊME </a:t>
            </a:r>
          </a:p>
          <a:p>
            <a:r>
              <a:rPr lang="fr-FR" altLang="fr-FR"/>
              <a:t>Forever and ever. How great Your name</a:t>
            </a:r>
            <a:br>
              <a:rPr lang="fr-FR" altLang="fr-FR"/>
            </a:br>
            <a:r>
              <a:rPr lang="fr-FR" altLang="fr-FR"/>
              <a:t> 
6-  TON AMOUR DURE ÉTERNELLEMENT  TON NOM EST GRAND </a:t>
            </a:r>
          </a:p>
          <a:p>
            <a:r>
              <a:rPr lang="fr-FR" altLang="fr-FR"/>
              <a:t>Your love remains Forever and ever. You stay the same</a:t>
            </a:r>
            <a:br>
              <a:rPr lang="fr-FR" altLang="fr-FR"/>
            </a:br>
            <a:endParaRPr lang="fr-FR" altLang="fr-FR"/>
          </a:p>
          <a:p>
            <a:r>
              <a:rPr lang="fr-FR" altLang="fr-FR"/>
              <a:t>7-  CRIE DE JOIE SI TU SAIS QUE TON DIEU EST BON </a:t>
            </a:r>
          </a:p>
          <a:p>
            <a:r>
              <a:rPr lang="fr-FR" altLang="fr-FR"/>
              <a:t>Shout it out, shout it out If you know He’s good</a:t>
            </a:r>
            <a:br>
              <a:rPr lang="fr-FR" altLang="fr-FR"/>
            </a:br>
            <a:r>
              <a:rPr lang="fr-FR" altLang="fr-FR"/>
              <a:t>
8-  CRIE DE JOIE CAR TOUJOURS  LE SEIGNEUR EST BON </a:t>
            </a:r>
          </a:p>
          <a:p>
            <a:r>
              <a:rPr lang="fr-FR" altLang="fr-FR"/>
              <a:t>Sing it out, sing it out For the Lord is good</a:t>
            </a:r>
            <a:br>
              <a:rPr lang="fr-FR" altLang="fr-FR"/>
            </a:br>
            <a:r>
              <a:rPr lang="fr-FR" altLang="fr-FR"/>
              <a:t>  
9-  LÈVE TA VOIX, IL EST GLORIEUX </a:t>
            </a:r>
          </a:p>
          <a:p>
            <a:r>
              <a:rPr lang="fr-FR" altLang="fr-FR"/>
              <a:t>Shout it out loud You are glorious</a:t>
            </a:r>
            <a:br>
              <a:rPr lang="fr-FR" altLang="fr-FR"/>
            </a:br>
            <a:endParaRPr lang="fr-FR" altLang="fr-FR"/>
          </a:p>
          <a:p>
            <a:r>
              <a:rPr lang="fr-FR" altLang="fr-FR"/>
              <a:t>10-  GLORIEUX, LOUONS LE ROI  GLORIEUX, LEVONS NOS VOIX           </a:t>
            </a:r>
          </a:p>
          <a:p>
            <a:r>
              <a:rPr lang="fr-FR" altLang="fr-FR"/>
              <a:t>  Glorious, Shout it out and Glorious, Make it louder</a:t>
            </a:r>
            <a:br>
              <a:rPr lang="fr-FR" altLang="fr-FR"/>
            </a:br>
            <a:r>
              <a:rPr lang="fr-FR" altLang="fr-FR"/>
              <a:t>
11-  NOUS VOULONS PROCLAMER JÉSUS, QUE TON NOM EST GLORIEUX </a:t>
            </a:r>
          </a:p>
          <a:p>
            <a:r>
              <a:rPr lang="fr-FR" altLang="fr-FR"/>
              <a:t>Jesus we shout Your name. Jesus we make Your praise, Glorious</a:t>
            </a:r>
            <a:br>
              <a:rPr lang="fr-FR" altLang="fr-FR"/>
            </a:br>
            <a:r>
              <a:rPr lang="fr-FR" altLang="fr-FR"/>
              <a:t>
12-  TU ES GLORIEUX  </a:t>
            </a:r>
          </a:p>
          <a:p>
            <a:r>
              <a:rPr lang="fr-FR" altLang="fr-FR"/>
              <a:t>You are glorious</a:t>
            </a:r>
          </a:p>
          <a:p>
            <a:endParaRPr lang="fr-FR" altLang="fr-FR"/>
          </a:p>
          <a:p>
            <a:r>
              <a:rPr lang="fr-FR" altLang="fr-FR"/>
              <a:t>13-  BRILLE, OH JÉSUS BRILLE POUR QUE LE MONDE VOIE </a:t>
            </a:r>
          </a:p>
          <a:p>
            <a:r>
              <a:rPr lang="fr-FR" altLang="fr-FR"/>
              <a:t>Shine Jesus, You shine for all the world to see </a:t>
            </a:r>
            <a:br>
              <a:rPr lang="fr-FR" altLang="fr-FR"/>
            </a:br>
            <a:r>
              <a:rPr lang="fr-FR" altLang="fr-FR"/>
              <a:t>
14-  TU ES GLORIEUX  </a:t>
            </a:r>
          </a:p>
          <a:p>
            <a:r>
              <a:rPr lang="fr-FR" altLang="fr-FR"/>
              <a:t>You are glorious</a:t>
            </a:r>
          </a:p>
          <a:p>
            <a:r>
              <a:rPr lang="fr-FR" altLang="fr-FR"/>
              <a:t>15-  OH OH OH  OH OH OH  </a:t>
            </a:r>
          </a:p>
          <a:p>
            <a:endParaRPr lang="fr-FR" altLang="fr-FR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662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GLORIEUX, LOUONS LE ROI  GLORIEUX, LEVONS NOS VOIX           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Glorious, Shout it out and Glorious, Make it louder</a:t>
            </a:r>
            <a:br>
              <a:rPr lang="fr-FR" smtClean="0"/>
            </a:br>
            <a:r>
              <a:rPr lang="fr-FR" smtClean="0"/>
              <a:t>
2-  NOUS VOULONS PROCLAMER JÉSUS, QUE TON NOM EST GLORIEUX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Jesus we shout Your name. Jesus we make Your praise, Glorious</a:t>
            </a:r>
            <a:br>
              <a:rPr lang="fr-FR" smtClean="0"/>
            </a:br>
            <a:r>
              <a:rPr lang="fr-FR" smtClean="0"/>
              <a:t>
3-  TU ES GLORIEUX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You are glorious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MON DIEU, TU RÈGNES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My God You reign</a:t>
            </a:r>
            <a:br>
              <a:rPr lang="fr-FR" smtClean="0"/>
            </a:br>
            <a:r>
              <a:rPr lang="fr-FR" smtClean="0"/>
              <a:t>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POUR TOUJOURS À JAMAIS TU ES LE MÊME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Forever and ever. How great Your name</a:t>
            </a:r>
            <a:br>
              <a:rPr lang="fr-FR" smtClean="0"/>
            </a:br>
            <a:r>
              <a:rPr lang="fr-FR" smtClean="0"/>
              <a:t> 
6-  TON AMOUR DURE ÉTERNELLEMENT  TON NOM EST GRAND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Your love remains Forever and ever. You stay the same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CRIE DE JOIE SI TU SAIS QUE TON DIEU EST BON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Shout it out, shout it out If you know He’s good</a:t>
            </a:r>
            <a:br>
              <a:rPr lang="fr-FR" smtClean="0"/>
            </a:br>
            <a:r>
              <a:rPr lang="fr-FR" smtClean="0"/>
              <a:t>
8-  CRIE DE JOIE CAR TOUJOURS  LE SEIGNEUR EST BON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Sing it out, sing it out For the Lord is good</a:t>
            </a:r>
            <a:br>
              <a:rPr lang="fr-FR" smtClean="0"/>
            </a:br>
            <a:r>
              <a:rPr lang="fr-FR" smtClean="0"/>
              <a:t>  
9-  LÈVE TA VOIX, IL EST GLORIEUX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Shout it out loud You are glorious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GLORIEUX, LOUONS LE ROI  GLORIEUX, LEVONS NOS VOIX         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Glorious, Shout it out and Glorious, Make it louder</a:t>
            </a:r>
            <a:br>
              <a:rPr lang="fr-FR" smtClean="0"/>
            </a:br>
            <a:r>
              <a:rPr lang="fr-FR" smtClean="0"/>
              <a:t>
11-  NOUS VOULONS PROCLAMER JÉSUS, QUE TON NOM EST GLORIEUX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Jesus we shout Your name. Jesus we make Your praise, Glorious</a:t>
            </a:r>
            <a:br>
              <a:rPr lang="fr-FR" smtClean="0"/>
            </a:br>
            <a:r>
              <a:rPr lang="fr-FR" smtClean="0"/>
              <a:t>
12-  TU ES GLORIEUX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You are glorious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BRILLE, OH JÉSUS BRILLE POUR QUE LE MONDE VOIE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Shine Jesus, You shine for all the world to see </a:t>
            </a:r>
            <a:br>
              <a:rPr lang="fr-FR" smtClean="0"/>
            </a:br>
            <a:r>
              <a:rPr lang="fr-FR" smtClean="0"/>
              <a:t>
14-  TU ES GLORIEUX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You are glorious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OH OH OH  OH OH OH 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GLORIEUX, LOUONS LE ROI  GLORIEUX, LEVONS NOS VOIX             </a:t>
            </a:r>
          </a:p>
          <a:p>
            <a:r>
              <a:rPr lang="fr-FR" altLang="fr-FR"/>
              <a:t>Glorious, Shout it out and Glorious, Make it louder</a:t>
            </a:r>
            <a:br>
              <a:rPr lang="fr-FR" altLang="fr-FR"/>
            </a:br>
            <a:r>
              <a:rPr lang="fr-FR" altLang="fr-FR"/>
              <a:t>
2-  NOUS VOULONS PROCLAMER JÉSUS, QUE TON NOM EST GLORIEUX </a:t>
            </a:r>
          </a:p>
          <a:p>
            <a:r>
              <a:rPr lang="fr-FR" altLang="fr-FR"/>
              <a:t>Jesus we shout Your name. Jesus we make Your praise, Glorious</a:t>
            </a:r>
            <a:br>
              <a:rPr lang="fr-FR" altLang="fr-FR"/>
            </a:br>
            <a:r>
              <a:rPr lang="fr-FR" altLang="fr-FR"/>
              <a:t>
3-  TU ES GLORIEUX  </a:t>
            </a:r>
          </a:p>
          <a:p>
            <a:r>
              <a:rPr lang="fr-FR" altLang="fr-FR"/>
              <a:t>You are glorious</a:t>
            </a:r>
            <a:br>
              <a:rPr lang="fr-FR" altLang="fr-FR"/>
            </a:br>
            <a:endParaRPr lang="fr-FR" altLang="fr-FR"/>
          </a:p>
          <a:p>
            <a:r>
              <a:rPr lang="fr-FR" altLang="fr-FR"/>
              <a:t>4-  MON DIEU, TU RÈGNES </a:t>
            </a:r>
          </a:p>
          <a:p>
            <a:r>
              <a:rPr lang="fr-FR" altLang="fr-FR"/>
              <a:t>My God You reign</a:t>
            </a:r>
            <a:br>
              <a:rPr lang="fr-FR" altLang="fr-FR"/>
            </a:br>
            <a:r>
              <a:rPr lang="fr-FR" altLang="fr-FR"/>
              <a:t> </a:t>
            </a:r>
          </a:p>
          <a:p>
            <a:r>
              <a:rPr lang="fr-FR" altLang="fr-FR"/>
              <a:t>5-  POUR TOUJOURS À JAMAIS TU ES LE MÊME </a:t>
            </a:r>
          </a:p>
          <a:p>
            <a:r>
              <a:rPr lang="fr-FR" altLang="fr-FR"/>
              <a:t>Forever and ever. How great Your name</a:t>
            </a:r>
            <a:br>
              <a:rPr lang="fr-FR" altLang="fr-FR"/>
            </a:br>
            <a:r>
              <a:rPr lang="fr-FR" altLang="fr-FR"/>
              <a:t> 
6-  TON AMOUR DURE ÉTERNELLEMENT  TON NOM EST GRAND </a:t>
            </a:r>
          </a:p>
          <a:p>
            <a:r>
              <a:rPr lang="fr-FR" altLang="fr-FR"/>
              <a:t>Your love remains Forever and ever. You stay the same</a:t>
            </a:r>
            <a:br>
              <a:rPr lang="fr-FR" altLang="fr-FR"/>
            </a:br>
            <a:endParaRPr lang="fr-FR" altLang="fr-FR"/>
          </a:p>
          <a:p>
            <a:r>
              <a:rPr lang="fr-FR" altLang="fr-FR"/>
              <a:t>7-  CRIE DE JOIE SI TU SAIS QUE TON DIEU EST BON </a:t>
            </a:r>
          </a:p>
          <a:p>
            <a:r>
              <a:rPr lang="fr-FR" altLang="fr-FR"/>
              <a:t>Shout it out, shout it out If you know He’s good</a:t>
            </a:r>
            <a:br>
              <a:rPr lang="fr-FR" altLang="fr-FR"/>
            </a:br>
            <a:r>
              <a:rPr lang="fr-FR" altLang="fr-FR"/>
              <a:t>
8-  CRIE DE JOIE CAR TOUJOURS  LE SEIGNEUR EST BON </a:t>
            </a:r>
          </a:p>
          <a:p>
            <a:r>
              <a:rPr lang="fr-FR" altLang="fr-FR"/>
              <a:t>Sing it out, sing it out For the Lord is good</a:t>
            </a:r>
            <a:br>
              <a:rPr lang="fr-FR" altLang="fr-FR"/>
            </a:br>
            <a:r>
              <a:rPr lang="fr-FR" altLang="fr-FR"/>
              <a:t>  
9-  LÈVE TA VOIX, IL EST GLORIEUX </a:t>
            </a:r>
          </a:p>
          <a:p>
            <a:r>
              <a:rPr lang="fr-FR" altLang="fr-FR"/>
              <a:t>Shout it out loud You are glorious</a:t>
            </a:r>
            <a:br>
              <a:rPr lang="fr-FR" altLang="fr-FR"/>
            </a:br>
            <a:endParaRPr lang="fr-FR" altLang="fr-FR"/>
          </a:p>
          <a:p>
            <a:r>
              <a:rPr lang="fr-FR" altLang="fr-FR"/>
              <a:t>10-  GLORIEUX, LOUONS LE ROI  GLORIEUX, LEVONS NOS VOIX           </a:t>
            </a:r>
          </a:p>
          <a:p>
            <a:r>
              <a:rPr lang="fr-FR" altLang="fr-FR"/>
              <a:t>  Glorious, Shout it out and Glorious, Make it louder</a:t>
            </a:r>
            <a:br>
              <a:rPr lang="fr-FR" altLang="fr-FR"/>
            </a:br>
            <a:r>
              <a:rPr lang="fr-FR" altLang="fr-FR"/>
              <a:t>
11-  NOUS VOULONS PROCLAMER JÉSUS, QUE TON NOM EST GLORIEUX </a:t>
            </a:r>
          </a:p>
          <a:p>
            <a:r>
              <a:rPr lang="fr-FR" altLang="fr-FR"/>
              <a:t>Jesus we shout Your name. Jesus we make Your praise, Glorious</a:t>
            </a:r>
            <a:br>
              <a:rPr lang="fr-FR" altLang="fr-FR"/>
            </a:br>
            <a:r>
              <a:rPr lang="fr-FR" altLang="fr-FR"/>
              <a:t>
12-  TU ES GLORIEUX  </a:t>
            </a:r>
          </a:p>
          <a:p>
            <a:r>
              <a:rPr lang="fr-FR" altLang="fr-FR"/>
              <a:t>You are glorious</a:t>
            </a:r>
          </a:p>
          <a:p>
            <a:endParaRPr lang="fr-FR" altLang="fr-FR"/>
          </a:p>
          <a:p>
            <a:r>
              <a:rPr lang="fr-FR" altLang="fr-FR"/>
              <a:t>13-  BRILLE, OH JÉSUS BRILLE POUR QUE LE MONDE VOIE </a:t>
            </a:r>
          </a:p>
          <a:p>
            <a:r>
              <a:rPr lang="fr-FR" altLang="fr-FR"/>
              <a:t>Shine Jesus, You shine for all the world to see </a:t>
            </a:r>
            <a:br>
              <a:rPr lang="fr-FR" altLang="fr-FR"/>
            </a:br>
            <a:r>
              <a:rPr lang="fr-FR" altLang="fr-FR"/>
              <a:t>
14-  TU ES GLORIEUX  </a:t>
            </a:r>
          </a:p>
          <a:p>
            <a:r>
              <a:rPr lang="fr-FR" altLang="fr-FR"/>
              <a:t>You are glorious</a:t>
            </a:r>
          </a:p>
          <a:p>
            <a:r>
              <a:rPr lang="fr-FR" altLang="fr-FR"/>
              <a:t>15-  OH OH OH  OH OH OH  </a:t>
            </a:r>
          </a:p>
          <a:p>
            <a:endParaRPr lang="fr-FR" altLang="fr-FR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765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GLORIEUX, LOUONS LE ROI  GLORIEUX, LEVONS NOS VOIX           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Glorious, Shout it out and Glorious, Make it louder</a:t>
            </a:r>
            <a:br>
              <a:rPr lang="fr-FR" smtClean="0"/>
            </a:br>
            <a:r>
              <a:rPr lang="fr-FR" smtClean="0"/>
              <a:t>
2-  NOUS VOULONS PROCLAMER JÉSUS, QUE TON NOM EST GLORIEUX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Jesus we shout Your name. Jesus we make Your praise, Glorious</a:t>
            </a:r>
            <a:br>
              <a:rPr lang="fr-FR" smtClean="0"/>
            </a:br>
            <a:r>
              <a:rPr lang="fr-FR" smtClean="0"/>
              <a:t>
3-  TU ES GLORIEUX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You are glorious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MON DIEU, TU RÈGNES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My God You reign</a:t>
            </a:r>
            <a:br>
              <a:rPr lang="fr-FR" smtClean="0"/>
            </a:br>
            <a:r>
              <a:rPr lang="fr-FR" smtClean="0"/>
              <a:t>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POUR TOUJOURS À JAMAIS TU ES LE MÊME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Forever and ever. How great Your name</a:t>
            </a:r>
            <a:br>
              <a:rPr lang="fr-FR" smtClean="0"/>
            </a:br>
            <a:r>
              <a:rPr lang="fr-FR" smtClean="0"/>
              <a:t> 
6-  TON AMOUR DURE ÉTERNELLEMENT  TON NOM EST GRAND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Your love remains Forever and ever. You stay the same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CRIE DE JOIE SI TU SAIS QUE TON DIEU EST BON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Shout it out, shout it out If you know He’s good</a:t>
            </a:r>
            <a:br>
              <a:rPr lang="fr-FR" smtClean="0"/>
            </a:br>
            <a:r>
              <a:rPr lang="fr-FR" smtClean="0"/>
              <a:t>
8-  CRIE DE JOIE CAR TOUJOURS  LE SEIGNEUR EST BON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Sing it out, sing it out For the Lord is good</a:t>
            </a:r>
            <a:br>
              <a:rPr lang="fr-FR" smtClean="0"/>
            </a:br>
            <a:r>
              <a:rPr lang="fr-FR" smtClean="0"/>
              <a:t>  
9-  LÈVE TA VOIX, IL EST GLORIEUX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Shout it out loud You are glorious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GLORIEUX, LOUONS LE ROI  GLORIEUX, LEVONS NOS VOIX         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Glorious, Shout it out and Glorious, Make it louder</a:t>
            </a:r>
            <a:br>
              <a:rPr lang="fr-FR" smtClean="0"/>
            </a:br>
            <a:r>
              <a:rPr lang="fr-FR" smtClean="0"/>
              <a:t>
11-  NOUS VOULONS PROCLAMER JÉSUS, QUE TON NOM EST GLORIEUX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Jesus we shout Your name. Jesus we make Your praise, Glorious</a:t>
            </a:r>
            <a:br>
              <a:rPr lang="fr-FR" smtClean="0"/>
            </a:br>
            <a:r>
              <a:rPr lang="fr-FR" smtClean="0"/>
              <a:t>
12-  TU ES GLORIEUX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You are glorious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BRILLE, OH JÉSUS BRILLE POUR QUE LE MONDE VOIE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Shine Jesus, You shine for all the world to see </a:t>
            </a:r>
            <a:br>
              <a:rPr lang="fr-FR" smtClean="0"/>
            </a:br>
            <a:r>
              <a:rPr lang="fr-FR" smtClean="0"/>
              <a:t>
14-  TU ES GLORIEUX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You are glorious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OH OH OH  OH OH OH 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276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GLORIEUX, LOUONS LE ROI  GLORIEUX, LEVONS NOS VOIX             </a:t>
            </a:r>
          </a:p>
          <a:p>
            <a:r>
              <a:rPr lang="fr-FR" altLang="fr-FR"/>
              <a:t>Glorious, Shout it out and Glorious, Make it louder</a:t>
            </a:r>
            <a:br>
              <a:rPr lang="fr-FR" altLang="fr-FR"/>
            </a:br>
            <a:r>
              <a:rPr lang="fr-FR" altLang="fr-FR"/>
              <a:t>
2-  NOUS VOULONS PROCLAMER JÉSUS, QUE TON NOM EST GLORIEUX </a:t>
            </a:r>
          </a:p>
          <a:p>
            <a:r>
              <a:rPr lang="fr-FR" altLang="fr-FR"/>
              <a:t>Jesus we shout Your name. Jesus we make Your praise, Glorious</a:t>
            </a:r>
            <a:br>
              <a:rPr lang="fr-FR" altLang="fr-FR"/>
            </a:br>
            <a:r>
              <a:rPr lang="fr-FR" altLang="fr-FR"/>
              <a:t>
3-  TU ES GLORIEUX  </a:t>
            </a:r>
          </a:p>
          <a:p>
            <a:r>
              <a:rPr lang="fr-FR" altLang="fr-FR"/>
              <a:t>You are glorious</a:t>
            </a:r>
            <a:br>
              <a:rPr lang="fr-FR" altLang="fr-FR"/>
            </a:br>
            <a:endParaRPr lang="fr-FR" altLang="fr-FR"/>
          </a:p>
          <a:p>
            <a:r>
              <a:rPr lang="fr-FR" altLang="fr-FR"/>
              <a:t>4-  MON DIEU, TU RÈGNES </a:t>
            </a:r>
          </a:p>
          <a:p>
            <a:r>
              <a:rPr lang="fr-FR" altLang="fr-FR"/>
              <a:t>My God You reign</a:t>
            </a:r>
            <a:br>
              <a:rPr lang="fr-FR" altLang="fr-FR"/>
            </a:br>
            <a:r>
              <a:rPr lang="fr-FR" altLang="fr-FR"/>
              <a:t> </a:t>
            </a:r>
          </a:p>
          <a:p>
            <a:r>
              <a:rPr lang="fr-FR" altLang="fr-FR"/>
              <a:t>5-  POUR TOUJOURS À JAMAIS TU ES LE MÊME </a:t>
            </a:r>
          </a:p>
          <a:p>
            <a:r>
              <a:rPr lang="fr-FR" altLang="fr-FR"/>
              <a:t>Forever and ever. How great Your name</a:t>
            </a:r>
            <a:br>
              <a:rPr lang="fr-FR" altLang="fr-FR"/>
            </a:br>
            <a:r>
              <a:rPr lang="fr-FR" altLang="fr-FR"/>
              <a:t> 
6-  TON AMOUR DURE ÉTERNELLEMENT  TON NOM EST GRAND </a:t>
            </a:r>
          </a:p>
          <a:p>
            <a:r>
              <a:rPr lang="fr-FR" altLang="fr-FR"/>
              <a:t>Your love remains Forever and ever. You stay the same</a:t>
            </a:r>
            <a:br>
              <a:rPr lang="fr-FR" altLang="fr-FR"/>
            </a:br>
            <a:endParaRPr lang="fr-FR" altLang="fr-FR"/>
          </a:p>
          <a:p>
            <a:r>
              <a:rPr lang="fr-FR" altLang="fr-FR"/>
              <a:t>7-  CRIE DE JOIE SI TU SAIS QUE TON DIEU EST BON </a:t>
            </a:r>
          </a:p>
          <a:p>
            <a:r>
              <a:rPr lang="fr-FR" altLang="fr-FR"/>
              <a:t>Shout it out, shout it out If you know He’s good</a:t>
            </a:r>
            <a:br>
              <a:rPr lang="fr-FR" altLang="fr-FR"/>
            </a:br>
            <a:r>
              <a:rPr lang="fr-FR" altLang="fr-FR"/>
              <a:t>
8-  CRIE DE JOIE CAR TOUJOURS  LE SEIGNEUR EST BON </a:t>
            </a:r>
          </a:p>
          <a:p>
            <a:r>
              <a:rPr lang="fr-FR" altLang="fr-FR"/>
              <a:t>Sing it out, sing it out For the Lord is good</a:t>
            </a:r>
            <a:br>
              <a:rPr lang="fr-FR" altLang="fr-FR"/>
            </a:br>
            <a:r>
              <a:rPr lang="fr-FR" altLang="fr-FR"/>
              <a:t>  
9-  LÈVE TA VOIX, IL EST GLORIEUX </a:t>
            </a:r>
          </a:p>
          <a:p>
            <a:r>
              <a:rPr lang="fr-FR" altLang="fr-FR"/>
              <a:t>Shout it out loud You are glorious</a:t>
            </a:r>
            <a:br>
              <a:rPr lang="fr-FR" altLang="fr-FR"/>
            </a:br>
            <a:endParaRPr lang="fr-FR" altLang="fr-FR"/>
          </a:p>
          <a:p>
            <a:r>
              <a:rPr lang="fr-FR" altLang="fr-FR"/>
              <a:t>10-  GLORIEUX, LOUONS LE ROI  GLORIEUX, LEVONS NOS VOIX           </a:t>
            </a:r>
          </a:p>
          <a:p>
            <a:r>
              <a:rPr lang="fr-FR" altLang="fr-FR"/>
              <a:t>  Glorious, Shout it out and Glorious, Make it louder</a:t>
            </a:r>
            <a:br>
              <a:rPr lang="fr-FR" altLang="fr-FR"/>
            </a:br>
            <a:r>
              <a:rPr lang="fr-FR" altLang="fr-FR"/>
              <a:t>
11-  NOUS VOULONS PROCLAMER JÉSUS, QUE TON NOM EST GLORIEUX </a:t>
            </a:r>
          </a:p>
          <a:p>
            <a:r>
              <a:rPr lang="fr-FR" altLang="fr-FR"/>
              <a:t>Jesus we shout Your name. Jesus we make Your praise, Glorious</a:t>
            </a:r>
            <a:br>
              <a:rPr lang="fr-FR" altLang="fr-FR"/>
            </a:br>
            <a:r>
              <a:rPr lang="fr-FR" altLang="fr-FR"/>
              <a:t>
12-  TU ES GLORIEUX  </a:t>
            </a:r>
          </a:p>
          <a:p>
            <a:r>
              <a:rPr lang="fr-FR" altLang="fr-FR"/>
              <a:t>You are glorious</a:t>
            </a:r>
          </a:p>
          <a:p>
            <a:endParaRPr lang="fr-FR" altLang="fr-FR"/>
          </a:p>
          <a:p>
            <a:r>
              <a:rPr lang="fr-FR" altLang="fr-FR"/>
              <a:t>13-  BRILLE, OH JÉSUS BRILLE POUR QUE LE MONDE VOIE </a:t>
            </a:r>
          </a:p>
          <a:p>
            <a:r>
              <a:rPr lang="fr-FR" altLang="fr-FR"/>
              <a:t>Shine Jesus, You shine for all the world to see </a:t>
            </a:r>
            <a:br>
              <a:rPr lang="fr-FR" altLang="fr-FR"/>
            </a:br>
            <a:r>
              <a:rPr lang="fr-FR" altLang="fr-FR"/>
              <a:t>
14-  TU ES GLORIEUX  </a:t>
            </a:r>
          </a:p>
          <a:p>
            <a:r>
              <a:rPr lang="fr-FR" altLang="fr-FR"/>
              <a:t>You are glorious</a:t>
            </a:r>
          </a:p>
          <a:p>
            <a:r>
              <a:rPr lang="fr-FR" altLang="fr-FR"/>
              <a:t>15-  OH OH OH  OH OH OH  </a:t>
            </a:r>
          </a:p>
          <a:p>
            <a:endParaRPr lang="fr-FR" altLang="fr-FR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867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GLORIEUX, LOUONS LE ROI  GLORIEUX, LEVONS NOS VOIX           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Glorious, Shout it out and Glorious, Make it louder</a:t>
            </a:r>
            <a:br>
              <a:rPr lang="fr-FR" smtClean="0"/>
            </a:br>
            <a:r>
              <a:rPr lang="fr-FR" smtClean="0"/>
              <a:t>
2-  NOUS VOULONS PROCLAMER JÉSUS, QUE TON NOM EST GLORIEUX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Jesus we shout Your name. Jesus we make Your praise, Glorious</a:t>
            </a:r>
            <a:br>
              <a:rPr lang="fr-FR" smtClean="0"/>
            </a:br>
            <a:r>
              <a:rPr lang="fr-FR" smtClean="0"/>
              <a:t>
3-  TU ES GLORIEUX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You are glorious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MON DIEU, TU RÈGNES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My God You reign</a:t>
            </a:r>
            <a:br>
              <a:rPr lang="fr-FR" smtClean="0"/>
            </a:br>
            <a:r>
              <a:rPr lang="fr-FR" smtClean="0"/>
              <a:t>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POUR TOUJOURS À JAMAIS TU ES LE MÊME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Forever and ever. How great Your name</a:t>
            </a:r>
            <a:br>
              <a:rPr lang="fr-FR" smtClean="0"/>
            </a:br>
            <a:r>
              <a:rPr lang="fr-FR" smtClean="0"/>
              <a:t> 
6-  TON AMOUR DURE ÉTERNELLEMENT  TON NOM EST GRAND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Your love remains Forever and ever. You stay the same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CRIE DE JOIE SI TU SAIS QUE TON DIEU EST BON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Shout it out, shout it out If you know He’s good</a:t>
            </a:r>
            <a:br>
              <a:rPr lang="fr-FR" smtClean="0"/>
            </a:br>
            <a:r>
              <a:rPr lang="fr-FR" smtClean="0"/>
              <a:t>
8-  CRIE DE JOIE CAR TOUJOURS  LE SEIGNEUR EST BON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Sing it out, sing it out For the Lord is good</a:t>
            </a:r>
            <a:br>
              <a:rPr lang="fr-FR" smtClean="0"/>
            </a:br>
            <a:r>
              <a:rPr lang="fr-FR" smtClean="0"/>
              <a:t>  
9-  LÈVE TA VOIX, IL EST GLORIEUX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Shout it out loud You are glorious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GLORIEUX, LOUONS LE ROI  GLORIEUX, LEVONS NOS VOIX         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Glorious, Shout it out and Glorious, Make it louder</a:t>
            </a:r>
            <a:br>
              <a:rPr lang="fr-FR" smtClean="0"/>
            </a:br>
            <a:r>
              <a:rPr lang="fr-FR" smtClean="0"/>
              <a:t>
11-  NOUS VOULONS PROCLAMER JÉSUS, QUE TON NOM EST GLORIEUX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Jesus we shout Your name. Jesus we make Your praise, Glorious</a:t>
            </a:r>
            <a:br>
              <a:rPr lang="fr-FR" smtClean="0"/>
            </a:br>
            <a:r>
              <a:rPr lang="fr-FR" smtClean="0"/>
              <a:t>
12-  TU ES GLORIEUX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You are glorious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BRILLE, OH JÉSUS BRILLE POUR QUE LE MONDE VOIE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Shine Jesus, You shine for all the world to see </a:t>
            </a:r>
            <a:br>
              <a:rPr lang="fr-FR" smtClean="0"/>
            </a:br>
            <a:r>
              <a:rPr lang="fr-FR" smtClean="0"/>
              <a:t>
14-  TU ES GLORIEUX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You are glorious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OH OH OH  OH OH OH 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GLORIEUX, LOUONS LE ROI  GLORIEUX, LEVONS NOS VOIX             </a:t>
            </a:r>
          </a:p>
          <a:p>
            <a:r>
              <a:rPr lang="fr-FR" altLang="fr-FR"/>
              <a:t>Glorious, Shout it out and Glorious, Make it louder</a:t>
            </a:r>
            <a:br>
              <a:rPr lang="fr-FR" altLang="fr-FR"/>
            </a:br>
            <a:r>
              <a:rPr lang="fr-FR" altLang="fr-FR"/>
              <a:t>
2-  NOUS VOULONS PROCLAMER JÉSUS, QUE TON NOM EST GLORIEUX </a:t>
            </a:r>
          </a:p>
          <a:p>
            <a:r>
              <a:rPr lang="fr-FR" altLang="fr-FR"/>
              <a:t>Jesus we shout Your name. Jesus we make Your praise, Glorious</a:t>
            </a:r>
            <a:br>
              <a:rPr lang="fr-FR" altLang="fr-FR"/>
            </a:br>
            <a:r>
              <a:rPr lang="fr-FR" altLang="fr-FR"/>
              <a:t>
3-  TU ES GLORIEUX  </a:t>
            </a:r>
          </a:p>
          <a:p>
            <a:r>
              <a:rPr lang="fr-FR" altLang="fr-FR"/>
              <a:t>You are glorious</a:t>
            </a:r>
            <a:br>
              <a:rPr lang="fr-FR" altLang="fr-FR"/>
            </a:br>
            <a:endParaRPr lang="fr-FR" altLang="fr-FR"/>
          </a:p>
          <a:p>
            <a:r>
              <a:rPr lang="fr-FR" altLang="fr-FR"/>
              <a:t>4-  MON DIEU, TU RÈGNES </a:t>
            </a:r>
          </a:p>
          <a:p>
            <a:r>
              <a:rPr lang="fr-FR" altLang="fr-FR"/>
              <a:t>My God You reign</a:t>
            </a:r>
            <a:br>
              <a:rPr lang="fr-FR" altLang="fr-FR"/>
            </a:br>
            <a:r>
              <a:rPr lang="fr-FR" altLang="fr-FR"/>
              <a:t> </a:t>
            </a:r>
          </a:p>
          <a:p>
            <a:r>
              <a:rPr lang="fr-FR" altLang="fr-FR"/>
              <a:t>5-  POUR TOUJOURS À JAMAIS TU ES LE MÊME </a:t>
            </a:r>
          </a:p>
          <a:p>
            <a:r>
              <a:rPr lang="fr-FR" altLang="fr-FR"/>
              <a:t>Forever and ever. How great Your name</a:t>
            </a:r>
            <a:br>
              <a:rPr lang="fr-FR" altLang="fr-FR"/>
            </a:br>
            <a:r>
              <a:rPr lang="fr-FR" altLang="fr-FR"/>
              <a:t> 
6-  TON AMOUR DURE ÉTERNELLEMENT  TON NOM EST GRAND </a:t>
            </a:r>
          </a:p>
          <a:p>
            <a:r>
              <a:rPr lang="fr-FR" altLang="fr-FR"/>
              <a:t>Your love remains Forever and ever. You stay the same</a:t>
            </a:r>
            <a:br>
              <a:rPr lang="fr-FR" altLang="fr-FR"/>
            </a:br>
            <a:endParaRPr lang="fr-FR" altLang="fr-FR"/>
          </a:p>
          <a:p>
            <a:r>
              <a:rPr lang="fr-FR" altLang="fr-FR"/>
              <a:t>7-  CRIE DE JOIE SI TU SAIS QUE TON DIEU EST BON </a:t>
            </a:r>
          </a:p>
          <a:p>
            <a:r>
              <a:rPr lang="fr-FR" altLang="fr-FR"/>
              <a:t>Shout it out, shout it out If you know He’s good</a:t>
            </a:r>
            <a:br>
              <a:rPr lang="fr-FR" altLang="fr-FR"/>
            </a:br>
            <a:r>
              <a:rPr lang="fr-FR" altLang="fr-FR"/>
              <a:t>
8-  CRIE DE JOIE CAR TOUJOURS  LE SEIGNEUR EST BON </a:t>
            </a:r>
          </a:p>
          <a:p>
            <a:r>
              <a:rPr lang="fr-FR" altLang="fr-FR"/>
              <a:t>Sing it out, sing it out For the Lord is good</a:t>
            </a:r>
            <a:br>
              <a:rPr lang="fr-FR" altLang="fr-FR"/>
            </a:br>
            <a:r>
              <a:rPr lang="fr-FR" altLang="fr-FR"/>
              <a:t>  
9-  LÈVE TA VOIX, IL EST GLORIEUX </a:t>
            </a:r>
          </a:p>
          <a:p>
            <a:r>
              <a:rPr lang="fr-FR" altLang="fr-FR"/>
              <a:t>Shout it out loud You are glorious</a:t>
            </a:r>
            <a:br>
              <a:rPr lang="fr-FR" altLang="fr-FR"/>
            </a:br>
            <a:endParaRPr lang="fr-FR" altLang="fr-FR"/>
          </a:p>
          <a:p>
            <a:r>
              <a:rPr lang="fr-FR" altLang="fr-FR"/>
              <a:t>10-  GLORIEUX, LOUONS LE ROI  GLORIEUX, LEVONS NOS VOIX           </a:t>
            </a:r>
          </a:p>
          <a:p>
            <a:r>
              <a:rPr lang="fr-FR" altLang="fr-FR"/>
              <a:t>  Glorious, Shout it out and Glorious, Make it louder</a:t>
            </a:r>
            <a:br>
              <a:rPr lang="fr-FR" altLang="fr-FR"/>
            </a:br>
            <a:r>
              <a:rPr lang="fr-FR" altLang="fr-FR"/>
              <a:t>
11-  NOUS VOULONS PROCLAMER JÉSUS, QUE TON NOM EST GLORIEUX </a:t>
            </a:r>
          </a:p>
          <a:p>
            <a:r>
              <a:rPr lang="fr-FR" altLang="fr-FR"/>
              <a:t>Jesus we shout Your name. Jesus we make Your praise, Glorious</a:t>
            </a:r>
            <a:br>
              <a:rPr lang="fr-FR" altLang="fr-FR"/>
            </a:br>
            <a:r>
              <a:rPr lang="fr-FR" altLang="fr-FR"/>
              <a:t>
12-  TU ES GLORIEUX  </a:t>
            </a:r>
          </a:p>
          <a:p>
            <a:r>
              <a:rPr lang="fr-FR" altLang="fr-FR"/>
              <a:t>You are glorious</a:t>
            </a:r>
          </a:p>
          <a:p>
            <a:endParaRPr lang="fr-FR" altLang="fr-FR"/>
          </a:p>
          <a:p>
            <a:r>
              <a:rPr lang="fr-FR" altLang="fr-FR"/>
              <a:t>13-  BRILLE, OH JÉSUS BRILLE POUR QUE LE MONDE VOIE </a:t>
            </a:r>
          </a:p>
          <a:p>
            <a:r>
              <a:rPr lang="fr-FR" altLang="fr-FR"/>
              <a:t>Shine Jesus, You shine for all the world to see </a:t>
            </a:r>
            <a:br>
              <a:rPr lang="fr-FR" altLang="fr-FR"/>
            </a:br>
            <a:r>
              <a:rPr lang="fr-FR" altLang="fr-FR"/>
              <a:t>
14-  TU ES GLORIEUX  </a:t>
            </a:r>
          </a:p>
          <a:p>
            <a:r>
              <a:rPr lang="fr-FR" altLang="fr-FR"/>
              <a:t>You are glorious</a:t>
            </a:r>
          </a:p>
          <a:p>
            <a:r>
              <a:rPr lang="fr-FR" altLang="fr-FR"/>
              <a:t>15-  OH OH OH  OH OH OH  </a:t>
            </a:r>
          </a:p>
          <a:p>
            <a:endParaRPr lang="fr-FR" altLang="fr-FR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69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GLORIEUX, LOUONS LE ROI  GLORIEUX, LEVONS NOS VOIX           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Glorious, Shout it out and Glorious, Make it louder</a:t>
            </a:r>
            <a:br>
              <a:rPr lang="fr-FR" smtClean="0"/>
            </a:br>
            <a:r>
              <a:rPr lang="fr-FR" smtClean="0"/>
              <a:t>
2-  NOUS VOULONS PROCLAMER JÉSUS, QUE TON NOM EST GLORIEUX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Jesus we shout Your name. Jesus we make Your praise, Glorious</a:t>
            </a:r>
            <a:br>
              <a:rPr lang="fr-FR" smtClean="0"/>
            </a:br>
            <a:r>
              <a:rPr lang="fr-FR" smtClean="0"/>
              <a:t>
3-  TU ES GLORIEUX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You are glorious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MON DIEU, TU RÈGNES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My God You reign</a:t>
            </a:r>
            <a:br>
              <a:rPr lang="fr-FR" smtClean="0"/>
            </a:br>
            <a:r>
              <a:rPr lang="fr-FR" smtClean="0"/>
              <a:t>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POUR TOUJOURS À JAMAIS TU ES LE MÊME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Forever and ever. How great Your name</a:t>
            </a:r>
            <a:br>
              <a:rPr lang="fr-FR" smtClean="0"/>
            </a:br>
            <a:r>
              <a:rPr lang="fr-FR" smtClean="0"/>
              <a:t> 
6-  TON AMOUR DURE ÉTERNELLEMENT  TON NOM EST GRAND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Your love remains Forever and ever. You stay the same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CRIE DE JOIE SI TU SAIS QUE TON DIEU EST BON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Shout it out, shout it out If you know He’s good</a:t>
            </a:r>
            <a:br>
              <a:rPr lang="fr-FR" smtClean="0"/>
            </a:br>
            <a:r>
              <a:rPr lang="fr-FR" smtClean="0"/>
              <a:t>
8-  CRIE DE JOIE CAR TOUJOURS  LE SEIGNEUR EST BON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Sing it out, sing it out For the Lord is good</a:t>
            </a:r>
            <a:br>
              <a:rPr lang="fr-FR" smtClean="0"/>
            </a:br>
            <a:r>
              <a:rPr lang="fr-FR" smtClean="0"/>
              <a:t>  
9-  LÈVE TA VOIX, IL EST GLORIEUX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Shout it out loud You are glorious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GLORIEUX, LOUONS LE ROI  GLORIEUX, LEVONS NOS VOIX         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Glorious, Shout it out and Glorious, Make it louder</a:t>
            </a:r>
            <a:br>
              <a:rPr lang="fr-FR" smtClean="0"/>
            </a:br>
            <a:r>
              <a:rPr lang="fr-FR" smtClean="0"/>
              <a:t>
11-  NOUS VOULONS PROCLAMER JÉSUS, QUE TON NOM EST GLORIEUX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Jesus we shout Your name. Jesus we make Your praise, Glorious</a:t>
            </a:r>
            <a:br>
              <a:rPr lang="fr-FR" smtClean="0"/>
            </a:br>
            <a:r>
              <a:rPr lang="fr-FR" smtClean="0"/>
              <a:t>
12-  TU ES GLORIEUX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You are glorious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BRILLE, OH JÉSUS BRILLE POUR QUE LE MONDE VOIE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Shine Jesus, You shine for all the world to see </a:t>
            </a:r>
            <a:br>
              <a:rPr lang="fr-FR" smtClean="0"/>
            </a:br>
            <a:r>
              <a:rPr lang="fr-FR" smtClean="0"/>
              <a:t>
14-  TU ES GLORIEUX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You are glorious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OH OH OH  OH OH OH 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297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GLORIEUX, LOUONS LE ROI  GLORIEUX, LEVONS NOS VOIX             </a:t>
            </a:r>
          </a:p>
          <a:p>
            <a:r>
              <a:rPr lang="fr-FR" altLang="fr-FR"/>
              <a:t>Glorious, Shout it out and Glorious, Make it louder</a:t>
            </a:r>
            <a:br>
              <a:rPr lang="fr-FR" altLang="fr-FR"/>
            </a:br>
            <a:r>
              <a:rPr lang="fr-FR" altLang="fr-FR"/>
              <a:t>
2-  NOUS VOULONS PROCLAMER JÉSUS, QUE TON NOM EST GLORIEUX </a:t>
            </a:r>
          </a:p>
          <a:p>
            <a:r>
              <a:rPr lang="fr-FR" altLang="fr-FR"/>
              <a:t>Jesus we shout Your name. Jesus we make Your praise, Glorious</a:t>
            </a:r>
            <a:br>
              <a:rPr lang="fr-FR" altLang="fr-FR"/>
            </a:br>
            <a:r>
              <a:rPr lang="fr-FR" altLang="fr-FR"/>
              <a:t>
3-  TU ES GLORIEUX  </a:t>
            </a:r>
          </a:p>
          <a:p>
            <a:r>
              <a:rPr lang="fr-FR" altLang="fr-FR"/>
              <a:t>You are glorious</a:t>
            </a:r>
            <a:br>
              <a:rPr lang="fr-FR" altLang="fr-FR"/>
            </a:br>
            <a:endParaRPr lang="fr-FR" altLang="fr-FR"/>
          </a:p>
          <a:p>
            <a:r>
              <a:rPr lang="fr-FR" altLang="fr-FR"/>
              <a:t>4-  MON DIEU, TU RÈGNES </a:t>
            </a:r>
          </a:p>
          <a:p>
            <a:r>
              <a:rPr lang="fr-FR" altLang="fr-FR"/>
              <a:t>My God You reign</a:t>
            </a:r>
            <a:br>
              <a:rPr lang="fr-FR" altLang="fr-FR"/>
            </a:br>
            <a:r>
              <a:rPr lang="fr-FR" altLang="fr-FR"/>
              <a:t> </a:t>
            </a:r>
          </a:p>
          <a:p>
            <a:r>
              <a:rPr lang="fr-FR" altLang="fr-FR"/>
              <a:t>5-  POUR TOUJOURS À JAMAIS TU ES LE MÊME </a:t>
            </a:r>
          </a:p>
          <a:p>
            <a:r>
              <a:rPr lang="fr-FR" altLang="fr-FR"/>
              <a:t>Forever and ever. How great Your name</a:t>
            </a:r>
            <a:br>
              <a:rPr lang="fr-FR" altLang="fr-FR"/>
            </a:br>
            <a:r>
              <a:rPr lang="fr-FR" altLang="fr-FR"/>
              <a:t> 
6-  TON AMOUR DURE ÉTERNELLEMENT  TON NOM EST GRAND </a:t>
            </a:r>
          </a:p>
          <a:p>
            <a:r>
              <a:rPr lang="fr-FR" altLang="fr-FR"/>
              <a:t>Your love remains Forever and ever. You stay the same</a:t>
            </a:r>
            <a:br>
              <a:rPr lang="fr-FR" altLang="fr-FR"/>
            </a:br>
            <a:endParaRPr lang="fr-FR" altLang="fr-FR"/>
          </a:p>
          <a:p>
            <a:r>
              <a:rPr lang="fr-FR" altLang="fr-FR"/>
              <a:t>7-  CRIE DE JOIE SI TU SAIS QUE TON DIEU EST BON </a:t>
            </a:r>
          </a:p>
          <a:p>
            <a:r>
              <a:rPr lang="fr-FR" altLang="fr-FR"/>
              <a:t>Shout it out, shout it out If you know He’s good</a:t>
            </a:r>
            <a:br>
              <a:rPr lang="fr-FR" altLang="fr-FR"/>
            </a:br>
            <a:r>
              <a:rPr lang="fr-FR" altLang="fr-FR"/>
              <a:t>
8-  CRIE DE JOIE CAR TOUJOURS  LE SEIGNEUR EST BON </a:t>
            </a:r>
          </a:p>
          <a:p>
            <a:r>
              <a:rPr lang="fr-FR" altLang="fr-FR"/>
              <a:t>Sing it out, sing it out For the Lord is good</a:t>
            </a:r>
            <a:br>
              <a:rPr lang="fr-FR" altLang="fr-FR"/>
            </a:br>
            <a:r>
              <a:rPr lang="fr-FR" altLang="fr-FR"/>
              <a:t>  
9-  LÈVE TA VOIX, IL EST GLORIEUX </a:t>
            </a:r>
          </a:p>
          <a:p>
            <a:r>
              <a:rPr lang="fr-FR" altLang="fr-FR"/>
              <a:t>Shout it out loud You are glorious</a:t>
            </a:r>
            <a:br>
              <a:rPr lang="fr-FR" altLang="fr-FR"/>
            </a:br>
            <a:endParaRPr lang="fr-FR" altLang="fr-FR"/>
          </a:p>
          <a:p>
            <a:r>
              <a:rPr lang="fr-FR" altLang="fr-FR"/>
              <a:t>10-  GLORIEUX, LOUONS LE ROI  GLORIEUX, LEVONS NOS VOIX           </a:t>
            </a:r>
          </a:p>
          <a:p>
            <a:r>
              <a:rPr lang="fr-FR" altLang="fr-FR"/>
              <a:t>  Glorious, Shout it out and Glorious, Make it louder</a:t>
            </a:r>
            <a:br>
              <a:rPr lang="fr-FR" altLang="fr-FR"/>
            </a:br>
            <a:r>
              <a:rPr lang="fr-FR" altLang="fr-FR"/>
              <a:t>
11-  NOUS VOULONS PROCLAMER JÉSUS, QUE TON NOM EST GLORIEUX </a:t>
            </a:r>
          </a:p>
          <a:p>
            <a:r>
              <a:rPr lang="fr-FR" altLang="fr-FR"/>
              <a:t>Jesus we shout Your name. Jesus we make Your praise, Glorious</a:t>
            </a:r>
            <a:br>
              <a:rPr lang="fr-FR" altLang="fr-FR"/>
            </a:br>
            <a:r>
              <a:rPr lang="fr-FR" altLang="fr-FR"/>
              <a:t>
12-  TU ES GLORIEUX  </a:t>
            </a:r>
          </a:p>
          <a:p>
            <a:r>
              <a:rPr lang="fr-FR" altLang="fr-FR"/>
              <a:t>You are glorious</a:t>
            </a:r>
          </a:p>
          <a:p>
            <a:endParaRPr lang="fr-FR" altLang="fr-FR"/>
          </a:p>
          <a:p>
            <a:r>
              <a:rPr lang="fr-FR" altLang="fr-FR"/>
              <a:t>13-  BRILLE, OH JÉSUS BRILLE POUR QUE LE MONDE VOIE </a:t>
            </a:r>
          </a:p>
          <a:p>
            <a:r>
              <a:rPr lang="fr-FR" altLang="fr-FR"/>
              <a:t>Shine Jesus, You shine for all the world to see </a:t>
            </a:r>
            <a:br>
              <a:rPr lang="fr-FR" altLang="fr-FR"/>
            </a:br>
            <a:r>
              <a:rPr lang="fr-FR" altLang="fr-FR"/>
              <a:t>
14-  TU ES GLORIEUX  </a:t>
            </a:r>
          </a:p>
          <a:p>
            <a:r>
              <a:rPr lang="fr-FR" altLang="fr-FR"/>
              <a:t>You are glorious</a:t>
            </a:r>
          </a:p>
          <a:p>
            <a:r>
              <a:rPr lang="fr-FR" altLang="fr-FR"/>
              <a:t>15-  OH OH OH  OH OH OH  </a:t>
            </a:r>
          </a:p>
          <a:p>
            <a:endParaRPr lang="fr-FR" altLang="fr-FR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72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GLORIEUX, LOUONS LE ROI  GLORIEUX, LEVONS NOS VOIX           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Glorious, Shout it out and Glorious, Make it louder</a:t>
            </a:r>
            <a:br>
              <a:rPr lang="fr-FR" smtClean="0"/>
            </a:br>
            <a:r>
              <a:rPr lang="fr-FR" smtClean="0"/>
              <a:t>
2-  NOUS VOULONS PROCLAMER JÉSUS, QUE TON NOM EST GLORIEUX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Jesus we shout Your name. Jesus we make Your praise, Glorious</a:t>
            </a:r>
            <a:br>
              <a:rPr lang="fr-FR" smtClean="0"/>
            </a:br>
            <a:r>
              <a:rPr lang="fr-FR" smtClean="0"/>
              <a:t>
3-  TU ES GLORIEUX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You are glorious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MON DIEU, TU RÈGNES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My God You reign</a:t>
            </a:r>
            <a:br>
              <a:rPr lang="fr-FR" smtClean="0"/>
            </a:br>
            <a:r>
              <a:rPr lang="fr-FR" smtClean="0"/>
              <a:t>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POUR TOUJOURS À JAMAIS TU ES LE MÊME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Forever and ever. How great Your name</a:t>
            </a:r>
            <a:br>
              <a:rPr lang="fr-FR" smtClean="0"/>
            </a:br>
            <a:r>
              <a:rPr lang="fr-FR" smtClean="0"/>
              <a:t> 
6-  TON AMOUR DURE ÉTERNELLEMENT  TON NOM EST GRAND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Your love remains Forever and ever. You stay the same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CRIE DE JOIE SI TU SAIS QUE TON DIEU EST BON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Shout it out, shout it out If you know He’s good</a:t>
            </a:r>
            <a:br>
              <a:rPr lang="fr-FR" smtClean="0"/>
            </a:br>
            <a:r>
              <a:rPr lang="fr-FR" smtClean="0"/>
              <a:t>
8-  CRIE DE JOIE CAR TOUJOURS  LE SEIGNEUR EST BON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Sing it out, sing it out For the Lord is good</a:t>
            </a:r>
            <a:br>
              <a:rPr lang="fr-FR" smtClean="0"/>
            </a:br>
            <a:r>
              <a:rPr lang="fr-FR" smtClean="0"/>
              <a:t>  
9-  LÈVE TA VOIX, IL EST GLORIEUX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Shout it out loud You are glorious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GLORIEUX, LOUONS LE ROI  GLORIEUX, LEVONS NOS VOIX         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Glorious, Shout it out and Glorious, Make it louder</a:t>
            </a:r>
            <a:br>
              <a:rPr lang="fr-FR" smtClean="0"/>
            </a:br>
            <a:r>
              <a:rPr lang="fr-FR" smtClean="0"/>
              <a:t>
11-  NOUS VOULONS PROCLAMER JÉSUS, QUE TON NOM EST GLORIEUX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Jesus we shout Your name. Jesus we make Your praise, Glorious</a:t>
            </a:r>
            <a:br>
              <a:rPr lang="fr-FR" smtClean="0"/>
            </a:br>
            <a:r>
              <a:rPr lang="fr-FR" smtClean="0"/>
              <a:t>
12-  TU ES GLORIEUX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You are glorious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BRILLE, OH JÉSUS BRILLE POUR QUE LE MONDE VOIE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Shine Jesus, You shine for all the world to see </a:t>
            </a:r>
            <a:br>
              <a:rPr lang="fr-FR" smtClean="0"/>
            </a:br>
            <a:r>
              <a:rPr lang="fr-FR" smtClean="0"/>
              <a:t>
14-  TU ES GLORIEUX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You are glorious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OH OH OH  OH OH OH 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GLORIEUX, LOUONS LE ROI  GLORIEUX, LEVONS NOS VOIX             </a:t>
            </a:r>
          </a:p>
          <a:p>
            <a:r>
              <a:rPr lang="fr-FR" altLang="fr-FR"/>
              <a:t>Glorious, Shout it out and Glorious, Make it louder</a:t>
            </a:r>
            <a:br>
              <a:rPr lang="fr-FR" altLang="fr-FR"/>
            </a:br>
            <a:r>
              <a:rPr lang="fr-FR" altLang="fr-FR"/>
              <a:t>
2-  NOUS VOULONS PROCLAMER JÉSUS, QUE TON NOM EST GLORIEUX </a:t>
            </a:r>
          </a:p>
          <a:p>
            <a:r>
              <a:rPr lang="fr-FR" altLang="fr-FR"/>
              <a:t>Jesus we shout Your name. Jesus we make Your praise, Glorious</a:t>
            </a:r>
            <a:br>
              <a:rPr lang="fr-FR" altLang="fr-FR"/>
            </a:br>
            <a:r>
              <a:rPr lang="fr-FR" altLang="fr-FR"/>
              <a:t>
3-  TU ES GLORIEUX  </a:t>
            </a:r>
          </a:p>
          <a:p>
            <a:r>
              <a:rPr lang="fr-FR" altLang="fr-FR"/>
              <a:t>You are glorious</a:t>
            </a:r>
            <a:br>
              <a:rPr lang="fr-FR" altLang="fr-FR"/>
            </a:br>
            <a:endParaRPr lang="fr-FR" altLang="fr-FR"/>
          </a:p>
          <a:p>
            <a:r>
              <a:rPr lang="fr-FR" altLang="fr-FR"/>
              <a:t>4-  MON DIEU, TU RÈGNES </a:t>
            </a:r>
          </a:p>
          <a:p>
            <a:r>
              <a:rPr lang="fr-FR" altLang="fr-FR"/>
              <a:t>My God You reign</a:t>
            </a:r>
            <a:br>
              <a:rPr lang="fr-FR" altLang="fr-FR"/>
            </a:br>
            <a:r>
              <a:rPr lang="fr-FR" altLang="fr-FR"/>
              <a:t> </a:t>
            </a:r>
          </a:p>
          <a:p>
            <a:r>
              <a:rPr lang="fr-FR" altLang="fr-FR"/>
              <a:t>5-  POUR TOUJOURS À JAMAIS TU ES LE MÊME </a:t>
            </a:r>
          </a:p>
          <a:p>
            <a:r>
              <a:rPr lang="fr-FR" altLang="fr-FR"/>
              <a:t>Forever and ever. How great Your name</a:t>
            </a:r>
            <a:br>
              <a:rPr lang="fr-FR" altLang="fr-FR"/>
            </a:br>
            <a:r>
              <a:rPr lang="fr-FR" altLang="fr-FR"/>
              <a:t> 
6-  TON AMOUR DURE ÉTERNELLEMENT  TON NOM EST GRAND </a:t>
            </a:r>
          </a:p>
          <a:p>
            <a:r>
              <a:rPr lang="fr-FR" altLang="fr-FR"/>
              <a:t>Your love remains Forever and ever. You stay the same</a:t>
            </a:r>
            <a:br>
              <a:rPr lang="fr-FR" altLang="fr-FR"/>
            </a:br>
            <a:endParaRPr lang="fr-FR" altLang="fr-FR"/>
          </a:p>
          <a:p>
            <a:r>
              <a:rPr lang="fr-FR" altLang="fr-FR"/>
              <a:t>7-  CRIE DE JOIE SI TU SAIS QUE TON DIEU EST BON </a:t>
            </a:r>
          </a:p>
          <a:p>
            <a:r>
              <a:rPr lang="fr-FR" altLang="fr-FR"/>
              <a:t>Shout it out, shout it out If you know He’s good</a:t>
            </a:r>
            <a:br>
              <a:rPr lang="fr-FR" altLang="fr-FR"/>
            </a:br>
            <a:r>
              <a:rPr lang="fr-FR" altLang="fr-FR"/>
              <a:t>
8-  CRIE DE JOIE CAR TOUJOURS  LE SEIGNEUR EST BON </a:t>
            </a:r>
          </a:p>
          <a:p>
            <a:r>
              <a:rPr lang="fr-FR" altLang="fr-FR"/>
              <a:t>Sing it out, sing it out For the Lord is good</a:t>
            </a:r>
            <a:br>
              <a:rPr lang="fr-FR" altLang="fr-FR"/>
            </a:br>
            <a:r>
              <a:rPr lang="fr-FR" altLang="fr-FR"/>
              <a:t>  
9-  LÈVE TA VOIX, IL EST GLORIEUX </a:t>
            </a:r>
          </a:p>
          <a:p>
            <a:r>
              <a:rPr lang="fr-FR" altLang="fr-FR"/>
              <a:t>Shout it out loud You are glorious</a:t>
            </a:r>
            <a:br>
              <a:rPr lang="fr-FR" altLang="fr-FR"/>
            </a:br>
            <a:endParaRPr lang="fr-FR" altLang="fr-FR"/>
          </a:p>
          <a:p>
            <a:r>
              <a:rPr lang="fr-FR" altLang="fr-FR"/>
              <a:t>10-  GLORIEUX, LOUONS LE ROI  GLORIEUX, LEVONS NOS VOIX           </a:t>
            </a:r>
          </a:p>
          <a:p>
            <a:r>
              <a:rPr lang="fr-FR" altLang="fr-FR"/>
              <a:t>  Glorious, Shout it out and Glorious, Make it louder</a:t>
            </a:r>
            <a:br>
              <a:rPr lang="fr-FR" altLang="fr-FR"/>
            </a:br>
            <a:r>
              <a:rPr lang="fr-FR" altLang="fr-FR"/>
              <a:t>
11-  NOUS VOULONS PROCLAMER JÉSUS, QUE TON NOM EST GLORIEUX </a:t>
            </a:r>
          </a:p>
          <a:p>
            <a:r>
              <a:rPr lang="fr-FR" altLang="fr-FR"/>
              <a:t>Jesus we shout Your name. Jesus we make Your praise, Glorious</a:t>
            </a:r>
            <a:br>
              <a:rPr lang="fr-FR" altLang="fr-FR"/>
            </a:br>
            <a:r>
              <a:rPr lang="fr-FR" altLang="fr-FR"/>
              <a:t>
12-  TU ES GLORIEUX  </a:t>
            </a:r>
          </a:p>
          <a:p>
            <a:r>
              <a:rPr lang="fr-FR" altLang="fr-FR"/>
              <a:t>You are glorious</a:t>
            </a:r>
          </a:p>
          <a:p>
            <a:endParaRPr lang="fr-FR" altLang="fr-FR"/>
          </a:p>
          <a:p>
            <a:r>
              <a:rPr lang="fr-FR" altLang="fr-FR"/>
              <a:t>13-  BRILLE, OH JÉSUS BRILLE POUR QUE LE MONDE VOIE </a:t>
            </a:r>
          </a:p>
          <a:p>
            <a:r>
              <a:rPr lang="fr-FR" altLang="fr-FR"/>
              <a:t>Shine Jesus, You shine for all the world to see </a:t>
            </a:r>
            <a:br>
              <a:rPr lang="fr-FR" altLang="fr-FR"/>
            </a:br>
            <a:r>
              <a:rPr lang="fr-FR" altLang="fr-FR"/>
              <a:t>
14-  TU ES GLORIEUX  </a:t>
            </a:r>
          </a:p>
          <a:p>
            <a:r>
              <a:rPr lang="fr-FR" altLang="fr-FR"/>
              <a:t>You are glorious</a:t>
            </a:r>
          </a:p>
          <a:p>
            <a:r>
              <a:rPr lang="fr-FR" altLang="fr-FR"/>
              <a:t>15-  OH OH OH  OH OH OH  </a:t>
            </a:r>
          </a:p>
          <a:p>
            <a:endParaRPr lang="fr-FR" altLang="fr-FR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174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GLORIEUX, LOUONS LE ROI  GLORIEUX, LEVONS NOS VOIX           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Glorious, Shout it out and Glorious, Make it louder</a:t>
            </a:r>
            <a:br>
              <a:rPr lang="fr-FR" smtClean="0"/>
            </a:br>
            <a:r>
              <a:rPr lang="fr-FR" smtClean="0"/>
              <a:t>
2-  NOUS VOULONS PROCLAMER JÉSUS, QUE TON NOM EST GLORIEUX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Jesus we shout Your name. Jesus we make Your praise, Glorious</a:t>
            </a:r>
            <a:br>
              <a:rPr lang="fr-FR" smtClean="0"/>
            </a:br>
            <a:r>
              <a:rPr lang="fr-FR" smtClean="0"/>
              <a:t>
3-  TU ES GLORIEUX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You are glorious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MON DIEU, TU RÈGNES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My God You reign</a:t>
            </a:r>
            <a:br>
              <a:rPr lang="fr-FR" smtClean="0"/>
            </a:br>
            <a:r>
              <a:rPr lang="fr-FR" smtClean="0"/>
              <a:t>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POUR TOUJOURS À JAMAIS TU ES LE MÊME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Forever and ever. How great Your name</a:t>
            </a:r>
            <a:br>
              <a:rPr lang="fr-FR" smtClean="0"/>
            </a:br>
            <a:r>
              <a:rPr lang="fr-FR" smtClean="0"/>
              <a:t> 
6-  TON AMOUR DURE ÉTERNELLEMENT  TON NOM EST GRAND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Your love remains Forever and ever. You stay the same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CRIE DE JOIE SI TU SAIS QUE TON DIEU EST BON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Shout it out, shout it out If you know He’s good</a:t>
            </a:r>
            <a:br>
              <a:rPr lang="fr-FR" smtClean="0"/>
            </a:br>
            <a:r>
              <a:rPr lang="fr-FR" smtClean="0"/>
              <a:t>
8-  CRIE DE JOIE CAR TOUJOURS  LE SEIGNEUR EST BON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Sing it out, sing it out For the Lord is good</a:t>
            </a:r>
            <a:br>
              <a:rPr lang="fr-FR" smtClean="0"/>
            </a:br>
            <a:r>
              <a:rPr lang="fr-FR" smtClean="0"/>
              <a:t>  
9-  LÈVE TA VOIX, IL EST GLORIEUX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Shout it out loud You are glorious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GLORIEUX, LOUONS LE ROI  GLORIEUX, LEVONS NOS VOIX         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Glorious, Shout it out and Glorious, Make it louder</a:t>
            </a:r>
            <a:br>
              <a:rPr lang="fr-FR" smtClean="0"/>
            </a:br>
            <a:r>
              <a:rPr lang="fr-FR" smtClean="0"/>
              <a:t>
11-  NOUS VOULONS PROCLAMER JÉSUS, QUE TON NOM EST GLORIEUX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Jesus we shout Your name. Jesus we make Your praise, Glorious</a:t>
            </a:r>
            <a:br>
              <a:rPr lang="fr-FR" smtClean="0"/>
            </a:br>
            <a:r>
              <a:rPr lang="fr-FR" smtClean="0"/>
              <a:t>
12-  TU ES GLORIEUX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You are glorious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BRILLE, OH JÉSUS BRILLE POUR QUE LE MONDE VOIE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Shine Jesus, You shine for all the world to see </a:t>
            </a:r>
            <a:br>
              <a:rPr lang="fr-FR" smtClean="0"/>
            </a:br>
            <a:r>
              <a:rPr lang="fr-FR" smtClean="0"/>
              <a:t>
14-  TU ES GLORIEUX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You are glorious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OH OH OH  OH OH OH 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317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GLORIEUX, LOUONS LE ROI  GLORIEUX, LEVONS NOS VOIX             </a:t>
            </a:r>
          </a:p>
          <a:p>
            <a:r>
              <a:rPr lang="fr-FR" altLang="fr-FR"/>
              <a:t>Glorious, Shout it out and Glorious, Make it louder</a:t>
            </a:r>
            <a:br>
              <a:rPr lang="fr-FR" altLang="fr-FR"/>
            </a:br>
            <a:r>
              <a:rPr lang="fr-FR" altLang="fr-FR"/>
              <a:t>
2-  NOUS VOULONS PROCLAMER JÉSUS, QUE TON NOM EST GLORIEUX </a:t>
            </a:r>
          </a:p>
          <a:p>
            <a:r>
              <a:rPr lang="fr-FR" altLang="fr-FR"/>
              <a:t>Jesus we shout Your name. Jesus we make Your praise, Glorious</a:t>
            </a:r>
            <a:br>
              <a:rPr lang="fr-FR" altLang="fr-FR"/>
            </a:br>
            <a:r>
              <a:rPr lang="fr-FR" altLang="fr-FR"/>
              <a:t>
3-  TU ES GLORIEUX  </a:t>
            </a:r>
          </a:p>
          <a:p>
            <a:r>
              <a:rPr lang="fr-FR" altLang="fr-FR"/>
              <a:t>You are glorious</a:t>
            </a:r>
            <a:br>
              <a:rPr lang="fr-FR" altLang="fr-FR"/>
            </a:br>
            <a:endParaRPr lang="fr-FR" altLang="fr-FR"/>
          </a:p>
          <a:p>
            <a:r>
              <a:rPr lang="fr-FR" altLang="fr-FR"/>
              <a:t>4-  MON DIEU, TU RÈGNES </a:t>
            </a:r>
          </a:p>
          <a:p>
            <a:r>
              <a:rPr lang="fr-FR" altLang="fr-FR"/>
              <a:t>My God You reign</a:t>
            </a:r>
            <a:br>
              <a:rPr lang="fr-FR" altLang="fr-FR"/>
            </a:br>
            <a:r>
              <a:rPr lang="fr-FR" altLang="fr-FR"/>
              <a:t> </a:t>
            </a:r>
          </a:p>
          <a:p>
            <a:r>
              <a:rPr lang="fr-FR" altLang="fr-FR"/>
              <a:t>5-  POUR TOUJOURS À JAMAIS TU ES LE MÊME </a:t>
            </a:r>
          </a:p>
          <a:p>
            <a:r>
              <a:rPr lang="fr-FR" altLang="fr-FR"/>
              <a:t>Forever and ever. How great Your name</a:t>
            </a:r>
            <a:br>
              <a:rPr lang="fr-FR" altLang="fr-FR"/>
            </a:br>
            <a:r>
              <a:rPr lang="fr-FR" altLang="fr-FR"/>
              <a:t> 
6-  TON AMOUR DURE ÉTERNELLEMENT  TON NOM EST GRAND </a:t>
            </a:r>
          </a:p>
          <a:p>
            <a:r>
              <a:rPr lang="fr-FR" altLang="fr-FR"/>
              <a:t>Your love remains Forever and ever. You stay the same</a:t>
            </a:r>
            <a:br>
              <a:rPr lang="fr-FR" altLang="fr-FR"/>
            </a:br>
            <a:endParaRPr lang="fr-FR" altLang="fr-FR"/>
          </a:p>
          <a:p>
            <a:r>
              <a:rPr lang="fr-FR" altLang="fr-FR"/>
              <a:t>7-  CRIE DE JOIE SI TU SAIS QUE TON DIEU EST BON </a:t>
            </a:r>
          </a:p>
          <a:p>
            <a:r>
              <a:rPr lang="fr-FR" altLang="fr-FR"/>
              <a:t>Shout it out, shout it out If you know He’s good</a:t>
            </a:r>
            <a:br>
              <a:rPr lang="fr-FR" altLang="fr-FR"/>
            </a:br>
            <a:r>
              <a:rPr lang="fr-FR" altLang="fr-FR"/>
              <a:t>
8-  CRIE DE JOIE CAR TOUJOURS  LE SEIGNEUR EST BON </a:t>
            </a:r>
          </a:p>
          <a:p>
            <a:r>
              <a:rPr lang="fr-FR" altLang="fr-FR"/>
              <a:t>Sing it out, sing it out For the Lord is good</a:t>
            </a:r>
            <a:br>
              <a:rPr lang="fr-FR" altLang="fr-FR"/>
            </a:br>
            <a:r>
              <a:rPr lang="fr-FR" altLang="fr-FR"/>
              <a:t>  
9-  LÈVE TA VOIX, IL EST GLORIEUX </a:t>
            </a:r>
          </a:p>
          <a:p>
            <a:r>
              <a:rPr lang="fr-FR" altLang="fr-FR"/>
              <a:t>Shout it out loud You are glorious</a:t>
            </a:r>
            <a:br>
              <a:rPr lang="fr-FR" altLang="fr-FR"/>
            </a:br>
            <a:endParaRPr lang="fr-FR" altLang="fr-FR"/>
          </a:p>
          <a:p>
            <a:r>
              <a:rPr lang="fr-FR" altLang="fr-FR"/>
              <a:t>10-  GLORIEUX, LOUONS LE ROI  GLORIEUX, LEVONS NOS VOIX           </a:t>
            </a:r>
          </a:p>
          <a:p>
            <a:r>
              <a:rPr lang="fr-FR" altLang="fr-FR"/>
              <a:t>  Glorious, Shout it out and Glorious, Make it louder</a:t>
            </a:r>
            <a:br>
              <a:rPr lang="fr-FR" altLang="fr-FR"/>
            </a:br>
            <a:r>
              <a:rPr lang="fr-FR" altLang="fr-FR"/>
              <a:t>
11-  NOUS VOULONS PROCLAMER JÉSUS, QUE TON NOM EST GLORIEUX </a:t>
            </a:r>
          </a:p>
          <a:p>
            <a:r>
              <a:rPr lang="fr-FR" altLang="fr-FR"/>
              <a:t>Jesus we shout Your name. Jesus we make Your praise, Glorious</a:t>
            </a:r>
            <a:br>
              <a:rPr lang="fr-FR" altLang="fr-FR"/>
            </a:br>
            <a:r>
              <a:rPr lang="fr-FR" altLang="fr-FR"/>
              <a:t>
12-  TU ES GLORIEUX  </a:t>
            </a:r>
          </a:p>
          <a:p>
            <a:r>
              <a:rPr lang="fr-FR" altLang="fr-FR"/>
              <a:t>You are glorious</a:t>
            </a:r>
          </a:p>
          <a:p>
            <a:endParaRPr lang="fr-FR" altLang="fr-FR"/>
          </a:p>
          <a:p>
            <a:r>
              <a:rPr lang="fr-FR" altLang="fr-FR"/>
              <a:t>13-  BRILLE, OH JÉSUS BRILLE POUR QUE LE MONDE VOIE </a:t>
            </a:r>
          </a:p>
          <a:p>
            <a:r>
              <a:rPr lang="fr-FR" altLang="fr-FR"/>
              <a:t>Shine Jesus, You shine for all the world to see </a:t>
            </a:r>
            <a:br>
              <a:rPr lang="fr-FR" altLang="fr-FR"/>
            </a:br>
            <a:r>
              <a:rPr lang="fr-FR" altLang="fr-FR"/>
              <a:t>
14-  TU ES GLORIEUX  </a:t>
            </a:r>
          </a:p>
          <a:p>
            <a:r>
              <a:rPr lang="fr-FR" altLang="fr-FR"/>
              <a:t>You are glorious</a:t>
            </a:r>
          </a:p>
          <a:p>
            <a:r>
              <a:rPr lang="fr-FR" altLang="fr-FR"/>
              <a:t>15-  OH OH OH  OH OH OH  </a:t>
            </a:r>
          </a:p>
          <a:p>
            <a:endParaRPr lang="fr-FR" altLang="fr-FR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277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GLORIEUX, LOUONS LE ROI  GLORIEUX, LEVONS NOS VOIX           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Glorious, Shout it out and Glorious, Make it louder</a:t>
            </a:r>
            <a:br>
              <a:rPr lang="fr-FR" smtClean="0"/>
            </a:br>
            <a:r>
              <a:rPr lang="fr-FR" smtClean="0"/>
              <a:t>
2-  NOUS VOULONS PROCLAMER JÉSUS, QUE TON NOM EST GLORIEUX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Jesus we shout Your name. Jesus we make Your praise, Glorious</a:t>
            </a:r>
            <a:br>
              <a:rPr lang="fr-FR" smtClean="0"/>
            </a:br>
            <a:r>
              <a:rPr lang="fr-FR" smtClean="0"/>
              <a:t>
3-  TU ES GLORIEUX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You are glorious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MON DIEU, TU RÈGNES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My God You reign</a:t>
            </a:r>
            <a:br>
              <a:rPr lang="fr-FR" smtClean="0"/>
            </a:br>
            <a:r>
              <a:rPr lang="fr-FR" smtClean="0"/>
              <a:t>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POUR TOUJOURS À JAMAIS TU ES LE MÊME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Forever and ever. How great Your name</a:t>
            </a:r>
            <a:br>
              <a:rPr lang="fr-FR" smtClean="0"/>
            </a:br>
            <a:r>
              <a:rPr lang="fr-FR" smtClean="0"/>
              <a:t> 
6-  TON AMOUR DURE ÉTERNELLEMENT  TON NOM EST GRAND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Your love remains Forever and ever. You stay the same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CRIE DE JOIE SI TU SAIS QUE TON DIEU EST BON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Shout it out, shout it out If you know He’s good</a:t>
            </a:r>
            <a:br>
              <a:rPr lang="fr-FR" smtClean="0"/>
            </a:br>
            <a:r>
              <a:rPr lang="fr-FR" smtClean="0"/>
              <a:t>
8-  CRIE DE JOIE CAR TOUJOURS  LE SEIGNEUR EST BON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Sing it out, sing it out For the Lord is good</a:t>
            </a:r>
            <a:br>
              <a:rPr lang="fr-FR" smtClean="0"/>
            </a:br>
            <a:r>
              <a:rPr lang="fr-FR" smtClean="0"/>
              <a:t>  
9-  LÈVE TA VOIX, IL EST GLORIEUX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Shout it out loud You are glorious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GLORIEUX, LOUONS LE ROI  GLORIEUX, LEVONS NOS VOIX         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Glorious, Shout it out and Glorious, Make it louder</a:t>
            </a:r>
            <a:br>
              <a:rPr lang="fr-FR" smtClean="0"/>
            </a:br>
            <a:r>
              <a:rPr lang="fr-FR" smtClean="0"/>
              <a:t>
11-  NOUS VOULONS PROCLAMER JÉSUS, QUE TON NOM EST GLORIEUX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Jesus we shout Your name. Jesus we make Your praise, Glorious</a:t>
            </a:r>
            <a:br>
              <a:rPr lang="fr-FR" smtClean="0"/>
            </a:br>
            <a:r>
              <a:rPr lang="fr-FR" smtClean="0"/>
              <a:t>
12-  TU ES GLORIEUX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You are glorious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BRILLE, OH JÉSUS BRILLE POUR QUE LE MONDE VOIE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Shine Jesus, You shine for all the world to see </a:t>
            </a:r>
            <a:br>
              <a:rPr lang="fr-FR" smtClean="0"/>
            </a:br>
            <a:r>
              <a:rPr lang="fr-FR" smtClean="0"/>
              <a:t>
14-  TU ES GLORIEUX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You are glorious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OH OH OH  OH OH OH 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327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GLORIEUX, LOUONS LE ROI  GLORIEUX, LEVONS NOS VOIX             </a:t>
            </a:r>
          </a:p>
          <a:p>
            <a:r>
              <a:rPr lang="fr-FR" altLang="fr-FR"/>
              <a:t>Glorious, Shout it out and Glorious, Make it louder</a:t>
            </a:r>
            <a:br>
              <a:rPr lang="fr-FR" altLang="fr-FR"/>
            </a:br>
            <a:r>
              <a:rPr lang="fr-FR" altLang="fr-FR"/>
              <a:t>
2-  NOUS VOULONS PROCLAMER JÉSUS, QUE TON NOM EST GLORIEUX </a:t>
            </a:r>
          </a:p>
          <a:p>
            <a:r>
              <a:rPr lang="fr-FR" altLang="fr-FR"/>
              <a:t>Jesus we shout Your name. Jesus we make Your praise, Glorious</a:t>
            </a:r>
            <a:br>
              <a:rPr lang="fr-FR" altLang="fr-FR"/>
            </a:br>
            <a:r>
              <a:rPr lang="fr-FR" altLang="fr-FR"/>
              <a:t>
3-  TU ES GLORIEUX  </a:t>
            </a:r>
          </a:p>
          <a:p>
            <a:r>
              <a:rPr lang="fr-FR" altLang="fr-FR"/>
              <a:t>You are glorious</a:t>
            </a:r>
            <a:br>
              <a:rPr lang="fr-FR" altLang="fr-FR"/>
            </a:br>
            <a:endParaRPr lang="fr-FR" altLang="fr-FR"/>
          </a:p>
          <a:p>
            <a:r>
              <a:rPr lang="fr-FR" altLang="fr-FR"/>
              <a:t>4-  MON DIEU, TU RÈGNES </a:t>
            </a:r>
          </a:p>
          <a:p>
            <a:r>
              <a:rPr lang="fr-FR" altLang="fr-FR"/>
              <a:t>My God You reign</a:t>
            </a:r>
            <a:br>
              <a:rPr lang="fr-FR" altLang="fr-FR"/>
            </a:br>
            <a:r>
              <a:rPr lang="fr-FR" altLang="fr-FR"/>
              <a:t> </a:t>
            </a:r>
          </a:p>
          <a:p>
            <a:r>
              <a:rPr lang="fr-FR" altLang="fr-FR"/>
              <a:t>5-  POUR TOUJOURS À JAMAIS TU ES LE MÊME </a:t>
            </a:r>
          </a:p>
          <a:p>
            <a:r>
              <a:rPr lang="fr-FR" altLang="fr-FR"/>
              <a:t>Forever and ever. How great Your name</a:t>
            </a:r>
            <a:br>
              <a:rPr lang="fr-FR" altLang="fr-FR"/>
            </a:br>
            <a:r>
              <a:rPr lang="fr-FR" altLang="fr-FR"/>
              <a:t> 
6-  TON AMOUR DURE ÉTERNELLEMENT  TON NOM EST GRAND </a:t>
            </a:r>
          </a:p>
          <a:p>
            <a:r>
              <a:rPr lang="fr-FR" altLang="fr-FR"/>
              <a:t>Your love remains Forever and ever. You stay the same</a:t>
            </a:r>
            <a:br>
              <a:rPr lang="fr-FR" altLang="fr-FR"/>
            </a:br>
            <a:endParaRPr lang="fr-FR" altLang="fr-FR"/>
          </a:p>
          <a:p>
            <a:r>
              <a:rPr lang="fr-FR" altLang="fr-FR"/>
              <a:t>7-  CRIE DE JOIE SI TU SAIS QUE TON DIEU EST BON </a:t>
            </a:r>
          </a:p>
          <a:p>
            <a:r>
              <a:rPr lang="fr-FR" altLang="fr-FR"/>
              <a:t>Shout it out, shout it out If you know He’s good</a:t>
            </a:r>
            <a:br>
              <a:rPr lang="fr-FR" altLang="fr-FR"/>
            </a:br>
            <a:r>
              <a:rPr lang="fr-FR" altLang="fr-FR"/>
              <a:t>
8-  CRIE DE JOIE CAR TOUJOURS  LE SEIGNEUR EST BON </a:t>
            </a:r>
          </a:p>
          <a:p>
            <a:r>
              <a:rPr lang="fr-FR" altLang="fr-FR"/>
              <a:t>Sing it out, sing it out For the Lord is good</a:t>
            </a:r>
            <a:br>
              <a:rPr lang="fr-FR" altLang="fr-FR"/>
            </a:br>
            <a:r>
              <a:rPr lang="fr-FR" altLang="fr-FR"/>
              <a:t>  
9-  LÈVE TA VOIX, IL EST GLORIEUX </a:t>
            </a:r>
          </a:p>
          <a:p>
            <a:r>
              <a:rPr lang="fr-FR" altLang="fr-FR"/>
              <a:t>Shout it out loud You are glorious</a:t>
            </a:r>
            <a:br>
              <a:rPr lang="fr-FR" altLang="fr-FR"/>
            </a:br>
            <a:endParaRPr lang="fr-FR" altLang="fr-FR"/>
          </a:p>
          <a:p>
            <a:r>
              <a:rPr lang="fr-FR" altLang="fr-FR"/>
              <a:t>10-  GLORIEUX, LOUONS LE ROI  GLORIEUX, LEVONS NOS VOIX           </a:t>
            </a:r>
          </a:p>
          <a:p>
            <a:r>
              <a:rPr lang="fr-FR" altLang="fr-FR"/>
              <a:t>  Glorious, Shout it out and Glorious, Make it louder</a:t>
            </a:r>
            <a:br>
              <a:rPr lang="fr-FR" altLang="fr-FR"/>
            </a:br>
            <a:r>
              <a:rPr lang="fr-FR" altLang="fr-FR"/>
              <a:t>
11-  NOUS VOULONS PROCLAMER JÉSUS, QUE TON NOM EST GLORIEUX </a:t>
            </a:r>
          </a:p>
          <a:p>
            <a:r>
              <a:rPr lang="fr-FR" altLang="fr-FR"/>
              <a:t>Jesus we shout Your name. Jesus we make Your praise, Glorious</a:t>
            </a:r>
            <a:br>
              <a:rPr lang="fr-FR" altLang="fr-FR"/>
            </a:br>
            <a:r>
              <a:rPr lang="fr-FR" altLang="fr-FR"/>
              <a:t>
12-  TU ES GLORIEUX  </a:t>
            </a:r>
          </a:p>
          <a:p>
            <a:r>
              <a:rPr lang="fr-FR" altLang="fr-FR"/>
              <a:t>You are glorious</a:t>
            </a:r>
          </a:p>
          <a:p>
            <a:endParaRPr lang="fr-FR" altLang="fr-FR"/>
          </a:p>
          <a:p>
            <a:r>
              <a:rPr lang="fr-FR" altLang="fr-FR"/>
              <a:t>13-  BRILLE, OH JÉSUS BRILLE POUR QUE LE MONDE VOIE </a:t>
            </a:r>
          </a:p>
          <a:p>
            <a:r>
              <a:rPr lang="fr-FR" altLang="fr-FR"/>
              <a:t>Shine Jesus, You shine for all the world to see </a:t>
            </a:r>
            <a:br>
              <a:rPr lang="fr-FR" altLang="fr-FR"/>
            </a:br>
            <a:r>
              <a:rPr lang="fr-FR" altLang="fr-FR"/>
              <a:t>
14-  TU ES GLORIEUX  </a:t>
            </a:r>
          </a:p>
          <a:p>
            <a:r>
              <a:rPr lang="fr-FR" altLang="fr-FR"/>
              <a:t>You are glorious</a:t>
            </a:r>
          </a:p>
          <a:p>
            <a:r>
              <a:rPr lang="fr-FR" altLang="fr-FR"/>
              <a:t>15-  OH OH OH  OH OH OH  </a:t>
            </a:r>
          </a:p>
          <a:p>
            <a:endParaRPr lang="fr-FR" altLang="fr-F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75565B-AB2E-4BC2-91CA-B4AA038586FA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77C53F-26FA-4F69-AB90-9A698B681D34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353F5C-B33E-45AD-905F-914C1B9B3E9B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14899E-F572-4141-A164-D114CA7349B9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7C3102-67F6-4700-B8D9-91FF57B23F1D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E1377D-D309-4522-82A0-56C5C0E3D60A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776777-6172-45F8-9FFD-5C79E7861A6C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B03D756-02AD-422F-99C3-F55D62EC8A9F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AFC14DE-30FC-4731-81F0-274BADD1CE2D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3BA772-D118-4E4C-AA59-A8185C8DD5D3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17E1372-B91D-48D8-B55C-00DC29FCC99F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text styles</a:t>
            </a:r>
          </a:p>
          <a:p>
            <a:pPr lvl="1"/>
            <a:r>
              <a:rPr lang="en-GB" altLang="fr-FR" smtClean="0"/>
              <a:t>Second level</a:t>
            </a:r>
          </a:p>
          <a:p>
            <a:pPr lvl="2"/>
            <a:r>
              <a:rPr lang="en-GB" altLang="fr-FR" smtClean="0"/>
              <a:t>Third level</a:t>
            </a:r>
          </a:p>
          <a:p>
            <a:pPr lvl="3"/>
            <a:r>
              <a:rPr lang="en-GB" altLang="fr-FR" smtClean="0"/>
              <a:t>Fourth level</a:t>
            </a:r>
          </a:p>
          <a:p>
            <a:pPr lvl="4"/>
            <a:r>
              <a:rPr lang="en-GB" altLang="fr-FR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smtClean="0"/>
            </a:lvl1pPr>
          </a:lstStyle>
          <a:p>
            <a:pPr>
              <a:defRPr/>
            </a:pPr>
            <a:fld id="{E4CB3650-F6EB-4FF7-92A4-DD58637E695A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GLORIEUX, LOUONS LE ROI 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GLORIEUX, LEVONS NOS VOIX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VOULONS PROCLAMER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JÉSUS, QUE TON NOM EST GLORIEUX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-1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ES GLORIEUX 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-1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MON DIEU, TU RÈGNES 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TOUJOURS À JAMAIS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ES LE MÊME 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TON AMOUR DURE ÉTERNELLEMENT 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TON NOM EST GRAND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CRIE DE JOIE SI TU SAIS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TON DIEU EST BON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CRIE DE JOIE CAR TOUJOURS 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 SEIGNEUR EST BON  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-1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LÈVE TA VOIX, IL EST GLORIEUX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GLORIEUX, LOUONS LE ROI 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GLORIEUX, LEVONS NOS VOIX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VOULONS PROCLAMER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JÉSUS, QUE TON NOM EST GLORIEUX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-1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ES GLORIEUX 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BRILLE, OH JÉSUS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BRILLE POUR QUE LE MONDE VOIE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-1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ES GLORIEUX 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OH OH OH 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OH OH OH 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1528</TotalTime>
  <Words>773</Words>
  <Application>Microsoft Office PowerPoint</Application>
  <PresentationFormat>On-screen Show (4:3)</PresentationFormat>
  <Paragraphs>685</Paragraphs>
  <Slides>15</Slides>
  <Notes>15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19" baseType="lpstr">
      <vt:lpstr>Franklin Gothic Medium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Incrustations_NT</cp:lastModifiedBy>
  <cp:revision>143</cp:revision>
  <dcterms:created xsi:type="dcterms:W3CDTF">2002-08-17T10:50:50Z</dcterms:created>
  <dcterms:modified xsi:type="dcterms:W3CDTF">2017-12-30T14:43:46Z</dcterms:modified>
</cp:coreProperties>
</file>