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87" r:id="rId3"/>
    <p:sldId id="286" r:id="rId4"/>
    <p:sldId id="285" r:id="rId5"/>
    <p:sldId id="284" r:id="rId6"/>
    <p:sldId id="283" r:id="rId7"/>
    <p:sldId id="282" r:id="rId8"/>
    <p:sldId id="281" r:id="rId9"/>
    <p:sldId id="280" r:id="rId10"/>
    <p:sldId id="279" r:id="rId11"/>
    <p:sldId id="278" r:id="rId12"/>
    <p:sldId id="277" r:id="rId13"/>
    <p:sldId id="276" r:id="rId14"/>
    <p:sldId id="275" r:id="rId15"/>
    <p:sldId id="274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7810" autoAdjust="0"/>
  </p:normalViewPr>
  <p:slideViewPr>
    <p:cSldViewPr>
      <p:cViewPr>
        <p:scale>
          <a:sx n="50" d="100"/>
          <a:sy n="50" d="100"/>
        </p:scale>
        <p:origin x="-312" y="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43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7B21EF-D647-4CF1-A7EF-5740345C911A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026AB7A-C1ED-467F-816D-46FDAB073E9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place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seek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We’re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Touched</a:t>
            </a:r>
            <a:r>
              <a:rPr lang="fr-FR" dirty="0" smtClean="0"/>
              <a:t> by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sound</a:t>
            </a:r>
            <a:r>
              <a:rPr lang="fr-FR" dirty="0" smtClean="0"/>
              <a:t> I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</a:t>
            </a:r>
            <a:r>
              <a:rPr lang="fr-FR" dirty="0" err="1" smtClean="0"/>
              <a:t>around</a:t>
            </a:r>
            <a:r>
              <a:rPr lang="fr-FR" dirty="0" smtClean="0"/>
              <a:t>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r>
              <a:rPr lang="fr-FR" dirty="0" smtClean="0"/>
              <a:t> And people </a:t>
            </a:r>
            <a:r>
              <a:rPr lang="fr-FR" dirty="0" err="1" smtClean="0"/>
              <a:t>crying</a:t>
            </a:r>
            <a:r>
              <a:rPr lang="fr-FR" dirty="0" smtClean="0"/>
              <a:t>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It’s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praise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r>
              <a:rPr lang="fr-FR" dirty="0" smtClean="0"/>
              <a:t> for all of the </a:t>
            </a:r>
            <a:r>
              <a:rPr lang="fr-FR" dirty="0" err="1" smtClean="0"/>
              <a:t>redeemed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Never the </a:t>
            </a:r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He’s</a:t>
            </a:r>
            <a:r>
              <a:rPr lang="fr-FR" dirty="0" smtClean="0"/>
              <a:t> </a:t>
            </a:r>
            <a:r>
              <a:rPr lang="fr-FR" dirty="0" err="1" smtClean="0"/>
              <a:t>taken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chains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There’s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in </a:t>
            </a:r>
            <a:r>
              <a:rPr lang="fr-FR" dirty="0" err="1" smtClean="0"/>
              <a:t>Jesus</a:t>
            </a:r>
            <a:r>
              <a:rPr lang="fr-FR" dirty="0" smtClean="0"/>
              <a:t> Power to </a:t>
            </a:r>
            <a:r>
              <a:rPr lang="fr-FR" dirty="0" err="1" smtClean="0"/>
              <a:t>save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There’s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out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place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seek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We’re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Touched</a:t>
            </a:r>
            <a:r>
              <a:rPr lang="fr-FR" dirty="0" smtClean="0"/>
              <a:t> by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sound</a:t>
            </a:r>
            <a:r>
              <a:rPr lang="fr-FR" dirty="0" smtClean="0"/>
              <a:t> I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</a:t>
            </a:r>
            <a:r>
              <a:rPr lang="fr-FR" dirty="0" err="1" smtClean="0"/>
              <a:t>around</a:t>
            </a:r>
            <a:r>
              <a:rPr lang="fr-FR" dirty="0" smtClean="0"/>
              <a:t>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r>
              <a:rPr lang="fr-FR" dirty="0" smtClean="0"/>
              <a:t> And people </a:t>
            </a:r>
            <a:r>
              <a:rPr lang="fr-FR" dirty="0" err="1" smtClean="0"/>
              <a:t>crying</a:t>
            </a:r>
            <a:r>
              <a:rPr lang="fr-FR" dirty="0" smtClean="0"/>
              <a:t>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It’s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praise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r>
              <a:rPr lang="fr-FR" dirty="0" smtClean="0"/>
              <a:t> for all of the </a:t>
            </a:r>
            <a:r>
              <a:rPr lang="fr-FR" dirty="0" err="1" smtClean="0"/>
              <a:t>redeemed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Never the </a:t>
            </a:r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He’s</a:t>
            </a:r>
            <a:r>
              <a:rPr lang="fr-FR" dirty="0" smtClean="0"/>
              <a:t> </a:t>
            </a:r>
            <a:r>
              <a:rPr lang="fr-FR" dirty="0" err="1" smtClean="0"/>
              <a:t>taken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chains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There’s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in </a:t>
            </a:r>
            <a:r>
              <a:rPr lang="fr-FR" dirty="0" err="1" smtClean="0"/>
              <a:t>Jesus</a:t>
            </a:r>
            <a:r>
              <a:rPr lang="fr-FR" dirty="0" smtClean="0"/>
              <a:t> Power to </a:t>
            </a:r>
            <a:r>
              <a:rPr lang="fr-FR" dirty="0" err="1" smtClean="0"/>
              <a:t>save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There’s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out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
</a:t>
            </a:r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C58BC-A076-4542-AB3C-80B663E56EC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75B40-4E45-4775-939F-4A39E73AC8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3EB2D-829B-4EC7-B56A-177158D5DA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ABA72-A9E7-4E67-B544-6B00DD7912A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2E23C-3E95-49B0-B6C7-DC367A73DBF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CA241-526C-4881-8F09-869D54B2E41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7AD43-2064-4827-B9F6-D0F08AF46C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9B4CD-2AE9-4A30-9820-7A98BDE1B4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DF543-07D1-4544-813C-F41A0484AB3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65299-7F34-44DB-B337-1B45CE2B062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9B045-D313-47D0-A1FA-FFFBF26EE60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FB5F78D-3452-4DF9-85A9-9CBE991DA1C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UN NOUVEAU CHANT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ET PLUS FORT QU’AVANT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LIEU DE GRÂCE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TROUVONS SA FACE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CHANGÉS DANS SA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TOUCHÉS PAR SA GRÂCE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BRUIT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ENTENDS-LE AUJOURD’HUI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DE L’ADORATION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GRAND JE SUIS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UN NOUVEAU CHANT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ET PLUS FORT QU'AVANT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SONT LES RACHETÉS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LEVANT LEUR VOIX POUR LE LOUER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CHANGÉ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DÉLIVRÉ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EN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 POUR SAUVER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GRAND QUE TOUS LES NOMS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EN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LE CRIER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ALLÉLUIA, ALLÉLUIA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813</Words>
  <Application>Microsoft Office PowerPoint</Application>
  <PresentationFormat>Affichage à l'écran (4:3)</PresentationFormat>
  <Paragraphs>989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143</cp:revision>
  <dcterms:created xsi:type="dcterms:W3CDTF">2002-08-17T10:50:50Z</dcterms:created>
  <dcterms:modified xsi:type="dcterms:W3CDTF">2019-11-23T20:29:28Z</dcterms:modified>
</cp:coreProperties>
</file>