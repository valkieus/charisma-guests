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06" r:id="rId2"/>
    <p:sldId id="307" r:id="rId3"/>
    <p:sldId id="308" r:id="rId4"/>
    <p:sldId id="309" r:id="rId5"/>
    <p:sldId id="310" r:id="rId6"/>
    <p:sldId id="316" r:id="rId7"/>
    <p:sldId id="311" r:id="rId8"/>
    <p:sldId id="313" r:id="rId9"/>
    <p:sldId id="314" r:id="rId10"/>
    <p:sldId id="315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617" autoAdjust="0"/>
    <p:restoredTop sz="38698" autoAdjust="0"/>
  </p:normalViewPr>
  <p:slideViewPr>
    <p:cSldViewPr>
      <p:cViewPr varScale="1">
        <p:scale>
          <a:sx n="32" d="100"/>
          <a:sy n="32" d="100"/>
        </p:scale>
        <p:origin x="-69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23/11/2019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NE PEUX ME PASSER JE NE PEUX PAS ME PASSER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No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enough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DE TON PUISSANT AMOUR JE NE PEUX PAS M’EN PASSER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amazing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love,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enough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NE PEUX M’ÉLOIGNER JE NE PEUX PAS M’ÉLOIGNER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walk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No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walk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4-  PARCE QUE J’AI VU TA FACE JE NE PEUX PAS M’ÉLOIGNER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I have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face, And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can't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walk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JE VEUX JUSTE ÊTRE OÙ TU 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wanna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JE VEUX JUSTE ÊTRE PRÈS DE TON CŒUR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wanna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7-  RIEN N’ÉGALE TON AMOUR, RIEN N’ÉGALE TON AMOUR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love		(x2)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8-  AVEC LES ANGES, NOUS CHANTONS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angels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SAINT, SAINT, SAINT, SAINT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SAINT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SAINT, SAINT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JÉSUS, JE T’AIME 			(X3)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PEUX ME PASSER JE NE PEUX PAS ME PASSER  </a:t>
            </a:r>
          </a:p>
          <a:p>
            <a:r>
              <a:rPr lang="fr-FR" smtClean="0"/>
              <a:t>I can't get enough, No I can't get enough</a:t>
            </a:r>
          </a:p>
          <a:p>
            <a:r>
              <a:rPr lang="fr-FR" smtClean="0"/>
              <a:t>2-  DE TON PUISSANT AMOUR JE NE PEUX PAS M’EN PASSER </a:t>
            </a:r>
          </a:p>
          <a:p>
            <a:r>
              <a:rPr lang="fr-FR" smtClean="0"/>
              <a:t>Of Your amazing love, I can't get enough</a:t>
            </a:r>
          </a:p>
          <a:p>
            <a:r>
              <a:rPr lang="fr-FR" smtClean="0"/>
              <a:t>
3-  JE NE PEUX M’ÉLOIGNER JE NE PEUX PAS M’ÉLOIGNER</a:t>
            </a:r>
          </a:p>
          <a:p>
            <a:r>
              <a:rPr lang="fr-FR" smtClean="0"/>
              <a:t>I can't walk away, No I can't walk away 
4-  PARCE QUE J’AI VU TA FACE JE NE PEUX PAS M’ÉLOIGNER</a:t>
            </a:r>
          </a:p>
          <a:p>
            <a:r>
              <a:rPr lang="fr-FR" smtClean="0"/>
              <a:t>For I have seen Your face, And I can't walk away </a:t>
            </a:r>
          </a:p>
          <a:p>
            <a:r>
              <a:rPr lang="fr-FR" smtClean="0"/>
              <a:t>
5-  JE VEUX JUSTE ÊTRE OÙ TU ES </a:t>
            </a:r>
          </a:p>
          <a:p>
            <a:r>
              <a:rPr lang="fr-FR" smtClean="0"/>
              <a:t>And I just wanna be where You are</a:t>
            </a:r>
          </a:p>
          <a:p>
            <a:r>
              <a:rPr lang="fr-FR" smtClean="0"/>
              <a:t>6-  JE VEUX JUSTE ÊTRE PRÈS DE TON CŒUR </a:t>
            </a:r>
          </a:p>
          <a:p>
            <a:r>
              <a:rPr lang="fr-FR" smtClean="0"/>
              <a:t>I just wanna be near Your heart
7-  RIEN N’ÉGALE TON AMOUR, RIEN N’ÉGALE TON AMOUR </a:t>
            </a:r>
          </a:p>
          <a:p>
            <a:r>
              <a:rPr lang="fr-FR" smtClean="0"/>
              <a:t>There is nothing like Your love		(x2)</a:t>
            </a:r>
          </a:p>
          <a:p>
            <a:r>
              <a:rPr lang="fr-FR" smtClean="0"/>
              <a:t>
8-  AVEC LES ANGES, NOUS CHANTONS </a:t>
            </a:r>
          </a:p>
          <a:p>
            <a:r>
              <a:rPr lang="fr-FR" smtClean="0"/>
              <a:t>With all the angels singing
9-  SAINT, SAINT, SAINT, SAINT SAINT, SAINT, SAINT</a:t>
            </a:r>
          </a:p>
          <a:p>
            <a:r>
              <a:rPr lang="fr-FR" smtClean="0"/>
              <a:t>Holy, Holy, Holy, Holy, Holy, Holy
10-  JÉSUS, JE T’AIME 			(X3)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NE PEUX ME PASSER JE NE PEUX PAS ME PASSER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can't get enough, No I can't get enough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DE TON PUISSANT AMOUR JE NE PEUX PAS M’EN PASSER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Your amazing love, I can't get enough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NE PEUX M’ÉLOIGNER JE NE PEUX PAS M’ÉLOIGNER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can't walk away, No I can't walk away 
4-  PARCE QUE J’AI VU TA FACE JE NE PEUX PAS M’ÉLOIGNER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I have seen Your face, And I can't walk away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JE VEUX JUSTE ÊTRE OÙ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just wanna be where You are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JE VEUX JUSTE ÊTRE PRÈS DE TON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just wanna be near Your heart
7-  RIEN N’ÉGALE TON AMOUR, RIEN N’ÉGALE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is nothing like Your love		(x2)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8-  AVEC LES ANGES, NOUS CHANTONS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all the angels singing
9-  SAINT, SAINT, SAINT, SAINT SAINT, SAINT, SAINT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Holy, Holy, Holy, Holy, Holy, Holy
10-  JÉSUS, JE T’AIME 			(X3)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PEUX ME PASSER JE NE PEUX PAS ME PASSER  </a:t>
            </a:r>
          </a:p>
          <a:p>
            <a:r>
              <a:rPr lang="fr-FR" smtClean="0"/>
              <a:t>I can't get enough, No I can't get enough</a:t>
            </a:r>
          </a:p>
          <a:p>
            <a:r>
              <a:rPr lang="fr-FR" smtClean="0"/>
              <a:t>2-  DE TON PUISSANT AMOUR JE NE PEUX PAS M’EN PASSER </a:t>
            </a:r>
          </a:p>
          <a:p>
            <a:r>
              <a:rPr lang="fr-FR" smtClean="0"/>
              <a:t>Of Your amazing love, I can't get enough</a:t>
            </a:r>
          </a:p>
          <a:p>
            <a:r>
              <a:rPr lang="fr-FR" smtClean="0"/>
              <a:t>
3-  JE NE PEUX M’ÉLOIGNER JE NE PEUX PAS M’ÉLOIGNER</a:t>
            </a:r>
          </a:p>
          <a:p>
            <a:r>
              <a:rPr lang="fr-FR" smtClean="0"/>
              <a:t>I can't walk away, No I can't walk away 
4-  PARCE QUE J’AI VU TA FACE JE NE PEUX PAS M’ÉLOIGNER</a:t>
            </a:r>
          </a:p>
          <a:p>
            <a:r>
              <a:rPr lang="fr-FR" smtClean="0"/>
              <a:t>For I have seen Your face, And I can't walk away </a:t>
            </a:r>
          </a:p>
          <a:p>
            <a:r>
              <a:rPr lang="fr-FR" smtClean="0"/>
              <a:t>
5-  JE VEUX JUSTE ÊTRE OÙ TU ES </a:t>
            </a:r>
          </a:p>
          <a:p>
            <a:r>
              <a:rPr lang="fr-FR" smtClean="0"/>
              <a:t>And I just wanna be where You are</a:t>
            </a:r>
          </a:p>
          <a:p>
            <a:r>
              <a:rPr lang="fr-FR" smtClean="0"/>
              <a:t>6-  JE VEUX JUSTE ÊTRE PRÈS DE TON CŒUR </a:t>
            </a:r>
          </a:p>
          <a:p>
            <a:r>
              <a:rPr lang="fr-FR" smtClean="0"/>
              <a:t>I just wanna be near Your heart
7-  RIEN N’ÉGALE TON AMOUR, RIEN N’ÉGALE TON AMOUR </a:t>
            </a:r>
          </a:p>
          <a:p>
            <a:r>
              <a:rPr lang="fr-FR" smtClean="0"/>
              <a:t>There is nothing like Your love		(x2)</a:t>
            </a:r>
          </a:p>
          <a:p>
            <a:r>
              <a:rPr lang="fr-FR" smtClean="0"/>
              <a:t>
8-  AVEC LES ANGES, NOUS CHANTONS </a:t>
            </a:r>
          </a:p>
          <a:p>
            <a:r>
              <a:rPr lang="fr-FR" smtClean="0"/>
              <a:t>With all the angels singing
9-  SAINT, SAINT, SAINT, SAINT SAINT, SAINT, SAINT</a:t>
            </a:r>
          </a:p>
          <a:p>
            <a:r>
              <a:rPr lang="fr-FR" smtClean="0"/>
              <a:t>Holy, Holy, Holy, Holy, Holy, Holy
10-  JÉSUS, JE T’AIME 			(X3)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NE PEUX ME PASSER JE NE PEUX PAS ME PASSER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can't get enough, No I can't get enough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DE TON PUISSANT AMOUR JE NE PEUX PAS M’EN PASSER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Your amazing love, I can't get enough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NE PEUX M’ÉLOIGNER JE NE PEUX PAS M’ÉLOIGNER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can't walk away, No I can't walk away 
4-  PARCE QUE J’AI VU TA FACE JE NE PEUX PAS M’ÉLOIGNER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I have seen Your face, And I can't walk away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JE VEUX JUSTE ÊTRE OÙ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just wanna be where You are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JE VEUX JUSTE ÊTRE PRÈS DE TON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just wanna be near Your heart
7-  RIEN N’ÉGALE TON AMOUR, RIEN N’ÉGALE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is nothing like Your love		(x2)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8-  AVEC LES ANGES, NOUS CHANTONS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all the angels singing
9-  SAINT, SAINT, SAINT, SAINT SAINT, SAINT, SAINT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Holy, Holy, Holy, Holy, Holy, Holy
10-  JÉSUS, JE T’AIME 			(X3)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PEUX ME PASSER JE NE PEUX PAS ME PASSER  </a:t>
            </a:r>
          </a:p>
          <a:p>
            <a:r>
              <a:rPr lang="fr-FR" smtClean="0"/>
              <a:t>I can't get enough, No I can't get enough</a:t>
            </a:r>
          </a:p>
          <a:p>
            <a:r>
              <a:rPr lang="fr-FR" smtClean="0"/>
              <a:t>2-  DE TON PUISSANT AMOUR JE NE PEUX PAS M’EN PASSER </a:t>
            </a:r>
          </a:p>
          <a:p>
            <a:r>
              <a:rPr lang="fr-FR" smtClean="0"/>
              <a:t>Of Your amazing love, I can't get enough</a:t>
            </a:r>
          </a:p>
          <a:p>
            <a:r>
              <a:rPr lang="fr-FR" smtClean="0"/>
              <a:t>
3-  JE NE PEUX M’ÉLOIGNER JE NE PEUX PAS M’ÉLOIGNER</a:t>
            </a:r>
          </a:p>
          <a:p>
            <a:r>
              <a:rPr lang="fr-FR" smtClean="0"/>
              <a:t>I can't walk away, No I can't walk away 
4-  PARCE QUE J’AI VU TA FACE JE NE PEUX PAS M’ÉLOIGNER</a:t>
            </a:r>
          </a:p>
          <a:p>
            <a:r>
              <a:rPr lang="fr-FR" smtClean="0"/>
              <a:t>For I have seen Your face, And I can't walk away </a:t>
            </a:r>
          </a:p>
          <a:p>
            <a:r>
              <a:rPr lang="fr-FR" smtClean="0"/>
              <a:t>
5-  JE VEUX JUSTE ÊTRE OÙ TU ES </a:t>
            </a:r>
          </a:p>
          <a:p>
            <a:r>
              <a:rPr lang="fr-FR" smtClean="0"/>
              <a:t>And I just wanna be where You are</a:t>
            </a:r>
          </a:p>
          <a:p>
            <a:r>
              <a:rPr lang="fr-FR" smtClean="0"/>
              <a:t>6-  JE VEUX JUSTE ÊTRE PRÈS DE TON CŒUR </a:t>
            </a:r>
          </a:p>
          <a:p>
            <a:r>
              <a:rPr lang="fr-FR" smtClean="0"/>
              <a:t>I just wanna be near Your heart
7-  RIEN N’ÉGALE TON AMOUR, RIEN N’ÉGALE TON AMOUR </a:t>
            </a:r>
          </a:p>
          <a:p>
            <a:r>
              <a:rPr lang="fr-FR" smtClean="0"/>
              <a:t>There is nothing like Your love		(x2)</a:t>
            </a:r>
          </a:p>
          <a:p>
            <a:r>
              <a:rPr lang="fr-FR" smtClean="0"/>
              <a:t>
8-  AVEC LES ANGES, NOUS CHANTONS </a:t>
            </a:r>
          </a:p>
          <a:p>
            <a:r>
              <a:rPr lang="fr-FR" smtClean="0"/>
              <a:t>With all the angels singing
9-  SAINT, SAINT, SAINT, SAINT SAINT, SAINT, SAINT</a:t>
            </a:r>
          </a:p>
          <a:p>
            <a:r>
              <a:rPr lang="fr-FR" smtClean="0"/>
              <a:t>Holy, Holy, Holy, Holy, Holy, Holy
10-  JÉSUS, JE T’AIME 			(X3)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NE PEUX ME PASSER JE NE PEUX PAS ME PASSER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can't get enough, No I can't get enough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DE TON PUISSANT AMOUR JE NE PEUX PAS M’EN PASSER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Your amazing love, I can't get enough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NE PEUX M’ÉLOIGNER JE NE PEUX PAS M’ÉLOIGNER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can't walk away, No I can't walk away 
4-  PARCE QUE J’AI VU TA FACE JE NE PEUX PAS M’ÉLOIGNER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I have seen Your face, And I can't walk away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JE VEUX JUSTE ÊTRE OÙ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just wanna be where You are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JE VEUX JUSTE ÊTRE PRÈS DE TON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just wanna be near Your heart
7-  RIEN N’ÉGALE TON AMOUR, RIEN N’ÉGALE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is nothing like Your love		(x2)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8-  AVEC LES ANGES, NOUS CHANTONS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all the angels singing
9-  SAINT, SAINT, SAINT, SAINT SAINT, SAINT, SAINT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Holy, Holy, Holy, Holy, Holy, Holy
10-  JÉSUS, JE T’AIME 			(X3)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PEUX ME PASSER JE NE PEUX PAS ME PASSER  </a:t>
            </a:r>
          </a:p>
          <a:p>
            <a:r>
              <a:rPr lang="fr-FR" smtClean="0"/>
              <a:t>I can't get enough, No I can't get enough</a:t>
            </a:r>
          </a:p>
          <a:p>
            <a:r>
              <a:rPr lang="fr-FR" smtClean="0"/>
              <a:t>2-  DE TON PUISSANT AMOUR JE NE PEUX PAS M’EN PASSER </a:t>
            </a:r>
          </a:p>
          <a:p>
            <a:r>
              <a:rPr lang="fr-FR" smtClean="0"/>
              <a:t>Of Your amazing love, I can't get enough</a:t>
            </a:r>
          </a:p>
          <a:p>
            <a:r>
              <a:rPr lang="fr-FR" smtClean="0"/>
              <a:t>
3-  JE NE PEUX M’ÉLOIGNER JE NE PEUX PAS M’ÉLOIGNER</a:t>
            </a:r>
          </a:p>
          <a:p>
            <a:r>
              <a:rPr lang="fr-FR" smtClean="0"/>
              <a:t>I can't walk away, No I can't walk away 
4-  PARCE QUE J’AI VU TA FACE JE NE PEUX PAS M’ÉLOIGNER</a:t>
            </a:r>
          </a:p>
          <a:p>
            <a:r>
              <a:rPr lang="fr-FR" smtClean="0"/>
              <a:t>For I have seen Your face, And I can't walk away </a:t>
            </a:r>
          </a:p>
          <a:p>
            <a:r>
              <a:rPr lang="fr-FR" smtClean="0"/>
              <a:t>
5-  JE VEUX JUSTE ÊTRE OÙ TU ES </a:t>
            </a:r>
          </a:p>
          <a:p>
            <a:r>
              <a:rPr lang="fr-FR" smtClean="0"/>
              <a:t>And I just wanna be where You are</a:t>
            </a:r>
          </a:p>
          <a:p>
            <a:r>
              <a:rPr lang="fr-FR" smtClean="0"/>
              <a:t>6-  JE VEUX JUSTE ÊTRE PRÈS DE TON CŒUR </a:t>
            </a:r>
          </a:p>
          <a:p>
            <a:r>
              <a:rPr lang="fr-FR" smtClean="0"/>
              <a:t>I just wanna be near Your heart
7-  RIEN N’ÉGALE TON AMOUR, RIEN N’ÉGALE TON AMOUR </a:t>
            </a:r>
          </a:p>
          <a:p>
            <a:r>
              <a:rPr lang="fr-FR" smtClean="0"/>
              <a:t>There is nothing like Your love		(x2)</a:t>
            </a:r>
          </a:p>
          <a:p>
            <a:r>
              <a:rPr lang="fr-FR" smtClean="0"/>
              <a:t>
8-  AVEC LES ANGES, NOUS CHANTONS </a:t>
            </a:r>
          </a:p>
          <a:p>
            <a:r>
              <a:rPr lang="fr-FR" smtClean="0"/>
              <a:t>With all the angels singing
9-  SAINT, SAINT, SAINT, SAINT SAINT, SAINT, SAINT</a:t>
            </a:r>
          </a:p>
          <a:p>
            <a:r>
              <a:rPr lang="fr-FR" smtClean="0"/>
              <a:t>Holy, Holy, Holy, Holy, Holy, Holy
10-  JÉSUS, JE T’AIME 			(X3)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NE PEUX ME PASSER JE NE PEUX PAS ME PASSER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can't get enough, No I can't get enough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DE TON PUISSANT AMOUR JE NE PEUX PAS M’EN PASSER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Your amazing love, I can't get enough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NE PEUX M’ÉLOIGNER JE NE PEUX PAS M’ÉLOIGNER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can't walk away, No I can't walk away 
4-  PARCE QUE J’AI VU TA FACE JE NE PEUX PAS M’ÉLOIGNER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I have seen Your face, And I can't walk away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JE VEUX JUSTE ÊTRE OÙ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just wanna be where You are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JE VEUX JUSTE ÊTRE PRÈS DE TON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just wanna be near Your heart
7-  RIEN N’ÉGALE TON AMOUR, RIEN N’ÉGALE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is nothing like Your love		(x2)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8-  AVEC LES ANGES, NOUS CHANTONS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all the angels singing
9-  SAINT, SAINT, SAINT, SAINT SAINT, SAINT, SAINT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Holy, Holy, Holy, Holy, Holy, Holy
10-  JÉSUS, JE T’AIME 			(X3)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PEUX ME PASSER JE NE PEUX PAS ME PASSER  </a:t>
            </a:r>
          </a:p>
          <a:p>
            <a:r>
              <a:rPr lang="fr-FR" smtClean="0"/>
              <a:t>I can't get enough, No I can't get enough</a:t>
            </a:r>
          </a:p>
          <a:p>
            <a:r>
              <a:rPr lang="fr-FR" smtClean="0"/>
              <a:t>2-  DE TON PUISSANT AMOUR JE NE PEUX PAS M’EN PASSER </a:t>
            </a:r>
          </a:p>
          <a:p>
            <a:r>
              <a:rPr lang="fr-FR" smtClean="0"/>
              <a:t>Of Your amazing love, I can't get enough</a:t>
            </a:r>
          </a:p>
          <a:p>
            <a:r>
              <a:rPr lang="fr-FR" smtClean="0"/>
              <a:t>
3-  JE NE PEUX M’ÉLOIGNER JE NE PEUX PAS M’ÉLOIGNER</a:t>
            </a:r>
          </a:p>
          <a:p>
            <a:r>
              <a:rPr lang="fr-FR" smtClean="0"/>
              <a:t>I can't walk away, No I can't walk away 
4-  PARCE QUE J’AI VU TA FACE JE NE PEUX PAS M’ÉLOIGNER</a:t>
            </a:r>
          </a:p>
          <a:p>
            <a:r>
              <a:rPr lang="fr-FR" smtClean="0"/>
              <a:t>For I have seen Your face, And I can't walk away </a:t>
            </a:r>
          </a:p>
          <a:p>
            <a:r>
              <a:rPr lang="fr-FR" smtClean="0"/>
              <a:t>
5-  JE VEUX JUSTE ÊTRE OÙ TU ES </a:t>
            </a:r>
          </a:p>
          <a:p>
            <a:r>
              <a:rPr lang="fr-FR" smtClean="0"/>
              <a:t>And I just wanna be where You are</a:t>
            </a:r>
          </a:p>
          <a:p>
            <a:r>
              <a:rPr lang="fr-FR" smtClean="0"/>
              <a:t>6-  JE VEUX JUSTE ÊTRE PRÈS DE TON CŒUR </a:t>
            </a:r>
          </a:p>
          <a:p>
            <a:r>
              <a:rPr lang="fr-FR" smtClean="0"/>
              <a:t>I just wanna be near Your heart
7-  RIEN N’ÉGALE TON AMOUR, RIEN N’ÉGALE TON AMOUR </a:t>
            </a:r>
          </a:p>
          <a:p>
            <a:r>
              <a:rPr lang="fr-FR" smtClean="0"/>
              <a:t>There is nothing like Your love		(x2)</a:t>
            </a:r>
          </a:p>
          <a:p>
            <a:r>
              <a:rPr lang="fr-FR" smtClean="0"/>
              <a:t>
8-  AVEC LES ANGES, NOUS CHANTONS </a:t>
            </a:r>
          </a:p>
          <a:p>
            <a:r>
              <a:rPr lang="fr-FR" smtClean="0"/>
              <a:t>With all the angels singing
9-  SAINT, SAINT, SAINT, SAINT SAINT, SAINT, SAINT</a:t>
            </a:r>
          </a:p>
          <a:p>
            <a:r>
              <a:rPr lang="fr-FR" smtClean="0"/>
              <a:t>Holy, Holy, Holy, Holy, Holy, Holy
10-  JÉSUS, JE T’AIME 			(X3)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NE PEUX ME PASSER JE NE PEUX PAS ME PASSER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can't get enough, No I can't get enough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DE TON PUISSANT AMOUR JE NE PEUX PAS M’EN PASSER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Your amazing love, I can't get enough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NE PEUX M’ÉLOIGNER JE NE PEUX PAS M’ÉLOIGNER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can't walk away, No I can't walk away 
4-  PARCE QUE J’AI VU TA FACE JE NE PEUX PAS M’ÉLOIGNER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I have seen Your face, And I can't walk away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JE VEUX JUSTE ÊTRE OÙ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just wanna be where You are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JE VEUX JUSTE ÊTRE PRÈS DE TON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just wanna be near Your heart
7-  RIEN N’ÉGALE TON AMOUR, RIEN N’ÉGALE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is nothing like Your love		(x2)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8-  AVEC LES ANGES, NOUS CHANTONS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all the angels singing
9-  SAINT, SAINT, SAINT, SAINT SAINT, SAINT, SAINT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Holy, Holy, Holy, Holy, Holy, Holy
10-  JÉSUS, JE T’AIME 			(X3)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PEUX ME PASSER JE NE PEUX PAS ME PASSER  </a:t>
            </a:r>
          </a:p>
          <a:p>
            <a:r>
              <a:rPr lang="fr-FR" smtClean="0"/>
              <a:t>I can't get enough, No I can't get enough</a:t>
            </a:r>
          </a:p>
          <a:p>
            <a:r>
              <a:rPr lang="fr-FR" smtClean="0"/>
              <a:t>2-  DE TON PUISSANT AMOUR JE NE PEUX PAS M’EN PASSER </a:t>
            </a:r>
          </a:p>
          <a:p>
            <a:r>
              <a:rPr lang="fr-FR" smtClean="0"/>
              <a:t>Of Your amazing love, I can't get enough</a:t>
            </a:r>
          </a:p>
          <a:p>
            <a:r>
              <a:rPr lang="fr-FR" smtClean="0"/>
              <a:t>
3-  JE NE PEUX M’ÉLOIGNER JE NE PEUX PAS M’ÉLOIGNER</a:t>
            </a:r>
          </a:p>
          <a:p>
            <a:r>
              <a:rPr lang="fr-FR" smtClean="0"/>
              <a:t>I can't walk away, No I can't walk away 
4-  PARCE QUE J’AI VU TA FACE JE NE PEUX PAS M’ÉLOIGNER</a:t>
            </a:r>
          </a:p>
          <a:p>
            <a:r>
              <a:rPr lang="fr-FR" smtClean="0"/>
              <a:t>For I have seen Your face, And I can't walk away </a:t>
            </a:r>
          </a:p>
          <a:p>
            <a:r>
              <a:rPr lang="fr-FR" smtClean="0"/>
              <a:t>
5-  JE VEUX JUSTE ÊTRE OÙ TU ES </a:t>
            </a:r>
          </a:p>
          <a:p>
            <a:r>
              <a:rPr lang="fr-FR" smtClean="0"/>
              <a:t>And I just wanna be where You are</a:t>
            </a:r>
          </a:p>
          <a:p>
            <a:r>
              <a:rPr lang="fr-FR" smtClean="0"/>
              <a:t>6-  JE VEUX JUSTE ÊTRE PRÈS DE TON CŒUR </a:t>
            </a:r>
          </a:p>
          <a:p>
            <a:r>
              <a:rPr lang="fr-FR" smtClean="0"/>
              <a:t>I just wanna be near Your heart
7-  RIEN N’ÉGALE TON AMOUR, RIEN N’ÉGALE TON AMOUR </a:t>
            </a:r>
          </a:p>
          <a:p>
            <a:r>
              <a:rPr lang="fr-FR" smtClean="0"/>
              <a:t>There is nothing like Your love		(x2)</a:t>
            </a:r>
          </a:p>
          <a:p>
            <a:r>
              <a:rPr lang="fr-FR" smtClean="0"/>
              <a:t>
8-  AVEC LES ANGES, NOUS CHANTONS </a:t>
            </a:r>
          </a:p>
          <a:p>
            <a:r>
              <a:rPr lang="fr-FR" smtClean="0"/>
              <a:t>With all the angels singing
9-  SAINT, SAINT, SAINT, SAINT SAINT, SAINT, SAINT</a:t>
            </a:r>
          </a:p>
          <a:p>
            <a:r>
              <a:rPr lang="fr-FR" smtClean="0"/>
              <a:t>Holy, Holy, Holy, Holy, Holy, Holy
10-  JÉSUS, JE T’AIME 			(X3)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NE PEUX ME PASSER JE NE PEUX PAS ME PASSER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can't get enough, No I can't get enough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DE TON PUISSANT AMOUR JE NE PEUX PAS M’EN PASSER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Your amazing love, I can't get enough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NE PEUX M’ÉLOIGNER JE NE PEUX PAS M’ÉLOIGNER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can't walk away, No I can't walk away 
4-  PARCE QUE J’AI VU TA FACE JE NE PEUX PAS M’ÉLOIGNER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I have seen Your face, And I can't walk away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JE VEUX JUSTE ÊTRE OÙ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just wanna be where You are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JE VEUX JUSTE ÊTRE PRÈS DE TON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just wanna be near Your heart
7-  RIEN N’ÉGALE TON AMOUR, RIEN N’ÉGALE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is nothing like Your love		(x2)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8-  AVEC LES ANGES, NOUS CHANTONS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all the angels singing
9-  SAINT, SAINT, SAINT, SAINT SAINT, SAINT, SAINT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Holy, Holy, Holy, Holy, Holy, Holy
10-  JÉSUS, JE T’AIME 			(X3)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PEUX ME PASSER JE NE PEUX PAS ME PASSER  </a:t>
            </a:r>
          </a:p>
          <a:p>
            <a:r>
              <a:rPr lang="fr-FR" smtClean="0"/>
              <a:t>I can't get enough, No I can't get enough</a:t>
            </a:r>
          </a:p>
          <a:p>
            <a:r>
              <a:rPr lang="fr-FR" smtClean="0"/>
              <a:t>2-  DE TON PUISSANT AMOUR JE NE PEUX PAS M’EN PASSER </a:t>
            </a:r>
          </a:p>
          <a:p>
            <a:r>
              <a:rPr lang="fr-FR" smtClean="0"/>
              <a:t>Of Your amazing love, I can't get enough</a:t>
            </a:r>
          </a:p>
          <a:p>
            <a:r>
              <a:rPr lang="fr-FR" smtClean="0"/>
              <a:t>
3-  JE NE PEUX M’ÉLOIGNER JE NE PEUX PAS M’ÉLOIGNER</a:t>
            </a:r>
          </a:p>
          <a:p>
            <a:r>
              <a:rPr lang="fr-FR" smtClean="0"/>
              <a:t>I can't walk away, No I can't walk away 
4-  PARCE QUE J’AI VU TA FACE JE NE PEUX PAS M’ÉLOIGNER</a:t>
            </a:r>
          </a:p>
          <a:p>
            <a:r>
              <a:rPr lang="fr-FR" smtClean="0"/>
              <a:t>For I have seen Your face, And I can't walk away </a:t>
            </a:r>
          </a:p>
          <a:p>
            <a:r>
              <a:rPr lang="fr-FR" smtClean="0"/>
              <a:t>
5-  JE VEUX JUSTE ÊTRE OÙ TU ES </a:t>
            </a:r>
          </a:p>
          <a:p>
            <a:r>
              <a:rPr lang="fr-FR" smtClean="0"/>
              <a:t>And I just wanna be where You are</a:t>
            </a:r>
          </a:p>
          <a:p>
            <a:r>
              <a:rPr lang="fr-FR" smtClean="0"/>
              <a:t>6-  JE VEUX JUSTE ÊTRE PRÈS DE TON CŒUR </a:t>
            </a:r>
          </a:p>
          <a:p>
            <a:r>
              <a:rPr lang="fr-FR" smtClean="0"/>
              <a:t>I just wanna be near Your heart
7-  RIEN N’ÉGALE TON AMOUR, RIEN N’ÉGALE TON AMOUR </a:t>
            </a:r>
          </a:p>
          <a:p>
            <a:r>
              <a:rPr lang="fr-FR" smtClean="0"/>
              <a:t>There is nothing like Your love		(x2)</a:t>
            </a:r>
          </a:p>
          <a:p>
            <a:r>
              <a:rPr lang="fr-FR" smtClean="0"/>
              <a:t>
8-  AVEC LES ANGES, NOUS CHANTONS </a:t>
            </a:r>
          </a:p>
          <a:p>
            <a:r>
              <a:rPr lang="fr-FR" smtClean="0"/>
              <a:t>With all the angels singing
9-  SAINT, SAINT, SAINT, SAINT SAINT, SAINT, SAINT</a:t>
            </a:r>
          </a:p>
          <a:p>
            <a:r>
              <a:rPr lang="fr-FR" smtClean="0"/>
              <a:t>Holy, Holy, Holy, Holy, Holy, Holy
10-  JÉSUS, JE T’AIME 			(X3)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NE PEUX ME PASSER JE NE PEUX PAS ME PASSER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can't get enough, No I can't get enough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DE TON PUISSANT AMOUR JE NE PEUX PAS M’EN PASSER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Your amazing love, I can't get enough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NE PEUX M’ÉLOIGNER JE NE PEUX PAS M’ÉLOIGNER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can't walk away, No I can't walk away 
4-  PARCE QUE J’AI VU TA FACE JE NE PEUX PAS M’ÉLOIGNER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I have seen Your face, And I can't walk away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JE VEUX JUSTE ÊTRE OÙ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just wanna be where You are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JE VEUX JUSTE ÊTRE PRÈS DE TON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just wanna be near Your heart
7-  RIEN N’ÉGALE TON AMOUR, RIEN N’ÉGALE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is nothing like Your love		(x2)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8-  AVEC LES ANGES, NOUS CHANTONS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all the angels singing
9-  SAINT, SAINT, SAINT, SAINT SAINT, SAINT, SAINT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Holy, Holy, Holy, Holy, Holy, Holy
10-  JÉSUS, JE T’AIME 			(X3)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PEUX ME PASSER JE NE PEUX PAS ME PASSER  </a:t>
            </a:r>
          </a:p>
          <a:p>
            <a:r>
              <a:rPr lang="fr-FR" smtClean="0"/>
              <a:t>I can't get enough, No I can't get enough</a:t>
            </a:r>
          </a:p>
          <a:p>
            <a:r>
              <a:rPr lang="fr-FR" smtClean="0"/>
              <a:t>2-  DE TON PUISSANT AMOUR JE NE PEUX PAS M’EN PASSER </a:t>
            </a:r>
          </a:p>
          <a:p>
            <a:r>
              <a:rPr lang="fr-FR" smtClean="0"/>
              <a:t>Of Your amazing love, I can't get enough</a:t>
            </a:r>
          </a:p>
          <a:p>
            <a:r>
              <a:rPr lang="fr-FR" smtClean="0"/>
              <a:t>
3-  JE NE PEUX M’ÉLOIGNER JE NE PEUX PAS M’ÉLOIGNER</a:t>
            </a:r>
          </a:p>
          <a:p>
            <a:r>
              <a:rPr lang="fr-FR" smtClean="0"/>
              <a:t>I can't walk away, No I can't walk away 
4-  PARCE QUE J’AI VU TA FACE JE NE PEUX PAS M’ÉLOIGNER</a:t>
            </a:r>
          </a:p>
          <a:p>
            <a:r>
              <a:rPr lang="fr-FR" smtClean="0"/>
              <a:t>For I have seen Your face, And I can't walk away </a:t>
            </a:r>
          </a:p>
          <a:p>
            <a:r>
              <a:rPr lang="fr-FR" smtClean="0"/>
              <a:t>
5-  JE VEUX JUSTE ÊTRE OÙ TU ES </a:t>
            </a:r>
          </a:p>
          <a:p>
            <a:r>
              <a:rPr lang="fr-FR" smtClean="0"/>
              <a:t>And I just wanna be where You are</a:t>
            </a:r>
          </a:p>
          <a:p>
            <a:r>
              <a:rPr lang="fr-FR" smtClean="0"/>
              <a:t>6-  JE VEUX JUSTE ÊTRE PRÈS DE TON CŒUR </a:t>
            </a:r>
          </a:p>
          <a:p>
            <a:r>
              <a:rPr lang="fr-FR" smtClean="0"/>
              <a:t>I just wanna be near Your heart
7-  RIEN N’ÉGALE TON AMOUR, RIEN N’ÉGALE TON AMOUR </a:t>
            </a:r>
          </a:p>
          <a:p>
            <a:r>
              <a:rPr lang="fr-FR" smtClean="0"/>
              <a:t>There is nothing like Your love		(x2)</a:t>
            </a:r>
          </a:p>
          <a:p>
            <a:r>
              <a:rPr lang="fr-FR" smtClean="0"/>
              <a:t>
8-  AVEC LES ANGES, NOUS CHANTONS </a:t>
            </a:r>
          </a:p>
          <a:p>
            <a:r>
              <a:rPr lang="fr-FR" smtClean="0"/>
              <a:t>With all the angels singing
9-  SAINT, SAINT, SAINT, SAINT SAINT, SAINT, SAINT</a:t>
            </a:r>
          </a:p>
          <a:p>
            <a:r>
              <a:rPr lang="fr-FR" smtClean="0"/>
              <a:t>Holy, Holy, Holy, Holy, Holy, Holy
10-  JÉSUS, JE T’AIME 			(X3)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NE PEUX ME PASSER JE NE PEUX PAS ME PASSER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can't get enough, No I can't get enough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DE TON PUISSANT AMOUR JE NE PEUX PAS M’EN PASSER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Your amazing love, I can't get enough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NE PEUX M’ÉLOIGNER JE NE PEUX PAS M’ÉLOIGNER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can't walk away, No I can't walk away 
4-  PARCE QUE J’AI VU TA FACE JE NE PEUX PAS M’ÉLOIGNER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I have seen Your face, And I can't walk away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JE VEUX JUSTE ÊTRE OÙ TU 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just wanna be where You are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JE VEUX JUSTE ÊTRE PRÈS DE TON CŒUR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just wanna be near Your heart
7-  RIEN N’ÉGALE TON AMOUR, RIEN N’ÉGALE TON AMOUR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is nothing like Your love		(x2)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8-  AVEC LES ANGES, NOUS CHANTONS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all the angels singing
9-  SAINT, SAINT, SAINT, SAINT SAINT, SAINT, SAINT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Holy, Holy, Holy, Holy, Holy, Holy
10-  JÉSUS, JE T’AIME 			(X3)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PEUX ME PASSER JE NE PEUX PAS ME PASSER  </a:t>
            </a:r>
          </a:p>
          <a:p>
            <a:r>
              <a:rPr lang="fr-FR" smtClean="0"/>
              <a:t>I can't get enough, No I can't get enough</a:t>
            </a:r>
          </a:p>
          <a:p>
            <a:r>
              <a:rPr lang="fr-FR" smtClean="0"/>
              <a:t>2-  DE TON PUISSANT AMOUR JE NE PEUX PAS M’EN PASSER </a:t>
            </a:r>
          </a:p>
          <a:p>
            <a:r>
              <a:rPr lang="fr-FR" smtClean="0"/>
              <a:t>Of Your amazing love, I can't get enough</a:t>
            </a:r>
          </a:p>
          <a:p>
            <a:r>
              <a:rPr lang="fr-FR" smtClean="0"/>
              <a:t>
3-  JE NE PEUX M’ÉLOIGNER JE NE PEUX PAS M’ÉLOIGNER</a:t>
            </a:r>
          </a:p>
          <a:p>
            <a:r>
              <a:rPr lang="fr-FR" smtClean="0"/>
              <a:t>I can't walk away, No I can't walk away 
4-  PARCE QUE J’AI VU TA FACE JE NE PEUX PAS M’ÉLOIGNER</a:t>
            </a:r>
          </a:p>
          <a:p>
            <a:r>
              <a:rPr lang="fr-FR" smtClean="0"/>
              <a:t>For I have seen Your face, And I can't walk away </a:t>
            </a:r>
          </a:p>
          <a:p>
            <a:r>
              <a:rPr lang="fr-FR" smtClean="0"/>
              <a:t>
5-  JE VEUX JUSTE ÊTRE OÙ TU ES </a:t>
            </a:r>
          </a:p>
          <a:p>
            <a:r>
              <a:rPr lang="fr-FR" smtClean="0"/>
              <a:t>And I just wanna be where You are</a:t>
            </a:r>
          </a:p>
          <a:p>
            <a:r>
              <a:rPr lang="fr-FR" smtClean="0"/>
              <a:t>6-  JE VEUX JUSTE ÊTRE PRÈS DE TON CŒUR </a:t>
            </a:r>
          </a:p>
          <a:p>
            <a:r>
              <a:rPr lang="fr-FR" smtClean="0"/>
              <a:t>I just wanna be near Your heart
7-  RIEN N’ÉGALE TON AMOUR, RIEN N’ÉGALE TON AMOUR </a:t>
            </a:r>
          </a:p>
          <a:p>
            <a:r>
              <a:rPr lang="fr-FR" smtClean="0"/>
              <a:t>There is nothing like Your love		(x2)</a:t>
            </a:r>
          </a:p>
          <a:p>
            <a:r>
              <a:rPr lang="fr-FR" smtClean="0"/>
              <a:t>
8-  AVEC LES ANGES, NOUS CHANTONS </a:t>
            </a:r>
          </a:p>
          <a:p>
            <a:r>
              <a:rPr lang="fr-FR" smtClean="0"/>
              <a:t>With all the angels singing
9-  SAINT, SAINT, SAINT, SAINT SAINT, SAINT, SAINT</a:t>
            </a:r>
          </a:p>
          <a:p>
            <a:r>
              <a:rPr lang="fr-FR" smtClean="0"/>
              <a:t>Holy, Holy, Holy, Holy, Holy, Holy
10-  JÉSUS, JE T’AIME 			(X3)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NE PEUX ME PASSER JE NE PEUX PAS ME PASSER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can't get enough, No I can't get enough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2-  DE TON PUISSANT AMOUR JE NE PEUX PAS M’EN PASSER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Your amazing love, I can't get enough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NE PEUX M’ÉLOIGNER JE NE PEUX PAS M’ÉLOIGNER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can't walk away, No I can't walk away 
4-  PARCE QUE J’AI VU TA FACE JE NE PEUX PAS M’ÉLOIGNER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I have seen Your face, And I can't walk away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5-  JE VEUX JUSTE ÊTRE OÙ TU ES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I just wanna be where You are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6-  JE VEUX JUSTE ÊTRE PRÈS DE TON CŒUR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just wanna be near Your heart
7-  RIEN N’ÉGALE TON AMOUR, RIEN N’ÉGALE TON AMOUR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is nothing like Your love		(x2)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8-  AVEC LES ANGES, NOUS CHANTONS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all the angels singing
9-  SAINT, SAINT, SAINT, SAINT SAINT, SAINT, SAINT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Holy, Holy, Holy, Holy, Holy, Holy
10-  JÉSUS, JE T’AIME 			(X3)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NE PEUX ME PASSER JE NE PEUX PAS ME PASSER  </a:t>
            </a:r>
          </a:p>
          <a:p>
            <a:r>
              <a:rPr lang="fr-FR" smtClean="0"/>
              <a:t>I can't get enough, No I can't get enough</a:t>
            </a:r>
          </a:p>
          <a:p>
            <a:r>
              <a:rPr lang="fr-FR" smtClean="0"/>
              <a:t>2-  DE TON PUISSANT AMOUR JE NE PEUX PAS M’EN PASSER </a:t>
            </a:r>
          </a:p>
          <a:p>
            <a:r>
              <a:rPr lang="fr-FR" smtClean="0"/>
              <a:t>Of Your amazing love, I can't get enough</a:t>
            </a:r>
          </a:p>
          <a:p>
            <a:r>
              <a:rPr lang="fr-FR" smtClean="0"/>
              <a:t>
3-  JE NE PEUX M’ÉLOIGNER JE NE PEUX PAS M’ÉLOIGNER</a:t>
            </a:r>
          </a:p>
          <a:p>
            <a:r>
              <a:rPr lang="fr-FR" smtClean="0"/>
              <a:t>I can't walk away, No I can't walk away 
4-  PARCE QUE J’AI VU TA FACE JE NE PEUX PAS M’ÉLOIGNER</a:t>
            </a:r>
          </a:p>
          <a:p>
            <a:r>
              <a:rPr lang="fr-FR" smtClean="0"/>
              <a:t>For I have seen Your face, And I can't walk away </a:t>
            </a:r>
          </a:p>
          <a:p>
            <a:r>
              <a:rPr lang="fr-FR" smtClean="0"/>
              <a:t>
5-  JE VEUX JUSTE ÊTRE OÙ TU ES </a:t>
            </a:r>
          </a:p>
          <a:p>
            <a:r>
              <a:rPr lang="fr-FR" smtClean="0"/>
              <a:t>And I just wanna be where You are</a:t>
            </a:r>
          </a:p>
          <a:p>
            <a:r>
              <a:rPr lang="fr-FR" smtClean="0"/>
              <a:t>6-  JE VEUX JUSTE ÊTRE PRÈS DE TON CŒUR </a:t>
            </a:r>
          </a:p>
          <a:p>
            <a:r>
              <a:rPr lang="fr-FR" smtClean="0"/>
              <a:t>I just wanna be near Your heart
7-  RIEN N’ÉGALE TON AMOUR, RIEN N’ÉGALE TON AMOUR </a:t>
            </a:r>
          </a:p>
          <a:p>
            <a:r>
              <a:rPr lang="fr-FR" smtClean="0"/>
              <a:t>There is nothing like Your love		(x2)</a:t>
            </a:r>
          </a:p>
          <a:p>
            <a:r>
              <a:rPr lang="fr-FR" smtClean="0"/>
              <a:t>
8-  AVEC LES ANGES, NOUS CHANTONS </a:t>
            </a:r>
          </a:p>
          <a:p>
            <a:r>
              <a:rPr lang="fr-FR" smtClean="0"/>
              <a:t>With all the angels singing
9-  SAINT, SAINT, SAINT, SAINT SAINT, SAINT, SAINT</a:t>
            </a:r>
          </a:p>
          <a:p>
            <a:r>
              <a:rPr lang="fr-FR" smtClean="0"/>
              <a:t>Holy, Holy, Holy, Holy, Holy, Holy
10-  JÉSUS, JE T’AIME 			(X3)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PEUX ME PASSER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PEUX PAS ME PASSER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TON PUISSANT 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PEUX PAS M’EN PASSER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PEUX M’ÉLOIGNER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PEUX PAS M’ÉLOIGNER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QUE J’AI VU TA FACE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PEUX PAS M’ÉLOIGNER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JUSTE ÊTRE OÙ TU 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JUSTE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ÊTRE PRÈS DE TON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N’ÉGALE TON 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N’ÉGALE TON 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LES ANGES, NOUS CHANTONS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SAINT, SAINT, SAINT, SAINT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SAINT, SAINT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JE T’AIME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JE T’AIME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1640</TotalTime>
  <Words>928</Words>
  <Application>Microsoft Office PowerPoint</Application>
  <PresentationFormat>Affichage à l'écran (4:3)</PresentationFormat>
  <Paragraphs>318</Paragraphs>
  <Slides>10</Slides>
  <Notes>10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179</cp:revision>
  <dcterms:created xsi:type="dcterms:W3CDTF">2002-08-17T10:50:50Z</dcterms:created>
  <dcterms:modified xsi:type="dcterms:W3CDTF">2019-11-23T18:07:34Z</dcterms:modified>
</cp:coreProperties>
</file>