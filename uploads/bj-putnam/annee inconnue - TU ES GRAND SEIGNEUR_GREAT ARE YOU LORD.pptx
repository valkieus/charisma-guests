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9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8" r:id="rId10"/>
    <p:sldId id="289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13600" autoAdjust="0"/>
    <p:restoredTop sz="51014" autoAdjust="0"/>
  </p:normalViewPr>
  <p:slideViewPr>
    <p:cSldViewPr>
      <p:cViewPr>
        <p:scale>
          <a:sx n="30" d="100"/>
          <a:sy n="30" d="100"/>
        </p:scale>
        <p:origin x="-1638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70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3E76F3B-8C76-4CDA-96FF-9C611F7B9327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025F723-0CC3-4225-9482-8AEAD57F336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DONNES VIE TU ES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give life, You are love
2-  ET LUMIÈRE DANS LES TÉNÈBRES TU REDONNES DE L’ESPOIR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bring light to the darkness You give hope, You restore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RESTAURE LES CŒURS BRISÉS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heart that is broken 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Your breath in our lungs
	5-  NOUS VENONS TE LOUER, OUI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So we pour out our praise We pour out our praise
	6-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Your breath in our lungs
	7-  ET NOUS VENONS TE LOUER TOI ET RIEN QUE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So we pour out our praise To You only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8-  LA TERRE ENTIÈRE VIENDRA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earth will shout Your praise
9-  NOS CŒURS CES OS VONT TE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Our hearts will cry These bones will sing 
10- 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DONNES VIE TU ES AMOUR </a:t>
            </a:r>
          </a:p>
          <a:p>
            <a:r>
              <a:rPr lang="fr-FR" smtClean="0"/>
              <a:t>You give life, You are love
2-  ET LUMIÈRE DANS LES TÉNÈBRES TU REDONNES DE L’ESPOIR </a:t>
            </a:r>
          </a:p>
          <a:p>
            <a:r>
              <a:rPr lang="fr-FR" smtClean="0"/>
              <a:t>You bring light to the darkness You give hope, You restore</a:t>
            </a:r>
          </a:p>
          <a:p>
            <a:r>
              <a:rPr lang="fr-FR" smtClean="0"/>
              <a:t>3-  ET RESTAURE LES CŒURS BRISÉS TU ES GRAND, SEIGNEUR </a:t>
            </a:r>
          </a:p>
          <a:p>
            <a:r>
              <a:rPr lang="fr-FR" smtClean="0"/>
              <a:t>Every heart that is broken Great are You, Lord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C’EST TON SOUFFLE DANS NOS VIES </a:t>
            </a:r>
          </a:p>
          <a:p>
            <a:r>
              <a:rPr lang="fr-FR" smtClean="0"/>
              <a:t>	It's Your breath in our lungs
	5-  NOUS VENONS TE LOUER, OUI TE LOUER</a:t>
            </a:r>
          </a:p>
          <a:p>
            <a:r>
              <a:rPr lang="fr-FR" smtClean="0"/>
              <a:t>	So we pour out our praise We pour out our praise
	6-  C’EST TON SOUFFLE DANS NOS VIES </a:t>
            </a:r>
          </a:p>
          <a:p>
            <a:r>
              <a:rPr lang="fr-FR" smtClean="0"/>
              <a:t>	It's Your breath in our lungs
	7-  ET NOUS VENONS TE LOUER TOI ET RIEN QUE TOI </a:t>
            </a:r>
          </a:p>
          <a:p>
            <a:r>
              <a:rPr lang="fr-FR" smtClean="0"/>
              <a:t>	So we pour out our praise To You only</a:t>
            </a:r>
          </a:p>
          <a:p>
            <a:endParaRPr lang="fr-FR" smtClean="0"/>
          </a:p>
          <a:p>
            <a:r>
              <a:rPr lang="fr-FR" smtClean="0"/>
              <a:t>Pont:
8-  LA TERRE ENTIÈRE VIENDRA LOUER </a:t>
            </a:r>
          </a:p>
          <a:p>
            <a:r>
              <a:rPr lang="fr-FR" smtClean="0"/>
              <a:t>All the earth will shout Your praise
9-  NOS CŒURS CES OS VONT TE CHANTER </a:t>
            </a:r>
          </a:p>
          <a:p>
            <a:r>
              <a:rPr lang="fr-FR" smtClean="0"/>
              <a:t>Our hearts will cry These bones will sing 
10-  TU ES GRAND, SEIGNEUR </a:t>
            </a:r>
          </a:p>
          <a:p>
            <a:r>
              <a:rPr lang="fr-FR" smtClean="0"/>
              <a:t>Great are You, Lord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DONNES VIE TU ES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give life, You are love
2-  ET LUMIÈRE DANS LES TÉNÈBRES TU REDONNES DE L’ESPOIR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bring light to the darkness You give hope, You restore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RESTAURE LES CŒURS BRISÉS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heart that is broken 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Your breath in our lungs
	5-  NOUS VENONS TE LOUER, OUI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So we pour out our praise We pour out our praise
	6-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Your breath in our lungs
	7-  ET NOUS VENONS TE LOUER TOI ET RIEN QUE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So we pour out our praise To You only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8-  LA TERRE ENTIÈRE VIENDRA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earth will shout Your praise
9-  NOS CŒURS CES OS VONT TE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Our hearts will cry These bones will sing 
10- 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DONNES VIE TU ES AMOUR </a:t>
            </a:r>
          </a:p>
          <a:p>
            <a:r>
              <a:rPr lang="fr-FR" smtClean="0"/>
              <a:t>You give life, You are love
2-  ET LUMIÈRE DANS LES TÉNÈBRES TU REDONNES DE L’ESPOIR </a:t>
            </a:r>
          </a:p>
          <a:p>
            <a:r>
              <a:rPr lang="fr-FR" smtClean="0"/>
              <a:t>You bring light to the darkness You give hope, You restore</a:t>
            </a:r>
          </a:p>
          <a:p>
            <a:r>
              <a:rPr lang="fr-FR" smtClean="0"/>
              <a:t>3-  ET RESTAURE LES CŒURS BRISÉS TU ES GRAND, SEIGNEUR </a:t>
            </a:r>
          </a:p>
          <a:p>
            <a:r>
              <a:rPr lang="fr-FR" smtClean="0"/>
              <a:t>Every heart that is broken Great are You, Lord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C’EST TON SOUFFLE DANS NOS VIES </a:t>
            </a:r>
          </a:p>
          <a:p>
            <a:r>
              <a:rPr lang="fr-FR" smtClean="0"/>
              <a:t>	It's Your breath in our lungs
	5-  NOUS VENONS TE LOUER, OUI TE LOUER</a:t>
            </a:r>
          </a:p>
          <a:p>
            <a:r>
              <a:rPr lang="fr-FR" smtClean="0"/>
              <a:t>	So we pour out our praise We pour out our praise
	6-  C’EST TON SOUFFLE DANS NOS VIES </a:t>
            </a:r>
          </a:p>
          <a:p>
            <a:r>
              <a:rPr lang="fr-FR" smtClean="0"/>
              <a:t>	It's Your breath in our lungs
	7-  ET NOUS VENONS TE LOUER TOI ET RIEN QUE TOI </a:t>
            </a:r>
          </a:p>
          <a:p>
            <a:r>
              <a:rPr lang="fr-FR" smtClean="0"/>
              <a:t>	So we pour out our praise To You only</a:t>
            </a:r>
          </a:p>
          <a:p>
            <a:endParaRPr lang="fr-FR" smtClean="0"/>
          </a:p>
          <a:p>
            <a:r>
              <a:rPr lang="fr-FR" smtClean="0"/>
              <a:t>Pont:
8-  LA TERRE ENTIÈRE VIENDRA LOUER </a:t>
            </a:r>
          </a:p>
          <a:p>
            <a:r>
              <a:rPr lang="fr-FR" smtClean="0"/>
              <a:t>All the earth will shout Your praise
9-  NOS CŒURS CES OS VONT TE CHANTER </a:t>
            </a:r>
          </a:p>
          <a:p>
            <a:r>
              <a:rPr lang="fr-FR" smtClean="0"/>
              <a:t>Our hearts will cry These bones will sing 
10-  TU ES GRAND, SEIGNEUR </a:t>
            </a:r>
          </a:p>
          <a:p>
            <a:r>
              <a:rPr lang="fr-FR" smtClean="0"/>
              <a:t>Great are You, Lord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DONNES VIE TU ES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give life, You are love
2-  ET LUMIÈRE DANS LES TÉNÈBRES TU REDONNES DE L’ESPOIR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bring light to the darkness You give hope, You restore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RESTAURE LES CŒURS BRISÉS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heart that is broken 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Your breath in our lungs
	5-  NOUS VENONS TE LOUER, OUI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So we pour out our praise We pour out our praise
	6-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Your breath in our lungs
	7-  ET NOUS VENONS TE LOUER TOI ET RIEN QUE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So we pour out our praise To You only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8-  LA TERRE ENTIÈRE VIENDRA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earth will shout Your praise
9-  NOS CŒURS CES OS VONT TE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Our hearts will cry These bones will sing 
10- 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DONNES VIE TU ES AMOUR </a:t>
            </a:r>
          </a:p>
          <a:p>
            <a:r>
              <a:rPr lang="fr-FR" smtClean="0"/>
              <a:t>You give life, You are love
2-  ET LUMIÈRE DANS LES TÉNÈBRES TU REDONNES DE L’ESPOIR </a:t>
            </a:r>
          </a:p>
          <a:p>
            <a:r>
              <a:rPr lang="fr-FR" smtClean="0"/>
              <a:t>You bring light to the darkness You give hope, You restore</a:t>
            </a:r>
          </a:p>
          <a:p>
            <a:r>
              <a:rPr lang="fr-FR" smtClean="0"/>
              <a:t>3-  ET RESTAURE LES CŒURS BRISÉS TU ES GRAND, SEIGNEUR </a:t>
            </a:r>
          </a:p>
          <a:p>
            <a:r>
              <a:rPr lang="fr-FR" smtClean="0"/>
              <a:t>Every heart that is broken Great are You, Lord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C’EST TON SOUFFLE DANS NOS VIES </a:t>
            </a:r>
          </a:p>
          <a:p>
            <a:r>
              <a:rPr lang="fr-FR" smtClean="0"/>
              <a:t>	It's Your breath in our lungs
	5-  NOUS VENONS TE LOUER, OUI TE LOUER</a:t>
            </a:r>
          </a:p>
          <a:p>
            <a:r>
              <a:rPr lang="fr-FR" smtClean="0"/>
              <a:t>	So we pour out our praise We pour out our praise
	6-  C’EST TON SOUFFLE DANS NOS VIES </a:t>
            </a:r>
          </a:p>
          <a:p>
            <a:r>
              <a:rPr lang="fr-FR" smtClean="0"/>
              <a:t>	It's Your breath in our lungs
	7-  ET NOUS VENONS TE LOUER TOI ET RIEN QUE TOI </a:t>
            </a:r>
          </a:p>
          <a:p>
            <a:r>
              <a:rPr lang="fr-FR" smtClean="0"/>
              <a:t>	So we pour out our praise To You only</a:t>
            </a:r>
          </a:p>
          <a:p>
            <a:endParaRPr lang="fr-FR" smtClean="0"/>
          </a:p>
          <a:p>
            <a:r>
              <a:rPr lang="fr-FR" smtClean="0"/>
              <a:t>Pont:
8-  LA TERRE ENTIÈRE VIENDRA LOUER </a:t>
            </a:r>
          </a:p>
          <a:p>
            <a:r>
              <a:rPr lang="fr-FR" smtClean="0"/>
              <a:t>All the earth will shout Your praise
9-  NOS CŒURS CES OS VONT TE CHANTER </a:t>
            </a:r>
          </a:p>
          <a:p>
            <a:r>
              <a:rPr lang="fr-FR" smtClean="0"/>
              <a:t>Our hearts will cry These bones will sing 
10-  TU ES GRAND, SEIGNEUR </a:t>
            </a:r>
          </a:p>
          <a:p>
            <a:r>
              <a:rPr lang="fr-FR" smtClean="0"/>
              <a:t>Great are You, Lord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DONNES VIE TU ES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give life, You are love
2-  ET LUMIÈRE DANS LES TÉNÈBRES TU REDONNES DE L’ESPOIR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bring light to the darkness You give hope, You restore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RESTAURE LES CŒURS BRISÉS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heart that is broken 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Your breath in our lungs
	5-  NOUS VENONS TE LOUER, OUI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So we pour out our praise We pour out our praise
	6-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Your breath in our lungs
	7-  ET NOUS VENONS TE LOUER TOI ET RIEN QUE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So we pour out our praise To You only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8-  LA TERRE ENTIÈRE VIENDRA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earth will shout Your praise
9-  NOS CŒURS CES OS VONT TE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Our hearts will cry These bones will sing 
10- 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DONNES VIE TU ES AMOUR </a:t>
            </a:r>
          </a:p>
          <a:p>
            <a:r>
              <a:rPr lang="fr-FR" smtClean="0"/>
              <a:t>You give life, You are love
2-  ET LUMIÈRE DANS LES TÉNÈBRES TU REDONNES DE L’ESPOIR </a:t>
            </a:r>
          </a:p>
          <a:p>
            <a:r>
              <a:rPr lang="fr-FR" smtClean="0"/>
              <a:t>You bring light to the darkness You give hope, You restore</a:t>
            </a:r>
          </a:p>
          <a:p>
            <a:r>
              <a:rPr lang="fr-FR" smtClean="0"/>
              <a:t>3-  ET RESTAURE LES CŒURS BRISÉS TU ES GRAND, SEIGNEUR </a:t>
            </a:r>
          </a:p>
          <a:p>
            <a:r>
              <a:rPr lang="fr-FR" smtClean="0"/>
              <a:t>Every heart that is broken Great are You, Lord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C’EST TON SOUFFLE DANS NOS VIES </a:t>
            </a:r>
          </a:p>
          <a:p>
            <a:r>
              <a:rPr lang="fr-FR" smtClean="0"/>
              <a:t>	It's Your breath in our lungs
	5-  NOUS VENONS TE LOUER, OUI TE LOUER</a:t>
            </a:r>
          </a:p>
          <a:p>
            <a:r>
              <a:rPr lang="fr-FR" smtClean="0"/>
              <a:t>	So we pour out our praise We pour out our praise
	6-  C’EST TON SOUFFLE DANS NOS VIES </a:t>
            </a:r>
          </a:p>
          <a:p>
            <a:r>
              <a:rPr lang="fr-FR" smtClean="0"/>
              <a:t>	It's Your breath in our lungs
	7-  ET NOUS VENONS TE LOUER TOI ET RIEN QUE TOI </a:t>
            </a:r>
          </a:p>
          <a:p>
            <a:r>
              <a:rPr lang="fr-FR" smtClean="0"/>
              <a:t>	So we pour out our praise To You only</a:t>
            </a:r>
          </a:p>
          <a:p>
            <a:endParaRPr lang="fr-FR" smtClean="0"/>
          </a:p>
          <a:p>
            <a:r>
              <a:rPr lang="fr-FR" smtClean="0"/>
              <a:t>Pont:
8-  LA TERRE ENTIÈRE VIENDRA LOUER </a:t>
            </a:r>
          </a:p>
          <a:p>
            <a:r>
              <a:rPr lang="fr-FR" smtClean="0"/>
              <a:t>All the earth will shout Your praise
9-  NOS CŒURS CES OS VONT TE CHANTER </a:t>
            </a:r>
          </a:p>
          <a:p>
            <a:r>
              <a:rPr lang="fr-FR" smtClean="0"/>
              <a:t>Our hearts will cry These bones will sing 
10-  TU ES GRAND, SEIGNEUR </a:t>
            </a:r>
          </a:p>
          <a:p>
            <a:r>
              <a:rPr lang="fr-FR" smtClean="0"/>
              <a:t>Great are You, Lord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DONNES VIE TU ES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give life, You are love
2-  ET LUMIÈRE DANS LES TÉNÈBRES TU REDONNES DE L’ESPOIR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bring light to the darkness You give hope, You restore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RESTAURE LES CŒURS BRISÉS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heart that is broken 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Your breath in our lungs
	5-  NOUS VENONS TE LOUER, OUI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So we pour out our praise We pour out our praise
	6-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Your breath in our lungs
	7-  ET NOUS VENONS TE LOUER TOI ET RIEN QUE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So we pour out our praise To You only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8-  LA TERRE ENTIÈRE VIENDRA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earth will shout Your praise
9-  NOS CŒURS CES OS VONT TE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Our hearts will cry These bones will sing 
10- 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DONNES VIE TU ES AMOUR </a:t>
            </a:r>
          </a:p>
          <a:p>
            <a:r>
              <a:rPr lang="fr-FR" smtClean="0"/>
              <a:t>You give life, You are love
2-  ET LUMIÈRE DANS LES TÉNÈBRES TU REDONNES DE L’ESPOIR </a:t>
            </a:r>
          </a:p>
          <a:p>
            <a:r>
              <a:rPr lang="fr-FR" smtClean="0"/>
              <a:t>You bring light to the darkness You give hope, You restore</a:t>
            </a:r>
          </a:p>
          <a:p>
            <a:r>
              <a:rPr lang="fr-FR" smtClean="0"/>
              <a:t>3-  ET RESTAURE LES CŒURS BRISÉS TU ES GRAND, SEIGNEUR </a:t>
            </a:r>
          </a:p>
          <a:p>
            <a:r>
              <a:rPr lang="fr-FR" smtClean="0"/>
              <a:t>Every heart that is broken Great are You, Lord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C’EST TON SOUFFLE DANS NOS VIES </a:t>
            </a:r>
          </a:p>
          <a:p>
            <a:r>
              <a:rPr lang="fr-FR" smtClean="0"/>
              <a:t>	It's Your breath in our lungs
	5-  NOUS VENONS TE LOUER, OUI TE LOUER</a:t>
            </a:r>
          </a:p>
          <a:p>
            <a:r>
              <a:rPr lang="fr-FR" smtClean="0"/>
              <a:t>	So we pour out our praise We pour out our praise
	6-  C’EST TON SOUFFLE DANS NOS VIES </a:t>
            </a:r>
          </a:p>
          <a:p>
            <a:r>
              <a:rPr lang="fr-FR" smtClean="0"/>
              <a:t>	It's Your breath in our lungs
	7-  ET NOUS VENONS TE LOUER TOI ET RIEN QUE TOI </a:t>
            </a:r>
          </a:p>
          <a:p>
            <a:r>
              <a:rPr lang="fr-FR" smtClean="0"/>
              <a:t>	So we pour out our praise To You only</a:t>
            </a:r>
          </a:p>
          <a:p>
            <a:endParaRPr lang="fr-FR" smtClean="0"/>
          </a:p>
          <a:p>
            <a:r>
              <a:rPr lang="fr-FR" smtClean="0"/>
              <a:t>Pont:
8-  LA TERRE ENTIÈRE VIENDRA LOUER </a:t>
            </a:r>
          </a:p>
          <a:p>
            <a:r>
              <a:rPr lang="fr-FR" smtClean="0"/>
              <a:t>All the earth will shout Your praise
9-  NOS CŒURS CES OS VONT TE CHANTER </a:t>
            </a:r>
          </a:p>
          <a:p>
            <a:r>
              <a:rPr lang="fr-FR" smtClean="0"/>
              <a:t>Our hearts will cry These bones will sing 
10-  TU ES GRAND, SEIGNEUR </a:t>
            </a:r>
          </a:p>
          <a:p>
            <a:r>
              <a:rPr lang="fr-FR" smtClean="0"/>
              <a:t>Great are You, Lord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DONNES VIE TU ES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give life, You are love
2-  ET LUMIÈRE DANS LES TÉNÈBRES TU REDONNES DE L’ESPOIR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bring light to the darkness You give hope, You restore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RESTAURE LES CŒURS BRISÉS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heart that is broken 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Your breath in our lungs
	5-  NOUS VENONS TE LOUER, OUI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So we pour out our praise We pour out our praise
	6-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Your breath in our lungs
	7-  ET NOUS VENONS TE LOUER TOI ET RIEN QUE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So we pour out our praise To You only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8-  LA TERRE ENTIÈRE VIENDRA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earth will shout Your praise
9-  NOS CŒURS CES OS VONT TE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Our hearts will cry These bones will sing 
10- 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DONNES VIE TU ES AMOUR </a:t>
            </a:r>
          </a:p>
          <a:p>
            <a:r>
              <a:rPr lang="fr-FR" smtClean="0"/>
              <a:t>You give life, You are love
2-  ET LUMIÈRE DANS LES TÉNÈBRES TU REDONNES DE L’ESPOIR </a:t>
            </a:r>
          </a:p>
          <a:p>
            <a:r>
              <a:rPr lang="fr-FR" smtClean="0"/>
              <a:t>You bring light to the darkness You give hope, You restore</a:t>
            </a:r>
          </a:p>
          <a:p>
            <a:r>
              <a:rPr lang="fr-FR" smtClean="0"/>
              <a:t>3-  ET RESTAURE LES CŒURS BRISÉS TU ES GRAND, SEIGNEUR </a:t>
            </a:r>
          </a:p>
          <a:p>
            <a:r>
              <a:rPr lang="fr-FR" smtClean="0"/>
              <a:t>Every heart that is broken Great are You, Lord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C’EST TON SOUFFLE DANS NOS VIES </a:t>
            </a:r>
          </a:p>
          <a:p>
            <a:r>
              <a:rPr lang="fr-FR" smtClean="0"/>
              <a:t>	It's Your breath in our lungs
	5-  NOUS VENONS TE LOUER, OUI TE LOUER</a:t>
            </a:r>
          </a:p>
          <a:p>
            <a:r>
              <a:rPr lang="fr-FR" smtClean="0"/>
              <a:t>	So we pour out our praise We pour out our praise
	6-  C’EST TON SOUFFLE DANS NOS VIES </a:t>
            </a:r>
          </a:p>
          <a:p>
            <a:r>
              <a:rPr lang="fr-FR" smtClean="0"/>
              <a:t>	It's Your breath in our lungs
	7-  ET NOUS VENONS TE LOUER TOI ET RIEN QUE TOI </a:t>
            </a:r>
          </a:p>
          <a:p>
            <a:r>
              <a:rPr lang="fr-FR" smtClean="0"/>
              <a:t>	So we pour out our praise To You only</a:t>
            </a:r>
          </a:p>
          <a:p>
            <a:endParaRPr lang="fr-FR" smtClean="0"/>
          </a:p>
          <a:p>
            <a:r>
              <a:rPr lang="fr-FR" smtClean="0"/>
              <a:t>Pont:
8-  LA TERRE ENTIÈRE VIENDRA LOUER </a:t>
            </a:r>
          </a:p>
          <a:p>
            <a:r>
              <a:rPr lang="fr-FR" smtClean="0"/>
              <a:t>All the earth will shout Your praise
9-  NOS CŒURS CES OS VONT TE CHANTER </a:t>
            </a:r>
          </a:p>
          <a:p>
            <a:r>
              <a:rPr lang="fr-FR" smtClean="0"/>
              <a:t>Our hearts will cry These bones will sing 
10-  TU ES GRAND, SEIGNEUR </a:t>
            </a:r>
          </a:p>
          <a:p>
            <a:r>
              <a:rPr lang="fr-FR" smtClean="0"/>
              <a:t>Great are You, Lord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DONNES VIE TU ES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give life, You are love
2-  ET LUMIÈRE DANS LES TÉNÈBRES TU REDONNES DE L’ESPOIR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bring light to the darkness You give hope, You restore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RESTAURE LES CŒURS BRISÉS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heart that is broken 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Your breath in our lungs
	5-  NOUS VENONS TE LOUER, OUI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So we pour out our praise We pour out our praise
	6-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Your breath in our lungs
	7-  ET NOUS VENONS TE LOUER TOI ET RIEN QUE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So we pour out our praise To You only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8-  LA TERRE ENTIÈRE VIENDRA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earth will shout Your praise
9-  NOS CŒURS CES OS VONT TE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Our hearts will cry These bones will sing 
10- 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DONNES VIE TU ES AMOUR </a:t>
            </a:r>
          </a:p>
          <a:p>
            <a:r>
              <a:rPr lang="fr-FR" smtClean="0"/>
              <a:t>You give life, You are love
2-  ET LUMIÈRE DANS LES TÉNÈBRES TU REDONNES DE L’ESPOIR </a:t>
            </a:r>
          </a:p>
          <a:p>
            <a:r>
              <a:rPr lang="fr-FR" smtClean="0"/>
              <a:t>You bring light to the darkness You give hope, You restore</a:t>
            </a:r>
          </a:p>
          <a:p>
            <a:r>
              <a:rPr lang="fr-FR" smtClean="0"/>
              <a:t>3-  ET RESTAURE LES CŒURS BRISÉS TU ES GRAND, SEIGNEUR </a:t>
            </a:r>
          </a:p>
          <a:p>
            <a:r>
              <a:rPr lang="fr-FR" smtClean="0"/>
              <a:t>Every heart that is broken Great are You, Lord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C’EST TON SOUFFLE DANS NOS VIES </a:t>
            </a:r>
          </a:p>
          <a:p>
            <a:r>
              <a:rPr lang="fr-FR" smtClean="0"/>
              <a:t>	It's Your breath in our lungs
	5-  NOUS VENONS TE LOUER, OUI TE LOUER</a:t>
            </a:r>
          </a:p>
          <a:p>
            <a:r>
              <a:rPr lang="fr-FR" smtClean="0"/>
              <a:t>	So we pour out our praise We pour out our praise
	6-  C’EST TON SOUFFLE DANS NOS VIES </a:t>
            </a:r>
          </a:p>
          <a:p>
            <a:r>
              <a:rPr lang="fr-FR" smtClean="0"/>
              <a:t>	It's Your breath in our lungs
	7-  ET NOUS VENONS TE LOUER TOI ET RIEN QUE TOI </a:t>
            </a:r>
          </a:p>
          <a:p>
            <a:r>
              <a:rPr lang="fr-FR" smtClean="0"/>
              <a:t>	So we pour out our praise To You only</a:t>
            </a:r>
          </a:p>
          <a:p>
            <a:endParaRPr lang="fr-FR" smtClean="0"/>
          </a:p>
          <a:p>
            <a:r>
              <a:rPr lang="fr-FR" smtClean="0"/>
              <a:t>Pont:
8-  LA TERRE ENTIÈRE VIENDRA LOUER </a:t>
            </a:r>
          </a:p>
          <a:p>
            <a:r>
              <a:rPr lang="fr-FR" smtClean="0"/>
              <a:t>All the earth will shout Your praise
9-  NOS CŒURS CES OS VONT TE CHANTER </a:t>
            </a:r>
          </a:p>
          <a:p>
            <a:r>
              <a:rPr lang="fr-FR" smtClean="0"/>
              <a:t>Our hearts will cry These bones will sing 
10-  TU ES GRAND, SEIGNEUR </a:t>
            </a:r>
          </a:p>
          <a:p>
            <a:r>
              <a:rPr lang="fr-FR" smtClean="0"/>
              <a:t>Great are You, Lord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TU DONNES VIE TU ES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</a:t>
            </a:r>
            <a:r>
              <a:rPr lang="fr-FR" dirty="0" err="1" smtClean="0"/>
              <a:t>give</a:t>
            </a:r>
            <a:r>
              <a:rPr lang="fr-FR" dirty="0" smtClean="0"/>
              <a:t> life, You are love
2-  ET LUMIÈRE DANS LES TÉNÈBRES TU REDONNES DE L’ESPOIR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</a:t>
            </a:r>
            <a:r>
              <a:rPr lang="fr-FR" dirty="0" err="1" smtClean="0"/>
              <a:t>bring</a:t>
            </a:r>
            <a:r>
              <a:rPr lang="fr-FR" dirty="0" smtClean="0"/>
              <a:t> light to the </a:t>
            </a:r>
            <a:r>
              <a:rPr lang="fr-FR" dirty="0" err="1" smtClean="0"/>
              <a:t>darkness</a:t>
            </a:r>
            <a:r>
              <a:rPr lang="fr-FR" dirty="0" smtClean="0"/>
              <a:t> You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hope</a:t>
            </a:r>
            <a:r>
              <a:rPr lang="fr-FR" dirty="0" smtClean="0"/>
              <a:t>, You restore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ET RESTAURE LES CŒURS BRISÉS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broken</a:t>
            </a:r>
            <a:r>
              <a:rPr lang="fr-FR" dirty="0" smtClean="0"/>
              <a:t> 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breath</a:t>
            </a:r>
            <a:r>
              <a:rPr lang="fr-FR" dirty="0" smtClean="0"/>
              <a:t> in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lungs</a:t>
            </a:r>
            <a:r>
              <a:rPr lang="fr-FR" dirty="0" smtClean="0"/>
              <a:t>
	5-  NOUS VENONS TE LOUER, OUI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So </a:t>
            </a:r>
            <a:r>
              <a:rPr lang="fr-FR" dirty="0" err="1" smtClean="0"/>
              <a:t>we</a:t>
            </a:r>
            <a:r>
              <a:rPr lang="fr-FR" dirty="0" smtClean="0"/>
              <a:t> pour out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pour out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
	6-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breath</a:t>
            </a:r>
            <a:r>
              <a:rPr lang="fr-FR" dirty="0" smtClean="0"/>
              <a:t> in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lungs</a:t>
            </a:r>
            <a:r>
              <a:rPr lang="fr-FR" dirty="0" smtClean="0"/>
              <a:t>
	7-  ET NOUS VENONS TE LOUER TOI ET RIEN QUE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So </a:t>
            </a:r>
            <a:r>
              <a:rPr lang="fr-FR" dirty="0" err="1" smtClean="0"/>
              <a:t>we</a:t>
            </a:r>
            <a:r>
              <a:rPr lang="fr-FR" dirty="0" smtClean="0"/>
              <a:t> pour out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 To You </a:t>
            </a:r>
            <a:r>
              <a:rPr lang="fr-FR" dirty="0" err="1" smtClean="0"/>
              <a:t>only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Pont:
8-  LA TERRE ENTIÈRE VIENDRA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the </a:t>
            </a:r>
            <a:r>
              <a:rPr lang="fr-FR" dirty="0" err="1" smtClean="0"/>
              <a:t>earth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shout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
9-  NOS CŒURS CES OS VONT TE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Our </a:t>
            </a:r>
            <a:r>
              <a:rPr lang="fr-FR" dirty="0" err="1" smtClean="0"/>
              <a:t>hearts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cry</a:t>
            </a:r>
            <a:r>
              <a:rPr lang="fr-FR" dirty="0" smtClean="0"/>
              <a:t> </a:t>
            </a:r>
            <a:r>
              <a:rPr lang="fr-FR" dirty="0" err="1" smtClean="0"/>
              <a:t>These</a:t>
            </a:r>
            <a:r>
              <a:rPr lang="fr-FR" dirty="0" smtClean="0"/>
              <a:t> </a:t>
            </a:r>
            <a:r>
              <a:rPr lang="fr-FR" dirty="0" err="1" smtClean="0"/>
              <a:t>bones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
10- 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DONNES VIE TU ES AMOUR </a:t>
            </a:r>
          </a:p>
          <a:p>
            <a:r>
              <a:rPr lang="fr-FR" smtClean="0"/>
              <a:t>You give life, You are love
2-  ET LUMIÈRE DANS LES TÉNÈBRES TU REDONNES DE L’ESPOIR </a:t>
            </a:r>
          </a:p>
          <a:p>
            <a:r>
              <a:rPr lang="fr-FR" smtClean="0"/>
              <a:t>You bring light to the darkness You give hope, You restore</a:t>
            </a:r>
          </a:p>
          <a:p>
            <a:r>
              <a:rPr lang="fr-FR" smtClean="0"/>
              <a:t>3-  ET RESTAURE LES CŒURS BRISÉS TU ES GRAND, SEIGNEUR </a:t>
            </a:r>
          </a:p>
          <a:p>
            <a:r>
              <a:rPr lang="fr-FR" smtClean="0"/>
              <a:t>Every heart that is broken Great are You, Lord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C’EST TON SOUFFLE DANS NOS VIES </a:t>
            </a:r>
          </a:p>
          <a:p>
            <a:r>
              <a:rPr lang="fr-FR" smtClean="0"/>
              <a:t>	It's Your breath in our lungs
	5-  NOUS VENONS TE LOUER, OUI TE LOUER</a:t>
            </a:r>
          </a:p>
          <a:p>
            <a:r>
              <a:rPr lang="fr-FR" smtClean="0"/>
              <a:t>	So we pour out our praise We pour out our praise
	6-  C’EST TON SOUFFLE DANS NOS VIES </a:t>
            </a:r>
          </a:p>
          <a:p>
            <a:r>
              <a:rPr lang="fr-FR" smtClean="0"/>
              <a:t>	It's Your breath in our lungs
	7-  ET NOUS VENONS TE LOUER TOI ET RIEN QUE TOI </a:t>
            </a:r>
          </a:p>
          <a:p>
            <a:r>
              <a:rPr lang="fr-FR" smtClean="0"/>
              <a:t>	So we pour out our praise To You only</a:t>
            </a:r>
          </a:p>
          <a:p>
            <a:endParaRPr lang="fr-FR" smtClean="0"/>
          </a:p>
          <a:p>
            <a:r>
              <a:rPr lang="fr-FR" smtClean="0"/>
              <a:t>Pont:
8-  LA TERRE ENTIÈRE VIENDRA LOUER </a:t>
            </a:r>
          </a:p>
          <a:p>
            <a:r>
              <a:rPr lang="fr-FR" smtClean="0"/>
              <a:t>All the earth will shout Your praise
9-  NOS CŒURS CES OS VONT TE CHANTER </a:t>
            </a:r>
          </a:p>
          <a:p>
            <a:r>
              <a:rPr lang="fr-FR" smtClean="0"/>
              <a:t>Our hearts will cry These bones will sing 
10-  TU ES GRAND, SEIGNEUR </a:t>
            </a:r>
          </a:p>
          <a:p>
            <a:r>
              <a:rPr lang="fr-FR" smtClean="0"/>
              <a:t>Great are You, Lord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TU DONNES VIE TU ES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</a:t>
            </a:r>
            <a:r>
              <a:rPr lang="fr-FR" dirty="0" err="1" smtClean="0"/>
              <a:t>give</a:t>
            </a:r>
            <a:r>
              <a:rPr lang="fr-FR" dirty="0" smtClean="0"/>
              <a:t> life, You are love
2-  ET LUMIÈRE DANS LES TÉNÈBRES TU REDONNES DE L’ESPOIR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</a:t>
            </a:r>
            <a:r>
              <a:rPr lang="fr-FR" dirty="0" err="1" smtClean="0"/>
              <a:t>bring</a:t>
            </a:r>
            <a:r>
              <a:rPr lang="fr-FR" dirty="0" smtClean="0"/>
              <a:t> light to the </a:t>
            </a:r>
            <a:r>
              <a:rPr lang="fr-FR" dirty="0" err="1" smtClean="0"/>
              <a:t>darkness</a:t>
            </a:r>
            <a:r>
              <a:rPr lang="fr-FR" dirty="0" smtClean="0"/>
              <a:t> You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hope</a:t>
            </a:r>
            <a:r>
              <a:rPr lang="fr-FR" dirty="0" smtClean="0"/>
              <a:t>, You restore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ET RESTAURE LES CŒURS BRISÉS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broken</a:t>
            </a:r>
            <a:r>
              <a:rPr lang="fr-FR" dirty="0" smtClean="0"/>
              <a:t> 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4-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breath</a:t>
            </a:r>
            <a:r>
              <a:rPr lang="fr-FR" dirty="0" smtClean="0"/>
              <a:t> in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lungs</a:t>
            </a:r>
            <a:r>
              <a:rPr lang="fr-FR" dirty="0" smtClean="0"/>
              <a:t>
	5-  NOUS VENONS TE LOUER, OUI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So </a:t>
            </a:r>
            <a:r>
              <a:rPr lang="fr-FR" dirty="0" err="1" smtClean="0"/>
              <a:t>we</a:t>
            </a:r>
            <a:r>
              <a:rPr lang="fr-FR" dirty="0" smtClean="0"/>
              <a:t> pour out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pour out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
	6-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breath</a:t>
            </a:r>
            <a:r>
              <a:rPr lang="fr-FR" dirty="0" smtClean="0"/>
              <a:t> in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lungs</a:t>
            </a:r>
            <a:r>
              <a:rPr lang="fr-FR" dirty="0" smtClean="0"/>
              <a:t>
	7-  ET NOUS VENONS TE LOUER TOI ET RIEN QUE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So </a:t>
            </a:r>
            <a:r>
              <a:rPr lang="fr-FR" dirty="0" err="1" smtClean="0"/>
              <a:t>we</a:t>
            </a:r>
            <a:r>
              <a:rPr lang="fr-FR" dirty="0" smtClean="0"/>
              <a:t> pour out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 To You </a:t>
            </a:r>
            <a:r>
              <a:rPr lang="fr-FR" dirty="0" err="1" smtClean="0"/>
              <a:t>only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Pont:
8-  LA TERRE ENTIÈRE VIENDRA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the </a:t>
            </a:r>
            <a:r>
              <a:rPr lang="fr-FR" dirty="0" err="1" smtClean="0"/>
              <a:t>earth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shout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
9-  NOS CŒURS CES OS VONT TE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Our </a:t>
            </a:r>
            <a:r>
              <a:rPr lang="fr-FR" dirty="0" err="1" smtClean="0"/>
              <a:t>hearts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cry</a:t>
            </a:r>
            <a:r>
              <a:rPr lang="fr-FR" dirty="0" smtClean="0"/>
              <a:t> </a:t>
            </a:r>
            <a:r>
              <a:rPr lang="fr-FR" dirty="0" err="1" smtClean="0"/>
              <a:t>These</a:t>
            </a:r>
            <a:r>
              <a:rPr lang="fr-FR" dirty="0" smtClean="0"/>
              <a:t> </a:t>
            </a:r>
            <a:r>
              <a:rPr lang="fr-FR" dirty="0" err="1" smtClean="0"/>
              <a:t>bones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
10- 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DONNES VIE TU ES AMOUR </a:t>
            </a:r>
          </a:p>
          <a:p>
            <a:r>
              <a:rPr lang="fr-FR" smtClean="0"/>
              <a:t>You give life, You are love
2-  ET LUMIÈRE DANS LES TÉNÈBRES TU REDONNES DE L’ESPOIR </a:t>
            </a:r>
          </a:p>
          <a:p>
            <a:r>
              <a:rPr lang="fr-FR" smtClean="0"/>
              <a:t>You bring light to the darkness You give hope, You restore</a:t>
            </a:r>
          </a:p>
          <a:p>
            <a:r>
              <a:rPr lang="fr-FR" smtClean="0"/>
              <a:t>3-  ET RESTAURE LES CŒURS BRISÉS TU ES GRAND, SEIGNEUR </a:t>
            </a:r>
          </a:p>
          <a:p>
            <a:r>
              <a:rPr lang="fr-FR" smtClean="0"/>
              <a:t>Every heart that is broken Great are You, Lord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C’EST TON SOUFFLE DANS NOS VIES </a:t>
            </a:r>
          </a:p>
          <a:p>
            <a:r>
              <a:rPr lang="fr-FR" smtClean="0"/>
              <a:t>	It's Your breath in our lungs
	5-  NOUS VENONS TE LOUER, OUI TE LOUER</a:t>
            </a:r>
          </a:p>
          <a:p>
            <a:r>
              <a:rPr lang="fr-FR" smtClean="0"/>
              <a:t>	So we pour out our praise We pour out our praise
	6-  C’EST TON SOUFFLE DANS NOS VIES </a:t>
            </a:r>
          </a:p>
          <a:p>
            <a:r>
              <a:rPr lang="fr-FR" smtClean="0"/>
              <a:t>	It's Your breath in our lungs
	7-  ET NOUS VENONS TE LOUER TOI ET RIEN QUE TOI </a:t>
            </a:r>
          </a:p>
          <a:p>
            <a:r>
              <a:rPr lang="fr-FR" smtClean="0"/>
              <a:t>	So we pour out our praise To You only</a:t>
            </a:r>
          </a:p>
          <a:p>
            <a:endParaRPr lang="fr-FR" smtClean="0"/>
          </a:p>
          <a:p>
            <a:r>
              <a:rPr lang="fr-FR" smtClean="0"/>
              <a:t>Pont:
8-  LA TERRE ENTIÈRE VIENDRA LOUER </a:t>
            </a:r>
          </a:p>
          <a:p>
            <a:r>
              <a:rPr lang="fr-FR" smtClean="0"/>
              <a:t>All the earth will shout Your praise
9-  NOS CŒURS CES OS VONT TE CHANTER </a:t>
            </a:r>
          </a:p>
          <a:p>
            <a:r>
              <a:rPr lang="fr-FR" smtClean="0"/>
              <a:t>Our hearts will cry These bones will sing 
10-  TU ES GRAND, SEIGNEUR </a:t>
            </a:r>
          </a:p>
          <a:p>
            <a:r>
              <a:rPr lang="fr-FR" smtClean="0"/>
              <a:t>Great are You, Lord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DONNES VIE TU ES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give life, You are love
2-  ET LUMIÈRE DANS LES TÉNÈBRES TU REDONNES DE L’ESPOIR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bring light to the darkness You give hope, You restore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RESTAURE LES CŒURS BRISÉS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heart that is broken 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Your breath in our lungs
	5-  NOUS VENONS TE LOUER, OUI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So we pour out our praise We pour out our praise
	6-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Your breath in our lungs
	7-  ET NOUS VENONS TE LOUER TOI ET RIEN QUE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So we pour out our praise To You only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8-  LA TERRE ENTIÈRE VIENDRA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earth will shout Your praise
9-  NOS CŒURS CES OS VONT TE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Our hearts will cry These bones will sing 
10- 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DONNES VIE TU ES AMOUR </a:t>
            </a:r>
          </a:p>
          <a:p>
            <a:r>
              <a:rPr lang="fr-FR" smtClean="0"/>
              <a:t>You give life, You are love
2-  ET LUMIÈRE DANS LES TÉNÈBRES TU REDONNES DE L’ESPOIR </a:t>
            </a:r>
          </a:p>
          <a:p>
            <a:r>
              <a:rPr lang="fr-FR" smtClean="0"/>
              <a:t>You bring light to the darkness You give hope, You restore</a:t>
            </a:r>
          </a:p>
          <a:p>
            <a:r>
              <a:rPr lang="fr-FR" smtClean="0"/>
              <a:t>3-  ET RESTAURE LES CŒURS BRISÉS TU ES GRAND, SEIGNEUR </a:t>
            </a:r>
          </a:p>
          <a:p>
            <a:r>
              <a:rPr lang="fr-FR" smtClean="0"/>
              <a:t>Every heart that is broken Great are You, Lord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C’EST TON SOUFFLE DANS NOS VIES </a:t>
            </a:r>
          </a:p>
          <a:p>
            <a:r>
              <a:rPr lang="fr-FR" smtClean="0"/>
              <a:t>	It's Your breath in our lungs
	5-  NOUS VENONS TE LOUER, OUI TE LOUER</a:t>
            </a:r>
          </a:p>
          <a:p>
            <a:r>
              <a:rPr lang="fr-FR" smtClean="0"/>
              <a:t>	So we pour out our praise We pour out our praise
	6-  C’EST TON SOUFFLE DANS NOS VIES </a:t>
            </a:r>
          </a:p>
          <a:p>
            <a:r>
              <a:rPr lang="fr-FR" smtClean="0"/>
              <a:t>	It's Your breath in our lungs
	7-  ET NOUS VENONS TE LOUER TOI ET RIEN QUE TOI </a:t>
            </a:r>
          </a:p>
          <a:p>
            <a:r>
              <a:rPr lang="fr-FR" smtClean="0"/>
              <a:t>	So we pour out our praise To You only</a:t>
            </a:r>
          </a:p>
          <a:p>
            <a:endParaRPr lang="fr-FR" smtClean="0"/>
          </a:p>
          <a:p>
            <a:r>
              <a:rPr lang="fr-FR" smtClean="0"/>
              <a:t>Pont:
8-  LA TERRE ENTIÈRE VIENDRA LOUER </a:t>
            </a:r>
          </a:p>
          <a:p>
            <a:r>
              <a:rPr lang="fr-FR" smtClean="0"/>
              <a:t>All the earth will shout Your praise
9-  NOS CŒURS CES OS VONT TE CHANTER </a:t>
            </a:r>
          </a:p>
          <a:p>
            <a:r>
              <a:rPr lang="fr-FR" smtClean="0"/>
              <a:t>Our hearts will cry These bones will sing 
10-  TU ES GRAND, SEIGNEUR </a:t>
            </a:r>
          </a:p>
          <a:p>
            <a:r>
              <a:rPr lang="fr-FR" smtClean="0"/>
              <a:t>Great are You, Lord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CC1CC3-2BD7-4D2D-8F96-22F1667733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44BE45-F00A-49F2-9342-5CFCB3684F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10B6D2-B496-445F-923C-B2C7857BA0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EE34DB-EAF4-4139-A72F-136F71B5353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F329A8-C5DB-40BF-883B-8E38543C1DD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E1D866-BD8C-4E8E-ADE1-C017E039281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EAC484-D7D5-4F5F-A56B-0D506FB658D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9A5482-F807-4E41-922F-D199DC65CE2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7D6BF1-71E4-410A-BD1D-840B88ADC33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0F2220-29B7-4493-92AF-1B8A6A03F16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BB0BF2-9A13-4636-85EB-8D5A095C29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1619332-07B1-4130-A493-3A4F4E1B62F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DONNES VIE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AMOUR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LUMIÈRE DANS LES TÉNÈBRES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REDONNES DE L’ESPOIR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RESTAURE LES CŒURS BRISÉS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GRAND,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TON SOUFFLE DANS NOS VIES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VENONS TE LOUER, OUI TE LOUER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TON SOUFFLE DANS NOS VIES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NOUS VENONS TE LOUER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TOI ET RIEN QUE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2554545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TERRE ENTIÈRE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VIENDRA LOUER</a:t>
            </a:r>
          </a:p>
          <a:p>
            <a:pPr algn="ctr">
              <a:defRPr/>
            </a:pP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CŒURS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CES OS VONT TE CHANTER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GRAND,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1545</TotalTime>
  <Words>352</Words>
  <Application>Microsoft Office PowerPoint</Application>
  <PresentationFormat>On-screen Show (4:3)</PresentationFormat>
  <Paragraphs>356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151</cp:revision>
  <dcterms:created xsi:type="dcterms:W3CDTF">2002-08-17T10:50:50Z</dcterms:created>
  <dcterms:modified xsi:type="dcterms:W3CDTF">2015-07-26T08:52:26Z</dcterms:modified>
</cp:coreProperties>
</file>