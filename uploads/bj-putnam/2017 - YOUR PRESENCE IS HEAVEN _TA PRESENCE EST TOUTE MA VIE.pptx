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82" r:id="rId9"/>
    <p:sldId id="277" r:id="rId10"/>
    <p:sldId id="278" r:id="rId11"/>
    <p:sldId id="279" r:id="rId12"/>
    <p:sldId id="280" r:id="rId1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00" autoAdjust="0"/>
    <p:restoredTop sz="63925" autoAdjust="0"/>
  </p:normalViewPr>
  <p:slideViewPr>
    <p:cSldViewPr>
      <p:cViewPr varScale="1">
        <p:scale>
          <a:sx n="44" d="100"/>
          <a:sy n="44" d="100"/>
        </p:scale>
        <p:origin x="-12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51EFD9E-8F94-414A-814D-6D93892DBD8C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80ECD8B-72DB-45DC-A184-3014200C1A2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SUR TOUTE LA TERRE QUI EST COMME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You Lord in all the </a:t>
            </a:r>
            <a:r>
              <a:rPr lang="fr-FR" dirty="0" err="1" smtClean="0"/>
              <a:t>earth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INCOMPARABLE AMOUR ET BEAUTÉ RIEN DANS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Matchless</a:t>
            </a:r>
            <a:r>
              <a:rPr lang="fr-FR" dirty="0" smtClean="0"/>
              <a:t> love and beauty, </a:t>
            </a:r>
            <a:r>
              <a:rPr lang="fr-FR" dirty="0" err="1" smtClean="0"/>
              <a:t>endless</a:t>
            </a:r>
            <a:r>
              <a:rPr lang="fr-FR" dirty="0" smtClean="0"/>
              <a:t> </a:t>
            </a:r>
            <a:r>
              <a:rPr lang="fr-FR" dirty="0" err="1" smtClean="0"/>
              <a:t>worth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NE PEUT ME COMBLER MAIS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Nothing</a:t>
            </a:r>
            <a:r>
              <a:rPr lang="fr-FR" dirty="0" smtClean="0"/>
              <a:t> in </a:t>
            </a:r>
            <a:r>
              <a:rPr lang="fr-FR" dirty="0" err="1" smtClean="0"/>
              <a:t>this</a:t>
            </a:r>
            <a:r>
              <a:rPr lang="fr-FR" dirty="0" smtClean="0"/>
              <a:t> world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satisfy</a:t>
            </a:r>
            <a:r>
              <a:rPr lang="fr-FR" dirty="0" smtClean="0"/>
              <a:t> </a:t>
            </a:r>
            <a:r>
              <a:rPr lang="fr-FR" dirty="0" err="1" smtClean="0"/>
              <a:t>Jesus</a:t>
            </a:r>
            <a:r>
              <a:rPr lang="fr-FR" dirty="0" smtClean="0"/>
              <a:t>,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cup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won't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 
	4-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TRÉSOR DE MON ÂME ET DE MON CŒUR DANS MA FAIBLESSE TU ES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Treasure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and of </a:t>
            </a:r>
            <a:r>
              <a:rPr lang="fr-FR" dirty="0" err="1" smtClean="0"/>
              <a:t>my</a:t>
            </a:r>
            <a:r>
              <a:rPr lang="fr-FR" dirty="0" smtClean="0"/>
              <a:t> soul In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weakness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</a:t>
            </a:r>
            <a:r>
              <a:rPr lang="fr-FR" dirty="0" err="1" smtClean="0"/>
              <a:t>merciful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SEIGNEUR RÉDEMPTEUR DE TOUTES MES ERREURS PASSÉES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Redeemer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past</a:t>
            </a:r>
            <a:r>
              <a:rPr lang="fr-FR" dirty="0" smtClean="0"/>
              <a:t> and </a:t>
            </a:r>
            <a:r>
              <a:rPr lang="fr-FR" dirty="0" err="1" smtClean="0"/>
              <a:t>present</a:t>
            </a:r>
            <a:r>
              <a:rPr lang="fr-FR" dirty="0" smtClean="0"/>
              <a:t> </a:t>
            </a:r>
            <a:r>
              <a:rPr lang="fr-FR" dirty="0" err="1" smtClean="0"/>
              <a:t>wrongs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GARDIEN DE TOUTE MON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And </a:t>
            </a:r>
            <a:r>
              <a:rPr lang="fr-FR" dirty="0" err="1" smtClean="0"/>
              <a:t>holder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future </a:t>
            </a:r>
            <a:r>
              <a:rPr lang="fr-FR" dirty="0" err="1" smtClean="0"/>
              <a:t>days</a:t>
            </a:r>
            <a:r>
              <a:rPr lang="fr-FR" dirty="0" smtClean="0"/>
              <a:t>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OH JÉSUS, OH JÉSUS TA PRÉSENCE EST TOUTE MA VIE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Oh </a:t>
            </a:r>
            <a:r>
              <a:rPr lang="fr-FR" dirty="0" err="1" smtClean="0"/>
              <a:t>Jesus</a:t>
            </a:r>
            <a:r>
              <a:rPr lang="fr-FR" dirty="0" smtClean="0"/>
              <a:t>, Oh </a:t>
            </a:r>
            <a:r>
              <a:rPr lang="fr-FR" dirty="0" err="1" smtClean="0"/>
              <a:t>Jesus</a:t>
            </a:r>
            <a:r>
              <a:rPr lang="fr-FR" dirty="0" smtClean="0"/>
              <a:t>,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TOUTE MA VIE SUR TERRE J’ATTENDRAI LE JOUR OÙ FACE À FACE JE TE VERRAI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All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days</a:t>
            </a:r>
            <a:r>
              <a:rPr lang="fr-FR" dirty="0" smtClean="0"/>
              <a:t> on </a:t>
            </a:r>
            <a:r>
              <a:rPr lang="fr-FR" dirty="0" err="1" smtClean="0"/>
              <a:t>earth</a:t>
            </a:r>
            <a:r>
              <a:rPr lang="fr-FR" dirty="0" smtClean="0"/>
              <a:t> I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await</a:t>
            </a:r>
            <a:r>
              <a:rPr lang="fr-FR" dirty="0" smtClean="0"/>
              <a:t>  The moment </a:t>
            </a:r>
            <a:r>
              <a:rPr lang="fr-FR" dirty="0" err="1" smtClean="0"/>
              <a:t>that</a:t>
            </a:r>
            <a:r>
              <a:rPr lang="fr-FR" dirty="0" smtClean="0"/>
              <a:t> I </a:t>
            </a:r>
            <a:r>
              <a:rPr lang="fr-FR" dirty="0" err="1" smtClean="0"/>
              <a:t>see</a:t>
            </a:r>
            <a:r>
              <a:rPr lang="fr-FR" dirty="0" smtClean="0"/>
              <a:t> You face to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RIEN DANS CE MONDE NE PEUT ME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Nothing</a:t>
            </a:r>
            <a:r>
              <a:rPr lang="fr-FR" dirty="0" smtClean="0"/>
              <a:t> in </a:t>
            </a:r>
            <a:r>
              <a:rPr lang="fr-FR" dirty="0" err="1" smtClean="0"/>
              <a:t>this</a:t>
            </a:r>
            <a:r>
              <a:rPr lang="fr-FR" dirty="0" smtClean="0"/>
              <a:t> world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satisfy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MAIS JÉSUS, TA COUPE NE TARIT JAMAIS OH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But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cup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won't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 Oh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cup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won't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 You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</a:t>
            </a:r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</a:t>
            </a:r>
          </a:p>
          <a:p>
            <a:r>
              <a:rPr lang="fr-FR" smtClean="0"/>
              <a:t>Who is like You Lord in all the earth</a:t>
            </a:r>
          </a:p>
          <a:p>
            <a:r>
              <a:rPr lang="fr-FR" smtClean="0"/>
              <a:t>2-  INCOMPARABLE AMOUR ET BEAUTÉ RIEN DANS CE MONDE</a:t>
            </a:r>
          </a:p>
          <a:p>
            <a:r>
              <a:rPr lang="fr-FR" smtClean="0"/>
              <a:t>Matchless love and beauty, endless worth</a:t>
            </a:r>
          </a:p>
          <a:p>
            <a:r>
              <a:rPr lang="fr-FR" smtClean="0"/>
              <a:t>3-  NE PEUT ME COMBLER MAIS JÉSUS, TA COUPE NE TARIT JAMAIS</a:t>
            </a:r>
          </a:p>
          <a:p>
            <a:r>
              <a:rPr lang="fr-FR" smtClean="0"/>
              <a:t>Nothing in this world will satisfy Jesus, You're the cup that won't run dry</a:t>
            </a:r>
          </a:p>
          <a:p>
            <a:endParaRPr lang="fr-FR" smtClean="0"/>
          </a:p>
          <a:p>
            <a:r>
              <a:rPr lang="fr-FR" smtClean="0"/>
              <a:t>	Refrain 
	4-  TA PRÉSENCE EST TOUTE MA VIE TA PRÉSENCE EST TOUTE MA VIE</a:t>
            </a:r>
          </a:p>
          <a:p>
            <a:r>
              <a:rPr lang="fr-FR" smtClean="0"/>
              <a:t>	     Your presence is heaven to me Your presence is heaven to me</a:t>
            </a:r>
          </a:p>
          <a:p>
            <a:r>
              <a:rPr lang="fr-FR" smtClean="0"/>
              <a:t>	5-  TRÉSOR DE MON ÂME ET DE MON CŒUR DANS MA FAIBLESSE TU ES BON</a:t>
            </a:r>
          </a:p>
          <a:p>
            <a:r>
              <a:rPr lang="fr-FR" smtClean="0"/>
              <a:t>	     Treasure of my heart and of my soul In my weakness you are merciful </a:t>
            </a:r>
          </a:p>
          <a:p>
            <a:r>
              <a:rPr lang="fr-FR" smtClean="0"/>
              <a:t>	6-  SEIGNEUR RÉDEMPTEUR DE TOUTES MES ERREURS PASSÉES </a:t>
            </a:r>
          </a:p>
          <a:p>
            <a:r>
              <a:rPr lang="fr-FR" smtClean="0"/>
              <a:t>	     Redeemer of my past and present wrongs </a:t>
            </a:r>
          </a:p>
          <a:p>
            <a:r>
              <a:rPr lang="fr-FR" smtClean="0"/>
              <a:t>	7-  GARDIEN DE TOUTE MON ÉTERNITÉ</a:t>
            </a:r>
          </a:p>
          <a:p>
            <a:r>
              <a:rPr lang="fr-FR" smtClean="0"/>
              <a:t>	     And holder of my future days to come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8-  TA PRÉSENCE EST TOUTE MA VIE TA PRÉSENCE EST TOUTE MA VIE</a:t>
            </a:r>
          </a:p>
          <a:p>
            <a:r>
              <a:rPr lang="fr-FR" smtClean="0"/>
              <a:t>     Your presence is heaven to me Your presence is heaven to me</a:t>
            </a:r>
          </a:p>
          <a:p>
            <a:endParaRPr lang="fr-FR" smtClean="0"/>
          </a:p>
          <a:p>
            <a:r>
              <a:rPr lang="fr-FR" smtClean="0"/>
              <a:t>9-  OH JÉSUS, OH JÉSUS TA PRÉSENCE EST TOUTE MA VIE  x2</a:t>
            </a:r>
          </a:p>
          <a:p>
            <a:r>
              <a:rPr lang="fr-FR" smtClean="0"/>
              <a:t>     Oh Jesus, Oh Jesus, Your presence is heaven to me</a:t>
            </a:r>
          </a:p>
          <a:p>
            <a:endParaRPr lang="fr-FR" smtClean="0"/>
          </a:p>
          <a:p>
            <a:r>
              <a:rPr lang="fr-FR" smtClean="0"/>
              <a:t>10-  TOUTE MA VIE SUR TERRE J’ATTENDRAI LE JOUR OÙ FACE À FACE JE TE VERRAI</a:t>
            </a:r>
          </a:p>
          <a:p>
            <a:r>
              <a:rPr lang="fr-FR" smtClean="0"/>
              <a:t>     All my days on earth I will await  The moment that I see You face to face</a:t>
            </a:r>
          </a:p>
          <a:p>
            <a:r>
              <a:rPr lang="fr-FR" smtClean="0"/>
              <a:t>11-  RIEN DANS CE MONDE NE PEUT ME COMBLER</a:t>
            </a:r>
          </a:p>
          <a:p>
            <a:r>
              <a:rPr lang="fr-FR" smtClean="0"/>
              <a:t>       Nothing in this world can satisfy</a:t>
            </a:r>
          </a:p>
          <a:p>
            <a:r>
              <a:rPr lang="fr-FR" smtClean="0"/>
              <a:t>12-  MAIS JÉSUS, TA COUPE NE TARIT JAMAIS OH JÉSUS, TA COUPE NE TARIT JAMAIS</a:t>
            </a:r>
          </a:p>
          <a:p>
            <a:r>
              <a:rPr lang="fr-FR" smtClean="0"/>
              <a:t>       But Jesus You're the cup that won't run dry Oh Jesus You're the cup that won't run dry You never run dry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SUR TOUTE LA TERRE QUI EST COMME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is like You Lord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INCOMPARABLE AMOUR ET BEAUTÉ RIEN DANS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Matchless love and beauty, endless worth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NE PEUT ME COMBLER MAIS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in this world will satisfy Jesus, You're the cup that won't run dry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
	4-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TRÉSOR DE MON ÂME ET DE MON CŒUR DANS MA FAIBLESSE TU ES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Treasure of my heart and of my soul In my weakness you are merciful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SEIGNEUR RÉDEMPTEUR DE TOUTES MES ERREURS PASSÉES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Redeemer of my past and present wrongs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GARDIEN DE TOUTE MON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And holder of my future days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OH JÉSUS, OH JÉSUS TA PRÉSENCE EST TOUTE MA VIE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Jesus, Oh Jesus,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TOUTE MA VIE SUR TERRE J’ATTENDRAI LE JOUR OÙ FACE À FACE JE TE VERRAI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All my days on earth I will await  The moment that I see You face to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RIEN DANS CE MONDE NE PEUT ME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Nothing in this world can satisfy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MAIS JÉSUS, TA COUPE NE TARIT JAMAIS OH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Jesus You're the cup that won't run dry Oh Jesus You're the cup that won't run dry You never run dry</a:t>
            </a: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</a:t>
            </a:r>
          </a:p>
          <a:p>
            <a:r>
              <a:rPr lang="fr-FR" smtClean="0"/>
              <a:t>Who is like You Lord in all the earth</a:t>
            </a:r>
          </a:p>
          <a:p>
            <a:r>
              <a:rPr lang="fr-FR" smtClean="0"/>
              <a:t>2-  INCOMPARABLE AMOUR ET BEAUTÉ RIEN DANS CE MONDE</a:t>
            </a:r>
          </a:p>
          <a:p>
            <a:r>
              <a:rPr lang="fr-FR" smtClean="0"/>
              <a:t>Matchless love and beauty, endless worth</a:t>
            </a:r>
          </a:p>
          <a:p>
            <a:r>
              <a:rPr lang="fr-FR" smtClean="0"/>
              <a:t>3-  NE PEUT ME COMBLER MAIS JÉSUS, TA COUPE NE TARIT JAMAIS</a:t>
            </a:r>
          </a:p>
          <a:p>
            <a:r>
              <a:rPr lang="fr-FR" smtClean="0"/>
              <a:t>Nothing in this world will satisfy Jesus, You're the cup that won't run dry</a:t>
            </a:r>
          </a:p>
          <a:p>
            <a:endParaRPr lang="fr-FR" smtClean="0"/>
          </a:p>
          <a:p>
            <a:r>
              <a:rPr lang="fr-FR" smtClean="0"/>
              <a:t>	Refrain 
	4-  TA PRÉSENCE EST TOUTE MA VIE TA PRÉSENCE EST TOUTE MA VIE</a:t>
            </a:r>
          </a:p>
          <a:p>
            <a:r>
              <a:rPr lang="fr-FR" smtClean="0"/>
              <a:t>	     Your presence is heaven to me Your presence is heaven to me</a:t>
            </a:r>
          </a:p>
          <a:p>
            <a:r>
              <a:rPr lang="fr-FR" smtClean="0"/>
              <a:t>	5-  TRÉSOR DE MON ÂME ET DE MON CŒUR DANS MA FAIBLESSE TU ES BON</a:t>
            </a:r>
          </a:p>
          <a:p>
            <a:r>
              <a:rPr lang="fr-FR" smtClean="0"/>
              <a:t>	     Treasure of my heart and of my soul In my weakness you are merciful </a:t>
            </a:r>
          </a:p>
          <a:p>
            <a:r>
              <a:rPr lang="fr-FR" smtClean="0"/>
              <a:t>	6-  SEIGNEUR RÉDEMPTEUR DE TOUTES MES ERREURS PASSÉES </a:t>
            </a:r>
          </a:p>
          <a:p>
            <a:r>
              <a:rPr lang="fr-FR" smtClean="0"/>
              <a:t>	     Redeemer of my past and present wrongs </a:t>
            </a:r>
          </a:p>
          <a:p>
            <a:r>
              <a:rPr lang="fr-FR" smtClean="0"/>
              <a:t>	7-  GARDIEN DE TOUTE MON ÉTERNITÉ</a:t>
            </a:r>
          </a:p>
          <a:p>
            <a:r>
              <a:rPr lang="fr-FR" smtClean="0"/>
              <a:t>	     And holder of my future days to come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8-  TA PRÉSENCE EST TOUTE MA VIE TA PRÉSENCE EST TOUTE MA VIE</a:t>
            </a:r>
          </a:p>
          <a:p>
            <a:r>
              <a:rPr lang="fr-FR" smtClean="0"/>
              <a:t>     Your presence is heaven to me Your presence is heaven to me</a:t>
            </a:r>
          </a:p>
          <a:p>
            <a:endParaRPr lang="fr-FR" smtClean="0"/>
          </a:p>
          <a:p>
            <a:r>
              <a:rPr lang="fr-FR" smtClean="0"/>
              <a:t>9-  OH JÉSUS, OH JÉSUS TA PRÉSENCE EST TOUTE MA VIE  x2</a:t>
            </a:r>
          </a:p>
          <a:p>
            <a:r>
              <a:rPr lang="fr-FR" smtClean="0"/>
              <a:t>     Oh Jesus, Oh Jesus, Your presence is heaven to me</a:t>
            </a:r>
          </a:p>
          <a:p>
            <a:endParaRPr lang="fr-FR" smtClean="0"/>
          </a:p>
          <a:p>
            <a:r>
              <a:rPr lang="fr-FR" smtClean="0"/>
              <a:t>10-  TOUTE MA VIE SUR TERRE J’ATTENDRAI LE JOUR OÙ FACE À FACE JE TE VERRAI</a:t>
            </a:r>
          </a:p>
          <a:p>
            <a:r>
              <a:rPr lang="fr-FR" smtClean="0"/>
              <a:t>     All my days on earth I will await  The moment that I see You face to face</a:t>
            </a:r>
          </a:p>
          <a:p>
            <a:r>
              <a:rPr lang="fr-FR" smtClean="0"/>
              <a:t>11-  RIEN DANS CE MONDE NE PEUT ME COMBLER</a:t>
            </a:r>
          </a:p>
          <a:p>
            <a:r>
              <a:rPr lang="fr-FR" smtClean="0"/>
              <a:t>       Nothing in this world can satisfy</a:t>
            </a:r>
          </a:p>
          <a:p>
            <a:r>
              <a:rPr lang="fr-FR" smtClean="0"/>
              <a:t>12-  MAIS JÉSUS, TA COUPE NE TARIT JAMAIS OH JÉSUS, TA COUPE NE TARIT JAMAIS</a:t>
            </a:r>
          </a:p>
          <a:p>
            <a:r>
              <a:rPr lang="fr-FR" smtClean="0"/>
              <a:t>       But Jesus You're the cup that won't run dry Oh Jesus You're the cup that won't run dry You never run dry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SUR TOUTE LA TERRE QUI EST COMME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is like You Lord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INCOMPARABLE AMOUR ET BEAUTÉ RIEN DANS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Matchless love and beauty, endless worth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NE PEUT ME COMBLER MAIS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in this world will satisfy Jesus, You're the cup that won't run dry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
	4-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TRÉSOR DE MON ÂME ET DE MON CŒUR DANS MA FAIBLESSE TU ES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Treasure of my heart and of my soul In my weakness you are merciful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SEIGNEUR RÉDEMPTEUR DE TOUTES MES ERREURS PASSÉES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Redeemer of my past and present wrongs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GARDIEN DE TOUTE MON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And holder of my future days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OH JÉSUS, OH JÉSUS TA PRÉSENCE EST TOUTE MA VIE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Jesus, Oh Jesus,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TOUTE MA VIE SUR TERRE J’ATTENDRAI LE JOUR OÙ FACE À FACE JE TE VERRAI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All my days on earth I will await  The moment that I see You face to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RIEN DANS CE MONDE NE PEUT ME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Nothing in this world can satisfy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MAIS JÉSUS, TA COUPE NE TARIT JAMAIS OH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Jesus You're the cup that won't run dry Oh Jesus You're the cup that won't run dry You never run dry</a:t>
            </a: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</a:t>
            </a:r>
          </a:p>
          <a:p>
            <a:r>
              <a:rPr lang="fr-FR" smtClean="0"/>
              <a:t>Who is like You Lord in all the earth</a:t>
            </a:r>
          </a:p>
          <a:p>
            <a:r>
              <a:rPr lang="fr-FR" smtClean="0"/>
              <a:t>2-  INCOMPARABLE AMOUR ET BEAUTÉ RIEN DANS CE MONDE</a:t>
            </a:r>
          </a:p>
          <a:p>
            <a:r>
              <a:rPr lang="fr-FR" smtClean="0"/>
              <a:t>Matchless love and beauty, endless worth</a:t>
            </a:r>
          </a:p>
          <a:p>
            <a:r>
              <a:rPr lang="fr-FR" smtClean="0"/>
              <a:t>3-  NE PEUT ME COMBLER MAIS JÉSUS, TA COUPE NE TARIT JAMAIS</a:t>
            </a:r>
          </a:p>
          <a:p>
            <a:r>
              <a:rPr lang="fr-FR" smtClean="0"/>
              <a:t>Nothing in this world will satisfy Jesus, You're the cup that won't run dry</a:t>
            </a:r>
          </a:p>
          <a:p>
            <a:endParaRPr lang="fr-FR" smtClean="0"/>
          </a:p>
          <a:p>
            <a:r>
              <a:rPr lang="fr-FR" smtClean="0"/>
              <a:t>	Refrain 
	4-  TA PRÉSENCE EST TOUTE MA VIE TA PRÉSENCE EST TOUTE MA VIE</a:t>
            </a:r>
          </a:p>
          <a:p>
            <a:r>
              <a:rPr lang="fr-FR" smtClean="0"/>
              <a:t>	     Your presence is heaven to me Your presence is heaven to me</a:t>
            </a:r>
          </a:p>
          <a:p>
            <a:r>
              <a:rPr lang="fr-FR" smtClean="0"/>
              <a:t>	5-  TRÉSOR DE MON ÂME ET DE MON CŒUR DANS MA FAIBLESSE TU ES BON</a:t>
            </a:r>
          </a:p>
          <a:p>
            <a:r>
              <a:rPr lang="fr-FR" smtClean="0"/>
              <a:t>	     Treasure of my heart and of my soul In my weakness you are merciful </a:t>
            </a:r>
          </a:p>
          <a:p>
            <a:r>
              <a:rPr lang="fr-FR" smtClean="0"/>
              <a:t>	6-  SEIGNEUR RÉDEMPTEUR DE TOUTES MES ERREURS PASSÉES </a:t>
            </a:r>
          </a:p>
          <a:p>
            <a:r>
              <a:rPr lang="fr-FR" smtClean="0"/>
              <a:t>	     Redeemer of my past and present wrongs </a:t>
            </a:r>
          </a:p>
          <a:p>
            <a:r>
              <a:rPr lang="fr-FR" smtClean="0"/>
              <a:t>	7-  GARDIEN DE TOUTE MON ÉTERNITÉ</a:t>
            </a:r>
          </a:p>
          <a:p>
            <a:r>
              <a:rPr lang="fr-FR" smtClean="0"/>
              <a:t>	     And holder of my future days to come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8-  TA PRÉSENCE EST TOUTE MA VIE TA PRÉSENCE EST TOUTE MA VIE</a:t>
            </a:r>
          </a:p>
          <a:p>
            <a:r>
              <a:rPr lang="fr-FR" smtClean="0"/>
              <a:t>     Your presence is heaven to me Your presence is heaven to me</a:t>
            </a:r>
          </a:p>
          <a:p>
            <a:endParaRPr lang="fr-FR" smtClean="0"/>
          </a:p>
          <a:p>
            <a:r>
              <a:rPr lang="fr-FR" smtClean="0"/>
              <a:t>9-  OH JÉSUS, OH JÉSUS TA PRÉSENCE EST TOUTE MA VIE  x2</a:t>
            </a:r>
          </a:p>
          <a:p>
            <a:r>
              <a:rPr lang="fr-FR" smtClean="0"/>
              <a:t>     Oh Jesus, Oh Jesus, Your presence is heaven to me</a:t>
            </a:r>
          </a:p>
          <a:p>
            <a:endParaRPr lang="fr-FR" smtClean="0"/>
          </a:p>
          <a:p>
            <a:r>
              <a:rPr lang="fr-FR" smtClean="0"/>
              <a:t>10-  TOUTE MA VIE SUR TERRE J’ATTENDRAI LE JOUR OÙ FACE À FACE JE TE VERRAI</a:t>
            </a:r>
          </a:p>
          <a:p>
            <a:r>
              <a:rPr lang="fr-FR" smtClean="0"/>
              <a:t>     All my days on earth I will await  The moment that I see You face to face</a:t>
            </a:r>
          </a:p>
          <a:p>
            <a:r>
              <a:rPr lang="fr-FR" smtClean="0"/>
              <a:t>11-  RIEN DANS CE MONDE NE PEUT ME COMBLER</a:t>
            </a:r>
          </a:p>
          <a:p>
            <a:r>
              <a:rPr lang="fr-FR" smtClean="0"/>
              <a:t>       Nothing in this world can satisfy</a:t>
            </a:r>
          </a:p>
          <a:p>
            <a:r>
              <a:rPr lang="fr-FR" smtClean="0"/>
              <a:t>12-  MAIS JÉSUS, TA COUPE NE TARIT JAMAIS OH JÉSUS, TA COUPE NE TARIT JAMAIS</a:t>
            </a:r>
          </a:p>
          <a:p>
            <a:r>
              <a:rPr lang="fr-FR" smtClean="0"/>
              <a:t>       But Jesus You're the cup that won't run dry Oh Jesus You're the cup that won't run dry You never run dry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SUR TOUTE LA TERRE QUI EST COMME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is like You Lord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INCOMPARABLE AMOUR ET BEAUTÉ RIEN DANS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Matchless love and beauty, endless worth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NE PEUT ME COMBLER MAIS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in this world will satisfy Jesus, You're the cup that won't run dry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
	4-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TRÉSOR DE MON ÂME ET DE MON CŒUR DANS MA FAIBLESSE TU ES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Treasure of my heart and of my soul In my weakness you are merciful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SEIGNEUR RÉDEMPTEUR DE TOUTES MES ERREURS PASSÉES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Redeemer of my past and present wrongs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GARDIEN DE TOUTE MON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And holder of my future days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OH JÉSUS, OH JÉSUS TA PRÉSENCE EST TOUTE MA VIE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Jesus, Oh Jesus,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TOUTE MA VIE SUR TERRE J’ATTENDRAI LE JOUR OÙ FACE À FACE JE TE VERRAI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All my days on earth I will await  The moment that I see You face to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RIEN DANS CE MONDE NE PEUT ME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Nothing in this world can satisfy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MAIS JÉSUS, TA COUPE NE TARIT JAMAIS OH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Jesus You're the cup that won't run dry Oh Jesus You're the cup that won't run dry You never run dry</a:t>
            </a: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</a:t>
            </a:r>
          </a:p>
          <a:p>
            <a:r>
              <a:rPr lang="fr-FR" smtClean="0"/>
              <a:t>Who is like You Lord in all the earth</a:t>
            </a:r>
          </a:p>
          <a:p>
            <a:r>
              <a:rPr lang="fr-FR" smtClean="0"/>
              <a:t>2-  INCOMPARABLE AMOUR ET BEAUTÉ RIEN DANS CE MONDE</a:t>
            </a:r>
          </a:p>
          <a:p>
            <a:r>
              <a:rPr lang="fr-FR" smtClean="0"/>
              <a:t>Matchless love and beauty, endless worth</a:t>
            </a:r>
          </a:p>
          <a:p>
            <a:r>
              <a:rPr lang="fr-FR" smtClean="0"/>
              <a:t>3-  NE PEUT ME COMBLER MAIS JÉSUS, TA COUPE NE TARIT JAMAIS</a:t>
            </a:r>
          </a:p>
          <a:p>
            <a:r>
              <a:rPr lang="fr-FR" smtClean="0"/>
              <a:t>Nothing in this world will satisfy Jesus, You're the cup that won't run dry</a:t>
            </a:r>
          </a:p>
          <a:p>
            <a:endParaRPr lang="fr-FR" smtClean="0"/>
          </a:p>
          <a:p>
            <a:r>
              <a:rPr lang="fr-FR" smtClean="0"/>
              <a:t>	Refrain 
	4-  TA PRÉSENCE EST TOUTE MA VIE TA PRÉSENCE EST TOUTE MA VIE</a:t>
            </a:r>
          </a:p>
          <a:p>
            <a:r>
              <a:rPr lang="fr-FR" smtClean="0"/>
              <a:t>	     Your presence is heaven to me Your presence is heaven to me</a:t>
            </a:r>
          </a:p>
          <a:p>
            <a:r>
              <a:rPr lang="fr-FR" smtClean="0"/>
              <a:t>	5-  TRÉSOR DE MON ÂME ET DE MON CŒUR DANS MA FAIBLESSE TU ES BON</a:t>
            </a:r>
          </a:p>
          <a:p>
            <a:r>
              <a:rPr lang="fr-FR" smtClean="0"/>
              <a:t>	     Treasure of my heart and of my soul In my weakness you are merciful </a:t>
            </a:r>
          </a:p>
          <a:p>
            <a:r>
              <a:rPr lang="fr-FR" smtClean="0"/>
              <a:t>	6-  SEIGNEUR RÉDEMPTEUR DE TOUTES MES ERREURS PASSÉES </a:t>
            </a:r>
          </a:p>
          <a:p>
            <a:r>
              <a:rPr lang="fr-FR" smtClean="0"/>
              <a:t>	     Redeemer of my past and present wrongs </a:t>
            </a:r>
          </a:p>
          <a:p>
            <a:r>
              <a:rPr lang="fr-FR" smtClean="0"/>
              <a:t>	7-  GARDIEN DE TOUTE MON ÉTERNITÉ</a:t>
            </a:r>
          </a:p>
          <a:p>
            <a:r>
              <a:rPr lang="fr-FR" smtClean="0"/>
              <a:t>	     And holder of my future days to come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8-  TA PRÉSENCE EST TOUTE MA VIE TA PRÉSENCE EST TOUTE MA VIE</a:t>
            </a:r>
          </a:p>
          <a:p>
            <a:r>
              <a:rPr lang="fr-FR" smtClean="0"/>
              <a:t>     Your presence is heaven to me Your presence is heaven to me</a:t>
            </a:r>
          </a:p>
          <a:p>
            <a:endParaRPr lang="fr-FR" smtClean="0"/>
          </a:p>
          <a:p>
            <a:r>
              <a:rPr lang="fr-FR" smtClean="0"/>
              <a:t>9-  OH JÉSUS, OH JÉSUS TA PRÉSENCE EST TOUTE MA VIE  x2</a:t>
            </a:r>
          </a:p>
          <a:p>
            <a:r>
              <a:rPr lang="fr-FR" smtClean="0"/>
              <a:t>     Oh Jesus, Oh Jesus, Your presence is heaven to me</a:t>
            </a:r>
          </a:p>
          <a:p>
            <a:endParaRPr lang="fr-FR" smtClean="0"/>
          </a:p>
          <a:p>
            <a:r>
              <a:rPr lang="fr-FR" smtClean="0"/>
              <a:t>10-  TOUTE MA VIE SUR TERRE J’ATTENDRAI LE JOUR OÙ FACE À FACE JE TE VERRAI</a:t>
            </a:r>
          </a:p>
          <a:p>
            <a:r>
              <a:rPr lang="fr-FR" smtClean="0"/>
              <a:t>     All my days on earth I will await  The moment that I see You face to face</a:t>
            </a:r>
          </a:p>
          <a:p>
            <a:r>
              <a:rPr lang="fr-FR" smtClean="0"/>
              <a:t>11-  RIEN DANS CE MONDE NE PEUT ME COMBLER</a:t>
            </a:r>
          </a:p>
          <a:p>
            <a:r>
              <a:rPr lang="fr-FR" smtClean="0"/>
              <a:t>       Nothing in this world can satisfy</a:t>
            </a:r>
          </a:p>
          <a:p>
            <a:r>
              <a:rPr lang="fr-FR" smtClean="0"/>
              <a:t>12-  MAIS JÉSUS, TA COUPE NE TARIT JAMAIS OH JÉSUS, TA COUPE NE TARIT JAMAIS</a:t>
            </a:r>
          </a:p>
          <a:p>
            <a:r>
              <a:rPr lang="fr-FR" smtClean="0"/>
              <a:t>       But Jesus You're the cup that won't run dry Oh Jesus You're the cup that won't run dry You never run dry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SUR TOUTE LA TERRE QUI EST COMME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is like You Lord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INCOMPARABLE AMOUR ET BEAUTÉ RIEN DANS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Matchless love and beauty, endless worth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NE PEUT ME COMBLER MAIS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in this world will satisfy Jesus, You're the cup that won't run dry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
	4-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TRÉSOR DE MON ÂME ET DE MON CŒUR DANS MA FAIBLESSE TU ES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Treasure of my heart and of my soul In my weakness you are merciful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SEIGNEUR RÉDEMPTEUR DE TOUTES MES ERREURS PASSÉES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Redeemer of my past and present wrongs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GARDIEN DE TOUTE MON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And holder of my future days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OH JÉSUS, OH JÉSUS TA PRÉSENCE EST TOUTE MA VIE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Jesus, Oh Jesus,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TOUTE MA VIE SUR TERRE J’ATTENDRAI LE JOUR OÙ FACE À FACE JE TE VERRAI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All my days on earth I will await  The moment that I see You face to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RIEN DANS CE MONDE NE PEUT ME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Nothing in this world can satisfy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MAIS JÉSUS, TA COUPE NE TARIT JAMAIS OH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Jesus You're the cup that won't run dry Oh Jesus You're the cup that won't run dry You never run dry</a:t>
            </a: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</a:t>
            </a:r>
          </a:p>
          <a:p>
            <a:r>
              <a:rPr lang="fr-FR" smtClean="0"/>
              <a:t>Who is like You Lord in all the earth</a:t>
            </a:r>
          </a:p>
          <a:p>
            <a:r>
              <a:rPr lang="fr-FR" smtClean="0"/>
              <a:t>2-  INCOMPARABLE AMOUR ET BEAUTÉ RIEN DANS CE MONDE</a:t>
            </a:r>
          </a:p>
          <a:p>
            <a:r>
              <a:rPr lang="fr-FR" smtClean="0"/>
              <a:t>Matchless love and beauty, endless worth</a:t>
            </a:r>
          </a:p>
          <a:p>
            <a:r>
              <a:rPr lang="fr-FR" smtClean="0"/>
              <a:t>3-  NE PEUT ME COMBLER MAIS JÉSUS, TA COUPE NE TARIT JAMAIS</a:t>
            </a:r>
          </a:p>
          <a:p>
            <a:r>
              <a:rPr lang="fr-FR" smtClean="0"/>
              <a:t>Nothing in this world will satisfy Jesus, You're the cup that won't run dry</a:t>
            </a:r>
          </a:p>
          <a:p>
            <a:endParaRPr lang="fr-FR" smtClean="0"/>
          </a:p>
          <a:p>
            <a:r>
              <a:rPr lang="fr-FR" smtClean="0"/>
              <a:t>	Refrain 
	4-  TA PRÉSENCE EST TOUTE MA VIE TA PRÉSENCE EST TOUTE MA VIE</a:t>
            </a:r>
          </a:p>
          <a:p>
            <a:r>
              <a:rPr lang="fr-FR" smtClean="0"/>
              <a:t>	     Your presence is heaven to me Your presence is heaven to me</a:t>
            </a:r>
          </a:p>
          <a:p>
            <a:r>
              <a:rPr lang="fr-FR" smtClean="0"/>
              <a:t>	5-  TRÉSOR DE MON ÂME ET DE MON CŒUR DANS MA FAIBLESSE TU ES BON</a:t>
            </a:r>
          </a:p>
          <a:p>
            <a:r>
              <a:rPr lang="fr-FR" smtClean="0"/>
              <a:t>	     Treasure of my heart and of my soul In my weakness you are merciful </a:t>
            </a:r>
          </a:p>
          <a:p>
            <a:r>
              <a:rPr lang="fr-FR" smtClean="0"/>
              <a:t>	6-  SEIGNEUR RÉDEMPTEUR DE TOUTES MES ERREURS PASSÉES </a:t>
            </a:r>
          </a:p>
          <a:p>
            <a:r>
              <a:rPr lang="fr-FR" smtClean="0"/>
              <a:t>	     Redeemer of my past and present wrongs </a:t>
            </a:r>
          </a:p>
          <a:p>
            <a:r>
              <a:rPr lang="fr-FR" smtClean="0"/>
              <a:t>	7-  GARDIEN DE TOUTE MON ÉTERNITÉ</a:t>
            </a:r>
          </a:p>
          <a:p>
            <a:r>
              <a:rPr lang="fr-FR" smtClean="0"/>
              <a:t>	     And holder of my future days to come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8-  TA PRÉSENCE EST TOUTE MA VIE TA PRÉSENCE EST TOUTE MA VIE</a:t>
            </a:r>
          </a:p>
          <a:p>
            <a:r>
              <a:rPr lang="fr-FR" smtClean="0"/>
              <a:t>     Your presence is heaven to me Your presence is heaven to me</a:t>
            </a:r>
          </a:p>
          <a:p>
            <a:endParaRPr lang="fr-FR" smtClean="0"/>
          </a:p>
          <a:p>
            <a:r>
              <a:rPr lang="fr-FR" smtClean="0"/>
              <a:t>9-  OH JÉSUS, OH JÉSUS TA PRÉSENCE EST TOUTE MA VIE  x2</a:t>
            </a:r>
          </a:p>
          <a:p>
            <a:r>
              <a:rPr lang="fr-FR" smtClean="0"/>
              <a:t>     Oh Jesus, Oh Jesus, Your presence is heaven to me</a:t>
            </a:r>
          </a:p>
          <a:p>
            <a:endParaRPr lang="fr-FR" smtClean="0"/>
          </a:p>
          <a:p>
            <a:r>
              <a:rPr lang="fr-FR" smtClean="0"/>
              <a:t>10-  TOUTE MA VIE SUR TERRE J’ATTENDRAI LE JOUR OÙ FACE À FACE JE TE VERRAI</a:t>
            </a:r>
          </a:p>
          <a:p>
            <a:r>
              <a:rPr lang="fr-FR" smtClean="0"/>
              <a:t>     All my days on earth I will await  The moment that I see You face to face</a:t>
            </a:r>
          </a:p>
          <a:p>
            <a:r>
              <a:rPr lang="fr-FR" smtClean="0"/>
              <a:t>11-  RIEN DANS CE MONDE NE PEUT ME COMBLER</a:t>
            </a:r>
          </a:p>
          <a:p>
            <a:r>
              <a:rPr lang="fr-FR" smtClean="0"/>
              <a:t>       Nothing in this world can satisfy</a:t>
            </a:r>
          </a:p>
          <a:p>
            <a:r>
              <a:rPr lang="fr-FR" smtClean="0"/>
              <a:t>12-  MAIS JÉSUS, TA COUPE NE TARIT JAMAIS OH JÉSUS, TA COUPE NE TARIT JAMAIS</a:t>
            </a:r>
          </a:p>
          <a:p>
            <a:r>
              <a:rPr lang="fr-FR" smtClean="0"/>
              <a:t>       But Jesus You're the cup that won't run dry Oh Jesus You're the cup that won't run dry You never run dry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SUR TOUTE LA TERRE QUI EST COMME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is like You Lord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INCOMPARABLE AMOUR ET BEAUTÉ RIEN DANS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Matchless love and beauty, endless worth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NE PEUT ME COMBLER MAIS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in this world will satisfy Jesus, You're the cup that won't run dry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
	4-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TRÉSOR DE MON ÂME ET DE MON CŒUR DANS MA FAIBLESSE TU ES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Treasure of my heart and of my soul In my weakness you are merciful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SEIGNEUR RÉDEMPTEUR DE TOUTES MES ERREURS PASSÉES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Redeemer of my past and present wrongs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GARDIEN DE TOUTE MON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And holder of my future days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OH JÉSUS, OH JÉSUS TA PRÉSENCE EST TOUTE MA VIE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Jesus, Oh Jesus,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TOUTE MA VIE SUR TERRE J’ATTENDRAI LE JOUR OÙ FACE À FACE JE TE VERRAI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All my days on earth I will await  The moment that I see You face to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RIEN DANS CE MONDE NE PEUT ME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Nothing in this world can satisfy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MAIS JÉSUS, TA COUPE NE TARIT JAMAIS OH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Jesus You're the cup that won't run dry Oh Jesus You're the cup that won't run dry You never run dry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</a:t>
            </a:r>
          </a:p>
          <a:p>
            <a:r>
              <a:rPr lang="fr-FR" smtClean="0"/>
              <a:t>Who is like You Lord in all the earth</a:t>
            </a:r>
          </a:p>
          <a:p>
            <a:r>
              <a:rPr lang="fr-FR" smtClean="0"/>
              <a:t>2-  INCOMPARABLE AMOUR ET BEAUTÉ RIEN DANS CE MONDE</a:t>
            </a:r>
          </a:p>
          <a:p>
            <a:r>
              <a:rPr lang="fr-FR" smtClean="0"/>
              <a:t>Matchless love and beauty, endless worth</a:t>
            </a:r>
          </a:p>
          <a:p>
            <a:r>
              <a:rPr lang="fr-FR" smtClean="0"/>
              <a:t>3-  NE PEUT ME COMBLER MAIS JÉSUS, TA COUPE NE TARIT JAMAIS</a:t>
            </a:r>
          </a:p>
          <a:p>
            <a:r>
              <a:rPr lang="fr-FR" smtClean="0"/>
              <a:t>Nothing in this world will satisfy Jesus, You're the cup that won't run dry</a:t>
            </a:r>
          </a:p>
          <a:p>
            <a:endParaRPr lang="fr-FR" smtClean="0"/>
          </a:p>
          <a:p>
            <a:r>
              <a:rPr lang="fr-FR" smtClean="0"/>
              <a:t>	Refrain 
	4-  TA PRÉSENCE EST TOUTE MA VIE TA PRÉSENCE EST TOUTE MA VIE</a:t>
            </a:r>
          </a:p>
          <a:p>
            <a:r>
              <a:rPr lang="fr-FR" smtClean="0"/>
              <a:t>	     Your presence is heaven to me Your presence is heaven to me</a:t>
            </a:r>
          </a:p>
          <a:p>
            <a:r>
              <a:rPr lang="fr-FR" smtClean="0"/>
              <a:t>	5-  TRÉSOR DE MON ÂME ET DE MON CŒUR DANS MA FAIBLESSE TU ES BON</a:t>
            </a:r>
          </a:p>
          <a:p>
            <a:r>
              <a:rPr lang="fr-FR" smtClean="0"/>
              <a:t>	     Treasure of my heart and of my soul In my weakness you are merciful </a:t>
            </a:r>
          </a:p>
          <a:p>
            <a:r>
              <a:rPr lang="fr-FR" smtClean="0"/>
              <a:t>	6-  SEIGNEUR RÉDEMPTEUR DE TOUTES MES ERREURS PASSÉES </a:t>
            </a:r>
          </a:p>
          <a:p>
            <a:r>
              <a:rPr lang="fr-FR" smtClean="0"/>
              <a:t>	     Redeemer of my past and present wrongs </a:t>
            </a:r>
          </a:p>
          <a:p>
            <a:r>
              <a:rPr lang="fr-FR" smtClean="0"/>
              <a:t>	7-  GARDIEN DE TOUTE MON ÉTERNITÉ</a:t>
            </a:r>
          </a:p>
          <a:p>
            <a:r>
              <a:rPr lang="fr-FR" smtClean="0"/>
              <a:t>	     And holder of my future days to come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8-  TA PRÉSENCE EST TOUTE MA VIE TA PRÉSENCE EST TOUTE MA VIE</a:t>
            </a:r>
          </a:p>
          <a:p>
            <a:r>
              <a:rPr lang="fr-FR" smtClean="0"/>
              <a:t>     Your presence is heaven to me Your presence is heaven to me</a:t>
            </a:r>
          </a:p>
          <a:p>
            <a:endParaRPr lang="fr-FR" smtClean="0"/>
          </a:p>
          <a:p>
            <a:r>
              <a:rPr lang="fr-FR" smtClean="0"/>
              <a:t>9-  OH JÉSUS, OH JÉSUS TA PRÉSENCE EST TOUTE MA VIE  x2</a:t>
            </a:r>
          </a:p>
          <a:p>
            <a:r>
              <a:rPr lang="fr-FR" smtClean="0"/>
              <a:t>     Oh Jesus, Oh Jesus, Your presence is heaven to me</a:t>
            </a:r>
          </a:p>
          <a:p>
            <a:endParaRPr lang="fr-FR" smtClean="0"/>
          </a:p>
          <a:p>
            <a:r>
              <a:rPr lang="fr-FR" smtClean="0"/>
              <a:t>10-  TOUTE MA VIE SUR TERRE J’ATTENDRAI LE JOUR OÙ FACE À FACE JE TE VERRAI</a:t>
            </a:r>
          </a:p>
          <a:p>
            <a:r>
              <a:rPr lang="fr-FR" smtClean="0"/>
              <a:t>     All my days on earth I will await  The moment that I see You face to face</a:t>
            </a:r>
          </a:p>
          <a:p>
            <a:r>
              <a:rPr lang="fr-FR" smtClean="0"/>
              <a:t>11-  RIEN DANS CE MONDE NE PEUT ME COMBLER</a:t>
            </a:r>
          </a:p>
          <a:p>
            <a:r>
              <a:rPr lang="fr-FR" smtClean="0"/>
              <a:t>       Nothing in this world can satisfy</a:t>
            </a:r>
          </a:p>
          <a:p>
            <a:r>
              <a:rPr lang="fr-FR" smtClean="0"/>
              <a:t>12-  MAIS JÉSUS, TA COUPE NE TARIT JAMAIS OH JÉSUS, TA COUPE NE TARIT JAMAIS</a:t>
            </a:r>
          </a:p>
          <a:p>
            <a:r>
              <a:rPr lang="fr-FR" smtClean="0"/>
              <a:t>       But Jesus You're the cup that won't run dry Oh Jesus You're the cup that won't run dry You never run dry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SUR TOUTE LA TERRE QUI EST COMME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is like You Lord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INCOMPARABLE AMOUR ET BEAUTÉ RIEN DANS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Matchless love and beauty, endless worth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NE PEUT ME COMBLER MAIS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in this world will satisfy Jesus, You're the cup that won't run dry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
	4-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TRÉSOR DE MON ÂME ET DE MON CŒUR DANS MA FAIBLESSE TU ES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Treasure of my heart and of my soul In my weakness you are merciful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SEIGNEUR RÉDEMPTEUR DE TOUTES MES ERREURS PASSÉES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Redeemer of my past and present wrongs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GARDIEN DE TOUTE MON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And holder of my future days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OH JÉSUS, OH JÉSUS TA PRÉSENCE EST TOUTE MA VIE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Jesus, Oh Jesus,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TOUTE MA VIE SUR TERRE J’ATTENDRAI LE JOUR OÙ FACE À FACE JE TE VERRAI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All my days on earth I will await  The moment that I see You face to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RIEN DANS CE MONDE NE PEUT ME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Nothing in this world can satisfy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MAIS JÉSUS, TA COUPE NE TARIT JAMAIS OH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Jesus You're the cup that won't run dry Oh Jesus You're the cup that won't run dry You never run dry</a:t>
            </a: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</a:t>
            </a:r>
          </a:p>
          <a:p>
            <a:r>
              <a:rPr lang="fr-FR" smtClean="0"/>
              <a:t>Who is like You Lord in all the earth</a:t>
            </a:r>
          </a:p>
          <a:p>
            <a:r>
              <a:rPr lang="fr-FR" smtClean="0"/>
              <a:t>2-  INCOMPARABLE AMOUR ET BEAUTÉ RIEN DANS CE MONDE</a:t>
            </a:r>
          </a:p>
          <a:p>
            <a:r>
              <a:rPr lang="fr-FR" smtClean="0"/>
              <a:t>Matchless love and beauty, endless worth</a:t>
            </a:r>
          </a:p>
          <a:p>
            <a:r>
              <a:rPr lang="fr-FR" smtClean="0"/>
              <a:t>3-  NE PEUT ME COMBLER MAIS JÉSUS, TA COUPE NE TARIT JAMAIS</a:t>
            </a:r>
          </a:p>
          <a:p>
            <a:r>
              <a:rPr lang="fr-FR" smtClean="0"/>
              <a:t>Nothing in this world will satisfy Jesus, You're the cup that won't run dry</a:t>
            </a:r>
          </a:p>
          <a:p>
            <a:endParaRPr lang="fr-FR" smtClean="0"/>
          </a:p>
          <a:p>
            <a:r>
              <a:rPr lang="fr-FR" smtClean="0"/>
              <a:t>	Refrain 
	4-  TA PRÉSENCE EST TOUTE MA VIE TA PRÉSENCE EST TOUTE MA VIE</a:t>
            </a:r>
          </a:p>
          <a:p>
            <a:r>
              <a:rPr lang="fr-FR" smtClean="0"/>
              <a:t>	     Your presence is heaven to me Your presence is heaven to me</a:t>
            </a:r>
          </a:p>
          <a:p>
            <a:r>
              <a:rPr lang="fr-FR" smtClean="0"/>
              <a:t>	5-  TRÉSOR DE MON ÂME ET DE MON CŒUR DANS MA FAIBLESSE TU ES BON</a:t>
            </a:r>
          </a:p>
          <a:p>
            <a:r>
              <a:rPr lang="fr-FR" smtClean="0"/>
              <a:t>	     Treasure of my heart and of my soul In my weakness you are merciful </a:t>
            </a:r>
          </a:p>
          <a:p>
            <a:r>
              <a:rPr lang="fr-FR" smtClean="0"/>
              <a:t>	6-  SEIGNEUR RÉDEMPTEUR DE TOUTES MES ERREURS PASSÉES </a:t>
            </a:r>
          </a:p>
          <a:p>
            <a:r>
              <a:rPr lang="fr-FR" smtClean="0"/>
              <a:t>	     Redeemer of my past and present wrongs </a:t>
            </a:r>
          </a:p>
          <a:p>
            <a:r>
              <a:rPr lang="fr-FR" smtClean="0"/>
              <a:t>	7-  GARDIEN DE TOUTE MON ÉTERNITÉ</a:t>
            </a:r>
          </a:p>
          <a:p>
            <a:r>
              <a:rPr lang="fr-FR" smtClean="0"/>
              <a:t>	     And holder of my future days to come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8-  TA PRÉSENCE EST TOUTE MA VIE TA PRÉSENCE EST TOUTE MA VIE</a:t>
            </a:r>
          </a:p>
          <a:p>
            <a:r>
              <a:rPr lang="fr-FR" smtClean="0"/>
              <a:t>     Your presence is heaven to me Your presence is heaven to me</a:t>
            </a:r>
          </a:p>
          <a:p>
            <a:endParaRPr lang="fr-FR" smtClean="0"/>
          </a:p>
          <a:p>
            <a:r>
              <a:rPr lang="fr-FR" smtClean="0"/>
              <a:t>9-  OH JÉSUS, OH JÉSUS TA PRÉSENCE EST TOUTE MA VIE  x2</a:t>
            </a:r>
          </a:p>
          <a:p>
            <a:r>
              <a:rPr lang="fr-FR" smtClean="0"/>
              <a:t>     Oh Jesus, Oh Jesus, Your presence is heaven to me</a:t>
            </a:r>
          </a:p>
          <a:p>
            <a:endParaRPr lang="fr-FR" smtClean="0"/>
          </a:p>
          <a:p>
            <a:r>
              <a:rPr lang="fr-FR" smtClean="0"/>
              <a:t>10-  TOUTE MA VIE SUR TERRE J’ATTENDRAI LE JOUR OÙ FACE À FACE JE TE VERRAI</a:t>
            </a:r>
          </a:p>
          <a:p>
            <a:r>
              <a:rPr lang="fr-FR" smtClean="0"/>
              <a:t>     All my days on earth I will await  The moment that I see You face to face</a:t>
            </a:r>
          </a:p>
          <a:p>
            <a:r>
              <a:rPr lang="fr-FR" smtClean="0"/>
              <a:t>11-  RIEN DANS CE MONDE NE PEUT ME COMBLER</a:t>
            </a:r>
          </a:p>
          <a:p>
            <a:r>
              <a:rPr lang="fr-FR" smtClean="0"/>
              <a:t>       Nothing in this world can satisfy</a:t>
            </a:r>
          </a:p>
          <a:p>
            <a:r>
              <a:rPr lang="fr-FR" smtClean="0"/>
              <a:t>12-  MAIS JÉSUS, TA COUPE NE TARIT JAMAIS OH JÉSUS, TA COUPE NE TARIT JAMAIS</a:t>
            </a:r>
          </a:p>
          <a:p>
            <a:r>
              <a:rPr lang="fr-FR" smtClean="0"/>
              <a:t>       But Jesus You're the cup that won't run dry Oh Jesus You're the cup that won't run dry You never run dry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SUR TOUTE LA TERRE QUI EST COMME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You Lord in all the </a:t>
            </a:r>
            <a:r>
              <a:rPr lang="fr-FR" dirty="0" err="1" smtClean="0"/>
              <a:t>earth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INCOMPARABLE AMOUR ET BEAUTÉ RIEN DANS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Matchless</a:t>
            </a:r>
            <a:r>
              <a:rPr lang="fr-FR" dirty="0" smtClean="0"/>
              <a:t> love and beauty, </a:t>
            </a:r>
            <a:r>
              <a:rPr lang="fr-FR" dirty="0" err="1" smtClean="0"/>
              <a:t>endless</a:t>
            </a:r>
            <a:r>
              <a:rPr lang="fr-FR" dirty="0" smtClean="0"/>
              <a:t> </a:t>
            </a:r>
            <a:r>
              <a:rPr lang="fr-FR" dirty="0" err="1" smtClean="0"/>
              <a:t>worth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NE PEUT ME COMBLER MAIS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Nothing</a:t>
            </a:r>
            <a:r>
              <a:rPr lang="fr-FR" dirty="0" smtClean="0"/>
              <a:t> in </a:t>
            </a:r>
            <a:r>
              <a:rPr lang="fr-FR" dirty="0" err="1" smtClean="0"/>
              <a:t>this</a:t>
            </a:r>
            <a:r>
              <a:rPr lang="fr-FR" dirty="0" smtClean="0"/>
              <a:t> world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satisfy</a:t>
            </a:r>
            <a:r>
              <a:rPr lang="fr-FR" dirty="0" smtClean="0"/>
              <a:t> </a:t>
            </a:r>
            <a:r>
              <a:rPr lang="fr-FR" dirty="0" err="1" smtClean="0"/>
              <a:t>Jesus</a:t>
            </a:r>
            <a:r>
              <a:rPr lang="fr-FR" dirty="0" smtClean="0"/>
              <a:t>,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cup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won't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 
	4-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TRÉSOR DE MON ÂME ET DE MON CŒUR DANS MA FAIBLESSE TU ES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Treasure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and of </a:t>
            </a:r>
            <a:r>
              <a:rPr lang="fr-FR" dirty="0" err="1" smtClean="0"/>
              <a:t>my</a:t>
            </a:r>
            <a:r>
              <a:rPr lang="fr-FR" dirty="0" smtClean="0"/>
              <a:t> soul In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weakness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</a:t>
            </a:r>
            <a:r>
              <a:rPr lang="fr-FR" dirty="0" err="1" smtClean="0"/>
              <a:t>merciful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SEIGNEUR RÉDEMPTEUR DE TOUTES MES ERREURS PASSÉES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Redeemer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past</a:t>
            </a:r>
            <a:r>
              <a:rPr lang="fr-FR" dirty="0" smtClean="0"/>
              <a:t> and </a:t>
            </a:r>
            <a:r>
              <a:rPr lang="fr-FR" dirty="0" err="1" smtClean="0"/>
              <a:t>present</a:t>
            </a:r>
            <a:r>
              <a:rPr lang="fr-FR" dirty="0" smtClean="0"/>
              <a:t> </a:t>
            </a:r>
            <a:r>
              <a:rPr lang="fr-FR" dirty="0" err="1" smtClean="0"/>
              <a:t>wrongs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GARDIEN DE TOUTE MON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And </a:t>
            </a:r>
            <a:r>
              <a:rPr lang="fr-FR" dirty="0" err="1" smtClean="0"/>
              <a:t>holder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future </a:t>
            </a:r>
            <a:r>
              <a:rPr lang="fr-FR" dirty="0" err="1" smtClean="0"/>
              <a:t>days</a:t>
            </a:r>
            <a:r>
              <a:rPr lang="fr-FR" dirty="0" smtClean="0"/>
              <a:t>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OH JÉSUS, OH JÉSUS TA PRÉSENCE EST TOUTE MA VIE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Oh </a:t>
            </a:r>
            <a:r>
              <a:rPr lang="fr-FR" dirty="0" err="1" smtClean="0"/>
              <a:t>Jesus</a:t>
            </a:r>
            <a:r>
              <a:rPr lang="fr-FR" dirty="0" smtClean="0"/>
              <a:t>, Oh </a:t>
            </a:r>
            <a:r>
              <a:rPr lang="fr-FR" dirty="0" err="1" smtClean="0"/>
              <a:t>Jesus</a:t>
            </a:r>
            <a:r>
              <a:rPr lang="fr-FR" dirty="0" smtClean="0"/>
              <a:t>,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TOUTE MA VIE SUR TERRE J’ATTENDRAI LE JOUR OÙ FACE À FACE JE TE VERRAI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All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days</a:t>
            </a:r>
            <a:r>
              <a:rPr lang="fr-FR" dirty="0" smtClean="0"/>
              <a:t> on </a:t>
            </a:r>
            <a:r>
              <a:rPr lang="fr-FR" dirty="0" err="1" smtClean="0"/>
              <a:t>earth</a:t>
            </a:r>
            <a:r>
              <a:rPr lang="fr-FR" dirty="0" smtClean="0"/>
              <a:t> I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await</a:t>
            </a:r>
            <a:r>
              <a:rPr lang="fr-FR" dirty="0" smtClean="0"/>
              <a:t>  The moment </a:t>
            </a:r>
            <a:r>
              <a:rPr lang="fr-FR" dirty="0" err="1" smtClean="0"/>
              <a:t>that</a:t>
            </a:r>
            <a:r>
              <a:rPr lang="fr-FR" dirty="0" smtClean="0"/>
              <a:t> I </a:t>
            </a:r>
            <a:r>
              <a:rPr lang="fr-FR" dirty="0" err="1" smtClean="0"/>
              <a:t>see</a:t>
            </a:r>
            <a:r>
              <a:rPr lang="fr-FR" dirty="0" smtClean="0"/>
              <a:t> You face to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RIEN DANS CE MONDE NE PEUT ME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Nothing</a:t>
            </a:r>
            <a:r>
              <a:rPr lang="fr-FR" dirty="0" smtClean="0"/>
              <a:t> in </a:t>
            </a:r>
            <a:r>
              <a:rPr lang="fr-FR" dirty="0" err="1" smtClean="0"/>
              <a:t>this</a:t>
            </a:r>
            <a:r>
              <a:rPr lang="fr-FR" dirty="0" smtClean="0"/>
              <a:t> world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satisfy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MAIS JÉSUS, TA COUPE NE TARIT JAMAIS OH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But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cup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won't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 Oh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cup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won't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 You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</a:t>
            </a:r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</a:t>
            </a:r>
          </a:p>
          <a:p>
            <a:r>
              <a:rPr lang="fr-FR" smtClean="0"/>
              <a:t>Who is like You Lord in all the earth</a:t>
            </a:r>
          </a:p>
          <a:p>
            <a:r>
              <a:rPr lang="fr-FR" smtClean="0"/>
              <a:t>2-  INCOMPARABLE AMOUR ET BEAUTÉ RIEN DANS CE MONDE</a:t>
            </a:r>
          </a:p>
          <a:p>
            <a:r>
              <a:rPr lang="fr-FR" smtClean="0"/>
              <a:t>Matchless love and beauty, endless worth</a:t>
            </a:r>
          </a:p>
          <a:p>
            <a:r>
              <a:rPr lang="fr-FR" smtClean="0"/>
              <a:t>3-  NE PEUT ME COMBLER MAIS JÉSUS, TA COUPE NE TARIT JAMAIS</a:t>
            </a:r>
          </a:p>
          <a:p>
            <a:r>
              <a:rPr lang="fr-FR" smtClean="0"/>
              <a:t>Nothing in this world will satisfy Jesus, You're the cup that won't run dry</a:t>
            </a:r>
          </a:p>
          <a:p>
            <a:endParaRPr lang="fr-FR" smtClean="0"/>
          </a:p>
          <a:p>
            <a:r>
              <a:rPr lang="fr-FR" smtClean="0"/>
              <a:t>	Refrain 
	4-  TA PRÉSENCE EST TOUTE MA VIE TA PRÉSENCE EST TOUTE MA VIE</a:t>
            </a:r>
          </a:p>
          <a:p>
            <a:r>
              <a:rPr lang="fr-FR" smtClean="0"/>
              <a:t>	     Your presence is heaven to me Your presence is heaven to me</a:t>
            </a:r>
          </a:p>
          <a:p>
            <a:r>
              <a:rPr lang="fr-FR" smtClean="0"/>
              <a:t>	5-  TRÉSOR DE MON ÂME ET DE MON CŒUR DANS MA FAIBLESSE TU ES BON</a:t>
            </a:r>
          </a:p>
          <a:p>
            <a:r>
              <a:rPr lang="fr-FR" smtClean="0"/>
              <a:t>	     Treasure of my heart and of my soul In my weakness you are merciful </a:t>
            </a:r>
          </a:p>
          <a:p>
            <a:r>
              <a:rPr lang="fr-FR" smtClean="0"/>
              <a:t>	6-  SEIGNEUR RÉDEMPTEUR DE TOUTES MES ERREURS PASSÉES </a:t>
            </a:r>
          </a:p>
          <a:p>
            <a:r>
              <a:rPr lang="fr-FR" smtClean="0"/>
              <a:t>	     Redeemer of my past and present wrongs </a:t>
            </a:r>
          </a:p>
          <a:p>
            <a:r>
              <a:rPr lang="fr-FR" smtClean="0"/>
              <a:t>	7-  GARDIEN DE TOUTE MON ÉTERNITÉ</a:t>
            </a:r>
          </a:p>
          <a:p>
            <a:r>
              <a:rPr lang="fr-FR" smtClean="0"/>
              <a:t>	     And holder of my future days to come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8-  TA PRÉSENCE EST TOUTE MA VIE TA PRÉSENCE EST TOUTE MA VIE</a:t>
            </a:r>
          </a:p>
          <a:p>
            <a:r>
              <a:rPr lang="fr-FR" smtClean="0"/>
              <a:t>     Your presence is heaven to me Your presence is heaven to me</a:t>
            </a:r>
          </a:p>
          <a:p>
            <a:endParaRPr lang="fr-FR" smtClean="0"/>
          </a:p>
          <a:p>
            <a:r>
              <a:rPr lang="fr-FR" smtClean="0"/>
              <a:t>9-  OH JÉSUS, OH JÉSUS TA PRÉSENCE EST TOUTE MA VIE  x2</a:t>
            </a:r>
          </a:p>
          <a:p>
            <a:r>
              <a:rPr lang="fr-FR" smtClean="0"/>
              <a:t>     Oh Jesus, Oh Jesus, Your presence is heaven to me</a:t>
            </a:r>
          </a:p>
          <a:p>
            <a:endParaRPr lang="fr-FR" smtClean="0"/>
          </a:p>
          <a:p>
            <a:r>
              <a:rPr lang="fr-FR" smtClean="0"/>
              <a:t>10-  TOUTE MA VIE SUR TERRE J’ATTENDRAI LE JOUR OÙ FACE À FACE JE TE VERRAI</a:t>
            </a:r>
          </a:p>
          <a:p>
            <a:r>
              <a:rPr lang="fr-FR" smtClean="0"/>
              <a:t>     All my days on earth I will await  The moment that I see You face to face</a:t>
            </a:r>
          </a:p>
          <a:p>
            <a:r>
              <a:rPr lang="fr-FR" smtClean="0"/>
              <a:t>11-  RIEN DANS CE MONDE NE PEUT ME COMBLER</a:t>
            </a:r>
          </a:p>
          <a:p>
            <a:r>
              <a:rPr lang="fr-FR" smtClean="0"/>
              <a:t>       Nothing in this world can satisfy</a:t>
            </a:r>
          </a:p>
          <a:p>
            <a:r>
              <a:rPr lang="fr-FR" smtClean="0"/>
              <a:t>12-  MAIS JÉSUS, TA COUPE NE TARIT JAMAIS OH JÉSUS, TA COUPE NE TARIT JAMAIS</a:t>
            </a:r>
          </a:p>
          <a:p>
            <a:r>
              <a:rPr lang="fr-FR" smtClean="0"/>
              <a:t>       But Jesus You're the cup that won't run dry Oh Jesus You're the cup that won't run dry You never run dry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SUR TOUTE LA TERRE QUI EST COMME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is like You Lord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INCOMPARABLE AMOUR ET BEAUTÉ RIEN DANS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Matchless love and beauty, endless worth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NE PEUT ME COMBLER MAIS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in this world will satisfy Jesus, You're the cup that won't run dry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
	4-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TRÉSOR DE MON ÂME ET DE MON CŒUR DANS MA FAIBLESSE TU ES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Treasure of my heart and of my soul In my weakness you are merciful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SEIGNEUR RÉDEMPTEUR DE TOUTES MES ERREURS PASSÉES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Redeemer of my past and present wrongs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GARDIEN DE TOUTE MON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And holder of my future days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OH JÉSUS, OH JÉSUS TA PRÉSENCE EST TOUTE MA VIE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Jesus, Oh Jesus,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TOUTE MA VIE SUR TERRE J’ATTENDRAI LE JOUR OÙ FACE À FACE JE TE VERRAI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All my days on earth I will await  The moment that I see You face to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RIEN DANS CE MONDE NE PEUT ME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Nothing in this world can satisfy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MAIS JÉSUS, TA COUPE NE TARIT JAMAIS OH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Jesus You're the cup that won't run dry Oh Jesus You're the cup that won't run dry You never run dry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</a:t>
            </a:r>
          </a:p>
          <a:p>
            <a:r>
              <a:rPr lang="fr-FR" smtClean="0"/>
              <a:t>Who is like You Lord in all the earth</a:t>
            </a:r>
          </a:p>
          <a:p>
            <a:r>
              <a:rPr lang="fr-FR" smtClean="0"/>
              <a:t>2-  INCOMPARABLE AMOUR ET BEAUTÉ RIEN DANS CE MONDE</a:t>
            </a:r>
          </a:p>
          <a:p>
            <a:r>
              <a:rPr lang="fr-FR" smtClean="0"/>
              <a:t>Matchless love and beauty, endless worth</a:t>
            </a:r>
          </a:p>
          <a:p>
            <a:r>
              <a:rPr lang="fr-FR" smtClean="0"/>
              <a:t>3-  NE PEUT ME COMBLER MAIS JÉSUS, TA COUPE NE TARIT JAMAIS</a:t>
            </a:r>
          </a:p>
          <a:p>
            <a:r>
              <a:rPr lang="fr-FR" smtClean="0"/>
              <a:t>Nothing in this world will satisfy Jesus, You're the cup that won't run dry</a:t>
            </a:r>
          </a:p>
          <a:p>
            <a:endParaRPr lang="fr-FR" smtClean="0"/>
          </a:p>
          <a:p>
            <a:r>
              <a:rPr lang="fr-FR" smtClean="0"/>
              <a:t>	Refrain 
	4-  TA PRÉSENCE EST TOUTE MA VIE TA PRÉSENCE EST TOUTE MA VIE</a:t>
            </a:r>
          </a:p>
          <a:p>
            <a:r>
              <a:rPr lang="fr-FR" smtClean="0"/>
              <a:t>	     Your presence is heaven to me Your presence is heaven to me</a:t>
            </a:r>
          </a:p>
          <a:p>
            <a:r>
              <a:rPr lang="fr-FR" smtClean="0"/>
              <a:t>	5-  TRÉSOR DE MON ÂME ET DE MON CŒUR DANS MA FAIBLESSE TU ES BON</a:t>
            </a:r>
          </a:p>
          <a:p>
            <a:r>
              <a:rPr lang="fr-FR" smtClean="0"/>
              <a:t>	     Treasure of my heart and of my soul In my weakness you are merciful </a:t>
            </a:r>
          </a:p>
          <a:p>
            <a:r>
              <a:rPr lang="fr-FR" smtClean="0"/>
              <a:t>	6-  SEIGNEUR RÉDEMPTEUR DE TOUTES MES ERREURS PASSÉES </a:t>
            </a:r>
          </a:p>
          <a:p>
            <a:r>
              <a:rPr lang="fr-FR" smtClean="0"/>
              <a:t>	     Redeemer of my past and present wrongs </a:t>
            </a:r>
          </a:p>
          <a:p>
            <a:r>
              <a:rPr lang="fr-FR" smtClean="0"/>
              <a:t>	7-  GARDIEN DE TOUTE MON ÉTERNITÉ</a:t>
            </a:r>
          </a:p>
          <a:p>
            <a:r>
              <a:rPr lang="fr-FR" smtClean="0"/>
              <a:t>	     And holder of my future days to come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8-  TA PRÉSENCE EST TOUTE MA VIE TA PRÉSENCE EST TOUTE MA VIE</a:t>
            </a:r>
          </a:p>
          <a:p>
            <a:r>
              <a:rPr lang="fr-FR" smtClean="0"/>
              <a:t>     Your presence is heaven to me Your presence is heaven to me</a:t>
            </a:r>
          </a:p>
          <a:p>
            <a:endParaRPr lang="fr-FR" smtClean="0"/>
          </a:p>
          <a:p>
            <a:r>
              <a:rPr lang="fr-FR" smtClean="0"/>
              <a:t>9-  OH JÉSUS, OH JÉSUS TA PRÉSENCE EST TOUTE MA VIE  x2</a:t>
            </a:r>
          </a:p>
          <a:p>
            <a:r>
              <a:rPr lang="fr-FR" smtClean="0"/>
              <a:t>     Oh Jesus, Oh Jesus, Your presence is heaven to me</a:t>
            </a:r>
          </a:p>
          <a:p>
            <a:endParaRPr lang="fr-FR" smtClean="0"/>
          </a:p>
          <a:p>
            <a:r>
              <a:rPr lang="fr-FR" smtClean="0"/>
              <a:t>10-  TOUTE MA VIE SUR TERRE J’ATTENDRAI LE JOUR OÙ FACE À FACE JE TE VERRAI</a:t>
            </a:r>
          </a:p>
          <a:p>
            <a:r>
              <a:rPr lang="fr-FR" smtClean="0"/>
              <a:t>     All my days on earth I will await  The moment that I see You face to face</a:t>
            </a:r>
          </a:p>
          <a:p>
            <a:r>
              <a:rPr lang="fr-FR" smtClean="0"/>
              <a:t>11-  RIEN DANS CE MONDE NE PEUT ME COMBLER</a:t>
            </a:r>
          </a:p>
          <a:p>
            <a:r>
              <a:rPr lang="fr-FR" smtClean="0"/>
              <a:t>       Nothing in this world can satisfy</a:t>
            </a:r>
          </a:p>
          <a:p>
            <a:r>
              <a:rPr lang="fr-FR" smtClean="0"/>
              <a:t>12-  MAIS JÉSUS, TA COUPE NE TARIT JAMAIS OH JÉSUS, TA COUPE NE TARIT JAMAIS</a:t>
            </a:r>
          </a:p>
          <a:p>
            <a:r>
              <a:rPr lang="fr-FR" smtClean="0"/>
              <a:t>       But Jesus You're the cup that won't run dry Oh Jesus You're the cup that won't run dry You never run dry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SUR TOUTE LA TERRE QUI EST COMME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You Lord in all the </a:t>
            </a:r>
            <a:r>
              <a:rPr lang="fr-FR" dirty="0" err="1" smtClean="0"/>
              <a:t>earth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INCOMPARABLE AMOUR ET BEAUTÉ RIEN DANS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Matchless</a:t>
            </a:r>
            <a:r>
              <a:rPr lang="fr-FR" dirty="0" smtClean="0"/>
              <a:t> love and beauty, </a:t>
            </a:r>
            <a:r>
              <a:rPr lang="fr-FR" dirty="0" err="1" smtClean="0"/>
              <a:t>endless</a:t>
            </a:r>
            <a:r>
              <a:rPr lang="fr-FR" dirty="0" smtClean="0"/>
              <a:t> </a:t>
            </a:r>
            <a:r>
              <a:rPr lang="fr-FR" dirty="0" err="1" smtClean="0"/>
              <a:t>worth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NE PEUT ME COMBLER MAIS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Nothing</a:t>
            </a:r>
            <a:r>
              <a:rPr lang="fr-FR" dirty="0" smtClean="0"/>
              <a:t> in </a:t>
            </a:r>
            <a:r>
              <a:rPr lang="fr-FR" dirty="0" err="1" smtClean="0"/>
              <a:t>this</a:t>
            </a:r>
            <a:r>
              <a:rPr lang="fr-FR" dirty="0" smtClean="0"/>
              <a:t> world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satisfy</a:t>
            </a:r>
            <a:r>
              <a:rPr lang="fr-FR" dirty="0" smtClean="0"/>
              <a:t> </a:t>
            </a:r>
            <a:r>
              <a:rPr lang="fr-FR" dirty="0" err="1" smtClean="0"/>
              <a:t>Jesus</a:t>
            </a:r>
            <a:r>
              <a:rPr lang="fr-FR" dirty="0" smtClean="0"/>
              <a:t>,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cup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won't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 
	4-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TRÉSOR DE MON ÂME ET DE MON CŒUR DANS MA FAIBLESSE TU ES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Treasure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and of </a:t>
            </a:r>
            <a:r>
              <a:rPr lang="fr-FR" dirty="0" err="1" smtClean="0"/>
              <a:t>my</a:t>
            </a:r>
            <a:r>
              <a:rPr lang="fr-FR" dirty="0" smtClean="0"/>
              <a:t> soul In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weakness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</a:t>
            </a:r>
            <a:r>
              <a:rPr lang="fr-FR" dirty="0" err="1" smtClean="0"/>
              <a:t>merciful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SEIGNEUR RÉDEMPTEUR DE TOUTES MES ERREURS PASSÉES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Redeemer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past</a:t>
            </a:r>
            <a:r>
              <a:rPr lang="fr-FR" dirty="0" smtClean="0"/>
              <a:t> and </a:t>
            </a:r>
            <a:r>
              <a:rPr lang="fr-FR" dirty="0" err="1" smtClean="0"/>
              <a:t>present</a:t>
            </a:r>
            <a:r>
              <a:rPr lang="fr-FR" dirty="0" smtClean="0"/>
              <a:t> </a:t>
            </a:r>
            <a:r>
              <a:rPr lang="fr-FR" dirty="0" err="1" smtClean="0"/>
              <a:t>wrongs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GARDIEN DE TOUTE MON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And </a:t>
            </a:r>
            <a:r>
              <a:rPr lang="fr-FR" dirty="0" err="1" smtClean="0"/>
              <a:t>holder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future </a:t>
            </a:r>
            <a:r>
              <a:rPr lang="fr-FR" dirty="0" err="1" smtClean="0"/>
              <a:t>days</a:t>
            </a:r>
            <a:r>
              <a:rPr lang="fr-FR" dirty="0" smtClean="0"/>
              <a:t>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OH JÉSUS, OH JÉSUS TA PRÉSENCE EST TOUTE MA VIE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Oh </a:t>
            </a:r>
            <a:r>
              <a:rPr lang="fr-FR" dirty="0" err="1" smtClean="0"/>
              <a:t>Jesus</a:t>
            </a:r>
            <a:r>
              <a:rPr lang="fr-FR" dirty="0" smtClean="0"/>
              <a:t>, Oh </a:t>
            </a:r>
            <a:r>
              <a:rPr lang="fr-FR" dirty="0" err="1" smtClean="0"/>
              <a:t>Jesus</a:t>
            </a:r>
            <a:r>
              <a:rPr lang="fr-FR" dirty="0" smtClean="0"/>
              <a:t>,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TOUTE MA VIE SUR TERRE J’ATTENDRAI LE JOUR OÙ FACE À FACE JE TE VERRAI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All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days</a:t>
            </a:r>
            <a:r>
              <a:rPr lang="fr-FR" dirty="0" smtClean="0"/>
              <a:t> on </a:t>
            </a:r>
            <a:r>
              <a:rPr lang="fr-FR" dirty="0" err="1" smtClean="0"/>
              <a:t>earth</a:t>
            </a:r>
            <a:r>
              <a:rPr lang="fr-FR" dirty="0" smtClean="0"/>
              <a:t> I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await</a:t>
            </a:r>
            <a:r>
              <a:rPr lang="fr-FR" dirty="0" smtClean="0"/>
              <a:t>  The moment </a:t>
            </a:r>
            <a:r>
              <a:rPr lang="fr-FR" dirty="0" err="1" smtClean="0"/>
              <a:t>that</a:t>
            </a:r>
            <a:r>
              <a:rPr lang="fr-FR" dirty="0" smtClean="0"/>
              <a:t> I </a:t>
            </a:r>
            <a:r>
              <a:rPr lang="fr-FR" dirty="0" err="1" smtClean="0"/>
              <a:t>see</a:t>
            </a:r>
            <a:r>
              <a:rPr lang="fr-FR" dirty="0" smtClean="0"/>
              <a:t> You face to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RIEN DANS CE MONDE NE PEUT ME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Nothing</a:t>
            </a:r>
            <a:r>
              <a:rPr lang="fr-FR" dirty="0" smtClean="0"/>
              <a:t> in </a:t>
            </a:r>
            <a:r>
              <a:rPr lang="fr-FR" dirty="0" err="1" smtClean="0"/>
              <a:t>this</a:t>
            </a:r>
            <a:r>
              <a:rPr lang="fr-FR" dirty="0" smtClean="0"/>
              <a:t> world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satisfy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MAIS JÉSUS, TA COUPE NE TARIT JAMAIS OH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But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cup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won't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 Oh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cup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won't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 You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</a:t>
            </a: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</a:t>
            </a:r>
          </a:p>
          <a:p>
            <a:r>
              <a:rPr lang="fr-FR" smtClean="0"/>
              <a:t>Who is like You Lord in all the earth</a:t>
            </a:r>
          </a:p>
          <a:p>
            <a:r>
              <a:rPr lang="fr-FR" smtClean="0"/>
              <a:t>2-  INCOMPARABLE AMOUR ET BEAUTÉ RIEN DANS CE MONDE</a:t>
            </a:r>
          </a:p>
          <a:p>
            <a:r>
              <a:rPr lang="fr-FR" smtClean="0"/>
              <a:t>Matchless love and beauty, endless worth</a:t>
            </a:r>
          </a:p>
          <a:p>
            <a:r>
              <a:rPr lang="fr-FR" smtClean="0"/>
              <a:t>3-  NE PEUT ME COMBLER MAIS JÉSUS, TA COUPE NE TARIT JAMAIS</a:t>
            </a:r>
          </a:p>
          <a:p>
            <a:r>
              <a:rPr lang="fr-FR" smtClean="0"/>
              <a:t>Nothing in this world will satisfy Jesus, You're the cup that won't run dry</a:t>
            </a:r>
          </a:p>
          <a:p>
            <a:endParaRPr lang="fr-FR" smtClean="0"/>
          </a:p>
          <a:p>
            <a:r>
              <a:rPr lang="fr-FR" smtClean="0"/>
              <a:t>	Refrain 
	4-  TA PRÉSENCE EST TOUTE MA VIE TA PRÉSENCE EST TOUTE MA VIE</a:t>
            </a:r>
          </a:p>
          <a:p>
            <a:r>
              <a:rPr lang="fr-FR" smtClean="0"/>
              <a:t>	     Your presence is heaven to me Your presence is heaven to me</a:t>
            </a:r>
          </a:p>
          <a:p>
            <a:r>
              <a:rPr lang="fr-FR" smtClean="0"/>
              <a:t>	5-  TRÉSOR DE MON ÂME ET DE MON CŒUR DANS MA FAIBLESSE TU ES BON</a:t>
            </a:r>
          </a:p>
          <a:p>
            <a:r>
              <a:rPr lang="fr-FR" smtClean="0"/>
              <a:t>	     Treasure of my heart and of my soul In my weakness you are merciful </a:t>
            </a:r>
          </a:p>
          <a:p>
            <a:r>
              <a:rPr lang="fr-FR" smtClean="0"/>
              <a:t>	6-  SEIGNEUR RÉDEMPTEUR DE TOUTES MES ERREURS PASSÉES </a:t>
            </a:r>
          </a:p>
          <a:p>
            <a:r>
              <a:rPr lang="fr-FR" smtClean="0"/>
              <a:t>	     Redeemer of my past and present wrongs </a:t>
            </a:r>
          </a:p>
          <a:p>
            <a:r>
              <a:rPr lang="fr-FR" smtClean="0"/>
              <a:t>	7-  GARDIEN DE TOUTE MON ÉTERNITÉ</a:t>
            </a:r>
          </a:p>
          <a:p>
            <a:r>
              <a:rPr lang="fr-FR" smtClean="0"/>
              <a:t>	     And holder of my future days to come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8-  TA PRÉSENCE EST TOUTE MA VIE TA PRÉSENCE EST TOUTE MA VIE</a:t>
            </a:r>
          </a:p>
          <a:p>
            <a:r>
              <a:rPr lang="fr-FR" smtClean="0"/>
              <a:t>     Your presence is heaven to me Your presence is heaven to me</a:t>
            </a:r>
          </a:p>
          <a:p>
            <a:endParaRPr lang="fr-FR" smtClean="0"/>
          </a:p>
          <a:p>
            <a:r>
              <a:rPr lang="fr-FR" smtClean="0"/>
              <a:t>9-  OH JÉSUS, OH JÉSUS TA PRÉSENCE EST TOUTE MA VIE  x2</a:t>
            </a:r>
          </a:p>
          <a:p>
            <a:r>
              <a:rPr lang="fr-FR" smtClean="0"/>
              <a:t>     Oh Jesus, Oh Jesus, Your presence is heaven to me</a:t>
            </a:r>
          </a:p>
          <a:p>
            <a:endParaRPr lang="fr-FR" smtClean="0"/>
          </a:p>
          <a:p>
            <a:r>
              <a:rPr lang="fr-FR" smtClean="0"/>
              <a:t>10-  TOUTE MA VIE SUR TERRE J’ATTENDRAI LE JOUR OÙ FACE À FACE JE TE VERRAI</a:t>
            </a:r>
          </a:p>
          <a:p>
            <a:r>
              <a:rPr lang="fr-FR" smtClean="0"/>
              <a:t>     All my days on earth I will await  The moment that I see You face to face</a:t>
            </a:r>
          </a:p>
          <a:p>
            <a:r>
              <a:rPr lang="fr-FR" smtClean="0"/>
              <a:t>11-  RIEN DANS CE MONDE NE PEUT ME COMBLER</a:t>
            </a:r>
          </a:p>
          <a:p>
            <a:r>
              <a:rPr lang="fr-FR" smtClean="0"/>
              <a:t>       Nothing in this world can satisfy</a:t>
            </a:r>
          </a:p>
          <a:p>
            <a:r>
              <a:rPr lang="fr-FR" smtClean="0"/>
              <a:t>12-  MAIS JÉSUS, TA COUPE NE TARIT JAMAIS OH JÉSUS, TA COUPE NE TARIT JAMAIS</a:t>
            </a:r>
          </a:p>
          <a:p>
            <a:r>
              <a:rPr lang="fr-FR" smtClean="0"/>
              <a:t>       But Jesus You're the cup that won't run dry Oh Jesus You're the cup that won't run dry You never run dry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SUR TOUTE LA TERRE QUI EST COMME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is like You Lord in all the earth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INCOMPARABLE AMOUR ET BEAUTÉ RIEN DANS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Matchless love and beauty, endless worth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NE PEUT ME COMBLER MAIS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in this world will satisfy Jesus, You're the cup that won't run dry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
	4-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TRÉSOR DE MON ÂME ET DE MON CŒUR DANS MA FAIBLESSE TU ES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Treasure of my heart and of my soul In my weakness you are merciful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SEIGNEUR RÉDEMPTEUR DE TOUTES MES ERREURS PASSÉES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Redeemer of my past and present wrongs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GARDIEN DE TOUTE MON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And holder of my future days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presence is heaven to me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OH JÉSUS, OH JÉSUS TA PRÉSENCE EST TOUTE MA VIE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Jesus, Oh Jesus, Your presence is heaven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TOUTE MA VIE SUR TERRE J’ATTENDRAI LE JOUR OÙ FACE À FACE JE TE VERRAI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All my days on earth I will await  The moment that I see You face to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RIEN DANS CE MONDE NE PEUT ME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Nothing in this world can satisfy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MAIS JÉSUS, TA COUPE NE TARIT JAMAIS OH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Jesus You're the cup that won't run dry Oh Jesus You're the cup that won't run dry You never run dry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</a:t>
            </a:r>
          </a:p>
          <a:p>
            <a:r>
              <a:rPr lang="fr-FR" smtClean="0"/>
              <a:t>Who is like You Lord in all the earth</a:t>
            </a:r>
          </a:p>
          <a:p>
            <a:r>
              <a:rPr lang="fr-FR" smtClean="0"/>
              <a:t>2-  INCOMPARABLE AMOUR ET BEAUTÉ RIEN DANS CE MONDE</a:t>
            </a:r>
          </a:p>
          <a:p>
            <a:r>
              <a:rPr lang="fr-FR" smtClean="0"/>
              <a:t>Matchless love and beauty, endless worth</a:t>
            </a:r>
          </a:p>
          <a:p>
            <a:r>
              <a:rPr lang="fr-FR" smtClean="0"/>
              <a:t>3-  NE PEUT ME COMBLER MAIS JÉSUS, TA COUPE NE TARIT JAMAIS</a:t>
            </a:r>
          </a:p>
          <a:p>
            <a:r>
              <a:rPr lang="fr-FR" smtClean="0"/>
              <a:t>Nothing in this world will satisfy Jesus, You're the cup that won't run dry</a:t>
            </a:r>
          </a:p>
          <a:p>
            <a:endParaRPr lang="fr-FR" smtClean="0"/>
          </a:p>
          <a:p>
            <a:r>
              <a:rPr lang="fr-FR" smtClean="0"/>
              <a:t>	Refrain 
	4-  TA PRÉSENCE EST TOUTE MA VIE TA PRÉSENCE EST TOUTE MA VIE</a:t>
            </a:r>
          </a:p>
          <a:p>
            <a:r>
              <a:rPr lang="fr-FR" smtClean="0"/>
              <a:t>	     Your presence is heaven to me Your presence is heaven to me</a:t>
            </a:r>
          </a:p>
          <a:p>
            <a:r>
              <a:rPr lang="fr-FR" smtClean="0"/>
              <a:t>	5-  TRÉSOR DE MON ÂME ET DE MON CŒUR DANS MA FAIBLESSE TU ES BON</a:t>
            </a:r>
          </a:p>
          <a:p>
            <a:r>
              <a:rPr lang="fr-FR" smtClean="0"/>
              <a:t>	     Treasure of my heart and of my soul In my weakness you are merciful </a:t>
            </a:r>
          </a:p>
          <a:p>
            <a:r>
              <a:rPr lang="fr-FR" smtClean="0"/>
              <a:t>	6-  SEIGNEUR RÉDEMPTEUR DE TOUTES MES ERREURS PASSÉES </a:t>
            </a:r>
          </a:p>
          <a:p>
            <a:r>
              <a:rPr lang="fr-FR" smtClean="0"/>
              <a:t>	     Redeemer of my past and present wrongs </a:t>
            </a:r>
          </a:p>
          <a:p>
            <a:r>
              <a:rPr lang="fr-FR" smtClean="0"/>
              <a:t>	7-  GARDIEN DE TOUTE MON ÉTERNITÉ</a:t>
            </a:r>
          </a:p>
          <a:p>
            <a:r>
              <a:rPr lang="fr-FR" smtClean="0"/>
              <a:t>	     And holder of my future days to come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8-  TA PRÉSENCE EST TOUTE MA VIE TA PRÉSENCE EST TOUTE MA VIE</a:t>
            </a:r>
          </a:p>
          <a:p>
            <a:r>
              <a:rPr lang="fr-FR" smtClean="0"/>
              <a:t>     Your presence is heaven to me Your presence is heaven to me</a:t>
            </a:r>
          </a:p>
          <a:p>
            <a:endParaRPr lang="fr-FR" smtClean="0"/>
          </a:p>
          <a:p>
            <a:r>
              <a:rPr lang="fr-FR" smtClean="0"/>
              <a:t>9-  OH JÉSUS, OH JÉSUS TA PRÉSENCE EST TOUTE MA VIE  x2</a:t>
            </a:r>
          </a:p>
          <a:p>
            <a:r>
              <a:rPr lang="fr-FR" smtClean="0"/>
              <a:t>     Oh Jesus, Oh Jesus, Your presence is heaven to me</a:t>
            </a:r>
          </a:p>
          <a:p>
            <a:endParaRPr lang="fr-FR" smtClean="0"/>
          </a:p>
          <a:p>
            <a:r>
              <a:rPr lang="fr-FR" smtClean="0"/>
              <a:t>10-  TOUTE MA VIE SUR TERRE J’ATTENDRAI LE JOUR OÙ FACE À FACE JE TE VERRAI</a:t>
            </a:r>
          </a:p>
          <a:p>
            <a:r>
              <a:rPr lang="fr-FR" smtClean="0"/>
              <a:t>     All my days on earth I will await  The moment that I see You face to face</a:t>
            </a:r>
          </a:p>
          <a:p>
            <a:r>
              <a:rPr lang="fr-FR" smtClean="0"/>
              <a:t>11-  RIEN DANS CE MONDE NE PEUT ME COMBLER</a:t>
            </a:r>
          </a:p>
          <a:p>
            <a:r>
              <a:rPr lang="fr-FR" smtClean="0"/>
              <a:t>       Nothing in this world can satisfy</a:t>
            </a:r>
          </a:p>
          <a:p>
            <a:r>
              <a:rPr lang="fr-FR" smtClean="0"/>
              <a:t>12-  MAIS JÉSUS, TA COUPE NE TARIT JAMAIS OH JÉSUS, TA COUPE NE TARIT JAMAIS</a:t>
            </a:r>
          </a:p>
          <a:p>
            <a:r>
              <a:rPr lang="fr-FR" smtClean="0"/>
              <a:t>       But Jesus You're the cup that won't run dry Oh Jesus You're the cup that won't run dry You never run dry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SUR TOUTE LA TERRE QUI EST COMME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You Lord in all the </a:t>
            </a:r>
            <a:r>
              <a:rPr lang="fr-FR" dirty="0" err="1" smtClean="0"/>
              <a:t>earth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INCOMPARABLE AMOUR ET BEAUTÉ RIEN DANS CE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Matchless</a:t>
            </a:r>
            <a:r>
              <a:rPr lang="fr-FR" dirty="0" smtClean="0"/>
              <a:t> love and beauty, </a:t>
            </a:r>
            <a:r>
              <a:rPr lang="fr-FR" dirty="0" err="1" smtClean="0"/>
              <a:t>endless</a:t>
            </a:r>
            <a:r>
              <a:rPr lang="fr-FR" dirty="0" smtClean="0"/>
              <a:t> </a:t>
            </a:r>
            <a:r>
              <a:rPr lang="fr-FR" dirty="0" err="1" smtClean="0"/>
              <a:t>worth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NE PEUT ME COMBLER MAIS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Nothing</a:t>
            </a:r>
            <a:r>
              <a:rPr lang="fr-FR" dirty="0" smtClean="0"/>
              <a:t> in </a:t>
            </a:r>
            <a:r>
              <a:rPr lang="fr-FR" dirty="0" err="1" smtClean="0"/>
              <a:t>this</a:t>
            </a:r>
            <a:r>
              <a:rPr lang="fr-FR" dirty="0" smtClean="0"/>
              <a:t> world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satisfy</a:t>
            </a:r>
            <a:r>
              <a:rPr lang="fr-FR" dirty="0" smtClean="0"/>
              <a:t> </a:t>
            </a:r>
            <a:r>
              <a:rPr lang="fr-FR" dirty="0" err="1" smtClean="0"/>
              <a:t>Jesus</a:t>
            </a:r>
            <a:r>
              <a:rPr lang="fr-FR" dirty="0" smtClean="0"/>
              <a:t>,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cup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won't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smtClean="0"/>
              <a:t> dry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 
	4-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TRÉSOR DE MON ÂME ET DE MON CŒUR DANS MA FAIBLESSE TU ES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Treasure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and of </a:t>
            </a:r>
            <a:r>
              <a:rPr lang="fr-FR" dirty="0" err="1" smtClean="0"/>
              <a:t>my</a:t>
            </a:r>
            <a:r>
              <a:rPr lang="fr-FR" dirty="0" smtClean="0"/>
              <a:t> soul In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weakness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</a:t>
            </a:r>
            <a:r>
              <a:rPr lang="fr-FR" dirty="0" err="1" smtClean="0"/>
              <a:t>merciful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SEIGNEUR RÉDEMPTEUR DE TOUTES MES ERREURS PASSÉES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</a:t>
            </a:r>
            <a:r>
              <a:rPr lang="fr-FR" dirty="0" err="1" smtClean="0"/>
              <a:t>Redeemer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past</a:t>
            </a:r>
            <a:r>
              <a:rPr lang="fr-FR" dirty="0" smtClean="0"/>
              <a:t> and </a:t>
            </a:r>
            <a:r>
              <a:rPr lang="fr-FR" dirty="0" err="1" smtClean="0"/>
              <a:t>present</a:t>
            </a:r>
            <a:r>
              <a:rPr lang="fr-FR" dirty="0" smtClean="0"/>
              <a:t> </a:t>
            </a:r>
            <a:r>
              <a:rPr lang="fr-FR" dirty="0" err="1" smtClean="0"/>
              <a:t>wrongs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GARDIEN DE TOUTE MON 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And </a:t>
            </a:r>
            <a:r>
              <a:rPr lang="fr-FR" dirty="0" err="1" smtClean="0"/>
              <a:t>holder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future </a:t>
            </a:r>
            <a:r>
              <a:rPr lang="fr-FR" dirty="0" err="1" smtClean="0"/>
              <a:t>days</a:t>
            </a:r>
            <a:r>
              <a:rPr lang="fr-FR" dirty="0" smtClean="0"/>
              <a:t>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TA PRÉSENCE EST TOUTE MA VIE TA PRÉSENCE EST TOUTE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OH JÉSUS, OH JÉSUS TA PRÉSENCE EST TOUTE MA VIE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Oh </a:t>
            </a:r>
            <a:r>
              <a:rPr lang="fr-FR" dirty="0" err="1" smtClean="0"/>
              <a:t>Jesus</a:t>
            </a:r>
            <a:r>
              <a:rPr lang="fr-FR" dirty="0" smtClean="0"/>
              <a:t>, Oh </a:t>
            </a:r>
            <a:r>
              <a:rPr lang="fr-FR" dirty="0" err="1" smtClean="0"/>
              <a:t>Jesus</a:t>
            </a:r>
            <a:r>
              <a:rPr lang="fr-FR" dirty="0" smtClean="0"/>
              <a:t>,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heaven</a:t>
            </a:r>
            <a:r>
              <a:rPr lang="fr-FR" dirty="0" smtClean="0"/>
              <a:t>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TOUTE MA VIE SUR TERRE J’ATTENDRAI LE JOUR OÙ FACE À FACE JE TE VERRAI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All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days</a:t>
            </a:r>
            <a:r>
              <a:rPr lang="fr-FR" dirty="0" smtClean="0"/>
              <a:t> on </a:t>
            </a:r>
            <a:r>
              <a:rPr lang="fr-FR" dirty="0" err="1" smtClean="0"/>
              <a:t>earth</a:t>
            </a:r>
            <a:r>
              <a:rPr lang="fr-FR" dirty="0" smtClean="0"/>
              <a:t> I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await</a:t>
            </a:r>
            <a:r>
              <a:rPr lang="fr-FR" dirty="0" smtClean="0"/>
              <a:t>  The moment </a:t>
            </a:r>
            <a:r>
              <a:rPr lang="fr-FR" dirty="0" err="1" smtClean="0"/>
              <a:t>that</a:t>
            </a:r>
            <a:r>
              <a:rPr lang="fr-FR" dirty="0" smtClean="0"/>
              <a:t> I </a:t>
            </a:r>
            <a:r>
              <a:rPr lang="fr-FR" dirty="0" err="1" smtClean="0"/>
              <a:t>see</a:t>
            </a:r>
            <a:r>
              <a:rPr lang="fr-FR" dirty="0" smtClean="0"/>
              <a:t> You face to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RIEN DANS CE MONDE NE PEUT ME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Nothing</a:t>
            </a:r>
            <a:r>
              <a:rPr lang="fr-FR" dirty="0" smtClean="0"/>
              <a:t> in </a:t>
            </a:r>
            <a:r>
              <a:rPr lang="fr-FR" dirty="0" err="1" smtClean="0"/>
              <a:t>this</a:t>
            </a:r>
            <a:r>
              <a:rPr lang="fr-FR" dirty="0" smtClean="0"/>
              <a:t> world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satisfy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MAIS JÉSUS, TA COUPE NE TARIT JAMAIS OH JÉSUS, TA COUPE NE TARIT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But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cup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won't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 Oh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cup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won't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 You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dry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SUR TOUTE LA TERRE QUI EST COMME TOI</a:t>
            </a:r>
          </a:p>
          <a:p>
            <a:r>
              <a:rPr lang="fr-FR" smtClean="0"/>
              <a:t>Who is like You Lord in all the earth</a:t>
            </a:r>
          </a:p>
          <a:p>
            <a:r>
              <a:rPr lang="fr-FR" smtClean="0"/>
              <a:t>2-  INCOMPARABLE AMOUR ET BEAUTÉ RIEN DANS CE MONDE</a:t>
            </a:r>
          </a:p>
          <a:p>
            <a:r>
              <a:rPr lang="fr-FR" smtClean="0"/>
              <a:t>Matchless love and beauty, endless worth</a:t>
            </a:r>
          </a:p>
          <a:p>
            <a:r>
              <a:rPr lang="fr-FR" smtClean="0"/>
              <a:t>3-  NE PEUT ME COMBLER MAIS JÉSUS, TA COUPE NE TARIT JAMAIS</a:t>
            </a:r>
          </a:p>
          <a:p>
            <a:r>
              <a:rPr lang="fr-FR" smtClean="0"/>
              <a:t>Nothing in this world will satisfy Jesus, You're the cup that won't run dry</a:t>
            </a:r>
          </a:p>
          <a:p>
            <a:endParaRPr lang="fr-FR" smtClean="0"/>
          </a:p>
          <a:p>
            <a:r>
              <a:rPr lang="fr-FR" smtClean="0"/>
              <a:t>	Refrain 
	4-  TA PRÉSENCE EST TOUTE MA VIE TA PRÉSENCE EST TOUTE MA VIE</a:t>
            </a:r>
          </a:p>
          <a:p>
            <a:r>
              <a:rPr lang="fr-FR" smtClean="0"/>
              <a:t>	     Your presence is heaven to me Your presence is heaven to me</a:t>
            </a:r>
          </a:p>
          <a:p>
            <a:r>
              <a:rPr lang="fr-FR" smtClean="0"/>
              <a:t>	5-  TRÉSOR DE MON ÂME ET DE MON CŒUR DANS MA FAIBLESSE TU ES BON</a:t>
            </a:r>
          </a:p>
          <a:p>
            <a:r>
              <a:rPr lang="fr-FR" smtClean="0"/>
              <a:t>	     Treasure of my heart and of my soul In my weakness you are merciful </a:t>
            </a:r>
          </a:p>
          <a:p>
            <a:r>
              <a:rPr lang="fr-FR" smtClean="0"/>
              <a:t>	6-  SEIGNEUR RÉDEMPTEUR DE TOUTES MES ERREURS PASSÉES </a:t>
            </a:r>
          </a:p>
          <a:p>
            <a:r>
              <a:rPr lang="fr-FR" smtClean="0"/>
              <a:t>	     Redeemer of my past and present wrongs </a:t>
            </a:r>
          </a:p>
          <a:p>
            <a:r>
              <a:rPr lang="fr-FR" smtClean="0"/>
              <a:t>	7-  GARDIEN DE TOUTE MON ÉTERNITÉ</a:t>
            </a:r>
          </a:p>
          <a:p>
            <a:r>
              <a:rPr lang="fr-FR" smtClean="0"/>
              <a:t>	     And holder of my future days to come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8-  TA PRÉSENCE EST TOUTE MA VIE TA PRÉSENCE EST TOUTE MA VIE</a:t>
            </a:r>
          </a:p>
          <a:p>
            <a:r>
              <a:rPr lang="fr-FR" smtClean="0"/>
              <a:t>     Your presence is heaven to me Your presence is heaven to me</a:t>
            </a:r>
          </a:p>
          <a:p>
            <a:endParaRPr lang="fr-FR" smtClean="0"/>
          </a:p>
          <a:p>
            <a:r>
              <a:rPr lang="fr-FR" smtClean="0"/>
              <a:t>9-  OH JÉSUS, OH JÉSUS TA PRÉSENCE EST TOUTE MA VIE  x2</a:t>
            </a:r>
          </a:p>
          <a:p>
            <a:r>
              <a:rPr lang="fr-FR" smtClean="0"/>
              <a:t>     Oh Jesus, Oh Jesus, Your presence is heaven to me</a:t>
            </a:r>
          </a:p>
          <a:p>
            <a:endParaRPr lang="fr-FR" smtClean="0"/>
          </a:p>
          <a:p>
            <a:r>
              <a:rPr lang="fr-FR" smtClean="0"/>
              <a:t>10-  TOUTE MA VIE SUR TERRE J’ATTENDRAI LE JOUR OÙ FACE À FACE JE TE VERRAI</a:t>
            </a:r>
          </a:p>
          <a:p>
            <a:r>
              <a:rPr lang="fr-FR" smtClean="0"/>
              <a:t>     All my days on earth I will await  The moment that I see You face to face</a:t>
            </a:r>
          </a:p>
          <a:p>
            <a:r>
              <a:rPr lang="fr-FR" smtClean="0"/>
              <a:t>11-  RIEN DANS CE MONDE NE PEUT ME COMBLER</a:t>
            </a:r>
          </a:p>
          <a:p>
            <a:r>
              <a:rPr lang="fr-FR" smtClean="0"/>
              <a:t>       Nothing in this world can satisfy</a:t>
            </a:r>
          </a:p>
          <a:p>
            <a:r>
              <a:rPr lang="fr-FR" smtClean="0"/>
              <a:t>12-  MAIS JÉSUS, TA COUPE NE TARIT JAMAIS OH JÉSUS, TA COUPE NE TARIT JAMAIS</a:t>
            </a:r>
          </a:p>
          <a:p>
            <a:r>
              <a:rPr lang="fr-FR" smtClean="0"/>
              <a:t>       But Jesus You're the cup that won't run dry Oh Jesus You're the cup that won't run dry You never run dry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224789-D680-4DAB-8127-15C31669B6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E26ADF-571D-46A4-B7B2-61F3B317431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44772A-688A-49CE-8C76-671C9E01ABE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E065BE-8AE4-44BA-8B4C-7A899A9E9F5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2A9D73-422B-44AF-A007-AA077A252B7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4BD328-CCAA-4384-8EAB-A03052C2BFB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C127E7-CD9C-42ED-8BE5-EB3B36D43B1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4607E5-2650-423D-B974-3C5BEF9C2F7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D6B214-ED23-49E4-85C4-F42C032AA6E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70CD23-C6E5-4E80-91A8-C68B39395BD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ED5AAF-1575-4548-A343-5C850BFFCCA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9295BC2-3090-4A0C-862B-9701574412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TOUTE LA TERRE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EST COMME TOI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INCOMPARABLE AMOUR ET BEAUTÉ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RIEN DANS CE MONDE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PEUT ME COMBLER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JÉSUS, TA COUPE NE TARIT JAMAIS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PRÉSENCE EST TOUTE MA VIE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PRÉSENCE EST TOUTE MA VIE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TRÉSOR DE MON ÂME ET DE MON CŒUR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MA FAIBLESSE TU ES BON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RÉDEMPTEUR DE TOUTES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MES ERREURS PASSÉES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GARDIEN DE TOUTE MON ÉTERNITÉ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PRÉSENCE EST TOUTE MA VIE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PRÉSENCE EST TOUTE MA VIE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! JÉSUS, OH ! JÉSUS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PRÉSENCE EST TOUTE MA VIE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 MA VIE SUR TERRE J’ATTENDRAI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JOUR OÙ FACE À FACE JE TE VERRAI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RIEN DANS CE MONDE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PEUT ME COMBLER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JÉSUS, TA COUPE NE TARIT JAMAIS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! JÉSUS, TA COUPE NE TARIT JAMAIS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1458</TotalTime>
  <Words>1549</Words>
  <Application>Microsoft Office PowerPoint</Application>
  <PresentationFormat>On-screen Show (4:3)</PresentationFormat>
  <Paragraphs>708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Franklin Gothic Medium</vt:lpstr>
      <vt:lpstr>Arial</vt:lpstr>
      <vt:lpstr>Calibri</vt:lpstr>
      <vt:lpstr>Default Design</vt:lpstr>
      <vt:lpstr>SUR TOUTE LA TERRE QUI EST COMME TOI</vt:lpstr>
      <vt:lpstr>INCOMPARABLE AMOUR ET BEAUTÉ RIEN DANS CE MONDE</vt:lpstr>
      <vt:lpstr>NE PEUT ME COMBLER MAIS JÉSUS, TA COUPE NE TARIT JAMAIS</vt:lpstr>
      <vt:lpstr>TA PRÉSENCE EST TOUTE MA VIE TA PRÉSENCE EST TOUTE MA VIE</vt:lpstr>
      <vt:lpstr>TRÉSOR DE MON ÂME ET DE MON CŒUR DANS MA FAIBLESSE TU ES BON</vt:lpstr>
      <vt:lpstr>SEIGNEUR RÉDEMPTEUR DE TOUTES</vt:lpstr>
      <vt:lpstr>MES ERREURS PASSÉES GARDIEN DE TOUTE MON ÉTERNITÉ</vt:lpstr>
      <vt:lpstr>TA PRÉSENCE EST TOUTE MA VIE TA PRÉSENCE EST TOUTE MA VIE</vt:lpstr>
      <vt:lpstr>OH ! JÉSUS, OH ! JÉSUS TA PRÉSENCE EST TOUTE MA VIE</vt:lpstr>
      <vt:lpstr>TOUTE MA VIE SUR TERRE J’ATTENDRAI LE JOUR OÙ FACE À FACE JE TE VERRAI</vt:lpstr>
      <vt:lpstr>RIEN DANS CE MONDE NE PEUT ME COMBLER</vt:lpstr>
      <vt:lpstr>MAIS JÉSUS, TA COUPE NE TARIT JAMAIS OH ! JÉSUS, TA COUPE NE TARIT JAMAIS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135</cp:revision>
  <dcterms:created xsi:type="dcterms:W3CDTF">2002-08-17T10:50:50Z</dcterms:created>
  <dcterms:modified xsi:type="dcterms:W3CDTF">2017-12-31T08:57:28Z</dcterms:modified>
</cp:coreProperties>
</file>