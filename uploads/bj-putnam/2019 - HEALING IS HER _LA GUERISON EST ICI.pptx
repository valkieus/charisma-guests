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80" r:id="rId3"/>
    <p:sldId id="282" r:id="rId4"/>
    <p:sldId id="279" r:id="rId5"/>
    <p:sldId id="288" r:id="rId6"/>
    <p:sldId id="278" r:id="rId7"/>
    <p:sldId id="277" r:id="rId8"/>
    <p:sldId id="284" r:id="rId9"/>
    <p:sldId id="276" r:id="rId10"/>
    <p:sldId id="281" r:id="rId11"/>
    <p:sldId id="283" r:id="rId12"/>
    <p:sldId id="275" r:id="rId13"/>
    <p:sldId id="274" r:id="rId14"/>
    <p:sldId id="273" r:id="rId15"/>
    <p:sldId id="285" r:id="rId16"/>
    <p:sldId id="272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5658" autoAdjust="0"/>
  </p:normalViewPr>
  <p:slideViewPr>
    <p:cSldViewPr>
      <p:cViewPr>
        <p:scale>
          <a:sx n="30" d="100"/>
          <a:sy n="30" d="100"/>
        </p:scale>
        <p:origin x="95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74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9BAB41B-6D92-4EF2-AAFF-AD7D086EB9D3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A97157-AB57-442F-AE15-6EB6E140CD5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307848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LA GUÉRISON EST ICI ET JE LE CROIS 
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reach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lift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help </a:t>
            </a:r>
            <a:r>
              <a:rPr lang="fr-FR" dirty="0" err="1" smtClean="0"/>
              <a:t>comes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look to You </a:t>
            </a:r>
            <a:r>
              <a:rPr lang="fr-FR" dirty="0" err="1" smtClean="0"/>
              <a:t>my</a:t>
            </a:r>
            <a:r>
              <a:rPr lang="fr-FR" dirty="0" smtClean="0"/>
              <a:t> rock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Sickness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perfect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casting out </a:t>
            </a:r>
            <a:r>
              <a:rPr lang="fr-FR" dirty="0" err="1" smtClean="0"/>
              <a:t>fear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the </a:t>
            </a:r>
            <a:r>
              <a:rPr lang="fr-FR" dirty="0" err="1" smtClean="0"/>
              <a:t>God</a:t>
            </a:r>
            <a:r>
              <a:rPr lang="fr-FR" dirty="0" smtClean="0"/>
              <a:t>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hands to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voices</a:t>
            </a:r>
            <a:r>
              <a:rPr lang="fr-FR" dirty="0" smtClean="0"/>
              <a:t> oh </a:t>
            </a:r>
            <a:r>
              <a:rPr lang="fr-FR" dirty="0" err="1" smtClean="0"/>
              <a:t>God</a:t>
            </a:r>
            <a:r>
              <a:rPr lang="fr-FR" dirty="0" smtClean="0"/>
              <a:t>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failed</a:t>
            </a:r>
            <a:r>
              <a:rPr lang="fr-FR" dirty="0" smtClean="0"/>
              <a:t> and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LA GUÉRISON EST ICI ET JE LE CROIS 
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reach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lift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help </a:t>
            </a:r>
            <a:r>
              <a:rPr lang="fr-FR" dirty="0" err="1" smtClean="0"/>
              <a:t>comes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look to You </a:t>
            </a:r>
            <a:r>
              <a:rPr lang="fr-FR" dirty="0" err="1" smtClean="0"/>
              <a:t>my</a:t>
            </a:r>
            <a:r>
              <a:rPr lang="fr-FR" dirty="0" smtClean="0"/>
              <a:t> rock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Sickness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perfect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casting out </a:t>
            </a:r>
            <a:r>
              <a:rPr lang="fr-FR" dirty="0" err="1" smtClean="0"/>
              <a:t>fear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the </a:t>
            </a:r>
            <a:r>
              <a:rPr lang="fr-FR" dirty="0" err="1" smtClean="0"/>
              <a:t>God</a:t>
            </a:r>
            <a:r>
              <a:rPr lang="fr-FR" dirty="0" smtClean="0"/>
              <a:t>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hands to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voices</a:t>
            </a:r>
            <a:r>
              <a:rPr lang="fr-FR" dirty="0" smtClean="0"/>
              <a:t> oh </a:t>
            </a:r>
            <a:r>
              <a:rPr lang="fr-FR" dirty="0" err="1" smtClean="0"/>
              <a:t>God</a:t>
            </a:r>
            <a:r>
              <a:rPr lang="fr-FR" dirty="0" smtClean="0"/>
              <a:t>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failed</a:t>
            </a:r>
            <a:r>
              <a:rPr lang="fr-FR" dirty="0" smtClean="0"/>
              <a:t> and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LA GUÉRISON EST ICI ET JE LE CROIS 
Healing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reach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lift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help </a:t>
            </a:r>
            <a:r>
              <a:rPr lang="fr-FR" dirty="0" err="1" smtClean="0"/>
              <a:t>comes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look to You </a:t>
            </a:r>
            <a:r>
              <a:rPr lang="fr-FR" dirty="0" err="1" smtClean="0"/>
              <a:t>my</a:t>
            </a:r>
            <a:r>
              <a:rPr lang="fr-FR" dirty="0" smtClean="0"/>
              <a:t> rock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receive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Freedom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and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Sickness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perfect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casting out </a:t>
            </a:r>
            <a:r>
              <a:rPr lang="fr-FR" dirty="0" err="1" smtClean="0"/>
              <a:t>fear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the </a:t>
            </a:r>
            <a:r>
              <a:rPr lang="fr-FR" dirty="0" err="1" smtClean="0"/>
              <a:t>God</a:t>
            </a:r>
            <a:r>
              <a:rPr lang="fr-FR" dirty="0" smtClean="0"/>
              <a:t>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hands to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voices</a:t>
            </a:r>
            <a:r>
              <a:rPr lang="fr-FR" dirty="0" smtClean="0"/>
              <a:t> oh </a:t>
            </a:r>
            <a:r>
              <a:rPr lang="fr-FR" dirty="0" err="1" smtClean="0"/>
              <a:t>God</a:t>
            </a:r>
            <a:r>
              <a:rPr lang="fr-FR" dirty="0" smtClean="0"/>
              <a:t>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failed</a:t>
            </a:r>
            <a:r>
              <a:rPr lang="fr-FR" dirty="0" smtClean="0"/>
              <a:t> and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   X2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</a:t>
            </a:r>
          </a:p>
          <a:p>
            <a:r>
              <a:rPr lang="fr-FR" altLang="fr-FR" smtClean="0"/>
              <a:t>	I reach my hands to the heavens </a:t>
            </a:r>
          </a:p>
          <a:p>
            <a:endParaRPr lang="fr-FR" altLang="fr-FR" smtClean="0"/>
          </a:p>
          <a:p>
            <a:r>
              <a:rPr lang="fr-FR" altLang="fr-FR" smtClean="0"/>
              <a:t>	6- VERS MON SECOURS, JE LÈVE MES YEUX</a:t>
            </a:r>
          </a:p>
          <a:p>
            <a:r>
              <a:rPr lang="fr-FR" altLang="fr-FR" smtClean="0"/>
              <a:t>	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8-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9-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12-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13-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14-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15-TU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16-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17-NOUS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18-TU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A0B67-43C5-4AC7-8418-1537F81818D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96391-F54E-4E87-8637-436B039E29B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DFAA5-4F95-4872-8F71-923B16AB3F0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BEE41-8B52-4023-AFEC-519E844D775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14812-5DD6-4B98-843B-75E62E43610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47056-93F7-483D-8F94-0EE5DBA430E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D9DB0-1FBF-472E-8D6F-26420259C1B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1B018-FD91-4F06-AB46-F7B3BD6934F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1EC57-9AEF-4CC2-8E11-8A060D8CB60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BF7FC-6395-4BCF-9C4A-0853A452A52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38FE4-9EB8-49BF-BAA5-6EBC9E8D962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3934169-2326-44FF-AF56-9A3DA26BD0F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GUÉRISON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GUÉRISON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LÈVE MES MAINS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HAUT VERS LES CIEUX</a:t>
            </a:r>
          </a:p>
        </p:txBody>
      </p:sp>
    </p:spTree>
    <p:extLst>
      <p:ext uri="{BB962C8B-B14F-4D97-AF65-F5344CB8AC3E}">
        <p14:creationId xmlns:p14="http://schemas.microsoft.com/office/powerpoint/2010/main" val="147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SECOURS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MES YEUX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TOI, MON ROC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GUÉRISSEUR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FOI EN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LIBERTÉ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LIBERTÉ EST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MALADIE NE PEUT PLUS RÉSISTER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PEUR EST CHASSÉE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DIEU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TOUTE-PUISSANCE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GUÉRISON EST TA VOLONTÉ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NOS MAINS VERS TOI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NOS VOIX VERS TOI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N’AS JAMAIS ÉCHOUÉ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N’ÉCHOURAS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1883</Words>
  <Application>Microsoft Office PowerPoint</Application>
  <PresentationFormat>Affichage à l'écran (4:3)</PresentationFormat>
  <Paragraphs>1973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150</cp:revision>
  <dcterms:created xsi:type="dcterms:W3CDTF">2002-08-17T10:50:50Z</dcterms:created>
  <dcterms:modified xsi:type="dcterms:W3CDTF">2019-11-23T23:03:51Z</dcterms:modified>
</cp:coreProperties>
</file>