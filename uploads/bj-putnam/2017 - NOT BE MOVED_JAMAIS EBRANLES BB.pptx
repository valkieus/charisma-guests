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9" r:id="rId2"/>
    <p:sldId id="290" r:id="rId3"/>
    <p:sldId id="295" r:id="rId4"/>
    <p:sldId id="296" r:id="rId5"/>
    <p:sldId id="281" r:id="rId6"/>
    <p:sldId id="283" r:id="rId7"/>
    <p:sldId id="284" r:id="rId8"/>
    <p:sldId id="285" r:id="rId9"/>
    <p:sldId id="286" r:id="rId10"/>
    <p:sldId id="288" r:id="rId11"/>
    <p:sldId id="291" r:id="rId12"/>
    <p:sldId id="289" r:id="rId13"/>
    <p:sldId id="292" r:id="rId14"/>
    <p:sldId id="293" r:id="rId15"/>
    <p:sldId id="294" r:id="rId1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7" autoAdjust="0"/>
    <p:restoredTop sz="38420" autoAdjust="0"/>
  </p:normalViewPr>
  <p:slideViewPr>
    <p:cSldViewPr>
      <p:cViewPr varScale="1">
        <p:scale>
          <a:sx n="36" d="100"/>
          <a:sy n="36" d="100"/>
        </p:scale>
        <p:origin x="-28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FA2886-9BD3-48BC-9D30-98D7A10BFD3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B24DAE6-7153-41D9-A1D1-C2CEA87D9498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lvl="1"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 lvl="1">
              <a:defRPr/>
            </a:pPr>
            <a:r>
              <a:rPr lang="en-US" dirty="0" smtClean="0"/>
              <a:t>1-JAMAIS ÉBRANLÉS</a:t>
            </a:r>
          </a:p>
          <a:p>
            <a:pPr lvl="1"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 lvl="1"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 lvl="1"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 lvl="1">
              <a:defRPr/>
            </a:pPr>
            <a:r>
              <a:rPr lang="en-US" dirty="0" smtClean="0"/>
              <a:t>3-ET MÊME SI TOUT AUTOUR PEUT TREMBLER</a:t>
            </a:r>
          </a:p>
          <a:p>
            <a:pPr lvl="1"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 lvl="1">
              <a:defRPr/>
            </a:pPr>
            <a:r>
              <a:rPr lang="en-US" dirty="0" smtClean="0"/>
              <a:t>4-TU NE CHANGES JAMAIS</a:t>
            </a:r>
          </a:p>
          <a:p>
            <a:pPr lvl="1"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 lvl="1"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 lvl="1"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 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1-JAMAIS ÉBRANLÉS</a:t>
            </a:r>
          </a:p>
          <a:p>
            <a:pPr>
              <a:defRPr/>
            </a:pP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2- EN TOI NOUS N’SERONS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</a:p>
          <a:p>
            <a:pPr>
              <a:defRPr/>
            </a:pPr>
            <a:r>
              <a:rPr lang="en-US" dirty="0" smtClean="0"/>
              <a:t>You're standing with us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3-ET MÊME SI TOUT AUTOUR PEUT TREMBLER</a:t>
            </a:r>
          </a:p>
          <a:p>
            <a:pPr>
              <a:defRPr/>
            </a:pPr>
            <a:r>
              <a:rPr lang="en-US" dirty="0" smtClean="0"/>
              <a:t>When everything around is shaking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4-TU NE CHANGES JAMAIS</a:t>
            </a:r>
          </a:p>
          <a:p>
            <a:pPr>
              <a:defRPr/>
            </a:pPr>
            <a:r>
              <a:rPr lang="en-US" dirty="0" smtClean="0"/>
              <a:t>You're not changing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5-NOUS N’SRONS JAMAIS</a:t>
            </a:r>
            <a:r>
              <a:rPr lang="fr-FR" dirty="0" smtClean="0"/>
              <a:t> </a:t>
            </a:r>
            <a:r>
              <a:rPr lang="en-US" dirty="0" smtClean="0"/>
              <a:t>JAMAIS ÉBRANLÉS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We will not be</a:t>
            </a:r>
            <a:r>
              <a:rPr lang="fr-FR" dirty="0" smtClean="0"/>
              <a:t> </a:t>
            </a:r>
            <a:r>
              <a:rPr lang="en-US" dirty="0" smtClean="0"/>
              <a:t>We will not be moved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COUPLET 1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 Y A-T-IL UN LIEU OÙ T’ÉCHAPPER</a:t>
            </a:r>
          </a:p>
          <a:p>
            <a:pPr>
              <a:defRPr/>
            </a:pPr>
            <a:r>
              <a:rPr lang="en-US" dirty="0" smtClean="0"/>
              <a:t>Where can I go that You don't know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7- ET OÙ SERAI-JE SANS TON AMOUR POUR MOI</a:t>
            </a:r>
          </a:p>
          <a:p>
            <a:pPr>
              <a:defRPr/>
            </a:pPr>
            <a:r>
              <a:rPr lang="en-US" dirty="0" smtClean="0"/>
              <a:t>Where would I be if not for Your love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8-DIEU JE REÇOIS TA GRÂCE ET PAIX</a:t>
            </a:r>
            <a:r>
              <a:rPr lang="fr-FR" dirty="0" smtClean="0"/>
              <a:t> </a:t>
            </a:r>
            <a:r>
              <a:rPr lang="en-US" dirty="0" smtClean="0"/>
              <a:t>JE N’AI RIEN FAIT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God I receive Your grace and peace It's not what I've done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9-MAIS C’EST TON ŒUVRE EN MOI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But what You've done in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LES MONTS, LES MERS PEUVENT S’AGITER</a:t>
            </a:r>
          </a:p>
          <a:p>
            <a:pPr>
              <a:defRPr/>
            </a:pPr>
            <a:r>
              <a:rPr lang="en-US" dirty="0" smtClean="0"/>
              <a:t>The oceans rage the mountains shake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MAIS EN TON NOM NOUS SOMMES ASSURÉS</a:t>
            </a:r>
          </a:p>
          <a:p>
            <a:pPr>
              <a:defRPr/>
            </a:pPr>
            <a:r>
              <a:rPr lang="en-US" dirty="0" smtClean="0"/>
              <a:t>That we would trust </a:t>
            </a:r>
            <a:r>
              <a:rPr lang="en-US" dirty="0" err="1" smtClean="0"/>
              <a:t>trust</a:t>
            </a:r>
            <a:r>
              <a:rPr lang="en-US" dirty="0" smtClean="0"/>
              <a:t> in Your name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12-NOUS NOUS TENONS SUR TES PROMESSES</a:t>
            </a:r>
          </a:p>
          <a:p>
            <a:pPr>
              <a:defRPr/>
            </a:pPr>
            <a:r>
              <a:rPr lang="en-US" dirty="0" smtClean="0"/>
              <a:t>We're holding fast to Your promises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13-CE QUE TU DIS</a:t>
            </a:r>
            <a:r>
              <a:rPr lang="fr-FR" dirty="0" smtClean="0"/>
              <a:t> </a:t>
            </a:r>
            <a:r>
              <a:rPr lang="en-US" dirty="0" smtClean="0"/>
              <a:t>NE POURRA QU’ARRIVER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 What You have spoken</a:t>
            </a:r>
            <a:r>
              <a:rPr lang="fr-FR" dirty="0" smtClean="0"/>
              <a:t> </a:t>
            </a:r>
            <a:r>
              <a:rPr lang="en-US" dirty="0" smtClean="0"/>
              <a:t>Will surely come to pass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14- OH TOUJOURS DEBOUT</a:t>
            </a:r>
            <a:r>
              <a:rPr lang="fr-FR" dirty="0" smtClean="0"/>
              <a:t> </a:t>
            </a:r>
            <a:r>
              <a:rPr lang="en-US" dirty="0" smtClean="0"/>
              <a:t>OH DEBOUT TOUJOURS</a:t>
            </a:r>
          </a:p>
          <a:p>
            <a:pPr>
              <a:defRPr/>
            </a:pPr>
            <a:r>
              <a:rPr lang="en-US" dirty="0" smtClean="0"/>
              <a:t>  Oh I'm still standing</a:t>
            </a:r>
            <a:r>
              <a:rPr lang="fr-FR" dirty="0" smtClean="0"/>
              <a:t> </a:t>
            </a:r>
            <a:r>
              <a:rPr lang="en-US" dirty="0" smtClean="0"/>
              <a:t>Oh I'm standing still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15- SI JE TOMBE TU SERAS LÀ</a:t>
            </a:r>
            <a:r>
              <a:rPr lang="fr-FR" dirty="0" smtClean="0"/>
              <a:t> </a:t>
            </a:r>
            <a:r>
              <a:rPr lang="en-US" dirty="0" smtClean="0"/>
              <a:t>ET JAMAIS TU NE ME LAISSERAS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 If I fall I know You'll catch me</a:t>
            </a:r>
            <a:r>
              <a:rPr lang="fr-FR" dirty="0" smtClean="0"/>
              <a:t> </a:t>
            </a:r>
            <a:r>
              <a:rPr lang="en-US" dirty="0" smtClean="0"/>
              <a:t>You won't let go You never will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None/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DONNES VIE TU ES AMOUR </a:t>
            </a:r>
          </a:p>
          <a:p>
            <a:r>
              <a:rPr lang="fr-FR" altLang="fr-FR"/>
              <a:t>You give life, You are love
2-  ET LUMIÈRE DANS LES TÉNÈBRES TU REDONNES DE L’ESPOIR </a:t>
            </a:r>
          </a:p>
          <a:p>
            <a:r>
              <a:rPr lang="fr-FR" altLang="fr-FR"/>
              <a:t>You bring light to the darkness You give hope, You restore</a:t>
            </a:r>
          </a:p>
          <a:p>
            <a:r>
              <a:rPr lang="fr-FR" altLang="fr-FR"/>
              <a:t>3-  ET RESTAURE LES CŒURS BRISÉS TU ES GRAND, SEIGNEUR </a:t>
            </a:r>
          </a:p>
          <a:p>
            <a:r>
              <a:rPr lang="fr-FR" altLang="fr-FR"/>
              <a:t>Every heart that is broken Great are You, Lord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r>
              <a:rPr lang="fr-FR" altLang="fr-FR"/>
              <a:t>	4-  C’EST TON SOUFFLE DANS NOS VIES </a:t>
            </a:r>
          </a:p>
          <a:p>
            <a:r>
              <a:rPr lang="fr-FR" altLang="fr-FR"/>
              <a:t>	It's Your breath in our lungs
	5-  NOUS VENONS TE LOUER, OUI TE LOUER</a:t>
            </a:r>
          </a:p>
          <a:p>
            <a:r>
              <a:rPr lang="fr-FR" altLang="fr-FR"/>
              <a:t>	So we pour out our praise We pour out our praise
	6-  C’EST TON SOUFFLE DANS NOS VIES </a:t>
            </a:r>
          </a:p>
          <a:p>
            <a:r>
              <a:rPr lang="fr-FR" altLang="fr-FR"/>
              <a:t>	It's Your breath in our lungs
	7-  ET NOUS VENONS TE LOUER TOI ET RIEN QUE TOI </a:t>
            </a:r>
          </a:p>
          <a:p>
            <a:r>
              <a:rPr lang="fr-FR" altLang="fr-FR"/>
              <a:t>	So we pour out our praise To You only</a:t>
            </a:r>
          </a:p>
          <a:p>
            <a:endParaRPr lang="fr-FR" altLang="fr-FR"/>
          </a:p>
          <a:p>
            <a:r>
              <a:rPr lang="fr-FR" altLang="fr-FR"/>
              <a:t>Pont:
8-  LA TERRE ENTIÈRE VIENDRA LOUER </a:t>
            </a:r>
          </a:p>
          <a:p>
            <a:r>
              <a:rPr lang="fr-FR" altLang="fr-FR"/>
              <a:t>All the earth will shout Your praise
9-  NOS CŒURS CES OS VONT TE CHANTER </a:t>
            </a:r>
          </a:p>
          <a:p>
            <a:r>
              <a:rPr lang="fr-FR" altLang="fr-FR"/>
              <a:t>Our hearts will cry These bones will sing 
10-  TU ES GRAND, SEIGNEUR </a:t>
            </a:r>
          </a:p>
          <a:p>
            <a:r>
              <a:rPr lang="fr-FR" altLang="fr-FR"/>
              <a:t>Great are You, Lord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A7E5B-5DDD-41CC-86CF-B02CAF0375D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A04BD-0809-4F66-95D3-D5C5354471F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8DB92-EE01-40FE-BD49-315B2B34588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4EE89-0E68-4F8D-8E8E-E3C152DE8AB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B5EBA2-F26A-4921-980F-95AE9A11394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B374A2-3AA5-4D60-AF8D-4AB902BBC49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DC956-A522-46D4-A8F8-3B0B2C8D1F0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E7D8D-CAD9-46CC-AA55-8D82589D4AB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41715-AAE0-4456-B119-5B5191D1DFD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5C0F01-46DB-441A-942F-2B5889238E5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34C74-9313-4D5A-99E0-E1BB1D2FC9F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863212F-6157-473D-B09F-06B2CC225A4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JAMAIS ÉBRANLÉS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 NOUS NE SERONS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JAMAIS ÉBRANLÉS</a:t>
            </a:r>
          </a:p>
          <a:p>
            <a:pPr algn="ctr" eaLnBrk="1" hangingPunct="1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MÊME SI TOUT AUTOUR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PEUT TREMBLER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CHANGES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NE SERONS JAMAIS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JAMAIS ÉBRANLÉS</a:t>
            </a:r>
          </a:p>
          <a:p>
            <a:pPr algn="ctr" eaLnBrk="1" hangingPunct="1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A-T-IL UN LIEU OÙ T’ÉCHAPPER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OÙ SERAI-JE SANS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REÇOIS TA GRÂCE ET PAIX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RIEN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C’EST TON ŒUVRE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MONTS, LES MERS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PEUVENT S’AGITER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EN TON NOM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ASSURÉS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NOUS TENONS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TES PROMESSES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TU DIS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POURRA QU’ARRIVER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TOUJOURS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DEBOUT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DEBOUT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TOMBE,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SERAS LÀ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JAMAIS TU NE ME LAISSERAS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2979</TotalTime>
  <Words>1036</Words>
  <Application>Microsoft Office PowerPoint</Application>
  <PresentationFormat>On-screen Show (4:3)</PresentationFormat>
  <Paragraphs>955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Franklin Gothic Medium</vt:lpstr>
      <vt:lpstr>Arial</vt:lpstr>
      <vt:lpstr>Calibri</vt:lpstr>
      <vt:lpstr>+mj-lt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159</cp:revision>
  <dcterms:created xsi:type="dcterms:W3CDTF">2002-08-17T10:50:50Z</dcterms:created>
  <dcterms:modified xsi:type="dcterms:W3CDTF">2017-12-31T09:42:29Z</dcterms:modified>
</cp:coreProperties>
</file>