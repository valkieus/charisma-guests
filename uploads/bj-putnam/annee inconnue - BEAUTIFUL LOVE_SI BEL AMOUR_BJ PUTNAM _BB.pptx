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54937" autoAdjust="0"/>
  </p:normalViewPr>
  <p:slideViewPr>
    <p:cSldViewPr>
      <p:cViewPr varScale="1">
        <p:scale>
          <a:sx n="47" d="100"/>
          <a:sy n="47" d="100"/>
        </p:scale>
        <p:origin x="-96" y="-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77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AC4EDC7-F92E-4D0D-8ED0-AA51948FC495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057B5B0-A064-49DF-89E2-2E7434F71E68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BRISÉ DANS LA PAUME DE TA MAIN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COUVRANT DE TA VIE 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4-TON SANG M’A TOUCHÉ ET MA PEINE A CESSÉ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GRANDS OUVERTS TU AS BRISÉ MES FAUX PAS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ME COUVRANT DE TA VIE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12-TON SANG M’A TOUCHÉ ET MA PEINE A CESSÉ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LE BESOIN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JE N’AI BESOIN QUE DE TOI OH OH, AMOUR SI BEAU</a:t>
            </a:r>
          </a:p>
          <a:p>
            <a:pPr>
              <a:defRPr/>
            </a:pPr>
            <a:r>
              <a:rPr lang="fr-FR" smtClean="0"/>
              <a:t>16- TU ES TOUT POUR MOI LE BESOIN DE MA VIE</a:t>
            </a:r>
          </a:p>
          <a:p>
            <a:pPr>
              <a:defRPr/>
            </a:pPr>
            <a:r>
              <a:rPr lang="fr-FR" smtClean="0"/>
              <a:t>17- CELUI QUI A PORTÉ LA CROIX ME PORTE AUSSI</a:t>
            </a:r>
          </a:p>
          <a:p>
            <a:pPr>
              <a:defRPr/>
            </a:pPr>
            <a:r>
              <a:rPr lang="fr-FR" smtClean="0"/>
              <a:t>18- AMOUR SI BEAU TU ES MON ROI</a:t>
            </a:r>
          </a:p>
          <a:p>
            <a:pPr>
              <a:defRPr/>
            </a:pPr>
            <a:r>
              <a:rPr lang="fr-FR" smtClean="0"/>
              <a:t>19- TU ES LE SEUL, TU ES TOUT POUR MOI VERS TOI JE COURS</a:t>
            </a:r>
          </a:p>
          <a:p>
            <a:pPr>
              <a:defRPr/>
            </a:pPr>
            <a:r>
              <a:rPr lang="fr-FR" smtClean="0"/>
              <a:t>20- JE N’AI BESOIN QUE DE TOI OH OH, AMOUR SI BEAU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BRISÉ DANS LA PAUME DE TA MAIN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COUVRANT DE TA VIE 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4-TON SANG M’A TOUCHÉ ET MA PEINE A CESSÉ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</a:t>
            </a:r>
          </a:p>
          <a:p>
            <a:endParaRPr lang="fr-FR" altLang="fr-FR" smtClean="0"/>
          </a:p>
          <a:p>
            <a:r>
              <a:rPr lang="fr-FR" altLang="fr-FR" smtClean="0"/>
              <a:t>9-  LES BRAS GRANDS OUVERTS TU AS BRISÉ MES FAUX PAS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ME COUVRANT DE TA VIE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12-TON SANG M’A TOUCHÉ ET MA PEINE A CESSÉ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LE BESOIN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15- JE N’AI BESOIN QUE DE TOI OH OH, AMOUR SI BEAU</a:t>
            </a:r>
          </a:p>
          <a:p>
            <a:r>
              <a:rPr lang="fr-FR" altLang="fr-FR" smtClean="0"/>
              <a:t>16- TU ES TOUT POUR MOI LE BESOIN DE MA VIE</a:t>
            </a:r>
          </a:p>
          <a:p>
            <a:r>
              <a:rPr lang="fr-FR" altLang="fr-FR" smtClean="0"/>
              <a:t>17- CELUI QUI A PORTÉ LA CROIX ME PORTE AUSSI</a:t>
            </a:r>
          </a:p>
          <a:p>
            <a:r>
              <a:rPr lang="fr-FR" altLang="fr-FR" smtClean="0"/>
              <a:t>18- AMOUR SI BEAU TU ES MON ROI</a:t>
            </a:r>
          </a:p>
          <a:p>
            <a:r>
              <a:rPr lang="fr-FR" altLang="fr-FR" smtClean="0"/>
              <a:t>19- TU ES LE SEUL, TU ES TOUT POUR MOI VERS TOI JE COURS</a:t>
            </a:r>
          </a:p>
          <a:p>
            <a:r>
              <a:rPr lang="fr-FR" altLang="fr-FR" smtClean="0"/>
              <a:t>20- JE N’AI BESOIN QUE DE TOI OH OH, AMOUR SI BEAU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BRISÉ DANS LA PAUME DE TA MAIN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COUVRANT DE TA VIE 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4-TON SANG M’A TOUCHÉ ET MA PEINE A CESSÉ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GRANDS OUVERTS TU AS BRISÉ MES FAUX PAS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ME COUVRANT DE TA VIE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12-TON SANG M’A TOUCHÉ ET MA PEINE A CESSÉ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LE BESOIN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JE N’AI BESOIN QUE DE TOI OH OH, AMOUR SI BEAU</a:t>
            </a:r>
          </a:p>
          <a:p>
            <a:pPr>
              <a:defRPr/>
            </a:pPr>
            <a:r>
              <a:rPr lang="fr-FR" smtClean="0"/>
              <a:t>16- TU ES TOUT POUR MOI LE BESOIN DE MA VIE</a:t>
            </a:r>
          </a:p>
          <a:p>
            <a:pPr>
              <a:defRPr/>
            </a:pPr>
            <a:r>
              <a:rPr lang="fr-FR" smtClean="0"/>
              <a:t>17- CELUI QUI A PORTÉ LA CROIX ME PORTE AUSSI</a:t>
            </a:r>
          </a:p>
          <a:p>
            <a:pPr>
              <a:defRPr/>
            </a:pPr>
            <a:r>
              <a:rPr lang="fr-FR" smtClean="0"/>
              <a:t>18- AMOUR SI BEAU TU ES MON ROI</a:t>
            </a:r>
          </a:p>
          <a:p>
            <a:pPr>
              <a:defRPr/>
            </a:pPr>
            <a:r>
              <a:rPr lang="fr-FR" smtClean="0"/>
              <a:t>19- TU ES LE SEUL, TU ES TOUT POUR MOI VERS TOI JE COURS</a:t>
            </a:r>
          </a:p>
          <a:p>
            <a:pPr>
              <a:defRPr/>
            </a:pPr>
            <a:r>
              <a:rPr lang="fr-FR" smtClean="0"/>
              <a:t>20- JE N’AI BESOIN QUE DE TOI OH OH, AMOUR SI BEAU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BRISÉ DANS LA PAUME DE TA MAIN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COUVRANT DE TA VIE 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4-TON SANG M’A TOUCHÉ ET MA PEINE A CESSÉ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</a:t>
            </a:r>
          </a:p>
          <a:p>
            <a:endParaRPr lang="fr-FR" altLang="fr-FR" smtClean="0"/>
          </a:p>
          <a:p>
            <a:r>
              <a:rPr lang="fr-FR" altLang="fr-FR" smtClean="0"/>
              <a:t>9-  LES BRAS GRANDS OUVERTS TU AS BRISÉ MES FAUX PAS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ME COUVRANT DE TA VIE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12-TON SANG M’A TOUCHÉ ET MA PEINE A CESSÉ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LE BESOIN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15- JE N’AI BESOIN QUE DE TOI OH OH, AMOUR SI BEAU</a:t>
            </a:r>
          </a:p>
          <a:p>
            <a:r>
              <a:rPr lang="fr-FR" altLang="fr-FR" smtClean="0"/>
              <a:t>16- TU ES TOUT POUR MOI LE BESOIN DE MA VIE</a:t>
            </a:r>
          </a:p>
          <a:p>
            <a:r>
              <a:rPr lang="fr-FR" altLang="fr-FR" smtClean="0"/>
              <a:t>17- CELUI QUI A PORTÉ LA CROIX ME PORTE AUSSI</a:t>
            </a:r>
          </a:p>
          <a:p>
            <a:r>
              <a:rPr lang="fr-FR" altLang="fr-FR" smtClean="0"/>
              <a:t>18- AMOUR SI BEAU TU ES MON ROI</a:t>
            </a:r>
          </a:p>
          <a:p>
            <a:r>
              <a:rPr lang="fr-FR" altLang="fr-FR" smtClean="0"/>
              <a:t>19- TU ES LE SEUL, TU ES TOUT POUR MOI VERS TOI JE COURS</a:t>
            </a:r>
          </a:p>
          <a:p>
            <a:r>
              <a:rPr lang="fr-FR" altLang="fr-FR" smtClean="0"/>
              <a:t>20- JE N’AI BESOIN QUE DE TOI OH OH, AMOUR SI BEAU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BRISÉ DANS LA PAUME DE TA MAIN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COUVRANT DE TA VIE 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4-TON SANG M’A TOUCHÉ ET MA PEINE A CESSÉ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GRANDS OUVERTS TU AS BRISÉ MES FAUX PAS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ME COUVRANT DE TA VIE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12-TON SANG M’A TOUCHÉ ET MA PEINE A CESSÉ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LE BESOIN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JE N’AI BESOIN QUE DE TOI OH OH, AMOUR SI BEAU</a:t>
            </a:r>
          </a:p>
          <a:p>
            <a:pPr>
              <a:defRPr/>
            </a:pPr>
            <a:r>
              <a:rPr lang="fr-FR" smtClean="0"/>
              <a:t>16- TU ES TOUT POUR MOI LE BESOIN DE MA VIE</a:t>
            </a:r>
          </a:p>
          <a:p>
            <a:pPr>
              <a:defRPr/>
            </a:pPr>
            <a:r>
              <a:rPr lang="fr-FR" smtClean="0"/>
              <a:t>17- CELUI QUI A PORTÉ LA CROIX ME PORTE AUSSI</a:t>
            </a:r>
          </a:p>
          <a:p>
            <a:pPr>
              <a:defRPr/>
            </a:pPr>
            <a:r>
              <a:rPr lang="fr-FR" smtClean="0"/>
              <a:t>18- AMOUR SI BEAU TU ES MON ROI</a:t>
            </a:r>
          </a:p>
          <a:p>
            <a:pPr>
              <a:defRPr/>
            </a:pPr>
            <a:r>
              <a:rPr lang="fr-FR" smtClean="0"/>
              <a:t>19- TU ES LE SEUL, TU ES TOUT POUR MOI VERS TOI JE COURS</a:t>
            </a:r>
          </a:p>
          <a:p>
            <a:pPr>
              <a:defRPr/>
            </a:pPr>
            <a:r>
              <a:rPr lang="fr-FR" smtClean="0"/>
              <a:t>20- JE N’AI BESOIN QUE DE TOI OH OH, AMOUR SI BEAU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BRISÉ DANS LA PAUME DE TA MAIN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COUVRANT DE TA VIE 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4-TON SANG M’A TOUCHÉ ET MA PEINE A CESSÉ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</a:t>
            </a:r>
          </a:p>
          <a:p>
            <a:endParaRPr lang="fr-FR" altLang="fr-FR" smtClean="0"/>
          </a:p>
          <a:p>
            <a:r>
              <a:rPr lang="fr-FR" altLang="fr-FR" smtClean="0"/>
              <a:t>9-  LES BRAS GRANDS OUVERTS TU AS BRISÉ MES FAUX PAS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ME COUVRANT DE TA VIE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12-TON SANG M’A TOUCHÉ ET MA PEINE A CESSÉ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LE BESOIN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15- JE N’AI BESOIN QUE DE TOI OH OH, AMOUR SI BEAU</a:t>
            </a:r>
          </a:p>
          <a:p>
            <a:r>
              <a:rPr lang="fr-FR" altLang="fr-FR" smtClean="0"/>
              <a:t>16- TU ES TOUT POUR MOI LE BESOIN DE MA VIE</a:t>
            </a:r>
          </a:p>
          <a:p>
            <a:r>
              <a:rPr lang="fr-FR" altLang="fr-FR" smtClean="0"/>
              <a:t>17- CELUI QUI A PORTÉ LA CROIX ME PORTE AUSSI</a:t>
            </a:r>
          </a:p>
          <a:p>
            <a:r>
              <a:rPr lang="fr-FR" altLang="fr-FR" smtClean="0"/>
              <a:t>18- AMOUR SI BEAU TU ES MON ROI</a:t>
            </a:r>
          </a:p>
          <a:p>
            <a:r>
              <a:rPr lang="fr-FR" altLang="fr-FR" smtClean="0"/>
              <a:t>19- TU ES LE SEUL, TU ES TOUT POUR MOI VERS TOI JE COURS</a:t>
            </a:r>
          </a:p>
          <a:p>
            <a:r>
              <a:rPr lang="fr-FR" altLang="fr-FR" smtClean="0"/>
              <a:t>20- JE N’AI BESOIN QUE DE TOI OH OH, AMOUR SI BEAU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BRISÉ DANS LA PAUME DE TA MAIN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COUVRANT DE TA VIE 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4-TON SANG M’A TOUCHÉ ET MA PEINE A CESSÉ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GRANDS OUVERTS TU AS BRISÉ MES FAUX PAS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ME COUVRANT DE TA VIE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12-TON SANG M’A TOUCHÉ ET MA PEINE A CESSÉ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LE BESOIN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JE N’AI BESOIN QUE DE TOI OH OH, AMOUR SI BEAU</a:t>
            </a:r>
          </a:p>
          <a:p>
            <a:pPr>
              <a:defRPr/>
            </a:pPr>
            <a:r>
              <a:rPr lang="fr-FR" smtClean="0"/>
              <a:t>16- TU ES TOUT POUR MOI LE BESOIN DE MA VIE</a:t>
            </a:r>
          </a:p>
          <a:p>
            <a:pPr>
              <a:defRPr/>
            </a:pPr>
            <a:r>
              <a:rPr lang="fr-FR" smtClean="0"/>
              <a:t>17- CELUI QUI A PORTÉ LA CROIX ME PORTE AUSSI</a:t>
            </a:r>
          </a:p>
          <a:p>
            <a:pPr>
              <a:defRPr/>
            </a:pPr>
            <a:r>
              <a:rPr lang="fr-FR" smtClean="0"/>
              <a:t>18- AMOUR SI BEAU TU ES MON ROI</a:t>
            </a:r>
          </a:p>
          <a:p>
            <a:pPr>
              <a:defRPr/>
            </a:pPr>
            <a:r>
              <a:rPr lang="fr-FR" smtClean="0"/>
              <a:t>19- TU ES LE SEUL, TU ES TOUT POUR MOI VERS TOI JE COURS</a:t>
            </a:r>
          </a:p>
          <a:p>
            <a:pPr>
              <a:defRPr/>
            </a:pPr>
            <a:r>
              <a:rPr lang="fr-FR" smtClean="0"/>
              <a:t>20- JE N’AI BESOIN QUE DE TOI OH OH, AMOUR SI BEAU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BRISÉ DANS LA PAUME DE TA MAIN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COUVRANT DE TA VIE 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4-TON SANG M’A TOUCHÉ ET MA PEINE A CESSÉ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</a:t>
            </a:r>
          </a:p>
          <a:p>
            <a:endParaRPr lang="fr-FR" altLang="fr-FR" smtClean="0"/>
          </a:p>
          <a:p>
            <a:r>
              <a:rPr lang="fr-FR" altLang="fr-FR" smtClean="0"/>
              <a:t>9-  LES BRAS GRANDS OUVERTS TU AS BRISÉ MES FAUX PAS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ME COUVRANT DE TA VIE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12-TON SANG M’A TOUCHÉ ET MA PEINE A CESSÉ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LE BESOIN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15- JE N’AI BESOIN QUE DE TOI OH OH, AMOUR SI BEAU</a:t>
            </a:r>
          </a:p>
          <a:p>
            <a:r>
              <a:rPr lang="fr-FR" altLang="fr-FR" smtClean="0"/>
              <a:t>16- TU ES TOUT POUR MOI LE BESOIN DE MA VIE</a:t>
            </a:r>
          </a:p>
          <a:p>
            <a:r>
              <a:rPr lang="fr-FR" altLang="fr-FR" smtClean="0"/>
              <a:t>17- CELUI QUI A PORTÉ LA CROIX ME PORTE AUSSI</a:t>
            </a:r>
          </a:p>
          <a:p>
            <a:r>
              <a:rPr lang="fr-FR" altLang="fr-FR" smtClean="0"/>
              <a:t>18- AMOUR SI BEAU TU ES MON ROI</a:t>
            </a:r>
          </a:p>
          <a:p>
            <a:r>
              <a:rPr lang="fr-FR" altLang="fr-FR" smtClean="0"/>
              <a:t>19- TU ES LE SEUL, TU ES TOUT POUR MOI VERS TOI JE COURS</a:t>
            </a:r>
          </a:p>
          <a:p>
            <a:r>
              <a:rPr lang="fr-FR" altLang="fr-FR" smtClean="0"/>
              <a:t>20- JE N’AI BESOIN QUE DE TOI OH OH, AMOUR SI BEAU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BRISÉ DANS LA PAUME DE TA MAIN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COUVRANT DE TA VIE 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4-TON SANG M’A TOUCHÉ ET MA PEINE A CESSÉ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GRANDS OUVERTS TU AS BRISÉ MES FAUX PAS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ME COUVRANT DE TA VIE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12-TON SANG M’A TOUCHÉ ET MA PEINE A CESSÉ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LE BESOIN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JE N’AI BESOIN QUE DE TOI OH OH, AMOUR SI BEAU</a:t>
            </a:r>
          </a:p>
          <a:p>
            <a:pPr>
              <a:defRPr/>
            </a:pPr>
            <a:r>
              <a:rPr lang="fr-FR" smtClean="0"/>
              <a:t>16- TU ES TOUT POUR MOI LE BESOIN DE MA VIE</a:t>
            </a:r>
          </a:p>
          <a:p>
            <a:pPr>
              <a:defRPr/>
            </a:pPr>
            <a:r>
              <a:rPr lang="fr-FR" smtClean="0"/>
              <a:t>17- CELUI QUI A PORTÉ LA CROIX ME PORTE AUSSI</a:t>
            </a:r>
          </a:p>
          <a:p>
            <a:pPr>
              <a:defRPr/>
            </a:pPr>
            <a:r>
              <a:rPr lang="fr-FR" smtClean="0"/>
              <a:t>18- AMOUR SI BEAU TU ES MON ROI</a:t>
            </a:r>
          </a:p>
          <a:p>
            <a:pPr>
              <a:defRPr/>
            </a:pPr>
            <a:r>
              <a:rPr lang="fr-FR" smtClean="0"/>
              <a:t>19- TU ES LE SEUL, TU ES TOUT POUR MOI VERS TOI JE COURS</a:t>
            </a:r>
          </a:p>
          <a:p>
            <a:pPr>
              <a:defRPr/>
            </a:pPr>
            <a:r>
              <a:rPr lang="fr-FR" smtClean="0"/>
              <a:t>20- JE N’AI BESOIN QUE DE TOI OH OH, AMOUR SI BEAU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BRISÉ DANS LA PAUME DE TA MAIN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COUVRANT DE TA VIE 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4-TON SANG M’A TOUCHÉ ET MA PEINE A CESSÉ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</a:t>
            </a:r>
          </a:p>
          <a:p>
            <a:endParaRPr lang="fr-FR" altLang="fr-FR" smtClean="0"/>
          </a:p>
          <a:p>
            <a:r>
              <a:rPr lang="fr-FR" altLang="fr-FR" smtClean="0"/>
              <a:t>9-  LES BRAS GRANDS OUVERTS TU AS BRISÉ MES FAUX PAS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ME COUVRANT DE TA VIE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12-TON SANG M’A TOUCHÉ ET MA PEINE A CESSÉ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LE BESOIN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15- JE N’AI BESOIN QUE DE TOI OH OH, AMOUR SI BEAU</a:t>
            </a:r>
          </a:p>
          <a:p>
            <a:r>
              <a:rPr lang="fr-FR" altLang="fr-FR" smtClean="0"/>
              <a:t>16- TU ES TOUT POUR MOI LE BESOIN DE MA VIE</a:t>
            </a:r>
          </a:p>
          <a:p>
            <a:r>
              <a:rPr lang="fr-FR" altLang="fr-FR" smtClean="0"/>
              <a:t>17- CELUI QUI A PORTÉ LA CROIX ME PORTE AUSSI</a:t>
            </a:r>
          </a:p>
          <a:p>
            <a:r>
              <a:rPr lang="fr-FR" altLang="fr-FR" smtClean="0"/>
              <a:t>18- AMOUR SI BEAU TU ES MON ROI</a:t>
            </a:r>
          </a:p>
          <a:p>
            <a:r>
              <a:rPr lang="fr-FR" altLang="fr-FR" smtClean="0"/>
              <a:t>19- TU ES LE SEUL, TU ES TOUT POUR MOI VERS TOI JE COURS</a:t>
            </a:r>
          </a:p>
          <a:p>
            <a:r>
              <a:rPr lang="fr-FR" altLang="fr-FR" smtClean="0"/>
              <a:t>20- JE N’AI BESOIN QUE DE TOI OH OH, AMOUR SI BEAU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BRISÉ DANS LA PAUME DE TA MAIN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COUVRANT DE TA VIE 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4-TON SANG M’A TOUCHÉ ET MA PEINE A CESSÉ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GRANDS OUVERTS TU AS BRISÉ MES FAUX PAS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ME COUVRANT DE TA VIE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12-TON SANG M’A TOUCHÉ ET MA PEINE A CESSÉ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LE BESOIN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JE N’AI BESOIN QUE DE TOI OH OH, AMOUR SI BEAU</a:t>
            </a:r>
          </a:p>
          <a:p>
            <a:pPr>
              <a:defRPr/>
            </a:pPr>
            <a:r>
              <a:rPr lang="fr-FR" smtClean="0"/>
              <a:t>16- TU ES TOUT POUR MOI LE BESOIN DE MA VIE</a:t>
            </a:r>
          </a:p>
          <a:p>
            <a:pPr>
              <a:defRPr/>
            </a:pPr>
            <a:r>
              <a:rPr lang="fr-FR" smtClean="0"/>
              <a:t>17- CELUI QUI A PORTÉ LA CROIX ME PORTE AUSSI</a:t>
            </a:r>
          </a:p>
          <a:p>
            <a:pPr>
              <a:defRPr/>
            </a:pPr>
            <a:r>
              <a:rPr lang="fr-FR" smtClean="0"/>
              <a:t>18- AMOUR SI BEAU TU ES MON ROI</a:t>
            </a:r>
          </a:p>
          <a:p>
            <a:pPr>
              <a:defRPr/>
            </a:pPr>
            <a:r>
              <a:rPr lang="fr-FR" smtClean="0"/>
              <a:t>19- TU ES LE SEUL, TU ES TOUT POUR MOI VERS TOI JE COURS</a:t>
            </a:r>
          </a:p>
          <a:p>
            <a:pPr>
              <a:defRPr/>
            </a:pPr>
            <a:r>
              <a:rPr lang="fr-FR" smtClean="0"/>
              <a:t>20- JE N’AI BESOIN QUE DE TOI OH OH, AMOUR SI BEAU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BRISÉ DANS LA PAUME DE TA MAIN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COUVRANT DE TA VIE 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4-TON SANG M’A TOUCHÉ ET MA PEINE A CESSÉ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</a:t>
            </a:r>
          </a:p>
          <a:p>
            <a:endParaRPr lang="fr-FR" altLang="fr-FR" smtClean="0"/>
          </a:p>
          <a:p>
            <a:r>
              <a:rPr lang="fr-FR" altLang="fr-FR" smtClean="0"/>
              <a:t>9-  LES BRAS GRANDS OUVERTS TU AS BRISÉ MES FAUX PAS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ME COUVRANT DE TA VIE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12-TON SANG M’A TOUCHÉ ET MA PEINE A CESSÉ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LE BESOIN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15- JE N’AI BESOIN QUE DE TOI OH OH, AMOUR SI BEAU</a:t>
            </a:r>
          </a:p>
          <a:p>
            <a:r>
              <a:rPr lang="fr-FR" altLang="fr-FR" smtClean="0"/>
              <a:t>16- TU ES TOUT POUR MOI LE BESOIN DE MA VIE</a:t>
            </a:r>
          </a:p>
          <a:p>
            <a:r>
              <a:rPr lang="fr-FR" altLang="fr-FR" smtClean="0"/>
              <a:t>17- CELUI QUI A PORTÉ LA CROIX ME PORTE AUSSI</a:t>
            </a:r>
          </a:p>
          <a:p>
            <a:r>
              <a:rPr lang="fr-FR" altLang="fr-FR" smtClean="0"/>
              <a:t>18- AMOUR SI BEAU TU ES MON ROI</a:t>
            </a:r>
          </a:p>
          <a:p>
            <a:r>
              <a:rPr lang="fr-FR" altLang="fr-FR" smtClean="0"/>
              <a:t>19- TU ES LE SEUL, TU ES TOUT POUR MOI VERS TOI JE COURS</a:t>
            </a:r>
          </a:p>
          <a:p>
            <a:r>
              <a:rPr lang="fr-FR" altLang="fr-FR" smtClean="0"/>
              <a:t>20- JE N’AI BESOIN QUE DE TOI OH OH, AMOUR SI BEAU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BRISÉ DANS LA PAUME DE TA MAIN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COUVRANT DE TA VIE 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4-TON SANG M’A TOUCHÉ ET MA PEINE A CESSÉ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GRANDS OUVERTS TU AS BRISÉ MES FAUX PAS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ME COUVRANT DE TA VIE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12-TON SANG M’A TOUCHÉ ET MA PEINE A CESSÉ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LE BESOIN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JE N’AI BESOIN QUE DE TOI OH OH, AMOUR SI BEAU</a:t>
            </a:r>
          </a:p>
          <a:p>
            <a:pPr>
              <a:defRPr/>
            </a:pPr>
            <a:r>
              <a:rPr lang="fr-FR" smtClean="0"/>
              <a:t>16- TU ES TOUT POUR MOI LE BESOIN DE MA VIE</a:t>
            </a:r>
          </a:p>
          <a:p>
            <a:pPr>
              <a:defRPr/>
            </a:pPr>
            <a:r>
              <a:rPr lang="fr-FR" smtClean="0"/>
              <a:t>17- CELUI QUI A PORTÉ LA CROIX ME PORTE AUSSI</a:t>
            </a:r>
          </a:p>
          <a:p>
            <a:pPr>
              <a:defRPr/>
            </a:pPr>
            <a:r>
              <a:rPr lang="fr-FR" smtClean="0"/>
              <a:t>18- AMOUR SI BEAU TU ES MON ROI</a:t>
            </a:r>
          </a:p>
          <a:p>
            <a:pPr>
              <a:defRPr/>
            </a:pPr>
            <a:r>
              <a:rPr lang="fr-FR" smtClean="0"/>
              <a:t>19- TU ES LE SEUL, TU ES TOUT POUR MOI VERS TOI JE COURS</a:t>
            </a:r>
          </a:p>
          <a:p>
            <a:pPr>
              <a:defRPr/>
            </a:pPr>
            <a:r>
              <a:rPr lang="fr-FR" smtClean="0"/>
              <a:t>20- JE N’AI BESOIN QUE DE TOI OH OH, AMOUR SI BEAU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BRISÉ DANS LA PAUME DE TA MAIN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COUVRANT DE TA VIE 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4-TON SANG M’A TOUCHÉ ET MA PEINE A CESSÉ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</a:t>
            </a:r>
          </a:p>
          <a:p>
            <a:endParaRPr lang="fr-FR" altLang="fr-FR" smtClean="0"/>
          </a:p>
          <a:p>
            <a:r>
              <a:rPr lang="fr-FR" altLang="fr-FR" smtClean="0"/>
              <a:t>9-  LES BRAS GRANDS OUVERTS TU AS BRISÉ MES FAUX PAS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ME COUVRANT DE TA VIE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12-TON SANG M’A TOUCHÉ ET MA PEINE A CESSÉ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LE BESOIN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15- JE N’AI BESOIN QUE DE TOI OH OH, AMOUR SI BEAU</a:t>
            </a:r>
          </a:p>
          <a:p>
            <a:r>
              <a:rPr lang="fr-FR" altLang="fr-FR" smtClean="0"/>
              <a:t>16- TU ES TOUT POUR MOI LE BESOIN DE MA VIE</a:t>
            </a:r>
          </a:p>
          <a:p>
            <a:r>
              <a:rPr lang="fr-FR" altLang="fr-FR" smtClean="0"/>
              <a:t>17- CELUI QUI A PORTÉ LA CROIX ME PORTE AUSSI</a:t>
            </a:r>
          </a:p>
          <a:p>
            <a:r>
              <a:rPr lang="fr-FR" altLang="fr-FR" smtClean="0"/>
              <a:t>18- AMOUR SI BEAU TU ES MON ROI</a:t>
            </a:r>
          </a:p>
          <a:p>
            <a:r>
              <a:rPr lang="fr-FR" altLang="fr-FR" smtClean="0"/>
              <a:t>19- TU ES LE SEUL, TU ES TOUT POUR MOI VERS TOI JE COURS</a:t>
            </a:r>
          </a:p>
          <a:p>
            <a:r>
              <a:rPr lang="fr-FR" altLang="fr-FR" smtClean="0"/>
              <a:t>20- JE N’AI BESOIN QUE DE TOI OH OH, AMOUR SI BEAU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BRISÉ DANS LA PAUME DE TA MAIN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COUVRANT DE TA VIE 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4-TON SANG M’A TOUCHÉ ET MA PEINE A CESSÉ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GRANDS OUVERTS TU AS BRISÉ MES FAUX PAS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ME COUVRANT DE TA VIE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12-TON SANG M’A TOUCHÉ ET MA PEINE A CESSÉ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LE BESOIN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JE N’AI BESOIN QUE DE TOI OH OH, AMOUR SI BEAU</a:t>
            </a:r>
          </a:p>
          <a:p>
            <a:pPr>
              <a:defRPr/>
            </a:pPr>
            <a:r>
              <a:rPr lang="fr-FR" smtClean="0"/>
              <a:t>16- TU ES TOUT POUR MOI LE BESOIN DE MA VIE</a:t>
            </a:r>
          </a:p>
          <a:p>
            <a:pPr>
              <a:defRPr/>
            </a:pPr>
            <a:r>
              <a:rPr lang="fr-FR" smtClean="0"/>
              <a:t>17- CELUI QUI A PORTÉ LA CROIX ME PORTE AUSSI</a:t>
            </a:r>
          </a:p>
          <a:p>
            <a:pPr>
              <a:defRPr/>
            </a:pPr>
            <a:r>
              <a:rPr lang="fr-FR" smtClean="0"/>
              <a:t>18- AMOUR SI BEAU TU ES MON ROI</a:t>
            </a:r>
          </a:p>
          <a:p>
            <a:pPr>
              <a:defRPr/>
            </a:pPr>
            <a:r>
              <a:rPr lang="fr-FR" smtClean="0"/>
              <a:t>19- TU ES LE SEUL, TU ES TOUT POUR MOI VERS TOI JE COURS</a:t>
            </a:r>
          </a:p>
          <a:p>
            <a:pPr>
              <a:defRPr/>
            </a:pPr>
            <a:r>
              <a:rPr lang="fr-FR" smtClean="0"/>
              <a:t>20- JE N’AI BESOIN QUE DE TOI OH OH, AMOUR SI BEAU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BRISÉ DANS LA PAUME DE TA MAIN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COUVRANT DE TA VIE 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4-TON SANG M’A TOUCHÉ ET MA PEINE A CESSÉ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</a:t>
            </a:r>
          </a:p>
          <a:p>
            <a:endParaRPr lang="fr-FR" altLang="fr-FR" smtClean="0"/>
          </a:p>
          <a:p>
            <a:r>
              <a:rPr lang="fr-FR" altLang="fr-FR" smtClean="0"/>
              <a:t>9-  LES BRAS GRANDS OUVERTS TU AS BRISÉ MES FAUX PAS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ME COUVRANT DE TA VIE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12-TON SANG M’A TOUCHÉ ET MA PEINE A CESSÉ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LE BESOIN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15- JE N’AI BESOIN QUE DE TOI OH OH, AMOUR SI BEAU</a:t>
            </a:r>
          </a:p>
          <a:p>
            <a:r>
              <a:rPr lang="fr-FR" altLang="fr-FR" smtClean="0"/>
              <a:t>16- TU ES TOUT POUR MOI LE BESOIN DE MA VIE</a:t>
            </a:r>
          </a:p>
          <a:p>
            <a:r>
              <a:rPr lang="fr-FR" altLang="fr-FR" smtClean="0"/>
              <a:t>17- CELUI QUI A PORTÉ LA CROIX ME PORTE AUSSI</a:t>
            </a:r>
          </a:p>
          <a:p>
            <a:r>
              <a:rPr lang="fr-FR" altLang="fr-FR" smtClean="0"/>
              <a:t>18- AMOUR SI BEAU TU ES MON ROI</a:t>
            </a:r>
          </a:p>
          <a:p>
            <a:r>
              <a:rPr lang="fr-FR" altLang="fr-FR" smtClean="0"/>
              <a:t>19- TU ES LE SEUL, TU ES TOUT POUR MOI VERS TOI JE COURS</a:t>
            </a:r>
          </a:p>
          <a:p>
            <a:r>
              <a:rPr lang="fr-FR" altLang="fr-FR" smtClean="0"/>
              <a:t>20- JE N’AI BESOIN QUE DE TOI OH OH, AMOUR SI BEAU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BRISÉ DANS LA PAUME DE TA MAIN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COUVRANT DE TA VIE 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4-TON SANG M’A TOUCHÉ ET MA PEINE A CESSÉ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GRANDS OUVERTS TU AS BRISÉ MES FAUX PAS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ME COUVRANT DE TA VIE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12-TON SANG M’A TOUCHÉ ET MA PEINE A CESSÉ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LE BESOIN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JE N’AI BESOIN QUE DE TOI OH OH, AMOUR SI BEAU</a:t>
            </a:r>
          </a:p>
          <a:p>
            <a:pPr>
              <a:defRPr/>
            </a:pPr>
            <a:r>
              <a:rPr lang="fr-FR" smtClean="0"/>
              <a:t>16- TU ES TOUT POUR MOI LE BESOIN DE MA VIE</a:t>
            </a:r>
          </a:p>
          <a:p>
            <a:pPr>
              <a:defRPr/>
            </a:pPr>
            <a:r>
              <a:rPr lang="fr-FR" smtClean="0"/>
              <a:t>17- CELUI QUI A PORTÉ LA CROIX ME PORTE AUSSI</a:t>
            </a:r>
          </a:p>
          <a:p>
            <a:pPr>
              <a:defRPr/>
            </a:pPr>
            <a:r>
              <a:rPr lang="fr-FR" smtClean="0"/>
              <a:t>18- AMOUR SI BEAU TU ES MON ROI</a:t>
            </a:r>
          </a:p>
          <a:p>
            <a:pPr>
              <a:defRPr/>
            </a:pPr>
            <a:r>
              <a:rPr lang="fr-FR" smtClean="0"/>
              <a:t>19- TU ES LE SEUL, TU ES TOUT POUR MOI VERS TOI JE COURS</a:t>
            </a:r>
          </a:p>
          <a:p>
            <a:pPr>
              <a:defRPr/>
            </a:pPr>
            <a:r>
              <a:rPr lang="fr-FR" smtClean="0"/>
              <a:t>20- JE N’AI BESOIN QUE DE TOI OH OH, AMOUR SI BEAU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BRISÉ DANS LA PAUME DE TA MAIN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COUVRANT DE TA VIE 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4-TON SANG M’A TOUCHÉ ET MA PEINE A CESSÉ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</a:t>
            </a:r>
          </a:p>
          <a:p>
            <a:endParaRPr lang="fr-FR" altLang="fr-FR" smtClean="0"/>
          </a:p>
          <a:p>
            <a:r>
              <a:rPr lang="fr-FR" altLang="fr-FR" smtClean="0"/>
              <a:t>9-  LES BRAS GRANDS OUVERTS TU AS BRISÉ MES FAUX PAS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ME COUVRANT DE TA VIE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12-TON SANG M’A TOUCHÉ ET MA PEINE A CESSÉ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LE BESOIN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15- JE N’AI BESOIN QUE DE TOI OH OH, AMOUR SI BEAU</a:t>
            </a:r>
          </a:p>
          <a:p>
            <a:r>
              <a:rPr lang="fr-FR" altLang="fr-FR" smtClean="0"/>
              <a:t>16- TU ES TOUT POUR MOI LE BESOIN DE MA VIE</a:t>
            </a:r>
          </a:p>
          <a:p>
            <a:r>
              <a:rPr lang="fr-FR" altLang="fr-FR" smtClean="0"/>
              <a:t>17- CELUI QUI A PORTÉ LA CROIX ME PORTE AUSSI</a:t>
            </a:r>
          </a:p>
          <a:p>
            <a:r>
              <a:rPr lang="fr-FR" altLang="fr-FR" smtClean="0"/>
              <a:t>18- AMOUR SI BEAU TU ES MON ROI</a:t>
            </a:r>
          </a:p>
          <a:p>
            <a:r>
              <a:rPr lang="fr-FR" altLang="fr-FR" smtClean="0"/>
              <a:t>19- TU ES LE SEUL, TU ES TOUT POUR MOI VERS TOI JE COURS</a:t>
            </a:r>
          </a:p>
          <a:p>
            <a:r>
              <a:rPr lang="fr-FR" altLang="fr-FR" smtClean="0"/>
              <a:t>20- JE N’AI BESOIN QUE DE TOI OH OH, AMOUR SI BEAU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BRISÉ DANS LA PAUME DE TA MAIN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COUVRANT DE TA VIE 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4-TON SANG M’A TOUCHÉ ET MA PEINE A CESSÉ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GRANDS OUVERTS TU AS BRISÉ MES FAUX PAS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ME COUVRANT DE TA VIE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12-TON SANG M’A TOUCHÉ ET MA PEINE A CESSÉ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LE BESOIN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JE N’AI BESOIN QUE DE TOI OH OH, AMOUR SI BEAU</a:t>
            </a:r>
          </a:p>
          <a:p>
            <a:pPr>
              <a:defRPr/>
            </a:pPr>
            <a:r>
              <a:rPr lang="fr-FR" smtClean="0"/>
              <a:t>16- TU ES TOUT POUR MOI LE BESOIN DE MA VIE</a:t>
            </a:r>
          </a:p>
          <a:p>
            <a:pPr>
              <a:defRPr/>
            </a:pPr>
            <a:r>
              <a:rPr lang="fr-FR" smtClean="0"/>
              <a:t>17- CELUI QUI A PORTÉ LA CROIX ME PORTE AUSSI</a:t>
            </a:r>
          </a:p>
          <a:p>
            <a:pPr>
              <a:defRPr/>
            </a:pPr>
            <a:r>
              <a:rPr lang="fr-FR" smtClean="0"/>
              <a:t>18- AMOUR SI BEAU TU ES MON ROI</a:t>
            </a:r>
          </a:p>
          <a:p>
            <a:pPr>
              <a:defRPr/>
            </a:pPr>
            <a:r>
              <a:rPr lang="fr-FR" smtClean="0"/>
              <a:t>19- TU ES LE SEUL, TU ES TOUT POUR MOI VERS TOI JE COURS</a:t>
            </a:r>
          </a:p>
          <a:p>
            <a:pPr>
              <a:defRPr/>
            </a:pPr>
            <a:r>
              <a:rPr lang="fr-FR" smtClean="0"/>
              <a:t>20- JE N’AI BESOIN QUE DE TOI OH OH, AMOUR SI BEAU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BRISÉ DANS LA PAUME DE TA MAIN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COUVRANT DE TA VIE 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4-TON SANG M’A TOUCHÉ ET MA PEINE A CESSÉ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</a:t>
            </a:r>
          </a:p>
          <a:p>
            <a:endParaRPr lang="fr-FR" altLang="fr-FR" smtClean="0"/>
          </a:p>
          <a:p>
            <a:r>
              <a:rPr lang="fr-FR" altLang="fr-FR" smtClean="0"/>
              <a:t>9-  LES BRAS GRANDS OUVERTS TU AS BRISÉ MES FAUX PAS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ME COUVRANT DE TA VIE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12-TON SANG M’A TOUCHÉ ET MA PEINE A CESSÉ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LE BESOIN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15- JE N’AI BESOIN QUE DE TOI OH OH, AMOUR SI BEAU</a:t>
            </a:r>
          </a:p>
          <a:p>
            <a:r>
              <a:rPr lang="fr-FR" altLang="fr-FR" smtClean="0"/>
              <a:t>16- TU ES TOUT POUR MOI LE BESOIN DE MA VIE</a:t>
            </a:r>
          </a:p>
          <a:p>
            <a:r>
              <a:rPr lang="fr-FR" altLang="fr-FR" smtClean="0"/>
              <a:t>17- CELUI QUI A PORTÉ LA CROIX ME PORTE AUSSI</a:t>
            </a:r>
          </a:p>
          <a:p>
            <a:r>
              <a:rPr lang="fr-FR" altLang="fr-FR" smtClean="0"/>
              <a:t>18- AMOUR SI BEAU TU ES MON ROI</a:t>
            </a:r>
          </a:p>
          <a:p>
            <a:r>
              <a:rPr lang="fr-FR" altLang="fr-FR" smtClean="0"/>
              <a:t>19- TU ES LE SEUL, TU ES TOUT POUR MOI VERS TOI JE COURS</a:t>
            </a:r>
          </a:p>
          <a:p>
            <a:r>
              <a:rPr lang="fr-FR" altLang="fr-FR" smtClean="0"/>
              <a:t>20- JE N’AI BESOIN QUE DE TOI OH OH, AMOUR SI BEAU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BRISÉ DANS LA PAUME DE TA MAIN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COUVRANT DE TA VIE 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4-TON SANG M’A TOUCHÉ ET MA PEINE A CESSÉ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GRANDS OUVERTS TU AS BRISÉ MES FAUX PAS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ME COUVRANT DE TA VIE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12-TON SANG M’A TOUCHÉ ET MA PEINE A CESSÉ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LE BESOIN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JE N’AI BESOIN QUE DE TOI OH OH, AMOUR SI BEAU</a:t>
            </a:r>
          </a:p>
          <a:p>
            <a:pPr>
              <a:defRPr/>
            </a:pPr>
            <a:r>
              <a:rPr lang="fr-FR" smtClean="0"/>
              <a:t>16- TU ES TOUT POUR MOI LE BESOIN DE MA VIE</a:t>
            </a:r>
          </a:p>
          <a:p>
            <a:pPr>
              <a:defRPr/>
            </a:pPr>
            <a:r>
              <a:rPr lang="fr-FR" smtClean="0"/>
              <a:t>17- CELUI QUI A PORTÉ LA CROIX ME PORTE AUSSI</a:t>
            </a:r>
          </a:p>
          <a:p>
            <a:pPr>
              <a:defRPr/>
            </a:pPr>
            <a:r>
              <a:rPr lang="fr-FR" smtClean="0"/>
              <a:t>18- AMOUR SI BEAU TU ES MON ROI</a:t>
            </a:r>
          </a:p>
          <a:p>
            <a:pPr>
              <a:defRPr/>
            </a:pPr>
            <a:r>
              <a:rPr lang="fr-FR" smtClean="0"/>
              <a:t>19- TU ES LE SEUL, TU ES TOUT POUR MOI VERS TOI JE COURS</a:t>
            </a:r>
          </a:p>
          <a:p>
            <a:pPr>
              <a:defRPr/>
            </a:pPr>
            <a:r>
              <a:rPr lang="fr-FR" smtClean="0"/>
              <a:t>20- JE N’AI BESOIN QUE DE TOI OH OH, AMOUR SI BEAU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BRISÉ DANS LA PAUME DE TA MAIN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COUVRANT DE TA VIE 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4-TON SANG M’A TOUCHÉ ET MA PEINE A CESSÉ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</a:t>
            </a:r>
          </a:p>
          <a:p>
            <a:endParaRPr lang="fr-FR" altLang="fr-FR" smtClean="0"/>
          </a:p>
          <a:p>
            <a:r>
              <a:rPr lang="fr-FR" altLang="fr-FR" smtClean="0"/>
              <a:t>9-  LES BRAS GRANDS OUVERTS TU AS BRISÉ MES FAUX PAS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ME COUVRANT DE TA VIE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12-TON SANG M’A TOUCHÉ ET MA PEINE A CESSÉ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LE BESOIN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15- JE N’AI BESOIN QUE DE TOI OH OH, AMOUR SI BEAU</a:t>
            </a:r>
          </a:p>
          <a:p>
            <a:r>
              <a:rPr lang="fr-FR" altLang="fr-FR" smtClean="0"/>
              <a:t>16- TU ES TOUT POUR MOI LE BESOIN DE MA VIE</a:t>
            </a:r>
          </a:p>
          <a:p>
            <a:r>
              <a:rPr lang="fr-FR" altLang="fr-FR" smtClean="0"/>
              <a:t>17- CELUI QUI A PORTÉ LA CROIX ME PORTE AUSSI</a:t>
            </a:r>
          </a:p>
          <a:p>
            <a:r>
              <a:rPr lang="fr-FR" altLang="fr-FR" smtClean="0"/>
              <a:t>18- AMOUR SI BEAU TU ES MON ROI</a:t>
            </a:r>
          </a:p>
          <a:p>
            <a:r>
              <a:rPr lang="fr-FR" altLang="fr-FR" smtClean="0"/>
              <a:t>19- TU ES LE SEUL, TU ES TOUT POUR MOI VERS TOI JE COURS</a:t>
            </a:r>
          </a:p>
          <a:p>
            <a:r>
              <a:rPr lang="fr-FR" altLang="fr-FR" smtClean="0"/>
              <a:t>20- JE N’AI BESOIN QUE DE TOI OH OH, AMOUR SI BEAU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BRISÉ DANS LA PAUME DE TA MAIN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COUVRANT DE TA VIE 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4-TON SANG M’A TOUCHÉ ET MA PEINE A CESSÉ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GRANDS OUVERTS TU AS BRISÉ MES FAUX PAS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ME COUVRANT DE TA VIE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12-TON SANG M’A TOUCHÉ ET MA PEINE A CESSÉ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LE BESOIN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JE N’AI BESOIN QUE DE TOI OH OH, AMOUR SI BEAU</a:t>
            </a:r>
          </a:p>
          <a:p>
            <a:pPr>
              <a:defRPr/>
            </a:pPr>
            <a:r>
              <a:rPr lang="fr-FR" smtClean="0"/>
              <a:t>16- TU ES TOUT POUR MOI LE BESOIN DE MA VIE</a:t>
            </a:r>
          </a:p>
          <a:p>
            <a:pPr>
              <a:defRPr/>
            </a:pPr>
            <a:r>
              <a:rPr lang="fr-FR" smtClean="0"/>
              <a:t>17- CELUI QUI A PORTÉ LA CROIX ME PORTE AUSSI</a:t>
            </a:r>
          </a:p>
          <a:p>
            <a:pPr>
              <a:defRPr/>
            </a:pPr>
            <a:r>
              <a:rPr lang="fr-FR" smtClean="0"/>
              <a:t>18- AMOUR SI BEAU TU ES MON ROI</a:t>
            </a:r>
          </a:p>
          <a:p>
            <a:pPr>
              <a:defRPr/>
            </a:pPr>
            <a:r>
              <a:rPr lang="fr-FR" smtClean="0"/>
              <a:t>19- TU ES LE SEUL, TU ES TOUT POUR MOI VERS TOI JE COURS</a:t>
            </a:r>
          </a:p>
          <a:p>
            <a:pPr>
              <a:defRPr/>
            </a:pPr>
            <a:r>
              <a:rPr lang="fr-FR" smtClean="0"/>
              <a:t>20- JE N’AI BESOIN QUE DE TOI OH OH, AMOUR SI BEAU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BRISÉ DANS LA PAUME DE TA MAIN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COUVRANT DE TA VIE 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4-TON SANG M’A TOUCHÉ ET MA PEINE A CESSÉ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</a:t>
            </a:r>
          </a:p>
          <a:p>
            <a:endParaRPr lang="fr-FR" altLang="fr-FR" smtClean="0"/>
          </a:p>
          <a:p>
            <a:r>
              <a:rPr lang="fr-FR" altLang="fr-FR" smtClean="0"/>
              <a:t>9-  LES BRAS GRANDS OUVERTS TU AS BRISÉ MES FAUX PAS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ME COUVRANT DE TA VIE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12-TON SANG M’A TOUCHÉ ET MA PEINE A CESSÉ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LE BESOIN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15- JE N’AI BESOIN QUE DE TOI OH OH, AMOUR SI BEAU</a:t>
            </a:r>
          </a:p>
          <a:p>
            <a:r>
              <a:rPr lang="fr-FR" altLang="fr-FR" smtClean="0"/>
              <a:t>16- TU ES TOUT POUR MOI LE BESOIN DE MA VIE</a:t>
            </a:r>
          </a:p>
          <a:p>
            <a:r>
              <a:rPr lang="fr-FR" altLang="fr-FR" smtClean="0"/>
              <a:t>17- CELUI QUI A PORTÉ LA CROIX ME PORTE AUSSI</a:t>
            </a:r>
          </a:p>
          <a:p>
            <a:r>
              <a:rPr lang="fr-FR" altLang="fr-FR" smtClean="0"/>
              <a:t>18- AMOUR SI BEAU TU ES MON ROI</a:t>
            </a:r>
          </a:p>
          <a:p>
            <a:r>
              <a:rPr lang="fr-FR" altLang="fr-FR" smtClean="0"/>
              <a:t>19- TU ES LE SEUL, TU ES TOUT POUR MOI VERS TOI JE COURS</a:t>
            </a:r>
          </a:p>
          <a:p>
            <a:r>
              <a:rPr lang="fr-FR" altLang="fr-FR" smtClean="0"/>
              <a:t>20- JE N’AI BESOIN QUE DE TOI OH OH, AMOUR SI BEAU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BRISÉ DANS LA PAUME DE TA MAIN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COUVRANT DE TA VIE 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4-TON SANG M’A TOUCHÉ ET MA PEINE A CESSÉ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GRANDS OUVERTS TU AS BRISÉ MES FAUX PAS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ME COUVRANT DE TA VIE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12-TON SANG M’A TOUCHÉ ET MA PEINE A CESSÉ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LE BESOIN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JE N’AI BESOIN QUE DE TOI OH OH, AMOUR SI BEAU</a:t>
            </a:r>
          </a:p>
          <a:p>
            <a:pPr>
              <a:defRPr/>
            </a:pPr>
            <a:r>
              <a:rPr lang="fr-FR" smtClean="0"/>
              <a:t>16- TU ES TOUT POUR MOI LE BESOIN DE MA VIE</a:t>
            </a:r>
          </a:p>
          <a:p>
            <a:pPr>
              <a:defRPr/>
            </a:pPr>
            <a:r>
              <a:rPr lang="fr-FR" smtClean="0"/>
              <a:t>17- CELUI QUI A PORTÉ LA CROIX ME PORTE AUSSI</a:t>
            </a:r>
          </a:p>
          <a:p>
            <a:pPr>
              <a:defRPr/>
            </a:pPr>
            <a:r>
              <a:rPr lang="fr-FR" smtClean="0"/>
              <a:t>18- AMOUR SI BEAU TU ES MON ROI</a:t>
            </a:r>
          </a:p>
          <a:p>
            <a:pPr>
              <a:defRPr/>
            </a:pPr>
            <a:r>
              <a:rPr lang="fr-FR" smtClean="0"/>
              <a:t>19- TU ES LE SEUL, TU ES TOUT POUR MOI VERS TOI JE COURS</a:t>
            </a:r>
          </a:p>
          <a:p>
            <a:pPr>
              <a:defRPr/>
            </a:pPr>
            <a:r>
              <a:rPr lang="fr-FR" smtClean="0"/>
              <a:t>20- JE N’AI BESOIN QUE DE TOI OH OH, AMOUR SI BEAU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BRISÉ DANS LA PAUME DE TA MAIN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COUVRANT DE TA VIE 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4-TON SANG M’A TOUCHÉ ET MA PEINE A CESSÉ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</a:t>
            </a:r>
          </a:p>
          <a:p>
            <a:endParaRPr lang="fr-FR" altLang="fr-FR" smtClean="0"/>
          </a:p>
          <a:p>
            <a:r>
              <a:rPr lang="fr-FR" altLang="fr-FR" smtClean="0"/>
              <a:t>9-  LES BRAS GRANDS OUVERTS TU AS BRISÉ MES FAUX PAS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ME COUVRANT DE TA VIE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12-TON SANG M’A TOUCHÉ ET MA PEINE A CESSÉ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LE BESOIN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15- JE N’AI BESOIN QUE DE TOI OH OH, AMOUR SI BEAU</a:t>
            </a:r>
          </a:p>
          <a:p>
            <a:r>
              <a:rPr lang="fr-FR" altLang="fr-FR" smtClean="0"/>
              <a:t>16- TU ES TOUT POUR MOI LE BESOIN DE MA VIE</a:t>
            </a:r>
          </a:p>
          <a:p>
            <a:r>
              <a:rPr lang="fr-FR" altLang="fr-FR" smtClean="0"/>
              <a:t>17- CELUI QUI A PORTÉ LA CROIX ME PORTE AUSSI</a:t>
            </a:r>
          </a:p>
          <a:p>
            <a:r>
              <a:rPr lang="fr-FR" altLang="fr-FR" smtClean="0"/>
              <a:t>18- AMOUR SI BEAU TU ES MON ROI</a:t>
            </a:r>
          </a:p>
          <a:p>
            <a:r>
              <a:rPr lang="fr-FR" altLang="fr-FR" smtClean="0"/>
              <a:t>19- TU ES LE SEUL, TU ES TOUT POUR MOI VERS TOI JE COURS</a:t>
            </a:r>
          </a:p>
          <a:p>
            <a:r>
              <a:rPr lang="fr-FR" altLang="fr-FR" smtClean="0"/>
              <a:t>20- JE N’AI BESOIN QUE DE TOI OH OH, AMOUR SI BEAU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BRISÉ DANS LA PAUME DE TA MAIN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COUVRANT DE TA VIE 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4-TON SANG M’A TOUCHÉ ET MA PEINE A CESSÉ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GRANDS OUVERTS TU AS BRISÉ MES FAUX PAS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ME COUVRANT DE TA VIE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12-TON SANG M’A TOUCHÉ ET MA PEINE A CESSÉ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LE BESOIN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JE N’AI BESOIN QUE DE TOI OH OH, AMOUR SI BEAU</a:t>
            </a:r>
          </a:p>
          <a:p>
            <a:pPr>
              <a:defRPr/>
            </a:pPr>
            <a:r>
              <a:rPr lang="fr-FR" smtClean="0"/>
              <a:t>16- TU ES TOUT POUR MOI LE BESOIN DE MA VIE</a:t>
            </a:r>
          </a:p>
          <a:p>
            <a:pPr>
              <a:defRPr/>
            </a:pPr>
            <a:r>
              <a:rPr lang="fr-FR" smtClean="0"/>
              <a:t>17- CELUI QUI A PORTÉ LA CROIX ME PORTE AUSSI</a:t>
            </a:r>
          </a:p>
          <a:p>
            <a:pPr>
              <a:defRPr/>
            </a:pPr>
            <a:r>
              <a:rPr lang="fr-FR" smtClean="0"/>
              <a:t>18- AMOUR SI BEAU TU ES MON ROI</a:t>
            </a:r>
          </a:p>
          <a:p>
            <a:pPr>
              <a:defRPr/>
            </a:pPr>
            <a:r>
              <a:rPr lang="fr-FR" smtClean="0"/>
              <a:t>19- TU ES LE SEUL, TU ES TOUT POUR MOI VERS TOI JE COURS</a:t>
            </a:r>
          </a:p>
          <a:p>
            <a:pPr>
              <a:defRPr/>
            </a:pPr>
            <a:r>
              <a:rPr lang="fr-FR" smtClean="0"/>
              <a:t>20- JE N’AI BESOIN QUE DE TOI OH OH, AMOUR SI BEAU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BRISÉ DANS LA PAUME DE TA MAIN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COUVRANT DE TA VIE 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4-TON SANG M’A TOUCHÉ ET MA PEINE A CESSÉ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</a:t>
            </a:r>
          </a:p>
          <a:p>
            <a:endParaRPr lang="fr-FR" altLang="fr-FR" smtClean="0"/>
          </a:p>
          <a:p>
            <a:r>
              <a:rPr lang="fr-FR" altLang="fr-FR" smtClean="0"/>
              <a:t>9-  LES BRAS GRANDS OUVERTS TU AS BRISÉ MES FAUX PAS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ME COUVRANT DE TA VIE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12-TON SANG M’A TOUCHÉ ET MA PEINE A CESSÉ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LE BESOIN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15- JE N’AI BESOIN QUE DE TOI OH OH, AMOUR SI BEAU</a:t>
            </a:r>
          </a:p>
          <a:p>
            <a:r>
              <a:rPr lang="fr-FR" altLang="fr-FR" smtClean="0"/>
              <a:t>16- TU ES TOUT POUR MOI LE BESOIN DE MA VIE</a:t>
            </a:r>
          </a:p>
          <a:p>
            <a:r>
              <a:rPr lang="fr-FR" altLang="fr-FR" smtClean="0"/>
              <a:t>17- CELUI QUI A PORTÉ LA CROIX ME PORTE AUSSI</a:t>
            </a:r>
          </a:p>
          <a:p>
            <a:r>
              <a:rPr lang="fr-FR" altLang="fr-FR" smtClean="0"/>
              <a:t>18- AMOUR SI BEAU TU ES MON ROI</a:t>
            </a:r>
          </a:p>
          <a:p>
            <a:r>
              <a:rPr lang="fr-FR" altLang="fr-FR" smtClean="0"/>
              <a:t>19- TU ES LE SEUL, TU ES TOUT POUR MOI VERS TOI JE COURS</a:t>
            </a:r>
          </a:p>
          <a:p>
            <a:r>
              <a:rPr lang="fr-FR" altLang="fr-FR" smtClean="0"/>
              <a:t>20- JE N’AI BESOIN QUE DE TOI OH OH, AMOUR SI BEAU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dirty="0" smtClean="0"/>
              <a:t>1- MON PASSÉ S’EST TU AU SON DE TA VOIX</a:t>
            </a:r>
          </a:p>
          <a:p>
            <a:pPr>
              <a:defRPr/>
            </a:pP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silenced</a:t>
            </a:r>
            <a:r>
              <a:rPr lang="fr-FR" dirty="0" smtClean="0"/>
              <a:t>,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command</a:t>
            </a:r>
          </a:p>
          <a:p>
            <a:pPr>
              <a:defRPr/>
            </a:pPr>
            <a:r>
              <a:rPr lang="fr-FR" dirty="0" smtClean="0"/>
              <a:t>2-QUAND TU AS GUÉRI MON CŒUR BRISÉ DANS LA PAUME DE TA MAIN 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healed</a:t>
            </a:r>
            <a:r>
              <a:rPr lang="fr-FR" dirty="0" smtClean="0"/>
              <a:t> In the palm of </a:t>
            </a:r>
            <a:r>
              <a:rPr lang="fr-FR" dirty="0" err="1" smtClean="0"/>
              <a:t>your</a:t>
            </a:r>
            <a:r>
              <a:rPr lang="fr-FR" dirty="0" smtClean="0"/>
              <a:t> hand</a:t>
            </a:r>
          </a:p>
          <a:p>
            <a:pPr>
              <a:defRPr/>
            </a:pPr>
            <a:r>
              <a:rPr lang="fr-FR" dirty="0" smtClean="0"/>
              <a:t>3-TU AS VAINCU LA MORT ME COUVRANT DE TA VIE 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swallowed</a:t>
            </a:r>
            <a:r>
              <a:rPr lang="fr-FR" dirty="0" smtClean="0"/>
              <a:t> </a:t>
            </a:r>
            <a:r>
              <a:rPr lang="fr-FR" dirty="0" err="1" smtClean="0"/>
              <a:t>death</a:t>
            </a:r>
            <a:r>
              <a:rPr lang="fr-FR" dirty="0" smtClean="0"/>
              <a:t> </a:t>
            </a:r>
            <a:r>
              <a:rPr lang="fr-FR" dirty="0" err="1" smtClean="0"/>
              <a:t>Overwhelmed</a:t>
            </a:r>
            <a:r>
              <a:rPr lang="fr-FR" dirty="0" smtClean="0"/>
              <a:t> me </a:t>
            </a:r>
            <a:r>
              <a:rPr lang="fr-FR" dirty="0" err="1" smtClean="0"/>
              <a:t>with</a:t>
            </a:r>
            <a:r>
              <a:rPr lang="fr-FR" dirty="0" smtClean="0"/>
              <a:t> life</a:t>
            </a:r>
          </a:p>
          <a:p>
            <a:pPr>
              <a:defRPr/>
            </a:pPr>
            <a:r>
              <a:rPr lang="fr-FR" dirty="0" smtClean="0"/>
              <a:t>4-TON SANG M’A TOUCHÉ ET MA PEINE A CESSÉ</a:t>
            </a:r>
          </a:p>
          <a:p>
            <a:pPr>
              <a:defRPr/>
            </a:pPr>
            <a:r>
              <a:rPr lang="fr-FR" dirty="0" smtClean="0"/>
              <a:t>You made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blood</a:t>
            </a:r>
            <a:r>
              <a:rPr lang="fr-FR" dirty="0" smtClean="0"/>
              <a:t> And </a:t>
            </a:r>
            <a:r>
              <a:rPr lang="fr-FR" dirty="0" err="1" smtClean="0"/>
              <a:t>my</a:t>
            </a:r>
            <a:r>
              <a:rPr lang="fr-FR" dirty="0" smtClean="0"/>
              <a:t> pain </a:t>
            </a:r>
            <a:r>
              <a:rPr lang="fr-FR" dirty="0" err="1" smtClean="0"/>
              <a:t>collide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	 REFRAIN</a:t>
            </a:r>
          </a:p>
          <a:p>
            <a:pPr>
              <a:defRPr/>
            </a:pPr>
            <a:r>
              <a:rPr lang="fr-FR" dirty="0" smtClean="0"/>
              <a:t>	5- SI BEL AMOUR  TU ES MON ROI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Beautiful</a:t>
            </a:r>
            <a:r>
              <a:rPr lang="fr-FR" dirty="0" smtClean="0"/>
              <a:t> love,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king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6-TU ES LE SEUL TU ES TOUT POUR MOI </a:t>
            </a:r>
          </a:p>
          <a:p>
            <a:pPr>
              <a:defRPr/>
            </a:pPr>
            <a:r>
              <a:rPr lang="fr-FR" dirty="0" smtClean="0"/>
              <a:t>	You are the one,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7-JE COURS VERS TOI TU ES TOUT CE DONT J'AI BESOIN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Now</a:t>
            </a:r>
            <a:r>
              <a:rPr lang="fr-FR" dirty="0" smtClean="0"/>
              <a:t> I </a:t>
            </a:r>
            <a:r>
              <a:rPr lang="fr-FR" dirty="0" err="1" smtClean="0"/>
              <a:t>run</a:t>
            </a:r>
            <a:r>
              <a:rPr lang="fr-FR" dirty="0" smtClean="0"/>
              <a:t> to </a:t>
            </a:r>
            <a:r>
              <a:rPr lang="fr-FR" dirty="0" err="1" smtClean="0"/>
              <a:t>you</a:t>
            </a:r>
            <a:r>
              <a:rPr lang="fr-FR" dirty="0" smtClean="0"/>
              <a:t>  Cause </a:t>
            </a:r>
            <a:r>
              <a:rPr lang="fr-FR" dirty="0" err="1" smtClean="0"/>
              <a:t>you</a:t>
            </a:r>
            <a:r>
              <a:rPr lang="fr-FR" dirty="0" smtClean="0"/>
              <a:t> are all I </a:t>
            </a:r>
            <a:r>
              <a:rPr lang="fr-FR" dirty="0" err="1" smtClean="0"/>
              <a:t>need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8-OH OH SI BEL AMOUR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Beautiful</a:t>
            </a:r>
            <a:r>
              <a:rPr lang="fr-FR" dirty="0" smtClean="0"/>
              <a:t> love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LES BRAS GRANDS OUVERTS TU AS BRISÉ MES FAUX PAS</a:t>
            </a:r>
          </a:p>
          <a:p>
            <a:pPr>
              <a:defRPr/>
            </a:pPr>
            <a:r>
              <a:rPr lang="fr-FR" dirty="0" smtClean="0"/>
              <a:t>You </a:t>
            </a:r>
            <a:r>
              <a:rPr lang="fr-FR" dirty="0" err="1" smtClean="0"/>
              <a:t>stretched</a:t>
            </a:r>
            <a:r>
              <a:rPr lang="fr-FR" dirty="0" smtClean="0"/>
              <a:t> out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r>
              <a:rPr lang="fr-FR" dirty="0" smtClean="0"/>
              <a:t> 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broke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fall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10-LE JOUR OÙ TON AMOUR A PRIS MA PLACE À LA CROIX</a:t>
            </a:r>
          </a:p>
          <a:p>
            <a:pPr>
              <a:defRPr/>
            </a:pPr>
            <a:r>
              <a:rPr lang="fr-FR" dirty="0" smtClean="0"/>
              <a:t>On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love </a:t>
            </a:r>
            <a:r>
              <a:rPr lang="fr-FR" dirty="0" err="1" smtClean="0"/>
              <a:t>Took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place on the cross</a:t>
            </a:r>
          </a:p>
          <a:p>
            <a:pPr>
              <a:defRPr/>
            </a:pPr>
            <a:r>
              <a:rPr lang="fr-FR" dirty="0" smtClean="0"/>
              <a:t>11- TU AS VAINCU LA MORT ME COUVRANT DE TA VIE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swallowed</a:t>
            </a:r>
            <a:r>
              <a:rPr lang="fr-FR" dirty="0" smtClean="0"/>
              <a:t> </a:t>
            </a:r>
            <a:r>
              <a:rPr lang="fr-FR" dirty="0" err="1" smtClean="0"/>
              <a:t>death</a:t>
            </a:r>
            <a:r>
              <a:rPr lang="fr-FR" dirty="0" smtClean="0"/>
              <a:t> </a:t>
            </a:r>
            <a:r>
              <a:rPr lang="fr-FR" dirty="0" err="1" smtClean="0"/>
              <a:t>Overwhelmed</a:t>
            </a:r>
            <a:r>
              <a:rPr lang="fr-FR" dirty="0" smtClean="0"/>
              <a:t> me </a:t>
            </a:r>
            <a:r>
              <a:rPr lang="fr-FR" dirty="0" err="1" smtClean="0"/>
              <a:t>with</a:t>
            </a:r>
            <a:r>
              <a:rPr lang="fr-FR" dirty="0" smtClean="0"/>
              <a:t> life</a:t>
            </a:r>
          </a:p>
          <a:p>
            <a:pPr>
              <a:defRPr/>
            </a:pPr>
            <a:r>
              <a:rPr lang="fr-FR" dirty="0" smtClean="0"/>
              <a:t>12-TON SANG M’A TOUCHÉ ET MA PEINE A CESSÉ</a:t>
            </a:r>
          </a:p>
          <a:p>
            <a:pPr>
              <a:defRPr/>
            </a:pP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made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blood</a:t>
            </a:r>
            <a:r>
              <a:rPr lang="fr-FR" dirty="0" smtClean="0"/>
              <a:t> And </a:t>
            </a:r>
            <a:r>
              <a:rPr lang="fr-FR" dirty="0" err="1" smtClean="0"/>
              <a:t>my</a:t>
            </a:r>
            <a:r>
              <a:rPr lang="fr-FR" dirty="0" smtClean="0"/>
              <a:t> pain </a:t>
            </a:r>
            <a:r>
              <a:rPr lang="fr-FR" dirty="0" err="1" smtClean="0"/>
              <a:t>collide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</a:t>
            </a:r>
          </a:p>
          <a:p>
            <a:pPr>
              <a:defRPr/>
            </a:pPr>
            <a:r>
              <a:rPr lang="fr-FR" dirty="0" smtClean="0"/>
              <a:t>13-TU ES TOUT POUR MOI LE BESOIN DE MA VIE</a:t>
            </a:r>
          </a:p>
          <a:p>
            <a:pPr>
              <a:defRPr/>
            </a:pP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, </a:t>
            </a:r>
            <a:r>
              <a:rPr lang="fr-FR" dirty="0" err="1" smtClean="0"/>
              <a:t>you’re</a:t>
            </a:r>
            <a:r>
              <a:rPr lang="fr-FR" dirty="0" smtClean="0"/>
              <a:t> all I </a:t>
            </a:r>
            <a:r>
              <a:rPr lang="fr-FR" dirty="0" err="1" smtClean="0"/>
              <a:t>need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14- CELUI QUI A PORTÉ LA CROIX ME PORTE AUSSI</a:t>
            </a:r>
          </a:p>
          <a:p>
            <a:pPr>
              <a:defRPr/>
            </a:pPr>
            <a:r>
              <a:rPr lang="fr-FR" dirty="0" smtClean="0"/>
              <a:t>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carried</a:t>
            </a:r>
            <a:r>
              <a:rPr lang="fr-FR" dirty="0" smtClean="0"/>
              <a:t> the cross Carries me 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15- JE N’AI BESOIN QUE DE TOI OH </a:t>
            </a:r>
            <a:r>
              <a:rPr lang="fr-FR" dirty="0" err="1" smtClean="0"/>
              <a:t>OH</a:t>
            </a:r>
            <a:r>
              <a:rPr lang="fr-FR" dirty="0" smtClean="0"/>
              <a:t>, AMOUR SI BEAU</a:t>
            </a:r>
          </a:p>
          <a:p>
            <a:pPr>
              <a:defRPr/>
            </a:pPr>
            <a:r>
              <a:rPr lang="fr-FR" dirty="0" smtClean="0"/>
              <a:t>16- TU ES TOUT POUR MOI LE BESOIN DE MA VIE</a:t>
            </a:r>
          </a:p>
          <a:p>
            <a:pPr>
              <a:defRPr/>
            </a:pPr>
            <a:r>
              <a:rPr lang="fr-FR" dirty="0" smtClean="0"/>
              <a:t>17- CELUI QUI A PORTÉ LA CROIX ME PORTE AUSSI</a:t>
            </a:r>
          </a:p>
          <a:p>
            <a:pPr>
              <a:defRPr/>
            </a:pPr>
            <a:r>
              <a:rPr lang="fr-FR" dirty="0" smtClean="0"/>
              <a:t>18- AMOUR SI BEAU TU ES MON ROI</a:t>
            </a:r>
          </a:p>
          <a:p>
            <a:pPr>
              <a:defRPr/>
            </a:pPr>
            <a:r>
              <a:rPr lang="fr-FR" dirty="0" smtClean="0"/>
              <a:t>19- TU ES LE SEUL, TU ES TOUT POUR MOI VERS TOI JE COURS</a:t>
            </a:r>
          </a:p>
          <a:p>
            <a:pPr>
              <a:defRPr/>
            </a:pPr>
            <a:r>
              <a:rPr lang="fr-FR" dirty="0" smtClean="0"/>
              <a:t>20- JE N’AI BESOIN QUE DE TOI OH </a:t>
            </a:r>
            <a:r>
              <a:rPr lang="fr-FR" dirty="0" err="1" smtClean="0"/>
              <a:t>OH</a:t>
            </a:r>
            <a:r>
              <a:rPr lang="fr-FR" dirty="0" smtClean="0"/>
              <a:t>, AMOUR SI BEAU</a:t>
            </a:r>
            <a:endParaRPr lang="fr-FR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BRISÉ DANS LA PAUME DE TA MAIN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COUVRANT DE TA VIE 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4-TON SANG M’A TOUCHÉ ET MA PEINE A CESSÉ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</a:t>
            </a:r>
          </a:p>
          <a:p>
            <a:endParaRPr lang="fr-FR" altLang="fr-FR" smtClean="0"/>
          </a:p>
          <a:p>
            <a:r>
              <a:rPr lang="fr-FR" altLang="fr-FR" smtClean="0"/>
              <a:t>9-  LES BRAS GRANDS OUVERTS TU AS BRISÉ MES FAUX PAS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ME COUVRANT DE TA VIE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12-TON SANG M’A TOUCHÉ ET MA PEINE A CESSÉ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LE BESOIN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15- JE N’AI BESOIN QUE DE TOI OH OH, AMOUR SI BEAU</a:t>
            </a:r>
          </a:p>
          <a:p>
            <a:r>
              <a:rPr lang="fr-FR" altLang="fr-FR" smtClean="0"/>
              <a:t>16- TU ES TOUT POUR MOI LE BESOIN DE MA VIE</a:t>
            </a:r>
          </a:p>
          <a:p>
            <a:r>
              <a:rPr lang="fr-FR" altLang="fr-FR" smtClean="0"/>
              <a:t>17- CELUI QUI A PORTÉ LA CROIX ME PORTE AUSSI</a:t>
            </a:r>
          </a:p>
          <a:p>
            <a:r>
              <a:rPr lang="fr-FR" altLang="fr-FR" smtClean="0"/>
              <a:t>18- AMOUR SI BEAU TU ES MON ROI</a:t>
            </a:r>
          </a:p>
          <a:p>
            <a:r>
              <a:rPr lang="fr-FR" altLang="fr-FR" smtClean="0"/>
              <a:t>19- TU ES LE SEUL, TU ES TOUT POUR MOI VERS TOI JE COURS</a:t>
            </a:r>
          </a:p>
          <a:p>
            <a:r>
              <a:rPr lang="fr-FR" altLang="fr-FR" smtClean="0"/>
              <a:t>20- JE N’AI BESOIN QUE DE TOI OH OH, AMOUR SI BEAU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BRISÉ DANS LA PAUME DE TA MAIN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COUVRANT DE TA VIE 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4-TON SANG M’A TOUCHÉ ET MA PEINE A CESSÉ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GRANDS OUVERTS TU AS BRISÉ MES FAUX PAS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ME COUVRANT DE TA VIE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12-TON SANG M’A TOUCHÉ ET MA PEINE A CESSÉ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LE BESOIN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JE N’AI BESOIN QUE DE TOI OH OH, AMOUR SI BEAU</a:t>
            </a:r>
          </a:p>
          <a:p>
            <a:pPr>
              <a:defRPr/>
            </a:pPr>
            <a:r>
              <a:rPr lang="fr-FR" smtClean="0"/>
              <a:t>16- TU ES TOUT POUR MOI LE BESOIN DE MA VIE</a:t>
            </a:r>
          </a:p>
          <a:p>
            <a:pPr>
              <a:defRPr/>
            </a:pPr>
            <a:r>
              <a:rPr lang="fr-FR" smtClean="0"/>
              <a:t>17- CELUI QUI A PORTÉ LA CROIX ME PORTE AUSSI</a:t>
            </a:r>
          </a:p>
          <a:p>
            <a:pPr>
              <a:defRPr/>
            </a:pPr>
            <a:r>
              <a:rPr lang="fr-FR" smtClean="0"/>
              <a:t>18- AMOUR SI BEAU TU ES MON ROI</a:t>
            </a:r>
          </a:p>
          <a:p>
            <a:pPr>
              <a:defRPr/>
            </a:pPr>
            <a:r>
              <a:rPr lang="fr-FR" smtClean="0"/>
              <a:t>19- TU ES LE SEUL, TU ES TOUT POUR MOI VERS TOI JE COURS</a:t>
            </a:r>
          </a:p>
          <a:p>
            <a:pPr>
              <a:defRPr/>
            </a:pPr>
            <a:r>
              <a:rPr lang="fr-FR" smtClean="0"/>
              <a:t>20- JE N’AI BESOIN QUE DE TOI OH OH, AMOUR SI BEAU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BRISÉ DANS LA PAUME DE TA MAIN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COUVRANT DE TA VIE 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4-TON SANG M’A TOUCHÉ ET MA PEINE A CESSÉ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</a:t>
            </a:r>
          </a:p>
          <a:p>
            <a:endParaRPr lang="fr-FR" altLang="fr-FR" smtClean="0"/>
          </a:p>
          <a:p>
            <a:r>
              <a:rPr lang="fr-FR" altLang="fr-FR" smtClean="0"/>
              <a:t>9-  LES BRAS GRANDS OUVERTS TU AS BRISÉ MES FAUX PAS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ME COUVRANT DE TA VIE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12-TON SANG M’A TOUCHÉ ET MA PEINE A CESSÉ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LE BESOIN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15- JE N’AI BESOIN QUE DE TOI OH OH, AMOUR SI BEAU</a:t>
            </a:r>
          </a:p>
          <a:p>
            <a:r>
              <a:rPr lang="fr-FR" altLang="fr-FR" smtClean="0"/>
              <a:t>16- TU ES TOUT POUR MOI LE BESOIN DE MA VIE</a:t>
            </a:r>
          </a:p>
          <a:p>
            <a:r>
              <a:rPr lang="fr-FR" altLang="fr-FR" smtClean="0"/>
              <a:t>17- CELUI QUI A PORTÉ LA CROIX ME PORTE AUSSI</a:t>
            </a:r>
          </a:p>
          <a:p>
            <a:r>
              <a:rPr lang="fr-FR" altLang="fr-FR" smtClean="0"/>
              <a:t>18- AMOUR SI BEAU TU ES MON ROI</a:t>
            </a:r>
          </a:p>
          <a:p>
            <a:r>
              <a:rPr lang="fr-FR" altLang="fr-FR" smtClean="0"/>
              <a:t>19- TU ES LE SEUL, TU ES TOUT POUR MOI VERS TOI JE COURS</a:t>
            </a:r>
          </a:p>
          <a:p>
            <a:r>
              <a:rPr lang="fr-FR" altLang="fr-FR" smtClean="0"/>
              <a:t>20- JE N’AI BESOIN QUE DE TOI OH OH, AMOUR SI BEAU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BRISÉ DANS LA PAUME DE TA MAIN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COUVRANT DE TA VIE 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4-TON SANG M’A TOUCHÉ ET MA PEINE A CESSÉ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GRANDS OUVERTS TU AS BRISÉ MES FAUX PAS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ME COUVRANT DE TA VIE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12-TON SANG M’A TOUCHÉ ET MA PEINE A CESSÉ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LE BESOIN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JE N’AI BESOIN QUE DE TOI OH OH, AMOUR SI BEAU</a:t>
            </a:r>
          </a:p>
          <a:p>
            <a:pPr>
              <a:defRPr/>
            </a:pPr>
            <a:r>
              <a:rPr lang="fr-FR" smtClean="0"/>
              <a:t>16- TU ES TOUT POUR MOI LE BESOIN DE MA VIE</a:t>
            </a:r>
          </a:p>
          <a:p>
            <a:pPr>
              <a:defRPr/>
            </a:pPr>
            <a:r>
              <a:rPr lang="fr-FR" smtClean="0"/>
              <a:t>17- CELUI QUI A PORTÉ LA CROIX ME PORTE AUSSI</a:t>
            </a:r>
          </a:p>
          <a:p>
            <a:pPr>
              <a:defRPr/>
            </a:pPr>
            <a:r>
              <a:rPr lang="fr-FR" smtClean="0"/>
              <a:t>18- AMOUR SI BEAU TU ES MON ROI</a:t>
            </a:r>
          </a:p>
          <a:p>
            <a:pPr>
              <a:defRPr/>
            </a:pPr>
            <a:r>
              <a:rPr lang="fr-FR" smtClean="0"/>
              <a:t>19- TU ES LE SEUL, TU ES TOUT POUR MOI VERS TOI JE COURS</a:t>
            </a:r>
          </a:p>
          <a:p>
            <a:pPr>
              <a:defRPr/>
            </a:pPr>
            <a:r>
              <a:rPr lang="fr-FR" smtClean="0"/>
              <a:t>20- JE N’AI BESOIN QUE DE TOI OH OH, AMOUR SI BEAU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BRISÉ DANS LA PAUME DE TA MAIN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COUVRANT DE TA VIE 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4-TON SANG M’A TOUCHÉ ET MA PEINE A CESSÉ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</a:t>
            </a:r>
          </a:p>
          <a:p>
            <a:endParaRPr lang="fr-FR" altLang="fr-FR" smtClean="0"/>
          </a:p>
          <a:p>
            <a:r>
              <a:rPr lang="fr-FR" altLang="fr-FR" smtClean="0"/>
              <a:t>9-  LES BRAS GRANDS OUVERTS TU AS BRISÉ MES FAUX PAS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ME COUVRANT DE TA VIE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12-TON SANG M’A TOUCHÉ ET MA PEINE A CESSÉ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LE BESOIN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15- JE N’AI BESOIN QUE DE TOI OH OH, AMOUR SI BEAU</a:t>
            </a:r>
          </a:p>
          <a:p>
            <a:r>
              <a:rPr lang="fr-FR" altLang="fr-FR" smtClean="0"/>
              <a:t>16- TU ES TOUT POUR MOI LE BESOIN DE MA VIE</a:t>
            </a:r>
          </a:p>
          <a:p>
            <a:r>
              <a:rPr lang="fr-FR" altLang="fr-FR" smtClean="0"/>
              <a:t>17- CELUI QUI A PORTÉ LA CROIX ME PORTE AUSSI</a:t>
            </a:r>
          </a:p>
          <a:p>
            <a:r>
              <a:rPr lang="fr-FR" altLang="fr-FR" smtClean="0"/>
              <a:t>18- AMOUR SI BEAU TU ES MON ROI</a:t>
            </a:r>
          </a:p>
          <a:p>
            <a:r>
              <a:rPr lang="fr-FR" altLang="fr-FR" smtClean="0"/>
              <a:t>19- TU ES LE SEUL, TU ES TOUT POUR MOI VERS TOI JE COURS</a:t>
            </a:r>
          </a:p>
          <a:p>
            <a:r>
              <a:rPr lang="fr-FR" altLang="fr-FR" smtClean="0"/>
              <a:t>20- JE N’AI BESOIN QUE DE TOI OH OH, AMOUR SI BEAU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BRISÉ DANS LA PAUME DE TA MAIN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COUVRANT DE TA VIE 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4-TON SANG M’A TOUCHÉ ET MA PEINE A CESSÉ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GRANDS OUVERTS TU AS BRISÉ MES FAUX PAS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ME COUVRANT DE TA VIE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12-TON SANG M’A TOUCHÉ ET MA PEINE A CESSÉ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LE BESOIN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JE N’AI BESOIN QUE DE TOI OH OH, AMOUR SI BEAU</a:t>
            </a:r>
          </a:p>
          <a:p>
            <a:pPr>
              <a:defRPr/>
            </a:pPr>
            <a:r>
              <a:rPr lang="fr-FR" smtClean="0"/>
              <a:t>16- TU ES TOUT POUR MOI LE BESOIN DE MA VIE</a:t>
            </a:r>
          </a:p>
          <a:p>
            <a:pPr>
              <a:defRPr/>
            </a:pPr>
            <a:r>
              <a:rPr lang="fr-FR" smtClean="0"/>
              <a:t>17- CELUI QUI A PORTÉ LA CROIX ME PORTE AUSSI</a:t>
            </a:r>
          </a:p>
          <a:p>
            <a:pPr>
              <a:defRPr/>
            </a:pPr>
            <a:r>
              <a:rPr lang="fr-FR" smtClean="0"/>
              <a:t>18- AMOUR SI BEAU TU ES MON ROI</a:t>
            </a:r>
          </a:p>
          <a:p>
            <a:pPr>
              <a:defRPr/>
            </a:pPr>
            <a:r>
              <a:rPr lang="fr-FR" smtClean="0"/>
              <a:t>19- TU ES LE SEUL, TU ES TOUT POUR MOI VERS TOI JE COURS</a:t>
            </a:r>
          </a:p>
          <a:p>
            <a:pPr>
              <a:defRPr/>
            </a:pPr>
            <a:r>
              <a:rPr lang="fr-FR" smtClean="0"/>
              <a:t>20- JE N’AI BESOIN QUE DE TOI OH OH, AMOUR SI BEAU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BRISÉ DANS LA PAUME DE TA MAIN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COUVRANT DE TA VIE 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4-TON SANG M’A TOUCHÉ ET MA PEINE A CESSÉ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</a:t>
            </a:r>
          </a:p>
          <a:p>
            <a:endParaRPr lang="fr-FR" altLang="fr-FR" smtClean="0"/>
          </a:p>
          <a:p>
            <a:r>
              <a:rPr lang="fr-FR" altLang="fr-FR" smtClean="0"/>
              <a:t>9-  LES BRAS GRANDS OUVERTS TU AS BRISÉ MES FAUX PAS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ME COUVRANT DE TA VIE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12-TON SANG M’A TOUCHÉ ET MA PEINE A CESSÉ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LE BESOIN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15- JE N’AI BESOIN QUE DE TOI OH OH, AMOUR SI BEAU</a:t>
            </a:r>
          </a:p>
          <a:p>
            <a:r>
              <a:rPr lang="fr-FR" altLang="fr-FR" smtClean="0"/>
              <a:t>16- TU ES TOUT POUR MOI LE BESOIN DE MA VIE</a:t>
            </a:r>
          </a:p>
          <a:p>
            <a:r>
              <a:rPr lang="fr-FR" altLang="fr-FR" smtClean="0"/>
              <a:t>17- CELUI QUI A PORTÉ LA CROIX ME PORTE AUSSI</a:t>
            </a:r>
          </a:p>
          <a:p>
            <a:r>
              <a:rPr lang="fr-FR" altLang="fr-FR" smtClean="0"/>
              <a:t>18- AMOUR SI BEAU TU ES MON ROI</a:t>
            </a:r>
          </a:p>
          <a:p>
            <a:r>
              <a:rPr lang="fr-FR" altLang="fr-FR" smtClean="0"/>
              <a:t>19- TU ES LE SEUL, TU ES TOUT POUR MOI VERS TOI JE COURS</a:t>
            </a:r>
          </a:p>
          <a:p>
            <a:r>
              <a:rPr lang="fr-FR" altLang="fr-FR" smtClean="0"/>
              <a:t>20- JE N’AI BESOIN QUE DE TOI OH OH, AMOUR SI BEAU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silenced</a:t>
            </a:r>
            <a:r>
              <a:rPr lang="fr-FR" dirty="0" smtClean="0"/>
              <a:t>,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command</a:t>
            </a:r>
          </a:p>
          <a:p>
            <a:pPr>
              <a:defRPr/>
            </a:pPr>
            <a:r>
              <a:rPr lang="fr-FR" dirty="0" smtClean="0"/>
              <a:t>2-QUAND TU AS GUÉRI MON CŒUR BRISÉ DANS LA PAUME DE TA MAIN 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healed</a:t>
            </a:r>
            <a:r>
              <a:rPr lang="fr-FR" dirty="0" smtClean="0"/>
              <a:t> In the palm of </a:t>
            </a:r>
            <a:r>
              <a:rPr lang="fr-FR" dirty="0" err="1" smtClean="0"/>
              <a:t>your</a:t>
            </a:r>
            <a:r>
              <a:rPr lang="fr-FR" dirty="0" smtClean="0"/>
              <a:t> hand</a:t>
            </a:r>
          </a:p>
          <a:p>
            <a:pPr>
              <a:defRPr/>
            </a:pPr>
            <a:r>
              <a:rPr lang="fr-FR" dirty="0" smtClean="0"/>
              <a:t>3-TU AS VAINCU LA MORT ME COUVRANT DE TA VIE 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swallowed</a:t>
            </a:r>
            <a:r>
              <a:rPr lang="fr-FR" dirty="0" smtClean="0"/>
              <a:t> </a:t>
            </a:r>
            <a:r>
              <a:rPr lang="fr-FR" dirty="0" err="1" smtClean="0"/>
              <a:t>death</a:t>
            </a:r>
            <a:r>
              <a:rPr lang="fr-FR" dirty="0" smtClean="0"/>
              <a:t> </a:t>
            </a:r>
            <a:r>
              <a:rPr lang="fr-FR" dirty="0" err="1" smtClean="0"/>
              <a:t>Overwhelmed</a:t>
            </a:r>
            <a:r>
              <a:rPr lang="fr-FR" dirty="0" smtClean="0"/>
              <a:t> me </a:t>
            </a:r>
            <a:r>
              <a:rPr lang="fr-FR" dirty="0" err="1" smtClean="0"/>
              <a:t>with</a:t>
            </a:r>
            <a:r>
              <a:rPr lang="fr-FR" dirty="0" smtClean="0"/>
              <a:t> life</a:t>
            </a:r>
          </a:p>
          <a:p>
            <a:pPr>
              <a:defRPr/>
            </a:pPr>
            <a:r>
              <a:rPr lang="fr-FR" dirty="0" smtClean="0"/>
              <a:t>4-TON SANG M’A TOUCHÉ ET MA PEINE A CESSÉ</a:t>
            </a:r>
          </a:p>
          <a:p>
            <a:pPr>
              <a:defRPr/>
            </a:pPr>
            <a:r>
              <a:rPr lang="fr-FR" dirty="0" smtClean="0"/>
              <a:t>You made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blood</a:t>
            </a:r>
            <a:r>
              <a:rPr lang="fr-FR" dirty="0" smtClean="0"/>
              <a:t> And </a:t>
            </a:r>
            <a:r>
              <a:rPr lang="fr-FR" dirty="0" err="1" smtClean="0"/>
              <a:t>my</a:t>
            </a:r>
            <a:r>
              <a:rPr lang="fr-FR" dirty="0" smtClean="0"/>
              <a:t> pain </a:t>
            </a:r>
            <a:r>
              <a:rPr lang="fr-FR" dirty="0" err="1" smtClean="0"/>
              <a:t>collide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	 REFRAIN</a:t>
            </a:r>
          </a:p>
          <a:p>
            <a:pPr>
              <a:defRPr/>
            </a:pPr>
            <a:r>
              <a:rPr lang="fr-FR" dirty="0" smtClean="0"/>
              <a:t>	5- SI BEL AMOUR  TU ES MON ROI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Beautiful</a:t>
            </a:r>
            <a:r>
              <a:rPr lang="fr-FR" dirty="0" smtClean="0"/>
              <a:t> love,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king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6-TU ES LE SEUL TU ES TOUT POUR MOI </a:t>
            </a:r>
          </a:p>
          <a:p>
            <a:pPr>
              <a:defRPr/>
            </a:pPr>
            <a:r>
              <a:rPr lang="fr-FR" dirty="0" smtClean="0"/>
              <a:t>	You are the one,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7-JE COURS VERS TOI TU ES TOUT CE DONT J'AI BESOIN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Now</a:t>
            </a:r>
            <a:r>
              <a:rPr lang="fr-FR" dirty="0" smtClean="0"/>
              <a:t> I </a:t>
            </a:r>
            <a:r>
              <a:rPr lang="fr-FR" dirty="0" err="1" smtClean="0"/>
              <a:t>run</a:t>
            </a:r>
            <a:r>
              <a:rPr lang="fr-FR" dirty="0" smtClean="0"/>
              <a:t> to </a:t>
            </a:r>
            <a:r>
              <a:rPr lang="fr-FR" dirty="0" err="1" smtClean="0"/>
              <a:t>you</a:t>
            </a:r>
            <a:r>
              <a:rPr lang="fr-FR" dirty="0" smtClean="0"/>
              <a:t>  Cause </a:t>
            </a:r>
            <a:r>
              <a:rPr lang="fr-FR" dirty="0" err="1" smtClean="0"/>
              <a:t>you</a:t>
            </a:r>
            <a:r>
              <a:rPr lang="fr-FR" dirty="0" smtClean="0"/>
              <a:t> are all I </a:t>
            </a:r>
            <a:r>
              <a:rPr lang="fr-FR" dirty="0" err="1" smtClean="0"/>
              <a:t>need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8-OH OH SI BEL AMOUR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Beautiful</a:t>
            </a:r>
            <a:r>
              <a:rPr lang="fr-FR" dirty="0" smtClean="0"/>
              <a:t> love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LES BRAS GRANDS OUVERTS TU AS BRISÉ MES FAUX PAS</a:t>
            </a:r>
          </a:p>
          <a:p>
            <a:pPr>
              <a:defRPr/>
            </a:pPr>
            <a:r>
              <a:rPr lang="fr-FR" dirty="0" smtClean="0"/>
              <a:t>You </a:t>
            </a:r>
            <a:r>
              <a:rPr lang="fr-FR" dirty="0" err="1" smtClean="0"/>
              <a:t>stretched</a:t>
            </a:r>
            <a:r>
              <a:rPr lang="fr-FR" dirty="0" smtClean="0"/>
              <a:t> out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r>
              <a:rPr lang="fr-FR" dirty="0" smtClean="0"/>
              <a:t> 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broke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fall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10-LE JOUR OÙ TON AMOUR A PRIS MA PLACE À LA CROIX</a:t>
            </a:r>
          </a:p>
          <a:p>
            <a:pPr>
              <a:defRPr/>
            </a:pPr>
            <a:r>
              <a:rPr lang="fr-FR" dirty="0" smtClean="0"/>
              <a:t>On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love </a:t>
            </a:r>
            <a:r>
              <a:rPr lang="fr-FR" dirty="0" err="1" smtClean="0"/>
              <a:t>Took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place on the cross</a:t>
            </a:r>
          </a:p>
          <a:p>
            <a:pPr>
              <a:defRPr/>
            </a:pPr>
            <a:r>
              <a:rPr lang="fr-FR" dirty="0" smtClean="0"/>
              <a:t>11- TU AS VAINCU LA MORT ME COUVRANT DE TA VIE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swallowed</a:t>
            </a:r>
            <a:r>
              <a:rPr lang="fr-FR" dirty="0" smtClean="0"/>
              <a:t> </a:t>
            </a:r>
            <a:r>
              <a:rPr lang="fr-FR" dirty="0" err="1" smtClean="0"/>
              <a:t>death</a:t>
            </a:r>
            <a:r>
              <a:rPr lang="fr-FR" dirty="0" smtClean="0"/>
              <a:t> </a:t>
            </a:r>
            <a:r>
              <a:rPr lang="fr-FR" dirty="0" err="1" smtClean="0"/>
              <a:t>Overwhelmed</a:t>
            </a:r>
            <a:r>
              <a:rPr lang="fr-FR" dirty="0" smtClean="0"/>
              <a:t> me </a:t>
            </a:r>
            <a:r>
              <a:rPr lang="fr-FR" dirty="0" err="1" smtClean="0"/>
              <a:t>with</a:t>
            </a:r>
            <a:r>
              <a:rPr lang="fr-FR" dirty="0" smtClean="0"/>
              <a:t> life</a:t>
            </a:r>
          </a:p>
          <a:p>
            <a:pPr>
              <a:defRPr/>
            </a:pPr>
            <a:r>
              <a:rPr lang="fr-FR" dirty="0" smtClean="0"/>
              <a:t>12-TON SANG M’A TOUCHÉ ET MA PEINE A CESSÉ</a:t>
            </a:r>
          </a:p>
          <a:p>
            <a:pPr>
              <a:defRPr/>
            </a:pP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made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blood</a:t>
            </a:r>
            <a:r>
              <a:rPr lang="fr-FR" dirty="0" smtClean="0"/>
              <a:t> And </a:t>
            </a:r>
            <a:r>
              <a:rPr lang="fr-FR" dirty="0" err="1" smtClean="0"/>
              <a:t>my</a:t>
            </a:r>
            <a:r>
              <a:rPr lang="fr-FR" dirty="0" smtClean="0"/>
              <a:t> pain </a:t>
            </a:r>
            <a:r>
              <a:rPr lang="fr-FR" dirty="0" err="1" smtClean="0"/>
              <a:t>collide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</a:t>
            </a:r>
          </a:p>
          <a:p>
            <a:pPr>
              <a:defRPr/>
            </a:pPr>
            <a:r>
              <a:rPr lang="fr-FR" dirty="0" smtClean="0"/>
              <a:t>13-TU ES TOUT POUR MOI LE BESOIN DE MA VIE</a:t>
            </a:r>
          </a:p>
          <a:p>
            <a:pPr>
              <a:defRPr/>
            </a:pP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, </a:t>
            </a:r>
            <a:r>
              <a:rPr lang="fr-FR" dirty="0" err="1" smtClean="0"/>
              <a:t>you’re</a:t>
            </a:r>
            <a:r>
              <a:rPr lang="fr-FR" dirty="0" smtClean="0"/>
              <a:t> all I </a:t>
            </a:r>
            <a:r>
              <a:rPr lang="fr-FR" dirty="0" err="1" smtClean="0"/>
              <a:t>need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14- CELUI QUI A PORTÉ LA CROIX ME PORTE AUSSI</a:t>
            </a:r>
          </a:p>
          <a:p>
            <a:pPr>
              <a:defRPr/>
            </a:pPr>
            <a:r>
              <a:rPr lang="fr-FR" dirty="0" smtClean="0"/>
              <a:t>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carried</a:t>
            </a:r>
            <a:r>
              <a:rPr lang="fr-FR" dirty="0" smtClean="0"/>
              <a:t> the cross Carries me 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15- JE N’AI BESOIN QUE DE TOI OH </a:t>
            </a:r>
            <a:r>
              <a:rPr lang="fr-FR" dirty="0" err="1" smtClean="0"/>
              <a:t>OH</a:t>
            </a:r>
            <a:r>
              <a:rPr lang="fr-FR" dirty="0" smtClean="0"/>
              <a:t>, AMOUR SI BEAU</a:t>
            </a:r>
          </a:p>
          <a:p>
            <a:pPr>
              <a:defRPr/>
            </a:pPr>
            <a:r>
              <a:rPr lang="fr-FR" dirty="0" smtClean="0"/>
              <a:t>16- TU ES TOUT POUR MOI LE BESOIN DE MA VIE</a:t>
            </a:r>
          </a:p>
          <a:p>
            <a:pPr>
              <a:defRPr/>
            </a:pPr>
            <a:r>
              <a:rPr lang="fr-FR" dirty="0" smtClean="0"/>
              <a:t>17- CELUI QUI A PORTÉ LA CROIX ME PORTE AUSSI</a:t>
            </a:r>
          </a:p>
          <a:p>
            <a:pPr>
              <a:defRPr/>
            </a:pPr>
            <a:r>
              <a:rPr lang="fr-FR" dirty="0" smtClean="0"/>
              <a:t>18- AMOUR SI BEAU TU ES MON ROI</a:t>
            </a:r>
          </a:p>
          <a:p>
            <a:pPr>
              <a:defRPr/>
            </a:pPr>
            <a:r>
              <a:rPr lang="fr-FR" dirty="0" smtClean="0"/>
              <a:t>19- TU ES LE SEUL, TU ES TOUT POUR MOI VERS TOI JE COURS</a:t>
            </a:r>
          </a:p>
          <a:p>
            <a:pPr>
              <a:defRPr/>
            </a:pPr>
            <a:r>
              <a:rPr lang="fr-FR" dirty="0" smtClean="0"/>
              <a:t>20- JE N’AI BESOIN QUE DE TOI OH </a:t>
            </a:r>
            <a:r>
              <a:rPr lang="fr-FR" dirty="0" err="1" smtClean="0"/>
              <a:t>OH</a:t>
            </a:r>
            <a:r>
              <a:rPr lang="fr-FR" dirty="0" smtClean="0"/>
              <a:t>, AMOUR SI BEAU</a:t>
            </a:r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BRISÉ DANS LA PAUME DE TA MAIN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COUVRANT DE TA VIE 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4-TON SANG M’A TOUCHÉ ET MA PEINE A CESSÉ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</a:t>
            </a:r>
          </a:p>
          <a:p>
            <a:endParaRPr lang="fr-FR" altLang="fr-FR" smtClean="0"/>
          </a:p>
          <a:p>
            <a:r>
              <a:rPr lang="fr-FR" altLang="fr-FR" smtClean="0"/>
              <a:t>9-  LES BRAS GRANDS OUVERTS TU AS BRISÉ MES FAUX PAS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ME COUVRANT DE TA VIE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12-TON SANG M’A TOUCHÉ ET MA PEINE A CESSÉ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LE BESOIN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15- JE N’AI BESOIN QUE DE TOI OH OH, AMOUR SI BEAU</a:t>
            </a:r>
          </a:p>
          <a:p>
            <a:r>
              <a:rPr lang="fr-FR" altLang="fr-FR" smtClean="0"/>
              <a:t>16- TU ES TOUT POUR MOI LE BESOIN DE MA VIE</a:t>
            </a:r>
          </a:p>
          <a:p>
            <a:r>
              <a:rPr lang="fr-FR" altLang="fr-FR" smtClean="0"/>
              <a:t>17- CELUI QUI A PORTÉ LA CROIX ME PORTE AUSSI</a:t>
            </a:r>
          </a:p>
          <a:p>
            <a:r>
              <a:rPr lang="fr-FR" altLang="fr-FR" smtClean="0"/>
              <a:t>18- AMOUR SI BEAU TU ES MON ROI</a:t>
            </a:r>
          </a:p>
          <a:p>
            <a:r>
              <a:rPr lang="fr-FR" altLang="fr-FR" smtClean="0"/>
              <a:t>19- TU ES LE SEUL, TU ES TOUT POUR MOI VERS TOI JE COURS</a:t>
            </a:r>
          </a:p>
          <a:p>
            <a:r>
              <a:rPr lang="fr-FR" altLang="fr-FR" smtClean="0"/>
              <a:t>20- JE N’AI BESOIN QUE DE TOI OH OH, AMOUR SI BEAU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BRISÉ DANS LA PAUME DE TA MAIN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COUVRANT DE TA VIE 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4-TON SANG M’A TOUCHÉ ET MA PEINE A CESSÉ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GRANDS OUVERTS TU AS BRISÉ MES FAUX PAS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ME COUVRANT DE TA VIE 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12-TON SANG M’A TOUCHÉ ET MA PEINE A CESSÉ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LE BESOIN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JE N’AI BESOIN QUE DE TOI OH OH, AMOUR SI BEAU</a:t>
            </a:r>
          </a:p>
          <a:p>
            <a:pPr>
              <a:defRPr/>
            </a:pPr>
            <a:r>
              <a:rPr lang="fr-FR" smtClean="0"/>
              <a:t>16- TU ES TOUT POUR MOI LE BESOIN DE MA VIE</a:t>
            </a:r>
          </a:p>
          <a:p>
            <a:pPr>
              <a:defRPr/>
            </a:pPr>
            <a:r>
              <a:rPr lang="fr-FR" smtClean="0"/>
              <a:t>17- CELUI QUI A PORTÉ LA CROIX ME PORTE AUSSI</a:t>
            </a:r>
          </a:p>
          <a:p>
            <a:pPr>
              <a:defRPr/>
            </a:pPr>
            <a:r>
              <a:rPr lang="fr-FR" smtClean="0"/>
              <a:t>18- AMOUR SI BEAU TU ES MON ROI</a:t>
            </a:r>
          </a:p>
          <a:p>
            <a:pPr>
              <a:defRPr/>
            </a:pPr>
            <a:r>
              <a:rPr lang="fr-FR" smtClean="0"/>
              <a:t>19- TU ES LE SEUL, TU ES TOUT POUR MOI VERS TOI JE COURS</a:t>
            </a:r>
          </a:p>
          <a:p>
            <a:pPr>
              <a:defRPr/>
            </a:pPr>
            <a:r>
              <a:rPr lang="fr-FR" smtClean="0"/>
              <a:t>20- JE N’AI BESOIN QUE DE TOI OH OH, AMOUR SI BEAU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BRISÉ DANS LA PAUME DE TA MAIN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COUVRANT DE TA VIE 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4-TON SANG M’A TOUCHÉ ET MA PEINE A CESSÉ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</a:t>
            </a:r>
          </a:p>
          <a:p>
            <a:endParaRPr lang="fr-FR" altLang="fr-FR" smtClean="0"/>
          </a:p>
          <a:p>
            <a:r>
              <a:rPr lang="fr-FR" altLang="fr-FR" smtClean="0"/>
              <a:t>9-  LES BRAS GRANDS OUVERTS TU AS BRISÉ MES FAUX PAS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ME COUVRANT DE TA VIE 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12-TON SANG M’A TOUCHÉ ET MA PEINE A CESSÉ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LE BESOIN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15- JE N’AI BESOIN QUE DE TOI OH OH, AMOUR SI BEAU</a:t>
            </a:r>
          </a:p>
          <a:p>
            <a:r>
              <a:rPr lang="fr-FR" altLang="fr-FR" smtClean="0"/>
              <a:t>16- TU ES TOUT POUR MOI LE BESOIN DE MA VIE</a:t>
            </a:r>
          </a:p>
          <a:p>
            <a:r>
              <a:rPr lang="fr-FR" altLang="fr-FR" smtClean="0"/>
              <a:t>17- CELUI QUI A PORTÉ LA CROIX ME PORTE AUSSI</a:t>
            </a:r>
          </a:p>
          <a:p>
            <a:r>
              <a:rPr lang="fr-FR" altLang="fr-FR" smtClean="0"/>
              <a:t>18- AMOUR SI BEAU TU ES MON ROI</a:t>
            </a:r>
          </a:p>
          <a:p>
            <a:r>
              <a:rPr lang="fr-FR" altLang="fr-FR" smtClean="0"/>
              <a:t>19- TU ES LE SEUL, TU ES TOUT POUR MOI VERS TOI JE COURS</a:t>
            </a:r>
          </a:p>
          <a:p>
            <a:r>
              <a:rPr lang="fr-FR" altLang="fr-FR" smtClean="0"/>
              <a:t>20- JE N’AI BESOIN QUE DE TOI OH OH, AMOUR SI BEAU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4EB53-EA5F-4D91-91BB-ACD1838CA67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01D8B0-5C7A-4BF4-9D6A-69C8E26ED11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8B4E89-E3C3-471D-9D1F-958518878A1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4B8537-64FF-44C5-B0FF-5C1DFF7537E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7FD9C-F025-4CD6-A2A0-B0ECAE166C0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AEF345-4911-4484-AAE3-608C6BA73AA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9E375F-CBC9-47BA-8F28-15FD25B4509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BE1685-44C6-4592-8E7D-D645145E4BD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D4900D-57C4-4C38-8C78-9F56E5662C9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C9CC72-FE85-423B-8725-6157F32D2E1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B7D59-A7BC-40D9-A094-827FC29CDA0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8EB224D0-AB2D-4A0A-9DF7-DAFA79AB74C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PASSÉ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S’EST TU AU SON DE TA VOIX</a:t>
            </a:r>
          </a:p>
          <a:p>
            <a:pPr algn="ctr" eaLnBrk="1" hangingPunct="1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TU AS GUÉRI MON CŒUR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MAIN, Ô MON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VAINCU LA MORT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VIE  A PRIS LA PLACE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PAR TON SANG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FAIS QUE MA PEINE S’EFFACE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AMOUR SI BEAU 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SEUL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TU ES TOUT POUR MOI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 JE COURS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N’AI BESOIN QUE DE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!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AMOUR SI BEAU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BRAS OUVERTS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TU AS PAYÉ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JOUR OÙ TON AMOUR A PRIS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PLACE À LA CROIX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VAINCU LA MORT 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VIE A PRIS LA PLACE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PAR TON SANG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FAIS QUE MA PEINE S’EFFACE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AMOUR SI BEAU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SEUL, TU ES TOUT POUR MOI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 JE COURS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N’AI BESOIN QUE DE TOI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!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AMOUR SI BEAU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TOUT POUR MOI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BESOIN DE MA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CELUI QUI A PORTÉ LA CROIX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PORTE AUSSI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AMOUR SI BEAU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SEUL, TU ES TOUT POUR MOI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 JE COURS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N’AI BESOIN QUE DE TOI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, AMOUR SI BEAU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1699</TotalTime>
  <Words>3362</Words>
  <Application>Microsoft Office PowerPoint</Application>
  <PresentationFormat>On-screen Show (4:3)</PresentationFormat>
  <Paragraphs>1639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166</cp:revision>
  <dcterms:created xsi:type="dcterms:W3CDTF">2002-08-17T10:50:50Z</dcterms:created>
  <dcterms:modified xsi:type="dcterms:W3CDTF">2016-11-20T08:57:38Z</dcterms:modified>
</cp:coreProperties>
</file>