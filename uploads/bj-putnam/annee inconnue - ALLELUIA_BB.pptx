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47" d="100"/>
          <a:sy n="47" d="100"/>
        </p:scale>
        <p:origin x="-106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56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EFD8265-B833-4202-B9B6-C2D8EAAB8C7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61898FF-D6F2-4A1B-BEC8-358CF738C394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PÈRE, NOUS SOMMES VENUS NOUS PROSTERNER, T’ADORER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Father we have come To bow down in worship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ÉLEVANT NOS CŒURS PROSTERNÉS POUR TE PRIER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Lifting up our heart we bow down in prayer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3-  ALLÉLUIA, À L'AMOUR DE NOS ÂMES ALLÉLUIA,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Sing alleluia, lover of my soul Alleluia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4-  AVEC LES CIEUX NOUS CHANTONS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With all of heaven we are singing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ÉTOILE DU MATIN TES YEUX BRÛLENT COMME UNE FLAMME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Bright and morning Star, You're eyes blaze like fire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6-  BRILLANT COMME LE SOLEIL TU ES NOTRE SEUL DÉSIR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Shining like the sun, You're our one desire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7-  TOUS LES ANGES CRIENT : SAINT EST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angels cry out, Holy is the Lord God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ET LA TERRE RÉPOND QUE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All the earth replies, Holy are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ALLÉLUIA, ALLÉLUIA, ALLÉLUIA TU ES SAINT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alléluia, alléluia, alléluia  Holy are You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10-ALLÉLUIA, ALLÉLUIA, ALLÉLUIA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PÈRE, NOUS SOMMES VENUS NOUS PROSTERNER, T’ADORER</a:t>
            </a:r>
          </a:p>
          <a:p>
            <a:r>
              <a:rPr lang="fr-FR" altLang="fr-FR"/>
              <a:t>    Father we have come To bow down in worship</a:t>
            </a:r>
          </a:p>
          <a:p>
            <a:r>
              <a:rPr lang="fr-FR" altLang="fr-FR"/>
              <a:t>2-  ÉLEVANT NOS CŒURS PROSTERNÉS POUR TE PRIER</a:t>
            </a:r>
          </a:p>
          <a:p>
            <a:r>
              <a:rPr lang="fr-FR" altLang="fr-FR"/>
              <a:t>     Lifting up our heart we bow down in prayer</a:t>
            </a:r>
          </a:p>
          <a:p>
            <a:endParaRPr lang="fr-FR" altLang="fr-FR"/>
          </a:p>
          <a:p>
            <a:r>
              <a:rPr lang="fr-FR" altLang="fr-FR"/>
              <a:t>	3-  ALLÉLUIA, À L'AMOUR DE NOS ÂMES ALLÉLUIA, </a:t>
            </a:r>
          </a:p>
          <a:p>
            <a:r>
              <a:rPr lang="fr-FR" altLang="fr-FR"/>
              <a:t>	    Sing alleluia, lover of my soul Alleluia</a:t>
            </a:r>
          </a:p>
          <a:p>
            <a:r>
              <a:rPr lang="fr-FR" altLang="fr-FR"/>
              <a:t>	4-  AVEC LES CIEUX NOUS CHANTONS</a:t>
            </a:r>
          </a:p>
          <a:p>
            <a:r>
              <a:rPr lang="fr-FR" altLang="fr-FR"/>
              <a:t>	     With all of heaven we are singing</a:t>
            </a:r>
          </a:p>
          <a:p>
            <a:endParaRPr lang="fr-FR" altLang="fr-FR"/>
          </a:p>
          <a:p>
            <a:r>
              <a:rPr lang="fr-FR" altLang="fr-FR"/>
              <a:t>5-  ÉTOILE DU MATIN TES YEUX BRÛLENT COMME UNE FLAMME</a:t>
            </a:r>
          </a:p>
          <a:p>
            <a:r>
              <a:rPr lang="fr-FR" altLang="fr-FR"/>
              <a:t>    Bright and morning Star, You're eyes blaze like fire</a:t>
            </a:r>
          </a:p>
          <a:p>
            <a:r>
              <a:rPr lang="fr-FR" altLang="fr-FR"/>
              <a:t>6-  BRILLANT COMME LE SOLEIL TU ES NOTRE SEUL DÉSIR</a:t>
            </a:r>
          </a:p>
          <a:p>
            <a:r>
              <a:rPr lang="fr-FR" altLang="fr-FR"/>
              <a:t>     Shining like the sun, You're our one desire</a:t>
            </a:r>
          </a:p>
          <a:p>
            <a:endParaRPr lang="fr-FR" altLang="fr-FR"/>
          </a:p>
          <a:p>
            <a:r>
              <a:rPr lang="fr-FR" altLang="fr-FR"/>
              <a:t>Pont :</a:t>
            </a:r>
          </a:p>
          <a:p>
            <a:r>
              <a:rPr lang="fr-FR" altLang="fr-FR"/>
              <a:t>7-  TOUS LES ANGES CRIENT : SAINT EST LE SEIGNEUR</a:t>
            </a:r>
          </a:p>
          <a:p>
            <a:r>
              <a:rPr lang="fr-FR" altLang="fr-FR"/>
              <a:t>     All the angels cry out, Holy is the Lord God</a:t>
            </a:r>
          </a:p>
          <a:p>
            <a:r>
              <a:rPr lang="fr-FR" altLang="fr-FR"/>
              <a:t>8-  ET LA TERRE RÉPOND QUE TU ES SAINT</a:t>
            </a:r>
          </a:p>
          <a:p>
            <a:r>
              <a:rPr lang="fr-FR" altLang="fr-FR"/>
              <a:t>     All the earth replies, Holy are You</a:t>
            </a:r>
          </a:p>
          <a:p>
            <a:endParaRPr lang="fr-FR" altLang="fr-FR"/>
          </a:p>
          <a:p>
            <a:r>
              <a:rPr lang="fr-FR" altLang="fr-FR"/>
              <a:t>9-  ALLÉLUIA, ALLÉLUIA, ALLÉLUIA TU ES SAINT</a:t>
            </a:r>
          </a:p>
          <a:p>
            <a:r>
              <a:rPr lang="fr-FR" altLang="fr-FR"/>
              <a:t>    alléluia, alléluia, alléluia  Holy are You</a:t>
            </a:r>
          </a:p>
          <a:p>
            <a:r>
              <a:rPr lang="fr-FR" altLang="fr-FR"/>
              <a:t>10-ALLÉLUIA, ALLÉLUIA, ALLÉLUIA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905EF-462D-4110-B6B5-2881BCB6E5A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13974-B583-464F-835D-A3E8933B15D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38F85-C32C-4E92-A762-741E16DE48C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4C5B1-2766-4989-B230-D49C231C744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E2B2F-F5B9-4AC3-81AF-D610E111A24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17579-3A06-4885-8116-86DAB36AA71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5E46E-AF35-41A3-A825-E78B9B93CD6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43A8B-A653-40CE-9315-A9FC5A14E62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34E44-C64C-422B-869F-4E667932C70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BB369-BD4B-43C4-A521-C30DA64DC68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647AE9-05C0-480B-894C-3D358976974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A70C7892-D1E4-4A4E-AB9F-7E0958D67DA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NOUS SOMMES VENUS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PROSTERNER, T’ADORER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ÉLEVANT NOS CŒURS PROSTERNÉS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 PRIER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À L'AMOUR DE NOS ÂMES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CIEUX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CHANTONS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ÉTOILE DU MATIN TES YEUX BRÛLENT COMME UNE FLAMME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BRILLANT COMME LE SOLEIL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NOTRE SEUL DÉSIR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CRIENT :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 EST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TERRE RÉPOND QUE TU ES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815</Words>
  <Application>Microsoft Office PowerPoint</Application>
  <PresentationFormat>On-screen Show (4:3)</PresentationFormat>
  <Paragraphs>490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PÈRE, NOUS SOMMES VENUS NOUS PROSTERNER, T’ADORER</vt:lpstr>
      <vt:lpstr>ÉLEVANT NOS CŒURS PROSTERNÉS POUR TE PRIER</vt:lpstr>
      <vt:lpstr>ALLÉLUIA, À L'AMOUR DE NOS ÂMES ALLÉLUIA</vt:lpstr>
      <vt:lpstr>AVEC LES CIEUX  NOUS CHANTONS</vt:lpstr>
      <vt:lpstr>ÉTOILE DU MATIN TES YEUX BRÛLENT COMME UNE FLAMME</vt:lpstr>
      <vt:lpstr>BRILLANT COMME LE SOLEIL TU ES NOTRE SEUL DÉSIR</vt:lpstr>
      <vt:lpstr>TOUS LES ANGES CRIENT : SAINT EST LE SEIGNEUR</vt:lpstr>
      <vt:lpstr>ET LA TERRE RÉPOND QUE TU ES SAINT </vt:lpstr>
      <vt:lpstr>ALLÉLUIA, ALLÉLUIA, ALLÉLUIA TU ES SAINT</vt:lpstr>
      <vt:lpstr>ALLÉLUIA, ALLÉLUIA, ALLÉLUIA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136</cp:revision>
  <dcterms:created xsi:type="dcterms:W3CDTF">2002-08-17T10:50:50Z</dcterms:created>
  <dcterms:modified xsi:type="dcterms:W3CDTF">2015-07-26T05:26:35Z</dcterms:modified>
</cp:coreProperties>
</file>