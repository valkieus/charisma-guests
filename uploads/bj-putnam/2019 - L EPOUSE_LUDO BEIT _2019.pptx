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70" r:id="rId2"/>
    <p:sldId id="271" r:id="rId3"/>
    <p:sldId id="273" r:id="rId4"/>
    <p:sldId id="274" r:id="rId5"/>
    <p:sldId id="275" r:id="rId6"/>
    <p:sldId id="276" r:id="rId7"/>
    <p:sldId id="332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33" r:id="rId33"/>
    <p:sldId id="302" r:id="rId34"/>
    <p:sldId id="303" r:id="rId35"/>
    <p:sldId id="334" r:id="rId36"/>
    <p:sldId id="304" r:id="rId37"/>
    <p:sldId id="305" r:id="rId38"/>
    <p:sldId id="335" r:id="rId39"/>
    <p:sldId id="307" r:id="rId40"/>
    <p:sldId id="308" r:id="rId41"/>
    <p:sldId id="309" r:id="rId42"/>
    <p:sldId id="310" r:id="rId43"/>
    <p:sldId id="311" r:id="rId44"/>
    <p:sldId id="312" r:id="rId45"/>
    <p:sldId id="315" r:id="rId46"/>
    <p:sldId id="316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9781" autoAdjust="0"/>
  </p:normalViewPr>
  <p:slideViewPr>
    <p:cSldViewPr>
      <p:cViewPr>
        <p:scale>
          <a:sx n="30" d="100"/>
          <a:sy n="30" d="100"/>
        </p:scale>
        <p:origin x="95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EF29F26-D3E7-4B43-B0F5-0AEF0A8040E6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97A98E7-9B27-44DC-BC60-2CAA3167773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ABSENT,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dirty="0" smtClean="0"/>
            </a:br>
            <a:r>
              <a:rPr lang="fr-FR" dirty="0" smtClean="0"/>
              <a:t> 
46-  CE JOUR A PROVOQUÉ EN MOI  UNE PRISE DE CONSCIENCE 
47-  J’AI COMMIS LE PIRE, IL M’A PARDONNÉ</a:t>
            </a:r>
            <a:br>
              <a:rPr lang="fr-FR" dirty="0" smtClean="0"/>
            </a:br>
            <a:r>
              <a:rPr lang="fr-FR" dirty="0" smtClean="0"/>
              <a:t> MA VIE, EN RETOUR JE LUI AI DONNÉE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48-  C’EST ICI QUE TOUT A COMMENCÉ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49-  SEIGNEUR, QUE MON BERGER SACHE QU’IL EST AIMÉ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50-  TOUT COMME SON SAUVEUR  IL S’EST SACRIFIÉ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51-  S’EST ABANDONNÉ AU PÈRE  POUR FAIRE SA VOLONTÉ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52-  IL N’ÉTAIT PAS OBLIGÉ MAIS IL L’A FAIT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53-  PAR LA GRÂCE DE DIEU  IL A BÉNI DES MILLIERS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54-  MERCI POUR CES PAROLES NON DILUÉES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55-  MERCI DE M’AVOIR SPIRITUELLEMENT ÉDUQUÉ </a:t>
            </a:r>
            <a:br>
              <a:rPr lang="fr-FR" dirty="0" smtClean="0"/>
            </a:br>
            <a:r>
              <a:rPr lang="fr-FR" dirty="0" smtClean="0"/>
              <a:t> 
56-  ET SI LE SON S’ARRÊTAIT  JE SAURAIS QUOI DIRE</a:t>
            </a:r>
            <a:br>
              <a:rPr lang="fr-FR" dirty="0" smtClean="0"/>
            </a:br>
            <a:r>
              <a:rPr lang="fr-FR" dirty="0" smtClean="0"/>
              <a:t> 
57-  LA RÉFLEXION AMÈNE À VIVRE  EN A M O U R 
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dirty="0" smtClean="0"/>
            </a:br>
            <a:r>
              <a:rPr lang="fr-FR" dirty="0" smtClean="0"/>
              <a:t> 
46-  CE JOUR A PROVOQUÉ EN MOI  UNE PRISE DE CONSCIENCE 
47-  J’AI COMMIS LE PIRE, IL M’A PARDONNÉ</a:t>
            </a:r>
            <a:br>
              <a:rPr lang="fr-FR" dirty="0" smtClean="0"/>
            </a:br>
            <a:r>
              <a:rPr lang="fr-FR" dirty="0" smtClean="0"/>
              <a:t> MA VIE, EN RETOUR JE LUI AI DONNÉE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48-  C’EST ICI QUE TOUT A COMMENCÉ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49-  SEIGNEUR, QUE MON BERGER SACHE QU’IL EST AIMÉ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50-  TOUT COMME SON SAUVEUR  IL S’EST SACRIFIÉ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51-  S’EST ABANDONNÉ AU PÈRE  POUR FAIRE SA VOLONTÉ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52-  IL N’ÉTAIT PAS OBLIGÉ MAIS IL L’A FAIT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53-  PAR LA GRÂCE DE DIEU  IL A BÉNI DES MILLIERS</a:t>
            </a:r>
            <a:br>
              <a:rPr lang="fr-FR" dirty="0" smtClean="0"/>
            </a:b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54-  MERCI POUR CES PAROLES NON DILUÉES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55-  MERCI DE M’AVOIR SPIRITUELLEMENT ÉDUQUÉ </a:t>
            </a:r>
            <a:br>
              <a:rPr lang="fr-FR" dirty="0" smtClean="0"/>
            </a:br>
            <a:r>
              <a:rPr lang="fr-FR" dirty="0" smtClean="0"/>
              <a:t> 
56-  ET SI LE SON S’ARRÊTAIT  JE SAURAIS QUOI DIRE</a:t>
            </a:r>
            <a:br>
              <a:rPr lang="fr-FR" dirty="0" smtClean="0"/>
            </a:br>
            <a:r>
              <a:rPr lang="fr-FR" dirty="0" smtClean="0"/>
              <a:t> 
57-  LA RÉFLEXION AMÈNE À VIVRE  EN A M O U R 
</a:t>
            </a:r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TOUS LES MASQUES SONT TRANSPARENTS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smtClean="0"/>
            </a:br>
            <a:r>
              <a:rPr lang="fr-FR" smtClean="0"/>
              <a:t> 
46-  CE JOUR A PROVOQUÉ EN MOI  UNE PRISE DE CONSCIENCE 
47-  J’AI COMMIS LE PIRE, IL M’A PARDONNÉ</a:t>
            </a:r>
            <a:br>
              <a:rPr lang="fr-FR" smtClean="0"/>
            </a:br>
            <a:r>
              <a:rPr lang="fr-FR" smtClean="0"/>
              <a:t> MA VIE, EN RETOUR JE LUI AI DONNÉE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48-  C’EST ICI QUE TOUT A COMMENCÉ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49-  SEIGNEUR, QUE MON BERGER SACHE QU’IL EST AIMÉ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50-  TOUT COMME SON SAUVEUR  IL S’EST SACRIFIÉ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51-  S’EST ABANDONNÉ AU PÈRE  POUR FAIRE SA VOLONTÉ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52-  IL N’ÉTAIT PAS OBLIGÉ MAIS IL L’A FAIT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53-  PAR LA GRÂCE DE DIEU  IL A BÉNI DES MILLIERS</a:t>
            </a:r>
            <a:br>
              <a:rPr lang="fr-FR" smtClean="0"/>
            </a:br>
            <a:r>
              <a:rPr lang="fr-FR" smtClean="0"/>
              <a:t> </a:t>
            </a:r>
            <a:br>
              <a:rPr lang="fr-FR" smtClean="0"/>
            </a:br>
            <a:r>
              <a:rPr lang="fr-FR" smtClean="0"/>
              <a:t> 
54-  MERCI POUR CES PAROLES NON DILUÉES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
55-  MERCI DE M’AVOIR SPIRITUELLEMENT ÉDUQUÉ </a:t>
            </a:r>
            <a:br>
              <a:rPr lang="fr-FR" smtClean="0"/>
            </a:br>
            <a:r>
              <a:rPr lang="fr-FR" smtClean="0"/>
              <a:t> 
56-  ET SI LE SON S’ARRÊTAIT  JE SAURAIS QUOI DIRE</a:t>
            </a:r>
            <a:br>
              <a:rPr lang="fr-FR" smtClean="0"/>
            </a:br>
            <a:r>
              <a:rPr lang="fr-FR" smtClean="0"/>
              <a:t> 
57-  LA RÉFLEXION AMÈNE À VIVRE  EN A M O U R 
</a:t>
            </a: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IL S’EN EST ALLÉ, LES LAISSANT PRENDRE SOIN DE SON ÉPOUSE 
2-   RESTÉE POUR L’HUMANITÉ ELLE EST TOUT POUR LUI 
3-  POUR ELLE, IL A DONNÉ  TOUT CE QU’IL AVAIT, Y COMPRIS SA VIE 
4-  LUI QUI ÉTAIT PARFAIT  MAIS QUI A POURTANT CONNU LE PIRE  
5-  POUR QUE SON ÉPOUSE AIT LE MEILLEUR 
6-  D’UN AMOUR PUR ET SANS RÉSERVE  
7-  IL S’EST SACRIFIÉ L’A DÉLIVRÉE DU PÉCHÉ 
8-  BIEN QU’IL SOIT AUPRÈS DU PÈRE   IL EST PRÉSENT 
9-  LES BESOINS DE SON ÉPOUSE  SONT BEL ET BIEN POURVUS 
10-  S’IL ÉTAIT ABSENT  IL RÉDUIRAIT SA PROPRE GLOIRE  
11-  CAR CELLE-CI Y CONTRIBUE EN LE LOUANT 
12-  LOIN D’ELLE LA PENSÉE  DE LUI ÊTRE REBELLE 
13-  AU CONTRAIRE, ELLE SE SOUMET  CELA LA REND PLUS BELLE 
14-  ELLE EST SA COURONNE  ET À LA FOIS SON CORPS 
15-  ELLE PREND DONC SOIN D’ELLE S’ÉLOIGNANT DE LA MORT 
16-  C’EST ELLE QUI M’A FAIT DÉCOUVRIR  LA VIE, LA VRAIE 
17-  SANS ELLE, J’AURAIS CHERCHÉ LE PÈRE SANS LE TROUVER 
18-  D’AILLEURS, LOUANGES AU ROI  QUI DEMEURE DANS LES CIEUX 
19-  QUI ME PERMET DE CONNAÎTRE  CE JOUR HEUREUX 
20-  CETTE ÉPOUSE DONT JE VOUS PARLE  C’EST L’ÉGLISE 
21-  C’EST VOUS, C’EST MOI, C’EST NOUS  EN FAIT NOUS SOMMES DES MILLIONS 
22-  BEAUCOUP LUI ONT DÉDIÉ LEUR VIE  EN LA SERVANT 
23-  ELLE A ÉTÉ, ELLE EST  ET CE JUSQU’À SON ENLÈVEMENT 
24-  SI DEPUIS 2 000 ANS  ELLE EST PRÉSENTE 
25-  DITES-MOI QUI POURRA FAIRE QU’ELLE SE TAISE 
26-  ET DEVIENNE MOURANTE ?  ELLE N’EST JAMAIS SEULE ! 
27-  SON PROPRIÉTAIRE EST CHRIST 
28-  LE RESSUSCITÉ  DONT IL EST LE SEUL SEIGNEUR 
29-  NOUS FORMONS UN CORPS NOUS SOMMES PLUSIEURS MEMBRES 
30-  DONC À QUOI BON LAISSER  UN DE SES MEMBRES DANS L’OMBRE ? 
31-  QU’IL N’Y AIT POINT  DE DIVISION DANS LE CORPS 
32-  COUPER UN PIED  EMPÊCHERAIT LE CORPS D’AVANCER 
33-  AUTREMENT DIT ET TOUT EST DIT AIMONS-NOUS  
34-  CAR SANS L’AMOUR  
35-  NOUS CONTINUERONS À FAIRE SEMBLANT 
36-  MAIS À QUOI BON  À QUOI BON FAIRE SEMBLANT 
37-  VU QUE POUR DIEU   </a:t>
            </a:r>
          </a:p>
          <a:p>
            <a:endParaRPr lang="fr-FR" altLang="fr-FR" smtClean="0"/>
          </a:p>
          <a:p>
            <a:r>
              <a:rPr lang="fr-FR" altLang="fr-FR" smtClean="0"/>
              <a:t>38-  TOUS LES MASQUES SONT TRANSPARENTS X3</a:t>
            </a:r>
          </a:p>
          <a:p>
            <a:endParaRPr lang="fr-FR" altLang="fr-FR" smtClean="0"/>
          </a:p>
          <a:p>
            <a:r>
              <a:rPr lang="fr-FR" altLang="fr-FR" smtClean="0"/>
              <a:t>39-  JE N’AI PAS TOUJOURS ÉTÉ  CELUI QUE JE SUIS 
40-  J’AI DÉJÀ FAIT PARTIE  DE TOUS CES GENS MASQUÉS 
41-  QUI FONT CROIRE QUE TOUT VA BIEN ALORS QUE RIEN NE VA 
42-  DANS UNE VIE SANS DIEU  LA JOIE VIENT ET VA 
43-  J’AI DONNÉ MA VIE À CHRIST  À L’ÂGE DE 18 ANS 
44-  SON ÉPOUSE M’A OUVERT SES BRAS  ET M’A AIMÉ 
45-  J’AI DONC PROFITÉ POUR FÊTER  MA RENAISSANCE</a:t>
            </a:r>
            <a:br>
              <a:rPr lang="fr-FR" altLang="fr-FR" smtClean="0"/>
            </a:br>
            <a:r>
              <a:rPr lang="fr-FR" altLang="fr-FR" smtClean="0"/>
              <a:t> 
46-  CE JOUR A PROVOQUÉ EN MOI  UNE PRISE DE CONSCIENCE 
47-  J’AI COMMIS LE PIRE, IL M’A PARDONNÉ</a:t>
            </a:r>
            <a:br>
              <a:rPr lang="fr-FR" altLang="fr-FR" smtClean="0"/>
            </a:br>
            <a:r>
              <a:rPr lang="fr-FR" altLang="fr-FR" smtClean="0"/>
              <a:t> MA VIE, EN RETOUR JE LUI AI DONNÉE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48-  C’EST ICI QUE TOUT A COMMENCÉ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49-  SEIGNEUR, QUE MON BERGER SACHE QU’IL EST AIMÉ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50-  TOUT COMME SON SAUVEUR  IL S’EST SACRIFIÉ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51-  S’EST ABANDONNÉ AU PÈRE  POUR FAIRE SA VOLONTÉ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52-  IL N’ÉTAIT PAS OBLIGÉ MAIS IL L’A FAIT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53-  PAR LA GRÂCE DE DIEU  IL A BÉNI DES MILLIERS</a:t>
            </a:r>
            <a:br>
              <a:rPr lang="fr-FR" altLang="fr-FR" smtClean="0"/>
            </a:br>
            <a:r>
              <a:rPr lang="fr-FR" altLang="fr-FR" smtClean="0"/>
              <a:t> </a:t>
            </a:r>
            <a:br>
              <a:rPr lang="fr-FR" altLang="fr-FR" smtClean="0"/>
            </a:br>
            <a:r>
              <a:rPr lang="fr-FR" altLang="fr-FR" smtClean="0"/>
              <a:t> 
54-  MERCI POUR CES PAROLES NON DILUÉES</a:t>
            </a:r>
            <a:br>
              <a:rPr lang="fr-FR" altLang="fr-FR" smtClean="0"/>
            </a:br>
            <a:r>
              <a:rPr lang="fr-FR" altLang="fr-FR" smtClean="0"/>
              <a:t/>
            </a:r>
            <a:br>
              <a:rPr lang="fr-FR" altLang="fr-FR" smtClean="0"/>
            </a:br>
            <a:r>
              <a:rPr lang="fr-FR" altLang="fr-FR" smtClean="0"/>
              <a:t> 
55-  MERCI DE M’AVOIR SPIRITUELLEMENT ÉDUQUÉ </a:t>
            </a:r>
            <a:br>
              <a:rPr lang="fr-FR" altLang="fr-FR" smtClean="0"/>
            </a:br>
            <a:r>
              <a:rPr lang="fr-FR" altLang="fr-FR" smtClean="0"/>
              <a:t> 
56-  ET SI LE SON S’ARRÊTAIT  JE SAURAIS QUOI DIRE</a:t>
            </a:r>
            <a:br>
              <a:rPr lang="fr-FR" altLang="fr-FR" smtClean="0"/>
            </a:br>
            <a:r>
              <a:rPr lang="fr-FR" altLang="fr-FR" smtClean="0"/>
              <a:t> 
57-  LA RÉFLEXION AMÈNE À VIVRE  EN A M O U R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38D3F-6388-474E-8EF8-4B045C86571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1BA55-DCC6-4244-96D0-FBDB869F670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C5C69-B2E3-43E2-BCE4-2E1ED2012AED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FF8AB-05B4-4F61-9223-320CC42CF60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2BAA6-E3D6-460E-B930-F844BE2359E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4C0A4-8034-4034-8D72-E4BE02FA028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682D0-D5BE-4E8A-8E80-48D0037424B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B1E80-5821-442C-BBA8-BF3D1895079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AAF5A-FB57-42A9-BE12-D5F10BFF55E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3A698-5916-4CC7-A45A-BC7530EF0C8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49451-F378-4DB8-BA24-2A2D005801A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4E689A2-DA8C-483D-8859-3CBF9328964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S’EN EST ALLÉ, LES LAISSANT PRENDRE SOIN DE SON ÉPOUSE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RESTÉE POUR L’HUMANITÉ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EST TOUT POUR LUI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ELLE, IL A DONNÉ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QU’IL AVAIT, Y COMPRIS SA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QUI ÉTAIT PARFAIT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QUI A POURTANT CONNU LE PIRE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SON ÉPOUSE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AIT LE MEILLEUR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D’UN AMOUR PUR ET SANS RÉSERVE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S’EST SACRIFIÉ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 DÉLIVRÉE DU PÉCHÉ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QU’IL SOIT AUPRÈS DU PÈRE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EST PRÉSENT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BESOINS DE SON ÉPOUSE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BEL ET BIEN POURVUS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S’IL ÉTAIT ABSENT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RÉDUIRAIT SA PROPRE GLOIRE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CELLE-CI Y CONTRIBUE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LE LOUANT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 D’ELLE LA PENSÉE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LUI ÊTRE REBELLE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CONTRAIRE, ELLE SE SOUMET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CELA LA REND PLUS BELLE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EST SA COURONNE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À LA FOIS SON CORPS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PREND DONC SOIN D’ELLE S’ÉLOIGNANT DE LA MORT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ELLE QUI M’A FAIT DÉCOUVRIR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VIE, LA VRAIE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ELLE, J’AURAIS CHERCHÉ LE PÈRE SANS LE TROUVER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D’AILLEURS, LOUANGES AU ROI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DEMEURE DANS LES CIEUX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PERMET DE CONNAÎTRE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CE JOUR HEUREUX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ÉPOUSE DONT JE VOUS PARLE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L’ÉGLISE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VOUS, C’EST MOI, C’EST NOUS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FAIT NOUS SOMMES DES MILLIONS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BEAUCOUP LUI ONT DÉDIÉ LEUR VIE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LA SERVANT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A ÉTÉ, ELLE EST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 JUSQU’À SON ENLÈVEMENT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DEPUIS 2 000 ANS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EST PRÉSENTE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DITES-MOI QUI POURRA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FAIRE QU’ELLE SE TAISE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DEVIENNE MOURANTE ?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N’EST JAMAIS SEULE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PROPRIÉTAIRE EST CHRIST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RESSUSCITÉ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DONT IL EST LE SEUL 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FORMONS UN CORPS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PLUSIEURS MEMBRES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DONC À QUOI BON LAISSER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DE SES MEMBRES DANS L’OMBRE ?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N’Y AIT POINT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DIVISION DANS LE CORPS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COUPER UN PIED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EMPÊCHERAIT LE CORPS D’AVANCER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AUTREMENT DIT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EST DIT AIMONS-NOUS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SANS L’AMOUR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CONTINUERONS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FAIRE SEMBLANT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À QUOI BON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QUOI BON FAIRE SEMBLANT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VU QUE POUR DIEU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MASQUES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TRANSPARENTS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PAS TOUJOURS ÉTÉ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CELUI QUE JE SUIS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DÉJÀ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PARTI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TOUS CES GENS MASQUÉS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 CROIRE QUE TOUT VA BIEN ALORS QUE RIEN NE VA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UNE VIE SANS DIEU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JOIE VIENT ET VA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DONNÉ MA VIE À CHRIST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L’ÂGE DE 18 ANS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ÉPOUSE M’A OUVERT SES BRAS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M’A AIMÉ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DONC PROFITÉ POUR FÊTER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MA RENAISSANCE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JOUR A PROVOQUÉ EN MOI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PRISE DE CONSCIENCE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COMMIS LE PIRE, IL M’A PARDONNÉ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MA VIE, EN RETOUR JE LUI AI DONNÉE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ICI QUE TOUT A COMMENCÉ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2308324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QUE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HOMME DE DIEU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SACHE QU’IL EST AIMÉ </a:t>
            </a:r>
            <a:b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COMME SON SAUVEUR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S’EST SACRIFIÉ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ABANDONNÉ AU PÈRE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FAIRE SA VOLONTÉ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N’ÉTAIT PAS OBLIGÉ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IL L’A FAIT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GRÂCE DE DIEU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BÉNI DES MILLIERS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MERCI POUR CES PAROLES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 DILUÉES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MERCI DE M’AVOIR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SPIRITUELLEMENT ÉDUQUÉ </a:t>
            </a:r>
            <a:b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75432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LE SON S’ARRÊTAIT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SAURAI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QUOI DIRE</a:t>
            </a:r>
            <a:b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RÉFLEXION AMÈNE À VIVRE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A M O U 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1976</Words>
  <Application>Microsoft Office PowerPoint</Application>
  <PresentationFormat>Affichage à l'écran (4:3)</PresentationFormat>
  <Paragraphs>675</Paragraphs>
  <Slides>57</Slides>
  <Notes>57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57</vt:i4>
      </vt:variant>
    </vt:vector>
  </HeadingPairs>
  <TitlesOfParts>
    <vt:vector size="60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170</cp:revision>
  <dcterms:created xsi:type="dcterms:W3CDTF">2002-08-17T10:50:50Z</dcterms:created>
  <dcterms:modified xsi:type="dcterms:W3CDTF">2019-11-23T22:42:55Z</dcterms:modified>
</cp:coreProperties>
</file>