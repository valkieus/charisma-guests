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7" r:id="rId2"/>
    <p:sldId id="301" r:id="rId3"/>
    <p:sldId id="300" r:id="rId4"/>
    <p:sldId id="299" r:id="rId5"/>
    <p:sldId id="298" r:id="rId6"/>
    <p:sldId id="297" r:id="rId7"/>
    <p:sldId id="296" r:id="rId8"/>
    <p:sldId id="295" r:id="rId9"/>
    <p:sldId id="294" r:id="rId10"/>
    <p:sldId id="293" r:id="rId11"/>
    <p:sldId id="292" r:id="rId12"/>
    <p:sldId id="291" r:id="rId13"/>
    <p:sldId id="290" r:id="rId14"/>
    <p:sldId id="289" r:id="rId15"/>
    <p:sldId id="288" r:id="rId16"/>
    <p:sldId id="302" r:id="rId17"/>
    <p:sldId id="303" r:id="rId18"/>
    <p:sldId id="304" r:id="rId19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60521" autoAdjust="0"/>
  </p:normalViewPr>
  <p:slideViewPr>
    <p:cSldViewPr>
      <p:cViewPr varScale="1">
        <p:scale>
          <a:sx n="43" d="100"/>
          <a:sy n="43" d="100"/>
        </p:scale>
        <p:origin x="-130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6E212EC-7C5B-499D-BEB0-EAF367FEE4E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FE0F977-0432-4624-9FF7-82A9F0BC295F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	1-  TOUT LE MONDE DANSE POUR CELEBRER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2-  TOUT LE MONDE CRI UN CRI DE JOIE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3-  VENEZ, VENEZ LE LOUER FAITES UN BRUIT POUR LE ROI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
	4-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5-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J’AI DE BONNES NOUVELLES POUR TOI DIEU A TANT D’AMOUR POUR TOI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I have good, good news for you There is a God who loves you
7-  IL DIT QUE TU ES À LUI ET IL A DONNÉ SA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And He calls you his own He has given you life 
8-  OUI POUR TOI ET MOI, OH OH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you and me, oh oh Now we are free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9-  TOUT LE MONDE DANSE POUR CELEBRER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the dance of freedom 
	10-  TOUT LE MONDE CRI UN CRI DE JOIE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shout the shout of joy 
	11-  VENEZ, VENEZ LE LOUER FAITES UN BRUIT POUR LE ROI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Come on, come on and praise Him Get up and make some noise 
	12-  TOUT LE MONDE DANSE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Everybody dance 
	13-  HEY ! HEY ! HEY !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TU AS TRANSFORMÉ MA VIE ET J’AI CHANGÉ À TOUT JAMAIS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There has been a change in me My world’s never been the same
15-  QUAND JE T’AI TROUVÉ TU DONNES LA VIE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Since I’ve found You You have given life
16-  A TOUT CEUX QUI VEULENT TE SUIVRE ET NOUS SOMMES LIBRES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Life for all who will believe And now we are free </a:t>
            </a:r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	1-  TOUT LE MONDE DANSE POUR CELEBRER</a:t>
            </a:r>
          </a:p>
          <a:p>
            <a:r>
              <a:rPr lang="fr-FR" altLang="fr-FR" smtClean="0"/>
              <a:t>	Everybody dance the dance of freedom 
	2-  TOUT LE MONDE CRI UN CRI DE JOIE</a:t>
            </a:r>
          </a:p>
          <a:p>
            <a:r>
              <a:rPr lang="fr-FR" altLang="fr-FR" smtClean="0"/>
              <a:t>	Everybody shout the shout of joy 
	3-  VENEZ, VENEZ LE LOUER FAITES UN BRUIT POUR LE ROI </a:t>
            </a:r>
          </a:p>
          <a:p>
            <a:r>
              <a:rPr lang="fr-FR" altLang="fr-FR" smtClean="0"/>
              <a:t>	Come on, come on and praise Him Get up and make some noise
	4-  TOUT LE MONDE DANSE </a:t>
            </a:r>
          </a:p>
          <a:p>
            <a:r>
              <a:rPr lang="fr-FR" altLang="fr-FR" smtClean="0"/>
              <a:t>	Everybody dance 
	5-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6-  J’AI DE BONNES NOUVELLES POUR TOI DIEU A TANT D’AMOUR POUR TOI</a:t>
            </a:r>
          </a:p>
          <a:p>
            <a:r>
              <a:rPr lang="fr-FR" altLang="fr-FR" smtClean="0"/>
              <a:t>I have good, good news for you There is a God who loves you
7-  IL DIT QUE TU ES À LUI ET IL A DONNÉ SA VIE </a:t>
            </a:r>
          </a:p>
          <a:p>
            <a:r>
              <a:rPr lang="fr-FR" altLang="fr-FR" smtClean="0"/>
              <a:t>And He calls you his own He has given you life 
8-  OUI POUR TOI ET MOI, OH OH ET NOUS SOMMES LIBRES</a:t>
            </a:r>
          </a:p>
          <a:p>
            <a:r>
              <a:rPr lang="fr-FR" altLang="fr-FR" smtClean="0"/>
              <a:t>Life for you and me, oh oh Now we are free </a:t>
            </a:r>
          </a:p>
          <a:p>
            <a:endParaRPr lang="fr-FR" altLang="fr-FR" smtClean="0"/>
          </a:p>
          <a:p>
            <a:r>
              <a:rPr lang="fr-FR" altLang="fr-FR" smtClean="0"/>
              <a:t>	9-  TOUT LE MONDE DANSE POUR CELEBRER </a:t>
            </a:r>
          </a:p>
          <a:p>
            <a:r>
              <a:rPr lang="fr-FR" altLang="fr-FR" smtClean="0"/>
              <a:t>	Everybody dance the dance of freedom 
	10-  TOUT LE MONDE CRI UN CRI DE JOIE </a:t>
            </a:r>
          </a:p>
          <a:p>
            <a:r>
              <a:rPr lang="fr-FR" altLang="fr-FR" smtClean="0"/>
              <a:t>	Everybody shout the shout of joy 
	11-  VENEZ, VENEZ LE LOUER FAITES UN BRUIT POUR LE ROI</a:t>
            </a:r>
          </a:p>
          <a:p>
            <a:r>
              <a:rPr lang="fr-FR" altLang="fr-FR" smtClean="0"/>
              <a:t>	Come on, come on and praise Him Get up and make some noise 
	12-  TOUT LE MONDE DANSE </a:t>
            </a:r>
          </a:p>
          <a:p>
            <a:r>
              <a:rPr lang="fr-FR" altLang="fr-FR" smtClean="0"/>
              <a:t>	Everybody dance 
	13-  HEY ! HEY ! HEY ! </a:t>
            </a:r>
          </a:p>
          <a:p>
            <a:endParaRPr lang="fr-FR" altLang="fr-FR" smtClean="0"/>
          </a:p>
          <a:p>
            <a:r>
              <a:rPr lang="fr-FR" altLang="fr-FR" smtClean="0"/>
              <a:t>14-  TU AS TRANSFORMÉ MA VIE ET J’AI CHANGÉ À TOUT JAMAIS </a:t>
            </a:r>
          </a:p>
          <a:p>
            <a:r>
              <a:rPr lang="fr-FR" altLang="fr-FR" smtClean="0"/>
              <a:t>There has been a change in me My world’s never been the same
15-  QUAND JE T’AI TROUVÉ TU DONNES LA VIE </a:t>
            </a:r>
          </a:p>
          <a:p>
            <a:r>
              <a:rPr lang="fr-FR" altLang="fr-FR" smtClean="0"/>
              <a:t>Since I’ve found You You have given life
16-  A TOUT CEUX QUI VEULENT TE SUIVRE ET NOUS SOMMES LIBRES</a:t>
            </a:r>
          </a:p>
          <a:p>
            <a:r>
              <a:rPr lang="fr-FR" altLang="fr-FR" smtClean="0"/>
              <a:t>Life for all who will believe And now we are free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21F011-EA87-43D7-80DB-B6475EBFFEE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29777B-5F1A-4395-BDEF-302CD6613AC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AC208-FFB2-4404-9765-2A1A2913BDB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45A13-9ED6-4D2F-8D20-D22E9469FA2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BD51A-9223-4F54-893E-303E7EF3EC2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9A6F6-283F-4B8B-ACC7-148D4B49058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B8F91A-2728-44F4-AB01-E929B1D6B19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08CEE-2136-44B3-A6AE-24C364035D7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82D33-FB22-4705-AFC2-7027159E4C3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841CC-04F6-464C-B4AD-67B24514675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714494-ECFA-41AA-A98D-C780526AF10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23C1DEF-A3B5-4E1F-B49C-EF673BC2B0E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DANSE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CELEBRER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CRI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CRI DE JOIE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VENEZ, VENEZ LE LOUER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FAITES UN BRUIT POUR LE ROI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DANSE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HEY ! HEY ! HEY 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DE BONNES NOUVELLES POUR TOI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A TANT D’AMOUR POUR TOI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DIT QUE TU ES À LUI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A DONNÉ SA VIE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POUR TOI ET MOI, OH OH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SOMMES LIBRES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DANSE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CELEBRER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CRI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CRI DE JOIE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VENEZ, VENEZ LE LOUER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FAITES UN BRUIT POUR LE ROI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LE MONDE DANSE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HEY ! HEY ! HEY !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TRANSFORMÉ MA VIE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J’AI CHANGÉ À TOUT JAMAIS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T’AI TROUVÉ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DONNES LA VIE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TOUT CEUX QUI VEULENT TE SUIVRE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SOMMES LIBRES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TOUT CEUX QUI VEULENT TE SUIVRE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SOMMES LIBRES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TOUT CEUX QUI VEULENT TE SUIVRE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SOMMES LIBRES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1633</TotalTime>
  <Words>159</Words>
  <Application>Microsoft Office PowerPoint</Application>
  <PresentationFormat>On-screen Show (4:3)</PresentationFormat>
  <Paragraphs>788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146</cp:revision>
  <dcterms:created xsi:type="dcterms:W3CDTF">2002-08-17T10:50:50Z</dcterms:created>
  <dcterms:modified xsi:type="dcterms:W3CDTF">2017-12-30T14:43:12Z</dcterms:modified>
</cp:coreProperties>
</file>