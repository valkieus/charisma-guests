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9" r:id="rId2"/>
    <p:sldId id="290" r:id="rId3"/>
    <p:sldId id="295" r:id="rId4"/>
    <p:sldId id="296" r:id="rId5"/>
    <p:sldId id="281" r:id="rId6"/>
    <p:sldId id="283" r:id="rId7"/>
    <p:sldId id="284" r:id="rId8"/>
    <p:sldId id="285" r:id="rId9"/>
    <p:sldId id="286" r:id="rId10"/>
    <p:sldId id="288" r:id="rId11"/>
    <p:sldId id="291" r:id="rId12"/>
    <p:sldId id="289" r:id="rId13"/>
    <p:sldId id="292" r:id="rId14"/>
    <p:sldId id="293" r:id="rId15"/>
    <p:sldId id="294" r:id="rId16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57" autoAdjust="0"/>
    <p:restoredTop sz="38420" autoAdjust="0"/>
  </p:normalViewPr>
  <p:slideViewPr>
    <p:cSldViewPr>
      <p:cViewPr varScale="1">
        <p:scale>
          <a:sx n="40" d="100"/>
          <a:sy n="40" d="100"/>
        </p:scale>
        <p:origin x="-63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41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EFA2886-9BD3-48BC-9D30-98D7A10BFD3B}" type="datetimeFigureOut">
              <a:rPr lang="fr-FR"/>
              <a:pPr>
                <a:defRPr/>
              </a:pPr>
              <a:t>24/11/2019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B24DAE6-7153-41D9-A1D1-C2CEA87D949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lvl="1">
              <a:defRPr/>
            </a:pPr>
            <a:r>
              <a:rPr lang="en-US" smtClean="0"/>
              <a:t>REFRAIN</a:t>
            </a:r>
          </a:p>
          <a:p>
            <a:pPr lvl="1">
              <a:defRPr/>
            </a:pPr>
            <a:r>
              <a:rPr lang="en-US" smtClean="0"/>
              <a:t>1-JAMAIS ÉBRANLÉS</a:t>
            </a:r>
          </a:p>
          <a:p>
            <a:pPr lvl="1">
              <a:defRPr/>
            </a:pPr>
            <a:r>
              <a:rPr lang="en-US" smtClean="0"/>
              <a:t>We will not be moved</a:t>
            </a:r>
          </a:p>
          <a:p>
            <a:pPr lvl="1">
              <a:defRPr/>
            </a:pPr>
            <a:r>
              <a:rPr lang="en-US" smtClean="0"/>
              <a:t>2- EN TOI NOUS N’SERONS JAMAIS ÉBRANLÉS</a:t>
            </a:r>
          </a:p>
          <a:p>
            <a:pPr lvl="1">
              <a:defRPr/>
            </a:pPr>
            <a:r>
              <a:rPr lang="en-US" smtClean="0"/>
              <a:t>You're standing with us We will not be moved</a:t>
            </a:r>
          </a:p>
          <a:p>
            <a:pPr lvl="1">
              <a:defRPr/>
            </a:pPr>
            <a:r>
              <a:rPr lang="en-US" smtClean="0"/>
              <a:t>3-ET MÊME SI TOUT AUTOUR PEUT TREMBLER</a:t>
            </a:r>
          </a:p>
          <a:p>
            <a:pPr lvl="1">
              <a:defRPr/>
            </a:pPr>
            <a:r>
              <a:rPr lang="en-US" smtClean="0"/>
              <a:t>When everything around is shaking</a:t>
            </a:r>
          </a:p>
          <a:p>
            <a:pPr lvl="1">
              <a:defRPr/>
            </a:pPr>
            <a:r>
              <a:rPr lang="en-US" smtClean="0"/>
              <a:t>4-TU NE CHANGES JAMAIS</a:t>
            </a:r>
          </a:p>
          <a:p>
            <a:pPr lvl="1">
              <a:defRPr/>
            </a:pPr>
            <a:r>
              <a:rPr lang="en-US" smtClean="0"/>
              <a:t>You're not changing</a:t>
            </a:r>
          </a:p>
          <a:p>
            <a:pPr lvl="1">
              <a:defRPr/>
            </a:pPr>
            <a:r>
              <a:rPr lang="en-US" smtClean="0"/>
              <a:t>5-NOUS N’SRONS JAMAIS JAMAIS ÉBRANLÉS</a:t>
            </a:r>
          </a:p>
          <a:p>
            <a:pPr lvl="1">
              <a:defRPr/>
            </a:pPr>
            <a:r>
              <a:rPr lang="en-US" smtClean="0"/>
              <a:t> We will not be We will not be moved</a:t>
            </a:r>
          </a:p>
          <a:p>
            <a:pPr lvl="1">
              <a:defRPr/>
            </a:pPr>
            <a:endParaRPr lang="en-US" smtClean="0"/>
          </a:p>
          <a:p>
            <a:pPr lvl="1">
              <a:defRPr/>
            </a:pPr>
            <a:r>
              <a:rPr lang="en-US" smtClean="0"/>
              <a:t>COUPLET 1</a:t>
            </a:r>
          </a:p>
          <a:p>
            <a:pPr lvl="1">
              <a:defRPr/>
            </a:pPr>
            <a:r>
              <a:rPr lang="en-US" smtClean="0"/>
              <a:t>6- Y A-T-IL UN LIEU OÙ T’ÉCHAPPER</a:t>
            </a:r>
          </a:p>
          <a:p>
            <a:pPr lvl="1">
              <a:defRPr/>
            </a:pPr>
            <a:r>
              <a:rPr lang="en-US" smtClean="0"/>
              <a:t>Where can I go that You don't know</a:t>
            </a:r>
          </a:p>
          <a:p>
            <a:pPr lvl="1">
              <a:defRPr/>
            </a:pPr>
            <a:r>
              <a:rPr lang="en-US" smtClean="0"/>
              <a:t>7- ET OÙ SERAI-JE SANS TON AMOUR POUR MOI</a:t>
            </a:r>
          </a:p>
          <a:p>
            <a:pPr lvl="1">
              <a:defRPr/>
            </a:pPr>
            <a:r>
              <a:rPr lang="en-US" smtClean="0"/>
              <a:t>Where would I be if not for Your love</a:t>
            </a:r>
          </a:p>
          <a:p>
            <a:pPr lvl="1">
              <a:defRPr/>
            </a:pPr>
            <a:r>
              <a:rPr lang="en-US" smtClean="0"/>
              <a:t>8-DIEU JE REÇOIS TA GRÂCE ET PAIX JE N’AI RIEN FAIT</a:t>
            </a:r>
          </a:p>
          <a:p>
            <a:pPr lvl="1">
              <a:defRPr/>
            </a:pPr>
            <a:r>
              <a:rPr lang="en-US" smtClean="0"/>
              <a:t> God I receive Your grace and peace It's not what I've done</a:t>
            </a:r>
          </a:p>
          <a:p>
            <a:pPr lvl="1">
              <a:defRPr/>
            </a:pPr>
            <a:r>
              <a:rPr lang="en-US" smtClean="0"/>
              <a:t>9-MAIS C’EST TON ŒUVRE EN MOI</a:t>
            </a:r>
          </a:p>
          <a:p>
            <a:pPr lvl="1">
              <a:defRPr/>
            </a:pPr>
            <a:r>
              <a:rPr lang="en-US" smtClean="0"/>
              <a:t> But what You've done in me</a:t>
            </a:r>
          </a:p>
          <a:p>
            <a:pPr lvl="1">
              <a:defRPr/>
            </a:pPr>
            <a:endParaRPr lang="en-US" smtClean="0"/>
          </a:p>
          <a:p>
            <a:pPr lvl="1">
              <a:defRPr/>
            </a:pPr>
            <a:r>
              <a:rPr lang="en-US" smtClean="0"/>
              <a:t>REFRAIN</a:t>
            </a:r>
          </a:p>
          <a:p>
            <a:pPr lvl="1">
              <a:defRPr/>
            </a:pPr>
            <a:r>
              <a:rPr lang="en-US" smtClean="0"/>
              <a:t> </a:t>
            </a:r>
          </a:p>
          <a:p>
            <a:pPr lvl="1">
              <a:defRPr/>
            </a:pPr>
            <a:r>
              <a:rPr lang="en-US" smtClean="0"/>
              <a:t>COUPLET 2</a:t>
            </a:r>
          </a:p>
          <a:p>
            <a:pPr lvl="1">
              <a:defRPr/>
            </a:pPr>
            <a:r>
              <a:rPr lang="en-US" smtClean="0"/>
              <a:t>10- LES MONTS, LES MERS PEUVENT S’AGITER</a:t>
            </a:r>
          </a:p>
          <a:p>
            <a:pPr lvl="1">
              <a:defRPr/>
            </a:pPr>
            <a:r>
              <a:rPr lang="en-US" smtClean="0"/>
              <a:t>The oceans rage the mountains shake</a:t>
            </a:r>
          </a:p>
          <a:p>
            <a:pPr lvl="1">
              <a:defRPr/>
            </a:pPr>
            <a:r>
              <a:rPr lang="en-US" smtClean="0"/>
              <a:t>11- MAIS EN TON NOM NOUS SOMMES ASSURÉS</a:t>
            </a:r>
          </a:p>
          <a:p>
            <a:pPr lvl="1">
              <a:defRPr/>
            </a:pPr>
            <a:r>
              <a:rPr lang="en-US" smtClean="0"/>
              <a:t>That we would trust trust in Your name</a:t>
            </a:r>
          </a:p>
          <a:p>
            <a:pPr lvl="1">
              <a:defRPr/>
            </a:pPr>
            <a:r>
              <a:rPr lang="en-US" smtClean="0"/>
              <a:t>12-NOUS NOUS TENONS SUR TES PROMESSES</a:t>
            </a:r>
          </a:p>
          <a:p>
            <a:pPr lvl="1">
              <a:defRPr/>
            </a:pPr>
            <a:r>
              <a:rPr lang="en-US" smtClean="0"/>
              <a:t>We're holding fast to Your promises</a:t>
            </a:r>
          </a:p>
          <a:p>
            <a:pPr lvl="1">
              <a:defRPr/>
            </a:pPr>
            <a:r>
              <a:rPr lang="en-US" smtClean="0"/>
              <a:t>13-CE QUE TU DIS NE POURRA QU’ARRIVER</a:t>
            </a:r>
          </a:p>
          <a:p>
            <a:pPr lvl="1">
              <a:defRPr/>
            </a:pPr>
            <a:r>
              <a:rPr lang="en-US" smtClean="0"/>
              <a:t>  What You have spoken Will surely come to pass</a:t>
            </a:r>
          </a:p>
          <a:p>
            <a:pPr lvl="1">
              <a:defRPr/>
            </a:pPr>
            <a:endParaRPr lang="en-US" smtClean="0"/>
          </a:p>
          <a:p>
            <a:pPr lvl="1">
              <a:defRPr/>
            </a:pPr>
            <a:r>
              <a:rPr lang="en-US" smtClean="0"/>
              <a:t>REFRAIN</a:t>
            </a:r>
          </a:p>
          <a:p>
            <a:pPr lvl="1">
              <a:defRPr/>
            </a:pPr>
            <a:r>
              <a:rPr lang="en-US" smtClean="0"/>
              <a:t> </a:t>
            </a:r>
          </a:p>
          <a:p>
            <a:pPr lvl="1">
              <a:defRPr/>
            </a:pPr>
            <a:r>
              <a:rPr lang="en-US" smtClean="0"/>
              <a:t>PONT</a:t>
            </a:r>
          </a:p>
          <a:p>
            <a:pPr lvl="1">
              <a:defRPr/>
            </a:pPr>
            <a:r>
              <a:rPr lang="en-US" smtClean="0"/>
              <a:t>14- OH TOUJOURS DEBOUT OH DEBOUT TOUJOURS</a:t>
            </a:r>
          </a:p>
          <a:p>
            <a:pPr lvl="1">
              <a:defRPr/>
            </a:pPr>
            <a:r>
              <a:rPr lang="en-US" smtClean="0"/>
              <a:t>  Oh I'm still standing Oh I'm standing still</a:t>
            </a:r>
          </a:p>
          <a:p>
            <a:pPr lvl="1">
              <a:defRPr/>
            </a:pPr>
            <a:r>
              <a:rPr lang="en-US" smtClean="0"/>
              <a:t>15- SI JE TOMBE TU SERAS LÀ ET JAMAIS TU NE ME LAISSERAS</a:t>
            </a:r>
          </a:p>
          <a:p>
            <a:pPr lvl="1"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 lvl="1">
              <a:defRPr/>
            </a:pPr>
            <a:endParaRPr lang="en-US" smtClean="0"/>
          </a:p>
          <a:p>
            <a:pPr lvl="1">
              <a:defRPr/>
            </a:pPr>
            <a:r>
              <a:rPr lang="en-US" smtClean="0"/>
              <a:t>REFRAIN</a:t>
            </a:r>
          </a:p>
          <a:p>
            <a:pPr lvl="1">
              <a:defRPr/>
            </a:pPr>
            <a:r>
              <a:rPr lang="en-US" smtClean="0"/>
              <a:t> </a:t>
            </a:r>
          </a:p>
          <a:p>
            <a:pPr lvl="1">
              <a:defRPr/>
            </a:pPr>
            <a:endParaRPr lang="en-US" smtClean="0"/>
          </a:p>
          <a:p>
            <a:pPr lvl="1"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1-JAMAIS ÉBRANLÉS</a:t>
            </a:r>
          </a:p>
          <a:p>
            <a:pPr>
              <a:defRPr/>
            </a:pPr>
            <a:r>
              <a:rPr lang="en-US" smtClean="0"/>
              <a:t>We will not be moved</a:t>
            </a:r>
          </a:p>
          <a:p>
            <a:pPr>
              <a:defRPr/>
            </a:pPr>
            <a:r>
              <a:rPr lang="en-US" smtClean="0"/>
              <a:t>2- EN TOI NOUS N’SERONS JAMAIS ÉBRANLÉS</a:t>
            </a:r>
          </a:p>
          <a:p>
            <a:pPr>
              <a:defRPr/>
            </a:pPr>
            <a:r>
              <a:rPr lang="en-US" smtClean="0"/>
              <a:t>You're standing with us We will not be moved</a:t>
            </a:r>
          </a:p>
          <a:p>
            <a:pPr>
              <a:defRPr/>
            </a:pPr>
            <a:r>
              <a:rPr lang="en-US" smtClean="0"/>
              <a:t>3-ET MÊME SI TOUT AUTOUR PEUT TREMBLER</a:t>
            </a:r>
          </a:p>
          <a:p>
            <a:pPr>
              <a:defRPr/>
            </a:pPr>
            <a:r>
              <a:rPr lang="en-US" smtClean="0"/>
              <a:t>When everything around is shaking</a:t>
            </a:r>
          </a:p>
          <a:p>
            <a:pPr>
              <a:defRPr/>
            </a:pPr>
            <a:r>
              <a:rPr lang="en-US" smtClean="0"/>
              <a:t>4-TU NE CHANGES JAMAIS</a:t>
            </a:r>
          </a:p>
          <a:p>
            <a:pPr>
              <a:defRPr/>
            </a:pPr>
            <a:r>
              <a:rPr lang="en-US" smtClean="0"/>
              <a:t>You're not changing</a:t>
            </a:r>
          </a:p>
          <a:p>
            <a:pPr>
              <a:defRPr/>
            </a:pPr>
            <a:r>
              <a:rPr lang="en-US" smtClean="0"/>
              <a:t>5-NOUS N’SRONS JAMAIS JAMAIS ÉBRANLÉS</a:t>
            </a:r>
          </a:p>
          <a:p>
            <a:pPr>
              <a:defRPr/>
            </a:pPr>
            <a:r>
              <a:rPr lang="en-US" smtClean="0"/>
              <a:t> We will not be We will not be moved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COUPLET 1</a:t>
            </a:r>
          </a:p>
          <a:p>
            <a:pPr>
              <a:defRPr/>
            </a:pPr>
            <a:r>
              <a:rPr lang="en-US" smtClean="0"/>
              <a:t>6- Y A-T-IL UN LIEU OÙ T’ÉCHAPPER</a:t>
            </a:r>
          </a:p>
          <a:p>
            <a:pPr>
              <a:defRPr/>
            </a:pPr>
            <a:r>
              <a:rPr lang="en-US" smtClean="0"/>
              <a:t>Where can I go that You don't know</a:t>
            </a:r>
          </a:p>
          <a:p>
            <a:pPr>
              <a:defRPr/>
            </a:pPr>
            <a:r>
              <a:rPr lang="en-US" smtClean="0"/>
              <a:t>7- ET OÙ SERAI-JE SANS TON AMOUR POUR MOI</a:t>
            </a:r>
          </a:p>
          <a:p>
            <a:pPr>
              <a:defRPr/>
            </a:pPr>
            <a:r>
              <a:rPr lang="en-US" smtClean="0"/>
              <a:t>Where would I be if not for Your love</a:t>
            </a:r>
          </a:p>
          <a:p>
            <a:pPr>
              <a:defRPr/>
            </a:pPr>
            <a:r>
              <a:rPr lang="en-US" smtClean="0"/>
              <a:t>8-DIEU JE REÇOIS TA GRÂCE ET PAIX JE N’AI RIEN FAIT</a:t>
            </a:r>
          </a:p>
          <a:p>
            <a:pPr>
              <a:defRPr/>
            </a:pPr>
            <a:r>
              <a:rPr lang="en-US" smtClean="0"/>
              <a:t> God I receive Your grace and peace It's not what I've done</a:t>
            </a:r>
          </a:p>
          <a:p>
            <a:pPr>
              <a:defRPr/>
            </a:pPr>
            <a:r>
              <a:rPr lang="en-US" smtClean="0"/>
              <a:t>9-MAIS C’EST TON ŒUVRE EN MOI</a:t>
            </a:r>
          </a:p>
          <a:p>
            <a:pPr>
              <a:defRPr/>
            </a:pPr>
            <a:r>
              <a:rPr lang="en-US" smtClean="0"/>
              <a:t> But what You've done in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COUPLET 2</a:t>
            </a:r>
          </a:p>
          <a:p>
            <a:pPr>
              <a:defRPr/>
            </a:pPr>
            <a:r>
              <a:rPr lang="en-US" smtClean="0"/>
              <a:t>10- LES MONTS, LES MERS PEUVENT S’AGITER</a:t>
            </a:r>
          </a:p>
          <a:p>
            <a:pPr>
              <a:defRPr/>
            </a:pPr>
            <a:r>
              <a:rPr lang="en-US" smtClean="0"/>
              <a:t>The oceans rage the mountains shake</a:t>
            </a:r>
          </a:p>
          <a:p>
            <a:pPr>
              <a:defRPr/>
            </a:pPr>
            <a:r>
              <a:rPr lang="en-US" smtClean="0"/>
              <a:t>11- MAIS EN TON NOM NOUS SOMMES ASSURÉS</a:t>
            </a:r>
          </a:p>
          <a:p>
            <a:pPr>
              <a:defRPr/>
            </a:pPr>
            <a:r>
              <a:rPr lang="en-US" smtClean="0"/>
              <a:t>That we would trust trust in Your name</a:t>
            </a:r>
          </a:p>
          <a:p>
            <a:pPr>
              <a:defRPr/>
            </a:pPr>
            <a:r>
              <a:rPr lang="en-US" smtClean="0"/>
              <a:t>12-NOUS NOUS TENONS SUR TES PROMESSES</a:t>
            </a:r>
          </a:p>
          <a:p>
            <a:pPr>
              <a:defRPr/>
            </a:pPr>
            <a:r>
              <a:rPr lang="en-US" smtClean="0"/>
              <a:t>We're holding fast to Your promises</a:t>
            </a:r>
          </a:p>
          <a:p>
            <a:pPr>
              <a:defRPr/>
            </a:pPr>
            <a:r>
              <a:rPr lang="en-US" smtClean="0"/>
              <a:t>13-CE QUE TU DIS NE POURRA QU’ARRIVER</a:t>
            </a:r>
          </a:p>
          <a:p>
            <a:pPr>
              <a:defRPr/>
            </a:pPr>
            <a:r>
              <a:rPr lang="en-US" smtClean="0"/>
              <a:t>  What You have spoken Will surely come to pass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PONT</a:t>
            </a:r>
          </a:p>
          <a:p>
            <a:pPr>
              <a:defRPr/>
            </a:pPr>
            <a:r>
              <a:rPr lang="en-US" smtClean="0"/>
              <a:t>14- OH TOUJOURS DEBOUT OH DEBOUT TOUJOURS</a:t>
            </a:r>
          </a:p>
          <a:p>
            <a:pPr>
              <a:defRPr/>
            </a:pPr>
            <a:r>
              <a:rPr lang="en-US" smtClean="0"/>
              <a:t>  Oh I'm still standing Oh I'm standing still</a:t>
            </a:r>
          </a:p>
          <a:p>
            <a:pPr>
              <a:defRPr/>
            </a:pPr>
            <a:r>
              <a:rPr lang="en-US" smtClean="0"/>
              <a:t>15- SI JE TOMBE TU SERAS LÀ ET JAMAIS TU NE ME LAISSERAS</a:t>
            </a:r>
          </a:p>
          <a:p>
            <a:pPr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1-JAMAIS ÉBRANLÉS</a:t>
            </a:r>
          </a:p>
          <a:p>
            <a:pPr>
              <a:defRPr/>
            </a:pPr>
            <a:r>
              <a:rPr lang="en-US" smtClean="0"/>
              <a:t>We will not be moved</a:t>
            </a:r>
          </a:p>
          <a:p>
            <a:pPr>
              <a:defRPr/>
            </a:pPr>
            <a:r>
              <a:rPr lang="en-US" smtClean="0"/>
              <a:t>2- EN TOI NOUS N’SERONS JAMAIS ÉBRANLÉS</a:t>
            </a:r>
          </a:p>
          <a:p>
            <a:pPr>
              <a:defRPr/>
            </a:pPr>
            <a:r>
              <a:rPr lang="en-US" smtClean="0"/>
              <a:t>You're standing with us We will not be moved</a:t>
            </a:r>
          </a:p>
          <a:p>
            <a:pPr>
              <a:defRPr/>
            </a:pPr>
            <a:r>
              <a:rPr lang="en-US" smtClean="0"/>
              <a:t>3-ET MÊME SI TOUT AUTOUR PEUT TREMBLER</a:t>
            </a:r>
          </a:p>
          <a:p>
            <a:pPr>
              <a:defRPr/>
            </a:pPr>
            <a:r>
              <a:rPr lang="en-US" smtClean="0"/>
              <a:t>When everything around is shaking</a:t>
            </a:r>
          </a:p>
          <a:p>
            <a:pPr>
              <a:defRPr/>
            </a:pPr>
            <a:r>
              <a:rPr lang="en-US" smtClean="0"/>
              <a:t>4-TU NE CHANGES JAMAIS</a:t>
            </a:r>
          </a:p>
          <a:p>
            <a:pPr>
              <a:defRPr/>
            </a:pPr>
            <a:r>
              <a:rPr lang="en-US" smtClean="0"/>
              <a:t>You're not changing</a:t>
            </a:r>
          </a:p>
          <a:p>
            <a:pPr>
              <a:defRPr/>
            </a:pPr>
            <a:r>
              <a:rPr lang="en-US" smtClean="0"/>
              <a:t>5-NOUS N’SRONS JAMAIS JAMAIS ÉBRANLÉS</a:t>
            </a:r>
          </a:p>
          <a:p>
            <a:pPr>
              <a:defRPr/>
            </a:pPr>
            <a:r>
              <a:rPr lang="en-US" smtClean="0"/>
              <a:t> We will not be We will not be moved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COUPLET 1</a:t>
            </a:r>
          </a:p>
          <a:p>
            <a:pPr>
              <a:defRPr/>
            </a:pPr>
            <a:r>
              <a:rPr lang="en-US" smtClean="0"/>
              <a:t>6- Y A-T-IL UN LIEU OÙ T’ÉCHAPPER</a:t>
            </a:r>
          </a:p>
          <a:p>
            <a:pPr>
              <a:defRPr/>
            </a:pPr>
            <a:r>
              <a:rPr lang="en-US" smtClean="0"/>
              <a:t>Where can I go that You don't know</a:t>
            </a:r>
          </a:p>
          <a:p>
            <a:pPr>
              <a:defRPr/>
            </a:pPr>
            <a:r>
              <a:rPr lang="en-US" smtClean="0"/>
              <a:t>7- ET OÙ SERAI-JE SANS TON AMOUR POUR MOI</a:t>
            </a:r>
          </a:p>
          <a:p>
            <a:pPr>
              <a:defRPr/>
            </a:pPr>
            <a:r>
              <a:rPr lang="en-US" smtClean="0"/>
              <a:t>Where would I be if not for Your love</a:t>
            </a:r>
          </a:p>
          <a:p>
            <a:pPr>
              <a:defRPr/>
            </a:pPr>
            <a:r>
              <a:rPr lang="en-US" smtClean="0"/>
              <a:t>8-DIEU JE REÇOIS TA GRÂCE ET PAIX JE N’AI RIEN FAIT</a:t>
            </a:r>
          </a:p>
          <a:p>
            <a:pPr>
              <a:defRPr/>
            </a:pPr>
            <a:r>
              <a:rPr lang="en-US" smtClean="0"/>
              <a:t> God I receive Your grace and peace It's not what I've done</a:t>
            </a:r>
          </a:p>
          <a:p>
            <a:pPr>
              <a:defRPr/>
            </a:pPr>
            <a:r>
              <a:rPr lang="en-US" smtClean="0"/>
              <a:t>9-MAIS C’EST TON ŒUVRE EN MOI</a:t>
            </a:r>
          </a:p>
          <a:p>
            <a:pPr>
              <a:defRPr/>
            </a:pPr>
            <a:r>
              <a:rPr lang="en-US" smtClean="0"/>
              <a:t> But what You've done in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COUPLET 2</a:t>
            </a:r>
          </a:p>
          <a:p>
            <a:pPr>
              <a:defRPr/>
            </a:pPr>
            <a:r>
              <a:rPr lang="en-US" smtClean="0"/>
              <a:t>10- LES MONTS, LES MERS PEUVENT S’AGITER</a:t>
            </a:r>
          </a:p>
          <a:p>
            <a:pPr>
              <a:defRPr/>
            </a:pPr>
            <a:r>
              <a:rPr lang="en-US" smtClean="0"/>
              <a:t>The oceans rage the mountains shake</a:t>
            </a:r>
          </a:p>
          <a:p>
            <a:pPr>
              <a:defRPr/>
            </a:pPr>
            <a:r>
              <a:rPr lang="en-US" smtClean="0"/>
              <a:t>11- MAIS EN TON NOM NOUS SOMMES ASSURÉS</a:t>
            </a:r>
          </a:p>
          <a:p>
            <a:pPr>
              <a:defRPr/>
            </a:pPr>
            <a:r>
              <a:rPr lang="en-US" smtClean="0"/>
              <a:t>That we would trust trust in Your name</a:t>
            </a:r>
          </a:p>
          <a:p>
            <a:pPr>
              <a:defRPr/>
            </a:pPr>
            <a:r>
              <a:rPr lang="en-US" smtClean="0"/>
              <a:t>12-NOUS NOUS TENONS SUR TES PROMESSES</a:t>
            </a:r>
          </a:p>
          <a:p>
            <a:pPr>
              <a:defRPr/>
            </a:pPr>
            <a:r>
              <a:rPr lang="en-US" smtClean="0"/>
              <a:t>We're holding fast to Your promises</a:t>
            </a:r>
          </a:p>
          <a:p>
            <a:pPr>
              <a:defRPr/>
            </a:pPr>
            <a:r>
              <a:rPr lang="en-US" smtClean="0"/>
              <a:t>13-CE QUE TU DIS NE POURRA QU’ARRIVER</a:t>
            </a:r>
          </a:p>
          <a:p>
            <a:pPr>
              <a:defRPr/>
            </a:pPr>
            <a:r>
              <a:rPr lang="en-US" smtClean="0"/>
              <a:t>  What You have spoken Will surely come to pass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PONT</a:t>
            </a:r>
          </a:p>
          <a:p>
            <a:pPr>
              <a:defRPr/>
            </a:pPr>
            <a:r>
              <a:rPr lang="en-US" smtClean="0"/>
              <a:t>14- OH TOUJOURS DEBOUT OH DEBOUT TOUJOURS</a:t>
            </a:r>
          </a:p>
          <a:p>
            <a:pPr>
              <a:defRPr/>
            </a:pPr>
            <a:r>
              <a:rPr lang="en-US" smtClean="0"/>
              <a:t>  Oh I'm still standing Oh I'm standing still</a:t>
            </a:r>
          </a:p>
          <a:p>
            <a:pPr>
              <a:defRPr/>
            </a:pPr>
            <a:r>
              <a:rPr lang="en-US" smtClean="0"/>
              <a:t>15- SI JE TOMBE TU SERAS LÀ ET JAMAIS TU NE ME LAISSERAS</a:t>
            </a:r>
          </a:p>
          <a:p>
            <a:pPr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1-JAMAIS ÉBRANLÉS</a:t>
            </a:r>
          </a:p>
          <a:p>
            <a:pPr>
              <a:defRPr/>
            </a:pPr>
            <a:r>
              <a:rPr lang="en-US" smtClean="0"/>
              <a:t>We will not be moved</a:t>
            </a:r>
          </a:p>
          <a:p>
            <a:pPr>
              <a:defRPr/>
            </a:pPr>
            <a:r>
              <a:rPr lang="en-US" smtClean="0"/>
              <a:t>2- EN TOI NOUS N’SERONS JAMAIS ÉBRANLÉS</a:t>
            </a:r>
          </a:p>
          <a:p>
            <a:pPr>
              <a:defRPr/>
            </a:pPr>
            <a:r>
              <a:rPr lang="en-US" smtClean="0"/>
              <a:t>You're standing with us We will not be moved</a:t>
            </a:r>
          </a:p>
          <a:p>
            <a:pPr>
              <a:defRPr/>
            </a:pPr>
            <a:r>
              <a:rPr lang="en-US" smtClean="0"/>
              <a:t>3-ET MÊME SI TOUT AUTOUR PEUT TREMBLER</a:t>
            </a:r>
          </a:p>
          <a:p>
            <a:pPr>
              <a:defRPr/>
            </a:pPr>
            <a:r>
              <a:rPr lang="en-US" smtClean="0"/>
              <a:t>When everything around is shaking</a:t>
            </a:r>
          </a:p>
          <a:p>
            <a:pPr>
              <a:defRPr/>
            </a:pPr>
            <a:r>
              <a:rPr lang="en-US" smtClean="0"/>
              <a:t>4-TU NE CHANGES JAMAIS</a:t>
            </a:r>
          </a:p>
          <a:p>
            <a:pPr>
              <a:defRPr/>
            </a:pPr>
            <a:r>
              <a:rPr lang="en-US" smtClean="0"/>
              <a:t>You're not changing</a:t>
            </a:r>
          </a:p>
          <a:p>
            <a:pPr>
              <a:defRPr/>
            </a:pPr>
            <a:r>
              <a:rPr lang="en-US" smtClean="0"/>
              <a:t>5-NOUS N’SRONS JAMAIS JAMAIS ÉBRANLÉS</a:t>
            </a:r>
          </a:p>
          <a:p>
            <a:pPr>
              <a:defRPr/>
            </a:pPr>
            <a:r>
              <a:rPr lang="en-US" smtClean="0"/>
              <a:t> We will not be We will not be moved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COUPLET 1</a:t>
            </a:r>
          </a:p>
          <a:p>
            <a:pPr>
              <a:defRPr/>
            </a:pPr>
            <a:r>
              <a:rPr lang="en-US" smtClean="0"/>
              <a:t>6- Y A-T-IL UN LIEU OÙ T’ÉCHAPPER</a:t>
            </a:r>
          </a:p>
          <a:p>
            <a:pPr>
              <a:defRPr/>
            </a:pPr>
            <a:r>
              <a:rPr lang="en-US" smtClean="0"/>
              <a:t>Where can I go that You don't know</a:t>
            </a:r>
          </a:p>
          <a:p>
            <a:pPr>
              <a:defRPr/>
            </a:pPr>
            <a:r>
              <a:rPr lang="en-US" smtClean="0"/>
              <a:t>7- ET OÙ SERAI-JE SANS TON AMOUR POUR MOI</a:t>
            </a:r>
          </a:p>
          <a:p>
            <a:pPr>
              <a:defRPr/>
            </a:pPr>
            <a:r>
              <a:rPr lang="en-US" smtClean="0"/>
              <a:t>Where would I be if not for Your love</a:t>
            </a:r>
          </a:p>
          <a:p>
            <a:pPr>
              <a:defRPr/>
            </a:pPr>
            <a:r>
              <a:rPr lang="en-US" smtClean="0"/>
              <a:t>8-DIEU JE REÇOIS TA GRÂCE ET PAIX JE N’AI RIEN FAIT</a:t>
            </a:r>
          </a:p>
          <a:p>
            <a:pPr>
              <a:defRPr/>
            </a:pPr>
            <a:r>
              <a:rPr lang="en-US" smtClean="0"/>
              <a:t> God I receive Your grace and peace It's not what I've done</a:t>
            </a:r>
          </a:p>
          <a:p>
            <a:pPr>
              <a:defRPr/>
            </a:pPr>
            <a:r>
              <a:rPr lang="en-US" smtClean="0"/>
              <a:t>9-MAIS C’EST TON ŒUVRE EN MOI</a:t>
            </a:r>
          </a:p>
          <a:p>
            <a:pPr>
              <a:defRPr/>
            </a:pPr>
            <a:r>
              <a:rPr lang="en-US" smtClean="0"/>
              <a:t> But what You've done in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COUPLET 2</a:t>
            </a:r>
          </a:p>
          <a:p>
            <a:pPr>
              <a:defRPr/>
            </a:pPr>
            <a:r>
              <a:rPr lang="en-US" smtClean="0"/>
              <a:t>10- LES MONTS, LES MERS PEUVENT S’AGITER</a:t>
            </a:r>
          </a:p>
          <a:p>
            <a:pPr>
              <a:defRPr/>
            </a:pPr>
            <a:r>
              <a:rPr lang="en-US" smtClean="0"/>
              <a:t>The oceans rage the mountains shake</a:t>
            </a:r>
          </a:p>
          <a:p>
            <a:pPr>
              <a:defRPr/>
            </a:pPr>
            <a:r>
              <a:rPr lang="en-US" smtClean="0"/>
              <a:t>11- MAIS EN TON NOM NOUS SOMMES ASSURÉS</a:t>
            </a:r>
          </a:p>
          <a:p>
            <a:pPr>
              <a:defRPr/>
            </a:pPr>
            <a:r>
              <a:rPr lang="en-US" smtClean="0"/>
              <a:t>That we would trust trust in Your name</a:t>
            </a:r>
          </a:p>
          <a:p>
            <a:pPr>
              <a:defRPr/>
            </a:pPr>
            <a:r>
              <a:rPr lang="en-US" smtClean="0"/>
              <a:t>12-NOUS NOUS TENONS SUR TES PROMESSES</a:t>
            </a:r>
          </a:p>
          <a:p>
            <a:pPr>
              <a:defRPr/>
            </a:pPr>
            <a:r>
              <a:rPr lang="en-US" smtClean="0"/>
              <a:t>We're holding fast to Your promises</a:t>
            </a:r>
          </a:p>
          <a:p>
            <a:pPr>
              <a:defRPr/>
            </a:pPr>
            <a:r>
              <a:rPr lang="en-US" smtClean="0"/>
              <a:t>13-CE QUE TU DIS NE POURRA QU’ARRIVER</a:t>
            </a:r>
          </a:p>
          <a:p>
            <a:pPr>
              <a:defRPr/>
            </a:pPr>
            <a:r>
              <a:rPr lang="en-US" smtClean="0"/>
              <a:t>  What You have spoken Will surely come to pass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PONT</a:t>
            </a:r>
          </a:p>
          <a:p>
            <a:pPr>
              <a:defRPr/>
            </a:pPr>
            <a:r>
              <a:rPr lang="en-US" smtClean="0"/>
              <a:t>14- OH TOUJOURS DEBOUT OH DEBOUT TOUJOURS</a:t>
            </a:r>
          </a:p>
          <a:p>
            <a:pPr>
              <a:defRPr/>
            </a:pPr>
            <a:r>
              <a:rPr lang="en-US" smtClean="0"/>
              <a:t>  Oh I'm still standing Oh I'm standing still</a:t>
            </a:r>
          </a:p>
          <a:p>
            <a:pPr>
              <a:defRPr/>
            </a:pPr>
            <a:r>
              <a:rPr lang="en-US" smtClean="0"/>
              <a:t>15- SI JE TOMBE TU SERAS LÀ ET JAMAIS TU NE ME LAISSERAS</a:t>
            </a:r>
          </a:p>
          <a:p>
            <a:pPr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1-JAMAIS ÉBRANLÉS</a:t>
            </a:r>
          </a:p>
          <a:p>
            <a:pPr>
              <a:defRPr/>
            </a:pPr>
            <a:r>
              <a:rPr lang="en-US" smtClean="0"/>
              <a:t>We will not be moved</a:t>
            </a:r>
          </a:p>
          <a:p>
            <a:pPr>
              <a:defRPr/>
            </a:pPr>
            <a:r>
              <a:rPr lang="en-US" smtClean="0"/>
              <a:t>2- EN TOI NOUS N’SERONS JAMAIS ÉBRANLÉS</a:t>
            </a:r>
          </a:p>
          <a:p>
            <a:pPr>
              <a:defRPr/>
            </a:pPr>
            <a:r>
              <a:rPr lang="en-US" smtClean="0"/>
              <a:t>You're standing with us We will not be moved</a:t>
            </a:r>
          </a:p>
          <a:p>
            <a:pPr>
              <a:defRPr/>
            </a:pPr>
            <a:r>
              <a:rPr lang="en-US" smtClean="0"/>
              <a:t>3-ET MÊME SI TOUT AUTOUR PEUT TREMBLER</a:t>
            </a:r>
          </a:p>
          <a:p>
            <a:pPr>
              <a:defRPr/>
            </a:pPr>
            <a:r>
              <a:rPr lang="en-US" smtClean="0"/>
              <a:t>When everything around is shaking</a:t>
            </a:r>
          </a:p>
          <a:p>
            <a:pPr>
              <a:defRPr/>
            </a:pPr>
            <a:r>
              <a:rPr lang="en-US" smtClean="0"/>
              <a:t>4-TU NE CHANGES JAMAIS</a:t>
            </a:r>
          </a:p>
          <a:p>
            <a:pPr>
              <a:defRPr/>
            </a:pPr>
            <a:r>
              <a:rPr lang="en-US" smtClean="0"/>
              <a:t>You're not changing</a:t>
            </a:r>
          </a:p>
          <a:p>
            <a:pPr>
              <a:defRPr/>
            </a:pPr>
            <a:r>
              <a:rPr lang="en-US" smtClean="0"/>
              <a:t>5-NOUS N’SRONS JAMAIS JAMAIS ÉBRANLÉS</a:t>
            </a:r>
          </a:p>
          <a:p>
            <a:pPr>
              <a:defRPr/>
            </a:pPr>
            <a:r>
              <a:rPr lang="en-US" smtClean="0"/>
              <a:t> We will not be We will not be moved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COUPLET 1</a:t>
            </a:r>
          </a:p>
          <a:p>
            <a:pPr>
              <a:defRPr/>
            </a:pPr>
            <a:r>
              <a:rPr lang="en-US" smtClean="0"/>
              <a:t>6- Y A-T-IL UN LIEU OÙ T’ÉCHAPPER</a:t>
            </a:r>
          </a:p>
          <a:p>
            <a:pPr>
              <a:defRPr/>
            </a:pPr>
            <a:r>
              <a:rPr lang="en-US" smtClean="0"/>
              <a:t>Where can I go that You don't know</a:t>
            </a:r>
          </a:p>
          <a:p>
            <a:pPr>
              <a:defRPr/>
            </a:pPr>
            <a:r>
              <a:rPr lang="en-US" smtClean="0"/>
              <a:t>7- ET OÙ SERAI-JE SANS TON AMOUR POUR MOI</a:t>
            </a:r>
          </a:p>
          <a:p>
            <a:pPr>
              <a:defRPr/>
            </a:pPr>
            <a:r>
              <a:rPr lang="en-US" smtClean="0"/>
              <a:t>Where would I be if not for Your love</a:t>
            </a:r>
          </a:p>
          <a:p>
            <a:pPr>
              <a:defRPr/>
            </a:pPr>
            <a:r>
              <a:rPr lang="en-US" smtClean="0"/>
              <a:t>8-DIEU JE REÇOIS TA GRÂCE ET PAIX JE N’AI RIEN FAIT</a:t>
            </a:r>
          </a:p>
          <a:p>
            <a:pPr>
              <a:defRPr/>
            </a:pPr>
            <a:r>
              <a:rPr lang="en-US" smtClean="0"/>
              <a:t> God I receive Your grace and peace It's not what I've done</a:t>
            </a:r>
          </a:p>
          <a:p>
            <a:pPr>
              <a:defRPr/>
            </a:pPr>
            <a:r>
              <a:rPr lang="en-US" smtClean="0"/>
              <a:t>9-MAIS C’EST TON ŒUVRE EN MOI</a:t>
            </a:r>
          </a:p>
          <a:p>
            <a:pPr>
              <a:defRPr/>
            </a:pPr>
            <a:r>
              <a:rPr lang="en-US" smtClean="0"/>
              <a:t> But what You've done in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COUPLET 2</a:t>
            </a:r>
          </a:p>
          <a:p>
            <a:pPr>
              <a:defRPr/>
            </a:pPr>
            <a:r>
              <a:rPr lang="en-US" smtClean="0"/>
              <a:t>10- LES MONTS, LES MERS PEUVENT S’AGITER</a:t>
            </a:r>
          </a:p>
          <a:p>
            <a:pPr>
              <a:defRPr/>
            </a:pPr>
            <a:r>
              <a:rPr lang="en-US" smtClean="0"/>
              <a:t>The oceans rage the mountains shake</a:t>
            </a:r>
          </a:p>
          <a:p>
            <a:pPr>
              <a:defRPr/>
            </a:pPr>
            <a:r>
              <a:rPr lang="en-US" smtClean="0"/>
              <a:t>11- MAIS EN TON NOM NOUS SOMMES ASSURÉS</a:t>
            </a:r>
          </a:p>
          <a:p>
            <a:pPr>
              <a:defRPr/>
            </a:pPr>
            <a:r>
              <a:rPr lang="en-US" smtClean="0"/>
              <a:t>That we would trust trust in Your name</a:t>
            </a:r>
          </a:p>
          <a:p>
            <a:pPr>
              <a:defRPr/>
            </a:pPr>
            <a:r>
              <a:rPr lang="en-US" smtClean="0"/>
              <a:t>12-NOUS NOUS TENONS SUR TES PROMESSES</a:t>
            </a:r>
          </a:p>
          <a:p>
            <a:pPr>
              <a:defRPr/>
            </a:pPr>
            <a:r>
              <a:rPr lang="en-US" smtClean="0"/>
              <a:t>We're holding fast to Your promises</a:t>
            </a:r>
          </a:p>
          <a:p>
            <a:pPr>
              <a:defRPr/>
            </a:pPr>
            <a:r>
              <a:rPr lang="en-US" smtClean="0"/>
              <a:t>13-CE QUE TU DIS NE POURRA QU’ARRIVER</a:t>
            </a:r>
          </a:p>
          <a:p>
            <a:pPr>
              <a:defRPr/>
            </a:pPr>
            <a:r>
              <a:rPr lang="en-US" smtClean="0"/>
              <a:t>  What You have spoken Will surely come to pass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PONT</a:t>
            </a:r>
          </a:p>
          <a:p>
            <a:pPr>
              <a:defRPr/>
            </a:pPr>
            <a:r>
              <a:rPr lang="en-US" smtClean="0"/>
              <a:t>14- OH TOUJOURS DEBOUT OH DEBOUT TOUJOURS</a:t>
            </a:r>
          </a:p>
          <a:p>
            <a:pPr>
              <a:defRPr/>
            </a:pPr>
            <a:r>
              <a:rPr lang="en-US" smtClean="0"/>
              <a:t>  Oh I'm still standing Oh I'm standing still</a:t>
            </a:r>
          </a:p>
          <a:p>
            <a:pPr>
              <a:defRPr/>
            </a:pPr>
            <a:r>
              <a:rPr lang="en-US" smtClean="0"/>
              <a:t>15- SI JE TOMBE TU SERAS LÀ ET JAMAIS TU NE ME LAISSERAS</a:t>
            </a:r>
          </a:p>
          <a:p>
            <a:pPr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1-JAMAIS ÉBRANLÉS</a:t>
            </a:r>
          </a:p>
          <a:p>
            <a:pPr>
              <a:defRPr/>
            </a:pPr>
            <a:r>
              <a:rPr lang="en-US" smtClean="0"/>
              <a:t>We will not be moved</a:t>
            </a:r>
          </a:p>
          <a:p>
            <a:pPr>
              <a:defRPr/>
            </a:pPr>
            <a:r>
              <a:rPr lang="en-US" smtClean="0"/>
              <a:t>2- EN TOI NOUS N’SERONS JAMAIS ÉBRANLÉS</a:t>
            </a:r>
          </a:p>
          <a:p>
            <a:pPr>
              <a:defRPr/>
            </a:pPr>
            <a:r>
              <a:rPr lang="en-US" smtClean="0"/>
              <a:t>You're standing with us We will not be moved</a:t>
            </a:r>
          </a:p>
          <a:p>
            <a:pPr>
              <a:defRPr/>
            </a:pPr>
            <a:r>
              <a:rPr lang="en-US" smtClean="0"/>
              <a:t>3-ET MÊME SI TOUT AUTOUR PEUT TREMBLER</a:t>
            </a:r>
          </a:p>
          <a:p>
            <a:pPr>
              <a:defRPr/>
            </a:pPr>
            <a:r>
              <a:rPr lang="en-US" smtClean="0"/>
              <a:t>When everything around is shaking</a:t>
            </a:r>
          </a:p>
          <a:p>
            <a:pPr>
              <a:defRPr/>
            </a:pPr>
            <a:r>
              <a:rPr lang="en-US" smtClean="0"/>
              <a:t>4-TU NE CHANGES JAMAIS</a:t>
            </a:r>
          </a:p>
          <a:p>
            <a:pPr>
              <a:defRPr/>
            </a:pPr>
            <a:r>
              <a:rPr lang="en-US" smtClean="0"/>
              <a:t>You're not changing</a:t>
            </a:r>
          </a:p>
          <a:p>
            <a:pPr>
              <a:defRPr/>
            </a:pPr>
            <a:r>
              <a:rPr lang="en-US" smtClean="0"/>
              <a:t>5-NOUS N’SRONS JAMAIS JAMAIS ÉBRANLÉS</a:t>
            </a:r>
          </a:p>
          <a:p>
            <a:pPr>
              <a:defRPr/>
            </a:pPr>
            <a:r>
              <a:rPr lang="en-US" smtClean="0"/>
              <a:t> We will not be We will not be moved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COUPLET 1</a:t>
            </a:r>
          </a:p>
          <a:p>
            <a:pPr>
              <a:defRPr/>
            </a:pPr>
            <a:r>
              <a:rPr lang="en-US" smtClean="0"/>
              <a:t>6- Y A-T-IL UN LIEU OÙ T’ÉCHAPPER</a:t>
            </a:r>
          </a:p>
          <a:p>
            <a:pPr>
              <a:defRPr/>
            </a:pPr>
            <a:r>
              <a:rPr lang="en-US" smtClean="0"/>
              <a:t>Where can I go that You don't know</a:t>
            </a:r>
          </a:p>
          <a:p>
            <a:pPr>
              <a:defRPr/>
            </a:pPr>
            <a:r>
              <a:rPr lang="en-US" smtClean="0"/>
              <a:t>7- ET OÙ SERAI-JE SANS TON AMOUR POUR MOI</a:t>
            </a:r>
          </a:p>
          <a:p>
            <a:pPr>
              <a:defRPr/>
            </a:pPr>
            <a:r>
              <a:rPr lang="en-US" smtClean="0"/>
              <a:t>Where would I be if not for Your love</a:t>
            </a:r>
          </a:p>
          <a:p>
            <a:pPr>
              <a:defRPr/>
            </a:pPr>
            <a:r>
              <a:rPr lang="en-US" smtClean="0"/>
              <a:t>8-DIEU JE REÇOIS TA GRÂCE ET PAIX JE N’AI RIEN FAIT</a:t>
            </a:r>
          </a:p>
          <a:p>
            <a:pPr>
              <a:defRPr/>
            </a:pPr>
            <a:r>
              <a:rPr lang="en-US" smtClean="0"/>
              <a:t> God I receive Your grace and peace It's not what I've done</a:t>
            </a:r>
          </a:p>
          <a:p>
            <a:pPr>
              <a:defRPr/>
            </a:pPr>
            <a:r>
              <a:rPr lang="en-US" smtClean="0"/>
              <a:t>9-MAIS C’EST TON ŒUVRE EN MOI</a:t>
            </a:r>
          </a:p>
          <a:p>
            <a:pPr>
              <a:defRPr/>
            </a:pPr>
            <a:r>
              <a:rPr lang="en-US" smtClean="0"/>
              <a:t> But what You've done in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COUPLET 2</a:t>
            </a:r>
          </a:p>
          <a:p>
            <a:pPr>
              <a:defRPr/>
            </a:pPr>
            <a:r>
              <a:rPr lang="en-US" smtClean="0"/>
              <a:t>10- LES MONTS, LES MERS PEUVENT S’AGITER</a:t>
            </a:r>
          </a:p>
          <a:p>
            <a:pPr>
              <a:defRPr/>
            </a:pPr>
            <a:r>
              <a:rPr lang="en-US" smtClean="0"/>
              <a:t>The oceans rage the mountains shake</a:t>
            </a:r>
          </a:p>
          <a:p>
            <a:pPr>
              <a:defRPr/>
            </a:pPr>
            <a:r>
              <a:rPr lang="en-US" smtClean="0"/>
              <a:t>11- MAIS EN TON NOM NOUS SOMMES ASSURÉS</a:t>
            </a:r>
          </a:p>
          <a:p>
            <a:pPr>
              <a:defRPr/>
            </a:pPr>
            <a:r>
              <a:rPr lang="en-US" smtClean="0"/>
              <a:t>That we would trust trust in Your name</a:t>
            </a:r>
          </a:p>
          <a:p>
            <a:pPr>
              <a:defRPr/>
            </a:pPr>
            <a:r>
              <a:rPr lang="en-US" smtClean="0"/>
              <a:t>12-NOUS NOUS TENONS SUR TES PROMESSES</a:t>
            </a:r>
          </a:p>
          <a:p>
            <a:pPr>
              <a:defRPr/>
            </a:pPr>
            <a:r>
              <a:rPr lang="en-US" smtClean="0"/>
              <a:t>We're holding fast to Your promises</a:t>
            </a:r>
          </a:p>
          <a:p>
            <a:pPr>
              <a:defRPr/>
            </a:pPr>
            <a:r>
              <a:rPr lang="en-US" smtClean="0"/>
              <a:t>13-CE QUE TU DIS NE POURRA QU’ARRIVER</a:t>
            </a:r>
          </a:p>
          <a:p>
            <a:pPr>
              <a:defRPr/>
            </a:pPr>
            <a:r>
              <a:rPr lang="en-US" smtClean="0"/>
              <a:t>  What You have spoken Will surely come to pass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PONT</a:t>
            </a:r>
          </a:p>
          <a:p>
            <a:pPr>
              <a:defRPr/>
            </a:pPr>
            <a:r>
              <a:rPr lang="en-US" smtClean="0"/>
              <a:t>14- OH TOUJOURS DEBOUT OH DEBOUT TOUJOURS</a:t>
            </a:r>
          </a:p>
          <a:p>
            <a:pPr>
              <a:defRPr/>
            </a:pPr>
            <a:r>
              <a:rPr lang="en-US" smtClean="0"/>
              <a:t>  Oh I'm still standing Oh I'm standing still</a:t>
            </a:r>
          </a:p>
          <a:p>
            <a:pPr>
              <a:defRPr/>
            </a:pPr>
            <a:r>
              <a:rPr lang="en-US" smtClean="0"/>
              <a:t>15- SI JE TOMBE TU SERAS LÀ ET JAMAIS TU NE ME LAISSERAS</a:t>
            </a:r>
          </a:p>
          <a:p>
            <a:pPr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1-JAMAIS ÉBRANLÉS</a:t>
            </a:r>
          </a:p>
          <a:p>
            <a:pPr>
              <a:defRPr/>
            </a:pPr>
            <a:r>
              <a:rPr lang="en-US" smtClean="0"/>
              <a:t>We will not be moved</a:t>
            </a:r>
          </a:p>
          <a:p>
            <a:pPr>
              <a:defRPr/>
            </a:pPr>
            <a:r>
              <a:rPr lang="en-US" smtClean="0"/>
              <a:t>2- EN TOI NOUS N’SERONS JAMAIS ÉBRANLÉS</a:t>
            </a:r>
          </a:p>
          <a:p>
            <a:pPr>
              <a:defRPr/>
            </a:pPr>
            <a:r>
              <a:rPr lang="en-US" smtClean="0"/>
              <a:t>You're standing with us We will not be moved</a:t>
            </a:r>
          </a:p>
          <a:p>
            <a:pPr>
              <a:defRPr/>
            </a:pPr>
            <a:r>
              <a:rPr lang="en-US" smtClean="0"/>
              <a:t>3-ET MÊME SI TOUT AUTOUR PEUT TREMBLER</a:t>
            </a:r>
          </a:p>
          <a:p>
            <a:pPr>
              <a:defRPr/>
            </a:pPr>
            <a:r>
              <a:rPr lang="en-US" smtClean="0"/>
              <a:t>When everything around is shaking</a:t>
            </a:r>
          </a:p>
          <a:p>
            <a:pPr>
              <a:defRPr/>
            </a:pPr>
            <a:r>
              <a:rPr lang="en-US" smtClean="0"/>
              <a:t>4-TU NE CHANGES JAMAIS</a:t>
            </a:r>
          </a:p>
          <a:p>
            <a:pPr>
              <a:defRPr/>
            </a:pPr>
            <a:r>
              <a:rPr lang="en-US" smtClean="0"/>
              <a:t>You're not changing</a:t>
            </a:r>
          </a:p>
          <a:p>
            <a:pPr>
              <a:defRPr/>
            </a:pPr>
            <a:r>
              <a:rPr lang="en-US" smtClean="0"/>
              <a:t>5-NOUS N’SRONS JAMAIS JAMAIS ÉBRANLÉS</a:t>
            </a:r>
          </a:p>
          <a:p>
            <a:pPr>
              <a:defRPr/>
            </a:pPr>
            <a:r>
              <a:rPr lang="en-US" smtClean="0"/>
              <a:t> We will not be We will not be moved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COUPLET 1</a:t>
            </a:r>
          </a:p>
          <a:p>
            <a:pPr>
              <a:defRPr/>
            </a:pPr>
            <a:r>
              <a:rPr lang="en-US" smtClean="0"/>
              <a:t>6- Y A-T-IL UN LIEU OÙ T’ÉCHAPPER</a:t>
            </a:r>
          </a:p>
          <a:p>
            <a:pPr>
              <a:defRPr/>
            </a:pPr>
            <a:r>
              <a:rPr lang="en-US" smtClean="0"/>
              <a:t>Where can I go that You don't know</a:t>
            </a:r>
          </a:p>
          <a:p>
            <a:pPr>
              <a:defRPr/>
            </a:pPr>
            <a:r>
              <a:rPr lang="en-US" smtClean="0"/>
              <a:t>7- ET OÙ SERAI-JE SANS TON AMOUR POUR MOI</a:t>
            </a:r>
          </a:p>
          <a:p>
            <a:pPr>
              <a:defRPr/>
            </a:pPr>
            <a:r>
              <a:rPr lang="en-US" smtClean="0"/>
              <a:t>Where would I be if not for Your love</a:t>
            </a:r>
          </a:p>
          <a:p>
            <a:pPr>
              <a:defRPr/>
            </a:pPr>
            <a:r>
              <a:rPr lang="en-US" smtClean="0"/>
              <a:t>8-DIEU JE REÇOIS TA GRÂCE ET PAIX JE N’AI RIEN FAIT</a:t>
            </a:r>
          </a:p>
          <a:p>
            <a:pPr>
              <a:defRPr/>
            </a:pPr>
            <a:r>
              <a:rPr lang="en-US" smtClean="0"/>
              <a:t> God I receive Your grace and peace It's not what I've done</a:t>
            </a:r>
          </a:p>
          <a:p>
            <a:pPr>
              <a:defRPr/>
            </a:pPr>
            <a:r>
              <a:rPr lang="en-US" smtClean="0"/>
              <a:t>9-MAIS C’EST TON ŒUVRE EN MOI</a:t>
            </a:r>
          </a:p>
          <a:p>
            <a:pPr>
              <a:defRPr/>
            </a:pPr>
            <a:r>
              <a:rPr lang="en-US" smtClean="0"/>
              <a:t> But what You've done in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COUPLET 2</a:t>
            </a:r>
          </a:p>
          <a:p>
            <a:pPr>
              <a:defRPr/>
            </a:pPr>
            <a:r>
              <a:rPr lang="en-US" smtClean="0"/>
              <a:t>10- LES MONTS, LES MERS PEUVENT S’AGITER</a:t>
            </a:r>
          </a:p>
          <a:p>
            <a:pPr>
              <a:defRPr/>
            </a:pPr>
            <a:r>
              <a:rPr lang="en-US" smtClean="0"/>
              <a:t>The oceans rage the mountains shake</a:t>
            </a:r>
          </a:p>
          <a:p>
            <a:pPr>
              <a:defRPr/>
            </a:pPr>
            <a:r>
              <a:rPr lang="en-US" smtClean="0"/>
              <a:t>11- MAIS EN TON NOM NOUS SOMMES ASSURÉS</a:t>
            </a:r>
          </a:p>
          <a:p>
            <a:pPr>
              <a:defRPr/>
            </a:pPr>
            <a:r>
              <a:rPr lang="en-US" smtClean="0"/>
              <a:t>That we would trust trust in Your name</a:t>
            </a:r>
          </a:p>
          <a:p>
            <a:pPr>
              <a:defRPr/>
            </a:pPr>
            <a:r>
              <a:rPr lang="en-US" smtClean="0"/>
              <a:t>12-NOUS NOUS TENONS SUR TES PROMESSES</a:t>
            </a:r>
          </a:p>
          <a:p>
            <a:pPr>
              <a:defRPr/>
            </a:pPr>
            <a:r>
              <a:rPr lang="en-US" smtClean="0"/>
              <a:t>We're holding fast to Your promises</a:t>
            </a:r>
          </a:p>
          <a:p>
            <a:pPr>
              <a:defRPr/>
            </a:pPr>
            <a:r>
              <a:rPr lang="en-US" smtClean="0"/>
              <a:t>13-CE QUE TU DIS NE POURRA QU’ARRIVER</a:t>
            </a:r>
          </a:p>
          <a:p>
            <a:pPr>
              <a:defRPr/>
            </a:pPr>
            <a:r>
              <a:rPr lang="en-US" smtClean="0"/>
              <a:t>  What You have spoken Will surely come to pass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PONT</a:t>
            </a:r>
          </a:p>
          <a:p>
            <a:pPr>
              <a:defRPr/>
            </a:pPr>
            <a:r>
              <a:rPr lang="en-US" smtClean="0"/>
              <a:t>14- OH TOUJOURS DEBOUT OH DEBOUT TOUJOURS</a:t>
            </a:r>
          </a:p>
          <a:p>
            <a:pPr>
              <a:defRPr/>
            </a:pPr>
            <a:r>
              <a:rPr lang="en-US" smtClean="0"/>
              <a:t>  Oh I'm still standing Oh I'm standing still</a:t>
            </a:r>
          </a:p>
          <a:p>
            <a:pPr>
              <a:defRPr/>
            </a:pPr>
            <a:r>
              <a:rPr lang="en-US" smtClean="0"/>
              <a:t>15- SI JE TOMBE TU SERAS LÀ ET JAMAIS TU NE ME LAISSERAS</a:t>
            </a:r>
          </a:p>
          <a:p>
            <a:pPr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1-JAMAIS ÉBRANLÉS</a:t>
            </a:r>
          </a:p>
          <a:p>
            <a:pPr>
              <a:defRPr/>
            </a:pPr>
            <a:r>
              <a:rPr lang="en-US" smtClean="0"/>
              <a:t>We will not be moved</a:t>
            </a:r>
          </a:p>
          <a:p>
            <a:pPr>
              <a:defRPr/>
            </a:pPr>
            <a:r>
              <a:rPr lang="en-US" smtClean="0"/>
              <a:t>2- EN TOI NOUS N’SERONS JAMAIS ÉBRANLÉS</a:t>
            </a:r>
          </a:p>
          <a:p>
            <a:pPr>
              <a:defRPr/>
            </a:pPr>
            <a:r>
              <a:rPr lang="en-US" smtClean="0"/>
              <a:t>You're standing with us We will not be moved</a:t>
            </a:r>
          </a:p>
          <a:p>
            <a:pPr>
              <a:defRPr/>
            </a:pPr>
            <a:r>
              <a:rPr lang="en-US" smtClean="0"/>
              <a:t>3-ET MÊME SI TOUT AUTOUR PEUT TREMBLER</a:t>
            </a:r>
          </a:p>
          <a:p>
            <a:pPr>
              <a:defRPr/>
            </a:pPr>
            <a:r>
              <a:rPr lang="en-US" smtClean="0"/>
              <a:t>When everything around is shaking</a:t>
            </a:r>
          </a:p>
          <a:p>
            <a:pPr>
              <a:defRPr/>
            </a:pPr>
            <a:r>
              <a:rPr lang="en-US" smtClean="0"/>
              <a:t>4-TU NE CHANGES JAMAIS</a:t>
            </a:r>
          </a:p>
          <a:p>
            <a:pPr>
              <a:defRPr/>
            </a:pPr>
            <a:r>
              <a:rPr lang="en-US" smtClean="0"/>
              <a:t>You're not changing</a:t>
            </a:r>
          </a:p>
          <a:p>
            <a:pPr>
              <a:defRPr/>
            </a:pPr>
            <a:r>
              <a:rPr lang="en-US" smtClean="0"/>
              <a:t>5-NOUS N’SRONS JAMAIS JAMAIS ÉBRANLÉS</a:t>
            </a:r>
          </a:p>
          <a:p>
            <a:pPr>
              <a:defRPr/>
            </a:pPr>
            <a:r>
              <a:rPr lang="en-US" smtClean="0"/>
              <a:t> We will not be We will not be moved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COUPLET 1</a:t>
            </a:r>
          </a:p>
          <a:p>
            <a:pPr>
              <a:defRPr/>
            </a:pPr>
            <a:r>
              <a:rPr lang="en-US" smtClean="0"/>
              <a:t>6- Y A-T-IL UN LIEU OÙ T’ÉCHAPPER</a:t>
            </a:r>
          </a:p>
          <a:p>
            <a:pPr>
              <a:defRPr/>
            </a:pPr>
            <a:r>
              <a:rPr lang="en-US" smtClean="0"/>
              <a:t>Where can I go that You don't know</a:t>
            </a:r>
          </a:p>
          <a:p>
            <a:pPr>
              <a:defRPr/>
            </a:pPr>
            <a:r>
              <a:rPr lang="en-US" smtClean="0"/>
              <a:t>7- ET OÙ SERAI-JE SANS TON AMOUR POUR MOI</a:t>
            </a:r>
          </a:p>
          <a:p>
            <a:pPr>
              <a:defRPr/>
            </a:pPr>
            <a:r>
              <a:rPr lang="en-US" smtClean="0"/>
              <a:t>Where would I be if not for Your love</a:t>
            </a:r>
          </a:p>
          <a:p>
            <a:pPr>
              <a:defRPr/>
            </a:pPr>
            <a:r>
              <a:rPr lang="en-US" smtClean="0"/>
              <a:t>8-DIEU JE REÇOIS TA GRÂCE ET PAIX JE N’AI RIEN FAIT</a:t>
            </a:r>
          </a:p>
          <a:p>
            <a:pPr>
              <a:defRPr/>
            </a:pPr>
            <a:r>
              <a:rPr lang="en-US" smtClean="0"/>
              <a:t> God I receive Your grace and peace It's not what I've done</a:t>
            </a:r>
          </a:p>
          <a:p>
            <a:pPr>
              <a:defRPr/>
            </a:pPr>
            <a:r>
              <a:rPr lang="en-US" smtClean="0"/>
              <a:t>9-MAIS C’EST TON ŒUVRE EN MOI</a:t>
            </a:r>
          </a:p>
          <a:p>
            <a:pPr>
              <a:defRPr/>
            </a:pPr>
            <a:r>
              <a:rPr lang="en-US" smtClean="0"/>
              <a:t> But what You've done in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COUPLET 2</a:t>
            </a:r>
          </a:p>
          <a:p>
            <a:pPr>
              <a:defRPr/>
            </a:pPr>
            <a:r>
              <a:rPr lang="en-US" smtClean="0"/>
              <a:t>10- LES MONTS, LES MERS PEUVENT S’AGITER</a:t>
            </a:r>
          </a:p>
          <a:p>
            <a:pPr>
              <a:defRPr/>
            </a:pPr>
            <a:r>
              <a:rPr lang="en-US" smtClean="0"/>
              <a:t>The oceans rage the mountains shake</a:t>
            </a:r>
          </a:p>
          <a:p>
            <a:pPr>
              <a:defRPr/>
            </a:pPr>
            <a:r>
              <a:rPr lang="en-US" smtClean="0"/>
              <a:t>11- MAIS EN TON NOM NOUS SOMMES ASSURÉS</a:t>
            </a:r>
          </a:p>
          <a:p>
            <a:pPr>
              <a:defRPr/>
            </a:pPr>
            <a:r>
              <a:rPr lang="en-US" smtClean="0"/>
              <a:t>That we would trust trust in Your name</a:t>
            </a:r>
          </a:p>
          <a:p>
            <a:pPr>
              <a:defRPr/>
            </a:pPr>
            <a:r>
              <a:rPr lang="en-US" smtClean="0"/>
              <a:t>12-NOUS NOUS TENONS SUR TES PROMESSES</a:t>
            </a:r>
          </a:p>
          <a:p>
            <a:pPr>
              <a:defRPr/>
            </a:pPr>
            <a:r>
              <a:rPr lang="en-US" smtClean="0"/>
              <a:t>We're holding fast to Your promises</a:t>
            </a:r>
          </a:p>
          <a:p>
            <a:pPr>
              <a:defRPr/>
            </a:pPr>
            <a:r>
              <a:rPr lang="en-US" smtClean="0"/>
              <a:t>13-CE QUE TU DIS NE POURRA QU’ARRIVER</a:t>
            </a:r>
          </a:p>
          <a:p>
            <a:pPr>
              <a:defRPr/>
            </a:pPr>
            <a:r>
              <a:rPr lang="en-US" smtClean="0"/>
              <a:t>  What You have spoken Will surely come to pass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PONT</a:t>
            </a:r>
          </a:p>
          <a:p>
            <a:pPr>
              <a:defRPr/>
            </a:pPr>
            <a:r>
              <a:rPr lang="en-US" smtClean="0"/>
              <a:t>14- OH TOUJOURS DEBOUT OH DEBOUT TOUJOURS</a:t>
            </a:r>
          </a:p>
          <a:p>
            <a:pPr>
              <a:defRPr/>
            </a:pPr>
            <a:r>
              <a:rPr lang="en-US" smtClean="0"/>
              <a:t>  Oh I'm still standing Oh I'm standing still</a:t>
            </a:r>
          </a:p>
          <a:p>
            <a:pPr>
              <a:defRPr/>
            </a:pPr>
            <a:r>
              <a:rPr lang="en-US" smtClean="0"/>
              <a:t>15- SI JE TOMBE TU SERAS LÀ ET JAMAIS TU NE ME LAISSERAS</a:t>
            </a:r>
          </a:p>
          <a:p>
            <a:pPr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</a:p>
          <a:p>
            <a:pPr>
              <a:defRPr/>
            </a:pPr>
            <a:r>
              <a:rPr lang="en-US" dirty="0" smtClean="0"/>
              <a:t>2- EN TOI NOUS N’SERONS JAMAIS ÉBRANLÉS</a:t>
            </a:r>
          </a:p>
          <a:p>
            <a:pPr>
              <a:defRPr/>
            </a:pPr>
            <a:r>
              <a:rPr lang="en-US" dirty="0" smtClean="0"/>
              <a:t>You're standing with us We will not be moved</a:t>
            </a:r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</a:p>
          <a:p>
            <a:pPr>
              <a:defRPr/>
            </a:pPr>
            <a:r>
              <a:rPr lang="en-US" dirty="0" smtClean="0"/>
              <a:t>5-NOUS N’SRONS JAMAIS </a:t>
            </a:r>
            <a:r>
              <a:rPr lang="en-US" dirty="0" err="1" smtClean="0"/>
              <a:t>JAMAIS</a:t>
            </a:r>
            <a:r>
              <a:rPr lang="en-US" dirty="0" smtClean="0"/>
              <a:t> ÉBRANLÉS</a:t>
            </a:r>
          </a:p>
          <a:p>
            <a:pPr>
              <a:defRPr/>
            </a:pPr>
            <a:r>
              <a:rPr lang="en-US" dirty="0" smtClean="0"/>
              <a:t> We will not be We will not be moved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COUPLET 1</a:t>
            </a:r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</a:p>
          <a:p>
            <a:pPr>
              <a:defRPr/>
            </a:pPr>
            <a:r>
              <a:rPr lang="en-US" dirty="0" smtClean="0"/>
              <a:t>8-DIEU JE REÇOIS TA GRÂCE ET PAIX JE N’AI RIEN FAIT</a:t>
            </a:r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</a:p>
          <a:p>
            <a:pPr>
              <a:defRPr/>
            </a:pPr>
            <a:r>
              <a:rPr lang="en-US" dirty="0" smtClean="0"/>
              <a:t>9-MAIS C’EST TON ŒUVRE EN MOI</a:t>
            </a:r>
          </a:p>
          <a:p>
            <a:pPr>
              <a:defRPr/>
            </a:pPr>
            <a:r>
              <a:rPr lang="en-US" dirty="0" smtClean="0"/>
              <a:t> But what You've done in me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REFRAIN</a:t>
            </a:r>
          </a:p>
          <a:p>
            <a:pPr>
              <a:defRPr/>
            </a:pPr>
            <a:r>
              <a:rPr lang="en-US" dirty="0" smtClean="0"/>
              <a:t> </a:t>
            </a:r>
          </a:p>
          <a:p>
            <a:pPr>
              <a:defRPr/>
            </a:pPr>
            <a:r>
              <a:rPr lang="en-US" dirty="0" smtClean="0"/>
              <a:t>COUPLET 2</a:t>
            </a:r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</a:p>
          <a:p>
            <a:pPr>
              <a:defRPr/>
            </a:pPr>
            <a:r>
              <a:rPr lang="en-US" dirty="0" smtClean="0"/>
              <a:t>13-CE QUE TU DIS NE POURRA QU’ARRIVER</a:t>
            </a:r>
          </a:p>
          <a:p>
            <a:pPr>
              <a:defRPr/>
            </a:pPr>
            <a:r>
              <a:rPr lang="en-US" dirty="0" smtClean="0"/>
              <a:t>  What You have spoken Will surely come to pass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REFRAIN</a:t>
            </a:r>
          </a:p>
          <a:p>
            <a:pPr>
              <a:defRPr/>
            </a:pPr>
            <a:r>
              <a:rPr lang="en-US" dirty="0" smtClean="0"/>
              <a:t> </a:t>
            </a:r>
          </a:p>
          <a:p>
            <a:pPr>
              <a:defRPr/>
            </a:pPr>
            <a:r>
              <a:rPr lang="en-US" dirty="0" smtClean="0"/>
              <a:t>PONT</a:t>
            </a:r>
          </a:p>
          <a:p>
            <a:pPr>
              <a:defRPr/>
            </a:pPr>
            <a:r>
              <a:rPr lang="en-US" dirty="0" smtClean="0"/>
              <a:t>14- OH TOUJOURS DEBOUT OH DEBOUT TOUJOURS</a:t>
            </a:r>
          </a:p>
          <a:p>
            <a:pPr>
              <a:defRPr/>
            </a:pPr>
            <a:r>
              <a:rPr lang="en-US" dirty="0" smtClean="0"/>
              <a:t>  Oh I'm still standing Oh I'm standing still</a:t>
            </a:r>
          </a:p>
          <a:p>
            <a:pPr>
              <a:defRPr/>
            </a:pPr>
            <a:r>
              <a:rPr lang="en-US" dirty="0" smtClean="0"/>
              <a:t>15- SI JE TOMBE TU SERAS LÀ ET JAMAIS TU NE ME LAISSERAS</a:t>
            </a:r>
          </a:p>
          <a:p>
            <a:pPr>
              <a:defRPr/>
            </a:pPr>
            <a:r>
              <a:rPr lang="en-US" dirty="0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REFRAIN</a:t>
            </a:r>
          </a:p>
          <a:p>
            <a:pPr>
              <a:defRPr/>
            </a:pPr>
            <a:r>
              <a:rPr lang="en-US" dirty="0" smtClean="0"/>
              <a:t> 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1-JAMAIS ÉBRANLÉS</a:t>
            </a:r>
          </a:p>
          <a:p>
            <a:pPr>
              <a:defRPr/>
            </a:pPr>
            <a:r>
              <a:rPr lang="en-US" smtClean="0"/>
              <a:t>We will not be moved</a:t>
            </a:r>
          </a:p>
          <a:p>
            <a:pPr>
              <a:defRPr/>
            </a:pPr>
            <a:r>
              <a:rPr lang="en-US" smtClean="0"/>
              <a:t>2- EN TOI NOUS N’SERONS JAMAIS ÉBRANLÉS</a:t>
            </a:r>
          </a:p>
          <a:p>
            <a:pPr>
              <a:defRPr/>
            </a:pPr>
            <a:r>
              <a:rPr lang="en-US" smtClean="0"/>
              <a:t>You're standing with us We will not be moved</a:t>
            </a:r>
          </a:p>
          <a:p>
            <a:pPr>
              <a:defRPr/>
            </a:pPr>
            <a:r>
              <a:rPr lang="en-US" smtClean="0"/>
              <a:t>3-ET MÊME SI TOUT AUTOUR PEUT TREMBLER</a:t>
            </a:r>
          </a:p>
          <a:p>
            <a:pPr>
              <a:defRPr/>
            </a:pPr>
            <a:r>
              <a:rPr lang="en-US" smtClean="0"/>
              <a:t>When everything around is shaking</a:t>
            </a:r>
          </a:p>
          <a:p>
            <a:pPr>
              <a:defRPr/>
            </a:pPr>
            <a:r>
              <a:rPr lang="en-US" smtClean="0"/>
              <a:t>4-TU NE CHANGES JAMAIS</a:t>
            </a:r>
          </a:p>
          <a:p>
            <a:pPr>
              <a:defRPr/>
            </a:pPr>
            <a:r>
              <a:rPr lang="en-US" smtClean="0"/>
              <a:t>You're not changing</a:t>
            </a:r>
          </a:p>
          <a:p>
            <a:pPr>
              <a:defRPr/>
            </a:pPr>
            <a:r>
              <a:rPr lang="en-US" smtClean="0"/>
              <a:t>5-NOUS N’SRONS JAMAIS JAMAIS ÉBRANLÉS</a:t>
            </a:r>
          </a:p>
          <a:p>
            <a:pPr>
              <a:defRPr/>
            </a:pPr>
            <a:r>
              <a:rPr lang="en-US" smtClean="0"/>
              <a:t> We will not be We will not be moved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COUPLET 1</a:t>
            </a:r>
          </a:p>
          <a:p>
            <a:pPr>
              <a:defRPr/>
            </a:pPr>
            <a:r>
              <a:rPr lang="en-US" smtClean="0"/>
              <a:t>6- Y A-T-IL UN LIEU OÙ T’ÉCHAPPER</a:t>
            </a:r>
          </a:p>
          <a:p>
            <a:pPr>
              <a:defRPr/>
            </a:pPr>
            <a:r>
              <a:rPr lang="en-US" smtClean="0"/>
              <a:t>Where can I go that You don't know</a:t>
            </a:r>
          </a:p>
          <a:p>
            <a:pPr>
              <a:defRPr/>
            </a:pPr>
            <a:r>
              <a:rPr lang="en-US" smtClean="0"/>
              <a:t>7- ET OÙ SERAI-JE SANS TON AMOUR POUR MOI</a:t>
            </a:r>
          </a:p>
          <a:p>
            <a:pPr>
              <a:defRPr/>
            </a:pPr>
            <a:r>
              <a:rPr lang="en-US" smtClean="0"/>
              <a:t>Where would I be if not for Your love</a:t>
            </a:r>
          </a:p>
          <a:p>
            <a:pPr>
              <a:defRPr/>
            </a:pPr>
            <a:r>
              <a:rPr lang="en-US" smtClean="0"/>
              <a:t>8-DIEU JE REÇOIS TA GRÂCE ET PAIX JE N’AI RIEN FAIT</a:t>
            </a:r>
          </a:p>
          <a:p>
            <a:pPr>
              <a:defRPr/>
            </a:pPr>
            <a:r>
              <a:rPr lang="en-US" smtClean="0"/>
              <a:t> God I receive Your grace and peace It's not what I've done</a:t>
            </a:r>
          </a:p>
          <a:p>
            <a:pPr>
              <a:defRPr/>
            </a:pPr>
            <a:r>
              <a:rPr lang="en-US" smtClean="0"/>
              <a:t>9-MAIS C’EST TON ŒUVRE EN MOI</a:t>
            </a:r>
          </a:p>
          <a:p>
            <a:pPr>
              <a:defRPr/>
            </a:pPr>
            <a:r>
              <a:rPr lang="en-US" smtClean="0"/>
              <a:t> But what You've done in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COUPLET 2</a:t>
            </a:r>
          </a:p>
          <a:p>
            <a:pPr>
              <a:defRPr/>
            </a:pPr>
            <a:r>
              <a:rPr lang="en-US" smtClean="0"/>
              <a:t>10- LES MONTS, LES MERS PEUVENT S’AGITER</a:t>
            </a:r>
          </a:p>
          <a:p>
            <a:pPr>
              <a:defRPr/>
            </a:pPr>
            <a:r>
              <a:rPr lang="en-US" smtClean="0"/>
              <a:t>The oceans rage the mountains shake</a:t>
            </a:r>
          </a:p>
          <a:p>
            <a:pPr>
              <a:defRPr/>
            </a:pPr>
            <a:r>
              <a:rPr lang="en-US" smtClean="0"/>
              <a:t>11- MAIS EN TON NOM NOUS SOMMES ASSURÉS</a:t>
            </a:r>
          </a:p>
          <a:p>
            <a:pPr>
              <a:defRPr/>
            </a:pPr>
            <a:r>
              <a:rPr lang="en-US" smtClean="0"/>
              <a:t>That we would trust trust in Your name</a:t>
            </a:r>
          </a:p>
          <a:p>
            <a:pPr>
              <a:defRPr/>
            </a:pPr>
            <a:r>
              <a:rPr lang="en-US" smtClean="0"/>
              <a:t>12-NOUS NOUS TENONS SUR TES PROMESSES</a:t>
            </a:r>
          </a:p>
          <a:p>
            <a:pPr>
              <a:defRPr/>
            </a:pPr>
            <a:r>
              <a:rPr lang="en-US" smtClean="0"/>
              <a:t>We're holding fast to Your promises</a:t>
            </a:r>
          </a:p>
          <a:p>
            <a:pPr>
              <a:defRPr/>
            </a:pPr>
            <a:r>
              <a:rPr lang="en-US" smtClean="0"/>
              <a:t>13-CE QUE TU DIS NE POURRA QU’ARRIVER</a:t>
            </a:r>
          </a:p>
          <a:p>
            <a:pPr>
              <a:defRPr/>
            </a:pPr>
            <a:r>
              <a:rPr lang="en-US" smtClean="0"/>
              <a:t>  What You have spoken Will surely come to pass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PONT</a:t>
            </a:r>
          </a:p>
          <a:p>
            <a:pPr>
              <a:defRPr/>
            </a:pPr>
            <a:r>
              <a:rPr lang="en-US" smtClean="0"/>
              <a:t>14- OH TOUJOURS DEBOUT OH DEBOUT TOUJOURS</a:t>
            </a:r>
          </a:p>
          <a:p>
            <a:pPr>
              <a:defRPr/>
            </a:pPr>
            <a:r>
              <a:rPr lang="en-US" smtClean="0"/>
              <a:t>  Oh I'm still standing Oh I'm standing still</a:t>
            </a:r>
          </a:p>
          <a:p>
            <a:pPr>
              <a:defRPr/>
            </a:pPr>
            <a:r>
              <a:rPr lang="en-US" smtClean="0"/>
              <a:t>15- SI JE TOMBE TU SERAS LÀ ET JAMAIS TU NE ME LAISSERAS</a:t>
            </a:r>
          </a:p>
          <a:p>
            <a:pPr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1-JAMAIS ÉBRANLÉS</a:t>
            </a:r>
          </a:p>
          <a:p>
            <a:pPr>
              <a:defRPr/>
            </a:pPr>
            <a:r>
              <a:rPr lang="en-US" smtClean="0"/>
              <a:t>We will not be moved</a:t>
            </a:r>
          </a:p>
          <a:p>
            <a:pPr>
              <a:defRPr/>
            </a:pPr>
            <a:r>
              <a:rPr lang="en-US" smtClean="0"/>
              <a:t>2- EN TOI NOUS N’SERONS JAMAIS ÉBRANLÉS</a:t>
            </a:r>
          </a:p>
          <a:p>
            <a:pPr>
              <a:defRPr/>
            </a:pPr>
            <a:r>
              <a:rPr lang="en-US" smtClean="0"/>
              <a:t>You're standing with us We will not be moved</a:t>
            </a:r>
          </a:p>
          <a:p>
            <a:pPr>
              <a:defRPr/>
            </a:pPr>
            <a:r>
              <a:rPr lang="en-US" smtClean="0"/>
              <a:t>3-ET MÊME SI TOUT AUTOUR PEUT TREMBLER</a:t>
            </a:r>
          </a:p>
          <a:p>
            <a:pPr>
              <a:defRPr/>
            </a:pPr>
            <a:r>
              <a:rPr lang="en-US" smtClean="0"/>
              <a:t>When everything around is shaking</a:t>
            </a:r>
          </a:p>
          <a:p>
            <a:pPr>
              <a:defRPr/>
            </a:pPr>
            <a:r>
              <a:rPr lang="en-US" smtClean="0"/>
              <a:t>4-TU NE CHANGES JAMAIS</a:t>
            </a:r>
          </a:p>
          <a:p>
            <a:pPr>
              <a:defRPr/>
            </a:pPr>
            <a:r>
              <a:rPr lang="en-US" smtClean="0"/>
              <a:t>You're not changing</a:t>
            </a:r>
          </a:p>
          <a:p>
            <a:pPr>
              <a:defRPr/>
            </a:pPr>
            <a:r>
              <a:rPr lang="en-US" smtClean="0"/>
              <a:t>5-NOUS N’SRONS JAMAIS JAMAIS ÉBRANLÉS</a:t>
            </a:r>
          </a:p>
          <a:p>
            <a:pPr>
              <a:defRPr/>
            </a:pPr>
            <a:r>
              <a:rPr lang="en-US" smtClean="0"/>
              <a:t> We will not be We will not be moved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COUPLET 1</a:t>
            </a:r>
          </a:p>
          <a:p>
            <a:pPr>
              <a:defRPr/>
            </a:pPr>
            <a:r>
              <a:rPr lang="en-US" smtClean="0"/>
              <a:t>6- Y A-T-IL UN LIEU OÙ T’ÉCHAPPER</a:t>
            </a:r>
          </a:p>
          <a:p>
            <a:pPr>
              <a:defRPr/>
            </a:pPr>
            <a:r>
              <a:rPr lang="en-US" smtClean="0"/>
              <a:t>Where can I go that You don't know</a:t>
            </a:r>
          </a:p>
          <a:p>
            <a:pPr>
              <a:defRPr/>
            </a:pPr>
            <a:r>
              <a:rPr lang="en-US" smtClean="0"/>
              <a:t>7- ET OÙ SERAI-JE SANS TON AMOUR POUR MOI</a:t>
            </a:r>
          </a:p>
          <a:p>
            <a:pPr>
              <a:defRPr/>
            </a:pPr>
            <a:r>
              <a:rPr lang="en-US" smtClean="0"/>
              <a:t>Where would I be if not for Your love</a:t>
            </a:r>
          </a:p>
          <a:p>
            <a:pPr>
              <a:defRPr/>
            </a:pPr>
            <a:r>
              <a:rPr lang="en-US" smtClean="0"/>
              <a:t>8-DIEU JE REÇOIS TA GRÂCE ET PAIX JE N’AI RIEN FAIT</a:t>
            </a:r>
          </a:p>
          <a:p>
            <a:pPr>
              <a:defRPr/>
            </a:pPr>
            <a:r>
              <a:rPr lang="en-US" smtClean="0"/>
              <a:t> God I receive Your grace and peace It's not what I've done</a:t>
            </a:r>
          </a:p>
          <a:p>
            <a:pPr>
              <a:defRPr/>
            </a:pPr>
            <a:r>
              <a:rPr lang="en-US" smtClean="0"/>
              <a:t>9-MAIS C’EST TON ŒUVRE EN MOI</a:t>
            </a:r>
          </a:p>
          <a:p>
            <a:pPr>
              <a:defRPr/>
            </a:pPr>
            <a:r>
              <a:rPr lang="en-US" smtClean="0"/>
              <a:t> But what You've done in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COUPLET 2</a:t>
            </a:r>
          </a:p>
          <a:p>
            <a:pPr>
              <a:defRPr/>
            </a:pPr>
            <a:r>
              <a:rPr lang="en-US" smtClean="0"/>
              <a:t>10- LES MONTS, LES MERS PEUVENT S’AGITER</a:t>
            </a:r>
          </a:p>
          <a:p>
            <a:pPr>
              <a:defRPr/>
            </a:pPr>
            <a:r>
              <a:rPr lang="en-US" smtClean="0"/>
              <a:t>The oceans rage the mountains shake</a:t>
            </a:r>
          </a:p>
          <a:p>
            <a:pPr>
              <a:defRPr/>
            </a:pPr>
            <a:r>
              <a:rPr lang="en-US" smtClean="0"/>
              <a:t>11- MAIS EN TON NOM NOUS SOMMES ASSURÉS</a:t>
            </a:r>
          </a:p>
          <a:p>
            <a:pPr>
              <a:defRPr/>
            </a:pPr>
            <a:r>
              <a:rPr lang="en-US" smtClean="0"/>
              <a:t>That we would trust trust in Your name</a:t>
            </a:r>
          </a:p>
          <a:p>
            <a:pPr>
              <a:defRPr/>
            </a:pPr>
            <a:r>
              <a:rPr lang="en-US" smtClean="0"/>
              <a:t>12-NOUS NOUS TENONS SUR TES PROMESSES</a:t>
            </a:r>
          </a:p>
          <a:p>
            <a:pPr>
              <a:defRPr/>
            </a:pPr>
            <a:r>
              <a:rPr lang="en-US" smtClean="0"/>
              <a:t>We're holding fast to Your promises</a:t>
            </a:r>
          </a:p>
          <a:p>
            <a:pPr>
              <a:defRPr/>
            </a:pPr>
            <a:r>
              <a:rPr lang="en-US" smtClean="0"/>
              <a:t>13-CE QUE TU DIS NE POURRA QU’ARRIVER</a:t>
            </a:r>
          </a:p>
          <a:p>
            <a:pPr>
              <a:defRPr/>
            </a:pPr>
            <a:r>
              <a:rPr lang="en-US" smtClean="0"/>
              <a:t>  What You have spoken Will surely come to pass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PONT</a:t>
            </a:r>
          </a:p>
          <a:p>
            <a:pPr>
              <a:defRPr/>
            </a:pPr>
            <a:r>
              <a:rPr lang="en-US" smtClean="0"/>
              <a:t>14- OH TOUJOURS DEBOUT OH DEBOUT TOUJOURS</a:t>
            </a:r>
          </a:p>
          <a:p>
            <a:pPr>
              <a:defRPr/>
            </a:pPr>
            <a:r>
              <a:rPr lang="en-US" smtClean="0"/>
              <a:t>  Oh I'm still standing Oh I'm standing still</a:t>
            </a:r>
          </a:p>
          <a:p>
            <a:pPr>
              <a:defRPr/>
            </a:pPr>
            <a:r>
              <a:rPr lang="en-US" smtClean="0"/>
              <a:t>15- SI JE TOMBE TU SERAS LÀ ET JAMAIS TU NE ME LAISSERAS</a:t>
            </a:r>
          </a:p>
          <a:p>
            <a:pPr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1-JAMAIS ÉBRANLÉS</a:t>
            </a:r>
          </a:p>
          <a:p>
            <a:pPr>
              <a:defRPr/>
            </a:pPr>
            <a:r>
              <a:rPr lang="en-US" smtClean="0"/>
              <a:t>We will not be moved</a:t>
            </a:r>
          </a:p>
          <a:p>
            <a:pPr>
              <a:defRPr/>
            </a:pPr>
            <a:r>
              <a:rPr lang="en-US" smtClean="0"/>
              <a:t>2- EN TOI NOUS N’SERONS JAMAIS ÉBRANLÉS</a:t>
            </a:r>
          </a:p>
          <a:p>
            <a:pPr>
              <a:defRPr/>
            </a:pPr>
            <a:r>
              <a:rPr lang="en-US" smtClean="0"/>
              <a:t>You're standing with us We will not be moved</a:t>
            </a:r>
          </a:p>
          <a:p>
            <a:pPr>
              <a:defRPr/>
            </a:pPr>
            <a:r>
              <a:rPr lang="en-US" smtClean="0"/>
              <a:t>3-ET MÊME SI TOUT AUTOUR PEUT TREMBLER</a:t>
            </a:r>
          </a:p>
          <a:p>
            <a:pPr>
              <a:defRPr/>
            </a:pPr>
            <a:r>
              <a:rPr lang="en-US" smtClean="0"/>
              <a:t>When everything around is shaking</a:t>
            </a:r>
          </a:p>
          <a:p>
            <a:pPr>
              <a:defRPr/>
            </a:pPr>
            <a:r>
              <a:rPr lang="en-US" smtClean="0"/>
              <a:t>4-TU NE CHANGES JAMAIS</a:t>
            </a:r>
          </a:p>
          <a:p>
            <a:pPr>
              <a:defRPr/>
            </a:pPr>
            <a:r>
              <a:rPr lang="en-US" smtClean="0"/>
              <a:t>You're not changing</a:t>
            </a:r>
          </a:p>
          <a:p>
            <a:pPr>
              <a:defRPr/>
            </a:pPr>
            <a:r>
              <a:rPr lang="en-US" smtClean="0"/>
              <a:t>5-NOUS N’SRONS JAMAIS JAMAIS ÉBRANLÉS</a:t>
            </a:r>
          </a:p>
          <a:p>
            <a:pPr>
              <a:defRPr/>
            </a:pPr>
            <a:r>
              <a:rPr lang="en-US" smtClean="0"/>
              <a:t> We will not be We will not be moved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COUPLET 1</a:t>
            </a:r>
          </a:p>
          <a:p>
            <a:pPr>
              <a:defRPr/>
            </a:pPr>
            <a:r>
              <a:rPr lang="en-US" smtClean="0"/>
              <a:t>6- Y A-T-IL UN LIEU OÙ T’ÉCHAPPER</a:t>
            </a:r>
          </a:p>
          <a:p>
            <a:pPr>
              <a:defRPr/>
            </a:pPr>
            <a:r>
              <a:rPr lang="en-US" smtClean="0"/>
              <a:t>Where can I go that You don't know</a:t>
            </a:r>
          </a:p>
          <a:p>
            <a:pPr>
              <a:defRPr/>
            </a:pPr>
            <a:r>
              <a:rPr lang="en-US" smtClean="0"/>
              <a:t>7- ET OÙ SERAI-JE SANS TON AMOUR POUR MOI</a:t>
            </a:r>
          </a:p>
          <a:p>
            <a:pPr>
              <a:defRPr/>
            </a:pPr>
            <a:r>
              <a:rPr lang="en-US" smtClean="0"/>
              <a:t>Where would I be if not for Your love</a:t>
            </a:r>
          </a:p>
          <a:p>
            <a:pPr>
              <a:defRPr/>
            </a:pPr>
            <a:r>
              <a:rPr lang="en-US" smtClean="0"/>
              <a:t>8-DIEU JE REÇOIS TA GRÂCE ET PAIX JE N’AI RIEN FAIT</a:t>
            </a:r>
          </a:p>
          <a:p>
            <a:pPr>
              <a:defRPr/>
            </a:pPr>
            <a:r>
              <a:rPr lang="en-US" smtClean="0"/>
              <a:t> God I receive Your grace and peace It's not what I've done</a:t>
            </a:r>
          </a:p>
          <a:p>
            <a:pPr>
              <a:defRPr/>
            </a:pPr>
            <a:r>
              <a:rPr lang="en-US" smtClean="0"/>
              <a:t>9-MAIS C’EST TON ŒUVRE EN MOI</a:t>
            </a:r>
          </a:p>
          <a:p>
            <a:pPr>
              <a:defRPr/>
            </a:pPr>
            <a:r>
              <a:rPr lang="en-US" smtClean="0"/>
              <a:t> But what You've done in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COUPLET 2</a:t>
            </a:r>
          </a:p>
          <a:p>
            <a:pPr>
              <a:defRPr/>
            </a:pPr>
            <a:r>
              <a:rPr lang="en-US" smtClean="0"/>
              <a:t>10- LES MONTS, LES MERS PEUVENT S’AGITER</a:t>
            </a:r>
          </a:p>
          <a:p>
            <a:pPr>
              <a:defRPr/>
            </a:pPr>
            <a:r>
              <a:rPr lang="en-US" smtClean="0"/>
              <a:t>The oceans rage the mountains shake</a:t>
            </a:r>
          </a:p>
          <a:p>
            <a:pPr>
              <a:defRPr/>
            </a:pPr>
            <a:r>
              <a:rPr lang="en-US" smtClean="0"/>
              <a:t>11- MAIS EN TON NOM NOUS SOMMES ASSURÉS</a:t>
            </a:r>
          </a:p>
          <a:p>
            <a:pPr>
              <a:defRPr/>
            </a:pPr>
            <a:r>
              <a:rPr lang="en-US" smtClean="0"/>
              <a:t>That we would trust trust in Your name</a:t>
            </a:r>
          </a:p>
          <a:p>
            <a:pPr>
              <a:defRPr/>
            </a:pPr>
            <a:r>
              <a:rPr lang="en-US" smtClean="0"/>
              <a:t>12-NOUS NOUS TENONS SUR TES PROMESSES</a:t>
            </a:r>
          </a:p>
          <a:p>
            <a:pPr>
              <a:defRPr/>
            </a:pPr>
            <a:r>
              <a:rPr lang="en-US" smtClean="0"/>
              <a:t>We're holding fast to Your promises</a:t>
            </a:r>
          </a:p>
          <a:p>
            <a:pPr>
              <a:defRPr/>
            </a:pPr>
            <a:r>
              <a:rPr lang="en-US" smtClean="0"/>
              <a:t>13-CE QUE TU DIS NE POURRA QU’ARRIVER</a:t>
            </a:r>
          </a:p>
          <a:p>
            <a:pPr>
              <a:defRPr/>
            </a:pPr>
            <a:r>
              <a:rPr lang="en-US" smtClean="0"/>
              <a:t>  What You have spoken Will surely come to pass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PONT</a:t>
            </a:r>
          </a:p>
          <a:p>
            <a:pPr>
              <a:defRPr/>
            </a:pPr>
            <a:r>
              <a:rPr lang="en-US" smtClean="0"/>
              <a:t>14- OH TOUJOURS DEBOUT OH DEBOUT TOUJOURS</a:t>
            </a:r>
          </a:p>
          <a:p>
            <a:pPr>
              <a:defRPr/>
            </a:pPr>
            <a:r>
              <a:rPr lang="en-US" smtClean="0"/>
              <a:t>  Oh I'm still standing Oh I'm standing still</a:t>
            </a:r>
          </a:p>
          <a:p>
            <a:pPr>
              <a:defRPr/>
            </a:pPr>
            <a:r>
              <a:rPr lang="en-US" smtClean="0"/>
              <a:t>15- SI JE TOMBE TU SERAS LÀ ET JAMAIS TU NE ME LAISSERAS</a:t>
            </a:r>
          </a:p>
          <a:p>
            <a:pPr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1-JAMAIS ÉBRANLÉS</a:t>
            </a:r>
          </a:p>
          <a:p>
            <a:pPr>
              <a:defRPr/>
            </a:pPr>
            <a:r>
              <a:rPr lang="en-US" smtClean="0"/>
              <a:t>We will not be moved</a:t>
            </a:r>
          </a:p>
          <a:p>
            <a:pPr>
              <a:defRPr/>
            </a:pPr>
            <a:r>
              <a:rPr lang="en-US" smtClean="0"/>
              <a:t>2- EN TOI NOUS N’SERONS JAMAIS ÉBRANLÉS</a:t>
            </a:r>
          </a:p>
          <a:p>
            <a:pPr>
              <a:defRPr/>
            </a:pPr>
            <a:r>
              <a:rPr lang="en-US" smtClean="0"/>
              <a:t>You're standing with us We will not be moved</a:t>
            </a:r>
          </a:p>
          <a:p>
            <a:pPr>
              <a:defRPr/>
            </a:pPr>
            <a:r>
              <a:rPr lang="en-US" smtClean="0"/>
              <a:t>3-ET MÊME SI TOUT AUTOUR PEUT TREMBLER</a:t>
            </a:r>
          </a:p>
          <a:p>
            <a:pPr>
              <a:defRPr/>
            </a:pPr>
            <a:r>
              <a:rPr lang="en-US" smtClean="0"/>
              <a:t>When everything around is shaking</a:t>
            </a:r>
          </a:p>
          <a:p>
            <a:pPr>
              <a:defRPr/>
            </a:pPr>
            <a:r>
              <a:rPr lang="en-US" smtClean="0"/>
              <a:t>4-TU NE CHANGES JAMAIS</a:t>
            </a:r>
          </a:p>
          <a:p>
            <a:pPr>
              <a:defRPr/>
            </a:pPr>
            <a:r>
              <a:rPr lang="en-US" smtClean="0"/>
              <a:t>You're not changing</a:t>
            </a:r>
          </a:p>
          <a:p>
            <a:pPr>
              <a:defRPr/>
            </a:pPr>
            <a:r>
              <a:rPr lang="en-US" smtClean="0"/>
              <a:t>5-NOUS N’SRONS JAMAIS JAMAIS ÉBRANLÉS</a:t>
            </a:r>
          </a:p>
          <a:p>
            <a:pPr>
              <a:defRPr/>
            </a:pPr>
            <a:r>
              <a:rPr lang="en-US" smtClean="0"/>
              <a:t> We will not be We will not be moved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COUPLET 1</a:t>
            </a:r>
          </a:p>
          <a:p>
            <a:pPr>
              <a:defRPr/>
            </a:pPr>
            <a:r>
              <a:rPr lang="en-US" smtClean="0"/>
              <a:t>6- Y A-T-IL UN LIEU OÙ T’ÉCHAPPER</a:t>
            </a:r>
          </a:p>
          <a:p>
            <a:pPr>
              <a:defRPr/>
            </a:pPr>
            <a:r>
              <a:rPr lang="en-US" smtClean="0"/>
              <a:t>Where can I go that You don't know</a:t>
            </a:r>
          </a:p>
          <a:p>
            <a:pPr>
              <a:defRPr/>
            </a:pPr>
            <a:r>
              <a:rPr lang="en-US" smtClean="0"/>
              <a:t>7- ET OÙ SERAI-JE SANS TON AMOUR POUR MOI</a:t>
            </a:r>
          </a:p>
          <a:p>
            <a:pPr>
              <a:defRPr/>
            </a:pPr>
            <a:r>
              <a:rPr lang="en-US" smtClean="0"/>
              <a:t>Where would I be if not for Your love</a:t>
            </a:r>
          </a:p>
          <a:p>
            <a:pPr>
              <a:defRPr/>
            </a:pPr>
            <a:r>
              <a:rPr lang="en-US" smtClean="0"/>
              <a:t>8-DIEU JE REÇOIS TA GRÂCE ET PAIX JE N’AI RIEN FAIT</a:t>
            </a:r>
          </a:p>
          <a:p>
            <a:pPr>
              <a:defRPr/>
            </a:pPr>
            <a:r>
              <a:rPr lang="en-US" smtClean="0"/>
              <a:t> God I receive Your grace and peace It's not what I've done</a:t>
            </a:r>
          </a:p>
          <a:p>
            <a:pPr>
              <a:defRPr/>
            </a:pPr>
            <a:r>
              <a:rPr lang="en-US" smtClean="0"/>
              <a:t>9-MAIS C’EST TON ŒUVRE EN MOI</a:t>
            </a:r>
          </a:p>
          <a:p>
            <a:pPr>
              <a:defRPr/>
            </a:pPr>
            <a:r>
              <a:rPr lang="en-US" smtClean="0"/>
              <a:t> But what You've done in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COUPLET 2</a:t>
            </a:r>
          </a:p>
          <a:p>
            <a:pPr>
              <a:defRPr/>
            </a:pPr>
            <a:r>
              <a:rPr lang="en-US" smtClean="0"/>
              <a:t>10- LES MONTS, LES MERS PEUVENT S’AGITER</a:t>
            </a:r>
          </a:p>
          <a:p>
            <a:pPr>
              <a:defRPr/>
            </a:pPr>
            <a:r>
              <a:rPr lang="en-US" smtClean="0"/>
              <a:t>The oceans rage the mountains shake</a:t>
            </a:r>
          </a:p>
          <a:p>
            <a:pPr>
              <a:defRPr/>
            </a:pPr>
            <a:r>
              <a:rPr lang="en-US" smtClean="0"/>
              <a:t>11- MAIS EN TON NOM NOUS SOMMES ASSURÉS</a:t>
            </a:r>
          </a:p>
          <a:p>
            <a:pPr>
              <a:defRPr/>
            </a:pPr>
            <a:r>
              <a:rPr lang="en-US" smtClean="0"/>
              <a:t>That we would trust trust in Your name</a:t>
            </a:r>
          </a:p>
          <a:p>
            <a:pPr>
              <a:defRPr/>
            </a:pPr>
            <a:r>
              <a:rPr lang="en-US" smtClean="0"/>
              <a:t>12-NOUS NOUS TENONS SUR TES PROMESSES</a:t>
            </a:r>
          </a:p>
          <a:p>
            <a:pPr>
              <a:defRPr/>
            </a:pPr>
            <a:r>
              <a:rPr lang="en-US" smtClean="0"/>
              <a:t>We're holding fast to Your promises</a:t>
            </a:r>
          </a:p>
          <a:p>
            <a:pPr>
              <a:defRPr/>
            </a:pPr>
            <a:r>
              <a:rPr lang="en-US" smtClean="0"/>
              <a:t>13-CE QUE TU DIS NE POURRA QU’ARRIVER</a:t>
            </a:r>
          </a:p>
          <a:p>
            <a:pPr>
              <a:defRPr/>
            </a:pPr>
            <a:r>
              <a:rPr lang="en-US" smtClean="0"/>
              <a:t>  What You have spoken Will surely come to pass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PONT</a:t>
            </a:r>
          </a:p>
          <a:p>
            <a:pPr>
              <a:defRPr/>
            </a:pPr>
            <a:r>
              <a:rPr lang="en-US" smtClean="0"/>
              <a:t>14- OH TOUJOURS DEBOUT OH DEBOUT TOUJOURS</a:t>
            </a:r>
          </a:p>
          <a:p>
            <a:pPr>
              <a:defRPr/>
            </a:pPr>
            <a:r>
              <a:rPr lang="en-US" smtClean="0"/>
              <a:t>  Oh I'm still standing Oh I'm standing still</a:t>
            </a:r>
          </a:p>
          <a:p>
            <a:pPr>
              <a:defRPr/>
            </a:pPr>
            <a:r>
              <a:rPr lang="en-US" smtClean="0"/>
              <a:t>15- SI JE TOMBE TU SERAS LÀ ET JAMAIS TU NE ME LAISSERAS</a:t>
            </a:r>
          </a:p>
          <a:p>
            <a:pPr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1-JAMAIS ÉBRANLÉS</a:t>
            </a:r>
          </a:p>
          <a:p>
            <a:pPr>
              <a:defRPr/>
            </a:pPr>
            <a:r>
              <a:rPr lang="en-US" smtClean="0"/>
              <a:t>We will not be moved</a:t>
            </a:r>
          </a:p>
          <a:p>
            <a:pPr>
              <a:defRPr/>
            </a:pPr>
            <a:r>
              <a:rPr lang="en-US" smtClean="0"/>
              <a:t>2- EN TOI NOUS N’SERONS JAMAIS ÉBRANLÉS</a:t>
            </a:r>
          </a:p>
          <a:p>
            <a:pPr>
              <a:defRPr/>
            </a:pPr>
            <a:r>
              <a:rPr lang="en-US" smtClean="0"/>
              <a:t>You're standing with us We will not be moved</a:t>
            </a:r>
          </a:p>
          <a:p>
            <a:pPr>
              <a:defRPr/>
            </a:pPr>
            <a:r>
              <a:rPr lang="en-US" smtClean="0"/>
              <a:t>3-ET MÊME SI TOUT AUTOUR PEUT TREMBLER</a:t>
            </a:r>
          </a:p>
          <a:p>
            <a:pPr>
              <a:defRPr/>
            </a:pPr>
            <a:r>
              <a:rPr lang="en-US" smtClean="0"/>
              <a:t>When everything around is shaking</a:t>
            </a:r>
          </a:p>
          <a:p>
            <a:pPr>
              <a:defRPr/>
            </a:pPr>
            <a:r>
              <a:rPr lang="en-US" smtClean="0"/>
              <a:t>4-TU NE CHANGES JAMAIS</a:t>
            </a:r>
          </a:p>
          <a:p>
            <a:pPr>
              <a:defRPr/>
            </a:pPr>
            <a:r>
              <a:rPr lang="en-US" smtClean="0"/>
              <a:t>You're not changing</a:t>
            </a:r>
          </a:p>
          <a:p>
            <a:pPr>
              <a:defRPr/>
            </a:pPr>
            <a:r>
              <a:rPr lang="en-US" smtClean="0"/>
              <a:t>5-NOUS N’SRONS JAMAIS JAMAIS ÉBRANLÉS</a:t>
            </a:r>
          </a:p>
          <a:p>
            <a:pPr>
              <a:defRPr/>
            </a:pPr>
            <a:r>
              <a:rPr lang="en-US" smtClean="0"/>
              <a:t> We will not be We will not be moved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COUPLET 1</a:t>
            </a:r>
          </a:p>
          <a:p>
            <a:pPr>
              <a:defRPr/>
            </a:pPr>
            <a:r>
              <a:rPr lang="en-US" smtClean="0"/>
              <a:t>6- Y A-T-IL UN LIEU OÙ T’ÉCHAPPER</a:t>
            </a:r>
          </a:p>
          <a:p>
            <a:pPr>
              <a:defRPr/>
            </a:pPr>
            <a:r>
              <a:rPr lang="en-US" smtClean="0"/>
              <a:t>Where can I go that You don't know</a:t>
            </a:r>
          </a:p>
          <a:p>
            <a:pPr>
              <a:defRPr/>
            </a:pPr>
            <a:r>
              <a:rPr lang="en-US" smtClean="0"/>
              <a:t>7- ET OÙ SERAI-JE SANS TON AMOUR POUR MOI</a:t>
            </a:r>
          </a:p>
          <a:p>
            <a:pPr>
              <a:defRPr/>
            </a:pPr>
            <a:r>
              <a:rPr lang="en-US" smtClean="0"/>
              <a:t>Where would I be if not for Your love</a:t>
            </a:r>
          </a:p>
          <a:p>
            <a:pPr>
              <a:defRPr/>
            </a:pPr>
            <a:r>
              <a:rPr lang="en-US" smtClean="0"/>
              <a:t>8-DIEU JE REÇOIS TA GRÂCE ET PAIX JE N’AI RIEN FAIT</a:t>
            </a:r>
          </a:p>
          <a:p>
            <a:pPr>
              <a:defRPr/>
            </a:pPr>
            <a:r>
              <a:rPr lang="en-US" smtClean="0"/>
              <a:t> God I receive Your grace and peace It's not what I've done</a:t>
            </a:r>
          </a:p>
          <a:p>
            <a:pPr>
              <a:defRPr/>
            </a:pPr>
            <a:r>
              <a:rPr lang="en-US" smtClean="0"/>
              <a:t>9-MAIS C’EST TON ŒUVRE EN MOI</a:t>
            </a:r>
          </a:p>
          <a:p>
            <a:pPr>
              <a:defRPr/>
            </a:pPr>
            <a:r>
              <a:rPr lang="en-US" smtClean="0"/>
              <a:t> But what You've done in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COUPLET 2</a:t>
            </a:r>
          </a:p>
          <a:p>
            <a:pPr>
              <a:defRPr/>
            </a:pPr>
            <a:r>
              <a:rPr lang="en-US" smtClean="0"/>
              <a:t>10- LES MONTS, LES MERS PEUVENT S’AGITER</a:t>
            </a:r>
          </a:p>
          <a:p>
            <a:pPr>
              <a:defRPr/>
            </a:pPr>
            <a:r>
              <a:rPr lang="en-US" smtClean="0"/>
              <a:t>The oceans rage the mountains shake</a:t>
            </a:r>
          </a:p>
          <a:p>
            <a:pPr>
              <a:defRPr/>
            </a:pPr>
            <a:r>
              <a:rPr lang="en-US" smtClean="0"/>
              <a:t>11- MAIS EN TON NOM NOUS SOMMES ASSURÉS</a:t>
            </a:r>
          </a:p>
          <a:p>
            <a:pPr>
              <a:defRPr/>
            </a:pPr>
            <a:r>
              <a:rPr lang="en-US" smtClean="0"/>
              <a:t>That we would trust trust in Your name</a:t>
            </a:r>
          </a:p>
          <a:p>
            <a:pPr>
              <a:defRPr/>
            </a:pPr>
            <a:r>
              <a:rPr lang="en-US" smtClean="0"/>
              <a:t>12-NOUS NOUS TENONS SUR TES PROMESSES</a:t>
            </a:r>
          </a:p>
          <a:p>
            <a:pPr>
              <a:defRPr/>
            </a:pPr>
            <a:r>
              <a:rPr lang="en-US" smtClean="0"/>
              <a:t>We're holding fast to Your promises</a:t>
            </a:r>
          </a:p>
          <a:p>
            <a:pPr>
              <a:defRPr/>
            </a:pPr>
            <a:r>
              <a:rPr lang="en-US" smtClean="0"/>
              <a:t>13-CE QUE TU DIS NE POURRA QU’ARRIVER</a:t>
            </a:r>
          </a:p>
          <a:p>
            <a:pPr>
              <a:defRPr/>
            </a:pPr>
            <a:r>
              <a:rPr lang="en-US" smtClean="0"/>
              <a:t>  What You have spoken Will surely come to pass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r>
              <a:rPr lang="en-US" smtClean="0"/>
              <a:t>PONT</a:t>
            </a:r>
          </a:p>
          <a:p>
            <a:pPr>
              <a:defRPr/>
            </a:pPr>
            <a:r>
              <a:rPr lang="en-US" smtClean="0"/>
              <a:t>14- OH TOUJOURS DEBOUT OH DEBOUT TOUJOURS</a:t>
            </a:r>
          </a:p>
          <a:p>
            <a:pPr>
              <a:defRPr/>
            </a:pPr>
            <a:r>
              <a:rPr lang="en-US" smtClean="0"/>
              <a:t>  Oh I'm still standing Oh I'm standing still</a:t>
            </a:r>
          </a:p>
          <a:p>
            <a:pPr>
              <a:defRPr/>
            </a:pPr>
            <a:r>
              <a:rPr lang="en-US" smtClean="0"/>
              <a:t>15- SI JE TOMBE TU SERAS LÀ ET JAMAIS TU NE ME LAISSERAS</a:t>
            </a:r>
          </a:p>
          <a:p>
            <a:pPr>
              <a:defRPr/>
            </a:pPr>
            <a:r>
              <a:rPr lang="en-US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</a:t>
            </a:r>
          </a:p>
          <a:p>
            <a:pPr>
              <a:defRPr/>
            </a:pPr>
            <a:r>
              <a:rPr lang="en-US" smtClean="0"/>
              <a:t> 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</a:p>
          <a:p>
            <a:pPr>
              <a:defRPr/>
            </a:pPr>
            <a:r>
              <a:rPr lang="en-US" dirty="0" smtClean="0"/>
              <a:t>2- EN TOI NOUS N’SERONS JAMAIS ÉBRANLÉS</a:t>
            </a:r>
          </a:p>
          <a:p>
            <a:pPr>
              <a:defRPr/>
            </a:pPr>
            <a:r>
              <a:rPr lang="en-US" dirty="0" smtClean="0"/>
              <a:t>You're standing with us We will not be moved</a:t>
            </a:r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</a:p>
          <a:p>
            <a:pPr>
              <a:defRPr/>
            </a:pPr>
            <a:r>
              <a:rPr lang="en-US" dirty="0" smtClean="0"/>
              <a:t>5-NOUS N’SRONS JAMAIS </a:t>
            </a:r>
            <a:r>
              <a:rPr lang="en-US" dirty="0" err="1" smtClean="0"/>
              <a:t>JAMAIS</a:t>
            </a:r>
            <a:r>
              <a:rPr lang="en-US" dirty="0" smtClean="0"/>
              <a:t> ÉBRANLÉS</a:t>
            </a:r>
          </a:p>
          <a:p>
            <a:pPr>
              <a:defRPr/>
            </a:pPr>
            <a:r>
              <a:rPr lang="en-US" dirty="0" smtClean="0"/>
              <a:t> We will not be We will not be moved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COUPLET 1</a:t>
            </a:r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</a:p>
          <a:p>
            <a:pPr>
              <a:defRPr/>
            </a:pPr>
            <a:r>
              <a:rPr lang="en-US" dirty="0" smtClean="0"/>
              <a:t>8-DIEU JE REÇOIS TA GRÂCE ET PAIX JE N’AI RIEN FAIT</a:t>
            </a:r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</a:p>
          <a:p>
            <a:pPr>
              <a:defRPr/>
            </a:pPr>
            <a:r>
              <a:rPr lang="en-US" dirty="0" smtClean="0"/>
              <a:t>9-MAIS C’EST TON ŒUVRE EN MOI</a:t>
            </a:r>
          </a:p>
          <a:p>
            <a:pPr>
              <a:defRPr/>
            </a:pPr>
            <a:r>
              <a:rPr lang="en-US" dirty="0" smtClean="0"/>
              <a:t> But what You've done in me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REFRAIN</a:t>
            </a:r>
          </a:p>
          <a:p>
            <a:pPr>
              <a:defRPr/>
            </a:pPr>
            <a:r>
              <a:rPr lang="en-US" dirty="0" smtClean="0"/>
              <a:t> </a:t>
            </a:r>
          </a:p>
          <a:p>
            <a:pPr>
              <a:defRPr/>
            </a:pPr>
            <a:r>
              <a:rPr lang="en-US" dirty="0" smtClean="0"/>
              <a:t>COUPLET 2</a:t>
            </a:r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</a:p>
          <a:p>
            <a:pPr>
              <a:defRPr/>
            </a:pPr>
            <a:r>
              <a:rPr lang="en-US" dirty="0" smtClean="0"/>
              <a:t>13-CE QUE TU DIS NE POURRA QU’ARRIVER</a:t>
            </a:r>
          </a:p>
          <a:p>
            <a:pPr>
              <a:defRPr/>
            </a:pPr>
            <a:r>
              <a:rPr lang="en-US" dirty="0" smtClean="0"/>
              <a:t>  What You have spoken Will surely come to pass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REFRAIN</a:t>
            </a:r>
          </a:p>
          <a:p>
            <a:pPr>
              <a:defRPr/>
            </a:pPr>
            <a:r>
              <a:rPr lang="en-US" dirty="0" smtClean="0"/>
              <a:t> </a:t>
            </a:r>
          </a:p>
          <a:p>
            <a:pPr>
              <a:defRPr/>
            </a:pPr>
            <a:r>
              <a:rPr lang="en-US" dirty="0" smtClean="0"/>
              <a:t>PONT</a:t>
            </a:r>
          </a:p>
          <a:p>
            <a:pPr>
              <a:defRPr/>
            </a:pPr>
            <a:r>
              <a:rPr lang="en-US" dirty="0" smtClean="0"/>
              <a:t>14- OH TOUJOURS DEBOUT OH DEBOUT TOUJOURS</a:t>
            </a:r>
          </a:p>
          <a:p>
            <a:pPr>
              <a:defRPr/>
            </a:pPr>
            <a:r>
              <a:rPr lang="en-US" dirty="0" smtClean="0"/>
              <a:t>  Oh I'm still standing Oh I'm standing still</a:t>
            </a:r>
          </a:p>
          <a:p>
            <a:pPr>
              <a:defRPr/>
            </a:pPr>
            <a:r>
              <a:rPr lang="en-US" dirty="0" smtClean="0"/>
              <a:t>15- SI JE TOMBE TU SERAS LÀ ET JAMAIS TU NE ME LAISSERAS</a:t>
            </a:r>
          </a:p>
          <a:p>
            <a:pPr>
              <a:defRPr/>
            </a:pPr>
            <a:r>
              <a:rPr lang="en-US" dirty="0" smtClean="0"/>
              <a:t>  If I fall I know You'll catch me You won't let go You never will      (BOUCLE)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REFRAIN</a:t>
            </a:r>
          </a:p>
          <a:p>
            <a:pPr>
              <a:defRPr/>
            </a:pPr>
            <a:r>
              <a:rPr lang="en-US" dirty="0" smtClean="0"/>
              <a:t> 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1-JAMAIS ÉBRANLÉS</a:t>
            </a:r>
          </a:p>
          <a:p>
            <a:r>
              <a:rPr lang="fr-FR" altLang="fr-FR" smtClean="0"/>
              <a:t>We will not be moved</a:t>
            </a:r>
          </a:p>
          <a:p>
            <a:r>
              <a:rPr lang="fr-FR" altLang="fr-FR" smtClean="0"/>
              <a:t>2- EN TOI NOUS N’SERONS JAMAIS ÉBRANLÉS</a:t>
            </a:r>
          </a:p>
          <a:p>
            <a:r>
              <a:rPr lang="fr-FR" altLang="fr-FR" smtClean="0"/>
              <a:t>You're standing with us We will not be moved</a:t>
            </a:r>
          </a:p>
          <a:p>
            <a:r>
              <a:rPr lang="fr-FR" altLang="fr-FR" smtClean="0"/>
              <a:t>3-ET MÊME SI TOUT AUTOUR PEUT TREMBLER</a:t>
            </a:r>
          </a:p>
          <a:p>
            <a:r>
              <a:rPr lang="fr-FR" altLang="fr-FR" smtClean="0"/>
              <a:t>When everything around is shaking</a:t>
            </a:r>
          </a:p>
          <a:p>
            <a:r>
              <a:rPr lang="fr-FR" altLang="fr-FR" smtClean="0"/>
              <a:t>4-TU NE CHANGES JAMAIS</a:t>
            </a:r>
          </a:p>
          <a:p>
            <a:r>
              <a:rPr lang="fr-FR" altLang="fr-FR" smtClean="0"/>
              <a:t>You're not changing</a:t>
            </a:r>
          </a:p>
          <a:p>
            <a:r>
              <a:rPr lang="fr-FR" altLang="fr-FR" smtClean="0"/>
              <a:t>5-NOUS N’SRONS JAMAIS JAMAIS ÉBRANLÉS</a:t>
            </a:r>
          </a:p>
          <a:p>
            <a:r>
              <a:rPr lang="fr-FR" altLang="fr-FR" smtClean="0"/>
              <a:t> We will not be We will not be moved</a:t>
            </a:r>
          </a:p>
          <a:p>
            <a:endParaRPr lang="fr-FR" altLang="fr-FR" smtClean="0"/>
          </a:p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6- Y A-T-IL UN LIEU OÙ T’ÉCHAPPER</a:t>
            </a:r>
          </a:p>
          <a:p>
            <a:r>
              <a:rPr lang="fr-FR" altLang="fr-FR" smtClean="0"/>
              <a:t>Where can I go that You don't know</a:t>
            </a:r>
          </a:p>
          <a:p>
            <a:r>
              <a:rPr lang="fr-FR" altLang="fr-FR" smtClean="0"/>
              <a:t>7- ET OÙ SERAI-JE SANS TON AMOUR POUR MOI</a:t>
            </a:r>
          </a:p>
          <a:p>
            <a:r>
              <a:rPr lang="fr-FR" altLang="fr-FR" smtClean="0"/>
              <a:t>Where would I be if not for Your love</a:t>
            </a:r>
          </a:p>
          <a:p>
            <a:r>
              <a:rPr lang="fr-FR" altLang="fr-FR" smtClean="0"/>
              <a:t>8-DIEU JE REÇOIS TA GRÂCE ET PAIX JE N’AI RIEN FAIT</a:t>
            </a:r>
          </a:p>
          <a:p>
            <a:r>
              <a:rPr lang="fr-FR" altLang="fr-FR" smtClean="0"/>
              <a:t> God I receive Your grace and peace It's not what I've done</a:t>
            </a:r>
          </a:p>
          <a:p>
            <a:r>
              <a:rPr lang="fr-FR" altLang="fr-FR" smtClean="0"/>
              <a:t>9-MAIS C’EST TON ŒUVRE EN MOI</a:t>
            </a:r>
          </a:p>
          <a:p>
            <a:r>
              <a:rPr lang="fr-FR" altLang="fr-FR" smtClean="0"/>
              <a:t> But what You've done in 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10- LES MONTS, LES MERS PEUVENT S’AGITER</a:t>
            </a:r>
          </a:p>
          <a:p>
            <a:r>
              <a:rPr lang="fr-FR" altLang="fr-FR" smtClean="0"/>
              <a:t>The oceans rage the mountains shake</a:t>
            </a:r>
          </a:p>
          <a:p>
            <a:r>
              <a:rPr lang="fr-FR" altLang="fr-FR" smtClean="0"/>
              <a:t>11- MAIS EN TON NOM NOUS SOMMES ASSURÉS</a:t>
            </a:r>
          </a:p>
          <a:p>
            <a:r>
              <a:rPr lang="fr-FR" altLang="fr-FR" smtClean="0"/>
              <a:t>That we would trust trust in Your name</a:t>
            </a:r>
          </a:p>
          <a:p>
            <a:r>
              <a:rPr lang="fr-FR" altLang="fr-FR" smtClean="0"/>
              <a:t>12-NOUS NOUS TENONS SUR TES PROMESSES</a:t>
            </a:r>
          </a:p>
          <a:p>
            <a:r>
              <a:rPr lang="fr-FR" altLang="fr-FR" smtClean="0"/>
              <a:t>We're holding fast to Your promises</a:t>
            </a:r>
          </a:p>
          <a:p>
            <a:r>
              <a:rPr lang="fr-FR" altLang="fr-FR" smtClean="0"/>
              <a:t>13-CE QUE TU DIS NE POURRA QU’ARRIVER</a:t>
            </a:r>
          </a:p>
          <a:p>
            <a:r>
              <a:rPr lang="fr-FR" altLang="fr-FR" smtClean="0"/>
              <a:t>  What You have spoken Will surely come to pass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14- OH TOUJOURS DEBOUT OH DEBOUT TOUJOURS</a:t>
            </a:r>
          </a:p>
          <a:p>
            <a:r>
              <a:rPr lang="fr-FR" altLang="fr-FR" smtClean="0"/>
              <a:t>  Oh I'm still standing Oh I'm standing still</a:t>
            </a:r>
          </a:p>
          <a:p>
            <a:r>
              <a:rPr lang="fr-FR" altLang="fr-FR" smtClean="0"/>
              <a:t>15- SI JE TOMBE TU SERAS LÀ ET JAMAIS TU NE ME LAISSERAS</a:t>
            </a:r>
          </a:p>
          <a:p>
            <a:r>
              <a:rPr lang="fr-FR" altLang="fr-FR" smtClean="0"/>
              <a:t>  If I fall I know You'll catch me You won't let go You never will      (BOUCLE)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A7E5B-5DDD-41CC-86CF-B02CAF0375D9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A04BD-0809-4F66-95D3-D5C5354471F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38DB92-EE01-40FE-BD49-315B2B345880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4EE89-0E68-4F8D-8E8E-E3C152DE8ABF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B5EBA2-F26A-4921-980F-95AE9A113947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B374A2-3AA5-4D60-AF8D-4AB902BBC499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8DC956-A522-46D4-A8F8-3B0B2C8D1F02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E7D8D-CAD9-46CC-AA55-8D82589D4AB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41715-AAE0-4456-B119-5B5191D1DFD3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5C0F01-46DB-441A-942F-2B5889238E5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34C74-9313-4D5A-99E0-E1BB1D2FC9F4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Click to edit Master text styles</a:t>
            </a:r>
          </a:p>
          <a:p>
            <a:pPr lvl="1"/>
            <a:r>
              <a:rPr lang="en-GB" altLang="fr-FR"/>
              <a:t>Second level</a:t>
            </a:r>
          </a:p>
          <a:p>
            <a:pPr lvl="2"/>
            <a:r>
              <a:rPr lang="en-GB" altLang="fr-FR"/>
              <a:t>Third level</a:t>
            </a:r>
          </a:p>
          <a:p>
            <a:pPr lvl="3"/>
            <a:r>
              <a:rPr lang="en-GB" altLang="fr-FR"/>
              <a:t>Fourth level</a:t>
            </a:r>
          </a:p>
          <a:p>
            <a:pPr lvl="4"/>
            <a:r>
              <a:rPr lang="en-GB" altLang="fr-FR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863212F-6157-473D-B09F-06B2CC225A4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ÉBRANLÉS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TOI NOUS N’SERONS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ÉBRANLÉS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MÊME SI TOUT AUTOUR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 TREMBLER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NE CHANGES JAMAIS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N’SERONS JAMAIS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ÉBRANLÉS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 A-T-IL UN LIEU OÙ T’ÉCHAPPER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OÙ SERAIS-JE SANS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POUR MOI ?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DIEU, JE REÇOIS TA GRÂCE ET PAIX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N’AI RIEN FAIT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C’EST TON ŒUVRE EN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MONTS, LES MERS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PEUVENT S’AGITER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EN TON NOM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ASSURÉS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NOUS TENONS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TES PROMESSES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TU DIS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POURRA QU’ARRIVER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TOUJOURS DEBOUT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DEBOUT TOUJOURS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JE TOMBE, TU SERAS LÀ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JAMAIS TU NE ME LAISSERAS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3018</TotalTime>
  <Words>1545</Words>
  <Application>Microsoft Office PowerPoint</Application>
  <PresentationFormat>Affichage à l'écran (4:3)</PresentationFormat>
  <Paragraphs>1376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163</cp:revision>
  <dcterms:created xsi:type="dcterms:W3CDTF">2002-08-17T10:50:50Z</dcterms:created>
  <dcterms:modified xsi:type="dcterms:W3CDTF">2019-11-24T11:34:26Z</dcterms:modified>
</cp:coreProperties>
</file>