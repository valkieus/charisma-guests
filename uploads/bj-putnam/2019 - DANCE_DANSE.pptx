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7" r:id="rId2"/>
    <p:sldId id="301" r:id="rId3"/>
    <p:sldId id="300" r:id="rId4"/>
    <p:sldId id="299" r:id="rId5"/>
    <p:sldId id="298" r:id="rId6"/>
    <p:sldId id="297" r:id="rId7"/>
    <p:sldId id="296" r:id="rId8"/>
    <p:sldId id="295" r:id="rId9"/>
    <p:sldId id="294" r:id="rId10"/>
    <p:sldId id="293" r:id="rId11"/>
    <p:sldId id="292" r:id="rId12"/>
    <p:sldId id="291" r:id="rId13"/>
    <p:sldId id="290" r:id="rId14"/>
    <p:sldId id="289" r:id="rId15"/>
    <p:sldId id="288" r:id="rId16"/>
    <p:sldId id="302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41" autoAdjust="0"/>
    <p:restoredTop sz="36350" autoAdjust="0"/>
  </p:normalViewPr>
  <p:slideViewPr>
    <p:cSldViewPr>
      <p:cViewPr varScale="1">
        <p:scale>
          <a:sx n="30" d="100"/>
          <a:sy n="30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81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6E212EC-7C5B-499D-BEB0-EAF367FEE4E0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E0F977-0432-4624-9FF7-82A9F0BC295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the dance of </a:t>
            </a:r>
            <a:r>
              <a:rPr lang="fr-FR" dirty="0" err="1" smtClean="0"/>
              <a:t>freedom</a:t>
            </a:r>
            <a:r>
              <a:rPr lang="fr-FR" dirty="0" smtClean="0"/>
              <a:t>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the </a:t>
            </a:r>
            <a:r>
              <a:rPr lang="fr-FR" dirty="0" err="1" smtClean="0"/>
              <a:t>shout</a:t>
            </a:r>
            <a:r>
              <a:rPr lang="fr-FR" dirty="0" smtClean="0"/>
              <a:t> of </a:t>
            </a:r>
            <a:r>
              <a:rPr lang="fr-FR" dirty="0" err="1" smtClean="0"/>
              <a:t>joy</a:t>
            </a:r>
            <a:r>
              <a:rPr lang="fr-FR" dirty="0" smtClean="0"/>
              <a:t>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Come on, come on and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up and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I have good, good news for </a:t>
            </a:r>
            <a:r>
              <a:rPr lang="fr-FR" dirty="0" err="1" smtClean="0"/>
              <a:t>you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loves </a:t>
            </a:r>
            <a:r>
              <a:rPr lang="fr-FR" dirty="0" err="1" smtClean="0"/>
              <a:t>you</a:t>
            </a:r>
            <a:r>
              <a:rPr lang="fr-FR" dirty="0" smtClean="0"/>
              <a:t>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And He calls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own</a:t>
            </a:r>
            <a:r>
              <a:rPr lang="fr-FR" dirty="0" smtClean="0"/>
              <a:t> He has </a:t>
            </a:r>
            <a:r>
              <a:rPr lang="fr-FR" dirty="0" err="1" smtClean="0"/>
              <a:t>given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life 
8-  OUI POUR TOI ET MOI, OH </a:t>
            </a:r>
            <a:r>
              <a:rPr lang="fr-FR" dirty="0" err="1" smtClean="0"/>
              <a:t>OH</a:t>
            </a:r>
            <a:r>
              <a:rPr lang="fr-FR" dirty="0" smtClean="0"/>
              <a:t>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Life for </a:t>
            </a:r>
            <a:r>
              <a:rPr lang="fr-FR" dirty="0" err="1" smtClean="0"/>
              <a:t>you</a:t>
            </a:r>
            <a:r>
              <a:rPr lang="fr-FR" dirty="0" smtClean="0"/>
              <a:t> and me,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are free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the dance of </a:t>
            </a:r>
            <a:r>
              <a:rPr lang="fr-FR" dirty="0" err="1" smtClean="0"/>
              <a:t>freedom</a:t>
            </a:r>
            <a:r>
              <a:rPr lang="fr-FR" dirty="0" smtClean="0"/>
              <a:t>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the </a:t>
            </a:r>
            <a:r>
              <a:rPr lang="fr-FR" dirty="0" err="1" smtClean="0"/>
              <a:t>shout</a:t>
            </a:r>
            <a:r>
              <a:rPr lang="fr-FR" dirty="0" smtClean="0"/>
              <a:t> of </a:t>
            </a:r>
            <a:r>
              <a:rPr lang="fr-FR" dirty="0" err="1" smtClean="0"/>
              <a:t>joy</a:t>
            </a:r>
            <a:r>
              <a:rPr lang="fr-FR" dirty="0" smtClean="0"/>
              <a:t>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Come on, come on and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up and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noise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There has been a change in me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world’s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the </a:t>
            </a:r>
            <a:r>
              <a:rPr lang="fr-FR" dirty="0" err="1" smtClean="0"/>
              <a:t>same</a:t>
            </a:r>
            <a:r>
              <a:rPr lang="fr-FR" dirty="0" smtClean="0"/>
              <a:t>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Since</a:t>
            </a:r>
            <a:r>
              <a:rPr lang="fr-FR" dirty="0" smtClean="0"/>
              <a:t> </a:t>
            </a: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You </a:t>
            </a:r>
            <a:r>
              <a:rPr lang="fr-FR" dirty="0" err="1" smtClean="0"/>
              <a:t>You</a:t>
            </a:r>
            <a:r>
              <a:rPr lang="fr-FR" dirty="0" smtClean="0"/>
              <a:t> have </a:t>
            </a:r>
            <a:r>
              <a:rPr lang="fr-FR" dirty="0" err="1" smtClean="0"/>
              <a:t>given</a:t>
            </a:r>
            <a:r>
              <a:rPr lang="fr-FR" dirty="0" smtClean="0"/>
              <a:t>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Life for all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are free 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the dance of </a:t>
            </a:r>
            <a:r>
              <a:rPr lang="fr-FR" dirty="0" err="1" smtClean="0"/>
              <a:t>freedom</a:t>
            </a:r>
            <a:r>
              <a:rPr lang="fr-FR" dirty="0" smtClean="0"/>
              <a:t>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the </a:t>
            </a:r>
            <a:r>
              <a:rPr lang="fr-FR" dirty="0" err="1" smtClean="0"/>
              <a:t>shout</a:t>
            </a:r>
            <a:r>
              <a:rPr lang="fr-FR" dirty="0" smtClean="0"/>
              <a:t> of </a:t>
            </a:r>
            <a:r>
              <a:rPr lang="fr-FR" dirty="0" err="1" smtClean="0"/>
              <a:t>joy</a:t>
            </a:r>
            <a:r>
              <a:rPr lang="fr-FR" dirty="0" smtClean="0"/>
              <a:t>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Come on, come on and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up and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I have good, good news for </a:t>
            </a:r>
            <a:r>
              <a:rPr lang="fr-FR" dirty="0" err="1" smtClean="0"/>
              <a:t>you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loves </a:t>
            </a:r>
            <a:r>
              <a:rPr lang="fr-FR" dirty="0" err="1" smtClean="0"/>
              <a:t>you</a:t>
            </a:r>
            <a:r>
              <a:rPr lang="fr-FR" dirty="0" smtClean="0"/>
              <a:t>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And He calls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own</a:t>
            </a:r>
            <a:r>
              <a:rPr lang="fr-FR" dirty="0" smtClean="0"/>
              <a:t> He has </a:t>
            </a:r>
            <a:r>
              <a:rPr lang="fr-FR" dirty="0" err="1" smtClean="0"/>
              <a:t>given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life 
8-  OUI POUR TOI ET MOI, OH </a:t>
            </a:r>
            <a:r>
              <a:rPr lang="fr-FR" dirty="0" err="1" smtClean="0"/>
              <a:t>OH</a:t>
            </a:r>
            <a:r>
              <a:rPr lang="fr-FR" dirty="0" smtClean="0"/>
              <a:t>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Life for </a:t>
            </a:r>
            <a:r>
              <a:rPr lang="fr-FR" dirty="0" err="1" smtClean="0"/>
              <a:t>you</a:t>
            </a:r>
            <a:r>
              <a:rPr lang="fr-FR" dirty="0" smtClean="0"/>
              <a:t> and me,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are free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the dance of </a:t>
            </a:r>
            <a:r>
              <a:rPr lang="fr-FR" dirty="0" err="1" smtClean="0"/>
              <a:t>freedom</a:t>
            </a:r>
            <a:r>
              <a:rPr lang="fr-FR" dirty="0" smtClean="0"/>
              <a:t>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the </a:t>
            </a:r>
            <a:r>
              <a:rPr lang="fr-FR" dirty="0" err="1" smtClean="0"/>
              <a:t>shout</a:t>
            </a:r>
            <a:r>
              <a:rPr lang="fr-FR" dirty="0" smtClean="0"/>
              <a:t> of </a:t>
            </a:r>
            <a:r>
              <a:rPr lang="fr-FR" dirty="0" err="1" smtClean="0"/>
              <a:t>joy</a:t>
            </a:r>
            <a:r>
              <a:rPr lang="fr-FR" dirty="0" smtClean="0"/>
              <a:t>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Come on, come on and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up and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noise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There has been a change in me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world’s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the </a:t>
            </a:r>
            <a:r>
              <a:rPr lang="fr-FR" dirty="0" err="1" smtClean="0"/>
              <a:t>same</a:t>
            </a:r>
            <a:r>
              <a:rPr lang="fr-FR" dirty="0" smtClean="0"/>
              <a:t>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Since</a:t>
            </a:r>
            <a:r>
              <a:rPr lang="fr-FR" dirty="0" smtClean="0"/>
              <a:t> </a:t>
            </a: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You </a:t>
            </a:r>
            <a:r>
              <a:rPr lang="fr-FR" dirty="0" err="1" smtClean="0"/>
              <a:t>You</a:t>
            </a:r>
            <a:r>
              <a:rPr lang="fr-FR" dirty="0" smtClean="0"/>
              <a:t> have </a:t>
            </a:r>
            <a:r>
              <a:rPr lang="fr-FR" dirty="0" err="1" smtClean="0"/>
              <a:t>given</a:t>
            </a:r>
            <a:r>
              <a:rPr lang="fr-FR" dirty="0" smtClean="0"/>
              <a:t>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Life for all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are free 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the dance of </a:t>
            </a:r>
            <a:r>
              <a:rPr lang="fr-FR" dirty="0" err="1" smtClean="0"/>
              <a:t>freedom</a:t>
            </a:r>
            <a:r>
              <a:rPr lang="fr-FR" dirty="0" smtClean="0"/>
              <a:t>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the </a:t>
            </a:r>
            <a:r>
              <a:rPr lang="fr-FR" dirty="0" err="1" smtClean="0"/>
              <a:t>shout</a:t>
            </a:r>
            <a:r>
              <a:rPr lang="fr-FR" dirty="0" smtClean="0"/>
              <a:t> of </a:t>
            </a:r>
            <a:r>
              <a:rPr lang="fr-FR" dirty="0" err="1" smtClean="0"/>
              <a:t>joy</a:t>
            </a:r>
            <a:r>
              <a:rPr lang="fr-FR" dirty="0" smtClean="0"/>
              <a:t>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Come on, come on and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up and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I have good, good news for </a:t>
            </a:r>
            <a:r>
              <a:rPr lang="fr-FR" dirty="0" err="1" smtClean="0"/>
              <a:t>you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loves </a:t>
            </a:r>
            <a:r>
              <a:rPr lang="fr-FR" dirty="0" err="1" smtClean="0"/>
              <a:t>you</a:t>
            </a:r>
            <a:r>
              <a:rPr lang="fr-FR" dirty="0" smtClean="0"/>
              <a:t>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And He calls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own</a:t>
            </a:r>
            <a:r>
              <a:rPr lang="fr-FR" dirty="0" smtClean="0"/>
              <a:t> He has </a:t>
            </a:r>
            <a:r>
              <a:rPr lang="fr-FR" dirty="0" err="1" smtClean="0"/>
              <a:t>given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life 
8-  OUI POUR TOI ET MOI, OH </a:t>
            </a:r>
            <a:r>
              <a:rPr lang="fr-FR" dirty="0" err="1" smtClean="0"/>
              <a:t>OH</a:t>
            </a:r>
            <a:r>
              <a:rPr lang="fr-FR" dirty="0" smtClean="0"/>
              <a:t>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Life for </a:t>
            </a:r>
            <a:r>
              <a:rPr lang="fr-FR" dirty="0" err="1" smtClean="0"/>
              <a:t>you</a:t>
            </a:r>
            <a:r>
              <a:rPr lang="fr-FR" dirty="0" smtClean="0"/>
              <a:t> and me,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are free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the dance of </a:t>
            </a:r>
            <a:r>
              <a:rPr lang="fr-FR" dirty="0" err="1" smtClean="0"/>
              <a:t>freedom</a:t>
            </a:r>
            <a:r>
              <a:rPr lang="fr-FR" dirty="0" smtClean="0"/>
              <a:t>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the </a:t>
            </a:r>
            <a:r>
              <a:rPr lang="fr-FR" dirty="0" err="1" smtClean="0"/>
              <a:t>shout</a:t>
            </a:r>
            <a:r>
              <a:rPr lang="fr-FR" dirty="0" smtClean="0"/>
              <a:t> of </a:t>
            </a:r>
            <a:r>
              <a:rPr lang="fr-FR" dirty="0" err="1" smtClean="0"/>
              <a:t>joy</a:t>
            </a:r>
            <a:r>
              <a:rPr lang="fr-FR" dirty="0" smtClean="0"/>
              <a:t>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Come on, come on and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up and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noise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  <a:r>
              <a:rPr lang="fr-FR" dirty="0" err="1" smtClean="0"/>
              <a:t>Everybody</a:t>
            </a:r>
            <a:r>
              <a:rPr lang="fr-FR" dirty="0" smtClean="0"/>
              <a:t> dance 
	13-  HEY ! HEY ! HEY ! 	(x2)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There has been a change in me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world’s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the </a:t>
            </a:r>
            <a:r>
              <a:rPr lang="fr-FR" dirty="0" err="1" smtClean="0"/>
              <a:t>same</a:t>
            </a:r>
            <a:r>
              <a:rPr lang="fr-FR" dirty="0" smtClean="0"/>
              <a:t>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dirty="0" err="1" smtClean="0"/>
              <a:t>Since</a:t>
            </a:r>
            <a:r>
              <a:rPr lang="fr-FR" dirty="0" smtClean="0"/>
              <a:t> </a:t>
            </a: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You </a:t>
            </a:r>
            <a:r>
              <a:rPr lang="fr-FR" dirty="0" err="1" smtClean="0"/>
              <a:t>You</a:t>
            </a:r>
            <a:r>
              <a:rPr lang="fr-FR" dirty="0" smtClean="0"/>
              <a:t> have </a:t>
            </a:r>
            <a:r>
              <a:rPr lang="fr-FR" dirty="0" err="1" smtClean="0"/>
              <a:t>given</a:t>
            </a:r>
            <a:r>
              <a:rPr lang="fr-FR" dirty="0" smtClean="0"/>
              <a:t>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Life for all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are free 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</a:t>
            </a:r>
          </a:p>
          <a:p>
            <a:r>
              <a:rPr lang="fr-FR" altLang="fr-FR" smtClean="0"/>
              <a:t> 
	12-  TOUT LE MONDE DANSE </a:t>
            </a:r>
          </a:p>
          <a:p>
            <a:r>
              <a:rPr lang="fr-FR" altLang="fr-FR" smtClean="0"/>
              <a:t>	Everybody dance 
	13-  HEY ! HEY ! HEY ! 	(x2)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1F011-EA87-43D7-80DB-B6475EBFFEE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9777B-5F1A-4395-BDEF-302CD6613AC2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AC208-FFB2-4404-9765-2A1A2913BDB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45A13-9ED6-4D2F-8D20-D22E9469FA2D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BD51A-9223-4F54-893E-303E7EF3EC2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9A6F6-283F-4B8B-ACC7-148D4B49058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B8F91A-2728-44F4-AB01-E929B1D6B19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08CEE-2136-44B3-A6AE-24C364035D7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82D33-FB22-4705-AFC2-7027159E4C3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841CC-04F6-464C-B4AD-67B24514675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14494-ECFA-41AA-A98D-C780526AF10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23C1DEF-A3B5-4E1F-B49C-EF673BC2B0E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CÉLÉBRER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CRIE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CRI DE JOIE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VENEZ LE LOUER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FAITES UN BRUIT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 ! HEY ! HEY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DE BONNES NOUVELLES POUR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A TANT D’AMOUR POUR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DIT QUE TU ES À LUI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A DONNÉ SA VIE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VIE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TOI ET MOI, 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LIBRES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CÉLÉBRER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CRIE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CRI DE JOIE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VENEZ LE LOUER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FAITES UN BRUIT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 ! HEY ! HEY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TRANSFORMÉ MA VIE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J’AI CHANGÉ À TOUT JAMAIS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T’AI TROUVÉ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DONNES LA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TOUT CEUX QUI VEULENT TE SUIVRE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LIBRES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138</Words>
  <Application>Microsoft Office PowerPoint</Application>
  <PresentationFormat>Affichage à l'écran (4:3)</PresentationFormat>
  <Paragraphs>735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154</cp:revision>
  <dcterms:created xsi:type="dcterms:W3CDTF">2002-08-17T10:50:50Z</dcterms:created>
  <dcterms:modified xsi:type="dcterms:W3CDTF">2019-11-23T20:16:09Z</dcterms:modified>
</cp:coreProperties>
</file>