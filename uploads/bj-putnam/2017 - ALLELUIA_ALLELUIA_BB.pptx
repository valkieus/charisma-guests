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63925" autoAdjust="0"/>
  </p:normalViewPr>
  <p:slideViewPr>
    <p:cSldViewPr>
      <p:cViewPr varScale="1">
        <p:scale>
          <a:sx n="45" d="100"/>
          <a:sy n="45" d="100"/>
        </p:scale>
        <p:origin x="-137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56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8761565-3040-4E15-9BDC-FE0B84639C4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90C0787-7593-4912-B39B-79ACBA49E577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PÈRE, NOUS SOMMES VENUS NOUS PROSTERNER, T’ADORER</a:t>
            </a:r>
          </a:p>
          <a:p>
            <a:r>
              <a:rPr lang="fr-FR" altLang="fr-FR" smtClean="0"/>
              <a:t>    Father we have come To bow down in worship</a:t>
            </a:r>
          </a:p>
          <a:p>
            <a:r>
              <a:rPr lang="fr-FR" altLang="fr-FR" smtClean="0"/>
              <a:t>2-  ÉLEVANT NOS CŒURS PROSTERNÉS POUR TE PRIER</a:t>
            </a:r>
          </a:p>
          <a:p>
            <a:r>
              <a:rPr lang="fr-FR" altLang="fr-FR" smtClean="0"/>
              <a:t>     Lifting up our heart we bow down in prayer</a:t>
            </a:r>
          </a:p>
          <a:p>
            <a:endParaRPr lang="fr-FR" altLang="fr-FR" smtClean="0"/>
          </a:p>
          <a:p>
            <a:r>
              <a:rPr lang="fr-FR" altLang="fr-FR" smtClean="0"/>
              <a:t>	3-  ALLÉLUIA, À L'AMOUR DE NOS ÂMES ALLÉLUIA, </a:t>
            </a:r>
          </a:p>
          <a:p>
            <a:r>
              <a:rPr lang="fr-FR" altLang="fr-FR" smtClean="0"/>
              <a:t>	    Sing alleluia, lover of my soul Alleluia</a:t>
            </a:r>
          </a:p>
          <a:p>
            <a:r>
              <a:rPr lang="fr-FR" altLang="fr-FR" smtClean="0"/>
              <a:t>	4-  AVEC LES CIEUX NOUS CHANTONS</a:t>
            </a:r>
          </a:p>
          <a:p>
            <a:r>
              <a:rPr lang="fr-FR" altLang="fr-FR" smtClean="0"/>
              <a:t>	     With all of heaven we are singing</a:t>
            </a:r>
          </a:p>
          <a:p>
            <a:endParaRPr lang="fr-FR" altLang="fr-FR" smtClean="0"/>
          </a:p>
          <a:p>
            <a:r>
              <a:rPr lang="fr-FR" altLang="fr-FR" smtClean="0"/>
              <a:t>5-  ÉTOILE DU MATIN TES YEUX BRÛLENT COMME UNE FLAMME</a:t>
            </a:r>
          </a:p>
          <a:p>
            <a:r>
              <a:rPr lang="fr-FR" altLang="fr-FR" smtClean="0"/>
              <a:t>    Bright and morning Star, You're eyes blaze like fire</a:t>
            </a:r>
          </a:p>
          <a:p>
            <a:r>
              <a:rPr lang="fr-FR" altLang="fr-FR" smtClean="0"/>
              <a:t>6-  BRILLANT COMME LE SOLEIL TU ES NOTRE SEUL DÉSIR</a:t>
            </a:r>
          </a:p>
          <a:p>
            <a:r>
              <a:rPr lang="fr-FR" altLang="fr-FR" smtClean="0"/>
              <a:t>     Shining like the sun, You're our one desire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7-  TOUS LES ANGES CRIENT : SAINT EST LE SEIGNEUR</a:t>
            </a:r>
          </a:p>
          <a:p>
            <a:r>
              <a:rPr lang="fr-FR" altLang="fr-FR" smtClean="0"/>
              <a:t>     All the angels cry out, Holy is the Lord God</a:t>
            </a:r>
          </a:p>
          <a:p>
            <a:r>
              <a:rPr lang="fr-FR" altLang="fr-FR" smtClean="0"/>
              <a:t>8-  ET LA TERRE RÉPOND QUE TU ES SAINT</a:t>
            </a:r>
          </a:p>
          <a:p>
            <a:r>
              <a:rPr lang="fr-FR" altLang="fr-FR" smtClean="0"/>
              <a:t>     All the earth replies, Holy are You</a:t>
            </a:r>
          </a:p>
          <a:p>
            <a:endParaRPr lang="fr-FR" altLang="fr-FR" smtClean="0"/>
          </a:p>
          <a:p>
            <a:r>
              <a:rPr lang="fr-FR" altLang="fr-FR" smtClean="0"/>
              <a:t>9-  ALLÉLUIA, ALLÉLUIA, ALLÉLUIA TU ES SAINT</a:t>
            </a:r>
          </a:p>
          <a:p>
            <a:r>
              <a:rPr lang="fr-FR" altLang="fr-FR" smtClean="0"/>
              <a:t>    alléluia, alléluia, alléluia  Holy are You</a:t>
            </a:r>
          </a:p>
          <a:p>
            <a:r>
              <a:rPr lang="fr-FR" altLang="fr-FR" smtClean="0"/>
              <a:t>10-ALLÉLUIA, ALLÉLUIA, ALLÉLUIA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PÈRE, NOUS SOMMES VENUS NOUS PROSTERNER, T’ADORER</a:t>
            </a:r>
          </a:p>
          <a:p>
            <a:r>
              <a:rPr lang="fr-FR" altLang="fr-FR" smtClean="0"/>
              <a:t>    Father we have come To bow down in worship</a:t>
            </a:r>
          </a:p>
          <a:p>
            <a:r>
              <a:rPr lang="fr-FR" altLang="fr-FR" smtClean="0"/>
              <a:t>2-  ÉLEVANT NOS CŒURS PROSTERNÉS POUR TE PRIER</a:t>
            </a:r>
          </a:p>
          <a:p>
            <a:r>
              <a:rPr lang="fr-FR" altLang="fr-FR" smtClean="0"/>
              <a:t>     Lifting up our heart we bow down in prayer</a:t>
            </a:r>
          </a:p>
          <a:p>
            <a:endParaRPr lang="fr-FR" altLang="fr-FR" smtClean="0"/>
          </a:p>
          <a:p>
            <a:r>
              <a:rPr lang="fr-FR" altLang="fr-FR" smtClean="0"/>
              <a:t>	3-  ALLÉLUIA, À L'AMOUR DE NOS ÂMES ALLÉLUIA, </a:t>
            </a:r>
          </a:p>
          <a:p>
            <a:r>
              <a:rPr lang="fr-FR" altLang="fr-FR" smtClean="0"/>
              <a:t>	    Sing alleluia, lover of my soul Alleluia</a:t>
            </a:r>
          </a:p>
          <a:p>
            <a:r>
              <a:rPr lang="fr-FR" altLang="fr-FR" smtClean="0"/>
              <a:t>	4-  AVEC LES CIEUX NOUS CHANTONS</a:t>
            </a:r>
          </a:p>
          <a:p>
            <a:r>
              <a:rPr lang="fr-FR" altLang="fr-FR" smtClean="0"/>
              <a:t>	     With all of heaven we are singing</a:t>
            </a:r>
          </a:p>
          <a:p>
            <a:endParaRPr lang="fr-FR" altLang="fr-FR" smtClean="0"/>
          </a:p>
          <a:p>
            <a:r>
              <a:rPr lang="fr-FR" altLang="fr-FR" smtClean="0"/>
              <a:t>5-  ÉTOILE DU MATIN TES YEUX BRÛLENT COMME UNE FLAMME</a:t>
            </a:r>
          </a:p>
          <a:p>
            <a:r>
              <a:rPr lang="fr-FR" altLang="fr-FR" smtClean="0"/>
              <a:t>    Bright and morning Star, You're eyes blaze like fire</a:t>
            </a:r>
          </a:p>
          <a:p>
            <a:r>
              <a:rPr lang="fr-FR" altLang="fr-FR" smtClean="0"/>
              <a:t>6-  BRILLANT COMME LE SOLEIL TU ES NOTRE SEUL DÉSIR</a:t>
            </a:r>
          </a:p>
          <a:p>
            <a:r>
              <a:rPr lang="fr-FR" altLang="fr-FR" smtClean="0"/>
              <a:t>     Shining like the sun, You're our one desire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7-  TOUS LES ANGES CRIENT : SAINT EST LE SEIGNEUR</a:t>
            </a:r>
          </a:p>
          <a:p>
            <a:r>
              <a:rPr lang="fr-FR" altLang="fr-FR" smtClean="0"/>
              <a:t>     All the angels cry out, Holy is the Lord God</a:t>
            </a:r>
          </a:p>
          <a:p>
            <a:r>
              <a:rPr lang="fr-FR" altLang="fr-FR" smtClean="0"/>
              <a:t>8-  ET LA TERRE RÉPOND QUE TU ES SAINT</a:t>
            </a:r>
          </a:p>
          <a:p>
            <a:r>
              <a:rPr lang="fr-FR" altLang="fr-FR" smtClean="0"/>
              <a:t>     All the earth replies, Holy are You</a:t>
            </a:r>
          </a:p>
          <a:p>
            <a:endParaRPr lang="fr-FR" altLang="fr-FR" smtClean="0"/>
          </a:p>
          <a:p>
            <a:r>
              <a:rPr lang="fr-FR" altLang="fr-FR" smtClean="0"/>
              <a:t>9-  ALLÉLUIA, ALLÉLUIA, ALLÉLUIA TU ES SAINT</a:t>
            </a:r>
          </a:p>
          <a:p>
            <a:r>
              <a:rPr lang="fr-FR" altLang="fr-FR" smtClean="0"/>
              <a:t>    alléluia, alléluia, alléluia  Holy are You</a:t>
            </a:r>
          </a:p>
          <a:p>
            <a:r>
              <a:rPr lang="fr-FR" altLang="fr-FR" smtClean="0"/>
              <a:t>10-ALLÉLUIA, ALLÉLUIA, ALLÉLUIA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PÈRE, NOUS SOMMES VENUS NOUS PROSTERNER, T’ADORER</a:t>
            </a:r>
          </a:p>
          <a:p>
            <a:r>
              <a:rPr lang="fr-FR" altLang="fr-FR" smtClean="0"/>
              <a:t>    Father we have come To bow down in worship</a:t>
            </a:r>
          </a:p>
          <a:p>
            <a:r>
              <a:rPr lang="fr-FR" altLang="fr-FR" smtClean="0"/>
              <a:t>2-  ÉLEVANT NOS CŒURS PROSTERNÉS POUR TE PRIER</a:t>
            </a:r>
          </a:p>
          <a:p>
            <a:r>
              <a:rPr lang="fr-FR" altLang="fr-FR" smtClean="0"/>
              <a:t>     Lifting up our heart we bow down in prayer</a:t>
            </a:r>
          </a:p>
          <a:p>
            <a:endParaRPr lang="fr-FR" altLang="fr-FR" smtClean="0"/>
          </a:p>
          <a:p>
            <a:r>
              <a:rPr lang="fr-FR" altLang="fr-FR" smtClean="0"/>
              <a:t>	3-  ALLÉLUIA, À L'AMOUR DE NOS ÂMES ALLÉLUIA, </a:t>
            </a:r>
          </a:p>
          <a:p>
            <a:r>
              <a:rPr lang="fr-FR" altLang="fr-FR" smtClean="0"/>
              <a:t>	    Sing alleluia, lover of my soul Alleluia</a:t>
            </a:r>
          </a:p>
          <a:p>
            <a:r>
              <a:rPr lang="fr-FR" altLang="fr-FR" smtClean="0"/>
              <a:t>	4-  AVEC LES CIEUX NOUS CHANTONS</a:t>
            </a:r>
          </a:p>
          <a:p>
            <a:r>
              <a:rPr lang="fr-FR" altLang="fr-FR" smtClean="0"/>
              <a:t>	     With all of heaven we are singing</a:t>
            </a:r>
          </a:p>
          <a:p>
            <a:endParaRPr lang="fr-FR" altLang="fr-FR" smtClean="0"/>
          </a:p>
          <a:p>
            <a:r>
              <a:rPr lang="fr-FR" altLang="fr-FR" smtClean="0"/>
              <a:t>5-  ÉTOILE DU MATIN TES YEUX BRÛLENT COMME UNE FLAMME</a:t>
            </a:r>
          </a:p>
          <a:p>
            <a:r>
              <a:rPr lang="fr-FR" altLang="fr-FR" smtClean="0"/>
              <a:t>    Bright and morning Star, You're eyes blaze like fire</a:t>
            </a:r>
          </a:p>
          <a:p>
            <a:r>
              <a:rPr lang="fr-FR" altLang="fr-FR" smtClean="0"/>
              <a:t>6-  BRILLANT COMME LE SOLEIL TU ES NOTRE SEUL DÉSIR</a:t>
            </a:r>
          </a:p>
          <a:p>
            <a:r>
              <a:rPr lang="fr-FR" altLang="fr-FR" smtClean="0"/>
              <a:t>     Shining like the sun, You're our one desire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7-  TOUS LES ANGES CRIENT : SAINT EST LE SEIGNEUR</a:t>
            </a:r>
          </a:p>
          <a:p>
            <a:r>
              <a:rPr lang="fr-FR" altLang="fr-FR" smtClean="0"/>
              <a:t>     All the angels cry out, Holy is the Lord God</a:t>
            </a:r>
          </a:p>
          <a:p>
            <a:r>
              <a:rPr lang="fr-FR" altLang="fr-FR" smtClean="0"/>
              <a:t>8-  ET LA TERRE RÉPOND QUE TU ES SAINT</a:t>
            </a:r>
          </a:p>
          <a:p>
            <a:r>
              <a:rPr lang="fr-FR" altLang="fr-FR" smtClean="0"/>
              <a:t>     All the earth replies, Holy are You</a:t>
            </a:r>
          </a:p>
          <a:p>
            <a:endParaRPr lang="fr-FR" altLang="fr-FR" smtClean="0"/>
          </a:p>
          <a:p>
            <a:r>
              <a:rPr lang="fr-FR" altLang="fr-FR" smtClean="0"/>
              <a:t>9-  ALLÉLUIA, ALLÉLUIA, ALLÉLUIA TU ES SAINT</a:t>
            </a:r>
          </a:p>
          <a:p>
            <a:r>
              <a:rPr lang="fr-FR" altLang="fr-FR" smtClean="0"/>
              <a:t>    alléluia, alléluia, alléluia  Holy are You</a:t>
            </a:r>
          </a:p>
          <a:p>
            <a:r>
              <a:rPr lang="fr-FR" altLang="fr-FR" smtClean="0"/>
              <a:t>10-ALLÉLUIA, ALLÉLUIA, ALLÉLUIA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PÈRE, NOUS SOMMES VENUS NOUS PROSTERNER, T’ADORER</a:t>
            </a:r>
          </a:p>
          <a:p>
            <a:r>
              <a:rPr lang="fr-FR" altLang="fr-FR" smtClean="0"/>
              <a:t>    Father we have come To bow down in worship</a:t>
            </a:r>
          </a:p>
          <a:p>
            <a:r>
              <a:rPr lang="fr-FR" altLang="fr-FR" smtClean="0"/>
              <a:t>2-  ÉLEVANT NOS CŒURS PROSTERNÉS POUR TE PRIER</a:t>
            </a:r>
          </a:p>
          <a:p>
            <a:r>
              <a:rPr lang="fr-FR" altLang="fr-FR" smtClean="0"/>
              <a:t>     Lifting up our heart we bow down in prayer</a:t>
            </a:r>
          </a:p>
          <a:p>
            <a:endParaRPr lang="fr-FR" altLang="fr-FR" smtClean="0"/>
          </a:p>
          <a:p>
            <a:r>
              <a:rPr lang="fr-FR" altLang="fr-FR" smtClean="0"/>
              <a:t>	3-  ALLÉLUIA, À L'AMOUR DE NOS ÂMES ALLÉLUIA, </a:t>
            </a:r>
          </a:p>
          <a:p>
            <a:r>
              <a:rPr lang="fr-FR" altLang="fr-FR" smtClean="0"/>
              <a:t>	    Sing alleluia, lover of my soul Alleluia</a:t>
            </a:r>
          </a:p>
          <a:p>
            <a:r>
              <a:rPr lang="fr-FR" altLang="fr-FR" smtClean="0"/>
              <a:t>	4-  AVEC LES CIEUX NOUS CHANTONS</a:t>
            </a:r>
          </a:p>
          <a:p>
            <a:r>
              <a:rPr lang="fr-FR" altLang="fr-FR" smtClean="0"/>
              <a:t>	     With all of heaven we are singing</a:t>
            </a:r>
          </a:p>
          <a:p>
            <a:endParaRPr lang="fr-FR" altLang="fr-FR" smtClean="0"/>
          </a:p>
          <a:p>
            <a:r>
              <a:rPr lang="fr-FR" altLang="fr-FR" smtClean="0"/>
              <a:t>5-  ÉTOILE DU MATIN TES YEUX BRÛLENT COMME UNE FLAMME</a:t>
            </a:r>
          </a:p>
          <a:p>
            <a:r>
              <a:rPr lang="fr-FR" altLang="fr-FR" smtClean="0"/>
              <a:t>    Bright and morning Star, You're eyes blaze like fire</a:t>
            </a:r>
          </a:p>
          <a:p>
            <a:r>
              <a:rPr lang="fr-FR" altLang="fr-FR" smtClean="0"/>
              <a:t>6-  BRILLANT COMME LE SOLEIL TU ES NOTRE SEUL DÉSIR</a:t>
            </a:r>
          </a:p>
          <a:p>
            <a:r>
              <a:rPr lang="fr-FR" altLang="fr-FR" smtClean="0"/>
              <a:t>     Shining like the sun, You're our one desire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7-  TOUS LES ANGES CRIENT : SAINT EST LE SEIGNEUR</a:t>
            </a:r>
          </a:p>
          <a:p>
            <a:r>
              <a:rPr lang="fr-FR" altLang="fr-FR" smtClean="0"/>
              <a:t>     All the angels cry out, Holy is the Lord God</a:t>
            </a:r>
          </a:p>
          <a:p>
            <a:r>
              <a:rPr lang="fr-FR" altLang="fr-FR" smtClean="0"/>
              <a:t>8-  ET LA TERRE RÉPOND QUE TU ES SAINT</a:t>
            </a:r>
          </a:p>
          <a:p>
            <a:r>
              <a:rPr lang="fr-FR" altLang="fr-FR" smtClean="0"/>
              <a:t>     All the earth replies, Holy are You</a:t>
            </a:r>
          </a:p>
          <a:p>
            <a:endParaRPr lang="fr-FR" altLang="fr-FR" smtClean="0"/>
          </a:p>
          <a:p>
            <a:r>
              <a:rPr lang="fr-FR" altLang="fr-FR" smtClean="0"/>
              <a:t>9-  ALLÉLUIA, ALLÉLUIA, ALLÉLUIA TU ES SAINT</a:t>
            </a:r>
          </a:p>
          <a:p>
            <a:r>
              <a:rPr lang="fr-FR" altLang="fr-FR" smtClean="0"/>
              <a:t>    alléluia, alléluia, alléluia  Holy are You</a:t>
            </a:r>
          </a:p>
          <a:p>
            <a:r>
              <a:rPr lang="fr-FR" altLang="fr-FR" smtClean="0"/>
              <a:t>10-ALLÉLUIA, ALLÉLUIA, ALLÉLUIA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PÈRE, NOUS SOMMES VENUS NOUS PROSTERNER, T’ADORER</a:t>
            </a:r>
          </a:p>
          <a:p>
            <a:r>
              <a:rPr lang="fr-FR" altLang="fr-FR" smtClean="0"/>
              <a:t>    Father we have come To bow down in worship</a:t>
            </a:r>
          </a:p>
          <a:p>
            <a:r>
              <a:rPr lang="fr-FR" altLang="fr-FR" smtClean="0"/>
              <a:t>2-  ÉLEVANT NOS CŒURS PROSTERNÉS POUR TE PRIER</a:t>
            </a:r>
          </a:p>
          <a:p>
            <a:r>
              <a:rPr lang="fr-FR" altLang="fr-FR" smtClean="0"/>
              <a:t>     Lifting up our heart we bow down in prayer</a:t>
            </a:r>
          </a:p>
          <a:p>
            <a:endParaRPr lang="fr-FR" altLang="fr-FR" smtClean="0"/>
          </a:p>
          <a:p>
            <a:r>
              <a:rPr lang="fr-FR" altLang="fr-FR" smtClean="0"/>
              <a:t>	3-  ALLÉLUIA, À L'AMOUR DE NOS ÂMES ALLÉLUIA, </a:t>
            </a:r>
          </a:p>
          <a:p>
            <a:r>
              <a:rPr lang="fr-FR" altLang="fr-FR" smtClean="0"/>
              <a:t>	    Sing alleluia, lover of my soul Alleluia</a:t>
            </a:r>
          </a:p>
          <a:p>
            <a:r>
              <a:rPr lang="fr-FR" altLang="fr-FR" smtClean="0"/>
              <a:t>	4-  AVEC LES CIEUX NOUS CHANTONS</a:t>
            </a:r>
          </a:p>
          <a:p>
            <a:r>
              <a:rPr lang="fr-FR" altLang="fr-FR" smtClean="0"/>
              <a:t>	     With all of heaven we are singing</a:t>
            </a:r>
          </a:p>
          <a:p>
            <a:endParaRPr lang="fr-FR" altLang="fr-FR" smtClean="0"/>
          </a:p>
          <a:p>
            <a:r>
              <a:rPr lang="fr-FR" altLang="fr-FR" smtClean="0"/>
              <a:t>5-  ÉTOILE DU MATIN TES YEUX BRÛLENT COMME UNE FLAMME</a:t>
            </a:r>
          </a:p>
          <a:p>
            <a:r>
              <a:rPr lang="fr-FR" altLang="fr-FR" smtClean="0"/>
              <a:t>    Bright and morning Star, You're eyes blaze like fire</a:t>
            </a:r>
          </a:p>
          <a:p>
            <a:r>
              <a:rPr lang="fr-FR" altLang="fr-FR" smtClean="0"/>
              <a:t>6-  BRILLANT COMME LE SOLEIL TU ES NOTRE SEUL DÉSIR</a:t>
            </a:r>
          </a:p>
          <a:p>
            <a:r>
              <a:rPr lang="fr-FR" altLang="fr-FR" smtClean="0"/>
              <a:t>     Shining like the sun, You're our one desire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7-  TOUS LES ANGES CRIENT : SAINT EST LE SEIGNEUR</a:t>
            </a:r>
          </a:p>
          <a:p>
            <a:r>
              <a:rPr lang="fr-FR" altLang="fr-FR" smtClean="0"/>
              <a:t>     All the angels cry out, Holy is the Lord God</a:t>
            </a:r>
          </a:p>
          <a:p>
            <a:r>
              <a:rPr lang="fr-FR" altLang="fr-FR" smtClean="0"/>
              <a:t>8-  ET LA TERRE RÉPOND QUE TU ES SAINT</a:t>
            </a:r>
          </a:p>
          <a:p>
            <a:r>
              <a:rPr lang="fr-FR" altLang="fr-FR" smtClean="0"/>
              <a:t>     All the earth replies, Holy are You</a:t>
            </a:r>
          </a:p>
          <a:p>
            <a:endParaRPr lang="fr-FR" altLang="fr-FR" smtClean="0"/>
          </a:p>
          <a:p>
            <a:r>
              <a:rPr lang="fr-FR" altLang="fr-FR" smtClean="0"/>
              <a:t>9-  ALLÉLUIA, ALLÉLUIA, ALLÉLUIA TU ES SAINT</a:t>
            </a:r>
          </a:p>
          <a:p>
            <a:r>
              <a:rPr lang="fr-FR" altLang="fr-FR" smtClean="0"/>
              <a:t>    alléluia, alléluia, alléluia  Holy are You</a:t>
            </a:r>
          </a:p>
          <a:p>
            <a:r>
              <a:rPr lang="fr-FR" altLang="fr-FR" smtClean="0"/>
              <a:t>10-ALLÉLUIA, ALLÉLUIA, ALLÉLUIA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PÈRE, NOUS SOMMES VENUS NOUS PROSTERNER, T’ADORER</a:t>
            </a:r>
          </a:p>
          <a:p>
            <a:r>
              <a:rPr lang="fr-FR" altLang="fr-FR" smtClean="0"/>
              <a:t>    Father we have come To bow down in worship</a:t>
            </a:r>
          </a:p>
          <a:p>
            <a:r>
              <a:rPr lang="fr-FR" altLang="fr-FR" smtClean="0"/>
              <a:t>2-  ÉLEVANT NOS CŒURS PROSTERNÉS POUR TE PRIER</a:t>
            </a:r>
          </a:p>
          <a:p>
            <a:r>
              <a:rPr lang="fr-FR" altLang="fr-FR" smtClean="0"/>
              <a:t>     Lifting up our heart we bow down in prayer</a:t>
            </a:r>
          </a:p>
          <a:p>
            <a:endParaRPr lang="fr-FR" altLang="fr-FR" smtClean="0"/>
          </a:p>
          <a:p>
            <a:r>
              <a:rPr lang="fr-FR" altLang="fr-FR" smtClean="0"/>
              <a:t>	3-  ALLÉLUIA, À L'AMOUR DE NOS ÂMES ALLÉLUIA, </a:t>
            </a:r>
          </a:p>
          <a:p>
            <a:r>
              <a:rPr lang="fr-FR" altLang="fr-FR" smtClean="0"/>
              <a:t>	    Sing alleluia, lover of my soul Alleluia</a:t>
            </a:r>
          </a:p>
          <a:p>
            <a:r>
              <a:rPr lang="fr-FR" altLang="fr-FR" smtClean="0"/>
              <a:t>	4-  AVEC LES CIEUX NOUS CHANTONS</a:t>
            </a:r>
          </a:p>
          <a:p>
            <a:r>
              <a:rPr lang="fr-FR" altLang="fr-FR" smtClean="0"/>
              <a:t>	     With all of heaven we are singing</a:t>
            </a:r>
          </a:p>
          <a:p>
            <a:endParaRPr lang="fr-FR" altLang="fr-FR" smtClean="0"/>
          </a:p>
          <a:p>
            <a:r>
              <a:rPr lang="fr-FR" altLang="fr-FR" smtClean="0"/>
              <a:t>5-  ÉTOILE DU MATIN TES YEUX BRÛLENT COMME UNE FLAMME</a:t>
            </a:r>
          </a:p>
          <a:p>
            <a:r>
              <a:rPr lang="fr-FR" altLang="fr-FR" smtClean="0"/>
              <a:t>    Bright and morning Star, You're eyes blaze like fire</a:t>
            </a:r>
          </a:p>
          <a:p>
            <a:r>
              <a:rPr lang="fr-FR" altLang="fr-FR" smtClean="0"/>
              <a:t>6-  BRILLANT COMME LE SOLEIL TU ES NOTRE SEUL DÉSIR</a:t>
            </a:r>
          </a:p>
          <a:p>
            <a:r>
              <a:rPr lang="fr-FR" altLang="fr-FR" smtClean="0"/>
              <a:t>     Shining like the sun, You're our one desire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7-  TOUS LES ANGES CRIENT : SAINT EST LE SEIGNEUR</a:t>
            </a:r>
          </a:p>
          <a:p>
            <a:r>
              <a:rPr lang="fr-FR" altLang="fr-FR" smtClean="0"/>
              <a:t>     All the angels cry out, Holy is the Lord God</a:t>
            </a:r>
          </a:p>
          <a:p>
            <a:r>
              <a:rPr lang="fr-FR" altLang="fr-FR" smtClean="0"/>
              <a:t>8-  ET LA TERRE RÉPOND QUE TU ES SAINT</a:t>
            </a:r>
          </a:p>
          <a:p>
            <a:r>
              <a:rPr lang="fr-FR" altLang="fr-FR" smtClean="0"/>
              <a:t>     All the earth replies, Holy are You</a:t>
            </a:r>
          </a:p>
          <a:p>
            <a:endParaRPr lang="fr-FR" altLang="fr-FR" smtClean="0"/>
          </a:p>
          <a:p>
            <a:r>
              <a:rPr lang="fr-FR" altLang="fr-FR" smtClean="0"/>
              <a:t>9-  ALLÉLUIA, ALLÉLUIA, ALLÉLUIA TU ES SAINT</a:t>
            </a:r>
          </a:p>
          <a:p>
            <a:r>
              <a:rPr lang="fr-FR" altLang="fr-FR" smtClean="0"/>
              <a:t>    alléluia, alléluia, alléluia  Holy are You</a:t>
            </a:r>
          </a:p>
          <a:p>
            <a:r>
              <a:rPr lang="fr-FR" altLang="fr-FR" smtClean="0"/>
              <a:t>10-ALLÉLUIA, ALLÉLUIA, ALLÉLUIA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PÈRE, NOUS SOMMES VENUS NOUS PROSTERNER, T’ADORER</a:t>
            </a:r>
          </a:p>
          <a:p>
            <a:r>
              <a:rPr lang="fr-FR" altLang="fr-FR" smtClean="0"/>
              <a:t>    Father we have come To bow down in worship</a:t>
            </a:r>
          </a:p>
          <a:p>
            <a:r>
              <a:rPr lang="fr-FR" altLang="fr-FR" smtClean="0"/>
              <a:t>2-  ÉLEVANT NOS CŒURS PROSTERNÉS POUR TE PRIER</a:t>
            </a:r>
          </a:p>
          <a:p>
            <a:r>
              <a:rPr lang="fr-FR" altLang="fr-FR" smtClean="0"/>
              <a:t>     Lifting up our heart we bow down in prayer</a:t>
            </a:r>
          </a:p>
          <a:p>
            <a:endParaRPr lang="fr-FR" altLang="fr-FR" smtClean="0"/>
          </a:p>
          <a:p>
            <a:r>
              <a:rPr lang="fr-FR" altLang="fr-FR" smtClean="0"/>
              <a:t>	3-  ALLÉLUIA, À L'AMOUR DE NOS ÂMES ALLÉLUIA, </a:t>
            </a:r>
          </a:p>
          <a:p>
            <a:r>
              <a:rPr lang="fr-FR" altLang="fr-FR" smtClean="0"/>
              <a:t>	    Sing alleluia, lover of my soul Alleluia</a:t>
            </a:r>
          </a:p>
          <a:p>
            <a:r>
              <a:rPr lang="fr-FR" altLang="fr-FR" smtClean="0"/>
              <a:t>	4-  AVEC LES CIEUX NOUS CHANTONS</a:t>
            </a:r>
          </a:p>
          <a:p>
            <a:r>
              <a:rPr lang="fr-FR" altLang="fr-FR" smtClean="0"/>
              <a:t>	     With all of heaven we are singing</a:t>
            </a:r>
          </a:p>
          <a:p>
            <a:endParaRPr lang="fr-FR" altLang="fr-FR" smtClean="0"/>
          </a:p>
          <a:p>
            <a:r>
              <a:rPr lang="fr-FR" altLang="fr-FR" smtClean="0"/>
              <a:t>5-  ÉTOILE DU MATIN TES YEUX BRÛLENT COMME UNE FLAMME</a:t>
            </a:r>
          </a:p>
          <a:p>
            <a:r>
              <a:rPr lang="fr-FR" altLang="fr-FR" smtClean="0"/>
              <a:t>    Bright and morning Star, You're eyes blaze like fire</a:t>
            </a:r>
          </a:p>
          <a:p>
            <a:r>
              <a:rPr lang="fr-FR" altLang="fr-FR" smtClean="0"/>
              <a:t>6-  BRILLANT COMME LE SOLEIL TU ES NOTRE SEUL DÉSIR</a:t>
            </a:r>
          </a:p>
          <a:p>
            <a:r>
              <a:rPr lang="fr-FR" altLang="fr-FR" smtClean="0"/>
              <a:t>     Shining like the sun, You're our one desire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7-  TOUS LES ANGES CRIENT : SAINT EST LE SEIGNEUR</a:t>
            </a:r>
          </a:p>
          <a:p>
            <a:r>
              <a:rPr lang="fr-FR" altLang="fr-FR" smtClean="0"/>
              <a:t>     All the angels cry out, Holy is the Lord God</a:t>
            </a:r>
          </a:p>
          <a:p>
            <a:r>
              <a:rPr lang="fr-FR" altLang="fr-FR" smtClean="0"/>
              <a:t>8-  ET LA TERRE RÉPOND QUE TU ES SAINT</a:t>
            </a:r>
          </a:p>
          <a:p>
            <a:r>
              <a:rPr lang="fr-FR" altLang="fr-FR" smtClean="0"/>
              <a:t>     All the earth replies, Holy are You</a:t>
            </a:r>
          </a:p>
          <a:p>
            <a:endParaRPr lang="fr-FR" altLang="fr-FR" smtClean="0"/>
          </a:p>
          <a:p>
            <a:r>
              <a:rPr lang="fr-FR" altLang="fr-FR" smtClean="0"/>
              <a:t>9-  ALLÉLUIA, ALLÉLUIA, ALLÉLUIA TU ES SAINT</a:t>
            </a:r>
          </a:p>
          <a:p>
            <a:r>
              <a:rPr lang="fr-FR" altLang="fr-FR" smtClean="0"/>
              <a:t>    alléluia, alléluia, alléluia  Holy are You</a:t>
            </a:r>
          </a:p>
          <a:p>
            <a:r>
              <a:rPr lang="fr-FR" altLang="fr-FR" smtClean="0"/>
              <a:t>10-ALLÉLUIA, ALLÉLUIA, ALLÉLUIA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PÈRE, NOUS SOMMES VENUS NOUS PROSTERNER, T’ADORER</a:t>
            </a:r>
          </a:p>
          <a:p>
            <a:r>
              <a:rPr lang="fr-FR" altLang="fr-FR" smtClean="0"/>
              <a:t>    Father we have come To bow down in worship</a:t>
            </a:r>
          </a:p>
          <a:p>
            <a:r>
              <a:rPr lang="fr-FR" altLang="fr-FR" smtClean="0"/>
              <a:t>2-  ÉLEVANT NOS CŒURS PROSTERNÉS POUR TE PRIER</a:t>
            </a:r>
          </a:p>
          <a:p>
            <a:r>
              <a:rPr lang="fr-FR" altLang="fr-FR" smtClean="0"/>
              <a:t>     Lifting up our heart we bow down in prayer</a:t>
            </a:r>
          </a:p>
          <a:p>
            <a:endParaRPr lang="fr-FR" altLang="fr-FR" smtClean="0"/>
          </a:p>
          <a:p>
            <a:r>
              <a:rPr lang="fr-FR" altLang="fr-FR" smtClean="0"/>
              <a:t>	3-  ALLÉLUIA, À L'AMOUR DE NOS ÂMES ALLÉLUIA, </a:t>
            </a:r>
          </a:p>
          <a:p>
            <a:r>
              <a:rPr lang="fr-FR" altLang="fr-FR" smtClean="0"/>
              <a:t>	    Sing alleluia, lover of my soul Alleluia</a:t>
            </a:r>
          </a:p>
          <a:p>
            <a:r>
              <a:rPr lang="fr-FR" altLang="fr-FR" smtClean="0"/>
              <a:t>	4-  AVEC LES CIEUX NOUS CHANTONS</a:t>
            </a:r>
          </a:p>
          <a:p>
            <a:r>
              <a:rPr lang="fr-FR" altLang="fr-FR" smtClean="0"/>
              <a:t>	     With all of heaven we are singing</a:t>
            </a:r>
          </a:p>
          <a:p>
            <a:endParaRPr lang="fr-FR" altLang="fr-FR" smtClean="0"/>
          </a:p>
          <a:p>
            <a:r>
              <a:rPr lang="fr-FR" altLang="fr-FR" smtClean="0"/>
              <a:t>5-  ÉTOILE DU MATIN TES YEUX BRÛLENT COMME UNE FLAMME</a:t>
            </a:r>
          </a:p>
          <a:p>
            <a:r>
              <a:rPr lang="fr-FR" altLang="fr-FR" smtClean="0"/>
              <a:t>    Bright and morning Star, You're eyes blaze like fire</a:t>
            </a:r>
          </a:p>
          <a:p>
            <a:r>
              <a:rPr lang="fr-FR" altLang="fr-FR" smtClean="0"/>
              <a:t>6-  BRILLANT COMME LE SOLEIL TU ES NOTRE SEUL DÉSIR</a:t>
            </a:r>
          </a:p>
          <a:p>
            <a:r>
              <a:rPr lang="fr-FR" altLang="fr-FR" smtClean="0"/>
              <a:t>     Shining like the sun, You're our one desire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7-  TOUS LES ANGES CRIENT : SAINT EST LE SEIGNEUR</a:t>
            </a:r>
          </a:p>
          <a:p>
            <a:r>
              <a:rPr lang="fr-FR" altLang="fr-FR" smtClean="0"/>
              <a:t>     All the angels cry out, Holy is the Lord God</a:t>
            </a:r>
          </a:p>
          <a:p>
            <a:r>
              <a:rPr lang="fr-FR" altLang="fr-FR" smtClean="0"/>
              <a:t>8-  ET LA TERRE RÉPOND QUE TU ES SAINT</a:t>
            </a:r>
          </a:p>
          <a:p>
            <a:r>
              <a:rPr lang="fr-FR" altLang="fr-FR" smtClean="0"/>
              <a:t>     All the earth replies, Holy are You</a:t>
            </a:r>
          </a:p>
          <a:p>
            <a:endParaRPr lang="fr-FR" altLang="fr-FR" smtClean="0"/>
          </a:p>
          <a:p>
            <a:r>
              <a:rPr lang="fr-FR" altLang="fr-FR" smtClean="0"/>
              <a:t>9-  ALLÉLUIA, ALLÉLUIA, ALLÉLUIA TU ES SAINT</a:t>
            </a:r>
          </a:p>
          <a:p>
            <a:r>
              <a:rPr lang="fr-FR" altLang="fr-FR" smtClean="0"/>
              <a:t>    alléluia, alléluia, alléluia  Holy are You</a:t>
            </a:r>
          </a:p>
          <a:p>
            <a:r>
              <a:rPr lang="fr-FR" altLang="fr-FR" smtClean="0"/>
              <a:t>10-ALLÉLUIA, ALLÉLUIA, ALLÉLUIA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PÈRE, NOUS SOMMES VENUS NOUS PROSTERNER, T’ADORER</a:t>
            </a:r>
          </a:p>
          <a:p>
            <a:r>
              <a:rPr lang="fr-FR" altLang="fr-FR" smtClean="0"/>
              <a:t>    Father we have come To bow down in worship</a:t>
            </a:r>
          </a:p>
          <a:p>
            <a:r>
              <a:rPr lang="fr-FR" altLang="fr-FR" smtClean="0"/>
              <a:t>2-  ÉLEVANT NOS CŒURS PROSTERNÉS POUR TE PRIER</a:t>
            </a:r>
          </a:p>
          <a:p>
            <a:r>
              <a:rPr lang="fr-FR" altLang="fr-FR" smtClean="0"/>
              <a:t>     Lifting up our heart we bow down in prayer</a:t>
            </a:r>
          </a:p>
          <a:p>
            <a:endParaRPr lang="fr-FR" altLang="fr-FR" smtClean="0"/>
          </a:p>
          <a:p>
            <a:r>
              <a:rPr lang="fr-FR" altLang="fr-FR" smtClean="0"/>
              <a:t>	3-  ALLÉLUIA, À L'AMOUR DE NOS ÂMES ALLÉLUIA, </a:t>
            </a:r>
          </a:p>
          <a:p>
            <a:r>
              <a:rPr lang="fr-FR" altLang="fr-FR" smtClean="0"/>
              <a:t>	    Sing alleluia, lover of my soul Alleluia</a:t>
            </a:r>
          </a:p>
          <a:p>
            <a:r>
              <a:rPr lang="fr-FR" altLang="fr-FR" smtClean="0"/>
              <a:t>	4-  AVEC LES CIEUX NOUS CHANTONS</a:t>
            </a:r>
          </a:p>
          <a:p>
            <a:r>
              <a:rPr lang="fr-FR" altLang="fr-FR" smtClean="0"/>
              <a:t>	     With all of heaven we are singing</a:t>
            </a:r>
          </a:p>
          <a:p>
            <a:endParaRPr lang="fr-FR" altLang="fr-FR" smtClean="0"/>
          </a:p>
          <a:p>
            <a:r>
              <a:rPr lang="fr-FR" altLang="fr-FR" smtClean="0"/>
              <a:t>5-  ÉTOILE DU MATIN TES YEUX BRÛLENT COMME UNE FLAMME</a:t>
            </a:r>
          </a:p>
          <a:p>
            <a:r>
              <a:rPr lang="fr-FR" altLang="fr-FR" smtClean="0"/>
              <a:t>    Bright and morning Star, You're eyes blaze like fire</a:t>
            </a:r>
          </a:p>
          <a:p>
            <a:r>
              <a:rPr lang="fr-FR" altLang="fr-FR" smtClean="0"/>
              <a:t>6-  BRILLANT COMME LE SOLEIL TU ES NOTRE SEUL DÉSIR</a:t>
            </a:r>
          </a:p>
          <a:p>
            <a:r>
              <a:rPr lang="fr-FR" altLang="fr-FR" smtClean="0"/>
              <a:t>     Shining like the sun, You're our one desire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7-  TOUS LES ANGES CRIENT : SAINT EST LE SEIGNEUR</a:t>
            </a:r>
          </a:p>
          <a:p>
            <a:r>
              <a:rPr lang="fr-FR" altLang="fr-FR" smtClean="0"/>
              <a:t>     All the angels cry out, Holy is the Lord God</a:t>
            </a:r>
          </a:p>
          <a:p>
            <a:r>
              <a:rPr lang="fr-FR" altLang="fr-FR" smtClean="0"/>
              <a:t>8-  ET LA TERRE RÉPOND QUE TU ES SAINT</a:t>
            </a:r>
          </a:p>
          <a:p>
            <a:r>
              <a:rPr lang="fr-FR" altLang="fr-FR" smtClean="0"/>
              <a:t>     All the earth replies, Holy are You</a:t>
            </a:r>
          </a:p>
          <a:p>
            <a:endParaRPr lang="fr-FR" altLang="fr-FR" smtClean="0"/>
          </a:p>
          <a:p>
            <a:r>
              <a:rPr lang="fr-FR" altLang="fr-FR" smtClean="0"/>
              <a:t>9-  ALLÉLUIA, ALLÉLUIA, ALLÉLUIA TU ES SAINT</a:t>
            </a:r>
          </a:p>
          <a:p>
            <a:r>
              <a:rPr lang="fr-FR" altLang="fr-FR" smtClean="0"/>
              <a:t>    alléluia, alléluia, alléluia  Holy are You</a:t>
            </a:r>
          </a:p>
          <a:p>
            <a:r>
              <a:rPr lang="fr-FR" altLang="fr-FR" smtClean="0"/>
              <a:t>10-ALLÉLUIA, ALLÉLUIA, ALLÉLUIA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PÈRE, NOUS SOMMES VENUS NOUS PROSTERNER, T’ADORER</a:t>
            </a:r>
          </a:p>
          <a:p>
            <a:r>
              <a:rPr lang="fr-FR" altLang="fr-FR" smtClean="0"/>
              <a:t>    Father we have come To bow down in worship</a:t>
            </a:r>
          </a:p>
          <a:p>
            <a:r>
              <a:rPr lang="fr-FR" altLang="fr-FR" smtClean="0"/>
              <a:t>2-  ÉLEVANT NOS CŒURS PROSTERNÉS POUR TE PRIER</a:t>
            </a:r>
          </a:p>
          <a:p>
            <a:r>
              <a:rPr lang="fr-FR" altLang="fr-FR" smtClean="0"/>
              <a:t>     Lifting up our heart we bow down in prayer</a:t>
            </a:r>
          </a:p>
          <a:p>
            <a:endParaRPr lang="fr-FR" altLang="fr-FR" smtClean="0"/>
          </a:p>
          <a:p>
            <a:r>
              <a:rPr lang="fr-FR" altLang="fr-FR" smtClean="0"/>
              <a:t>	3-  ALLÉLUIA, À L'AMOUR DE NOS ÂMES ALLÉLUIA, </a:t>
            </a:r>
          </a:p>
          <a:p>
            <a:r>
              <a:rPr lang="fr-FR" altLang="fr-FR" smtClean="0"/>
              <a:t>	    Sing alleluia, lover of my soul Alleluia</a:t>
            </a:r>
          </a:p>
          <a:p>
            <a:r>
              <a:rPr lang="fr-FR" altLang="fr-FR" smtClean="0"/>
              <a:t>	4-  AVEC LES CIEUX NOUS CHANTONS</a:t>
            </a:r>
          </a:p>
          <a:p>
            <a:r>
              <a:rPr lang="fr-FR" altLang="fr-FR" smtClean="0"/>
              <a:t>	     With all of heaven we are singing</a:t>
            </a:r>
          </a:p>
          <a:p>
            <a:endParaRPr lang="fr-FR" altLang="fr-FR" smtClean="0"/>
          </a:p>
          <a:p>
            <a:r>
              <a:rPr lang="fr-FR" altLang="fr-FR" smtClean="0"/>
              <a:t>5-  ÉTOILE DU MATIN TES YEUX BRÛLENT COMME UNE FLAMME</a:t>
            </a:r>
          </a:p>
          <a:p>
            <a:r>
              <a:rPr lang="fr-FR" altLang="fr-FR" smtClean="0"/>
              <a:t>    Bright and morning Star, You're eyes blaze like fire</a:t>
            </a:r>
          </a:p>
          <a:p>
            <a:r>
              <a:rPr lang="fr-FR" altLang="fr-FR" smtClean="0"/>
              <a:t>6-  BRILLANT COMME LE SOLEIL TU ES NOTRE SEUL DÉSIR</a:t>
            </a:r>
          </a:p>
          <a:p>
            <a:r>
              <a:rPr lang="fr-FR" altLang="fr-FR" smtClean="0"/>
              <a:t>     Shining like the sun, You're our one desire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7-  TOUS LES ANGES CRIENT : SAINT EST LE SEIGNEUR</a:t>
            </a:r>
          </a:p>
          <a:p>
            <a:r>
              <a:rPr lang="fr-FR" altLang="fr-FR" smtClean="0"/>
              <a:t>     All the angels cry out, Holy is the Lord God</a:t>
            </a:r>
          </a:p>
          <a:p>
            <a:r>
              <a:rPr lang="fr-FR" altLang="fr-FR" smtClean="0"/>
              <a:t>8-  ET LA TERRE RÉPOND QUE TU ES SAINT</a:t>
            </a:r>
          </a:p>
          <a:p>
            <a:r>
              <a:rPr lang="fr-FR" altLang="fr-FR" smtClean="0"/>
              <a:t>     All the earth replies, Holy are You</a:t>
            </a:r>
          </a:p>
          <a:p>
            <a:endParaRPr lang="fr-FR" altLang="fr-FR" smtClean="0"/>
          </a:p>
          <a:p>
            <a:r>
              <a:rPr lang="fr-FR" altLang="fr-FR" smtClean="0"/>
              <a:t>9-  ALLÉLUIA, ALLÉLUIA, ALLÉLUIA TU ES SAINT</a:t>
            </a:r>
          </a:p>
          <a:p>
            <a:r>
              <a:rPr lang="fr-FR" altLang="fr-FR" smtClean="0"/>
              <a:t>    alléluia, alléluia, alléluia  Holy are You</a:t>
            </a:r>
          </a:p>
          <a:p>
            <a:r>
              <a:rPr lang="fr-FR" altLang="fr-FR" smtClean="0"/>
              <a:t>10-ALLÉLUIA, ALLÉLUIA, ALLÉLUIA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6DA9F-99FC-47B4-B131-74C1C09DD1F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8FB858-6E5C-43C5-9916-5377FDFE7B5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1FD475-D0E1-4EAB-BFC7-8370AD849AF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FBDA1E-F9C8-4C80-958C-DD601FD53BD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01CE46-7F5D-458F-AFA2-40AB17CE1DE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16DBD9-9D14-4964-9A1C-110DF871660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C4F6DC-91AE-488B-ACB7-EC5C89A642B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51A81-CFAE-4813-81F5-14441C42F33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8EFB7-A55C-4835-AD15-5683D18022A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D271EE-B24A-496B-AE92-1FA4D67C488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C6B62B-F80D-41ED-BB87-85C13F02076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4B63F89-A0CA-41FD-A01E-401E6685FDB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PÈRE, NOUS SOMMES VENUS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PROSTERNER, T’ADORER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ÉLEVANT NOS CŒURS PROSTERNÉS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TE PRIER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À L'AMOUR DE NOS ÂMES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LES CIEUX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CHANTONS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ÉTOILE DU MATIN TES YEUX BRÛLENT COMME UNE FLAMME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BRILLANT COMME LE SOLEIL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NOTRE SEUL DÉSIR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LES ANGES CRIENT :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 EST LE SEIGNEUR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TERRE RÉPOND QUE TU ES SAINT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ALLÉLUIA, ALLÉLUIA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SAINT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ALLÉLUIA, ALLÉLUIA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815</Words>
  <Application>Microsoft Office PowerPoint</Application>
  <PresentationFormat>On-screen Show (4:3)</PresentationFormat>
  <Paragraphs>490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Calibri</vt:lpstr>
      <vt:lpstr>Default Design</vt:lpstr>
      <vt:lpstr>PÈRE, NOUS SOMMES VENUS NOUS PROSTERNER, T’ADORER</vt:lpstr>
      <vt:lpstr>ÉLEVANT NOS CŒURS PROSTERNÉS POUR TE PRIER</vt:lpstr>
      <vt:lpstr>ALLÉLUIA, À L'AMOUR DE NOS ÂMES ALLÉLUIA</vt:lpstr>
      <vt:lpstr>AVEC LES CIEUX  NOUS CHANTONS</vt:lpstr>
      <vt:lpstr>ÉTOILE DU MATIN TES YEUX BRÛLENT COMME UNE FLAMME</vt:lpstr>
      <vt:lpstr>BRILLANT COMME LE SOLEIL TU ES NOTRE SEUL DÉSIR</vt:lpstr>
      <vt:lpstr>TOUS LES ANGES CRIENT : SAINT EST LE SEIGNEUR</vt:lpstr>
      <vt:lpstr>ET LA TERRE RÉPOND QUE TU ES SAINT </vt:lpstr>
      <vt:lpstr>ALLÉLUIA, ALLÉLUIA, ALLÉLUIA TU ES SAINT</vt:lpstr>
      <vt:lpstr>ALLÉLUIA, ALLÉLUIA, ALLÉLUIA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137</cp:revision>
  <dcterms:created xsi:type="dcterms:W3CDTF">2002-08-17T10:50:50Z</dcterms:created>
  <dcterms:modified xsi:type="dcterms:W3CDTF">2017-12-30T14:35:49Z</dcterms:modified>
</cp:coreProperties>
</file>