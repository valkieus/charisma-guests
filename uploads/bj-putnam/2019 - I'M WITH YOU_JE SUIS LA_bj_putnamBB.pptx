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3" r:id="rId14"/>
    <p:sldId id="282" r:id="rId15"/>
    <p:sldId id="284" r:id="rId16"/>
    <p:sldId id="285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8" autoAdjust="0"/>
    <p:restoredTop sz="42472" autoAdjust="0"/>
  </p:normalViewPr>
  <p:slideViewPr>
    <p:cSldViewPr>
      <p:cViewPr>
        <p:scale>
          <a:sx n="30" d="100"/>
          <a:sy n="30" d="100"/>
        </p:scale>
        <p:origin x="918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0618C28-365D-4650-8263-E1C12EB956FA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5A32E9F-6766-4F33-B68B-DDB7C184BD9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go,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have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afraid</a:t>
            </a:r>
            <a:r>
              <a:rPr lang="fr-FR" altLang="fr-FR" dirty="0" smtClean="0"/>
              <a:t> I have </a:t>
            </a:r>
            <a:r>
              <a:rPr lang="fr-FR" altLang="fr-FR" dirty="0" err="1" smtClean="0"/>
              <a:t>always</a:t>
            </a:r>
            <a:r>
              <a:rPr lang="fr-FR" altLang="fr-FR" dirty="0" smtClean="0"/>
              <a:t> been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whisper</a:t>
            </a:r>
            <a:r>
              <a:rPr lang="fr-FR" altLang="fr-FR" dirty="0" smtClean="0"/>
              <a:t> I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hear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APPELLE-MOI, MÊME TOUT BAS JE SUIS CONSCIENT DE TOUT </a:t>
            </a:r>
            <a:r>
              <a:rPr lang="fr-FR" altLang="fr-FR" dirty="0" err="1" smtClean="0"/>
              <a:t>çA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As close as </a:t>
            </a:r>
            <a:r>
              <a:rPr lang="fr-FR" altLang="fr-FR" dirty="0" err="1" smtClean="0"/>
              <a:t>breathing</a:t>
            </a:r>
            <a:r>
              <a:rPr lang="fr-FR" altLang="fr-FR" dirty="0" smtClean="0"/>
              <a:t> out </a:t>
            </a:r>
            <a:r>
              <a:rPr lang="fr-FR" altLang="fr-FR" dirty="0" err="1" smtClean="0"/>
              <a:t>my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aware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everything</a:t>
            </a:r>
            <a:r>
              <a:rPr lang="fr-FR" altLang="fr-FR" dirty="0" smtClean="0"/>
              <a:t> 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Oh,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here</a:t>
            </a:r>
            <a:r>
              <a:rPr lang="fr-FR" altLang="fr-FR" dirty="0" smtClean="0"/>
              <a:t> Oh,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God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</a:t>
            </a:r>
            <a:r>
              <a:rPr lang="fr-FR" altLang="fr-FR" dirty="0" err="1" smtClean="0"/>
              <a:t>now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more </a:t>
            </a:r>
            <a:r>
              <a:rPr lang="fr-FR" altLang="fr-FR" dirty="0" err="1" smtClean="0"/>
              <a:t>fear</a:t>
            </a:r>
            <a:r>
              <a:rPr lang="fr-FR" altLang="fr-FR" dirty="0" smtClean="0"/>
              <a:t> There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no more </a:t>
            </a:r>
            <a:r>
              <a:rPr lang="fr-FR" altLang="fr-FR" dirty="0" err="1" smtClean="0"/>
              <a:t>fear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 He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Everywhere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go,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there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</a:t>
            </a:r>
            <a:r>
              <a:rPr lang="fr-FR" altLang="fr-FR" dirty="0" err="1" smtClean="0"/>
              <a:t>don't</a:t>
            </a:r>
            <a:r>
              <a:rPr lang="fr-FR" altLang="fr-FR" dirty="0" smtClean="0"/>
              <a:t> have to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afraid</a:t>
            </a:r>
            <a:r>
              <a:rPr lang="fr-FR" altLang="fr-FR" dirty="0" smtClean="0"/>
              <a:t> He has </a:t>
            </a:r>
            <a:r>
              <a:rPr lang="fr-FR" altLang="fr-FR" dirty="0" err="1" smtClean="0"/>
              <a:t>always</a:t>
            </a:r>
            <a:r>
              <a:rPr lang="fr-FR" altLang="fr-FR" dirty="0" smtClean="0"/>
              <a:t> been the </a:t>
            </a:r>
            <a:r>
              <a:rPr lang="fr-FR" altLang="fr-FR" dirty="0" err="1" smtClean="0"/>
              <a:t>same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You are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He's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</a:t>
            </a:r>
            <a:r>
              <a:rPr lang="fr-FR" altLang="fr-FR" dirty="0" err="1" smtClean="0"/>
              <a:t>walks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me And He </a:t>
            </a:r>
            <a:r>
              <a:rPr lang="fr-FR" altLang="fr-FR" dirty="0" err="1" smtClean="0"/>
              <a:t>talks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with</a:t>
            </a:r>
            <a:r>
              <a:rPr lang="fr-FR" altLang="fr-FR" dirty="0" smtClean="0"/>
              <a:t>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tells me I </a:t>
            </a:r>
            <a:r>
              <a:rPr lang="fr-FR" altLang="fr-FR" dirty="0" err="1" smtClean="0"/>
              <a:t>am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own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And He </a:t>
            </a:r>
            <a:r>
              <a:rPr lang="fr-FR" altLang="fr-FR" dirty="0" err="1" smtClean="0"/>
              <a:t>covers</a:t>
            </a:r>
            <a:r>
              <a:rPr lang="fr-FR" altLang="fr-FR" dirty="0" smtClean="0"/>
              <a:t>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16-  ET IL ME DIT QUE JE NE SUIS PAS SEUL 
And He tells me </a:t>
            </a:r>
            <a:r>
              <a:rPr lang="fr-FR" altLang="fr-FR" dirty="0" err="1" smtClean="0"/>
              <a:t>I'm</a:t>
            </a:r>
            <a:r>
              <a:rPr lang="fr-FR" altLang="fr-FR" dirty="0" smtClean="0"/>
              <a:t> not </a:t>
            </a:r>
            <a:r>
              <a:rPr lang="fr-FR" altLang="fr-FR" dirty="0" err="1" smtClean="0"/>
              <a:t>alone</a:t>
            </a:r>
            <a:r>
              <a:rPr lang="fr-FR" altLang="fr-FR" dirty="0" smtClean="0"/>
              <a:t>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1: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TU N’ES JAMAIS SEUL, JE SUIS LÀ PARTOUT OÙ TU VAS, JE SUIS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Everywhere you go, I'm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QUE RIEN JAMAIS NE T’EFFRAIE J’AI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I have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TU N’ES JAMAIS SEUL, JE SUIS LÀ ET J’ENTENDS CHAQUE MURMURE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I'm with you Every whisper I can hear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APPELLE-MOI, MÊME TOUT BAS JE SUIS CONSCIENT DE TOUT çA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close as breathing out my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JE VOIS TOUT TU N’ES JAMAIS SEUL, JE SUIS LÀ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I'm aware of everything You are not alone I'm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
	6-  NOTRE DIEU EST LÀ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Oh, our God is here Oh, our God is 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7-  MAINTENANT IL EST LÀ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now He is with us now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IL N’Y A PLUS DE PEUR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There is no more fear There is no more fear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9-  IL EST AVEC NOUS               X2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He is with us He is with 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COUPLET 2: 
10-  TU N’ES JAMAIS SEUL, IL EST AVEC TOI PARTOUT OÙ TU VAS, IL EST LÀ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 Everywhere you go, He's there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QUE JAMAIS RIEN NE T’EFFRAIE IL A TOUJOURS ÉTÉ LE MÊME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don't have to be afraid He has always been the same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TU N’ES JAMAIS SEUL IL EST AVEC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not alone He's with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PONT:
13-  ET IL MARCHE AVEC MOI ET IL PARLE AVEC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walks with me And He talks with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 
14-  ET IL DIT QUE JE SUIS À LUI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tells me I am His own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15 -ET IL ME COUVRE ET IL ME PORTE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And He covers me And He carries me 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ET IL ME DIT QUE JE NE SUIS PAS SEUL 
And He tells me I'm not alone            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REFRAIN: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1:</a:t>
            </a:r>
          </a:p>
          <a:p>
            <a:r>
              <a:rPr lang="fr-FR" altLang="fr-FR" smtClean="0"/>
              <a:t>1-  TU N’ES JAMAIS SEUL, JE SUIS LÀ PARTOUT OÙ TU VAS, JE SUIS AVEC TOI </a:t>
            </a:r>
          </a:p>
          <a:p>
            <a:r>
              <a:rPr lang="fr-FR" altLang="fr-FR" smtClean="0"/>
              <a:t>You are not alone I'm with you Everywhere you go, I'm there</a:t>
            </a:r>
          </a:p>
          <a:p>
            <a:endParaRPr lang="fr-FR" altLang="fr-FR" smtClean="0"/>
          </a:p>
          <a:p>
            <a:r>
              <a:rPr lang="fr-FR" altLang="fr-FR" smtClean="0"/>
              <a:t>2-  QUE RIEN JAMAIS NE T’EFFRAIE J’AI TOUJOURS ÉTÉ LE MÊME </a:t>
            </a:r>
          </a:p>
          <a:p>
            <a:r>
              <a:rPr lang="fr-FR" altLang="fr-FR" smtClean="0"/>
              <a:t>You don't have to be afraid I have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3-  TU N’ES JAMAIS SEUL, JE SUIS LÀ ET J’ENTENDS CHAQUE MURMURE </a:t>
            </a:r>
          </a:p>
          <a:p>
            <a:r>
              <a:rPr lang="fr-FR" altLang="fr-FR" smtClean="0"/>
              <a:t>You are not alone I'm with you Every whisper I can hear</a:t>
            </a:r>
          </a:p>
          <a:p>
            <a:endParaRPr lang="fr-FR" altLang="fr-FR" smtClean="0"/>
          </a:p>
          <a:p>
            <a:r>
              <a:rPr lang="fr-FR" altLang="fr-FR" smtClean="0"/>
              <a:t>4-  APPELLE-MOI, MÊME TOUT BAS JE SUIS CONSCIENT DE TOUT çA</a:t>
            </a:r>
          </a:p>
          <a:p>
            <a:r>
              <a:rPr lang="fr-FR" altLang="fr-FR" smtClean="0"/>
              <a:t>As close as breathing out my name</a:t>
            </a:r>
          </a:p>
          <a:p>
            <a:endParaRPr lang="fr-FR" altLang="fr-FR" smtClean="0"/>
          </a:p>
          <a:p>
            <a:r>
              <a:rPr lang="fr-FR" altLang="fr-FR" smtClean="0"/>
              <a:t>5-  JE VOIS TOUT TU N’ES JAMAIS SEUL, JE SUIS LÀ  </a:t>
            </a:r>
          </a:p>
          <a:p>
            <a:r>
              <a:rPr lang="fr-FR" altLang="fr-FR" smtClean="0"/>
              <a:t>I'm aware of everything You are not alone I'm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
	6-  NOTRE DIEU EST LÀ   x2</a:t>
            </a:r>
          </a:p>
          <a:p>
            <a:r>
              <a:rPr lang="fr-FR" altLang="fr-FR" smtClean="0"/>
              <a:t>	Oh, our God is here Oh, our God is here</a:t>
            </a:r>
          </a:p>
          <a:p>
            <a:r>
              <a:rPr lang="fr-FR" altLang="fr-FR" smtClean="0"/>
              <a:t>  </a:t>
            </a:r>
          </a:p>
          <a:p>
            <a:r>
              <a:rPr lang="fr-FR" altLang="fr-FR" smtClean="0"/>
              <a:t>	7-  MAINTENANT IL EST LÀ     X2</a:t>
            </a:r>
          </a:p>
          <a:p>
            <a:r>
              <a:rPr lang="fr-FR" altLang="fr-FR" smtClean="0"/>
              <a:t>	He is with us now He is with us now</a:t>
            </a:r>
          </a:p>
          <a:p>
            <a:endParaRPr lang="fr-FR" altLang="fr-FR" smtClean="0"/>
          </a:p>
          <a:p>
            <a:r>
              <a:rPr lang="fr-FR" altLang="fr-FR" smtClean="0"/>
              <a:t>	8-  IL N’Y A PLUS DE PEUR       X2</a:t>
            </a:r>
          </a:p>
          <a:p>
            <a:r>
              <a:rPr lang="fr-FR" altLang="fr-FR" smtClean="0"/>
              <a:t>	There is no more fear There is no more fear</a:t>
            </a:r>
          </a:p>
          <a:p>
            <a:endParaRPr lang="fr-FR" altLang="fr-FR" smtClean="0"/>
          </a:p>
          <a:p>
            <a:r>
              <a:rPr lang="fr-FR" altLang="fr-FR" smtClean="0"/>
              <a:t>	9-  IL EST AVEC NOUS               X2</a:t>
            </a:r>
          </a:p>
          <a:p>
            <a:r>
              <a:rPr lang="fr-FR" altLang="fr-FR" smtClean="0"/>
              <a:t>	He is with us He is with us</a:t>
            </a:r>
          </a:p>
          <a:p>
            <a:endParaRPr lang="fr-FR" altLang="fr-FR" smtClean="0"/>
          </a:p>
          <a:p>
            <a:r>
              <a:rPr lang="fr-FR" altLang="fr-FR" smtClean="0"/>
              <a:t>COUPLET 2: 
10-  TU N’ES JAMAIS SEUL, IL EST AVEC TOI PARTOUT OÙ TU VAS, IL EST LÀ </a:t>
            </a:r>
          </a:p>
          <a:p>
            <a:r>
              <a:rPr lang="fr-FR" altLang="fr-FR" smtClean="0"/>
              <a:t>You are not alone He's with you Everywhere you go, He's there</a:t>
            </a:r>
          </a:p>
          <a:p>
            <a:endParaRPr lang="fr-FR" altLang="fr-FR" smtClean="0"/>
          </a:p>
          <a:p>
            <a:r>
              <a:rPr lang="fr-FR" altLang="fr-FR" smtClean="0"/>
              <a:t>11-  QUE JAMAIS RIEN NE T’EFFRAIE IL A TOUJOURS ÉTÉ LE MÊME </a:t>
            </a:r>
          </a:p>
          <a:p>
            <a:r>
              <a:rPr lang="fr-FR" altLang="fr-FR" smtClean="0"/>
              <a:t>You don't have to be afraid He has always been the same</a:t>
            </a:r>
          </a:p>
          <a:p>
            <a:endParaRPr lang="fr-FR" altLang="fr-FR" smtClean="0"/>
          </a:p>
          <a:p>
            <a:r>
              <a:rPr lang="fr-FR" altLang="fr-FR" smtClean="0"/>
              <a:t>12-  TU N’ES JAMAIS SEUL IL EST AVEC TOI </a:t>
            </a:r>
          </a:p>
          <a:p>
            <a:r>
              <a:rPr lang="fr-FR" altLang="fr-FR" smtClean="0"/>
              <a:t>You are not alone He's with you</a:t>
            </a:r>
          </a:p>
          <a:p>
            <a:endParaRPr lang="fr-FR" altLang="fr-FR" smtClean="0"/>
          </a:p>
          <a:p>
            <a:r>
              <a:rPr lang="fr-FR" altLang="fr-FR" smtClean="0"/>
              <a:t>	REFRAIN:             x2</a:t>
            </a:r>
          </a:p>
          <a:p>
            <a:endParaRPr lang="fr-FR" altLang="fr-FR" smtClean="0"/>
          </a:p>
          <a:p>
            <a:r>
              <a:rPr lang="fr-FR" altLang="fr-FR" smtClean="0"/>
              <a:t>PONT:
13-  ET IL MARCHE AVEC MOI ET IL PARLE AVEC MOI</a:t>
            </a:r>
          </a:p>
          <a:p>
            <a:r>
              <a:rPr lang="fr-FR" altLang="fr-FR" smtClean="0"/>
              <a:t>And He walks with me And He talks with me</a:t>
            </a:r>
          </a:p>
          <a:p>
            <a:r>
              <a:rPr lang="fr-FR" altLang="fr-FR" smtClean="0"/>
              <a:t> 
14-  ET IL DIT QUE JE SUIS À LUI</a:t>
            </a:r>
          </a:p>
          <a:p>
            <a:r>
              <a:rPr lang="fr-FR" altLang="fr-FR" smtClean="0"/>
              <a:t>And He tells me I am His own</a:t>
            </a:r>
          </a:p>
          <a:p>
            <a:endParaRPr lang="fr-FR" altLang="fr-FR" smtClean="0"/>
          </a:p>
          <a:p>
            <a:r>
              <a:rPr lang="fr-FR" altLang="fr-FR" smtClean="0"/>
              <a:t>15 -ET IL ME COUVRE ET IL ME PORTE </a:t>
            </a:r>
          </a:p>
          <a:p>
            <a:r>
              <a:rPr lang="fr-FR" altLang="fr-FR" smtClean="0"/>
              <a:t>And He covers me And He carries me </a:t>
            </a:r>
          </a:p>
          <a:p>
            <a:endParaRPr lang="fr-FR" altLang="fr-FR" smtClean="0"/>
          </a:p>
          <a:p>
            <a:r>
              <a:rPr lang="fr-FR" altLang="fr-FR" smtClean="0"/>
              <a:t>16-  ET IL ME DIT QUE JE NE SUIS PAS SEUL 
And He tells me I'm not alone                  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229D4-B4D9-4F93-9832-6A4AFD70C1F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A8230-13AF-434F-B8B7-2DA0033F190F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1724F-41E1-4D9A-A6AB-5A53EC9B343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18060-DF60-4E0D-9864-CBC01753F50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1E4C3-B6E5-48B0-8F2D-F13F2A79F93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30004-5EC9-4673-9CC3-BAB81B321A6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05DEA-DFBF-4088-8729-091887938BF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D128-4D8D-4FDB-8A16-2F2C3214228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7D291-882A-4571-8CB4-DB02AC0945D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221EE-13EE-4FF5-BCAC-F08AB1AD809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14DA-88D5-466E-99D4-782FA77BE6E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6CEC0AB-4ADC-49D8-A163-981F623D2D5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N’ES PAS SEUL, JE SUIS AVEC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PARTOUT OÙ TU VAS, JE SUIS LÀ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JAMAIS RIEN NE T’EFFRAIE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TOUJOURS ÉTÉ LE MÊME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N’ES PAS SEUL, JE SUIS AVEC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J’ENTENDS CHAQUE MURMURE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APPELLE-MOI, MÊME TOUT BAS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CONSCIENT DE TOUT ÇA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N’ES PAS SEUL, JE SUIS AVEC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 EST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 IL EST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PLUS DE PEUR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AVEC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N’ES PAS SEUL, IL EST AVEC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PARTOUT OÙ TU VAS, IL EST LÀ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JAMAIS RIEN NE T’EFFRAIE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TOUJOURS ÉTÉ LE MÊME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N’ES PAS SEUL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AVEC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MARCHE AVEC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IL PARLE AVEC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DIT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SUIS À LUI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COUVRE MA VIE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PORTE AUSSI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ME DIT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NE SUIS PAS SEUL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4117</Words>
  <Application>Microsoft Office PowerPoint</Application>
  <PresentationFormat>Affichage à l'écran (4:3)</PresentationFormat>
  <Paragraphs>1627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164</cp:revision>
  <dcterms:created xsi:type="dcterms:W3CDTF">2002-08-17T10:50:50Z</dcterms:created>
  <dcterms:modified xsi:type="dcterms:W3CDTF">2019-11-23T22:17:19Z</dcterms:modified>
</cp:coreProperties>
</file>