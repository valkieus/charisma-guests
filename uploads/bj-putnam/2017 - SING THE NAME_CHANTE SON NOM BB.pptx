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2" r:id="rId2"/>
    <p:sldId id="284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4704" autoAdjust="0"/>
  </p:normalViewPr>
  <p:slideViewPr>
    <p:cSldViewPr>
      <p:cViewPr varScale="1">
        <p:scale>
          <a:sx n="33" d="100"/>
          <a:sy n="33" d="100"/>
        </p:scale>
        <p:origin x="25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F4518CD-F8F4-4B98-A145-CCBAAC88042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0595AD1-178D-4640-998F-76D690176CE2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en-US" dirty="0" smtClean="0"/>
              <a:t>1-Oh oh…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</a:t>
            </a:r>
            <a:r>
              <a:rPr lang="en-US" sz="1050" dirty="0" smtClean="0"/>
              <a:t>PLUS FORT QUE TOUTES LES PEURS </a:t>
            </a:r>
            <a:r>
              <a:rPr lang="fr-FR" sz="1050" dirty="0" smtClean="0"/>
              <a:t> </a:t>
            </a:r>
            <a:r>
              <a:rPr lang="en-US" sz="1050" dirty="0" smtClean="0"/>
              <a:t>ET PLUS FORT QUE L’ENNEMI</a:t>
            </a:r>
          </a:p>
          <a:p>
            <a:pPr>
              <a:defRPr/>
            </a:pPr>
            <a:r>
              <a:rPr lang="en-US" dirty="0" smtClean="0"/>
              <a:t>    Louder than the voice of fear</a:t>
            </a:r>
            <a:r>
              <a:rPr lang="fr-FR" dirty="0" smtClean="0"/>
              <a:t> </a:t>
            </a:r>
            <a:r>
              <a:rPr lang="en-US" dirty="0" smtClean="0"/>
              <a:t>Stronger than the enemy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3-BIEN HAUT POUR QUE TOUS ENTENDENT </a:t>
            </a:r>
            <a:r>
              <a:rPr lang="fr-FR" dirty="0" smtClean="0"/>
              <a:t> </a:t>
            </a:r>
            <a:r>
              <a:rPr lang="en-US" dirty="0" smtClean="0"/>
              <a:t>CHANTE LE NOM DE JÉSUS 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 Lifted up for all to hear</a:t>
            </a:r>
            <a:r>
              <a:rPr lang="fr-FR" dirty="0" smtClean="0"/>
              <a:t> </a:t>
            </a:r>
            <a:r>
              <a:rPr lang="en-US" dirty="0" smtClean="0"/>
              <a:t>Sing the Name of 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4-CHANTE LE NOM DE JÉSUS EN TOUT TEMPS X3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en-US" dirty="0" smtClean="0"/>
              <a:t>	     Sing the Name of Jesus</a:t>
            </a:r>
            <a:r>
              <a:rPr lang="fr-FR" dirty="0" smtClean="0"/>
              <a:t> </a:t>
            </a:r>
            <a:r>
              <a:rPr lang="en-US" dirty="0" smtClean="0"/>
              <a:t>Overall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5-PLUS BRILLANT QUE LES ÉTOILES </a:t>
            </a:r>
            <a:r>
              <a:rPr lang="fr-FR" dirty="0" smtClean="0"/>
              <a:t> </a:t>
            </a:r>
            <a:r>
              <a:rPr lang="en-US" dirty="0" smtClean="0"/>
              <a:t>PLUS HAUT QUE LES LIEUX CÉLESTES</a:t>
            </a:r>
          </a:p>
          <a:p>
            <a:pPr>
              <a:defRPr/>
            </a:pPr>
            <a:r>
              <a:rPr lang="en-US" dirty="0" smtClean="0"/>
              <a:t>    Brighter than a million stars</a:t>
            </a:r>
            <a:r>
              <a:rPr lang="fr-FR" dirty="0" smtClean="0"/>
              <a:t> </a:t>
            </a:r>
            <a:r>
              <a:rPr lang="en-US" dirty="0" smtClean="0"/>
              <a:t>Higher than the </a:t>
            </a:r>
            <a:r>
              <a:rPr lang="en-US" dirty="0" err="1" smtClean="0"/>
              <a:t>Heavenlies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6-LE SON DES COEURS QU'IL A SAUVÉ </a:t>
            </a:r>
          </a:p>
          <a:p>
            <a:pPr>
              <a:defRPr/>
            </a:pPr>
            <a:r>
              <a:rPr lang="en-US" dirty="0" smtClean="0"/>
              <a:t>      The sound of every rescued heart</a:t>
            </a:r>
          </a:p>
          <a:p>
            <a:pPr>
              <a:defRPr/>
            </a:pPr>
            <a:r>
              <a:rPr lang="en-US" dirty="0" smtClean="0"/>
              <a:t>7-CHANTE LE NOM DE JÉSUS</a:t>
            </a:r>
            <a:r>
              <a:rPr lang="fr-FR" dirty="0" smtClean="0"/>
              <a:t> </a:t>
            </a:r>
            <a:r>
              <a:rPr lang="en-US" dirty="0" smtClean="0"/>
              <a:t>CHANTE LE NOM DE JÉSUS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 Sing the Name of Jesus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9-JÉSUS JÉSUS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 JÉSUS </a:t>
            </a:r>
            <a:r>
              <a:rPr lang="en-US" dirty="0" err="1" smtClean="0"/>
              <a:t>JÉSUS</a:t>
            </a:r>
            <a:r>
              <a:rPr lang="en-US" dirty="0" smtClean="0"/>
              <a:t>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  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en-US" dirty="0" smtClean="0"/>
              <a:t>1-Oh oh…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</a:t>
            </a:r>
            <a:r>
              <a:rPr lang="en-US" sz="1050" dirty="0" smtClean="0"/>
              <a:t>PLUS FORT QUE TOUTES LES PEURS </a:t>
            </a:r>
            <a:r>
              <a:rPr lang="fr-FR" sz="1050" dirty="0" smtClean="0"/>
              <a:t> </a:t>
            </a:r>
            <a:r>
              <a:rPr lang="en-US" sz="1050" dirty="0" smtClean="0"/>
              <a:t>ET PLUS FORT QUE L’ENNEMI</a:t>
            </a:r>
          </a:p>
          <a:p>
            <a:pPr>
              <a:defRPr/>
            </a:pPr>
            <a:r>
              <a:rPr lang="en-US" dirty="0" smtClean="0"/>
              <a:t>    Louder than the voice of fear</a:t>
            </a:r>
            <a:r>
              <a:rPr lang="fr-FR" dirty="0" smtClean="0"/>
              <a:t> </a:t>
            </a:r>
            <a:r>
              <a:rPr lang="en-US" dirty="0" smtClean="0"/>
              <a:t>Stronger than the enemy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3-BIEN HAUT POUR QUE TOUS ENTENDENT </a:t>
            </a:r>
            <a:r>
              <a:rPr lang="fr-FR" dirty="0" smtClean="0"/>
              <a:t> </a:t>
            </a:r>
            <a:r>
              <a:rPr lang="en-US" dirty="0" smtClean="0"/>
              <a:t>CHANTE LE NOM DE JÉSUS 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 Lifted up for all to hear</a:t>
            </a:r>
            <a:r>
              <a:rPr lang="fr-FR" dirty="0" smtClean="0"/>
              <a:t> </a:t>
            </a:r>
            <a:r>
              <a:rPr lang="en-US" dirty="0" smtClean="0"/>
              <a:t>Sing the Name of 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4-CHANTE LE NOM DE JÉSUS EN TOUT TEMPS X3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en-US" dirty="0" smtClean="0"/>
              <a:t>	     Sing the Name of Jesus</a:t>
            </a:r>
            <a:r>
              <a:rPr lang="fr-FR" dirty="0" smtClean="0"/>
              <a:t> </a:t>
            </a:r>
            <a:r>
              <a:rPr lang="en-US" dirty="0" smtClean="0"/>
              <a:t>Overall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5-PLUS BRILLANT QUE LES ÉTOILES </a:t>
            </a:r>
            <a:r>
              <a:rPr lang="fr-FR" dirty="0" smtClean="0"/>
              <a:t> </a:t>
            </a:r>
            <a:r>
              <a:rPr lang="en-US" dirty="0" smtClean="0"/>
              <a:t>PLUS HAUT QUE LES LIEUX CÉLESTES</a:t>
            </a:r>
          </a:p>
          <a:p>
            <a:pPr>
              <a:defRPr/>
            </a:pPr>
            <a:r>
              <a:rPr lang="en-US" dirty="0" smtClean="0"/>
              <a:t>    Brighter than a million stars</a:t>
            </a:r>
            <a:r>
              <a:rPr lang="fr-FR" dirty="0" smtClean="0"/>
              <a:t> </a:t>
            </a:r>
            <a:r>
              <a:rPr lang="en-US" dirty="0" smtClean="0"/>
              <a:t>Higher than the </a:t>
            </a:r>
            <a:r>
              <a:rPr lang="en-US" dirty="0" err="1" smtClean="0"/>
              <a:t>Heavenlies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6-LE SON DES COEURS QU'IL A SAUVÉ </a:t>
            </a:r>
          </a:p>
          <a:p>
            <a:pPr>
              <a:defRPr/>
            </a:pPr>
            <a:r>
              <a:rPr lang="en-US" dirty="0" smtClean="0"/>
              <a:t>      The sound of every rescued heart</a:t>
            </a:r>
          </a:p>
          <a:p>
            <a:pPr>
              <a:defRPr/>
            </a:pPr>
            <a:r>
              <a:rPr lang="en-US" dirty="0" smtClean="0"/>
              <a:t>7-CHANTE LE NOM DE JÉSUS</a:t>
            </a:r>
            <a:r>
              <a:rPr lang="fr-FR" dirty="0" smtClean="0"/>
              <a:t> </a:t>
            </a:r>
            <a:r>
              <a:rPr lang="en-US" dirty="0" smtClean="0"/>
              <a:t>CHANTE LE NOM DE JÉSUS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 Sing the Name of Jesus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9-JÉSUS JÉSUS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 JÉSUS </a:t>
            </a:r>
            <a:r>
              <a:rPr lang="en-US" dirty="0" err="1" smtClean="0"/>
              <a:t>JÉSUS</a:t>
            </a:r>
            <a:r>
              <a:rPr lang="en-US" dirty="0" smtClean="0"/>
              <a:t>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  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en-US" dirty="0" smtClean="0"/>
              <a:t>1-Oh oh…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</a:t>
            </a:r>
            <a:r>
              <a:rPr lang="en-US" sz="1050" dirty="0" smtClean="0"/>
              <a:t>PLUS FORT QUE TOUTES LES PEURS </a:t>
            </a:r>
            <a:r>
              <a:rPr lang="fr-FR" sz="1050" dirty="0" smtClean="0"/>
              <a:t> </a:t>
            </a:r>
            <a:r>
              <a:rPr lang="en-US" sz="1050" dirty="0" smtClean="0"/>
              <a:t>ET PLUS FORT QUE L’ENNEMI</a:t>
            </a:r>
          </a:p>
          <a:p>
            <a:pPr>
              <a:defRPr/>
            </a:pPr>
            <a:r>
              <a:rPr lang="en-US" dirty="0" smtClean="0"/>
              <a:t>    Louder than the voice of fear</a:t>
            </a:r>
            <a:r>
              <a:rPr lang="fr-FR" dirty="0" smtClean="0"/>
              <a:t> </a:t>
            </a:r>
            <a:r>
              <a:rPr lang="en-US" dirty="0" smtClean="0"/>
              <a:t>Stronger than the enemy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3-BIEN HAUT POUR QUE TOUS ENTENDENT </a:t>
            </a:r>
            <a:r>
              <a:rPr lang="fr-FR" dirty="0" smtClean="0"/>
              <a:t> </a:t>
            </a:r>
            <a:r>
              <a:rPr lang="en-US" dirty="0" smtClean="0"/>
              <a:t>CHANTE LE NOM DE JÉSUS 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 Lifted up for all to hear</a:t>
            </a:r>
            <a:r>
              <a:rPr lang="fr-FR" dirty="0" smtClean="0"/>
              <a:t> </a:t>
            </a:r>
            <a:r>
              <a:rPr lang="en-US" dirty="0" smtClean="0"/>
              <a:t>Sing the Name of 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4-CHANTE LE NOM DE JÉSUS EN TOUT TEMPS X3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en-US" dirty="0" smtClean="0"/>
              <a:t>	     Sing the Name of Jesus</a:t>
            </a:r>
            <a:r>
              <a:rPr lang="fr-FR" dirty="0" smtClean="0"/>
              <a:t> </a:t>
            </a:r>
            <a:r>
              <a:rPr lang="en-US" dirty="0" smtClean="0"/>
              <a:t>Overall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5-PLUS BRILLANT QUE LES ÉTOILES </a:t>
            </a:r>
            <a:r>
              <a:rPr lang="fr-FR" dirty="0" smtClean="0"/>
              <a:t> </a:t>
            </a:r>
            <a:r>
              <a:rPr lang="en-US" dirty="0" smtClean="0"/>
              <a:t>PLUS HAUT QUE LES LIEUX CÉLESTES</a:t>
            </a:r>
          </a:p>
          <a:p>
            <a:pPr>
              <a:defRPr/>
            </a:pPr>
            <a:r>
              <a:rPr lang="en-US" dirty="0" smtClean="0"/>
              <a:t>    Brighter than a million stars</a:t>
            </a:r>
            <a:r>
              <a:rPr lang="fr-FR" dirty="0" smtClean="0"/>
              <a:t> </a:t>
            </a:r>
            <a:r>
              <a:rPr lang="en-US" dirty="0" smtClean="0"/>
              <a:t>Higher than the </a:t>
            </a:r>
            <a:r>
              <a:rPr lang="en-US" dirty="0" err="1" smtClean="0"/>
              <a:t>Heavenlies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6-LE SON DES COEURS QU'IL A SAUVÉ </a:t>
            </a:r>
          </a:p>
          <a:p>
            <a:pPr>
              <a:defRPr/>
            </a:pPr>
            <a:r>
              <a:rPr lang="en-US" dirty="0" smtClean="0"/>
              <a:t>      The sound of every rescued heart</a:t>
            </a:r>
          </a:p>
          <a:p>
            <a:pPr>
              <a:defRPr/>
            </a:pPr>
            <a:r>
              <a:rPr lang="en-US" dirty="0" smtClean="0"/>
              <a:t>7-CHANTE LE NOM DE JÉSUS</a:t>
            </a:r>
            <a:r>
              <a:rPr lang="fr-FR" dirty="0" smtClean="0"/>
              <a:t> </a:t>
            </a:r>
            <a:r>
              <a:rPr lang="en-US" dirty="0" smtClean="0"/>
              <a:t>CHANTE LE NOM DE JÉSUS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 Sing the Name of Jesus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9-JÉSUS JÉSUS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 JÉSUS </a:t>
            </a:r>
            <a:r>
              <a:rPr lang="en-US" dirty="0" err="1" smtClean="0"/>
              <a:t>JÉSUS</a:t>
            </a:r>
            <a:r>
              <a:rPr lang="en-US" dirty="0" smtClean="0"/>
              <a:t>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  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1-Oh oh…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</a:t>
            </a:r>
            <a:r>
              <a:rPr lang="en-US" sz="1050" dirty="0" smtClean="0"/>
              <a:t>PLUS FORT QUE TOUTES LES PEURS </a:t>
            </a:r>
            <a:r>
              <a:rPr lang="fr-FR" sz="1050" dirty="0" smtClean="0"/>
              <a:t> </a:t>
            </a:r>
            <a:r>
              <a:rPr lang="en-US" sz="1050" dirty="0" smtClean="0"/>
              <a:t>ET PLUS FORT QUE L’ENNEMI</a:t>
            </a:r>
          </a:p>
          <a:p>
            <a:pPr>
              <a:defRPr/>
            </a:pPr>
            <a:r>
              <a:rPr lang="en-US" dirty="0" smtClean="0"/>
              <a:t>    Louder than the voice of fear</a:t>
            </a:r>
            <a:r>
              <a:rPr lang="fr-FR" dirty="0" smtClean="0"/>
              <a:t> </a:t>
            </a:r>
            <a:r>
              <a:rPr lang="en-US" dirty="0" smtClean="0"/>
              <a:t>Stronger than the enemy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3-BIEN HAUT POUR QUE TOUS ENTENDENT </a:t>
            </a:r>
            <a:r>
              <a:rPr lang="fr-FR" dirty="0" smtClean="0"/>
              <a:t> </a:t>
            </a:r>
            <a:r>
              <a:rPr lang="en-US" dirty="0" smtClean="0"/>
              <a:t>CHANTE LE NOM DE JÉSUS 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 Lifted up for all to hear</a:t>
            </a:r>
            <a:r>
              <a:rPr lang="fr-FR" dirty="0" smtClean="0"/>
              <a:t> </a:t>
            </a:r>
            <a:r>
              <a:rPr lang="en-US" dirty="0" smtClean="0"/>
              <a:t>Sing the Name of 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4-CHANTE LE NOM DE JÉSUS EN TOUT TEMPS X3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en-US" dirty="0" smtClean="0"/>
              <a:t>	     Sing the Name of Jesus</a:t>
            </a:r>
            <a:r>
              <a:rPr lang="fr-FR" dirty="0" smtClean="0"/>
              <a:t> </a:t>
            </a:r>
            <a:r>
              <a:rPr lang="en-US" dirty="0" smtClean="0"/>
              <a:t>Overall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5-PLUS BRILLANT QUE LES ÉTOILES </a:t>
            </a:r>
            <a:r>
              <a:rPr lang="fr-FR" dirty="0" smtClean="0"/>
              <a:t> </a:t>
            </a:r>
            <a:r>
              <a:rPr lang="en-US" dirty="0" smtClean="0"/>
              <a:t>PLUS HAUT QUE LES LIEUX CÉLESTES</a:t>
            </a:r>
          </a:p>
          <a:p>
            <a:pPr>
              <a:defRPr/>
            </a:pPr>
            <a:r>
              <a:rPr lang="en-US" dirty="0" smtClean="0"/>
              <a:t>    Brighter than a million stars</a:t>
            </a:r>
            <a:r>
              <a:rPr lang="fr-FR" dirty="0" smtClean="0"/>
              <a:t> </a:t>
            </a:r>
            <a:r>
              <a:rPr lang="en-US" dirty="0" smtClean="0"/>
              <a:t>Higher than the </a:t>
            </a:r>
            <a:r>
              <a:rPr lang="en-US" dirty="0" err="1" smtClean="0"/>
              <a:t>Heavenlies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6-LE SON DES COEURS QU'IL A SAUVÉ </a:t>
            </a:r>
          </a:p>
          <a:p>
            <a:pPr>
              <a:defRPr/>
            </a:pPr>
            <a:r>
              <a:rPr lang="en-US" dirty="0" smtClean="0"/>
              <a:t>      The sound of every rescued heart</a:t>
            </a:r>
          </a:p>
          <a:p>
            <a:pPr>
              <a:defRPr/>
            </a:pPr>
            <a:r>
              <a:rPr lang="en-US" dirty="0" smtClean="0"/>
              <a:t>7-CHANTE LE NOM DE JÉSUS</a:t>
            </a:r>
            <a:r>
              <a:rPr lang="fr-FR" dirty="0" smtClean="0"/>
              <a:t> </a:t>
            </a:r>
            <a:r>
              <a:rPr lang="en-US" dirty="0" smtClean="0"/>
              <a:t>CHANTE LE NOM DE JÉSUS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 Sing the Name of Jesus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9-JÉSUS JÉSUS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 JÉSUS </a:t>
            </a:r>
            <a:r>
              <a:rPr lang="en-US" dirty="0" err="1" smtClean="0"/>
              <a:t>JÉSUS</a:t>
            </a:r>
            <a:r>
              <a:rPr lang="en-US" dirty="0" smtClean="0"/>
              <a:t>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  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1-Oh oh…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</a:t>
            </a:r>
            <a:r>
              <a:rPr lang="en-US" sz="1050" dirty="0" smtClean="0"/>
              <a:t>PLUS FORT QUE TOUTES LES PEURS </a:t>
            </a:r>
            <a:r>
              <a:rPr lang="fr-FR" sz="1050" dirty="0" smtClean="0"/>
              <a:t> </a:t>
            </a:r>
            <a:r>
              <a:rPr lang="en-US" sz="1050" dirty="0" smtClean="0"/>
              <a:t>ET PLUS FORT QUE L’ENNEMI</a:t>
            </a:r>
          </a:p>
          <a:p>
            <a:pPr>
              <a:defRPr/>
            </a:pPr>
            <a:r>
              <a:rPr lang="en-US" dirty="0" smtClean="0"/>
              <a:t>    Louder than the voice of fear</a:t>
            </a:r>
            <a:r>
              <a:rPr lang="fr-FR" dirty="0" smtClean="0"/>
              <a:t> </a:t>
            </a:r>
            <a:r>
              <a:rPr lang="en-US" dirty="0" smtClean="0"/>
              <a:t>Stronger than the enemy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3-BIEN HAUT POUR QUE TOUS ENTENDENT </a:t>
            </a:r>
            <a:r>
              <a:rPr lang="fr-FR" dirty="0" smtClean="0"/>
              <a:t> </a:t>
            </a:r>
            <a:r>
              <a:rPr lang="en-US" dirty="0" smtClean="0"/>
              <a:t>CHANTE LE NOM DE JÉSUS 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 Lifted up for all to hear</a:t>
            </a:r>
            <a:r>
              <a:rPr lang="fr-FR" dirty="0" smtClean="0"/>
              <a:t> </a:t>
            </a:r>
            <a:r>
              <a:rPr lang="en-US" dirty="0" smtClean="0"/>
              <a:t>Sing the Name of 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4-CHANTE LE NOM DE JÉSUS EN TOUT TEMPS X3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en-US" dirty="0" smtClean="0"/>
              <a:t>	     Sing the Name of Jesus</a:t>
            </a:r>
            <a:r>
              <a:rPr lang="fr-FR" dirty="0" smtClean="0"/>
              <a:t> </a:t>
            </a:r>
            <a:r>
              <a:rPr lang="en-US" dirty="0" smtClean="0"/>
              <a:t>Overall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5-PLUS BRILLANT QUE LES ÉTOILES </a:t>
            </a:r>
            <a:r>
              <a:rPr lang="fr-FR" dirty="0" smtClean="0"/>
              <a:t> </a:t>
            </a:r>
            <a:r>
              <a:rPr lang="en-US" dirty="0" smtClean="0"/>
              <a:t>PLUS HAUT QUE LES LIEUX CÉLESTES</a:t>
            </a:r>
          </a:p>
          <a:p>
            <a:pPr>
              <a:defRPr/>
            </a:pPr>
            <a:r>
              <a:rPr lang="en-US" dirty="0" smtClean="0"/>
              <a:t>    Brighter than a million stars</a:t>
            </a:r>
            <a:r>
              <a:rPr lang="fr-FR" dirty="0" smtClean="0"/>
              <a:t> </a:t>
            </a:r>
            <a:r>
              <a:rPr lang="en-US" dirty="0" smtClean="0"/>
              <a:t>Higher than the </a:t>
            </a:r>
            <a:r>
              <a:rPr lang="en-US" dirty="0" err="1" smtClean="0"/>
              <a:t>Heavenlies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6-LE SON DES COEURS QU'IL A SAUVÉ </a:t>
            </a:r>
          </a:p>
          <a:p>
            <a:pPr>
              <a:defRPr/>
            </a:pPr>
            <a:r>
              <a:rPr lang="en-US" dirty="0" smtClean="0"/>
              <a:t>      The sound of every rescued heart</a:t>
            </a:r>
          </a:p>
          <a:p>
            <a:pPr>
              <a:defRPr/>
            </a:pPr>
            <a:r>
              <a:rPr lang="en-US" dirty="0" smtClean="0"/>
              <a:t>7-CHANTE LE NOM DE JÉSUS</a:t>
            </a:r>
            <a:r>
              <a:rPr lang="fr-FR" dirty="0" smtClean="0"/>
              <a:t> </a:t>
            </a:r>
            <a:r>
              <a:rPr lang="en-US" dirty="0" smtClean="0"/>
              <a:t>CHANTE LE NOM DE JÉSUS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 Sing the Name of Jesus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9-JÉSUS JÉSUS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 JÉSUS </a:t>
            </a:r>
            <a:r>
              <a:rPr lang="en-US" dirty="0" err="1" smtClean="0"/>
              <a:t>JÉSUS</a:t>
            </a:r>
            <a:r>
              <a:rPr lang="en-US" dirty="0" smtClean="0"/>
              <a:t>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  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1-Oh oh…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</a:t>
            </a:r>
            <a:r>
              <a:rPr lang="en-US" sz="1050" dirty="0" smtClean="0"/>
              <a:t>PLUS FORT QUE TOUTES LES PEURS </a:t>
            </a:r>
            <a:r>
              <a:rPr lang="fr-FR" sz="1050" dirty="0" smtClean="0"/>
              <a:t> </a:t>
            </a:r>
            <a:r>
              <a:rPr lang="en-US" sz="1050" dirty="0" smtClean="0"/>
              <a:t>ET PLUS FORT QUE L’ENNEMI</a:t>
            </a:r>
          </a:p>
          <a:p>
            <a:pPr>
              <a:defRPr/>
            </a:pPr>
            <a:r>
              <a:rPr lang="en-US" dirty="0" smtClean="0"/>
              <a:t>    Louder than the voice of fear</a:t>
            </a:r>
            <a:r>
              <a:rPr lang="fr-FR" dirty="0" smtClean="0"/>
              <a:t> </a:t>
            </a:r>
            <a:r>
              <a:rPr lang="en-US" dirty="0" smtClean="0"/>
              <a:t>Stronger than the enemy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3-BIEN HAUT POUR QUE TOUS ENTENDENT </a:t>
            </a:r>
            <a:r>
              <a:rPr lang="fr-FR" dirty="0" smtClean="0"/>
              <a:t> </a:t>
            </a:r>
            <a:r>
              <a:rPr lang="en-US" dirty="0" smtClean="0"/>
              <a:t>CHANTE LE NOM DE JÉSUS 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 Lifted up for all to hear</a:t>
            </a:r>
            <a:r>
              <a:rPr lang="fr-FR" dirty="0" smtClean="0"/>
              <a:t> </a:t>
            </a:r>
            <a:r>
              <a:rPr lang="en-US" dirty="0" smtClean="0"/>
              <a:t>Sing the Name of 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4-CHANTE LE NOM DE JÉSUS EN TOUT TEMPS X3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en-US" dirty="0" smtClean="0"/>
              <a:t>	     Sing the Name of Jesus</a:t>
            </a:r>
            <a:r>
              <a:rPr lang="fr-FR" dirty="0" smtClean="0"/>
              <a:t> </a:t>
            </a:r>
            <a:r>
              <a:rPr lang="en-US" dirty="0" smtClean="0"/>
              <a:t>Overall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5-PLUS BRILLANT QUE LES ÉTOILES </a:t>
            </a:r>
            <a:r>
              <a:rPr lang="fr-FR" dirty="0" smtClean="0"/>
              <a:t> </a:t>
            </a:r>
            <a:r>
              <a:rPr lang="en-US" dirty="0" smtClean="0"/>
              <a:t>PLUS HAUT QUE LES LIEUX CÉLESTES</a:t>
            </a:r>
          </a:p>
          <a:p>
            <a:pPr>
              <a:defRPr/>
            </a:pPr>
            <a:r>
              <a:rPr lang="en-US" dirty="0" smtClean="0"/>
              <a:t>    Brighter than a million stars</a:t>
            </a:r>
            <a:r>
              <a:rPr lang="fr-FR" dirty="0" smtClean="0"/>
              <a:t> </a:t>
            </a:r>
            <a:r>
              <a:rPr lang="en-US" dirty="0" smtClean="0"/>
              <a:t>Higher than the </a:t>
            </a:r>
            <a:r>
              <a:rPr lang="en-US" dirty="0" err="1" smtClean="0"/>
              <a:t>Heavenlies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6-LE SON DES COEURS QU'IL A SAUVÉ </a:t>
            </a:r>
          </a:p>
          <a:p>
            <a:pPr>
              <a:defRPr/>
            </a:pPr>
            <a:r>
              <a:rPr lang="en-US" dirty="0" smtClean="0"/>
              <a:t>      The sound of every rescued heart</a:t>
            </a:r>
          </a:p>
          <a:p>
            <a:pPr>
              <a:defRPr/>
            </a:pPr>
            <a:r>
              <a:rPr lang="en-US" dirty="0" smtClean="0"/>
              <a:t>7-CHANTE LE NOM DE JÉSUS</a:t>
            </a:r>
            <a:r>
              <a:rPr lang="fr-FR" dirty="0" smtClean="0"/>
              <a:t> </a:t>
            </a:r>
            <a:r>
              <a:rPr lang="en-US" dirty="0" smtClean="0"/>
              <a:t>CHANTE LE NOM DE JÉSUS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 Sing the Name of Jesus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9-JÉSUS JÉSUS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 JÉSUS </a:t>
            </a:r>
            <a:r>
              <a:rPr lang="en-US" dirty="0" err="1" smtClean="0"/>
              <a:t>JÉSUS</a:t>
            </a:r>
            <a:r>
              <a:rPr lang="en-US" dirty="0" smtClean="0"/>
              <a:t>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  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1-Oh oh…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</a:t>
            </a:r>
            <a:r>
              <a:rPr lang="en-US" sz="1050" dirty="0" smtClean="0"/>
              <a:t>PLUS FORT QUE TOUTES LES PEURS </a:t>
            </a:r>
            <a:r>
              <a:rPr lang="fr-FR" sz="1050" dirty="0" smtClean="0"/>
              <a:t> </a:t>
            </a:r>
            <a:r>
              <a:rPr lang="en-US" sz="1050" dirty="0" smtClean="0"/>
              <a:t>ET PLUS FORT QUE L’ENNEMI</a:t>
            </a:r>
          </a:p>
          <a:p>
            <a:pPr>
              <a:defRPr/>
            </a:pPr>
            <a:r>
              <a:rPr lang="en-US" dirty="0" smtClean="0"/>
              <a:t>    Louder than the voice of fear</a:t>
            </a:r>
            <a:r>
              <a:rPr lang="fr-FR" dirty="0" smtClean="0"/>
              <a:t> </a:t>
            </a:r>
            <a:r>
              <a:rPr lang="en-US" dirty="0" smtClean="0"/>
              <a:t>Stronger than the enemy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3-BIEN HAUT POUR QUE TOUS ENTENDENT </a:t>
            </a:r>
            <a:r>
              <a:rPr lang="fr-FR" dirty="0" smtClean="0"/>
              <a:t> </a:t>
            </a:r>
            <a:r>
              <a:rPr lang="en-US" dirty="0" smtClean="0"/>
              <a:t>CHANTE LE NOM DE JÉSUS 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 Lifted up for all to hear</a:t>
            </a:r>
            <a:r>
              <a:rPr lang="fr-FR" dirty="0" smtClean="0"/>
              <a:t> </a:t>
            </a:r>
            <a:r>
              <a:rPr lang="en-US" dirty="0" smtClean="0"/>
              <a:t>Sing the Name of 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4-CHANTE LE NOM DE JÉSUS EN TOUT TEMPS X3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en-US" dirty="0" smtClean="0"/>
              <a:t>	     Sing the Name of Jesus</a:t>
            </a:r>
            <a:r>
              <a:rPr lang="fr-FR" dirty="0" smtClean="0"/>
              <a:t> </a:t>
            </a:r>
            <a:r>
              <a:rPr lang="en-US" dirty="0" smtClean="0"/>
              <a:t>Overall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5-PLUS BRILLANT QUE LES ÉTOILES </a:t>
            </a:r>
            <a:r>
              <a:rPr lang="fr-FR" dirty="0" smtClean="0"/>
              <a:t> </a:t>
            </a:r>
            <a:r>
              <a:rPr lang="en-US" dirty="0" smtClean="0"/>
              <a:t>PLUS HAUT QUE LES LIEUX CÉLESTES</a:t>
            </a:r>
          </a:p>
          <a:p>
            <a:pPr>
              <a:defRPr/>
            </a:pPr>
            <a:r>
              <a:rPr lang="en-US" dirty="0" smtClean="0"/>
              <a:t>    Brighter than a million stars</a:t>
            </a:r>
            <a:r>
              <a:rPr lang="fr-FR" dirty="0" smtClean="0"/>
              <a:t> </a:t>
            </a:r>
            <a:r>
              <a:rPr lang="en-US" dirty="0" smtClean="0"/>
              <a:t>Higher than the </a:t>
            </a:r>
            <a:r>
              <a:rPr lang="en-US" dirty="0" err="1" smtClean="0"/>
              <a:t>Heavenlies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6-LE SON DES COEURS QU'IL A SAUVÉ </a:t>
            </a:r>
          </a:p>
          <a:p>
            <a:pPr>
              <a:defRPr/>
            </a:pPr>
            <a:r>
              <a:rPr lang="en-US" dirty="0" smtClean="0"/>
              <a:t>      The sound of every rescued heart</a:t>
            </a:r>
          </a:p>
          <a:p>
            <a:pPr>
              <a:defRPr/>
            </a:pPr>
            <a:r>
              <a:rPr lang="en-US" dirty="0" smtClean="0"/>
              <a:t>7-CHANTE LE NOM DE JÉSUS</a:t>
            </a:r>
            <a:r>
              <a:rPr lang="fr-FR" dirty="0" smtClean="0"/>
              <a:t> </a:t>
            </a:r>
            <a:r>
              <a:rPr lang="en-US" dirty="0" smtClean="0"/>
              <a:t>CHANTE LE NOM DE JÉSUS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 Sing the Name of Jesus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9-JÉSUS JÉSUS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 JÉSUS </a:t>
            </a:r>
            <a:r>
              <a:rPr lang="en-US" dirty="0" err="1" smtClean="0"/>
              <a:t>JÉSUS</a:t>
            </a:r>
            <a:r>
              <a:rPr lang="en-US" dirty="0" smtClean="0"/>
              <a:t>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  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1-Oh oh…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</a:t>
            </a:r>
            <a:r>
              <a:rPr lang="en-US" sz="1050" dirty="0" smtClean="0"/>
              <a:t>PLUS FORT QUE TOUTES LES PEURS </a:t>
            </a:r>
            <a:r>
              <a:rPr lang="fr-FR" sz="1050" dirty="0" smtClean="0"/>
              <a:t> </a:t>
            </a:r>
            <a:r>
              <a:rPr lang="en-US" sz="1050" dirty="0" smtClean="0"/>
              <a:t>ET PLUS FORT QUE L’ENNEMI</a:t>
            </a:r>
          </a:p>
          <a:p>
            <a:pPr>
              <a:defRPr/>
            </a:pPr>
            <a:r>
              <a:rPr lang="en-US" dirty="0" smtClean="0"/>
              <a:t>    Louder than the voice of fear</a:t>
            </a:r>
            <a:r>
              <a:rPr lang="fr-FR" dirty="0" smtClean="0"/>
              <a:t> </a:t>
            </a:r>
            <a:r>
              <a:rPr lang="en-US" dirty="0" smtClean="0"/>
              <a:t>Stronger than the enemy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3-BIEN HAUT POUR QUE TOUS ENTENDENT </a:t>
            </a:r>
            <a:r>
              <a:rPr lang="fr-FR" dirty="0" smtClean="0"/>
              <a:t> </a:t>
            </a:r>
            <a:r>
              <a:rPr lang="en-US" dirty="0" smtClean="0"/>
              <a:t>CHANTE LE NOM DE JÉSUS 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 Lifted up for all to hear</a:t>
            </a:r>
            <a:r>
              <a:rPr lang="fr-FR" dirty="0" smtClean="0"/>
              <a:t> </a:t>
            </a:r>
            <a:r>
              <a:rPr lang="en-US" dirty="0" smtClean="0"/>
              <a:t>Sing the Name of 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4-CHANTE LE NOM DE JÉSUS EN TOUT TEMPS X3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en-US" dirty="0" smtClean="0"/>
              <a:t>	     Sing the Name of Jesus</a:t>
            </a:r>
            <a:r>
              <a:rPr lang="fr-FR" dirty="0" smtClean="0"/>
              <a:t> </a:t>
            </a:r>
            <a:r>
              <a:rPr lang="en-US" dirty="0" smtClean="0"/>
              <a:t>Overall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5-PLUS BRILLANT QUE LES ÉTOILES </a:t>
            </a:r>
            <a:r>
              <a:rPr lang="fr-FR" dirty="0" smtClean="0"/>
              <a:t> </a:t>
            </a:r>
            <a:r>
              <a:rPr lang="en-US" dirty="0" smtClean="0"/>
              <a:t>PLUS HAUT QUE LES LIEUX CÉLESTES</a:t>
            </a:r>
          </a:p>
          <a:p>
            <a:pPr>
              <a:defRPr/>
            </a:pPr>
            <a:r>
              <a:rPr lang="en-US" dirty="0" smtClean="0"/>
              <a:t>    Brighter than a million stars</a:t>
            </a:r>
            <a:r>
              <a:rPr lang="fr-FR" dirty="0" smtClean="0"/>
              <a:t> </a:t>
            </a:r>
            <a:r>
              <a:rPr lang="en-US" dirty="0" smtClean="0"/>
              <a:t>Higher than the </a:t>
            </a:r>
            <a:r>
              <a:rPr lang="en-US" dirty="0" err="1" smtClean="0"/>
              <a:t>Heavenlies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6-LE SON DES COEURS QU'IL A SAUVÉ </a:t>
            </a:r>
          </a:p>
          <a:p>
            <a:pPr>
              <a:defRPr/>
            </a:pPr>
            <a:r>
              <a:rPr lang="en-US" dirty="0" smtClean="0"/>
              <a:t>      The sound of every rescued heart</a:t>
            </a:r>
          </a:p>
          <a:p>
            <a:pPr>
              <a:defRPr/>
            </a:pPr>
            <a:r>
              <a:rPr lang="en-US" dirty="0" smtClean="0"/>
              <a:t>7-CHANTE LE NOM DE JÉSUS</a:t>
            </a:r>
            <a:r>
              <a:rPr lang="fr-FR" dirty="0" smtClean="0"/>
              <a:t> </a:t>
            </a:r>
            <a:r>
              <a:rPr lang="en-US" dirty="0" smtClean="0"/>
              <a:t>CHANTE LE NOM DE JÉSUS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 Sing the Name of Jesus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9-JÉSUS JÉSUS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 JÉSUS </a:t>
            </a:r>
            <a:r>
              <a:rPr lang="en-US" dirty="0" err="1" smtClean="0"/>
              <a:t>JÉSUS</a:t>
            </a:r>
            <a:r>
              <a:rPr lang="en-US" dirty="0" smtClean="0"/>
              <a:t>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  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1-Oh oh…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</a:t>
            </a:r>
            <a:r>
              <a:rPr lang="en-US" sz="1050" dirty="0" smtClean="0"/>
              <a:t>PLUS FORT QUE TOUTES LES PEURS </a:t>
            </a:r>
            <a:r>
              <a:rPr lang="fr-FR" sz="1050" dirty="0" smtClean="0"/>
              <a:t> </a:t>
            </a:r>
            <a:r>
              <a:rPr lang="en-US" sz="1050" dirty="0" smtClean="0"/>
              <a:t>ET PLUS FORT QUE L’ENNEMI</a:t>
            </a:r>
          </a:p>
          <a:p>
            <a:pPr>
              <a:defRPr/>
            </a:pPr>
            <a:r>
              <a:rPr lang="en-US" dirty="0" smtClean="0"/>
              <a:t>    Louder than the voice of fear</a:t>
            </a:r>
            <a:r>
              <a:rPr lang="fr-FR" dirty="0" smtClean="0"/>
              <a:t> </a:t>
            </a:r>
            <a:r>
              <a:rPr lang="en-US" dirty="0" smtClean="0"/>
              <a:t>Stronger than the enemy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3-BIEN HAUT POUR QUE TOUS ENTENDENT </a:t>
            </a:r>
            <a:r>
              <a:rPr lang="fr-FR" dirty="0" smtClean="0"/>
              <a:t> </a:t>
            </a:r>
            <a:r>
              <a:rPr lang="en-US" dirty="0" smtClean="0"/>
              <a:t>CHANTE LE NOM DE JÉSUS 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 Lifted up for all to hear</a:t>
            </a:r>
            <a:r>
              <a:rPr lang="fr-FR" dirty="0" smtClean="0"/>
              <a:t> </a:t>
            </a:r>
            <a:r>
              <a:rPr lang="en-US" dirty="0" smtClean="0"/>
              <a:t>Sing the Name of 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4-CHANTE LE NOM DE JÉSUS EN TOUT TEMPS X3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en-US" dirty="0" smtClean="0"/>
              <a:t>	     Sing the Name of Jesus</a:t>
            </a:r>
            <a:r>
              <a:rPr lang="fr-FR" dirty="0" smtClean="0"/>
              <a:t> </a:t>
            </a:r>
            <a:r>
              <a:rPr lang="en-US" dirty="0" smtClean="0"/>
              <a:t>Overall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5-PLUS BRILLANT QUE LES ÉTOILES </a:t>
            </a:r>
            <a:r>
              <a:rPr lang="fr-FR" dirty="0" smtClean="0"/>
              <a:t> </a:t>
            </a:r>
            <a:r>
              <a:rPr lang="en-US" dirty="0" smtClean="0"/>
              <a:t>PLUS HAUT QUE LES LIEUX CÉLESTES</a:t>
            </a:r>
          </a:p>
          <a:p>
            <a:pPr>
              <a:defRPr/>
            </a:pPr>
            <a:r>
              <a:rPr lang="en-US" dirty="0" smtClean="0"/>
              <a:t>    Brighter than a million stars</a:t>
            </a:r>
            <a:r>
              <a:rPr lang="fr-FR" dirty="0" smtClean="0"/>
              <a:t> </a:t>
            </a:r>
            <a:r>
              <a:rPr lang="en-US" dirty="0" smtClean="0"/>
              <a:t>Higher than the </a:t>
            </a:r>
            <a:r>
              <a:rPr lang="en-US" dirty="0" err="1" smtClean="0"/>
              <a:t>Heavenlies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6-LE SON DES COEURS QU'IL A SAUVÉ </a:t>
            </a:r>
          </a:p>
          <a:p>
            <a:pPr>
              <a:defRPr/>
            </a:pPr>
            <a:r>
              <a:rPr lang="en-US" dirty="0" smtClean="0"/>
              <a:t>      The sound of every rescued heart</a:t>
            </a:r>
          </a:p>
          <a:p>
            <a:pPr>
              <a:defRPr/>
            </a:pPr>
            <a:r>
              <a:rPr lang="en-US" dirty="0" smtClean="0"/>
              <a:t>7-CHANTE LE NOM DE JÉSUS</a:t>
            </a:r>
            <a:r>
              <a:rPr lang="fr-FR" dirty="0" smtClean="0"/>
              <a:t> </a:t>
            </a:r>
            <a:r>
              <a:rPr lang="en-US" dirty="0" smtClean="0"/>
              <a:t>CHANTE LE NOM DE JÉSUS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 Sing the Name of Jesus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9-JÉSUS JÉSUS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 JÉSUS </a:t>
            </a:r>
            <a:r>
              <a:rPr lang="en-US" dirty="0" err="1" smtClean="0"/>
              <a:t>JÉSUS</a:t>
            </a:r>
            <a:r>
              <a:rPr lang="en-US" dirty="0" smtClean="0"/>
              <a:t>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  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1-Oh oh…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</a:t>
            </a:r>
            <a:r>
              <a:rPr lang="en-US" sz="1050" dirty="0" smtClean="0"/>
              <a:t>PLUS FORT QUE TOUTES LES PEURS </a:t>
            </a:r>
            <a:r>
              <a:rPr lang="fr-FR" sz="1050" dirty="0" smtClean="0"/>
              <a:t> </a:t>
            </a:r>
            <a:r>
              <a:rPr lang="en-US" sz="1050" dirty="0" smtClean="0"/>
              <a:t>ET PLUS FORT QUE L’ENNEMI</a:t>
            </a:r>
          </a:p>
          <a:p>
            <a:pPr>
              <a:defRPr/>
            </a:pPr>
            <a:r>
              <a:rPr lang="en-US" dirty="0" smtClean="0"/>
              <a:t>    Louder than the voice of fear</a:t>
            </a:r>
            <a:r>
              <a:rPr lang="fr-FR" dirty="0" smtClean="0"/>
              <a:t> </a:t>
            </a:r>
            <a:r>
              <a:rPr lang="en-US" dirty="0" smtClean="0"/>
              <a:t>Stronger than the enemy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3-BIEN HAUT POUR QUE TOUS ENTENDENT </a:t>
            </a:r>
            <a:r>
              <a:rPr lang="fr-FR" dirty="0" smtClean="0"/>
              <a:t> </a:t>
            </a:r>
            <a:r>
              <a:rPr lang="en-US" dirty="0" smtClean="0"/>
              <a:t>CHANTE LE NOM DE JÉSUS 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 Lifted up for all to hear</a:t>
            </a:r>
            <a:r>
              <a:rPr lang="fr-FR" dirty="0" smtClean="0"/>
              <a:t> </a:t>
            </a:r>
            <a:r>
              <a:rPr lang="en-US" dirty="0" smtClean="0"/>
              <a:t>Sing the Name of 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4-CHANTE LE NOM DE JÉSUS EN TOUT TEMPS X3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en-US" dirty="0" smtClean="0"/>
              <a:t>	     Sing the Name of Jesus</a:t>
            </a:r>
            <a:r>
              <a:rPr lang="fr-FR" dirty="0" smtClean="0"/>
              <a:t> </a:t>
            </a:r>
            <a:r>
              <a:rPr lang="en-US" dirty="0" smtClean="0"/>
              <a:t>Overall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5-PLUS BRILLANT QUE LES ÉTOILES </a:t>
            </a:r>
            <a:r>
              <a:rPr lang="fr-FR" dirty="0" smtClean="0"/>
              <a:t> </a:t>
            </a:r>
            <a:r>
              <a:rPr lang="en-US" dirty="0" smtClean="0"/>
              <a:t>PLUS HAUT QUE LES LIEUX CÉLESTES</a:t>
            </a:r>
          </a:p>
          <a:p>
            <a:pPr>
              <a:defRPr/>
            </a:pPr>
            <a:r>
              <a:rPr lang="en-US" dirty="0" smtClean="0"/>
              <a:t>    Brighter than a million stars</a:t>
            </a:r>
            <a:r>
              <a:rPr lang="fr-FR" dirty="0" smtClean="0"/>
              <a:t> </a:t>
            </a:r>
            <a:r>
              <a:rPr lang="en-US" dirty="0" smtClean="0"/>
              <a:t>Higher than the </a:t>
            </a:r>
            <a:r>
              <a:rPr lang="en-US" dirty="0" err="1" smtClean="0"/>
              <a:t>Heavenlies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6-LE SON DES COEURS QU'IL A SAUVÉ </a:t>
            </a:r>
          </a:p>
          <a:p>
            <a:pPr>
              <a:defRPr/>
            </a:pPr>
            <a:r>
              <a:rPr lang="en-US" dirty="0" smtClean="0"/>
              <a:t>      The sound of every rescued heart</a:t>
            </a:r>
          </a:p>
          <a:p>
            <a:pPr>
              <a:defRPr/>
            </a:pPr>
            <a:r>
              <a:rPr lang="en-US" dirty="0" smtClean="0"/>
              <a:t>7-CHANTE LE NOM DE JÉSUS</a:t>
            </a:r>
            <a:r>
              <a:rPr lang="fr-FR" dirty="0" smtClean="0"/>
              <a:t> </a:t>
            </a:r>
            <a:r>
              <a:rPr lang="en-US" dirty="0" smtClean="0"/>
              <a:t>CHANTE LE NOM DE JÉSUS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 Sing the Name of Jesus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9-JÉSUS JÉSUS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 JÉSUS </a:t>
            </a:r>
            <a:r>
              <a:rPr lang="en-US" dirty="0" err="1" smtClean="0"/>
              <a:t>JÉSUS</a:t>
            </a:r>
            <a:r>
              <a:rPr lang="en-US" dirty="0" smtClean="0"/>
              <a:t>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  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1-Oh oh…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</a:t>
            </a:r>
            <a:r>
              <a:rPr lang="en-US" sz="1050" dirty="0" smtClean="0"/>
              <a:t>PLUS FORT QUE TOUTES LES PEURS </a:t>
            </a:r>
            <a:r>
              <a:rPr lang="fr-FR" sz="1050" dirty="0" smtClean="0"/>
              <a:t> </a:t>
            </a:r>
            <a:r>
              <a:rPr lang="en-US" sz="1050" dirty="0" smtClean="0"/>
              <a:t>ET PLUS FORT QUE L’ENNEMI</a:t>
            </a:r>
          </a:p>
          <a:p>
            <a:pPr>
              <a:defRPr/>
            </a:pPr>
            <a:r>
              <a:rPr lang="en-US" dirty="0" smtClean="0"/>
              <a:t>    Louder than the voice of fear</a:t>
            </a:r>
            <a:r>
              <a:rPr lang="fr-FR" dirty="0" smtClean="0"/>
              <a:t> </a:t>
            </a:r>
            <a:r>
              <a:rPr lang="en-US" dirty="0" smtClean="0"/>
              <a:t>Stronger than the enemy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3-BIEN HAUT POUR QUE TOUS ENTENDENT </a:t>
            </a:r>
            <a:r>
              <a:rPr lang="fr-FR" dirty="0" smtClean="0"/>
              <a:t> </a:t>
            </a:r>
            <a:r>
              <a:rPr lang="en-US" dirty="0" smtClean="0"/>
              <a:t>CHANTE LE NOM DE JÉSUS 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 Lifted up for all to hear</a:t>
            </a:r>
            <a:r>
              <a:rPr lang="fr-FR" dirty="0" smtClean="0"/>
              <a:t> </a:t>
            </a:r>
            <a:r>
              <a:rPr lang="en-US" dirty="0" smtClean="0"/>
              <a:t>Sing the Name of 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4-CHANTE LE NOM DE JÉSUS EN TOUT TEMPS X3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en-US" dirty="0" smtClean="0"/>
              <a:t>	     Sing the Name of Jesus</a:t>
            </a:r>
            <a:r>
              <a:rPr lang="fr-FR" dirty="0" smtClean="0"/>
              <a:t> </a:t>
            </a:r>
            <a:r>
              <a:rPr lang="en-US" dirty="0" smtClean="0"/>
              <a:t>Overall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5-PLUS BRILLANT QUE LES ÉTOILES </a:t>
            </a:r>
            <a:r>
              <a:rPr lang="fr-FR" dirty="0" smtClean="0"/>
              <a:t> </a:t>
            </a:r>
            <a:r>
              <a:rPr lang="en-US" dirty="0" smtClean="0"/>
              <a:t>PLUS HAUT QUE LES LIEUX CÉLESTES</a:t>
            </a:r>
          </a:p>
          <a:p>
            <a:pPr>
              <a:defRPr/>
            </a:pPr>
            <a:r>
              <a:rPr lang="en-US" dirty="0" smtClean="0"/>
              <a:t>    Brighter than a million stars</a:t>
            </a:r>
            <a:r>
              <a:rPr lang="fr-FR" dirty="0" smtClean="0"/>
              <a:t> </a:t>
            </a:r>
            <a:r>
              <a:rPr lang="en-US" dirty="0" smtClean="0"/>
              <a:t>Higher than the </a:t>
            </a:r>
            <a:r>
              <a:rPr lang="en-US" dirty="0" err="1" smtClean="0"/>
              <a:t>Heavenlies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6-LE SON DES COEURS QU'IL A SAUVÉ </a:t>
            </a:r>
          </a:p>
          <a:p>
            <a:pPr>
              <a:defRPr/>
            </a:pPr>
            <a:r>
              <a:rPr lang="en-US" dirty="0" smtClean="0"/>
              <a:t>      The sound of every rescued heart</a:t>
            </a:r>
          </a:p>
          <a:p>
            <a:pPr>
              <a:defRPr/>
            </a:pPr>
            <a:r>
              <a:rPr lang="en-US" dirty="0" smtClean="0"/>
              <a:t>7-CHANTE LE NOM DE JÉSUS</a:t>
            </a:r>
            <a:r>
              <a:rPr lang="fr-FR" dirty="0" smtClean="0"/>
              <a:t> </a:t>
            </a:r>
            <a:r>
              <a:rPr lang="en-US" dirty="0" smtClean="0"/>
              <a:t>CHANTE LE NOM DE JÉSUS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 Sing the Name of Jesus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9-JÉSUS JÉSUS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 JÉSUS </a:t>
            </a:r>
            <a:r>
              <a:rPr lang="en-US" dirty="0" err="1" smtClean="0"/>
              <a:t>JÉSUS</a:t>
            </a:r>
            <a:r>
              <a:rPr lang="en-US" dirty="0" smtClean="0"/>
              <a:t>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  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1-Oh oh…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</a:t>
            </a:r>
            <a:r>
              <a:rPr lang="en-US" sz="1050" dirty="0" smtClean="0"/>
              <a:t>PLUS FORT QUE TOUTES LES PEURS </a:t>
            </a:r>
            <a:r>
              <a:rPr lang="fr-FR" sz="1050" dirty="0" smtClean="0"/>
              <a:t> </a:t>
            </a:r>
            <a:r>
              <a:rPr lang="en-US" sz="1050" dirty="0" smtClean="0"/>
              <a:t>ET PLUS FORT QUE L’ENNEMI</a:t>
            </a:r>
          </a:p>
          <a:p>
            <a:pPr>
              <a:defRPr/>
            </a:pPr>
            <a:r>
              <a:rPr lang="en-US" dirty="0" smtClean="0"/>
              <a:t>    Louder than the voice of fear</a:t>
            </a:r>
            <a:r>
              <a:rPr lang="fr-FR" dirty="0" smtClean="0"/>
              <a:t> </a:t>
            </a:r>
            <a:r>
              <a:rPr lang="en-US" dirty="0" smtClean="0"/>
              <a:t>Stronger than the enemy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3-BIEN HAUT POUR QUE TOUS ENTENDENT </a:t>
            </a:r>
            <a:r>
              <a:rPr lang="fr-FR" dirty="0" smtClean="0"/>
              <a:t> </a:t>
            </a:r>
            <a:r>
              <a:rPr lang="en-US" dirty="0" smtClean="0"/>
              <a:t>CHANTE LE NOM DE JÉSUS 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 Lifted up for all to hear</a:t>
            </a:r>
            <a:r>
              <a:rPr lang="fr-FR" dirty="0" smtClean="0"/>
              <a:t> </a:t>
            </a:r>
            <a:r>
              <a:rPr lang="en-US" dirty="0" smtClean="0"/>
              <a:t>Sing the Name of 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4-CHANTE LE NOM DE JÉSUS EN TOUT TEMPS X3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en-US" dirty="0" smtClean="0"/>
              <a:t>	     Sing the Name of Jesus</a:t>
            </a:r>
            <a:r>
              <a:rPr lang="fr-FR" dirty="0" smtClean="0"/>
              <a:t> </a:t>
            </a:r>
            <a:r>
              <a:rPr lang="en-US" dirty="0" smtClean="0"/>
              <a:t>Overall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5-PLUS BRILLANT QUE LES ÉTOILES </a:t>
            </a:r>
            <a:r>
              <a:rPr lang="fr-FR" dirty="0" smtClean="0"/>
              <a:t> </a:t>
            </a:r>
            <a:r>
              <a:rPr lang="en-US" dirty="0" smtClean="0"/>
              <a:t>PLUS HAUT QUE LES LIEUX CÉLESTES</a:t>
            </a:r>
          </a:p>
          <a:p>
            <a:pPr>
              <a:defRPr/>
            </a:pPr>
            <a:r>
              <a:rPr lang="en-US" dirty="0" smtClean="0"/>
              <a:t>    Brighter than a million stars</a:t>
            </a:r>
            <a:r>
              <a:rPr lang="fr-FR" dirty="0" smtClean="0"/>
              <a:t> </a:t>
            </a:r>
            <a:r>
              <a:rPr lang="en-US" dirty="0" smtClean="0"/>
              <a:t>Higher than the </a:t>
            </a:r>
            <a:r>
              <a:rPr lang="en-US" dirty="0" err="1" smtClean="0"/>
              <a:t>Heavenlies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6-LE SON DES COEURS QU'IL A SAUVÉ </a:t>
            </a:r>
          </a:p>
          <a:p>
            <a:pPr>
              <a:defRPr/>
            </a:pPr>
            <a:r>
              <a:rPr lang="en-US" dirty="0" smtClean="0"/>
              <a:t>      The sound of every rescued heart</a:t>
            </a:r>
          </a:p>
          <a:p>
            <a:pPr>
              <a:defRPr/>
            </a:pPr>
            <a:r>
              <a:rPr lang="en-US" dirty="0" smtClean="0"/>
              <a:t>7-CHANTE LE NOM DE JÉSUS</a:t>
            </a:r>
            <a:r>
              <a:rPr lang="fr-FR" dirty="0" smtClean="0"/>
              <a:t> </a:t>
            </a:r>
            <a:r>
              <a:rPr lang="en-US" dirty="0" smtClean="0"/>
              <a:t>CHANTE LE NOM DE JÉSUS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 Sing the Name of Jesus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9-JÉSUS JÉSUS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 JÉSUS </a:t>
            </a:r>
            <a:r>
              <a:rPr lang="en-US" dirty="0" err="1" smtClean="0"/>
              <a:t>JÉSUS</a:t>
            </a:r>
            <a:r>
              <a:rPr lang="en-US" dirty="0" smtClean="0"/>
              <a:t>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  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en-US" dirty="0" smtClean="0"/>
              <a:t>1-Oh oh…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</a:t>
            </a:r>
            <a:r>
              <a:rPr lang="en-US" sz="1050" dirty="0" smtClean="0"/>
              <a:t>PLUS FORT QUE TOUTES LES PEURS </a:t>
            </a:r>
            <a:r>
              <a:rPr lang="fr-FR" sz="1050" dirty="0" smtClean="0"/>
              <a:t> </a:t>
            </a:r>
            <a:r>
              <a:rPr lang="en-US" sz="1050" dirty="0" smtClean="0"/>
              <a:t>ET PLUS FORT QUE L’ENNEMI</a:t>
            </a:r>
          </a:p>
          <a:p>
            <a:pPr>
              <a:defRPr/>
            </a:pPr>
            <a:r>
              <a:rPr lang="en-US" dirty="0" smtClean="0"/>
              <a:t>    Louder than the voice of fear</a:t>
            </a:r>
            <a:r>
              <a:rPr lang="fr-FR" dirty="0" smtClean="0"/>
              <a:t> </a:t>
            </a:r>
            <a:r>
              <a:rPr lang="en-US" dirty="0" smtClean="0"/>
              <a:t>Stronger than the enemy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3-BIEN HAUT POUR QUE TOUS ENTENDENT </a:t>
            </a:r>
            <a:r>
              <a:rPr lang="fr-FR" dirty="0" smtClean="0"/>
              <a:t> </a:t>
            </a:r>
            <a:r>
              <a:rPr lang="en-US" dirty="0" smtClean="0"/>
              <a:t>CHANTE LE NOM DE JÉSUS 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 Lifted up for all to hear</a:t>
            </a:r>
            <a:r>
              <a:rPr lang="fr-FR" dirty="0" smtClean="0"/>
              <a:t> </a:t>
            </a:r>
            <a:r>
              <a:rPr lang="en-US" dirty="0" smtClean="0"/>
              <a:t>Sing the Name of 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4-CHANTE LE NOM DE JÉSUS EN TOUT TEMPS X3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en-US" dirty="0" smtClean="0"/>
              <a:t>	     Sing the Name of Jesus</a:t>
            </a:r>
            <a:r>
              <a:rPr lang="fr-FR" dirty="0" smtClean="0"/>
              <a:t> </a:t>
            </a:r>
            <a:r>
              <a:rPr lang="en-US" dirty="0" smtClean="0"/>
              <a:t>Overall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COUPLET 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5-PLUS BRILLANT QUE LES ÉTOILES </a:t>
            </a:r>
            <a:r>
              <a:rPr lang="fr-FR" dirty="0" smtClean="0"/>
              <a:t> </a:t>
            </a:r>
            <a:r>
              <a:rPr lang="en-US" dirty="0" smtClean="0"/>
              <a:t>PLUS HAUT QUE LES LIEUX CÉLESTES</a:t>
            </a:r>
          </a:p>
          <a:p>
            <a:pPr>
              <a:defRPr/>
            </a:pPr>
            <a:r>
              <a:rPr lang="en-US" dirty="0" smtClean="0"/>
              <a:t>    Brighter than a million stars</a:t>
            </a:r>
            <a:r>
              <a:rPr lang="fr-FR" dirty="0" smtClean="0"/>
              <a:t> </a:t>
            </a:r>
            <a:r>
              <a:rPr lang="en-US" dirty="0" smtClean="0"/>
              <a:t>Higher than the </a:t>
            </a:r>
            <a:r>
              <a:rPr lang="en-US" dirty="0" err="1" smtClean="0"/>
              <a:t>Heavenlies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6-LE SON DES COEURS QU'IL A SAUVÉ </a:t>
            </a:r>
          </a:p>
          <a:p>
            <a:pPr>
              <a:defRPr/>
            </a:pPr>
            <a:r>
              <a:rPr lang="en-US" dirty="0" smtClean="0"/>
              <a:t>      The sound of every rescued heart</a:t>
            </a:r>
          </a:p>
          <a:p>
            <a:pPr>
              <a:defRPr/>
            </a:pPr>
            <a:r>
              <a:rPr lang="en-US" dirty="0" smtClean="0"/>
              <a:t>7-CHANTE LE NOM DE JÉSUS</a:t>
            </a:r>
            <a:r>
              <a:rPr lang="fr-FR" dirty="0" smtClean="0"/>
              <a:t> </a:t>
            </a:r>
            <a:r>
              <a:rPr lang="en-US" dirty="0" smtClean="0"/>
              <a:t>CHANTE LE NOM DE JÉSUS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     Sing the Name of Jesus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8-CRIONS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9-JÉSUS JÉSUS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10- 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	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 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PONT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11- CRIONS CE NOM</a:t>
            </a:r>
            <a:r>
              <a:rPr lang="fr-FR" dirty="0" smtClean="0"/>
              <a:t> </a:t>
            </a:r>
            <a:r>
              <a:rPr lang="en-US" dirty="0" smtClean="0"/>
              <a:t>APPELONS CE NOM</a:t>
            </a:r>
          </a:p>
          <a:p>
            <a:pPr>
              <a:defRPr/>
            </a:pPr>
            <a:r>
              <a:rPr lang="en-US" dirty="0" smtClean="0"/>
              <a:t>       The Name we shout</a:t>
            </a:r>
            <a:r>
              <a:rPr lang="fr-FR" dirty="0" smtClean="0"/>
              <a:t> </a:t>
            </a:r>
            <a:r>
              <a:rPr lang="en-US" dirty="0" smtClean="0"/>
              <a:t>The Name we call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12- JÉSUS </a:t>
            </a:r>
            <a:r>
              <a:rPr lang="en-US" dirty="0" err="1" smtClean="0"/>
              <a:t>JÉSUS</a:t>
            </a:r>
            <a:r>
              <a:rPr lang="en-US" dirty="0" smtClean="0"/>
              <a:t> EN TOUT TEMPS</a:t>
            </a:r>
            <a:r>
              <a:rPr lang="fr-FR" dirty="0" smtClean="0"/>
              <a:t> </a:t>
            </a:r>
            <a:r>
              <a:rPr lang="en-US" dirty="0" smtClean="0"/>
              <a:t>CE DONNE L’ESPOIR</a:t>
            </a:r>
          </a:p>
          <a:p>
            <a:pPr>
              <a:defRPr/>
            </a:pPr>
            <a:r>
              <a:rPr lang="en-US" dirty="0" smtClean="0"/>
              <a:t>       </a:t>
            </a:r>
            <a:r>
              <a:rPr lang="en-US" dirty="0" err="1" smtClean="0"/>
              <a:t>Jésus</a:t>
            </a:r>
            <a:r>
              <a:rPr lang="en-US" dirty="0" smtClean="0"/>
              <a:t> Jesus over all</a:t>
            </a:r>
            <a:r>
              <a:rPr lang="fr-FR" dirty="0" smtClean="0"/>
              <a:t> </a:t>
            </a:r>
            <a:r>
              <a:rPr lang="en-US" dirty="0" smtClean="0"/>
              <a:t>The Name gives hope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13-ET DONNE LA VIE</a:t>
            </a:r>
            <a:r>
              <a:rPr lang="fr-FR" dirty="0" smtClean="0"/>
              <a:t> </a:t>
            </a:r>
            <a:r>
              <a:rPr lang="en-US" dirty="0" smtClean="0"/>
              <a:t>JÉSUS </a:t>
            </a:r>
            <a:r>
              <a:rPr lang="en-US" dirty="0" err="1" smtClean="0"/>
              <a:t>JÉSUS</a:t>
            </a:r>
            <a:r>
              <a:rPr lang="en-US" dirty="0" smtClean="0"/>
              <a:t> ÉLEVÉ</a:t>
            </a:r>
          </a:p>
          <a:p>
            <a:pPr>
              <a:defRPr/>
            </a:pPr>
            <a:r>
              <a:rPr lang="en-US" dirty="0" smtClean="0"/>
              <a:t>      The Name gives life</a:t>
            </a:r>
            <a:r>
              <a:rPr lang="fr-FR" dirty="0" smtClean="0"/>
              <a:t> </a:t>
            </a:r>
            <a:r>
              <a:rPr lang="en-US" dirty="0" smtClean="0"/>
              <a:t>Jesus </a:t>
            </a:r>
            <a:r>
              <a:rPr lang="en-US" dirty="0" err="1" smtClean="0"/>
              <a:t>Jesus</a:t>
            </a:r>
            <a:r>
              <a:rPr lang="en-US" dirty="0" smtClean="0"/>
              <a:t> lifted high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  REFRAIN</a:t>
            </a:r>
            <a:r>
              <a:rPr lang="fr-FR" dirty="0" smtClean="0"/>
              <a:t> </a:t>
            </a:r>
            <a:r>
              <a:rPr lang="en-US" dirty="0" smtClean="0"/>
              <a:t>X2</a:t>
            </a:r>
            <a:endParaRPr lang="fr-FR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ALLÉLU  ALLÉLU ALLÉLUIA  ALLÉLU  
2-  NOTRE DIEU EST GRAND 
3-  IL RÈGNE EN SEIGNEUR AUCUN N’EST COMME LUI   
4-  PAS MÊME UN SEUL 
5-  LORSQUE LA NUIT EST LÀ LA PEUR VEUT ENTRER  
6-  SOUVENONS-NOUS  QU’IL A DÉJÀ GAGNÉ  
7-  EN JÉSUS CONQUÉRONS NOTRE DIEU A TRIOMPHÉ  
8-  POUR TOUJOURS LE SAUVEUR A DÉJÀ TOUT GAGNÉ  
9-  ALLÉLU  ALLÉLU ALLÉLUIA  ALLÉLU 
10-  LE ROI A PARLÉ ET C’EST ASSEZ 
11-  FIDÈLE À SES PROMESSES CHACUNE EST VRAIE 
12-  SA GRÂCE N’A PAS DE FIN NI SON AMOUR 
13-  JÉSUS LE PRINCE DE PAIX A DÉJÀ GAGNÉ 
14-  EN JÉSUS CONQUÉRONS NOTRE DIEU A TRIOMPHÉ 
15-  POUR TOUJOURS LE SAUVEUR A DÉJÀ TOUT GAGNÉ   
16-  ALLÉLU  ALLÉLU ALLÉLUIA  ALLÉLU 
17-  TU ES NOTRE VICTOIRE TU ES RESSUSCITÉ 
18-  RIEN NE PEUT  TE RENVERSER TU AS DÉJÀ GAGNÉ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B7BAE3-139D-4D4E-BBBA-0FE2185FB44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D9CC15-D9BB-4968-906C-175407DA421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487F3C-E2D4-44C4-8B0E-7C72F1448793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6D8604-92C4-4BEB-AB1B-13E458ADF3C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568E6-C10C-4398-AF76-54824114E9AA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77F32D-00E2-41EC-A096-B1C1065FBDD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640030-CC1D-46BD-A36A-BFFC85DB0DF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DE6B86-4390-4A98-89D8-A936E7C9BD0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FA9B39-0178-43F0-8EDC-C58F0035D28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16DF30-52F6-4B0D-A733-7CF63233F1DD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8E91F8-882F-40D2-A5E8-C2D33DD46C03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31BB90C1-54A5-4726-B328-9EE9E3F8A49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…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FORT QUE TOUTES LES PEURS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PLUS FORT QUE L’ENNEMI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HAUT POUR QUE TOUS ENTENDENT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LE NOM DE JÉSUS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LE NOM DE JÉSUS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TOUT TEMPS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BRILLANT QUE LES ÉTOILES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HAUT QUE LES LIEUX CÉLESTES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SON DES COEURS QU'IL A SAUVÉ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LE NOM DE JÉSUS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LE NOM DE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CRIONS CE NOM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APPELONS CE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EN TOUT TEMPS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DONNE L’ESPOIR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DONNE LA VIE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ÉLEVÉ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CRIONS CE NOM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APPELONS CE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EN TOUT TEMPS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DONNE L’ESPOIR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DONNE LA VIE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ÉLEVÉ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1624</TotalTime>
  <Words>662</Words>
  <Application>Microsoft Office PowerPoint</Application>
  <PresentationFormat>On-screen Show (4:3)</PresentationFormat>
  <Paragraphs>635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Microsoft</cp:lastModifiedBy>
  <cp:revision>167</cp:revision>
  <dcterms:created xsi:type="dcterms:W3CDTF">2002-08-17T10:50:50Z</dcterms:created>
  <dcterms:modified xsi:type="dcterms:W3CDTF">2017-12-31T02:47:27Z</dcterms:modified>
</cp:coreProperties>
</file>