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4" r:id="rId5"/>
    <p:sldId id="273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3" r:id="rId14"/>
    <p:sldId id="284" r:id="rId15"/>
    <p:sldId id="285" r:id="rId16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37956" autoAdjust="0"/>
  </p:normalViewPr>
  <p:slideViewPr>
    <p:cSldViewPr>
      <p:cViewPr varScale="1">
        <p:scale>
          <a:sx n="32" d="100"/>
          <a:sy n="32" d="100"/>
        </p:scale>
        <p:origin x="-82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C0BB8A7-AB2E-4FD1-B073-0530F67D990F}" type="datetimeFigureOut">
              <a:rPr lang="fr-FR"/>
              <a:pPr>
                <a:defRPr/>
              </a:pPr>
              <a:t>23/11/2019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626CAD4-B5F1-4AD0-AB28-C640A7258A2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Glorious</a:t>
            </a:r>
            <a:r>
              <a:rPr lang="fr-FR" dirty="0" smtClean="0"/>
              <a:t>,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and </a:t>
            </a:r>
            <a:r>
              <a:rPr lang="fr-FR" dirty="0" err="1" smtClean="0"/>
              <a:t>Glorious</a:t>
            </a:r>
            <a:r>
              <a:rPr lang="fr-FR" dirty="0" smtClean="0"/>
              <a:t>,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louder</a:t>
            </a:r>
            <a:r>
              <a:rPr lang="fr-FR" dirty="0" smtClean="0"/>
              <a:t>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.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, </a:t>
            </a:r>
            <a:r>
              <a:rPr lang="fr-FR" dirty="0" err="1" smtClean="0"/>
              <a:t>Glorious</a:t>
            </a:r>
            <a:r>
              <a:rPr lang="fr-FR" dirty="0" smtClean="0"/>
              <a:t>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You are </a:t>
            </a:r>
            <a:r>
              <a:rPr lang="fr-FR" dirty="0" err="1" smtClean="0"/>
              <a:t>glorious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You </a:t>
            </a:r>
            <a:r>
              <a:rPr lang="fr-FR" dirty="0" err="1" smtClean="0"/>
              <a:t>reign</a:t>
            </a: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ever</a:t>
            </a:r>
            <a:r>
              <a:rPr lang="fr-FR" dirty="0" smtClean="0"/>
              <a:t>. How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remains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ever</a:t>
            </a:r>
            <a:r>
              <a:rPr lang="fr-FR" dirty="0" smtClean="0"/>
              <a:t>. You </a:t>
            </a:r>
            <a:r>
              <a:rPr lang="fr-FR" dirty="0" err="1" smtClean="0"/>
              <a:t>stay</a:t>
            </a:r>
            <a:r>
              <a:rPr lang="fr-FR" dirty="0" smtClean="0"/>
              <a:t> the </a:t>
            </a:r>
            <a:r>
              <a:rPr lang="fr-FR" dirty="0" err="1" smtClean="0"/>
              <a:t>same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out,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If </a:t>
            </a:r>
            <a:r>
              <a:rPr lang="fr-FR" dirty="0" err="1" smtClean="0"/>
              <a:t>you</a:t>
            </a:r>
            <a:r>
              <a:rPr lang="fr-FR" dirty="0" smtClean="0"/>
              <a:t> know </a:t>
            </a:r>
            <a:r>
              <a:rPr lang="fr-FR" dirty="0" err="1" smtClean="0"/>
              <a:t>He’s</a:t>
            </a:r>
            <a:r>
              <a:rPr lang="fr-FR" dirty="0" smtClean="0"/>
              <a:t>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out,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For the Lord </a:t>
            </a:r>
            <a:r>
              <a:rPr lang="fr-FR" dirty="0" err="1" smtClean="0"/>
              <a:t>is</a:t>
            </a:r>
            <a:r>
              <a:rPr lang="fr-FR" dirty="0" smtClean="0"/>
              <a:t>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</a:t>
            </a:r>
            <a:r>
              <a:rPr lang="fr-FR" dirty="0" err="1" smtClean="0"/>
              <a:t>loud</a:t>
            </a:r>
            <a:r>
              <a:rPr lang="fr-FR" dirty="0" smtClean="0"/>
              <a:t> You are </a:t>
            </a:r>
            <a:r>
              <a:rPr lang="fr-FR" dirty="0" err="1" smtClean="0"/>
              <a:t>glorious</a:t>
            </a: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  	</a:t>
            </a:r>
            <a:r>
              <a:rPr lang="fr-FR" dirty="0" err="1" smtClean="0"/>
              <a:t>Glorious</a:t>
            </a:r>
            <a:r>
              <a:rPr lang="fr-FR" dirty="0" smtClean="0"/>
              <a:t>,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and </a:t>
            </a:r>
            <a:r>
              <a:rPr lang="fr-FR" dirty="0" err="1" smtClean="0"/>
              <a:t>Glorious</a:t>
            </a:r>
            <a:r>
              <a:rPr lang="fr-FR" dirty="0" smtClean="0"/>
              <a:t>,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louder</a:t>
            </a:r>
            <a:r>
              <a:rPr lang="fr-FR" dirty="0" smtClean="0"/>
              <a:t>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.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, </a:t>
            </a:r>
            <a:r>
              <a:rPr lang="fr-FR" dirty="0" err="1" smtClean="0"/>
              <a:t>Glorious</a:t>
            </a:r>
            <a:r>
              <a:rPr lang="fr-FR" dirty="0" smtClean="0"/>
              <a:t>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You are </a:t>
            </a:r>
            <a:r>
              <a:rPr lang="fr-FR" dirty="0" err="1" smtClean="0"/>
              <a:t>glorious</a:t>
            </a: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Shine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You </a:t>
            </a:r>
            <a:r>
              <a:rPr lang="fr-FR" dirty="0" err="1" smtClean="0"/>
              <a:t>shine</a:t>
            </a:r>
            <a:r>
              <a:rPr lang="fr-FR" dirty="0" smtClean="0"/>
              <a:t> for all the world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You are </a:t>
            </a:r>
            <a:r>
              <a:rPr lang="fr-FR" dirty="0" err="1" smtClean="0"/>
              <a:t>glorious</a:t>
            </a: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15-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 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Glorious</a:t>
            </a:r>
            <a:r>
              <a:rPr lang="fr-FR" dirty="0" smtClean="0"/>
              <a:t>,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and </a:t>
            </a:r>
            <a:r>
              <a:rPr lang="fr-FR" dirty="0" err="1" smtClean="0"/>
              <a:t>Glorious</a:t>
            </a:r>
            <a:r>
              <a:rPr lang="fr-FR" dirty="0" smtClean="0"/>
              <a:t>,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louder</a:t>
            </a:r>
            <a:r>
              <a:rPr lang="fr-FR" dirty="0" smtClean="0"/>
              <a:t>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.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, </a:t>
            </a:r>
            <a:r>
              <a:rPr lang="fr-FR" dirty="0" err="1" smtClean="0"/>
              <a:t>Glorious</a:t>
            </a:r>
            <a:r>
              <a:rPr lang="fr-FR" dirty="0" smtClean="0"/>
              <a:t>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You are </a:t>
            </a:r>
            <a:r>
              <a:rPr lang="fr-FR" dirty="0" err="1" smtClean="0"/>
              <a:t>glorious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You </a:t>
            </a:r>
            <a:r>
              <a:rPr lang="fr-FR" dirty="0" err="1" smtClean="0"/>
              <a:t>reign</a:t>
            </a: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ever</a:t>
            </a:r>
            <a:r>
              <a:rPr lang="fr-FR" dirty="0" smtClean="0"/>
              <a:t>. How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remains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ever</a:t>
            </a:r>
            <a:r>
              <a:rPr lang="fr-FR" dirty="0" smtClean="0"/>
              <a:t>. You </a:t>
            </a:r>
            <a:r>
              <a:rPr lang="fr-FR" dirty="0" err="1" smtClean="0"/>
              <a:t>stay</a:t>
            </a:r>
            <a:r>
              <a:rPr lang="fr-FR" dirty="0" smtClean="0"/>
              <a:t> the </a:t>
            </a:r>
            <a:r>
              <a:rPr lang="fr-FR" dirty="0" err="1" smtClean="0"/>
              <a:t>same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out,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If </a:t>
            </a:r>
            <a:r>
              <a:rPr lang="fr-FR" dirty="0" err="1" smtClean="0"/>
              <a:t>you</a:t>
            </a:r>
            <a:r>
              <a:rPr lang="fr-FR" dirty="0" smtClean="0"/>
              <a:t> know </a:t>
            </a:r>
            <a:r>
              <a:rPr lang="fr-FR" dirty="0" err="1" smtClean="0"/>
              <a:t>He’s</a:t>
            </a:r>
            <a:r>
              <a:rPr lang="fr-FR" dirty="0" smtClean="0"/>
              <a:t>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out,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For the Lord </a:t>
            </a:r>
            <a:r>
              <a:rPr lang="fr-FR" dirty="0" err="1" smtClean="0"/>
              <a:t>is</a:t>
            </a:r>
            <a:r>
              <a:rPr lang="fr-FR" dirty="0" smtClean="0"/>
              <a:t>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</a:t>
            </a:r>
            <a:r>
              <a:rPr lang="fr-FR" dirty="0" err="1" smtClean="0"/>
              <a:t>loud</a:t>
            </a:r>
            <a:r>
              <a:rPr lang="fr-FR" dirty="0" smtClean="0"/>
              <a:t> You are </a:t>
            </a:r>
            <a:r>
              <a:rPr lang="fr-FR" dirty="0" err="1" smtClean="0"/>
              <a:t>glorious</a:t>
            </a: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  	</a:t>
            </a:r>
            <a:r>
              <a:rPr lang="fr-FR" dirty="0" err="1" smtClean="0"/>
              <a:t>Glorious</a:t>
            </a:r>
            <a:r>
              <a:rPr lang="fr-FR" dirty="0" smtClean="0"/>
              <a:t>,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and </a:t>
            </a:r>
            <a:r>
              <a:rPr lang="fr-FR" dirty="0" err="1" smtClean="0"/>
              <a:t>Glorious</a:t>
            </a:r>
            <a:r>
              <a:rPr lang="fr-FR" dirty="0" smtClean="0"/>
              <a:t>,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louder</a:t>
            </a:r>
            <a:r>
              <a:rPr lang="fr-FR" dirty="0" smtClean="0"/>
              <a:t>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.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, </a:t>
            </a:r>
            <a:r>
              <a:rPr lang="fr-FR" dirty="0" err="1" smtClean="0"/>
              <a:t>Glorious</a:t>
            </a:r>
            <a:r>
              <a:rPr lang="fr-FR" dirty="0" smtClean="0"/>
              <a:t>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You are </a:t>
            </a:r>
            <a:r>
              <a:rPr lang="fr-FR" dirty="0" err="1" smtClean="0"/>
              <a:t>glorious</a:t>
            </a: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Shine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You </a:t>
            </a:r>
            <a:r>
              <a:rPr lang="fr-FR" dirty="0" err="1" smtClean="0"/>
              <a:t>shine</a:t>
            </a:r>
            <a:r>
              <a:rPr lang="fr-FR" dirty="0" smtClean="0"/>
              <a:t> for all the world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You are </a:t>
            </a:r>
            <a:r>
              <a:rPr lang="fr-FR" dirty="0" err="1" smtClean="0"/>
              <a:t>glorious</a:t>
            </a: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15-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 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GLORIEUX, LOUONS LE ROI  GLORIEUX, LEVONS NOS VOIX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DIEU, TU RÈGNES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God You reign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TOUJOURS À JAMAIS TU 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SI TU SAIS QUE TON DIEU EST BON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Shout it out loud You are glorious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GLORIEUX, LOUONS LE ROI  GLORIEUX, LEVONS NOS VOIX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glorious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BRILLE, OH JÉSUS BRILLE POUR QUE LE MONDE VOIE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glorious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OH OH OH  OH OH OH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Glorious, Shout it out and Glorious, Make it louder
	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	Glorious, Shout it out and Glorious, Make it louder
	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Jesus we shout Your name. Jesus we make Your praise, Glorious
	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1-  GLORIEUX, LOUONS LE ROI  GLORIEUX, LEVONS NOS VOIX             </a:t>
            </a:r>
          </a:p>
          <a:p>
            <a:r>
              <a:rPr lang="fr-FR" altLang="fr-FR" smtClean="0"/>
              <a:t>	Glorious, Shout it out and Glorious, Make it louder
	2-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3-  TU ES GLORIEUX  </a:t>
            </a:r>
          </a:p>
          <a:p>
            <a:r>
              <a:rPr lang="fr-FR" altLang="fr-FR" smtClean="0"/>
              <a:t>	You are glorious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4-  MON DIEU, TU RÈGNES </a:t>
            </a:r>
          </a:p>
          <a:p>
            <a:r>
              <a:rPr lang="fr-FR" altLang="fr-FR" smtClean="0"/>
              <a:t>My God You reign</a:t>
            </a:r>
          </a:p>
          <a:p>
            <a:r>
              <a:rPr lang="fr-FR" altLang="fr-FR" smtClean="0"/>
              <a:t>5-  POUR TOUJOURS À JAMAIS TU ES LE MÊME </a:t>
            </a:r>
          </a:p>
          <a:p>
            <a:r>
              <a:rPr lang="fr-FR" altLang="fr-FR" smtClean="0"/>
              <a:t>Forever and ever. How great Your name
6-  TON AMOUR DURE ÉTERNELLEMENT  TON NOM EST GRAND </a:t>
            </a:r>
          </a:p>
          <a:p>
            <a:r>
              <a:rPr lang="fr-FR" altLang="fr-FR" smtClean="0"/>
              <a:t>Your love remains Forever and ever. You stay the same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7-  CRIE DE JOIE SI TU SAIS QUE TON DIEU EST BON </a:t>
            </a:r>
          </a:p>
          <a:p>
            <a:r>
              <a:rPr lang="fr-FR" altLang="fr-FR" smtClean="0"/>
              <a:t>Shout it out, shout it out If you know He’s good
8-  CRIE DE JOIE CAR TOUJOURS  LE SEIGNEUR EST BON </a:t>
            </a:r>
          </a:p>
          <a:p>
            <a:r>
              <a:rPr lang="fr-FR" altLang="fr-FR" smtClean="0"/>
              <a:t>Sing it out, sing it out For the Lord is good
9-  LÈVE TA VOIX, IL EST GLORIEUX </a:t>
            </a:r>
          </a:p>
          <a:p>
            <a:r>
              <a:rPr lang="fr-FR" altLang="fr-FR" smtClean="0"/>
              <a:t>Shout it out loud 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	Refrain : </a:t>
            </a:r>
          </a:p>
          <a:p>
            <a:r>
              <a:rPr lang="fr-FR" altLang="fr-FR" smtClean="0"/>
              <a:t>	10-  GLORIEUX, LOUONS LE ROI  GLORIEUX, LEVONS NOS VOIX           </a:t>
            </a:r>
          </a:p>
          <a:p>
            <a:r>
              <a:rPr lang="fr-FR" altLang="fr-FR" smtClean="0"/>
              <a:t>  	Glorious, Shout it out and Glorious, Make it louder
	11-  NOUS VOULONS PROCLAMER JÉSUS, QUE TON NOM EST GLORIEUX </a:t>
            </a:r>
          </a:p>
          <a:p>
            <a:r>
              <a:rPr lang="fr-FR" altLang="fr-FR" smtClean="0"/>
              <a:t>	Jesus we shout Your name. Jesus we make Your praise, Glorious
	12-  TU ES GLORIEUX  </a:t>
            </a:r>
          </a:p>
          <a:p>
            <a:r>
              <a:rPr lang="fr-FR" altLang="fr-FR" smtClean="0"/>
              <a:t>	You are glorious</a:t>
            </a:r>
          </a:p>
          <a:p>
            <a:endParaRPr lang="fr-FR" altLang="fr-FR" smtClean="0"/>
          </a:p>
          <a:p>
            <a:r>
              <a:rPr lang="fr-FR" altLang="fr-FR" smtClean="0"/>
              <a:t>13-  BRILLE, OH JÉSUS BRILLE POUR QUE LE MONDE VOIE </a:t>
            </a:r>
          </a:p>
          <a:p>
            <a:r>
              <a:rPr lang="fr-FR" altLang="fr-FR" smtClean="0"/>
              <a:t>Shine Jesus, You shine for all the world to see </a:t>
            </a:r>
            <a:br>
              <a:rPr lang="fr-FR" altLang="fr-FR" smtClean="0"/>
            </a:br>
            <a:r>
              <a:rPr lang="fr-FR" altLang="fr-FR" smtClean="0"/>
              <a:t>
14-  TU ES GLORIEUX  </a:t>
            </a:r>
          </a:p>
          <a:p>
            <a:r>
              <a:rPr lang="fr-FR" altLang="fr-FR" smtClean="0"/>
              <a:t>You are glorious</a:t>
            </a:r>
          </a:p>
          <a:p>
            <a:r>
              <a:rPr lang="fr-FR" altLang="fr-FR" smtClean="0"/>
              <a:t>15-  OH OH OH  OH OH OH 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75565B-AB2E-4BC2-91CA-B4AA038586FA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7C53F-26FA-4F69-AB90-9A698B681D34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53F5C-B33E-45AD-905F-914C1B9B3E9B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4899E-F572-4141-A164-D114CA7349B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C3102-67F6-4700-B8D9-91FF57B23F1D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1377D-D309-4522-82A0-56C5C0E3D60A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76777-6172-45F8-9FFD-5C79E7861A6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03D756-02AD-422F-99C3-F55D62EC8A9F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C14DE-30FC-4731-81F0-274BADD1CE2D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BA772-D118-4E4C-AA59-A8185C8DD5D3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E1372-B91D-48D8-B55C-00DC29FCC99F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E4CB3650-F6EB-4FF7-92A4-DD58637E695A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GLORIEUX, LOUONS LE ROI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GLORIEUX, LEVONS NOS VOIX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PROCLAMER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QUE TON NOM EST GLORIEUX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GLORIEUX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DIEU, TU RÈGNES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À JAMAIS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MÊME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DURE ÉTERNELLEMENT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NOM EST GRAND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DE JOIE SI TU SAIS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DIEU EST BON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DE JOIE CAR TOUJOURS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EST BON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LÈVE TA VOIX, IL EST GLORIEUX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GLORIEUX, LOUONS LE ROI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GLORIEUX, LEVONS NOS VOIX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PROCLAMER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QUE TON NOM EST GLORIEUX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GLORIEUX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BRILLE, OH JÉSUS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BRILLE POUR QUE LE MONDE VOIE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GLORIEUX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113</Words>
  <Application>Microsoft Office PowerPoint</Application>
  <PresentationFormat>Affichage à l'écran (4:3)</PresentationFormat>
  <Paragraphs>835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150</cp:revision>
  <dcterms:created xsi:type="dcterms:W3CDTF">2002-08-17T10:50:50Z</dcterms:created>
  <dcterms:modified xsi:type="dcterms:W3CDTF">2019-11-23T20:22:19Z</dcterms:modified>
</cp:coreProperties>
</file>