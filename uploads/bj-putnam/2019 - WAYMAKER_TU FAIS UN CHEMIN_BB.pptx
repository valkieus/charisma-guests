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73" r:id="rId2"/>
    <p:sldId id="290" r:id="rId3"/>
    <p:sldId id="275" r:id="rId4"/>
    <p:sldId id="291" r:id="rId5"/>
    <p:sldId id="292" r:id="rId6"/>
    <p:sldId id="293" r:id="rId7"/>
    <p:sldId id="294" r:id="rId8"/>
    <p:sldId id="295" r:id="rId9"/>
    <p:sldId id="296" r:id="rId10"/>
    <p:sldId id="297" r:id="rId11"/>
    <p:sldId id="298" r:id="rId12"/>
    <p:sldId id="299" r:id="rId13"/>
    <p:sldId id="300" r:id="rId14"/>
    <p:sldId id="301" r:id="rId15"/>
    <p:sldId id="302" r:id="rId16"/>
    <p:sldId id="303" r:id="rId17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828A4"/>
    <a:srgbClr val="DF9245"/>
    <a:srgbClr val="CB69CD"/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600" autoAdjust="0"/>
    <p:restoredTop sz="34903" autoAdjust="0"/>
  </p:normalViewPr>
  <p:slideViewPr>
    <p:cSldViewPr>
      <p:cViewPr varScale="1">
        <p:scale>
          <a:sx n="36" d="100"/>
          <a:sy n="36" d="100"/>
        </p:scale>
        <p:origin x="-924" y="-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3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2DBCF637-A6AD-4758-8371-19EDEFB4AAE6}" type="datetimeFigureOut">
              <a:rPr lang="fr-FR"/>
              <a:pPr>
                <a:defRPr/>
              </a:pPr>
              <a:t>24/11/2019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5B516598-CD51-4708-99B5-B31EE0152903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TU ES LÀ PRÉSENT PARMI NOUS NOUS T’ADORONS, NOUS T’ADORONS</a:t>
            </a:r>
            <a:b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You are here, moving in our midst I worship You, I worship You
2-  TU ES LÀ, TU AGIS DANS CE LIEU NOUS T’ADORONS, NOUS T’ADORONS</a:t>
            </a:r>
            <a:b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You are here, working in this place I worship You, I worship You        x2
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3-  TU FAIS UN CHEMIN,  OPÈRE DES MIRACLES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You are Way maker, miracle worker, 
	4-  TU TIENS TES PROMESSES LUMIÈRE DANS LES TÉNÈBRES</a:t>
            </a:r>
            <a:b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promise keeper Light in the darkness, my God
	5-  MON DIEU, VOICI QUI TU ES</a:t>
            </a:r>
            <a:b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That is who You are                                 x2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6-  TU ES LÀ, TOUCHANT CHAQUE CŒUR NOUS T’ADORONS, NOUS T’ADORONS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 are here, touching every heart I worship You, I worship You
7-  TU ES LÀ, RESTAURANT NOS CŒURS NOUS T’ADORONS, NOUS T’ADORONS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 are here, healing every heart I worship You, I worship You
8-  TU ES LÀ, TU BOULEVERSES NOS VIES NOUS T’ADORONS, NOUS T’ADORONS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 are here, turning lives around I worship You, I worship You
9-  TU ES LÀ, TU RÉPARES ET GUÉRIS NOUS T’ADORONS, NOUS T’ADORONS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 are here, mending every heart I worship You, I worship You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b="0" i="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
	10-  TU FAIS UN CHEMIN OPÈRE DES MIRACLES</a:t>
            </a:r>
            <a:b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You are Way maker, miracle worker, 
	11-  TU TIENS TES PROMESSES  LUMIÈRE DANS LES TÉNÈBRES</a:t>
            </a:r>
            <a:b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promise keeper Light in the darkness, my God
	12-  MON DIEU, VOICI QUI TU ES </a:t>
            </a:r>
            <a:b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	That is who You are                                 x4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13-  VOICI QUI TU ES …       (BOUCLE)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That is who You are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Pont:
14-  MÊME QUAND JE NE LE VOIS PAS  TU AGIS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Even when I don't see it, You're working
15-  QUAND JE NE LE RESSENS PAS TU AGIS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Even when I don't feel it, You're working
16-  TU N’ARRÊTES PAS, TU N’ARRÊTES PAS D’AGIR  x2
You never stop, You never stop working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b="0" i="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TU ES LÀ PRÉSENT PARMI NOUS NOUS T’ADORONS, NOUS T’ADORONS</a:t>
            </a:r>
            <a:br>
              <a:rPr lang="fr-FR" smtClean="0"/>
            </a:br>
            <a:r>
              <a:rPr lang="fr-FR" smtClean="0"/>
              <a:t> You are here, moving in our midst I worship You, I worship You
2-  TU ES LÀ, TU AGIS DANS CE LIEU NOUS T’ADORONS, NOUS T’ADORONS</a:t>
            </a:r>
            <a:br>
              <a:rPr lang="fr-FR" smtClean="0"/>
            </a:br>
            <a:r>
              <a:rPr lang="fr-FR" smtClean="0"/>
              <a:t> You are here, working in this place I worship You, I worship You        x2
</a:t>
            </a:r>
          </a:p>
          <a:p>
            <a:r>
              <a:rPr lang="fr-FR" smtClean="0"/>
              <a:t>	Refrain:</a:t>
            </a:r>
          </a:p>
          <a:p>
            <a:r>
              <a:rPr lang="fr-FR" smtClean="0"/>
              <a:t>	3-  TU FAIS UN CHEMIN,  OPÈRE DES MIRACLES </a:t>
            </a:r>
          </a:p>
          <a:p>
            <a:r>
              <a:rPr lang="fr-FR" smtClean="0"/>
              <a:t>	You are Way maker, miracle worker, 
	4-  TU TIENS TES PROMESSES LUMIÈRE DANS LES TÉNÈBRES</a:t>
            </a:r>
            <a:br>
              <a:rPr lang="fr-FR" smtClean="0"/>
            </a:br>
            <a:r>
              <a:rPr lang="fr-FR" smtClean="0"/>
              <a:t>	promise keeper Light in the darkness, my God
	5-  MON DIEU, VOICI QUI TU ES</a:t>
            </a:r>
            <a:br>
              <a:rPr lang="fr-FR" smtClean="0"/>
            </a:br>
            <a:r>
              <a:rPr lang="fr-FR" smtClean="0"/>
              <a:t>	 That is who You are                                 x2</a:t>
            </a:r>
          </a:p>
          <a:p>
            <a:r>
              <a:rPr lang="fr-FR" smtClean="0"/>
              <a:t>
6-  TU ES LÀ, TOUCHANT CHAQUE CŒUR NOUS T’ADORONS, NOUS T’ADORONS </a:t>
            </a:r>
          </a:p>
          <a:p>
            <a:r>
              <a:rPr lang="fr-FR" smtClean="0"/>
              <a:t>You are here, touching every heart I worship You, I worship You
7-  TU ES LÀ, RESTAURANT NOS CŒURS NOUS T’ADORONS, NOUS T’ADORONS </a:t>
            </a:r>
          </a:p>
          <a:p>
            <a:r>
              <a:rPr lang="fr-FR" smtClean="0"/>
              <a:t>You are here, healing every heart I worship You, I worship You
8-  TU ES LÀ, TU BOULEVERSES NOS VIES NOUS T’ADORONS, NOUS T’ADORONS </a:t>
            </a:r>
          </a:p>
          <a:p>
            <a:r>
              <a:rPr lang="fr-FR" smtClean="0"/>
              <a:t>You are here, turning lives around I worship You, I worship You
9-  TU ES LÀ, TU RÉPARES ET GUÉRIS NOUS T’ADORONS, NOUS T’ADORONS</a:t>
            </a:r>
          </a:p>
          <a:p>
            <a:r>
              <a:rPr lang="fr-FR" smtClean="0"/>
              <a:t>You are here, mending every heart I worship You, I worship You</a:t>
            </a:r>
          </a:p>
          <a:p>
            <a:endParaRPr lang="fr-FR" smtClean="0"/>
          </a:p>
          <a:p>
            <a:r>
              <a:rPr lang="fr-FR" smtClean="0"/>
              <a:t>	Refrain:
	10-  TU FAIS UN CHEMIN OPÈRE DES MIRACLES</a:t>
            </a:r>
            <a:br>
              <a:rPr lang="fr-FR" smtClean="0"/>
            </a:br>
            <a:r>
              <a:rPr lang="fr-FR" smtClean="0"/>
              <a:t>	 You are Way maker, miracle worker, 
	11-  TU TIENS TES PROMESSES  LUMIÈRE DANS LES TÉNÈBRES</a:t>
            </a:r>
            <a:br>
              <a:rPr lang="fr-FR" smtClean="0"/>
            </a:br>
            <a:r>
              <a:rPr lang="fr-FR" smtClean="0"/>
              <a:t>	promise keeper Light in the darkness, my God
	12-  MON DIEU, VOICI QUI TU ES </a:t>
            </a:r>
            <a:br>
              <a:rPr lang="fr-FR" smtClean="0"/>
            </a:br>
            <a:r>
              <a:rPr lang="fr-FR" smtClean="0"/>
              <a:t> 	That is who You are                                 x4</a:t>
            </a:r>
          </a:p>
          <a:p>
            <a:r>
              <a:rPr lang="fr-FR" smtClean="0"/>
              <a:t>
	13-  VOICI QUI TU ES …       (BOUCLE)</a:t>
            </a:r>
          </a:p>
          <a:p>
            <a:r>
              <a:rPr lang="fr-FR" smtClean="0"/>
              <a:t>	That is who You are</a:t>
            </a:r>
          </a:p>
          <a:p>
            <a:r>
              <a:rPr lang="fr-FR" smtClean="0"/>
              <a:t>Pont:
14-  MÊME QUAND JE NE LE VOIS PAS  TU AGIS </a:t>
            </a:r>
          </a:p>
          <a:p>
            <a:r>
              <a:rPr lang="fr-FR" smtClean="0"/>
              <a:t>Even when I don't see it, You're working
15-  QUAND JE NE LE RESSENS PAS TU AGIS </a:t>
            </a:r>
          </a:p>
          <a:p>
            <a:r>
              <a:rPr lang="fr-FR" smtClean="0"/>
              <a:t>Even when I don't feel it, You're working
16-  TU N’ARRÊTES PAS, TU N’ARRÊTES PAS D’AGIR  x2
You never stop, You never stop working</a:t>
            </a:r>
          </a:p>
          <a:p>
            <a:endParaRPr lang="fr-FR" smtClean="0"/>
          </a:p>
          <a:p>
            <a:r>
              <a:rPr lang="fr-FR" smtClean="0"/>
              <a:t>	Refrain:</a:t>
            </a:r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TU ES LÀ PRÉSENT PARMI NOUS NOUS T’ADORONS, NOUS T’ADORONS</a:t>
            </a:r>
            <a:b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You are here, moving in our midst I worship You, I worship You
2-  TU ES LÀ, TU AGIS DANS CE LIEU NOUS T’ADORONS, NOUS T’ADORONS</a:t>
            </a:r>
            <a:b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You are here, working in this place I worship You, I worship You        x2
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3-  TU FAIS UN CHEMIN,  OPÈRE DES MIRACLES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You are Way maker, miracle worker, 
	4-  TU TIENS TES PROMESSES LUMIÈRE DANS LES TÉNÈBRES</a:t>
            </a:r>
            <a:b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promise keeper Light in the darkness, my God
	5-  MON DIEU, VOICI QUI TU ES</a:t>
            </a:r>
            <a:b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That is who You are                                 x2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6-  TU ES LÀ, TOUCHANT CHAQUE CŒUR NOUS T’ADORONS, NOUS T’ADORONS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 are here, touching every heart I worship You, I worship You
7-  TU ES LÀ, RESTAURANT NOS CŒURS NOUS T’ADORONS, NOUS T’ADORONS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 are here, healing every heart I worship You, I worship You
8-  TU ES LÀ, TU BOULEVERSES NOS VIES NOUS T’ADORONS, NOUS T’ADORONS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 are here, turning lives around I worship You, I worship You
9-  TU ES LÀ, TU RÉPARES ET GUÉRIS NOUS T’ADORONS, NOUS T’ADORONS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 are here, mending every heart I worship You, I worship You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b="0" i="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
	10-  TU FAIS UN CHEMIN OPÈRE DES MIRACLES</a:t>
            </a:r>
            <a:b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You are Way maker, miracle worker, 
	11-  TU TIENS TES PROMESSES  LUMIÈRE DANS LES TÉNÈBRES</a:t>
            </a:r>
            <a:b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promise keeper Light in the darkness, my God
	12-  MON DIEU, VOICI QUI TU ES </a:t>
            </a:r>
            <a:b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	That is who You are                                 x4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13-  VOICI QUI TU ES …       (BOUCLE)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That is who You are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Pont:
14-  MÊME QUAND JE NE LE VOIS PAS  TU AGIS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Even when I don't see it, You're working
15-  QUAND JE NE LE RESSENS PAS TU AGIS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Even when I don't feel it, You're working
16-  TU N’ARRÊTES PAS, TU N’ARRÊTES PAS D’AGIR  x2
You never stop, You never stop working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b="0" i="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TU ES LÀ PRÉSENT PARMI NOUS NOUS T’ADORONS, NOUS T’ADORONS</a:t>
            </a:r>
            <a:br>
              <a:rPr lang="fr-FR" smtClean="0"/>
            </a:br>
            <a:r>
              <a:rPr lang="fr-FR" smtClean="0"/>
              <a:t> You are here, moving in our midst I worship You, I worship You
2-  TU ES LÀ, TU AGIS DANS CE LIEU NOUS T’ADORONS, NOUS T’ADORONS</a:t>
            </a:r>
            <a:br>
              <a:rPr lang="fr-FR" smtClean="0"/>
            </a:br>
            <a:r>
              <a:rPr lang="fr-FR" smtClean="0"/>
              <a:t> You are here, working in this place I worship You, I worship You        x2
</a:t>
            </a:r>
          </a:p>
          <a:p>
            <a:r>
              <a:rPr lang="fr-FR" smtClean="0"/>
              <a:t>	Refrain:</a:t>
            </a:r>
          </a:p>
          <a:p>
            <a:r>
              <a:rPr lang="fr-FR" smtClean="0"/>
              <a:t>	3-  TU FAIS UN CHEMIN,  OPÈRE DES MIRACLES </a:t>
            </a:r>
          </a:p>
          <a:p>
            <a:r>
              <a:rPr lang="fr-FR" smtClean="0"/>
              <a:t>	You are Way maker, miracle worker, 
	4-  TU TIENS TES PROMESSES LUMIÈRE DANS LES TÉNÈBRES</a:t>
            </a:r>
            <a:br>
              <a:rPr lang="fr-FR" smtClean="0"/>
            </a:br>
            <a:r>
              <a:rPr lang="fr-FR" smtClean="0"/>
              <a:t>	promise keeper Light in the darkness, my God
	5-  MON DIEU, VOICI QUI TU ES</a:t>
            </a:r>
            <a:br>
              <a:rPr lang="fr-FR" smtClean="0"/>
            </a:br>
            <a:r>
              <a:rPr lang="fr-FR" smtClean="0"/>
              <a:t>	 That is who You are                                 x2</a:t>
            </a:r>
          </a:p>
          <a:p>
            <a:r>
              <a:rPr lang="fr-FR" smtClean="0"/>
              <a:t>
6-  TU ES LÀ, TOUCHANT CHAQUE CŒUR NOUS T’ADORONS, NOUS T’ADORONS </a:t>
            </a:r>
          </a:p>
          <a:p>
            <a:r>
              <a:rPr lang="fr-FR" smtClean="0"/>
              <a:t>You are here, touching every heart I worship You, I worship You
7-  TU ES LÀ, RESTAURANT NOS CŒURS NOUS T’ADORONS, NOUS T’ADORONS </a:t>
            </a:r>
          </a:p>
          <a:p>
            <a:r>
              <a:rPr lang="fr-FR" smtClean="0"/>
              <a:t>You are here, healing every heart I worship You, I worship You
8-  TU ES LÀ, TU BOULEVERSES NOS VIES NOUS T’ADORONS, NOUS T’ADORONS </a:t>
            </a:r>
          </a:p>
          <a:p>
            <a:r>
              <a:rPr lang="fr-FR" smtClean="0"/>
              <a:t>You are here, turning lives around I worship You, I worship You
9-  TU ES LÀ, TU RÉPARES ET GUÉRIS NOUS T’ADORONS, NOUS T’ADORONS</a:t>
            </a:r>
          </a:p>
          <a:p>
            <a:r>
              <a:rPr lang="fr-FR" smtClean="0"/>
              <a:t>You are here, mending every heart I worship You, I worship You</a:t>
            </a:r>
          </a:p>
          <a:p>
            <a:endParaRPr lang="fr-FR" smtClean="0"/>
          </a:p>
          <a:p>
            <a:r>
              <a:rPr lang="fr-FR" smtClean="0"/>
              <a:t>	Refrain:
	10-  TU FAIS UN CHEMIN OPÈRE DES MIRACLES</a:t>
            </a:r>
            <a:br>
              <a:rPr lang="fr-FR" smtClean="0"/>
            </a:br>
            <a:r>
              <a:rPr lang="fr-FR" smtClean="0"/>
              <a:t>	 You are Way maker, miracle worker, 
	11-  TU TIENS TES PROMESSES  LUMIÈRE DANS LES TÉNÈBRES</a:t>
            </a:r>
            <a:br>
              <a:rPr lang="fr-FR" smtClean="0"/>
            </a:br>
            <a:r>
              <a:rPr lang="fr-FR" smtClean="0"/>
              <a:t>	promise keeper Light in the darkness, my God
	12-  MON DIEU, VOICI QUI TU ES </a:t>
            </a:r>
            <a:br>
              <a:rPr lang="fr-FR" smtClean="0"/>
            </a:br>
            <a:r>
              <a:rPr lang="fr-FR" smtClean="0"/>
              <a:t> 	That is who You are                                 x4</a:t>
            </a:r>
          </a:p>
          <a:p>
            <a:r>
              <a:rPr lang="fr-FR" smtClean="0"/>
              <a:t>
	13-  VOICI QUI TU ES …       (BOUCLE)</a:t>
            </a:r>
          </a:p>
          <a:p>
            <a:r>
              <a:rPr lang="fr-FR" smtClean="0"/>
              <a:t>	That is who You are</a:t>
            </a:r>
          </a:p>
          <a:p>
            <a:r>
              <a:rPr lang="fr-FR" smtClean="0"/>
              <a:t>Pont:
14-  MÊME QUAND JE NE LE VOIS PAS  TU AGIS </a:t>
            </a:r>
          </a:p>
          <a:p>
            <a:r>
              <a:rPr lang="fr-FR" smtClean="0"/>
              <a:t>Even when I don't see it, You're working
15-  QUAND JE NE LE RESSENS PAS TU AGIS </a:t>
            </a:r>
          </a:p>
          <a:p>
            <a:r>
              <a:rPr lang="fr-FR" smtClean="0"/>
              <a:t>Even when I don't feel it, You're working
16-  TU N’ARRÊTES PAS, TU N’ARRÊTES PAS D’AGIR  x2
You never stop, You never stop working</a:t>
            </a:r>
          </a:p>
          <a:p>
            <a:endParaRPr lang="fr-FR" smtClean="0"/>
          </a:p>
          <a:p>
            <a:r>
              <a:rPr lang="fr-FR" smtClean="0"/>
              <a:t>	Refrain:</a:t>
            </a:r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TU ES LÀ PRÉSENT PARMI NOUS NOUS T’ADORONS, NOUS T’ADORONS</a:t>
            </a:r>
            <a:b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You are here, moving in our midst I worship You, I worship You
2-  TU ES LÀ, TU AGIS DANS CE LIEU NOUS T’ADORONS, NOUS T’ADORONS</a:t>
            </a:r>
            <a:b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You are here, working in this place I worship You, I worship You        x2
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3-  TU FAIS UN CHEMIN,  OPÈRE DES MIRACLES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You are Way maker, miracle worker, 
	4-  TU TIENS TES PROMESSES LUMIÈRE DANS LES TÉNÈBRES</a:t>
            </a:r>
            <a:b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promise keeper Light in the darkness, my God
	5-  MON DIEU, VOICI QUI TU ES</a:t>
            </a:r>
            <a:b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That is who You are                                 x2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6-  TU ES LÀ, TOUCHANT CHAQUE CŒUR NOUS T’ADORONS, NOUS T’ADORONS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 are here, touching every heart I worship You, I worship You
7-  TU ES LÀ, RESTAURANT NOS CŒURS NOUS T’ADORONS, NOUS T’ADORONS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 are here, healing every heart I worship You, I worship You
8-  TU ES LÀ, TU BOULEVERSES NOS VIES NOUS T’ADORONS, NOUS T’ADORONS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 are here, turning lives around I worship You, I worship You
9-  TU ES LÀ, TU RÉPARES ET GUÉRIS NOUS T’ADORONS, NOUS T’ADORONS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 are here, mending every heart I worship You, I worship You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b="0" i="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
	10-  TU FAIS UN CHEMIN OPÈRE DES MIRACLES</a:t>
            </a:r>
            <a:b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You are Way maker, miracle worker, 
	11-  TU TIENS TES PROMESSES  LUMIÈRE DANS LES TÉNÈBRES</a:t>
            </a:r>
            <a:b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promise keeper Light in the darkness, my God
	12-  MON DIEU, VOICI QUI TU ES </a:t>
            </a:r>
            <a:b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	That is who You are                                 x4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13-  VOICI QUI TU ES …       (BOUCLE)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That is who You are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Pont:
14-  MÊME QUAND JE NE LE VOIS PAS  TU AGIS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Even when I don't see it, You're working
15-  QUAND JE NE LE RESSENS PAS TU AGIS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Even when I don't feel it, You're working
16-  TU N’ARRÊTES PAS, TU N’ARRÊTES PAS D’AGIR  x2
You never stop, You never stop working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b="0" i="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TU ES LÀ PRÉSENT PARMI NOUS NOUS T’ADORONS, NOUS T’ADORONS</a:t>
            </a:r>
            <a:br>
              <a:rPr lang="fr-FR" smtClean="0"/>
            </a:br>
            <a:r>
              <a:rPr lang="fr-FR" smtClean="0"/>
              <a:t> You are here, moving in our midst I worship You, I worship You
2-  TU ES LÀ, TU AGIS DANS CE LIEU NOUS T’ADORONS, NOUS T’ADORONS</a:t>
            </a:r>
            <a:br>
              <a:rPr lang="fr-FR" smtClean="0"/>
            </a:br>
            <a:r>
              <a:rPr lang="fr-FR" smtClean="0"/>
              <a:t> You are here, working in this place I worship You, I worship You        x2
</a:t>
            </a:r>
          </a:p>
          <a:p>
            <a:r>
              <a:rPr lang="fr-FR" smtClean="0"/>
              <a:t>	Refrain:</a:t>
            </a:r>
          </a:p>
          <a:p>
            <a:r>
              <a:rPr lang="fr-FR" smtClean="0"/>
              <a:t>	3-  TU FAIS UN CHEMIN,  OPÈRE DES MIRACLES </a:t>
            </a:r>
          </a:p>
          <a:p>
            <a:r>
              <a:rPr lang="fr-FR" smtClean="0"/>
              <a:t>	You are Way maker, miracle worker, 
	4-  TU TIENS TES PROMESSES LUMIÈRE DANS LES TÉNÈBRES</a:t>
            </a:r>
            <a:br>
              <a:rPr lang="fr-FR" smtClean="0"/>
            </a:br>
            <a:r>
              <a:rPr lang="fr-FR" smtClean="0"/>
              <a:t>	promise keeper Light in the darkness, my God
	5-  MON DIEU, VOICI QUI TU ES</a:t>
            </a:r>
            <a:br>
              <a:rPr lang="fr-FR" smtClean="0"/>
            </a:br>
            <a:r>
              <a:rPr lang="fr-FR" smtClean="0"/>
              <a:t>	 That is who You are                                 x2</a:t>
            </a:r>
          </a:p>
          <a:p>
            <a:r>
              <a:rPr lang="fr-FR" smtClean="0"/>
              <a:t>
6-  TU ES LÀ, TOUCHANT CHAQUE CŒUR NOUS T’ADORONS, NOUS T’ADORONS </a:t>
            </a:r>
          </a:p>
          <a:p>
            <a:r>
              <a:rPr lang="fr-FR" smtClean="0"/>
              <a:t>You are here, touching every heart I worship You, I worship You
7-  TU ES LÀ, RESTAURANT NOS CŒURS NOUS T’ADORONS, NOUS T’ADORONS </a:t>
            </a:r>
          </a:p>
          <a:p>
            <a:r>
              <a:rPr lang="fr-FR" smtClean="0"/>
              <a:t>You are here, healing every heart I worship You, I worship You
8-  TU ES LÀ, TU BOULEVERSES NOS VIES NOUS T’ADORONS, NOUS T’ADORONS </a:t>
            </a:r>
          </a:p>
          <a:p>
            <a:r>
              <a:rPr lang="fr-FR" smtClean="0"/>
              <a:t>You are here, turning lives around I worship You, I worship You
9-  TU ES LÀ, TU RÉPARES ET GUÉRIS NOUS T’ADORONS, NOUS T’ADORONS</a:t>
            </a:r>
          </a:p>
          <a:p>
            <a:r>
              <a:rPr lang="fr-FR" smtClean="0"/>
              <a:t>You are here, mending every heart I worship You, I worship You</a:t>
            </a:r>
          </a:p>
          <a:p>
            <a:endParaRPr lang="fr-FR" smtClean="0"/>
          </a:p>
          <a:p>
            <a:r>
              <a:rPr lang="fr-FR" smtClean="0"/>
              <a:t>	Refrain:
	10-  TU FAIS UN CHEMIN OPÈRE DES MIRACLES</a:t>
            </a:r>
            <a:br>
              <a:rPr lang="fr-FR" smtClean="0"/>
            </a:br>
            <a:r>
              <a:rPr lang="fr-FR" smtClean="0"/>
              <a:t>	 You are Way maker, miracle worker, 
	11-  TU TIENS TES PROMESSES  LUMIÈRE DANS LES TÉNÈBRES</a:t>
            </a:r>
            <a:br>
              <a:rPr lang="fr-FR" smtClean="0"/>
            </a:br>
            <a:r>
              <a:rPr lang="fr-FR" smtClean="0"/>
              <a:t>	promise keeper Light in the darkness, my God
	12-  MON DIEU, VOICI QUI TU ES </a:t>
            </a:r>
            <a:br>
              <a:rPr lang="fr-FR" smtClean="0"/>
            </a:br>
            <a:r>
              <a:rPr lang="fr-FR" smtClean="0"/>
              <a:t> 	That is who You are                                 x4</a:t>
            </a:r>
          </a:p>
          <a:p>
            <a:r>
              <a:rPr lang="fr-FR" smtClean="0"/>
              <a:t>
	13-  VOICI QUI TU ES …       (BOUCLE)</a:t>
            </a:r>
          </a:p>
          <a:p>
            <a:r>
              <a:rPr lang="fr-FR" smtClean="0"/>
              <a:t>	That is who You are</a:t>
            </a:r>
          </a:p>
          <a:p>
            <a:r>
              <a:rPr lang="fr-FR" smtClean="0"/>
              <a:t>Pont:
14-  MÊME QUAND JE NE LE VOIS PAS  TU AGIS </a:t>
            </a:r>
          </a:p>
          <a:p>
            <a:r>
              <a:rPr lang="fr-FR" smtClean="0"/>
              <a:t>Even when I don't see it, You're working
15-  QUAND JE NE LE RESSENS PAS TU AGIS </a:t>
            </a:r>
          </a:p>
          <a:p>
            <a:r>
              <a:rPr lang="fr-FR" smtClean="0"/>
              <a:t>Even when I don't feel it, You're working
16-  TU N’ARRÊTES PAS, TU N’ARRÊTES PAS D’AGIR  x2
You never stop, You never stop working</a:t>
            </a:r>
          </a:p>
          <a:p>
            <a:endParaRPr lang="fr-FR" smtClean="0"/>
          </a:p>
          <a:p>
            <a:r>
              <a:rPr lang="fr-FR" smtClean="0"/>
              <a:t>	Refrain:</a:t>
            </a:r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TU ES LÀ PRÉSENT PARMI NOUS NOUS T’ADORONS, NOUS T’ADORONS</a:t>
            </a:r>
            <a:b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You are here, moving in our midst I worship You, I worship You
2-  TU ES LÀ, TU AGIS DANS CE LIEU NOUS T’ADORONS, NOUS T’ADORONS</a:t>
            </a:r>
            <a:b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You are here, working in this place I worship You, I worship You        x2
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3-  TU FAIS UN CHEMIN,  OPÈRE DES MIRACLES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You are Way maker, miracle worker, 
	4-  TU TIENS TES PROMESSES LUMIÈRE DANS LES TÉNÈBRES</a:t>
            </a:r>
            <a:b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promise keeper Light in the darkness, my God
	5-  MON DIEU, VOICI QUI TU ES</a:t>
            </a:r>
            <a:b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That is who You are                                 x2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6-  TU ES LÀ, TOUCHANT CHAQUE CŒUR NOUS T’ADORONS, NOUS T’ADORONS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 are here, touching every heart I worship You, I worship You
7-  TU ES LÀ, RESTAURANT NOS CŒURS NOUS T’ADORONS, NOUS T’ADORONS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 are here, healing every heart I worship You, I worship You
8-  TU ES LÀ, TU BOULEVERSES NOS VIES NOUS T’ADORONS, NOUS T’ADORONS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 are here, turning lives around I worship You, I worship You
9-  TU ES LÀ, TU RÉPARES ET GUÉRIS NOUS T’ADORONS, NOUS T’ADORONS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 are here, mending every heart I worship You, I worship You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b="0" i="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
	10-  TU FAIS UN CHEMIN OPÈRE DES MIRACLES</a:t>
            </a:r>
            <a:b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You are Way maker, miracle worker, 
	11-  TU TIENS TES PROMESSES  LUMIÈRE DANS LES TÉNÈBRES</a:t>
            </a:r>
            <a:b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promise keeper Light in the darkness, my God
	12-  MON DIEU, VOICI QUI TU ES </a:t>
            </a:r>
            <a:b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	That is who You are                                 x4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13-  VOICI QUI TU ES …       (BOUCLE)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That is who You are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Pont:
14-  MÊME QUAND JE NE LE VOIS PAS  TU AGIS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Even when I don't see it, You're working
15-  QUAND JE NE LE RESSENS PAS TU AGIS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Even when I don't feel it, You're working
16-  TU N’ARRÊTES PAS, TU N’ARRÊTES PAS D’AGIR  x2
You never stop, You never stop working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b="0" i="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TU ES LÀ PRÉSENT PARMI NOUS NOUS T’ADORONS, NOUS T’ADORONS</a:t>
            </a:r>
            <a:br>
              <a:rPr lang="fr-FR" smtClean="0"/>
            </a:br>
            <a:r>
              <a:rPr lang="fr-FR" smtClean="0"/>
              <a:t> You are here, moving in our midst I worship You, I worship You
2-  TU ES LÀ, TU AGIS DANS CE LIEU NOUS T’ADORONS, NOUS T’ADORONS</a:t>
            </a:r>
            <a:br>
              <a:rPr lang="fr-FR" smtClean="0"/>
            </a:br>
            <a:r>
              <a:rPr lang="fr-FR" smtClean="0"/>
              <a:t> You are here, working in this place I worship You, I worship You        x2
</a:t>
            </a:r>
          </a:p>
          <a:p>
            <a:r>
              <a:rPr lang="fr-FR" smtClean="0"/>
              <a:t>	Refrain:</a:t>
            </a:r>
          </a:p>
          <a:p>
            <a:r>
              <a:rPr lang="fr-FR" smtClean="0"/>
              <a:t>	3-  TU FAIS UN CHEMIN,  OPÈRE DES MIRACLES </a:t>
            </a:r>
          </a:p>
          <a:p>
            <a:r>
              <a:rPr lang="fr-FR" smtClean="0"/>
              <a:t>	You are Way maker, miracle worker, 
	4-  TU TIENS TES PROMESSES LUMIÈRE DANS LES TÉNÈBRES</a:t>
            </a:r>
            <a:br>
              <a:rPr lang="fr-FR" smtClean="0"/>
            </a:br>
            <a:r>
              <a:rPr lang="fr-FR" smtClean="0"/>
              <a:t>	promise keeper Light in the darkness, my God
	5-  MON DIEU, VOICI QUI TU ES</a:t>
            </a:r>
            <a:br>
              <a:rPr lang="fr-FR" smtClean="0"/>
            </a:br>
            <a:r>
              <a:rPr lang="fr-FR" smtClean="0"/>
              <a:t>	 That is who You are                                 x2</a:t>
            </a:r>
          </a:p>
          <a:p>
            <a:r>
              <a:rPr lang="fr-FR" smtClean="0"/>
              <a:t>
6-  TU ES LÀ, TOUCHANT CHAQUE CŒUR NOUS T’ADORONS, NOUS T’ADORONS </a:t>
            </a:r>
          </a:p>
          <a:p>
            <a:r>
              <a:rPr lang="fr-FR" smtClean="0"/>
              <a:t>You are here, touching every heart I worship You, I worship You
7-  TU ES LÀ, RESTAURANT NOS CŒURS NOUS T’ADORONS, NOUS T’ADORONS </a:t>
            </a:r>
          </a:p>
          <a:p>
            <a:r>
              <a:rPr lang="fr-FR" smtClean="0"/>
              <a:t>You are here, healing every heart I worship You, I worship You
8-  TU ES LÀ, TU BOULEVERSES NOS VIES NOUS T’ADORONS, NOUS T’ADORONS </a:t>
            </a:r>
          </a:p>
          <a:p>
            <a:r>
              <a:rPr lang="fr-FR" smtClean="0"/>
              <a:t>You are here, turning lives around I worship You, I worship You
9-  TU ES LÀ, TU RÉPARES ET GUÉRIS NOUS T’ADORONS, NOUS T’ADORONS</a:t>
            </a:r>
          </a:p>
          <a:p>
            <a:r>
              <a:rPr lang="fr-FR" smtClean="0"/>
              <a:t>You are here, mending every heart I worship You, I worship You</a:t>
            </a:r>
          </a:p>
          <a:p>
            <a:endParaRPr lang="fr-FR" smtClean="0"/>
          </a:p>
          <a:p>
            <a:r>
              <a:rPr lang="fr-FR" smtClean="0"/>
              <a:t>	Refrain:
	10-  TU FAIS UN CHEMIN OPÈRE DES MIRACLES</a:t>
            </a:r>
            <a:br>
              <a:rPr lang="fr-FR" smtClean="0"/>
            </a:br>
            <a:r>
              <a:rPr lang="fr-FR" smtClean="0"/>
              <a:t>	 You are Way maker, miracle worker, 
	11-  TU TIENS TES PROMESSES  LUMIÈRE DANS LES TÉNÈBRES</a:t>
            </a:r>
            <a:br>
              <a:rPr lang="fr-FR" smtClean="0"/>
            </a:br>
            <a:r>
              <a:rPr lang="fr-FR" smtClean="0"/>
              <a:t>	promise keeper Light in the darkness, my God
	12-  MON DIEU, VOICI QUI TU ES </a:t>
            </a:r>
            <a:br>
              <a:rPr lang="fr-FR" smtClean="0"/>
            </a:br>
            <a:r>
              <a:rPr lang="fr-FR" smtClean="0"/>
              <a:t> 	That is who You are                                 x4</a:t>
            </a:r>
          </a:p>
          <a:p>
            <a:r>
              <a:rPr lang="fr-FR" smtClean="0"/>
              <a:t>
	13-  VOICI QUI TU ES …       (BOUCLE)</a:t>
            </a:r>
          </a:p>
          <a:p>
            <a:r>
              <a:rPr lang="fr-FR" smtClean="0"/>
              <a:t>	That is who You are</a:t>
            </a:r>
          </a:p>
          <a:p>
            <a:r>
              <a:rPr lang="fr-FR" smtClean="0"/>
              <a:t>Pont:
14-  MÊME QUAND JE NE LE VOIS PAS  TU AGIS </a:t>
            </a:r>
          </a:p>
          <a:p>
            <a:r>
              <a:rPr lang="fr-FR" smtClean="0"/>
              <a:t>Even when I don't see it, You're working
15-  QUAND JE NE LE RESSENS PAS TU AGIS </a:t>
            </a:r>
          </a:p>
          <a:p>
            <a:r>
              <a:rPr lang="fr-FR" smtClean="0"/>
              <a:t>Even when I don't feel it, You're working
16-  TU N’ARRÊTES PAS, TU N’ARRÊTES PAS D’AGIR  x2
You never stop, You never stop working</a:t>
            </a:r>
          </a:p>
          <a:p>
            <a:endParaRPr lang="fr-FR" smtClean="0"/>
          </a:p>
          <a:p>
            <a:r>
              <a:rPr lang="fr-FR" smtClean="0"/>
              <a:t>	Refrain:</a:t>
            </a:r>
            <a:endParaRPr 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TU ES LÀ PRÉSENT PARMI NOUS NOUS T’ADORONS, NOUS T’ADORONS</a:t>
            </a:r>
            <a:b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You are here, moving in our midst I worship You, I worship You
2-  TU ES LÀ, TU AGIS DANS CE LIEU NOUS T’ADORONS, NOUS T’ADORONS</a:t>
            </a:r>
            <a:b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You are here, working in this place I worship You, I worship You        x2
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3-  TU FAIS UN CHEMIN,  OPÈRE DES MIRACLES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You are Way maker, miracle worker, 
	4-  TU TIENS TES PROMESSES LUMIÈRE DANS LES TÉNÈBRES</a:t>
            </a:r>
            <a:b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promise keeper Light in the darkness, my God
	5-  MON DIEU, VOICI QUI TU ES</a:t>
            </a:r>
            <a:b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That is who You are                                 x2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6-  TU ES LÀ, TOUCHANT CHAQUE CŒUR NOUS T’ADORONS, NOUS T’ADORONS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 are here, touching every heart I worship You, I worship You
7-  TU ES LÀ, RESTAURANT NOS CŒURS NOUS T’ADORONS, NOUS T’ADORONS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 are here, healing every heart I worship You, I worship You
8-  TU ES LÀ, TU BOULEVERSES NOS VIES NOUS T’ADORONS, NOUS T’ADORONS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 are here, turning lives around I worship You, I worship You
9-  TU ES LÀ, TU RÉPARES ET GUÉRIS NOUS T’ADORONS, NOUS T’ADORONS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 are here, mending every heart I worship You, I worship You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b="0" i="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
	10-  TU FAIS UN CHEMIN OPÈRE DES MIRACLES</a:t>
            </a:r>
            <a:b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You are Way maker, miracle worker, 
	11-  TU TIENS TES PROMESSES  LUMIÈRE DANS LES TÉNÈBRES</a:t>
            </a:r>
            <a:b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promise keeper Light in the darkness, my God
	12-  MON DIEU, VOICI QUI TU ES </a:t>
            </a:r>
            <a:b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	That is who You are                                 x4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13-  VOICI QUI TU ES …       (BOUCLE)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That is who You are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Pont:
14-  MÊME QUAND JE NE LE VOIS PAS  TU AGIS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Even when I don't see it, You're working
15-  QUAND JE NE LE RESSENS PAS TU AGIS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Even when I don't feel it, You're working
16-  TU N’ARRÊTES PAS, TU N’ARRÊTES PAS D’AGIR  x2
You never stop, You never stop working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b="0" i="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TU ES LÀ PRÉSENT PARMI NOUS NOUS T’ADORONS, NOUS T’ADORONS</a:t>
            </a:r>
            <a:br>
              <a:rPr lang="fr-FR" smtClean="0"/>
            </a:br>
            <a:r>
              <a:rPr lang="fr-FR" smtClean="0"/>
              <a:t> You are here, moving in our midst I worship You, I worship You
2-  TU ES LÀ, TU AGIS DANS CE LIEU NOUS T’ADORONS, NOUS T’ADORONS</a:t>
            </a:r>
            <a:br>
              <a:rPr lang="fr-FR" smtClean="0"/>
            </a:br>
            <a:r>
              <a:rPr lang="fr-FR" smtClean="0"/>
              <a:t> You are here, working in this place I worship You, I worship You        x2
</a:t>
            </a:r>
          </a:p>
          <a:p>
            <a:r>
              <a:rPr lang="fr-FR" smtClean="0"/>
              <a:t>	Refrain:</a:t>
            </a:r>
          </a:p>
          <a:p>
            <a:r>
              <a:rPr lang="fr-FR" smtClean="0"/>
              <a:t>	3-  TU FAIS UN CHEMIN,  OPÈRE DES MIRACLES </a:t>
            </a:r>
          </a:p>
          <a:p>
            <a:r>
              <a:rPr lang="fr-FR" smtClean="0"/>
              <a:t>	You are Way maker, miracle worker, 
	4-  TU TIENS TES PROMESSES LUMIÈRE DANS LES TÉNÈBRES</a:t>
            </a:r>
            <a:br>
              <a:rPr lang="fr-FR" smtClean="0"/>
            </a:br>
            <a:r>
              <a:rPr lang="fr-FR" smtClean="0"/>
              <a:t>	promise keeper Light in the darkness, my God
	5-  MON DIEU, VOICI QUI TU ES</a:t>
            </a:r>
            <a:br>
              <a:rPr lang="fr-FR" smtClean="0"/>
            </a:br>
            <a:r>
              <a:rPr lang="fr-FR" smtClean="0"/>
              <a:t>	 That is who You are                                 x2</a:t>
            </a:r>
          </a:p>
          <a:p>
            <a:r>
              <a:rPr lang="fr-FR" smtClean="0"/>
              <a:t>
6-  TU ES LÀ, TOUCHANT CHAQUE CŒUR NOUS T’ADORONS, NOUS T’ADORONS </a:t>
            </a:r>
          </a:p>
          <a:p>
            <a:r>
              <a:rPr lang="fr-FR" smtClean="0"/>
              <a:t>You are here, touching every heart I worship You, I worship You
7-  TU ES LÀ, RESTAURANT NOS CŒURS NOUS T’ADORONS, NOUS T’ADORONS </a:t>
            </a:r>
          </a:p>
          <a:p>
            <a:r>
              <a:rPr lang="fr-FR" smtClean="0"/>
              <a:t>You are here, healing every heart I worship You, I worship You
8-  TU ES LÀ, TU BOULEVERSES NOS VIES NOUS T’ADORONS, NOUS T’ADORONS </a:t>
            </a:r>
          </a:p>
          <a:p>
            <a:r>
              <a:rPr lang="fr-FR" smtClean="0"/>
              <a:t>You are here, turning lives around I worship You, I worship You
9-  TU ES LÀ, TU RÉPARES ET GUÉRIS NOUS T’ADORONS, NOUS T’ADORONS</a:t>
            </a:r>
          </a:p>
          <a:p>
            <a:r>
              <a:rPr lang="fr-FR" smtClean="0"/>
              <a:t>You are here, mending every heart I worship You, I worship You</a:t>
            </a:r>
          </a:p>
          <a:p>
            <a:endParaRPr lang="fr-FR" smtClean="0"/>
          </a:p>
          <a:p>
            <a:r>
              <a:rPr lang="fr-FR" smtClean="0"/>
              <a:t>	Refrain:
	10-  TU FAIS UN CHEMIN OPÈRE DES MIRACLES</a:t>
            </a:r>
            <a:br>
              <a:rPr lang="fr-FR" smtClean="0"/>
            </a:br>
            <a:r>
              <a:rPr lang="fr-FR" smtClean="0"/>
              <a:t>	 You are Way maker, miracle worker, 
	11-  TU TIENS TES PROMESSES  LUMIÈRE DANS LES TÉNÈBRES</a:t>
            </a:r>
            <a:br>
              <a:rPr lang="fr-FR" smtClean="0"/>
            </a:br>
            <a:r>
              <a:rPr lang="fr-FR" smtClean="0"/>
              <a:t>	promise keeper Light in the darkness, my God
	12-  MON DIEU, VOICI QUI TU ES </a:t>
            </a:r>
            <a:br>
              <a:rPr lang="fr-FR" smtClean="0"/>
            </a:br>
            <a:r>
              <a:rPr lang="fr-FR" smtClean="0"/>
              <a:t> 	That is who You are                                 x4</a:t>
            </a:r>
          </a:p>
          <a:p>
            <a:r>
              <a:rPr lang="fr-FR" smtClean="0"/>
              <a:t>
	13-  VOICI QUI TU ES …       (BOUCLE)</a:t>
            </a:r>
          </a:p>
          <a:p>
            <a:r>
              <a:rPr lang="fr-FR" smtClean="0"/>
              <a:t>	That is who You are</a:t>
            </a:r>
          </a:p>
          <a:p>
            <a:r>
              <a:rPr lang="fr-FR" smtClean="0"/>
              <a:t>Pont:
14-  MÊME QUAND JE NE LE VOIS PAS  TU AGIS </a:t>
            </a:r>
          </a:p>
          <a:p>
            <a:r>
              <a:rPr lang="fr-FR" smtClean="0"/>
              <a:t>Even when I don't see it, You're working
15-  QUAND JE NE LE RESSENS PAS TU AGIS </a:t>
            </a:r>
          </a:p>
          <a:p>
            <a:r>
              <a:rPr lang="fr-FR" smtClean="0"/>
              <a:t>Even when I don't feel it, You're working
16-  TU N’ARRÊTES PAS, TU N’ARRÊTES PAS D’AGIR  x2
You never stop, You never stop working</a:t>
            </a:r>
          </a:p>
          <a:p>
            <a:endParaRPr lang="fr-FR" smtClean="0"/>
          </a:p>
          <a:p>
            <a:r>
              <a:rPr lang="fr-FR" smtClean="0"/>
              <a:t>	Refrain:</a:t>
            </a:r>
            <a:endParaRPr 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TU ES LÀ PRÉSENT PARMI NOUS NOUS T’ADORONS, NOUS T’ADORONS</a:t>
            </a:r>
            <a:b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You are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here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moving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in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our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midst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worship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You, I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worship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You
2-  TU ES LÀ, TU AGIS DANS CE LIEU NOUS T’ADORONS, NOUS T’ADORONS</a:t>
            </a:r>
            <a:b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You are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here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working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in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place I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worship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You, I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worship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You        x2
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3-  TU FAIS UN CHEMIN,  OPÈRE DES MIRACLES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You are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Way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maker, miracle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worker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
	4-  TU TIENS TES PROMESSES LUMIÈRE DANS LES TÉNÈBRES</a:t>
            </a:r>
            <a:b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promise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keeper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Light in the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darkness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my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God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5-  MON DIEU, VOICI QUI TU ES</a:t>
            </a:r>
            <a:b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That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who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You are                                 x2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6-  TU ES LÀ, TOUCHANT CHAQUE CŒUR NOUS T’ADORONS, NOUS T’ADORONS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 are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here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touching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every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heart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worship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You, I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worship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You
7-  TU ES LÀ, RESTAURANT NOS CŒURS NOUS T’ADORONS, NOUS T’ADORONS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 are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here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healing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every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heart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worship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You, I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worship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You
8-  TU ES LÀ, TU BOULEVERSES NOS VIES NOUS T’ADORONS, NOUS T’ADORONS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 are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here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turning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lives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around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worship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You, I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worship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You
9-  TU ES LÀ, TU RÉPARES ET GUÉRIS NOUS T’ADORONS, NOUS T’ADORONS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 are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here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mending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every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heart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worship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You, I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worship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You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
	10-  TU FAIS UN CHEMIN OPÈRE DES MIRACLES</a:t>
            </a:r>
            <a:b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You are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Way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maker, miracle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worker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
	11-  TU TIENS TES PROMESSES  LUMIÈRE DANS LES TÉNÈBRES</a:t>
            </a:r>
            <a:b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promise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keeper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Light in the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darkness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my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God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12-  MON DIEU, VOICI QUI TU ES </a:t>
            </a:r>
            <a:b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	That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who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You are                                 x4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13-  VOICI QUI TU ES …       (BOUCLE)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That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who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You are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Pont:
14-  MÊME QUAND JE NE LE VOIS PAS  TU AGIS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Even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when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don't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see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it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You're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working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15-  QUAND JE NE LE RESSENS PAS TU AGIS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Even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when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don't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feel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it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You're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working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16-  TU N’ARRÊTES PAS, TU N’ARRÊTES PAS D’AGIR  x2
You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never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stop, You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never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stop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working</a:t>
            </a:r>
            <a:endParaRPr lang="fr-FR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TU ES LÀ PRÉSENT PARMI NOUS NOUS T’ADORONS, NOUS T’ADORONS</a:t>
            </a:r>
            <a:br>
              <a:rPr lang="fr-FR" smtClean="0"/>
            </a:br>
            <a:r>
              <a:rPr lang="fr-FR" smtClean="0"/>
              <a:t> You are here, moving in our midst I worship You, I worship You
2-  TU ES LÀ, TU AGIS DANS CE LIEU NOUS T’ADORONS, NOUS T’ADORONS</a:t>
            </a:r>
            <a:br>
              <a:rPr lang="fr-FR" smtClean="0"/>
            </a:br>
            <a:r>
              <a:rPr lang="fr-FR" smtClean="0"/>
              <a:t> You are here, working in this place I worship You, I worship You        x2
</a:t>
            </a:r>
          </a:p>
          <a:p>
            <a:r>
              <a:rPr lang="fr-FR" smtClean="0"/>
              <a:t>	Refrain:</a:t>
            </a:r>
          </a:p>
          <a:p>
            <a:r>
              <a:rPr lang="fr-FR" smtClean="0"/>
              <a:t>	3-  TU FAIS UN CHEMIN,  OPÈRE DES MIRACLES </a:t>
            </a:r>
          </a:p>
          <a:p>
            <a:r>
              <a:rPr lang="fr-FR" smtClean="0"/>
              <a:t>	You are Way maker, miracle worker, 
	4-  TU TIENS TES PROMESSES LUMIÈRE DANS LES TÉNÈBRES</a:t>
            </a:r>
            <a:br>
              <a:rPr lang="fr-FR" smtClean="0"/>
            </a:br>
            <a:r>
              <a:rPr lang="fr-FR" smtClean="0"/>
              <a:t>	promise keeper Light in the darkness, my God
	5-  MON DIEU, VOICI QUI TU ES</a:t>
            </a:r>
            <a:br>
              <a:rPr lang="fr-FR" smtClean="0"/>
            </a:br>
            <a:r>
              <a:rPr lang="fr-FR" smtClean="0"/>
              <a:t>	 That is who You are                                 x2</a:t>
            </a:r>
          </a:p>
          <a:p>
            <a:r>
              <a:rPr lang="fr-FR" smtClean="0"/>
              <a:t>
6-  TU ES LÀ, TOUCHANT CHAQUE CŒUR NOUS T’ADORONS, NOUS T’ADORONS </a:t>
            </a:r>
          </a:p>
          <a:p>
            <a:r>
              <a:rPr lang="fr-FR" smtClean="0"/>
              <a:t>You are here, touching every heart I worship You, I worship You
7-  TU ES LÀ, RESTAURANT NOS CŒURS NOUS T’ADORONS, NOUS T’ADORONS </a:t>
            </a:r>
          </a:p>
          <a:p>
            <a:r>
              <a:rPr lang="fr-FR" smtClean="0"/>
              <a:t>You are here, healing every heart I worship You, I worship You
8-  TU ES LÀ, TU BOULEVERSES NOS VIES NOUS T’ADORONS, NOUS T’ADORONS </a:t>
            </a:r>
          </a:p>
          <a:p>
            <a:r>
              <a:rPr lang="fr-FR" smtClean="0"/>
              <a:t>You are here, turning lives around I worship You, I worship You
9-  TU ES LÀ, TU RÉPARES ET GUÉRIS NOUS T’ADORONS, NOUS T’ADORONS</a:t>
            </a:r>
          </a:p>
          <a:p>
            <a:r>
              <a:rPr lang="fr-FR" smtClean="0"/>
              <a:t>You are here, mending every heart I worship You, I worship You</a:t>
            </a:r>
          </a:p>
          <a:p>
            <a:endParaRPr lang="fr-FR" smtClean="0"/>
          </a:p>
          <a:p>
            <a:r>
              <a:rPr lang="fr-FR" smtClean="0"/>
              <a:t>	Refrain:
	10-  TU FAIS UN CHEMIN OPÈRE DES MIRACLES</a:t>
            </a:r>
            <a:br>
              <a:rPr lang="fr-FR" smtClean="0"/>
            </a:br>
            <a:r>
              <a:rPr lang="fr-FR" smtClean="0"/>
              <a:t>	 You are Way maker, miracle worker, 
	11-  TU TIENS TES PROMESSES  LUMIÈRE DANS LES TÉNÈBRES</a:t>
            </a:r>
            <a:br>
              <a:rPr lang="fr-FR" smtClean="0"/>
            </a:br>
            <a:r>
              <a:rPr lang="fr-FR" smtClean="0"/>
              <a:t>	promise keeper Light in the darkness, my God
	12-  MON DIEU, VOICI QUI TU ES </a:t>
            </a:r>
            <a:br>
              <a:rPr lang="fr-FR" smtClean="0"/>
            </a:br>
            <a:r>
              <a:rPr lang="fr-FR" smtClean="0"/>
              <a:t> 	That is who You are                                 x4</a:t>
            </a:r>
          </a:p>
          <a:p>
            <a:r>
              <a:rPr lang="fr-FR" smtClean="0"/>
              <a:t>
	13-  VOICI QUI TU ES …       (BOUCLE)</a:t>
            </a:r>
          </a:p>
          <a:p>
            <a:r>
              <a:rPr lang="fr-FR" smtClean="0"/>
              <a:t>	That is who You are</a:t>
            </a:r>
          </a:p>
          <a:p>
            <a:r>
              <a:rPr lang="fr-FR" smtClean="0"/>
              <a:t>Pont:
14-  MÊME QUAND JE NE LE VOIS PAS  TU AGIS </a:t>
            </a:r>
          </a:p>
          <a:p>
            <a:r>
              <a:rPr lang="fr-FR" smtClean="0"/>
              <a:t>Even when I don't see it, You're working
15-  QUAND JE NE LE RESSENS PAS TU AGIS </a:t>
            </a:r>
          </a:p>
          <a:p>
            <a:r>
              <a:rPr lang="fr-FR" smtClean="0"/>
              <a:t>Even when I don't feel it, You're working
16-  TU N’ARRÊTES PAS, TU N’ARRÊTES PAS D’AGIR  x2
You never stop, You never stop working</a:t>
            </a:r>
          </a:p>
          <a:p>
            <a:endParaRPr lang="fr-FR" smtClean="0"/>
          </a:p>
          <a:p>
            <a:r>
              <a:rPr lang="fr-FR" smtClean="0"/>
              <a:t>	Refrain:</a:t>
            </a:r>
            <a:endParaRPr 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TU ES LÀ PRÉSENT PARMI NOUS NOUS T’ADORONS, NOUS T’ADORONS</a:t>
            </a:r>
            <a:b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You are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here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moving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in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our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midst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worship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You, I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worship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You
2-  TU ES LÀ, TU AGIS DANS CE LIEU NOUS T’ADORONS, NOUS T’ADORONS</a:t>
            </a:r>
            <a:b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You are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here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working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in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place I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worship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You, I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worship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You        x2
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3-  TU FAIS UN CHEMIN,  OPÈRE DES MIRACLES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You are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Way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maker, miracle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worker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
	4-  TU TIENS TES PROMESSES LUMIÈRE DANS LES TÉNÈBRES</a:t>
            </a:r>
            <a:b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promise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keeper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Light in the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darkness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my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God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5-  MON DIEU, VOICI QUI TU ES</a:t>
            </a:r>
            <a:b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That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who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You are                                 x2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6-  TU ES LÀ, TOUCHANT CHAQUE CŒUR NOUS T’ADORONS, NOUS T’ADORONS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 are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here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touching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every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heart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worship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You, I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worship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You
7-  TU ES LÀ, RESTAURANT NOS CŒURS NOUS T’ADORONS, NOUS T’ADORONS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 are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here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healing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every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heart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worship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You, I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worship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You
8-  TU ES LÀ, TU BOULEVERSES NOS VIES NOUS T’ADORONS, NOUS T’ADORONS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 are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here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turning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lives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around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worship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You, I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worship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You
9-  TU ES LÀ, TU RÉPARES ET GUÉRIS NOUS T’ADORONS, NOUS T’ADORONS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 are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here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mending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every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heart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worship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You, I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worship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You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
	10-  TU FAIS UN CHEMIN OPÈRE DES MIRACLES</a:t>
            </a:r>
            <a:b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You are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Way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maker, miracle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worker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
	11-  TU TIENS TES PROMESSES  LUMIÈRE DANS LES TÉNÈBRES</a:t>
            </a:r>
            <a:b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promise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keeper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Light in the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darkness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my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God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12-  MON DIEU, VOICI QUI TU ES </a:t>
            </a:r>
            <a:b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	That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who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You are                                 x4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13-  VOICI QUI TU ES …       (BOUCLE)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That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who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You are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Pont:
14-  MÊME QUAND JE NE LE VOIS PAS  TU AGIS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Even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when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don't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see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it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You're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working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15-  QUAND JE NE LE RESSENS PAS TU AGIS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Even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when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don't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feel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it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You're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working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16-  TU N’ARRÊTES PAS, TU N’ARRÊTES PAS D’AGIR  x2
You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never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stop, You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never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stop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working</a:t>
            </a:r>
            <a:endParaRPr lang="fr-FR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TU ES LÀ PRÉSENT PARMI NOUS NOUS T’ADORONS, NOUS T’ADORONS</a:t>
            </a:r>
            <a:br>
              <a:rPr lang="fr-FR" smtClean="0"/>
            </a:br>
            <a:r>
              <a:rPr lang="fr-FR" smtClean="0"/>
              <a:t> You are here, moving in our midst I worship You, I worship You
2-  TU ES LÀ, TU AGIS DANS CE LIEU NOUS T’ADORONS, NOUS T’ADORONS</a:t>
            </a:r>
            <a:br>
              <a:rPr lang="fr-FR" smtClean="0"/>
            </a:br>
            <a:r>
              <a:rPr lang="fr-FR" smtClean="0"/>
              <a:t> You are here, working in this place I worship You, I worship You        x2
</a:t>
            </a:r>
          </a:p>
          <a:p>
            <a:r>
              <a:rPr lang="fr-FR" smtClean="0"/>
              <a:t>	Refrain:</a:t>
            </a:r>
          </a:p>
          <a:p>
            <a:r>
              <a:rPr lang="fr-FR" smtClean="0"/>
              <a:t>	3-  TU FAIS UN CHEMIN,  OPÈRE DES MIRACLES </a:t>
            </a:r>
          </a:p>
          <a:p>
            <a:r>
              <a:rPr lang="fr-FR" smtClean="0"/>
              <a:t>	You are Way maker, miracle worker, 
	4-  TU TIENS TES PROMESSES LUMIÈRE DANS LES TÉNÈBRES</a:t>
            </a:r>
            <a:br>
              <a:rPr lang="fr-FR" smtClean="0"/>
            </a:br>
            <a:r>
              <a:rPr lang="fr-FR" smtClean="0"/>
              <a:t>	promise keeper Light in the darkness, my God
	5-  MON DIEU, VOICI QUI TU ES</a:t>
            </a:r>
            <a:br>
              <a:rPr lang="fr-FR" smtClean="0"/>
            </a:br>
            <a:r>
              <a:rPr lang="fr-FR" smtClean="0"/>
              <a:t>	 That is who You are                                 x2</a:t>
            </a:r>
          </a:p>
          <a:p>
            <a:r>
              <a:rPr lang="fr-FR" smtClean="0"/>
              <a:t>
6-  TU ES LÀ, TOUCHANT CHAQUE CŒUR NOUS T’ADORONS, NOUS T’ADORONS </a:t>
            </a:r>
          </a:p>
          <a:p>
            <a:r>
              <a:rPr lang="fr-FR" smtClean="0"/>
              <a:t>You are here, touching every heart I worship You, I worship You
7-  TU ES LÀ, RESTAURANT NOS CŒURS NOUS T’ADORONS, NOUS T’ADORONS </a:t>
            </a:r>
          </a:p>
          <a:p>
            <a:r>
              <a:rPr lang="fr-FR" smtClean="0"/>
              <a:t>You are here, healing every heart I worship You, I worship You
8-  TU ES LÀ, TU BOULEVERSES NOS VIES NOUS T’ADORONS, NOUS T’ADORONS </a:t>
            </a:r>
          </a:p>
          <a:p>
            <a:r>
              <a:rPr lang="fr-FR" smtClean="0"/>
              <a:t>You are here, turning lives around I worship You, I worship You
9-  TU ES LÀ, TU RÉPARES ET GUÉRIS NOUS T’ADORONS, NOUS T’ADORONS</a:t>
            </a:r>
          </a:p>
          <a:p>
            <a:r>
              <a:rPr lang="fr-FR" smtClean="0"/>
              <a:t>You are here, mending every heart I worship You, I worship You</a:t>
            </a:r>
          </a:p>
          <a:p>
            <a:endParaRPr lang="fr-FR" smtClean="0"/>
          </a:p>
          <a:p>
            <a:r>
              <a:rPr lang="fr-FR" smtClean="0"/>
              <a:t>	Refrain:
	10-  TU FAIS UN CHEMIN OPÈRE DES MIRACLES</a:t>
            </a:r>
            <a:br>
              <a:rPr lang="fr-FR" smtClean="0"/>
            </a:br>
            <a:r>
              <a:rPr lang="fr-FR" smtClean="0"/>
              <a:t>	 You are Way maker, miracle worker, 
	11-  TU TIENS TES PROMESSES  LUMIÈRE DANS LES TÉNÈBRES</a:t>
            </a:r>
            <a:br>
              <a:rPr lang="fr-FR" smtClean="0"/>
            </a:br>
            <a:r>
              <a:rPr lang="fr-FR" smtClean="0"/>
              <a:t>	promise keeper Light in the darkness, my God
	12-  MON DIEU, VOICI QUI TU ES </a:t>
            </a:r>
            <a:br>
              <a:rPr lang="fr-FR" smtClean="0"/>
            </a:br>
            <a:r>
              <a:rPr lang="fr-FR" smtClean="0"/>
              <a:t> 	That is who You are                                 x4</a:t>
            </a:r>
          </a:p>
          <a:p>
            <a:r>
              <a:rPr lang="fr-FR" smtClean="0"/>
              <a:t>
	13-  VOICI QUI TU ES …       (BOUCLE)</a:t>
            </a:r>
          </a:p>
          <a:p>
            <a:r>
              <a:rPr lang="fr-FR" smtClean="0"/>
              <a:t>	That is who You are</a:t>
            </a:r>
          </a:p>
          <a:p>
            <a:r>
              <a:rPr lang="fr-FR" smtClean="0"/>
              <a:t>Pont:
14-  MÊME QUAND JE NE LE VOIS PAS  TU AGIS </a:t>
            </a:r>
          </a:p>
          <a:p>
            <a:r>
              <a:rPr lang="fr-FR" smtClean="0"/>
              <a:t>Even when I don't see it, You're working
15-  QUAND JE NE LE RESSENS PAS TU AGIS </a:t>
            </a:r>
          </a:p>
          <a:p>
            <a:r>
              <a:rPr lang="fr-FR" smtClean="0"/>
              <a:t>Even when I don't feel it, You're working
16-  TU N’ARRÊTES PAS, TU N’ARRÊTES PAS D’AGIR  x2
You never stop, You never stop working</a:t>
            </a:r>
          </a:p>
          <a:p>
            <a:endParaRPr lang="fr-FR" smtClean="0"/>
          </a:p>
          <a:p>
            <a:r>
              <a:rPr lang="fr-FR" smtClean="0"/>
              <a:t>	Refrain:</a:t>
            </a:r>
            <a:endParaRPr lang="fr-FR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TU ES LÀ PRÉSENT PARMI NOUS NOUS T’ADORONS, NOUS T’ADORONS</a:t>
            </a:r>
            <a:b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You are here, moving in our midst I worship You, I worship You
2-  TU ES LÀ, TU AGIS DANS CE LIEU NOUS T’ADORONS, NOUS T’ADORONS</a:t>
            </a:r>
            <a:b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You are here, working in this place I worship You, I worship You        x2
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3-  TU FAIS UN CHEMIN,  OPÈRE DES MIRACLES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You are Way maker, miracle worker, 
	4-  TU TIENS TES PROMESSES LUMIÈRE DANS LES TÉNÈBRES</a:t>
            </a:r>
            <a:b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promise keeper Light in the darkness, my God
	5-  MON DIEU, VOICI QUI TU ES</a:t>
            </a:r>
            <a:b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That is who You are                                 x2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6-  TU ES LÀ, TOUCHANT CHAQUE CŒUR NOUS T’ADORONS, NOUS T’ADORONS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 are here, touching every heart I worship You, I worship You
7-  TU ES LÀ, RESTAURANT NOS CŒURS NOUS T’ADORONS, NOUS T’ADORONS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 are here, healing every heart I worship You, I worship You
8-  TU ES LÀ, TU BOULEVERSES NOS VIES NOUS T’ADORONS, NOUS T’ADORONS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 are here, turning lives around I worship You, I worship You
9-  TU ES LÀ, TU RÉPARES ET GUÉRIS NOUS T’ADORONS, NOUS T’ADORONS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 are here, mending every heart I worship You, I worship You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b="0" i="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
	10-  TU FAIS UN CHEMIN OPÈRE DES MIRACLES</a:t>
            </a:r>
            <a:b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You are Way maker, miracle worker, 
	11-  TU TIENS TES PROMESSES  LUMIÈRE DANS LES TÉNÈBRES</a:t>
            </a:r>
            <a:b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promise keeper Light in the darkness, my God
	12-  MON DIEU, VOICI QUI TU ES </a:t>
            </a:r>
            <a:b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	That is who You are                                 x4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13-  VOICI QUI TU ES …       (BOUCLE)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That is who You are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Pont:
14-  MÊME QUAND JE NE LE VOIS PAS  TU AGIS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Even when I don't see it, You're working
15-  QUAND JE NE LE RESSENS PAS TU AGIS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Even when I don't feel it, You're working
16-  TU N’ARRÊTES PAS, TU N’ARRÊTES PAS D’AGIR  x2
You never stop, You never stop working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b="0" i="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TU ES LÀ PRÉSENT PARMI NOUS NOUS T’ADORONS, NOUS T’ADORONS</a:t>
            </a:r>
            <a:br>
              <a:rPr lang="fr-FR" smtClean="0"/>
            </a:br>
            <a:r>
              <a:rPr lang="fr-FR" smtClean="0"/>
              <a:t> You are here, moving in our midst I worship You, I worship You
2-  TU ES LÀ, TU AGIS DANS CE LIEU NOUS T’ADORONS, NOUS T’ADORONS</a:t>
            </a:r>
            <a:br>
              <a:rPr lang="fr-FR" smtClean="0"/>
            </a:br>
            <a:r>
              <a:rPr lang="fr-FR" smtClean="0"/>
              <a:t> You are here, working in this place I worship You, I worship You        x2
</a:t>
            </a:r>
          </a:p>
          <a:p>
            <a:r>
              <a:rPr lang="fr-FR" smtClean="0"/>
              <a:t>	Refrain:</a:t>
            </a:r>
          </a:p>
          <a:p>
            <a:r>
              <a:rPr lang="fr-FR" smtClean="0"/>
              <a:t>	3-  TU FAIS UN CHEMIN,  OPÈRE DES MIRACLES </a:t>
            </a:r>
          </a:p>
          <a:p>
            <a:r>
              <a:rPr lang="fr-FR" smtClean="0"/>
              <a:t>	You are Way maker, miracle worker, 
	4-  TU TIENS TES PROMESSES LUMIÈRE DANS LES TÉNÈBRES</a:t>
            </a:r>
            <a:br>
              <a:rPr lang="fr-FR" smtClean="0"/>
            </a:br>
            <a:r>
              <a:rPr lang="fr-FR" smtClean="0"/>
              <a:t>	promise keeper Light in the darkness, my God
	5-  MON DIEU, VOICI QUI TU ES</a:t>
            </a:r>
            <a:br>
              <a:rPr lang="fr-FR" smtClean="0"/>
            </a:br>
            <a:r>
              <a:rPr lang="fr-FR" smtClean="0"/>
              <a:t>	 That is who You are                                 x2</a:t>
            </a:r>
          </a:p>
          <a:p>
            <a:r>
              <a:rPr lang="fr-FR" smtClean="0"/>
              <a:t>
6-  TU ES LÀ, TOUCHANT CHAQUE CŒUR NOUS T’ADORONS, NOUS T’ADORONS </a:t>
            </a:r>
          </a:p>
          <a:p>
            <a:r>
              <a:rPr lang="fr-FR" smtClean="0"/>
              <a:t>You are here, touching every heart I worship You, I worship You
7-  TU ES LÀ, RESTAURANT NOS CŒURS NOUS T’ADORONS, NOUS T’ADORONS </a:t>
            </a:r>
          </a:p>
          <a:p>
            <a:r>
              <a:rPr lang="fr-FR" smtClean="0"/>
              <a:t>You are here, healing every heart I worship You, I worship You
8-  TU ES LÀ, TU BOULEVERSES NOS VIES NOUS T’ADORONS, NOUS T’ADORONS </a:t>
            </a:r>
          </a:p>
          <a:p>
            <a:r>
              <a:rPr lang="fr-FR" smtClean="0"/>
              <a:t>You are here, turning lives around I worship You, I worship You
9-  TU ES LÀ, TU RÉPARES ET GUÉRIS NOUS T’ADORONS, NOUS T’ADORONS</a:t>
            </a:r>
          </a:p>
          <a:p>
            <a:r>
              <a:rPr lang="fr-FR" smtClean="0"/>
              <a:t>You are here, mending every heart I worship You, I worship You</a:t>
            </a:r>
          </a:p>
          <a:p>
            <a:endParaRPr lang="fr-FR" smtClean="0"/>
          </a:p>
          <a:p>
            <a:r>
              <a:rPr lang="fr-FR" smtClean="0"/>
              <a:t>	Refrain:
	10-  TU FAIS UN CHEMIN OPÈRE DES MIRACLES</a:t>
            </a:r>
            <a:br>
              <a:rPr lang="fr-FR" smtClean="0"/>
            </a:br>
            <a:r>
              <a:rPr lang="fr-FR" smtClean="0"/>
              <a:t>	 You are Way maker, miracle worker, 
	11-  TU TIENS TES PROMESSES  LUMIÈRE DANS LES TÉNÈBRES</a:t>
            </a:r>
            <a:br>
              <a:rPr lang="fr-FR" smtClean="0"/>
            </a:br>
            <a:r>
              <a:rPr lang="fr-FR" smtClean="0"/>
              <a:t>	promise keeper Light in the darkness, my God
	12-  MON DIEU, VOICI QUI TU ES </a:t>
            </a:r>
            <a:br>
              <a:rPr lang="fr-FR" smtClean="0"/>
            </a:br>
            <a:r>
              <a:rPr lang="fr-FR" smtClean="0"/>
              <a:t> 	That is who You are                                 x4</a:t>
            </a:r>
          </a:p>
          <a:p>
            <a:r>
              <a:rPr lang="fr-FR" smtClean="0"/>
              <a:t>
	13-  VOICI QUI TU ES …       (BOUCLE)</a:t>
            </a:r>
          </a:p>
          <a:p>
            <a:r>
              <a:rPr lang="fr-FR" smtClean="0"/>
              <a:t>	That is who You are</a:t>
            </a:r>
          </a:p>
          <a:p>
            <a:r>
              <a:rPr lang="fr-FR" smtClean="0"/>
              <a:t>Pont:
14-  MÊME QUAND JE NE LE VOIS PAS  TU AGIS </a:t>
            </a:r>
          </a:p>
          <a:p>
            <a:r>
              <a:rPr lang="fr-FR" smtClean="0"/>
              <a:t>Even when I don't see it, You're working
15-  QUAND JE NE LE RESSENS PAS TU AGIS </a:t>
            </a:r>
          </a:p>
          <a:p>
            <a:r>
              <a:rPr lang="fr-FR" smtClean="0"/>
              <a:t>Even when I don't feel it, You're working
16-  TU N’ARRÊTES PAS, TU N’ARRÊTES PAS D’AGIR  x2
You never stop, You never stop working</a:t>
            </a:r>
          </a:p>
          <a:p>
            <a:endParaRPr lang="fr-FR" smtClean="0"/>
          </a:p>
          <a:p>
            <a:r>
              <a:rPr lang="fr-FR" smtClean="0"/>
              <a:t>	Refrain:</a:t>
            </a:r>
            <a:endParaRPr lang="fr-FR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TU ES LÀ PRÉSENT PARMI NOUS NOUS T’ADORONS, NOUS T’ADORONS</a:t>
            </a:r>
            <a:b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You are here, moving in our midst I worship You, I worship You
2-  TU ES LÀ, TU AGIS DANS CE LIEU NOUS T’ADORONS, NOUS T’ADORONS</a:t>
            </a:r>
            <a:b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You are here, working in this place I worship You, I worship You        x2
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3-  TU FAIS UN CHEMIN,  OPÈRE DES MIRACLES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You are Way maker, miracle worker, 
	4-  TU TIENS TES PROMESSES LUMIÈRE DANS LES TÉNÈBRES</a:t>
            </a:r>
            <a:b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promise keeper Light in the darkness, my God
	5-  MON DIEU, VOICI QUI TU ES</a:t>
            </a:r>
            <a:b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That is who You are                                 x2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6-  TU ES LÀ, TOUCHANT CHAQUE CŒUR NOUS T’ADORONS, NOUS T’ADORONS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 are here, touching every heart I worship You, I worship You
7-  TU ES LÀ, RESTAURANT NOS CŒURS NOUS T’ADORONS, NOUS T’ADORONS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 are here, healing every heart I worship You, I worship You
8-  TU ES LÀ, TU BOULEVERSES NOS VIES NOUS T’ADORONS, NOUS T’ADORONS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 are here, turning lives around I worship You, I worship You
9-  TU ES LÀ, TU RÉPARES ET GUÉRIS NOUS T’ADORONS, NOUS T’ADORONS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 are here, mending every heart I worship You, I worship You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b="0" i="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
	10-  TU FAIS UN CHEMIN OPÈRE DES MIRACLES</a:t>
            </a:r>
            <a:b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You are Way maker, miracle worker, 
	11-  TU TIENS TES PROMESSES  LUMIÈRE DANS LES TÉNÈBRES</a:t>
            </a:r>
            <a:b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promise keeper Light in the darkness, my God
	12-  MON DIEU, VOICI QUI TU ES </a:t>
            </a:r>
            <a:b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	That is who You are                                 x4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13-  VOICI QUI TU ES …       (BOUCLE)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That is who You are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Pont:
14-  MÊME QUAND JE NE LE VOIS PAS  TU AGIS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Even when I don't see it, You're working
15-  QUAND JE NE LE RESSENS PAS TU AGIS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Even when I don't feel it, You're working
16-  TU N’ARRÊTES PAS, TU N’ARRÊTES PAS D’AGIR  x2
You never stop, You never stop working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b="0" i="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TU ES LÀ PRÉSENT PARMI NOUS NOUS T’ADORONS, NOUS T’ADORONS</a:t>
            </a:r>
            <a:br>
              <a:rPr lang="fr-FR" smtClean="0"/>
            </a:br>
            <a:r>
              <a:rPr lang="fr-FR" smtClean="0"/>
              <a:t> You are here, moving in our midst I worship You, I worship You
2-  TU ES LÀ, TU AGIS DANS CE LIEU NOUS T’ADORONS, NOUS T’ADORONS</a:t>
            </a:r>
            <a:br>
              <a:rPr lang="fr-FR" smtClean="0"/>
            </a:br>
            <a:r>
              <a:rPr lang="fr-FR" smtClean="0"/>
              <a:t> You are here, working in this place I worship You, I worship You        x2
</a:t>
            </a:r>
          </a:p>
          <a:p>
            <a:r>
              <a:rPr lang="fr-FR" smtClean="0"/>
              <a:t>	Refrain:</a:t>
            </a:r>
          </a:p>
          <a:p>
            <a:r>
              <a:rPr lang="fr-FR" smtClean="0"/>
              <a:t>	3-  TU FAIS UN CHEMIN,  OPÈRE DES MIRACLES </a:t>
            </a:r>
          </a:p>
          <a:p>
            <a:r>
              <a:rPr lang="fr-FR" smtClean="0"/>
              <a:t>	You are Way maker, miracle worker, 
	4-  TU TIENS TES PROMESSES LUMIÈRE DANS LES TÉNÈBRES</a:t>
            </a:r>
            <a:br>
              <a:rPr lang="fr-FR" smtClean="0"/>
            </a:br>
            <a:r>
              <a:rPr lang="fr-FR" smtClean="0"/>
              <a:t>	promise keeper Light in the darkness, my God
	5-  MON DIEU, VOICI QUI TU ES</a:t>
            </a:r>
            <a:br>
              <a:rPr lang="fr-FR" smtClean="0"/>
            </a:br>
            <a:r>
              <a:rPr lang="fr-FR" smtClean="0"/>
              <a:t>	 That is who You are                                 x2</a:t>
            </a:r>
          </a:p>
          <a:p>
            <a:r>
              <a:rPr lang="fr-FR" smtClean="0"/>
              <a:t>
6-  TU ES LÀ, TOUCHANT CHAQUE CŒUR NOUS T’ADORONS, NOUS T’ADORONS </a:t>
            </a:r>
          </a:p>
          <a:p>
            <a:r>
              <a:rPr lang="fr-FR" smtClean="0"/>
              <a:t>You are here, touching every heart I worship You, I worship You
7-  TU ES LÀ, RESTAURANT NOS CŒURS NOUS T’ADORONS, NOUS T’ADORONS </a:t>
            </a:r>
          </a:p>
          <a:p>
            <a:r>
              <a:rPr lang="fr-FR" smtClean="0"/>
              <a:t>You are here, healing every heart I worship You, I worship You
8-  TU ES LÀ, TU BOULEVERSES NOS VIES NOUS T’ADORONS, NOUS T’ADORONS </a:t>
            </a:r>
          </a:p>
          <a:p>
            <a:r>
              <a:rPr lang="fr-FR" smtClean="0"/>
              <a:t>You are here, turning lives around I worship You, I worship You
9-  TU ES LÀ, TU RÉPARES ET GUÉRIS NOUS T’ADORONS, NOUS T’ADORONS</a:t>
            </a:r>
          </a:p>
          <a:p>
            <a:r>
              <a:rPr lang="fr-FR" smtClean="0"/>
              <a:t>You are here, mending every heart I worship You, I worship You</a:t>
            </a:r>
          </a:p>
          <a:p>
            <a:endParaRPr lang="fr-FR" smtClean="0"/>
          </a:p>
          <a:p>
            <a:r>
              <a:rPr lang="fr-FR" smtClean="0"/>
              <a:t>	Refrain:
	10-  TU FAIS UN CHEMIN OPÈRE DES MIRACLES</a:t>
            </a:r>
            <a:br>
              <a:rPr lang="fr-FR" smtClean="0"/>
            </a:br>
            <a:r>
              <a:rPr lang="fr-FR" smtClean="0"/>
              <a:t>	 You are Way maker, miracle worker, 
	11-  TU TIENS TES PROMESSES  LUMIÈRE DANS LES TÉNÈBRES</a:t>
            </a:r>
            <a:br>
              <a:rPr lang="fr-FR" smtClean="0"/>
            </a:br>
            <a:r>
              <a:rPr lang="fr-FR" smtClean="0"/>
              <a:t>	promise keeper Light in the darkness, my God
	12-  MON DIEU, VOICI QUI TU ES </a:t>
            </a:r>
            <a:br>
              <a:rPr lang="fr-FR" smtClean="0"/>
            </a:br>
            <a:r>
              <a:rPr lang="fr-FR" smtClean="0"/>
              <a:t> 	That is who You are                                 x4</a:t>
            </a:r>
          </a:p>
          <a:p>
            <a:r>
              <a:rPr lang="fr-FR" smtClean="0"/>
              <a:t>
	13-  VOICI QUI TU ES …       (BOUCLE)</a:t>
            </a:r>
          </a:p>
          <a:p>
            <a:r>
              <a:rPr lang="fr-FR" smtClean="0"/>
              <a:t>	That is who You are</a:t>
            </a:r>
          </a:p>
          <a:p>
            <a:r>
              <a:rPr lang="fr-FR" smtClean="0"/>
              <a:t>Pont:
14-  MÊME QUAND JE NE LE VOIS PAS  TU AGIS </a:t>
            </a:r>
          </a:p>
          <a:p>
            <a:r>
              <a:rPr lang="fr-FR" smtClean="0"/>
              <a:t>Even when I don't see it, You're working
15-  QUAND JE NE LE RESSENS PAS TU AGIS </a:t>
            </a:r>
          </a:p>
          <a:p>
            <a:r>
              <a:rPr lang="fr-FR" smtClean="0"/>
              <a:t>Even when I don't feel it, You're working
16-  TU N’ARRÊTES PAS, TU N’ARRÊTES PAS D’AGIR  x2
You never stop, You never stop working</a:t>
            </a:r>
          </a:p>
          <a:p>
            <a:endParaRPr lang="fr-FR" smtClean="0"/>
          </a:p>
          <a:p>
            <a:r>
              <a:rPr lang="fr-FR" smtClean="0"/>
              <a:t>	Refrain:</a:t>
            </a:r>
            <a:endParaRPr lang="fr-FR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TU ES LÀ PRÉSENT PARMI NOUS NOUS T’ADORONS, NOUS T’ADORONS</a:t>
            </a:r>
            <a:b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You are here, moving in our midst I worship You, I worship You
2-  TU ES LÀ, TU AGIS DANS CE LIEU NOUS T’ADORONS, NOUS T’ADORONS</a:t>
            </a:r>
            <a:b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You are here, working in this place I worship You, I worship You        x2
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3-  TU FAIS UN CHEMIN,  OPÈRE DES MIRACLES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You are Way maker, miracle worker, 
	4-  TU TIENS TES PROMESSES LUMIÈRE DANS LES TÉNÈBRES</a:t>
            </a:r>
            <a:b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promise keeper Light in the darkness, my God
	5-  MON DIEU, VOICI QUI TU ES</a:t>
            </a:r>
            <a:b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That is who You are                                 x2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6-  TU ES LÀ, TOUCHANT CHAQUE CŒUR NOUS T’ADORONS, NOUS T’ADORONS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 are here, touching every heart I worship You, I worship You
7-  TU ES LÀ, RESTAURANT NOS CŒURS NOUS T’ADORONS, NOUS T’ADORONS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 are here, healing every heart I worship You, I worship You
8-  TU ES LÀ, TU BOULEVERSES NOS VIES NOUS T’ADORONS, NOUS T’ADORONS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 are here, turning lives around I worship You, I worship You
9-  TU ES LÀ, TU RÉPARES ET GUÉRIS NOUS T’ADORONS, NOUS T’ADORONS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 are here, mending every heart I worship You, I worship You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b="0" i="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
	10-  TU FAIS UN CHEMIN OPÈRE DES MIRACLES</a:t>
            </a:r>
            <a:b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You are Way maker, miracle worker, 
	11-  TU TIENS TES PROMESSES  LUMIÈRE DANS LES TÉNÈBRES</a:t>
            </a:r>
            <a:b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promise keeper Light in the darkness, my God
	12-  MON DIEU, VOICI QUI TU ES </a:t>
            </a:r>
            <a:b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	That is who You are                                 x4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13-  VOICI QUI TU ES …       (BOUCLE)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That is who You are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Pont:
14-  MÊME QUAND JE NE LE VOIS PAS  TU AGIS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Even when I don't see it, You're working
15-  QUAND JE NE LE RESSENS PAS TU AGIS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Even when I don't feel it, You're working
16-  TU N’ARRÊTES PAS, TU N’ARRÊTES PAS D’AGIR  x2
You never stop, You never stop working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b="0" i="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TU ES LÀ PRÉSENT PARMI NOUS NOUS T’ADORONS, NOUS T’ADORONS</a:t>
            </a:r>
            <a:br>
              <a:rPr lang="fr-FR" smtClean="0"/>
            </a:br>
            <a:r>
              <a:rPr lang="fr-FR" smtClean="0"/>
              <a:t> You are here, moving in our midst I worship You, I worship You
2-  TU ES LÀ, TU AGIS DANS CE LIEU NOUS T’ADORONS, NOUS T’ADORONS</a:t>
            </a:r>
            <a:br>
              <a:rPr lang="fr-FR" smtClean="0"/>
            </a:br>
            <a:r>
              <a:rPr lang="fr-FR" smtClean="0"/>
              <a:t> You are here, working in this place I worship You, I worship You        x2
</a:t>
            </a:r>
          </a:p>
          <a:p>
            <a:r>
              <a:rPr lang="fr-FR" smtClean="0"/>
              <a:t>	Refrain:</a:t>
            </a:r>
          </a:p>
          <a:p>
            <a:r>
              <a:rPr lang="fr-FR" smtClean="0"/>
              <a:t>	3-  TU FAIS UN CHEMIN,  OPÈRE DES MIRACLES </a:t>
            </a:r>
          </a:p>
          <a:p>
            <a:r>
              <a:rPr lang="fr-FR" smtClean="0"/>
              <a:t>	You are Way maker, miracle worker, 
	4-  TU TIENS TES PROMESSES LUMIÈRE DANS LES TÉNÈBRES</a:t>
            </a:r>
            <a:br>
              <a:rPr lang="fr-FR" smtClean="0"/>
            </a:br>
            <a:r>
              <a:rPr lang="fr-FR" smtClean="0"/>
              <a:t>	promise keeper Light in the darkness, my God
	5-  MON DIEU, VOICI QUI TU ES</a:t>
            </a:r>
            <a:br>
              <a:rPr lang="fr-FR" smtClean="0"/>
            </a:br>
            <a:r>
              <a:rPr lang="fr-FR" smtClean="0"/>
              <a:t>	 That is who You are                                 x2</a:t>
            </a:r>
          </a:p>
          <a:p>
            <a:r>
              <a:rPr lang="fr-FR" smtClean="0"/>
              <a:t>
6-  TU ES LÀ, TOUCHANT CHAQUE CŒUR NOUS T’ADORONS, NOUS T’ADORONS </a:t>
            </a:r>
          </a:p>
          <a:p>
            <a:r>
              <a:rPr lang="fr-FR" smtClean="0"/>
              <a:t>You are here, touching every heart I worship You, I worship You
7-  TU ES LÀ, RESTAURANT NOS CŒURS NOUS T’ADORONS, NOUS T’ADORONS </a:t>
            </a:r>
          </a:p>
          <a:p>
            <a:r>
              <a:rPr lang="fr-FR" smtClean="0"/>
              <a:t>You are here, healing every heart I worship You, I worship You
8-  TU ES LÀ, TU BOULEVERSES NOS VIES NOUS T’ADORONS, NOUS T’ADORONS </a:t>
            </a:r>
          </a:p>
          <a:p>
            <a:r>
              <a:rPr lang="fr-FR" smtClean="0"/>
              <a:t>You are here, turning lives around I worship You, I worship You
9-  TU ES LÀ, TU RÉPARES ET GUÉRIS NOUS T’ADORONS, NOUS T’ADORONS</a:t>
            </a:r>
          </a:p>
          <a:p>
            <a:r>
              <a:rPr lang="fr-FR" smtClean="0"/>
              <a:t>You are here, mending every heart I worship You, I worship You</a:t>
            </a:r>
          </a:p>
          <a:p>
            <a:endParaRPr lang="fr-FR" smtClean="0"/>
          </a:p>
          <a:p>
            <a:r>
              <a:rPr lang="fr-FR" smtClean="0"/>
              <a:t>	Refrain:
	10-  TU FAIS UN CHEMIN OPÈRE DES MIRACLES</a:t>
            </a:r>
            <a:br>
              <a:rPr lang="fr-FR" smtClean="0"/>
            </a:br>
            <a:r>
              <a:rPr lang="fr-FR" smtClean="0"/>
              <a:t>	 You are Way maker, miracle worker, 
	11-  TU TIENS TES PROMESSES  LUMIÈRE DANS LES TÉNÈBRES</a:t>
            </a:r>
            <a:br>
              <a:rPr lang="fr-FR" smtClean="0"/>
            </a:br>
            <a:r>
              <a:rPr lang="fr-FR" smtClean="0"/>
              <a:t>	promise keeper Light in the darkness, my God
	12-  MON DIEU, VOICI QUI TU ES </a:t>
            </a:r>
            <a:br>
              <a:rPr lang="fr-FR" smtClean="0"/>
            </a:br>
            <a:r>
              <a:rPr lang="fr-FR" smtClean="0"/>
              <a:t> 	That is who You are                                 x4</a:t>
            </a:r>
          </a:p>
          <a:p>
            <a:r>
              <a:rPr lang="fr-FR" smtClean="0"/>
              <a:t>
	13-  VOICI QUI TU ES …       (BOUCLE)</a:t>
            </a:r>
          </a:p>
          <a:p>
            <a:r>
              <a:rPr lang="fr-FR" smtClean="0"/>
              <a:t>	That is who You are</a:t>
            </a:r>
          </a:p>
          <a:p>
            <a:r>
              <a:rPr lang="fr-FR" smtClean="0"/>
              <a:t>Pont:
14-  MÊME QUAND JE NE LE VOIS PAS  TU AGIS </a:t>
            </a:r>
          </a:p>
          <a:p>
            <a:r>
              <a:rPr lang="fr-FR" smtClean="0"/>
              <a:t>Even when I don't see it, You're working
15-  QUAND JE NE LE RESSENS PAS TU AGIS </a:t>
            </a:r>
          </a:p>
          <a:p>
            <a:r>
              <a:rPr lang="fr-FR" smtClean="0"/>
              <a:t>Even when I don't feel it, You're working
16-  TU N’ARRÊTES PAS, TU N’ARRÊTES PAS D’AGIR  x2
You never stop, You never stop working</a:t>
            </a:r>
          </a:p>
          <a:p>
            <a:endParaRPr lang="fr-FR" smtClean="0"/>
          </a:p>
          <a:p>
            <a:r>
              <a:rPr lang="fr-FR" smtClean="0"/>
              <a:t>	Refrain:</a:t>
            </a:r>
            <a:endParaRPr lang="fr-FR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TU ES LÀ PRÉSENT PARMI NOUS NOUS T’ADORONS, NOUS T’ADORONS</a:t>
            </a:r>
            <a:b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You are here, moving in our midst I worship You, I worship You
2-  TU ES LÀ, TU AGIS DANS CE LIEU NOUS T’ADORONS, NOUS T’ADORONS</a:t>
            </a:r>
            <a:b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You are here, working in this place I worship You, I worship You        x2
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3-  TU FAIS UN CHEMIN,  OPÈRE DES MIRACLES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You are Way maker, miracle worker, 
	4-  TU TIENS TES PROMESSES LUMIÈRE DANS LES TÉNÈBRES</a:t>
            </a:r>
            <a:b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promise keeper Light in the darkness, my God
	5-  MON DIEU, VOICI QUI TU ES</a:t>
            </a:r>
            <a:b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That is who You are                                 x2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6-  TU ES LÀ, TOUCHANT CHAQUE CŒUR NOUS T’ADORONS, NOUS T’ADORONS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 are here, touching every heart I worship You, I worship You
7-  TU ES LÀ, RESTAURANT NOS CŒURS NOUS T’ADORONS, NOUS T’ADORONS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 are here, healing every heart I worship You, I worship You
8-  TU ES LÀ, TU BOULEVERSES NOS VIES NOUS T’ADORONS, NOUS T’ADORONS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 are here, turning lives around I worship You, I worship You
9-  TU ES LÀ, TU RÉPARES ET GUÉRIS NOUS T’ADORONS, NOUS T’ADORONS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 are here, mending every heart I worship You, I worship You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b="0" i="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
	10-  TU FAIS UN CHEMIN OPÈRE DES MIRACLES</a:t>
            </a:r>
            <a:b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You are Way maker, miracle worker, 
	11-  TU TIENS TES PROMESSES  LUMIÈRE DANS LES TÉNÈBRES</a:t>
            </a:r>
            <a:b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promise keeper Light in the darkness, my God
	12-  MON DIEU, VOICI QUI TU ES </a:t>
            </a:r>
            <a:b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	That is who You are                                 x4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13-  VOICI QUI TU ES …       (BOUCLE)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That is who You are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Pont:
14-  MÊME QUAND JE NE LE VOIS PAS  TU AGIS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Even when I don't see it, You're working
15-  QUAND JE NE LE RESSENS PAS TU AGIS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Even when I don't feel it, You're working
16-  TU N’ARRÊTES PAS, TU N’ARRÊTES PAS D’AGIR  x2
You never stop, You never stop working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b="0" i="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TU ES LÀ PRÉSENT PARMI NOUS NOUS T’ADORONS, NOUS T’ADORONS</a:t>
            </a:r>
            <a:br>
              <a:rPr lang="fr-FR" smtClean="0"/>
            </a:br>
            <a:r>
              <a:rPr lang="fr-FR" smtClean="0"/>
              <a:t> You are here, moving in our midst I worship You, I worship You
2-  TU ES LÀ, TU AGIS DANS CE LIEU NOUS T’ADORONS, NOUS T’ADORONS</a:t>
            </a:r>
            <a:br>
              <a:rPr lang="fr-FR" smtClean="0"/>
            </a:br>
            <a:r>
              <a:rPr lang="fr-FR" smtClean="0"/>
              <a:t> You are here, working in this place I worship You, I worship You        x2
</a:t>
            </a:r>
          </a:p>
          <a:p>
            <a:r>
              <a:rPr lang="fr-FR" smtClean="0"/>
              <a:t>	Refrain:</a:t>
            </a:r>
          </a:p>
          <a:p>
            <a:r>
              <a:rPr lang="fr-FR" smtClean="0"/>
              <a:t>	3-  TU FAIS UN CHEMIN,  OPÈRE DES MIRACLES </a:t>
            </a:r>
          </a:p>
          <a:p>
            <a:r>
              <a:rPr lang="fr-FR" smtClean="0"/>
              <a:t>	You are Way maker, miracle worker, 
	4-  TU TIENS TES PROMESSES LUMIÈRE DANS LES TÉNÈBRES</a:t>
            </a:r>
            <a:br>
              <a:rPr lang="fr-FR" smtClean="0"/>
            </a:br>
            <a:r>
              <a:rPr lang="fr-FR" smtClean="0"/>
              <a:t>	promise keeper Light in the darkness, my God
	5-  MON DIEU, VOICI QUI TU ES</a:t>
            </a:r>
            <a:br>
              <a:rPr lang="fr-FR" smtClean="0"/>
            </a:br>
            <a:r>
              <a:rPr lang="fr-FR" smtClean="0"/>
              <a:t>	 That is who You are                                 x2</a:t>
            </a:r>
          </a:p>
          <a:p>
            <a:r>
              <a:rPr lang="fr-FR" smtClean="0"/>
              <a:t>
6-  TU ES LÀ, TOUCHANT CHAQUE CŒUR NOUS T’ADORONS, NOUS T’ADORONS </a:t>
            </a:r>
          </a:p>
          <a:p>
            <a:r>
              <a:rPr lang="fr-FR" smtClean="0"/>
              <a:t>You are here, touching every heart I worship You, I worship You
7-  TU ES LÀ, RESTAURANT NOS CŒURS NOUS T’ADORONS, NOUS T’ADORONS </a:t>
            </a:r>
          </a:p>
          <a:p>
            <a:r>
              <a:rPr lang="fr-FR" smtClean="0"/>
              <a:t>You are here, healing every heart I worship You, I worship You
8-  TU ES LÀ, TU BOULEVERSES NOS VIES NOUS T’ADORONS, NOUS T’ADORONS </a:t>
            </a:r>
          </a:p>
          <a:p>
            <a:r>
              <a:rPr lang="fr-FR" smtClean="0"/>
              <a:t>You are here, turning lives around I worship You, I worship You
9-  TU ES LÀ, TU RÉPARES ET GUÉRIS NOUS T’ADORONS, NOUS T’ADORONS</a:t>
            </a:r>
          </a:p>
          <a:p>
            <a:r>
              <a:rPr lang="fr-FR" smtClean="0"/>
              <a:t>You are here, mending every heart I worship You, I worship You</a:t>
            </a:r>
          </a:p>
          <a:p>
            <a:endParaRPr lang="fr-FR" smtClean="0"/>
          </a:p>
          <a:p>
            <a:r>
              <a:rPr lang="fr-FR" smtClean="0"/>
              <a:t>	Refrain:
	10-  TU FAIS UN CHEMIN OPÈRE DES MIRACLES</a:t>
            </a:r>
            <a:br>
              <a:rPr lang="fr-FR" smtClean="0"/>
            </a:br>
            <a:r>
              <a:rPr lang="fr-FR" smtClean="0"/>
              <a:t>	 You are Way maker, miracle worker, 
	11-  TU TIENS TES PROMESSES  LUMIÈRE DANS LES TÉNÈBRES</a:t>
            </a:r>
            <a:br>
              <a:rPr lang="fr-FR" smtClean="0"/>
            </a:br>
            <a:r>
              <a:rPr lang="fr-FR" smtClean="0"/>
              <a:t>	promise keeper Light in the darkness, my God
	12-  MON DIEU, VOICI QUI TU ES </a:t>
            </a:r>
            <a:br>
              <a:rPr lang="fr-FR" smtClean="0"/>
            </a:br>
            <a:r>
              <a:rPr lang="fr-FR" smtClean="0"/>
              <a:t> 	That is who You are                                 x4</a:t>
            </a:r>
          </a:p>
          <a:p>
            <a:r>
              <a:rPr lang="fr-FR" smtClean="0"/>
              <a:t>
	13-  VOICI QUI TU ES …       (BOUCLE)</a:t>
            </a:r>
          </a:p>
          <a:p>
            <a:r>
              <a:rPr lang="fr-FR" smtClean="0"/>
              <a:t>	That is who You are</a:t>
            </a:r>
          </a:p>
          <a:p>
            <a:r>
              <a:rPr lang="fr-FR" smtClean="0"/>
              <a:t>Pont:
14-  MÊME QUAND JE NE LE VOIS PAS  TU AGIS </a:t>
            </a:r>
          </a:p>
          <a:p>
            <a:r>
              <a:rPr lang="fr-FR" smtClean="0"/>
              <a:t>Even when I don't see it, You're working
15-  QUAND JE NE LE RESSENS PAS TU AGIS </a:t>
            </a:r>
          </a:p>
          <a:p>
            <a:r>
              <a:rPr lang="fr-FR" smtClean="0"/>
              <a:t>Even when I don't feel it, You're working
16-  TU N’ARRÊTES PAS, TU N’ARRÊTES PAS D’AGIR  x2
You never stop, You never stop working</a:t>
            </a:r>
          </a:p>
          <a:p>
            <a:endParaRPr lang="fr-FR" smtClean="0"/>
          </a:p>
          <a:p>
            <a:r>
              <a:rPr lang="fr-FR" smtClean="0"/>
              <a:t>	Refrain:</a:t>
            </a:r>
            <a:endParaRPr lang="fr-FR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TU ES LÀ PRÉSENT PARMI NOUS NOUS T’ADORONS, NOUS T’ADORONS</a:t>
            </a:r>
            <a:b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You are here, moving in our midst I worship You, I worship You
2-  TU ES LÀ, TU AGIS DANS CE LIEU NOUS T’ADORONS, NOUS T’ADORONS</a:t>
            </a:r>
            <a:b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You are here, working in this place I worship You, I worship You        x2
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3-  TU FAIS UN CHEMIN,  OPÈRE DES MIRACLES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You are Way maker, miracle worker, 
	4-  TU TIENS TES PROMESSES LUMIÈRE DANS LES TÉNÈBRES</a:t>
            </a:r>
            <a:b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promise keeper Light in the darkness, my God
	5-  MON DIEU, VOICI QUI TU ES</a:t>
            </a:r>
            <a:b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That is who You are                                 x2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6-  TU ES LÀ, TOUCHANT CHAQUE CŒUR NOUS T’ADORONS, NOUS T’ADORONS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 are here, touching every heart I worship You, I worship You
7-  TU ES LÀ, RESTAURANT NOS CŒURS NOUS T’ADORONS, NOUS T’ADORONS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 are here, healing every heart I worship You, I worship You
8-  TU ES LÀ, TU BOULEVERSES NOS VIES NOUS T’ADORONS, NOUS T’ADORONS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 are here, turning lives around I worship You, I worship You
9-  TU ES LÀ, TU RÉPARES ET GUÉRIS NOUS T’ADORONS, NOUS T’ADORONS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 are here, mending every heart I worship You, I worship You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b="0" i="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
	10-  TU FAIS UN CHEMIN OPÈRE DES MIRACLES</a:t>
            </a:r>
            <a:b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You are Way maker, miracle worker, 
	11-  TU TIENS TES PROMESSES  LUMIÈRE DANS LES TÉNÈBRES</a:t>
            </a:r>
            <a:b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promise keeper Light in the darkness, my God
	12-  MON DIEU, VOICI QUI TU ES </a:t>
            </a:r>
            <a:b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	That is who You are                                 x4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13-  VOICI QUI TU ES …       (BOUCLE)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That is who You are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Pont:
14-  MÊME QUAND JE NE LE VOIS PAS  TU AGIS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Even when I don't see it, You're working
15-  QUAND JE NE LE RESSENS PAS TU AGIS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Even when I don't feel it, You're working
16-  TU N’ARRÊTES PAS, TU N’ARRÊTES PAS D’AGIR  x2
You never stop, You never stop working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b="0" i="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TU ES LÀ PRÉSENT PARMI NOUS NOUS T’ADORONS, NOUS T’ADORONS</a:t>
            </a:r>
            <a:br>
              <a:rPr lang="fr-FR" smtClean="0"/>
            </a:br>
            <a:r>
              <a:rPr lang="fr-FR" smtClean="0"/>
              <a:t> You are here, moving in our midst I worship You, I worship You
2-  TU ES LÀ, TU AGIS DANS CE LIEU NOUS T’ADORONS, NOUS T’ADORONS</a:t>
            </a:r>
            <a:br>
              <a:rPr lang="fr-FR" smtClean="0"/>
            </a:br>
            <a:r>
              <a:rPr lang="fr-FR" smtClean="0"/>
              <a:t> You are here, working in this place I worship You, I worship You        x2
</a:t>
            </a:r>
          </a:p>
          <a:p>
            <a:r>
              <a:rPr lang="fr-FR" smtClean="0"/>
              <a:t>	Refrain:</a:t>
            </a:r>
          </a:p>
          <a:p>
            <a:r>
              <a:rPr lang="fr-FR" smtClean="0"/>
              <a:t>	3-  TU FAIS UN CHEMIN,  OPÈRE DES MIRACLES </a:t>
            </a:r>
          </a:p>
          <a:p>
            <a:r>
              <a:rPr lang="fr-FR" smtClean="0"/>
              <a:t>	You are Way maker, miracle worker, 
	4-  TU TIENS TES PROMESSES LUMIÈRE DANS LES TÉNÈBRES</a:t>
            </a:r>
            <a:br>
              <a:rPr lang="fr-FR" smtClean="0"/>
            </a:br>
            <a:r>
              <a:rPr lang="fr-FR" smtClean="0"/>
              <a:t>	promise keeper Light in the darkness, my God
	5-  MON DIEU, VOICI QUI TU ES</a:t>
            </a:r>
            <a:br>
              <a:rPr lang="fr-FR" smtClean="0"/>
            </a:br>
            <a:r>
              <a:rPr lang="fr-FR" smtClean="0"/>
              <a:t>	 That is who You are                                 x2</a:t>
            </a:r>
          </a:p>
          <a:p>
            <a:r>
              <a:rPr lang="fr-FR" smtClean="0"/>
              <a:t>
6-  TU ES LÀ, TOUCHANT CHAQUE CŒUR NOUS T’ADORONS, NOUS T’ADORONS </a:t>
            </a:r>
          </a:p>
          <a:p>
            <a:r>
              <a:rPr lang="fr-FR" smtClean="0"/>
              <a:t>You are here, touching every heart I worship You, I worship You
7-  TU ES LÀ, RESTAURANT NOS CŒURS NOUS T’ADORONS, NOUS T’ADORONS </a:t>
            </a:r>
          </a:p>
          <a:p>
            <a:r>
              <a:rPr lang="fr-FR" smtClean="0"/>
              <a:t>You are here, healing every heart I worship You, I worship You
8-  TU ES LÀ, TU BOULEVERSES NOS VIES NOUS T’ADORONS, NOUS T’ADORONS </a:t>
            </a:r>
          </a:p>
          <a:p>
            <a:r>
              <a:rPr lang="fr-FR" smtClean="0"/>
              <a:t>You are here, turning lives around I worship You, I worship You
9-  TU ES LÀ, TU RÉPARES ET GUÉRIS NOUS T’ADORONS, NOUS T’ADORONS</a:t>
            </a:r>
          </a:p>
          <a:p>
            <a:r>
              <a:rPr lang="fr-FR" smtClean="0"/>
              <a:t>You are here, mending every heart I worship You, I worship You</a:t>
            </a:r>
          </a:p>
          <a:p>
            <a:endParaRPr lang="fr-FR" smtClean="0"/>
          </a:p>
          <a:p>
            <a:r>
              <a:rPr lang="fr-FR" smtClean="0"/>
              <a:t>	Refrain:
	10-  TU FAIS UN CHEMIN OPÈRE DES MIRACLES</a:t>
            </a:r>
            <a:br>
              <a:rPr lang="fr-FR" smtClean="0"/>
            </a:br>
            <a:r>
              <a:rPr lang="fr-FR" smtClean="0"/>
              <a:t>	 You are Way maker, miracle worker, 
	11-  TU TIENS TES PROMESSES  LUMIÈRE DANS LES TÉNÈBRES</a:t>
            </a:r>
            <a:br>
              <a:rPr lang="fr-FR" smtClean="0"/>
            </a:br>
            <a:r>
              <a:rPr lang="fr-FR" smtClean="0"/>
              <a:t>	promise keeper Light in the darkness, my God
	12-  MON DIEU, VOICI QUI TU ES </a:t>
            </a:r>
            <a:br>
              <a:rPr lang="fr-FR" smtClean="0"/>
            </a:br>
            <a:r>
              <a:rPr lang="fr-FR" smtClean="0"/>
              <a:t> 	That is who You are                                 x4</a:t>
            </a:r>
          </a:p>
          <a:p>
            <a:r>
              <a:rPr lang="fr-FR" smtClean="0"/>
              <a:t>
	13-  VOICI QUI TU ES …       (BOUCLE)</a:t>
            </a:r>
          </a:p>
          <a:p>
            <a:r>
              <a:rPr lang="fr-FR" smtClean="0"/>
              <a:t>	That is who You are</a:t>
            </a:r>
          </a:p>
          <a:p>
            <a:r>
              <a:rPr lang="fr-FR" smtClean="0"/>
              <a:t>Pont:
14-  MÊME QUAND JE NE LE VOIS PAS  TU AGIS </a:t>
            </a:r>
          </a:p>
          <a:p>
            <a:r>
              <a:rPr lang="fr-FR" smtClean="0"/>
              <a:t>Even when I don't see it, You're working
15-  QUAND JE NE LE RESSENS PAS TU AGIS </a:t>
            </a:r>
          </a:p>
          <a:p>
            <a:r>
              <a:rPr lang="fr-FR" smtClean="0"/>
              <a:t>Even when I don't feel it, You're working
16-  TU N’ARRÊTES PAS, TU N’ARRÊTES PAS D’AGIR  x2
You never stop, You never stop working</a:t>
            </a:r>
          </a:p>
          <a:p>
            <a:endParaRPr lang="fr-FR" smtClean="0"/>
          </a:p>
          <a:p>
            <a:r>
              <a:rPr lang="fr-FR" smtClean="0"/>
              <a:t>	Refrain:</a:t>
            </a:r>
            <a:endParaRPr lang="fr-FR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TU ES LÀ PRÉSENT PARMI NOUS NOUS T’ADORONS, NOUS T’ADORONS</a:t>
            </a:r>
            <a:b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You are here, moving in our midst I worship You, I worship You
2-  TU ES LÀ, TU AGIS DANS CE LIEU NOUS T’ADORONS, NOUS T’ADORONS</a:t>
            </a:r>
            <a:b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You are here, working in this place I worship You, I worship You        x2
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3-  TU FAIS UN CHEMIN,  OPÈRE DES MIRACLES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You are Way maker, miracle worker, 
	4-  TU TIENS TES PROMESSES LUMIÈRE DANS LES TÉNÈBRES</a:t>
            </a:r>
            <a:b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promise keeper Light in the darkness, my God
	5-  MON DIEU, VOICI QUI TU ES</a:t>
            </a:r>
            <a:b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That is who You are                                 x2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6-  TU ES LÀ, TOUCHANT CHAQUE CŒUR NOUS T’ADORONS, NOUS T’ADORONS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 are here, touching every heart I worship You, I worship You
7-  TU ES LÀ, RESTAURANT NOS CŒURS NOUS T’ADORONS, NOUS T’ADORONS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 are here, healing every heart I worship You, I worship You
8-  TU ES LÀ, TU BOULEVERSES NOS VIES NOUS T’ADORONS, NOUS T’ADORONS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 are here, turning lives around I worship You, I worship You
9-  TU ES LÀ, TU RÉPARES ET GUÉRIS NOUS T’ADORONS, NOUS T’ADORONS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 are here, mending every heart I worship You, I worship You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b="0" i="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
	10-  TU FAIS UN CHEMIN OPÈRE DES MIRACLES</a:t>
            </a:r>
            <a:b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You are Way maker, miracle worker, 
	11-  TU TIENS TES PROMESSES  LUMIÈRE DANS LES TÉNÈBRES</a:t>
            </a:r>
            <a:b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promise keeper Light in the darkness, my God
	12-  MON DIEU, VOICI QUI TU ES </a:t>
            </a:r>
            <a:b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	That is who You are                                 x4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13-  VOICI QUI TU ES …       (BOUCLE)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That is who You are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Pont:
14-  MÊME QUAND JE NE LE VOIS PAS  TU AGIS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Even when I don't see it, You're working
15-  QUAND JE NE LE RESSENS PAS TU AGIS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Even when I don't feel it, You're working
16-  TU N’ARRÊTES PAS, TU N’ARRÊTES PAS D’AGIR  x2
You never stop, You never stop working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b="0" i="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TU ES LÀ PRÉSENT PARMI NOUS NOUS T’ADORONS, NOUS T’ADORONS</a:t>
            </a:r>
            <a:br>
              <a:rPr lang="fr-FR" smtClean="0"/>
            </a:br>
            <a:r>
              <a:rPr lang="fr-FR" smtClean="0"/>
              <a:t> You are here, moving in our midst I worship You, I worship You
2-  TU ES LÀ, TU AGIS DANS CE LIEU NOUS T’ADORONS, NOUS T’ADORONS</a:t>
            </a:r>
            <a:br>
              <a:rPr lang="fr-FR" smtClean="0"/>
            </a:br>
            <a:r>
              <a:rPr lang="fr-FR" smtClean="0"/>
              <a:t> You are here, working in this place I worship You, I worship You        x2
</a:t>
            </a:r>
          </a:p>
          <a:p>
            <a:r>
              <a:rPr lang="fr-FR" smtClean="0"/>
              <a:t>	Refrain:</a:t>
            </a:r>
          </a:p>
          <a:p>
            <a:r>
              <a:rPr lang="fr-FR" smtClean="0"/>
              <a:t>	3-  TU FAIS UN CHEMIN,  OPÈRE DES MIRACLES </a:t>
            </a:r>
          </a:p>
          <a:p>
            <a:r>
              <a:rPr lang="fr-FR" smtClean="0"/>
              <a:t>	You are Way maker, miracle worker, 
	4-  TU TIENS TES PROMESSES LUMIÈRE DANS LES TÉNÈBRES</a:t>
            </a:r>
            <a:br>
              <a:rPr lang="fr-FR" smtClean="0"/>
            </a:br>
            <a:r>
              <a:rPr lang="fr-FR" smtClean="0"/>
              <a:t>	promise keeper Light in the darkness, my God
	5-  MON DIEU, VOICI QUI TU ES</a:t>
            </a:r>
            <a:br>
              <a:rPr lang="fr-FR" smtClean="0"/>
            </a:br>
            <a:r>
              <a:rPr lang="fr-FR" smtClean="0"/>
              <a:t>	 That is who You are                                 x2</a:t>
            </a:r>
          </a:p>
          <a:p>
            <a:r>
              <a:rPr lang="fr-FR" smtClean="0"/>
              <a:t>
6-  TU ES LÀ, TOUCHANT CHAQUE CŒUR NOUS T’ADORONS, NOUS T’ADORONS </a:t>
            </a:r>
          </a:p>
          <a:p>
            <a:r>
              <a:rPr lang="fr-FR" smtClean="0"/>
              <a:t>You are here, touching every heart I worship You, I worship You
7-  TU ES LÀ, RESTAURANT NOS CŒURS NOUS T’ADORONS, NOUS T’ADORONS </a:t>
            </a:r>
          </a:p>
          <a:p>
            <a:r>
              <a:rPr lang="fr-FR" smtClean="0"/>
              <a:t>You are here, healing every heart I worship You, I worship You
8-  TU ES LÀ, TU BOULEVERSES NOS VIES NOUS T’ADORONS, NOUS T’ADORONS </a:t>
            </a:r>
          </a:p>
          <a:p>
            <a:r>
              <a:rPr lang="fr-FR" smtClean="0"/>
              <a:t>You are here, turning lives around I worship You, I worship You
9-  TU ES LÀ, TU RÉPARES ET GUÉRIS NOUS T’ADORONS, NOUS T’ADORONS</a:t>
            </a:r>
          </a:p>
          <a:p>
            <a:r>
              <a:rPr lang="fr-FR" smtClean="0"/>
              <a:t>You are here, mending every heart I worship You, I worship You</a:t>
            </a:r>
          </a:p>
          <a:p>
            <a:endParaRPr lang="fr-FR" smtClean="0"/>
          </a:p>
          <a:p>
            <a:r>
              <a:rPr lang="fr-FR" smtClean="0"/>
              <a:t>	Refrain:
	10-  TU FAIS UN CHEMIN OPÈRE DES MIRACLES</a:t>
            </a:r>
            <a:br>
              <a:rPr lang="fr-FR" smtClean="0"/>
            </a:br>
            <a:r>
              <a:rPr lang="fr-FR" smtClean="0"/>
              <a:t>	 You are Way maker, miracle worker, 
	11-  TU TIENS TES PROMESSES  LUMIÈRE DANS LES TÉNÈBRES</a:t>
            </a:r>
            <a:br>
              <a:rPr lang="fr-FR" smtClean="0"/>
            </a:br>
            <a:r>
              <a:rPr lang="fr-FR" smtClean="0"/>
              <a:t>	promise keeper Light in the darkness, my God
	12-  MON DIEU, VOICI QUI TU ES </a:t>
            </a:r>
            <a:br>
              <a:rPr lang="fr-FR" smtClean="0"/>
            </a:br>
            <a:r>
              <a:rPr lang="fr-FR" smtClean="0"/>
              <a:t> 	That is who You are                                 x4</a:t>
            </a:r>
          </a:p>
          <a:p>
            <a:r>
              <a:rPr lang="fr-FR" smtClean="0"/>
              <a:t>
	13-  VOICI QUI TU ES …       (BOUCLE)</a:t>
            </a:r>
          </a:p>
          <a:p>
            <a:r>
              <a:rPr lang="fr-FR" smtClean="0"/>
              <a:t>	That is who You are</a:t>
            </a:r>
          </a:p>
          <a:p>
            <a:r>
              <a:rPr lang="fr-FR" smtClean="0"/>
              <a:t>Pont:
14-  MÊME QUAND JE NE LE VOIS PAS  TU AGIS </a:t>
            </a:r>
          </a:p>
          <a:p>
            <a:r>
              <a:rPr lang="fr-FR" smtClean="0"/>
              <a:t>Even when I don't see it, You're working
15-  QUAND JE NE LE RESSENS PAS TU AGIS </a:t>
            </a:r>
          </a:p>
          <a:p>
            <a:r>
              <a:rPr lang="fr-FR" smtClean="0"/>
              <a:t>Even when I don't feel it, You're working
16-  TU N’ARRÊTES PAS, TU N’ARRÊTES PAS D’AGIR  x2
You never stop, You never stop working</a:t>
            </a:r>
          </a:p>
          <a:p>
            <a:endParaRPr lang="fr-FR" smtClean="0"/>
          </a:p>
          <a:p>
            <a:r>
              <a:rPr lang="fr-FR" smtClean="0"/>
              <a:t>	Refrain:</a:t>
            </a:r>
            <a:endParaRPr lang="fr-FR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TU ES LÀ PRÉSENT PARMI NOUS NOUS T’ADORONS, NOUS T’ADORONS</a:t>
            </a:r>
            <a:b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You are here, moving in our midst I worship You, I worship You
2-  TU ES LÀ, TU AGIS DANS CE LIEU NOUS T’ADORONS, NOUS T’ADORONS</a:t>
            </a:r>
            <a:b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You are here, working in this place I worship You, I worship You        x2
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3-  TU FAIS UN CHEMIN,  OPÈRE DES MIRACLES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You are Way maker, miracle worker, 
	4-  TU TIENS TES PROMESSES LUMIÈRE DANS LES TÉNÈBRES</a:t>
            </a:r>
            <a:b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promise keeper Light in the darkness, my God
	5-  MON DIEU, VOICI QUI TU ES</a:t>
            </a:r>
            <a:b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That is who You are                                 x2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6-  TU ES LÀ, TOUCHANT CHAQUE CŒUR NOUS T’ADORONS, NOUS T’ADORONS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 are here, touching every heart I worship You, I worship You
7-  TU ES LÀ, RESTAURANT NOS CŒURS NOUS T’ADORONS, NOUS T’ADORONS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 are here, healing every heart I worship You, I worship You
8-  TU ES LÀ, TU BOULEVERSES NOS VIES NOUS T’ADORONS, NOUS T’ADORONS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 are here, turning lives around I worship You, I worship You
9-  TU ES LÀ, TU RÉPARES ET GUÉRIS NOUS T’ADORONS, NOUS T’ADORONS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 are here, mending every heart I worship You, I worship You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b="0" i="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
	10-  TU FAIS UN CHEMIN OPÈRE DES MIRACLES</a:t>
            </a:r>
            <a:b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You are Way maker, miracle worker, 
	11-  TU TIENS TES PROMESSES  LUMIÈRE DANS LES TÉNÈBRES</a:t>
            </a:r>
            <a:b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promise keeper Light in the darkness, my God
	12-  MON DIEU, VOICI QUI TU ES </a:t>
            </a:r>
            <a:b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	That is who You are                                 x4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13-  VOICI QUI TU ES …       (BOUCLE)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That is who You are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Pont:
14-  MÊME QUAND JE NE LE VOIS PAS  TU AGIS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Even when I don't see it, You're working
15-  QUAND JE NE LE RESSENS PAS TU AGIS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Even when I don't feel it, You're working
16-  TU N’ARRÊTES PAS, TU N’ARRÊTES PAS D’AGIR  x2
You never stop, You never stop working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b="0" i="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TU ES LÀ PRÉSENT PARMI NOUS NOUS T’ADORONS, NOUS T’ADORONS</a:t>
            </a:r>
            <a:br>
              <a:rPr lang="fr-FR" smtClean="0"/>
            </a:br>
            <a:r>
              <a:rPr lang="fr-FR" smtClean="0"/>
              <a:t> You are here, moving in our midst I worship You, I worship You
2-  TU ES LÀ, TU AGIS DANS CE LIEU NOUS T’ADORONS, NOUS T’ADORONS</a:t>
            </a:r>
            <a:br>
              <a:rPr lang="fr-FR" smtClean="0"/>
            </a:br>
            <a:r>
              <a:rPr lang="fr-FR" smtClean="0"/>
              <a:t> You are here, working in this place I worship You, I worship You        x2
</a:t>
            </a:r>
          </a:p>
          <a:p>
            <a:r>
              <a:rPr lang="fr-FR" smtClean="0"/>
              <a:t>	Refrain:</a:t>
            </a:r>
          </a:p>
          <a:p>
            <a:r>
              <a:rPr lang="fr-FR" smtClean="0"/>
              <a:t>	3-  TU FAIS UN CHEMIN,  OPÈRE DES MIRACLES </a:t>
            </a:r>
          </a:p>
          <a:p>
            <a:r>
              <a:rPr lang="fr-FR" smtClean="0"/>
              <a:t>	You are Way maker, miracle worker, 
	4-  TU TIENS TES PROMESSES LUMIÈRE DANS LES TÉNÈBRES</a:t>
            </a:r>
            <a:br>
              <a:rPr lang="fr-FR" smtClean="0"/>
            </a:br>
            <a:r>
              <a:rPr lang="fr-FR" smtClean="0"/>
              <a:t>	promise keeper Light in the darkness, my God
	5-  MON DIEU, VOICI QUI TU ES</a:t>
            </a:r>
            <a:br>
              <a:rPr lang="fr-FR" smtClean="0"/>
            </a:br>
            <a:r>
              <a:rPr lang="fr-FR" smtClean="0"/>
              <a:t>	 That is who You are                                 x2</a:t>
            </a:r>
          </a:p>
          <a:p>
            <a:r>
              <a:rPr lang="fr-FR" smtClean="0"/>
              <a:t>
6-  TU ES LÀ, TOUCHANT CHAQUE CŒUR NOUS T’ADORONS, NOUS T’ADORONS </a:t>
            </a:r>
          </a:p>
          <a:p>
            <a:r>
              <a:rPr lang="fr-FR" smtClean="0"/>
              <a:t>You are here, touching every heart I worship You, I worship You
7-  TU ES LÀ, RESTAURANT NOS CŒURS NOUS T’ADORONS, NOUS T’ADORONS </a:t>
            </a:r>
          </a:p>
          <a:p>
            <a:r>
              <a:rPr lang="fr-FR" smtClean="0"/>
              <a:t>You are here, healing every heart I worship You, I worship You
8-  TU ES LÀ, TU BOULEVERSES NOS VIES NOUS T’ADORONS, NOUS T’ADORONS </a:t>
            </a:r>
          </a:p>
          <a:p>
            <a:r>
              <a:rPr lang="fr-FR" smtClean="0"/>
              <a:t>You are here, turning lives around I worship You, I worship You
9-  TU ES LÀ, TU RÉPARES ET GUÉRIS NOUS T’ADORONS, NOUS T’ADORONS</a:t>
            </a:r>
          </a:p>
          <a:p>
            <a:r>
              <a:rPr lang="fr-FR" smtClean="0"/>
              <a:t>You are here, mending every heart I worship You, I worship You</a:t>
            </a:r>
          </a:p>
          <a:p>
            <a:endParaRPr lang="fr-FR" smtClean="0"/>
          </a:p>
          <a:p>
            <a:r>
              <a:rPr lang="fr-FR" smtClean="0"/>
              <a:t>	Refrain:
	10-  TU FAIS UN CHEMIN OPÈRE DES MIRACLES</a:t>
            </a:r>
            <a:br>
              <a:rPr lang="fr-FR" smtClean="0"/>
            </a:br>
            <a:r>
              <a:rPr lang="fr-FR" smtClean="0"/>
              <a:t>	 You are Way maker, miracle worker, 
	11-  TU TIENS TES PROMESSES  LUMIÈRE DANS LES TÉNÈBRES</a:t>
            </a:r>
            <a:br>
              <a:rPr lang="fr-FR" smtClean="0"/>
            </a:br>
            <a:r>
              <a:rPr lang="fr-FR" smtClean="0"/>
              <a:t>	promise keeper Light in the darkness, my God
	12-  MON DIEU, VOICI QUI TU ES </a:t>
            </a:r>
            <a:br>
              <a:rPr lang="fr-FR" smtClean="0"/>
            </a:br>
            <a:r>
              <a:rPr lang="fr-FR" smtClean="0"/>
              <a:t> 	That is who You are                                 x4</a:t>
            </a:r>
          </a:p>
          <a:p>
            <a:r>
              <a:rPr lang="fr-FR" smtClean="0"/>
              <a:t>
	13-  VOICI QUI TU ES …       (BOUCLE)</a:t>
            </a:r>
          </a:p>
          <a:p>
            <a:r>
              <a:rPr lang="fr-FR" smtClean="0"/>
              <a:t>	That is who You are</a:t>
            </a:r>
          </a:p>
          <a:p>
            <a:r>
              <a:rPr lang="fr-FR" smtClean="0"/>
              <a:t>Pont:
14-  MÊME QUAND JE NE LE VOIS PAS  TU AGIS </a:t>
            </a:r>
          </a:p>
          <a:p>
            <a:r>
              <a:rPr lang="fr-FR" smtClean="0"/>
              <a:t>Even when I don't see it, You're working
15-  QUAND JE NE LE RESSENS PAS TU AGIS </a:t>
            </a:r>
          </a:p>
          <a:p>
            <a:r>
              <a:rPr lang="fr-FR" smtClean="0"/>
              <a:t>Even when I don't feel it, You're working
16-  TU N’ARRÊTES PAS, TU N’ARRÊTES PAS D’AGIR  x2
You never stop, You never stop working</a:t>
            </a:r>
          </a:p>
          <a:p>
            <a:endParaRPr lang="fr-FR" smtClean="0"/>
          </a:p>
          <a:p>
            <a:r>
              <a:rPr lang="fr-FR" smtClean="0"/>
              <a:t>	Refrain:</a:t>
            </a:r>
            <a:endParaRPr lang="fr-FR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TU ES LÀ PRÉSENT PARMI NOUS NOUS T’ADORONS, NOUS T’ADORONS</a:t>
            </a:r>
            <a:b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You are here, moving in our midst I worship You, I worship You
2-  TU ES LÀ, TU AGIS DANS CE LIEU NOUS T’ADORONS, NOUS T’ADORONS</a:t>
            </a:r>
            <a:b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You are here, working in this place I worship You, I worship You        x2
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3-  TU FAIS UN CHEMIN,  OPÈRE DES MIRACLES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You are Way maker, miracle worker, 
	4-  TU TIENS TES PROMESSES LUMIÈRE DANS LES TÉNÈBRES</a:t>
            </a:r>
            <a:b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promise keeper Light in the darkness, my God
	5-  MON DIEU, VOICI QUI TU ES</a:t>
            </a:r>
            <a:b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That is who You are                                 x2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6-  TU ES LÀ, TOUCHANT CHAQUE CŒUR NOUS T’ADORONS, NOUS T’ADORONS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 are here, touching every heart I worship You, I worship You
7-  TU ES LÀ, RESTAURANT NOS CŒURS NOUS T’ADORONS, NOUS T’ADORONS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 are here, healing every heart I worship You, I worship You
8-  TU ES LÀ, TU BOULEVERSES NOS VIES NOUS T’ADORONS, NOUS T’ADORONS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 are here, turning lives around I worship You, I worship You
9-  TU ES LÀ, TU RÉPARES ET GUÉRIS NOUS T’ADORONS, NOUS T’ADORONS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 are here, mending every heart I worship You, I worship You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b="0" i="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
	10-  TU FAIS UN CHEMIN OPÈRE DES MIRACLES</a:t>
            </a:r>
            <a:b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You are Way maker, miracle worker, 
	11-  TU TIENS TES PROMESSES  LUMIÈRE DANS LES TÉNÈBRES</a:t>
            </a:r>
            <a:b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promise keeper Light in the darkness, my God
	12-  MON DIEU, VOICI QUI TU ES </a:t>
            </a:r>
            <a:b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	That is who You are                                 x4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13-  VOICI QUI TU ES …       (BOUCLE)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That is who You are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Pont:
14-  MÊME QUAND JE NE LE VOIS PAS  TU AGIS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Even when I don't see it, You're working
15-  QUAND JE NE LE RESSENS PAS TU AGIS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Even when I don't feel it, You're working
16-  TU N’ARRÊTES PAS, TU N’ARRÊTES PAS D’AGIR  x2
You never stop, You never stop working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b="0" i="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TU ES LÀ PRÉSENT PARMI NOUS NOUS T’ADORONS, NOUS T’ADORONS</a:t>
            </a:r>
            <a:br>
              <a:rPr lang="fr-FR" smtClean="0"/>
            </a:br>
            <a:r>
              <a:rPr lang="fr-FR" smtClean="0"/>
              <a:t> You are here, moving in our midst I worship You, I worship You
2-  TU ES LÀ, TU AGIS DANS CE LIEU NOUS T’ADORONS, NOUS T’ADORONS</a:t>
            </a:r>
            <a:br>
              <a:rPr lang="fr-FR" smtClean="0"/>
            </a:br>
            <a:r>
              <a:rPr lang="fr-FR" smtClean="0"/>
              <a:t> You are here, working in this place I worship You, I worship You        x2
</a:t>
            </a:r>
          </a:p>
          <a:p>
            <a:r>
              <a:rPr lang="fr-FR" smtClean="0"/>
              <a:t>	Refrain:</a:t>
            </a:r>
          </a:p>
          <a:p>
            <a:r>
              <a:rPr lang="fr-FR" smtClean="0"/>
              <a:t>	3-  TU FAIS UN CHEMIN,  OPÈRE DES MIRACLES </a:t>
            </a:r>
          </a:p>
          <a:p>
            <a:r>
              <a:rPr lang="fr-FR" smtClean="0"/>
              <a:t>	You are Way maker, miracle worker, 
	4-  TU TIENS TES PROMESSES LUMIÈRE DANS LES TÉNÈBRES</a:t>
            </a:r>
            <a:br>
              <a:rPr lang="fr-FR" smtClean="0"/>
            </a:br>
            <a:r>
              <a:rPr lang="fr-FR" smtClean="0"/>
              <a:t>	promise keeper Light in the darkness, my God
	5-  MON DIEU, VOICI QUI TU ES</a:t>
            </a:r>
            <a:br>
              <a:rPr lang="fr-FR" smtClean="0"/>
            </a:br>
            <a:r>
              <a:rPr lang="fr-FR" smtClean="0"/>
              <a:t>	 That is who You are                                 x2</a:t>
            </a:r>
          </a:p>
          <a:p>
            <a:r>
              <a:rPr lang="fr-FR" smtClean="0"/>
              <a:t>
6-  TU ES LÀ, TOUCHANT CHAQUE CŒUR NOUS T’ADORONS, NOUS T’ADORONS </a:t>
            </a:r>
          </a:p>
          <a:p>
            <a:r>
              <a:rPr lang="fr-FR" smtClean="0"/>
              <a:t>You are here, touching every heart I worship You, I worship You
7-  TU ES LÀ, RESTAURANT NOS CŒURS NOUS T’ADORONS, NOUS T’ADORONS </a:t>
            </a:r>
          </a:p>
          <a:p>
            <a:r>
              <a:rPr lang="fr-FR" smtClean="0"/>
              <a:t>You are here, healing every heart I worship You, I worship You
8-  TU ES LÀ, TU BOULEVERSES NOS VIES NOUS T’ADORONS, NOUS T’ADORONS </a:t>
            </a:r>
          </a:p>
          <a:p>
            <a:r>
              <a:rPr lang="fr-FR" smtClean="0"/>
              <a:t>You are here, turning lives around I worship You, I worship You
9-  TU ES LÀ, TU RÉPARES ET GUÉRIS NOUS T’ADORONS, NOUS T’ADORONS</a:t>
            </a:r>
          </a:p>
          <a:p>
            <a:r>
              <a:rPr lang="fr-FR" smtClean="0"/>
              <a:t>You are here, mending every heart I worship You, I worship You</a:t>
            </a:r>
          </a:p>
          <a:p>
            <a:endParaRPr lang="fr-FR" smtClean="0"/>
          </a:p>
          <a:p>
            <a:r>
              <a:rPr lang="fr-FR" smtClean="0"/>
              <a:t>	Refrain:
	10-  TU FAIS UN CHEMIN OPÈRE DES MIRACLES</a:t>
            </a:r>
            <a:br>
              <a:rPr lang="fr-FR" smtClean="0"/>
            </a:br>
            <a:r>
              <a:rPr lang="fr-FR" smtClean="0"/>
              <a:t>	 You are Way maker, miracle worker, 
	11-  TU TIENS TES PROMESSES  LUMIÈRE DANS LES TÉNÈBRES</a:t>
            </a:r>
            <a:br>
              <a:rPr lang="fr-FR" smtClean="0"/>
            </a:br>
            <a:r>
              <a:rPr lang="fr-FR" smtClean="0"/>
              <a:t>	promise keeper Light in the darkness, my God
	12-  MON DIEU, VOICI QUI TU ES </a:t>
            </a:r>
            <a:br>
              <a:rPr lang="fr-FR" smtClean="0"/>
            </a:br>
            <a:r>
              <a:rPr lang="fr-FR" smtClean="0"/>
              <a:t> 	That is who You are                                 x4</a:t>
            </a:r>
          </a:p>
          <a:p>
            <a:r>
              <a:rPr lang="fr-FR" smtClean="0"/>
              <a:t>
	13-  VOICI QUI TU ES …       (BOUCLE)</a:t>
            </a:r>
          </a:p>
          <a:p>
            <a:r>
              <a:rPr lang="fr-FR" smtClean="0"/>
              <a:t>	That is who You are</a:t>
            </a:r>
          </a:p>
          <a:p>
            <a:r>
              <a:rPr lang="fr-FR" smtClean="0"/>
              <a:t>Pont:
14-  MÊME QUAND JE NE LE VOIS PAS  TU AGIS </a:t>
            </a:r>
          </a:p>
          <a:p>
            <a:r>
              <a:rPr lang="fr-FR" smtClean="0"/>
              <a:t>Even when I don't see it, You're working
15-  QUAND JE NE LE RESSENS PAS TU AGIS </a:t>
            </a:r>
          </a:p>
          <a:p>
            <a:r>
              <a:rPr lang="fr-FR" smtClean="0"/>
              <a:t>Even when I don't feel it, You're working
16-  TU N’ARRÊTES PAS, TU N’ARRÊTES PAS D’AGIR  x2
You never stop, You never stop working</a:t>
            </a:r>
          </a:p>
          <a:p>
            <a:endParaRPr lang="fr-FR" smtClean="0"/>
          </a:p>
          <a:p>
            <a:r>
              <a:rPr lang="fr-FR" smtClean="0"/>
              <a:t>	Refrain:</a:t>
            </a:r>
            <a:endParaRPr lang="fr-FR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TU ES LÀ PRÉSENT PARMI NOUS NOUS T’ADORONS, NOUS T’ADORONS</a:t>
            </a:r>
            <a:b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You are here, moving in our midst I worship You, I worship You
2-  TU ES LÀ, TU AGIS DANS CE LIEU NOUS T’ADORONS, NOUS T’ADORONS</a:t>
            </a:r>
            <a:b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You are here, working in this place I worship You, I worship You        x2
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3-  TU FAIS UN CHEMIN,  OPÈRE DES MIRACLES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You are Way maker, miracle worker, 
	4-  TU TIENS TES PROMESSES LUMIÈRE DANS LES TÉNÈBRES</a:t>
            </a:r>
            <a:b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promise keeper Light in the darkness, my God
	5-  MON DIEU, VOICI QUI TU ES</a:t>
            </a:r>
            <a:b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That is who You are                                 x2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6-  TU ES LÀ, TOUCHANT CHAQUE CŒUR NOUS T’ADORONS, NOUS T’ADORONS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 are here, touching every heart I worship You, I worship You
7-  TU ES LÀ, RESTAURANT NOS CŒURS NOUS T’ADORONS, NOUS T’ADORONS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 are here, healing every heart I worship You, I worship You
8-  TU ES LÀ, TU BOULEVERSES NOS VIES NOUS T’ADORONS, NOUS T’ADORONS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 are here, turning lives around I worship You, I worship You
9-  TU ES LÀ, TU RÉPARES ET GUÉRIS NOUS T’ADORONS, NOUS T’ADORONS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 are here, mending every heart I worship You, I worship You</a:t>
            </a:r>
          </a:p>
          <a:p>
            <a:endParaRPr lang="fr-FR" sz="1200" b="0" i="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
	10-  TU FAIS UN CHEMIN OPÈRE DES MIRACLES</a:t>
            </a:r>
            <a:b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You are Way maker, miracle worker, 
	11-  TU TIENS TES PROMESSES  LUMIÈRE DANS LES TÉNÈBRES</a:t>
            </a:r>
            <a:b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promise keeper Light in the darkness, my God
	12-  MON DIEU, VOICI QUI TU ES </a:t>
            </a:r>
            <a:b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	That is who You are                                 x4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13-  VOICI QUI TU ES …       (BOUCLE)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That is who You are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Pont:
14-  MÊME QUAND JE NE LE VOIS PAS  TU AGIS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Even when I don't see it, You're working
15-  QUAND JE NE LE RESSENS PAS TU AGIS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Even when I don't feel it, You're working
16-  TU N’ARRÊTES PAS, TU N’ARRÊTES PAS D’AGIR  x2
You never stop, You never stop working</a:t>
            </a:r>
          </a:p>
          <a:p>
            <a:endParaRPr lang="fr-FR" sz="1200" b="0" i="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TU ES LÀ PRÉSENT PARMI NOUS NOUS T’ADORONS, NOUS T’ADORONS</a:t>
            </a:r>
            <a:br>
              <a:rPr lang="fr-FR" smtClean="0"/>
            </a:br>
            <a:r>
              <a:rPr lang="fr-FR" smtClean="0"/>
              <a:t> You are here, moving in our midst I worship You, I worship You
2-  TU ES LÀ, TU AGIS DANS CE LIEU NOUS T’ADORONS, NOUS T’ADORONS</a:t>
            </a:r>
            <a:br>
              <a:rPr lang="fr-FR" smtClean="0"/>
            </a:br>
            <a:r>
              <a:rPr lang="fr-FR" smtClean="0"/>
              <a:t> You are here, working in this place I worship You, I worship You        x2
</a:t>
            </a:r>
          </a:p>
          <a:p>
            <a:r>
              <a:rPr lang="fr-FR" smtClean="0"/>
              <a:t>	Refrain:</a:t>
            </a:r>
          </a:p>
          <a:p>
            <a:r>
              <a:rPr lang="fr-FR" smtClean="0"/>
              <a:t>	3-  TU FAIS UN CHEMIN,  OPÈRE DES MIRACLES </a:t>
            </a:r>
          </a:p>
          <a:p>
            <a:r>
              <a:rPr lang="fr-FR" smtClean="0"/>
              <a:t>	You are Way maker, miracle worker, 
	4-  TU TIENS TES PROMESSES LUMIÈRE DANS LES TÉNÈBRES</a:t>
            </a:r>
            <a:br>
              <a:rPr lang="fr-FR" smtClean="0"/>
            </a:br>
            <a:r>
              <a:rPr lang="fr-FR" smtClean="0"/>
              <a:t>	promise keeper Light in the darkness, my God
	5-  MON DIEU, VOICI QUI TU ES</a:t>
            </a:r>
            <a:br>
              <a:rPr lang="fr-FR" smtClean="0"/>
            </a:br>
            <a:r>
              <a:rPr lang="fr-FR" smtClean="0"/>
              <a:t>	 That is who You are                                 x2</a:t>
            </a:r>
          </a:p>
          <a:p>
            <a:r>
              <a:rPr lang="fr-FR" smtClean="0"/>
              <a:t>
6-  TU ES LÀ, TOUCHANT CHAQUE CŒUR NOUS T’ADORONS, NOUS T’ADORONS </a:t>
            </a:r>
          </a:p>
          <a:p>
            <a:r>
              <a:rPr lang="fr-FR" smtClean="0"/>
              <a:t>You are here, touching every heart I worship You, I worship You
7-  TU ES LÀ, RESTAURANT NOS CŒURS NOUS T’ADORONS, NOUS T’ADORONS </a:t>
            </a:r>
          </a:p>
          <a:p>
            <a:r>
              <a:rPr lang="fr-FR" smtClean="0"/>
              <a:t>You are here, healing every heart I worship You, I worship You
8-  TU ES LÀ, TU BOULEVERSES NOS VIES NOUS T’ADORONS, NOUS T’ADORONS </a:t>
            </a:r>
          </a:p>
          <a:p>
            <a:r>
              <a:rPr lang="fr-FR" smtClean="0"/>
              <a:t>You are here, turning lives around I worship You, I worship You
9-  TU ES LÀ, TU RÉPARES ET GUÉRIS NOUS T’ADORONS, NOUS T’ADORONS</a:t>
            </a:r>
          </a:p>
          <a:p>
            <a:r>
              <a:rPr lang="fr-FR" smtClean="0"/>
              <a:t>You are here, mending every heart I worship You, I worship You</a:t>
            </a:r>
          </a:p>
          <a:p>
            <a:endParaRPr lang="fr-FR" smtClean="0"/>
          </a:p>
          <a:p>
            <a:r>
              <a:rPr lang="fr-FR" smtClean="0"/>
              <a:t>	Refrain:
	10-  TU FAIS UN CHEMIN OPÈRE DES MIRACLES</a:t>
            </a:r>
            <a:br>
              <a:rPr lang="fr-FR" smtClean="0"/>
            </a:br>
            <a:r>
              <a:rPr lang="fr-FR" smtClean="0"/>
              <a:t>	 You are Way maker, miracle worker, 
	11-  TU TIENS TES PROMESSES  LUMIÈRE DANS LES TÉNÈBRES</a:t>
            </a:r>
            <a:br>
              <a:rPr lang="fr-FR" smtClean="0"/>
            </a:br>
            <a:r>
              <a:rPr lang="fr-FR" smtClean="0"/>
              <a:t>	promise keeper Light in the darkness, my God
	12-  MON DIEU, VOICI QUI TU ES </a:t>
            </a:r>
            <a:br>
              <a:rPr lang="fr-FR" smtClean="0"/>
            </a:br>
            <a:r>
              <a:rPr lang="fr-FR" smtClean="0"/>
              <a:t> 	That is who You are                                 x4</a:t>
            </a:r>
          </a:p>
          <a:p>
            <a:r>
              <a:rPr lang="fr-FR" smtClean="0"/>
              <a:t>
	13-  VOICI QUI TU ES …       (BOUCLE)</a:t>
            </a:r>
          </a:p>
          <a:p>
            <a:r>
              <a:rPr lang="fr-FR" smtClean="0"/>
              <a:t>	That is who You are</a:t>
            </a:r>
          </a:p>
          <a:p>
            <a:r>
              <a:rPr lang="fr-FR" smtClean="0"/>
              <a:t>Pont:
14-  MÊME QUAND JE NE LE VOIS PAS  TU AGIS </a:t>
            </a:r>
          </a:p>
          <a:p>
            <a:r>
              <a:rPr lang="fr-FR" smtClean="0"/>
              <a:t>Even when I don't see it, You're working
15-  QUAND JE NE LE RESSENS PAS TU AGIS </a:t>
            </a:r>
          </a:p>
          <a:p>
            <a:r>
              <a:rPr lang="fr-FR" smtClean="0"/>
              <a:t>Even when I don't feel it, You're working
16-  TU N’ARRÊTES PAS, TU N’ARRÊTES PAS D’AGIR  x2
You never stop, You never stop working</a:t>
            </a:r>
          </a:p>
          <a:p>
            <a:endParaRPr lang="fr-FR" smtClean="0"/>
          </a:p>
          <a:p>
            <a:r>
              <a:rPr lang="fr-FR" smtClean="0"/>
              <a:t>	Refrain:</a:t>
            </a:r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5CC59E-7D1E-4F01-9F56-5E381E9D621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27821F4-FCF3-4E59-99F6-41BA84B2C09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240ECE-20E6-4946-A7EF-79E7396C5CD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8BC1BB-849D-43A7-B866-1CB92D567A4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8EC5B45-4095-4228-BDBC-2A564303231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1E1DA2-E99B-4B4C-9271-FCE4A8903E4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0BA51E-E4AE-4097-89B8-F79FBA162A8D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B32D6D-9D18-4971-9E34-6BC0833C02B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7D728AC-FBA5-4A8B-8058-AB296DE2A77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3DB35A-6AB0-4873-B73C-8E6E224E5D0C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3231ED-B4C7-4F0B-A493-3E9A104EEE7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D7AEA990-3CAF-4C04-AF86-A9B781D94F8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ES LÀ PRÉSENT PARMI NOUS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NOUS T’ADORONS, NOUS T’ADORONS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ES LÀ, TU AGIS DANS CE LIEU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NOUS T’ADORONS, NOUS T’ADORONS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FAIS UN CHEMIN,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OPÈRE DES MIRACLES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TIENS TES PROMESSES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LUMIÈRE DANS LES TÉNÈBRES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/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MON DIEU, VOICI QUI TU ES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ES LÀ, TOUCHANT CHAQUE CŒUR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NOUS T’ADORONS, NOUS T’ADORONS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ES LÀ, RESTAURANT NOS CŒURS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NOUS T’ADORONS, NOUS T’ADORONS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ES LÀ, TU BOULEVERSES NOS VIES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NOUS T’ADORONS, NOUS T’ADORONS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ES LÀ, TU RÉPARES ET GUÉRIS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NOUS T’ADORONS, NOUS T’ADORONS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FAIS UN CHEMIN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OPÈRE DES MIRACLES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TIENS TES PROMESSES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LUMIÈRE DANS LES TÉNÈBRES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/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MON DIEU, VOICI QUI TU ES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VOICI QUI TU ES …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MÊME QUAND JE NE LE VOIS PAS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AGIS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QUAND JE NE LE RESSENS PAS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AGIS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N’ARRÊTES PAS, TU N’ARRÊTES PAS D’AGIR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1718</TotalTime>
  <Words>524</Words>
  <Application>Microsoft Office PowerPoint</Application>
  <PresentationFormat>Affichage à l'écran (4:3)</PresentationFormat>
  <Paragraphs>602</Paragraphs>
  <Slides>16</Slides>
  <Notes>16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16</vt:i4>
      </vt:variant>
    </vt:vector>
  </HeadingPairs>
  <TitlesOfParts>
    <vt:vector size="17" baseType="lpstr"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  <vt:lpstr>Diapositive 14</vt:lpstr>
      <vt:lpstr>Diapositive 15</vt:lpstr>
      <vt:lpstr>Diapositive 16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180</cp:revision>
  <dcterms:created xsi:type="dcterms:W3CDTF">2002-08-17T10:50:50Z</dcterms:created>
  <dcterms:modified xsi:type="dcterms:W3CDTF">2019-11-24T12:18:37Z</dcterms:modified>
</cp:coreProperties>
</file>