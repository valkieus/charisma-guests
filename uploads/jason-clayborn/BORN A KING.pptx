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29835" autoAdjust="0"/>
  </p:normalViewPr>
  <p:slideViewPr>
    <p:cSldViewPr>
      <p:cViewPr varScale="1">
        <p:scale>
          <a:sx n="19" d="100"/>
          <a:sy n="19" d="100"/>
        </p:scale>
        <p:origin x="105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19/12/2021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pPr>
              <a:defRPr/>
            </a:pPr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pPr>
              <a:defRPr/>
            </a:pPr>
            <a:r>
              <a:rPr lang="fr-FR" smtClean="0"/>
              <a:t>
5-  VIENS POUR L’ADORER   X2 
6-  VIENS POUR L’ADORER JÉSUS LE ROI DES ROIS            X2</a:t>
            </a:r>
          </a:p>
          <a:p>
            <a:pPr>
              <a:defRPr/>
            </a:pPr>
            <a:r>
              <a:rPr lang="fr-FR" smtClean="0"/>
              <a:t>
7-  JÉSUS LE ROI DES ROIS   X2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r>
              <a:rPr lang="fr-FR" smtClean="0"/>
              <a:t>
5-  VIENS POUR L’ADORER   X2 
6-  VIENS POUR L’ADORER JÉSUS LE ROI DES ROIS            X2</a:t>
            </a:r>
          </a:p>
          <a:p>
            <a:r>
              <a:rPr lang="fr-FR" smtClean="0"/>
              <a:t>
7-  JÉSUS LE ROI DES ROIS   X2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pPr>
              <a:defRPr/>
            </a:pPr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pPr>
              <a:defRPr/>
            </a:pPr>
            <a:r>
              <a:rPr lang="fr-FR" smtClean="0"/>
              <a:t>
5-  VIENS POUR L’ADORER   X2 
6-  VIENS POUR L’ADORER JÉSUS LE ROI DES ROIS            X2</a:t>
            </a:r>
          </a:p>
          <a:p>
            <a:pPr>
              <a:defRPr/>
            </a:pPr>
            <a:r>
              <a:rPr lang="fr-FR" smtClean="0"/>
              <a:t>
7-  JÉSUS LE ROI DES ROIS   X2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r>
              <a:rPr lang="fr-FR" smtClean="0"/>
              <a:t>
5-  VIENS POUR L’ADORER   X2 
6-  VIENS POUR L’ADORER JÉSUS LE ROI DES ROIS            X2</a:t>
            </a:r>
          </a:p>
          <a:p>
            <a:r>
              <a:rPr lang="fr-FR" smtClean="0"/>
              <a:t>
7-  JÉSUS LE ROI DES ROIS   X2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140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pPr>
              <a:defRPr/>
            </a:pPr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pPr>
              <a:defRPr/>
            </a:pPr>
            <a:r>
              <a:rPr lang="fr-FR" smtClean="0"/>
              <a:t>
5-  VIENS POUR L’ADORER   X2 
6-  VIENS POUR L’ADORER JÉSUS LE ROI DES ROIS            X2</a:t>
            </a:r>
          </a:p>
          <a:p>
            <a:pPr>
              <a:defRPr/>
            </a:pPr>
            <a:r>
              <a:rPr lang="fr-FR" smtClean="0"/>
              <a:t>
7-  JÉSUS LE ROI DES ROIS   X2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r>
              <a:rPr lang="fr-FR" smtClean="0"/>
              <a:t>
5-  VIENS POUR L’ADORER   X2 
6-  VIENS POUR L’ADORER JÉSUS LE ROI DES ROIS            X2</a:t>
            </a:r>
          </a:p>
          <a:p>
            <a:r>
              <a:rPr lang="fr-FR" smtClean="0"/>
              <a:t>
7-  JÉSUS LE ROI DES ROIS   X2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071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pPr>
              <a:defRPr/>
            </a:pPr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pPr>
              <a:defRPr/>
            </a:pPr>
            <a:r>
              <a:rPr lang="fr-FR" smtClean="0"/>
              <a:t>
5-  VIENS POUR L’ADORER   X2 
6-  VIENS POUR L’ADORER JÉSUS LE ROI DES ROIS            X2</a:t>
            </a:r>
          </a:p>
          <a:p>
            <a:pPr>
              <a:defRPr/>
            </a:pPr>
            <a:r>
              <a:rPr lang="fr-FR" smtClean="0"/>
              <a:t>
7-  JÉSUS LE ROI DES ROIS   X2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r>
              <a:rPr lang="fr-FR" smtClean="0"/>
              <a:t>
5-  VIENS POUR L’ADORER   X2 
6-  VIENS POUR L’ADORER JÉSUS LE ROI DES ROIS            X2</a:t>
            </a:r>
          </a:p>
          <a:p>
            <a:r>
              <a:rPr lang="fr-FR" smtClean="0"/>
              <a:t>
7-  JÉSUS LE ROI DES ROIS   X2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714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pPr>
              <a:defRPr/>
            </a:pPr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pPr>
              <a:defRPr/>
            </a:pPr>
            <a:r>
              <a:rPr lang="fr-FR" smtClean="0"/>
              <a:t>
5-  VIENS POUR L’ADORER   X2 
6-  VIENS POUR L’ADORER JÉSUS LE ROI DES ROIS            X2</a:t>
            </a:r>
          </a:p>
          <a:p>
            <a:pPr>
              <a:defRPr/>
            </a:pPr>
            <a:r>
              <a:rPr lang="fr-FR" smtClean="0"/>
              <a:t>
7-  JÉSUS LE ROI DES ROIS   X2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r>
              <a:rPr lang="fr-FR" smtClean="0"/>
              <a:t>
5-  VIENS POUR L’ADORER   X2 
6-  VIENS POUR L’ADORER JÉSUS LE ROI DES ROIS            X2</a:t>
            </a:r>
          </a:p>
          <a:p>
            <a:r>
              <a:rPr lang="fr-FR" smtClean="0"/>
              <a:t>
7-  JÉSUS LE ROI DES ROIS   X2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13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pPr>
              <a:defRPr/>
            </a:pPr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pPr>
              <a:defRPr/>
            </a:pPr>
            <a:r>
              <a:rPr lang="fr-FR" smtClean="0"/>
              <a:t>
5-  VIENS POUR L’ADORER   X2 
6-  VIENS POUR L’ADORER JÉSUS LE ROI DES ROIS            X2</a:t>
            </a:r>
          </a:p>
          <a:p>
            <a:pPr>
              <a:defRPr/>
            </a:pPr>
            <a:r>
              <a:rPr lang="fr-FR" smtClean="0"/>
              <a:t>
7-  JÉSUS LE ROI DES ROIS   X2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r>
              <a:rPr lang="fr-FR" smtClean="0"/>
              <a:t>
5-  VIENS POUR L’ADORER   X2 
6-  VIENS POUR L’ADORER JÉSUS LE ROI DES ROIS            X2</a:t>
            </a:r>
          </a:p>
          <a:p>
            <a:r>
              <a:rPr lang="fr-FR" smtClean="0"/>
              <a:t>
7-  JÉSUS LE ROI DES ROIS   X2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916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pPr>
              <a:defRPr/>
            </a:pPr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pPr>
              <a:defRPr/>
            </a:pPr>
            <a:r>
              <a:rPr lang="fr-FR" smtClean="0"/>
              <a:t>
5-  VIENS POUR L’ADORER   X2 
6-  VIENS POUR L’ADORER JÉSUS LE ROI DES ROIS            X2</a:t>
            </a:r>
          </a:p>
          <a:p>
            <a:pPr>
              <a:defRPr/>
            </a:pPr>
            <a:r>
              <a:rPr lang="fr-FR" smtClean="0"/>
              <a:t>
7-  JÉSUS LE ROI DES ROIS   X2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LES ANGES CHANTER PAIX ET JOIE NOUS SONT DONNÉS  
2-  CHRIST, SEIGNEUR EMMANUEL  POUR NOUS SAUVER DU PÉCHÉ </a:t>
            </a:r>
          </a:p>
          <a:p>
            <a:r>
              <a:rPr lang="fr-FR" smtClean="0"/>
              <a:t>
3-  TROIS MAGES DE LOINTAINS PAYS  VENUS VOIR LE FILS DE L’HOMME 
4-  LES TÉNÈBRES ONT FUIT LA LUMIÈRE  CÉLÉBRONS LE DIEU TRÈS HAUT  </a:t>
            </a:r>
          </a:p>
          <a:p>
            <a:r>
              <a:rPr lang="fr-FR" smtClean="0"/>
              <a:t>
5-  VIENS POUR L’ADORER   X2 
6-  VIENS POUR L’ADORER JÉSUS LE ROI DES ROIS            X2</a:t>
            </a:r>
          </a:p>
          <a:p>
            <a:r>
              <a:rPr lang="fr-FR" smtClean="0"/>
              <a:t>
7-  JÉSUS LE ROI DES ROIS   X2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48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ENTENDS-TU LES ANGES CHANTER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PAIX ET JOIE NOUS SONT DONNÉS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CHRIST, SEIGNEUR EMMANUEL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NOUS SAUVER DU PÉCHÉ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4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TROIS MAGES DE LOINTAINS PAYS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VENUS VOIR LE FILS DE L’HOMME</a:t>
            </a:r>
          </a:p>
        </p:txBody>
      </p:sp>
    </p:spTree>
    <p:extLst>
      <p:ext uri="{BB962C8B-B14F-4D97-AF65-F5344CB8AC3E}">
        <p14:creationId xmlns:p14="http://schemas.microsoft.com/office/powerpoint/2010/main" val="422214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TÉNÈBRES ONT FUIT LA LUMIÈRE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CÉLÉBRONS LE DIEU TRÈS HAUT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38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 POUR L’ADORER</a:t>
            </a:r>
          </a:p>
        </p:txBody>
      </p:sp>
    </p:spTree>
    <p:extLst>
      <p:ext uri="{BB962C8B-B14F-4D97-AF65-F5344CB8AC3E}">
        <p14:creationId xmlns:p14="http://schemas.microsoft.com/office/powerpoint/2010/main" val="34929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 POUR L’ADORER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LE ROI DES ROIS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37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LE ROI DES ROIS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75296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211</Words>
  <Application>Microsoft Office PowerPoint</Application>
  <PresentationFormat>Affichage à l'écran (4:3)</PresentationFormat>
  <Paragraphs>68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84</cp:revision>
  <dcterms:created xsi:type="dcterms:W3CDTF">2002-08-17T13:12:10Z</dcterms:created>
  <dcterms:modified xsi:type="dcterms:W3CDTF">2021-12-19T09:34:47Z</dcterms:modified>
</cp:coreProperties>
</file>