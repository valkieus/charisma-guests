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20764" autoAdjust="0"/>
    <p:restoredTop sz="34762" autoAdjust="0"/>
  </p:normalViewPr>
  <p:slideViewPr>
    <p:cSldViewPr>
      <p:cViewPr varScale="1">
        <p:scale>
          <a:sx n="27" d="100"/>
          <a:sy n="27" d="100"/>
        </p:scale>
        <p:origin x="318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18/12/2021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IMPRO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IMPRO 
</a:t>
            </a:r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IMPRO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</TotalTime>
  <Words>5</Words>
  <Application>Microsoft Office PowerPoint</Application>
  <PresentationFormat>Affichage à l'écran (4:3)</PresentationFormat>
  <Paragraphs>3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Calibri</vt:lpstr>
      <vt:lpstr>Franklin Gothic Medium</vt:lpstr>
      <vt:lpstr>Times New Roman</vt:lpstr>
      <vt:lpstr>Default Design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My-t Yeahman</cp:lastModifiedBy>
  <cp:revision>82</cp:revision>
  <dcterms:created xsi:type="dcterms:W3CDTF">2002-08-17T13:12:10Z</dcterms:created>
  <dcterms:modified xsi:type="dcterms:W3CDTF">2021-12-18T18:36:19Z</dcterms:modified>
</cp:coreProperties>
</file>