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2" r:id="rId3"/>
    <p:sldId id="258" r:id="rId4"/>
    <p:sldId id="263" r:id="rId5"/>
    <p:sldId id="260" r:id="rId6"/>
    <p:sldId id="264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629" autoAdjust="0"/>
    <p:restoredTop sz="71679" autoAdjust="0"/>
  </p:normalViewPr>
  <p:slideViewPr>
    <p:cSldViewPr>
      <p:cViewPr varScale="1">
        <p:scale>
          <a:sx n="64" d="100"/>
          <a:sy n="64" d="100"/>
        </p:scale>
        <p:origin x="-155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A5F63D8A-7A91-42CA-8E3A-BE57E673F341}" type="datetimeFigureOut">
              <a:rPr lang="fr-FR"/>
              <a:pPr>
                <a:defRPr/>
              </a:pPr>
              <a:t>09/02/2019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3BC1EA31-C9A4-489F-BDB6-4A8171A7984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ÉTERNEL,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QUE TON NOM EST MAGNIFIQUE SUR TOUTE LA TERRE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Ô SEIGNEUR NOUS LOUONS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Ô SEIGNEUR NOUS MAGNIFIONS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PRINCE DE PAIX DIEU TOUT-PUISSANT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Ô SEIGNEUR OMNIPOTENT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	1-  ÉTERNEL, SEIGNEUR </a:t>
            </a:r>
          </a:p>
          <a:p>
            <a:r>
              <a:rPr lang="fr-FR" smtClean="0">
                <a:latin typeface="Times New Roman" pitchFamily="18" charset="0"/>
              </a:rPr>
              <a:t>	2-  QUE TON NOM EST MAGNIFIQUE SUR TOUTE LA TERRE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3-  Ô SEIGNEUR NOUS LOUONS TON NOM</a:t>
            </a:r>
          </a:p>
          <a:p>
            <a:r>
              <a:rPr lang="fr-FR" smtClean="0">
                <a:latin typeface="Times New Roman" pitchFamily="18" charset="0"/>
              </a:rPr>
              <a:t>4-  Ô SEIGNEUR NOUS MAGNIFIONS TON NOM</a:t>
            </a:r>
          </a:p>
          <a:p>
            <a:r>
              <a:rPr lang="fr-FR" smtClean="0">
                <a:latin typeface="Times New Roman" pitchFamily="18" charset="0"/>
              </a:rPr>
              <a:t>5-  PRINCE DE PAIX DIEU TOUT-PUISSANT</a:t>
            </a:r>
          </a:p>
          <a:p>
            <a:r>
              <a:rPr lang="fr-FR" smtClean="0">
                <a:latin typeface="Times New Roman" pitchFamily="18" charset="0"/>
              </a:rPr>
              <a:t>6-  Ô SEIGNEUR OMNIPOTENT 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smtClean="0"/>
              <a:t>	1-  ÉTERNEL, SEIGNEUR </a:t>
            </a:r>
          </a:p>
          <a:p>
            <a:pPr eaLnBrk="1" hangingPunct="1"/>
            <a:r>
              <a:rPr lang="fr-FR" smtClean="0"/>
              <a:t>	2-  QUE TON NOM EST MAGNIFIQUE SUR TOUTE LA TERRE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3-  Ô SEIGNEUR NOUS LOUONS TON NOM</a:t>
            </a:r>
          </a:p>
          <a:p>
            <a:pPr eaLnBrk="1" hangingPunct="1"/>
            <a:r>
              <a:rPr lang="fr-FR" smtClean="0"/>
              <a:t>4-  Ô SEIGNEUR NOUS MAGNIFIONS TON NOM</a:t>
            </a:r>
          </a:p>
          <a:p>
            <a:pPr eaLnBrk="1" hangingPunct="1"/>
            <a:r>
              <a:rPr lang="fr-FR" smtClean="0"/>
              <a:t>5-  PRINCE DE PAIX DIEU TOUT-PUISSANT</a:t>
            </a:r>
          </a:p>
          <a:p>
            <a:pPr eaLnBrk="1" hangingPunct="1"/>
            <a:r>
              <a:rPr lang="fr-FR" smtClean="0"/>
              <a:t>6-  Ô SEIGNEUR OMNIPOTENT </a:t>
            </a:r>
          </a:p>
          <a:p>
            <a:pPr eaLnBrk="1" hangingPunct="1"/>
            <a:endParaRPr lang="fr-FR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	1-  ÉTERNEL, SEIGNEUR </a:t>
            </a:r>
          </a:p>
          <a:p>
            <a:r>
              <a:rPr lang="fr-FR" smtClean="0">
                <a:latin typeface="Times New Roman" pitchFamily="18" charset="0"/>
              </a:rPr>
              <a:t>	2-  QUE TON NOM EST MAGNIFIQUE SUR TOUTE LA TERRE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3-  Ô SEIGNEUR NOUS LOUONS TON NOM</a:t>
            </a:r>
          </a:p>
          <a:p>
            <a:r>
              <a:rPr lang="fr-FR" smtClean="0">
                <a:latin typeface="Times New Roman" pitchFamily="18" charset="0"/>
              </a:rPr>
              <a:t>4-  Ô SEIGNEUR NOUS MAGNIFIONS TON NOM</a:t>
            </a:r>
          </a:p>
          <a:p>
            <a:r>
              <a:rPr lang="fr-FR" smtClean="0">
                <a:latin typeface="Times New Roman" pitchFamily="18" charset="0"/>
              </a:rPr>
              <a:t>5-  PRINCE DE PAIX DIEU TOUT-PUISSANT</a:t>
            </a:r>
          </a:p>
          <a:p>
            <a:r>
              <a:rPr lang="fr-FR" smtClean="0">
                <a:latin typeface="Times New Roman" pitchFamily="18" charset="0"/>
              </a:rPr>
              <a:t>6-  Ô SEIGNEUR OMNIPOTENT 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smtClean="0"/>
              <a:t>	1-  ÉTERNEL, SEIGNEUR </a:t>
            </a:r>
          </a:p>
          <a:p>
            <a:pPr eaLnBrk="1" hangingPunct="1"/>
            <a:r>
              <a:rPr lang="fr-FR" smtClean="0"/>
              <a:t>	2-  QUE TON NOM EST MAGNIFIQUE SUR TOUTE LA TERRE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3-  Ô SEIGNEUR NOUS LOUONS TON NOM</a:t>
            </a:r>
          </a:p>
          <a:p>
            <a:pPr eaLnBrk="1" hangingPunct="1"/>
            <a:r>
              <a:rPr lang="fr-FR" smtClean="0"/>
              <a:t>4-  Ô SEIGNEUR NOUS MAGNIFIONS TON NOM</a:t>
            </a:r>
          </a:p>
          <a:p>
            <a:pPr eaLnBrk="1" hangingPunct="1"/>
            <a:r>
              <a:rPr lang="fr-FR" smtClean="0"/>
              <a:t>5-  PRINCE DE PAIX DIEU TOUT-PUISSANT</a:t>
            </a:r>
          </a:p>
          <a:p>
            <a:pPr eaLnBrk="1" hangingPunct="1"/>
            <a:r>
              <a:rPr lang="fr-FR" smtClean="0"/>
              <a:t>6-  Ô SEIGNEUR OMNIPOTENT </a:t>
            </a:r>
          </a:p>
          <a:p>
            <a:pPr eaLnBrk="1" hangingPunct="1"/>
            <a:endParaRPr lang="fr-FR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	1-  ÉTERNEL, SEIGNEUR </a:t>
            </a:r>
          </a:p>
          <a:p>
            <a:r>
              <a:rPr lang="fr-FR" smtClean="0">
                <a:latin typeface="Times New Roman" pitchFamily="18" charset="0"/>
              </a:rPr>
              <a:t>	2-  QUE TON NOM EST MAGNIFIQUE SUR TOUTE LA TERRE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3-  Ô SEIGNEUR NOUS LOUONS TON NOM</a:t>
            </a:r>
          </a:p>
          <a:p>
            <a:r>
              <a:rPr lang="fr-FR" smtClean="0">
                <a:latin typeface="Times New Roman" pitchFamily="18" charset="0"/>
              </a:rPr>
              <a:t>4-  Ô SEIGNEUR NOUS MAGNIFIONS TON NOM</a:t>
            </a:r>
          </a:p>
          <a:p>
            <a:r>
              <a:rPr lang="fr-FR" smtClean="0">
                <a:latin typeface="Times New Roman" pitchFamily="18" charset="0"/>
              </a:rPr>
              <a:t>5-  PRINCE DE PAIX DIEU TOUT-PUISSANT</a:t>
            </a:r>
          </a:p>
          <a:p>
            <a:r>
              <a:rPr lang="fr-FR" smtClean="0">
                <a:latin typeface="Times New Roman" pitchFamily="18" charset="0"/>
              </a:rPr>
              <a:t>6-  Ô SEIGNEUR OMNIPOTENT 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smtClean="0"/>
              <a:t>	1-  ÉTERNEL, SEIGNEUR </a:t>
            </a:r>
          </a:p>
          <a:p>
            <a:pPr eaLnBrk="1" hangingPunct="1"/>
            <a:r>
              <a:rPr lang="fr-FR" smtClean="0"/>
              <a:t>	2-  QUE TON NOM EST MAGNIFIQUE SUR TOUTE LA TERRE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3-  Ô SEIGNEUR NOUS LOUONS TON NOM</a:t>
            </a:r>
          </a:p>
          <a:p>
            <a:pPr eaLnBrk="1" hangingPunct="1"/>
            <a:r>
              <a:rPr lang="fr-FR" smtClean="0"/>
              <a:t>4-  Ô SEIGNEUR NOUS MAGNIFIONS TON NOM</a:t>
            </a:r>
          </a:p>
          <a:p>
            <a:pPr eaLnBrk="1" hangingPunct="1"/>
            <a:r>
              <a:rPr lang="fr-FR" smtClean="0"/>
              <a:t>5-  PRINCE DE PAIX DIEU TOUT-PUISSANT</a:t>
            </a:r>
          </a:p>
          <a:p>
            <a:pPr eaLnBrk="1" hangingPunct="1"/>
            <a:r>
              <a:rPr lang="fr-FR" smtClean="0"/>
              <a:t>6-  Ô SEIGNEUR OMNIPOTENT </a:t>
            </a:r>
          </a:p>
          <a:p>
            <a:pPr eaLnBrk="1" hangingPunct="1"/>
            <a:endParaRPr lang="fr-FR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	1-  ÉTERNEL, SEIGNEUR </a:t>
            </a:r>
          </a:p>
          <a:p>
            <a:r>
              <a:rPr lang="fr-FR" smtClean="0">
                <a:latin typeface="Times New Roman" pitchFamily="18" charset="0"/>
              </a:rPr>
              <a:t>	2-  QUE TON NOM EST MAGNIFIQUE SUR TOUTE LA TERRE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3-  Ô SEIGNEUR NOUS LOUONS TON NOM</a:t>
            </a:r>
          </a:p>
          <a:p>
            <a:r>
              <a:rPr lang="fr-FR" smtClean="0">
                <a:latin typeface="Times New Roman" pitchFamily="18" charset="0"/>
              </a:rPr>
              <a:t>4-  Ô SEIGNEUR NOUS MAGNIFIONS TON NOM</a:t>
            </a:r>
          </a:p>
          <a:p>
            <a:r>
              <a:rPr lang="fr-FR" smtClean="0">
                <a:latin typeface="Times New Roman" pitchFamily="18" charset="0"/>
              </a:rPr>
              <a:t>5-  PRINCE DE PAIX DIEU TOUT-PUISSANT</a:t>
            </a:r>
          </a:p>
          <a:p>
            <a:r>
              <a:rPr lang="fr-FR" smtClean="0">
                <a:latin typeface="Times New Roman" pitchFamily="18" charset="0"/>
              </a:rPr>
              <a:t>6-  Ô SEIGNEUR OMNIPOTENT 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smtClean="0"/>
              <a:t>	1-  ÉTERNEL, SEIGNEUR </a:t>
            </a:r>
          </a:p>
          <a:p>
            <a:pPr eaLnBrk="1" hangingPunct="1"/>
            <a:r>
              <a:rPr lang="fr-FR" smtClean="0"/>
              <a:t>	2-  QUE TON NOM EST MAGNIFIQUE SUR TOUTE LA TERRE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3-  Ô SEIGNEUR NOUS LOUONS TON NOM</a:t>
            </a:r>
          </a:p>
          <a:p>
            <a:pPr eaLnBrk="1" hangingPunct="1"/>
            <a:r>
              <a:rPr lang="fr-FR" smtClean="0"/>
              <a:t>4-  Ô SEIGNEUR NOUS MAGNIFIONS TON NOM</a:t>
            </a:r>
          </a:p>
          <a:p>
            <a:pPr eaLnBrk="1" hangingPunct="1"/>
            <a:r>
              <a:rPr lang="fr-FR" smtClean="0"/>
              <a:t>5-  PRINCE DE PAIX DIEU TOUT-PUISSANT</a:t>
            </a:r>
          </a:p>
          <a:p>
            <a:pPr eaLnBrk="1" hangingPunct="1"/>
            <a:r>
              <a:rPr lang="fr-FR" smtClean="0"/>
              <a:t>6-  Ô SEIGNEUR OMNIPOTENT </a:t>
            </a:r>
          </a:p>
          <a:p>
            <a:pPr eaLnBrk="1" hangingPunct="1"/>
            <a:endParaRPr lang="fr-FR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	1-  ÉTERNEL, SEIGNEUR </a:t>
            </a:r>
          </a:p>
          <a:p>
            <a:r>
              <a:rPr lang="fr-FR" smtClean="0">
                <a:latin typeface="Times New Roman" pitchFamily="18" charset="0"/>
              </a:rPr>
              <a:t>	2-  QUE TON NOM EST MAGNIFIQUE SUR TOUTE LA TERRE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3-  Ô SEIGNEUR NOUS LOUONS TON NOM</a:t>
            </a:r>
          </a:p>
          <a:p>
            <a:r>
              <a:rPr lang="fr-FR" smtClean="0">
                <a:latin typeface="Times New Roman" pitchFamily="18" charset="0"/>
              </a:rPr>
              <a:t>4-  Ô SEIGNEUR NOUS MAGNIFIONS TON NOM</a:t>
            </a:r>
          </a:p>
          <a:p>
            <a:r>
              <a:rPr lang="fr-FR" smtClean="0">
                <a:latin typeface="Times New Roman" pitchFamily="18" charset="0"/>
              </a:rPr>
              <a:t>5-  PRINCE DE PAIX DIEU TOUT-PUISSANT</a:t>
            </a:r>
          </a:p>
          <a:p>
            <a:r>
              <a:rPr lang="fr-FR" smtClean="0">
                <a:latin typeface="Times New Roman" pitchFamily="18" charset="0"/>
              </a:rPr>
              <a:t>6-  Ô SEIGNEUR OMNIPOTENT 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smtClean="0"/>
              <a:t>	1-  ÉTERNEL, SEIGNEUR </a:t>
            </a:r>
          </a:p>
          <a:p>
            <a:pPr eaLnBrk="1" hangingPunct="1"/>
            <a:r>
              <a:rPr lang="fr-FR" smtClean="0"/>
              <a:t>	2-  QUE TON NOM EST MAGNIFIQUE SUR TOUTE LA TERRE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3-  Ô SEIGNEUR NOUS LOUONS TON NOM</a:t>
            </a:r>
          </a:p>
          <a:p>
            <a:pPr eaLnBrk="1" hangingPunct="1"/>
            <a:r>
              <a:rPr lang="fr-FR" smtClean="0"/>
              <a:t>4-  Ô SEIGNEUR NOUS MAGNIFIONS TON NOM</a:t>
            </a:r>
          </a:p>
          <a:p>
            <a:pPr eaLnBrk="1" hangingPunct="1"/>
            <a:r>
              <a:rPr lang="fr-FR" smtClean="0"/>
              <a:t>5-  PRINCE DE PAIX DIEU TOUT-PUISSANT</a:t>
            </a:r>
          </a:p>
          <a:p>
            <a:pPr eaLnBrk="1" hangingPunct="1"/>
            <a:r>
              <a:rPr lang="fr-FR" smtClean="0"/>
              <a:t>6-  Ô SEIGNEUR OMNIPOTENT </a:t>
            </a:r>
          </a:p>
          <a:p>
            <a:pPr eaLnBrk="1" hangingPunct="1"/>
            <a:endParaRPr 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	1-  ÉTERNEL, SEIGNEUR </a:t>
            </a:r>
          </a:p>
          <a:p>
            <a:r>
              <a:rPr lang="fr-FR" smtClean="0">
                <a:latin typeface="Times New Roman" pitchFamily="18" charset="0"/>
              </a:rPr>
              <a:t>	2-  QUE TON NOM EST MAGNIFIQUE SUR TOUTE LA TERRE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3-  Ô SEIGNEUR NOUS LOUONS TON NOM</a:t>
            </a:r>
          </a:p>
          <a:p>
            <a:r>
              <a:rPr lang="fr-FR" smtClean="0">
                <a:latin typeface="Times New Roman" pitchFamily="18" charset="0"/>
              </a:rPr>
              <a:t>4-  Ô SEIGNEUR NOUS MAGNIFIONS TON NOM</a:t>
            </a:r>
          </a:p>
          <a:p>
            <a:r>
              <a:rPr lang="fr-FR" smtClean="0">
                <a:latin typeface="Times New Roman" pitchFamily="18" charset="0"/>
              </a:rPr>
              <a:t>5-  PRINCE DE PAIX DIEU TOUT-PUISSANT</a:t>
            </a:r>
          </a:p>
          <a:p>
            <a:r>
              <a:rPr lang="fr-FR" smtClean="0">
                <a:latin typeface="Times New Roman" pitchFamily="18" charset="0"/>
              </a:rPr>
              <a:t>6-  Ô SEIGNEUR OMNIPOTENT 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64BFEB-0954-44D8-99F8-CCCBDC02FED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0A5AB-CD76-41C5-84B7-6BCD9900833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644CDF-5BCD-4520-9366-9A58F360D50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D24FBB-8ADD-4F9F-982A-E24976748D4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E0407E-4E6D-4B06-B987-D71C5413CDB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A965E1-DC65-49FB-AFE3-8F42614D4AB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87AA59-8070-41F3-8E5A-B9894F82FB9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36376C-7229-4921-9233-0524CF2929C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5EF8C2-1C3F-406F-93D6-8DBB10454A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70EC18-2610-436F-994A-A364EFFE03C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3011EF-7840-4577-8D7F-4D5EAAD5A9A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</a:defRPr>
            </a:lvl1pPr>
          </a:lstStyle>
          <a:p>
            <a:pPr>
              <a:defRPr/>
            </a:pPr>
            <a:fld id="{6BC1956D-EFBD-4FE0-8815-5494F92A39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4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GB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ÉTERNEL, SEIGNEUR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TON NOM EST MAGNIFIQUE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TOUTE LA TERRE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LOUONS TON NOM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MAGNIFIONS TON NOM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PRINCE DE PAIX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TOUT-PUISSANT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Ô SEIGNEUR OMNIPOTENT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32</Words>
  <Application>Microsoft PowerPoint</Application>
  <PresentationFormat>Affichage à l'écran (4:3)</PresentationFormat>
  <Paragraphs>94</Paragraphs>
  <Slides>6</Slides>
  <Notes>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GYo</cp:lastModifiedBy>
  <cp:revision>36</cp:revision>
  <dcterms:created xsi:type="dcterms:W3CDTF">2002-08-17T13:28:34Z</dcterms:created>
  <dcterms:modified xsi:type="dcterms:W3CDTF">2019-02-08T23:44:55Z</dcterms:modified>
</cp:coreProperties>
</file>