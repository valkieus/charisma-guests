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280" r:id="rId23"/>
    <p:sldId id="281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32596" autoAdjust="0"/>
  </p:normalViewPr>
  <p:slideViewPr>
    <p:cSldViewPr>
      <p:cViewPr varScale="1">
        <p:scale>
          <a:sx n="21" d="100"/>
          <a:sy n="21" d="100"/>
        </p:scale>
        <p:origin x="906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03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19/12/2021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251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247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02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74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052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759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671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58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0744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6107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265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154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28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100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9912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6836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204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082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042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2878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0237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pPr>
              <a:defRPr/>
            </a:pPr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pPr>
              <a:defRPr/>
            </a:pPr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OH QUEL ENFANT MERVEILLEUX 
2-  JÉSUS, JÉSUS SI HUMBLE, DOUX ET PRÉCIEUX 
3-  LA JOIE, LA VIE IL A DONNÉES ENTENDS LES ANGES CHANTER 
4-  GLOIRE, GLOIRE, GLOIRE  CAR LE ROI EST NÉ		X2</a:t>
            </a:r>
          </a:p>
          <a:p>
            <a:r>
              <a:rPr lang="fr-FR" smtClean="0"/>
              <a:t>
5-  PAR LES ANGES IL FUT ANNONCÉ C’EST DANS L’ÉTABLE QU’IL EST NÉ 
6-  MARIE ÉTAIT SA MÈRE ET JOSEPH ÉTAIT SON PÈRE 
7-  LES ROIS MAGES SONT VENUS DE LOIN 
8-  CONDUITS PAR L’ÉTOILE  LE LONG DU CHEMIN 
9-  RENCONTRER L’ENFANT DIVIN 
10-  DANS CETTE MANGEOIRE  REMPLIE DE FOIN		X2</a:t>
            </a:r>
          </a:p>
          <a:p>
            <a:r>
              <a:rPr lang="fr-FR" smtClean="0"/>
              <a:t> 
11-  JÉSUS 
12-  LE BÉBÉ DE MARIE  
13-  AGNEAU DE DIEU 
14-  ENFANT CÉLESTE  
15-  JÉSUS 
16-  JE L'AIME 
17-  OH JÉSUS  
18-  DIEU TOUT PUISSANT  
19-  ROI DES ROIS 
20-  OH JÉSUS  
21-  OH, OH 
22-  MERVEILLEUX, MERVEILLEUX 
23-  OH, OH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31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JÉSUS,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QUEL ENFANT MERVEILLEUX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JÉSUS,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HUMBLE, DOUX ET PRÉCIEUX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00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JOIE, LA VIE IL A DONNÉES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ENTENDS LES ANGES CHANTER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42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GLOIRE, GLOIRE,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LE ROI EST 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32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 LES ANGES IL FUT ANNONCÉ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DANS L’ÉTABLE QU’IL EST NÉ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972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MARIE ÉTAIT SA MÈRE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JOSEPH ÉTAIT SON 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370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ROIS MAGES SONT VENUS DE LOIN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72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CONDUITS PAR L’ÉTOILE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LE LONG DU CHEMIN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476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RENCONTRER L’ENFANT DIVIN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942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CETTE MANGEOIRE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REMPLIE DE FOIN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197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62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BÉBÉ DE MARIE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925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AGNEAU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203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ENFANT CÉLESTE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633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205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L'AIME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920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386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TOUT PUISSANT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63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ROI DES ROIS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021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828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OH,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870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MERVEILLEUX, MERVEILLEUX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596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OH,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85743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484</Words>
  <Application>Microsoft Office PowerPoint</Application>
  <PresentationFormat>Affichage à l'écran (4:3)</PresentationFormat>
  <Paragraphs>169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91</cp:revision>
  <dcterms:created xsi:type="dcterms:W3CDTF">2002-08-17T13:12:10Z</dcterms:created>
  <dcterms:modified xsi:type="dcterms:W3CDTF">2021-12-19T09:48:05Z</dcterms:modified>
</cp:coreProperties>
</file>