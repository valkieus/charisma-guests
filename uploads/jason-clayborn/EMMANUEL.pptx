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1" r:id="rId4"/>
    <p:sldId id="259" r:id="rId5"/>
    <p:sldId id="260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41202" autoAdjust="0"/>
  </p:normalViewPr>
  <p:slideViewPr>
    <p:cSldViewPr>
      <p:cViewPr varScale="1">
        <p:scale>
          <a:sx n="37" d="100"/>
          <a:sy n="37" d="100"/>
        </p:scale>
        <p:origin x="132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18/12/2021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VIENS, ENSEMBLE ADORONS-LE 
2-  VIENS TE PROSTERNER 
3-  OUI VIENS POUR LE LOUER </a:t>
            </a:r>
          </a:p>
          <a:p>
            <a:pPr>
              <a:defRPr/>
            </a:pPr>
            <a:r>
              <a:rPr lang="fr-FR" smtClean="0"/>
              <a:t>
4-  EMMANUEL, EMMANUEL   x2
5-  NOUS T’ADORONS        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VIENS, ENSEMBLE ADORONS-LE 
2-  VIENS TE PROSTERNER 
3-  OUI VIENS POUR LE LOUER </a:t>
            </a:r>
          </a:p>
          <a:p>
            <a:r>
              <a:rPr lang="fr-FR" smtClean="0"/>
              <a:t>
4-  EMMANUEL, EMMANUEL   x2
5-  NOUS T’ADORONS             x2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VIENS, ENSEMBLE ADORONS-LE 
2-  VIENS TE PROSTERNER 
3-  OUI VIENS POUR LE LOUER </a:t>
            </a:r>
          </a:p>
          <a:p>
            <a:pPr>
              <a:defRPr/>
            </a:pPr>
            <a:r>
              <a:rPr lang="fr-FR" smtClean="0"/>
              <a:t>
4-  EMMANUEL, EMMANUEL   x2
5-  NOUS T’ADORONS        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VIENS, ENSEMBLE ADORONS-LE 
2-  VIENS TE PROSTERNER 
3-  OUI VIENS POUR LE LOUER </a:t>
            </a:r>
          </a:p>
          <a:p>
            <a:r>
              <a:rPr lang="fr-FR" smtClean="0"/>
              <a:t>
4-  EMMANUEL, EMMANUEL   x2
5-  NOUS T’ADORONS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317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VIENS, ENSEMBLE ADORONS-LE 
2-  VIENS TE PROSTERNER 
3-  OUI VIENS POUR LE LOUER </a:t>
            </a:r>
          </a:p>
          <a:p>
            <a:pPr>
              <a:defRPr/>
            </a:pPr>
            <a:r>
              <a:rPr lang="fr-FR" smtClean="0"/>
              <a:t>
4-  EMMANUEL, EMMANUEL   x2
5-  NOUS T’ADORONS        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VIENS, ENSEMBLE ADORONS-LE 
2-  VIENS TE PROSTERNER 
3-  OUI VIENS POUR LE LOUER </a:t>
            </a:r>
          </a:p>
          <a:p>
            <a:r>
              <a:rPr lang="fr-FR" smtClean="0"/>
              <a:t>
4-  EMMANUEL, EMMANUEL   x2
5-  NOUS T’ADORONS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417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VIENS, ENSEMBLE ADORONS-LE 
2-  VIENS TE PROSTERNER 
3-  OUI VIENS POUR LE LOUER </a:t>
            </a:r>
          </a:p>
          <a:p>
            <a:pPr>
              <a:defRPr/>
            </a:pPr>
            <a:r>
              <a:rPr lang="fr-FR" smtClean="0"/>
              <a:t>
4-  EMMANUEL, EMMANUEL   x2
5-  NOUS T’ADORONS        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VIENS, ENSEMBLE ADORONS-LE 
2-  VIENS TE PROSTERNER 
3-  OUI VIENS POUR LE LOUER </a:t>
            </a:r>
          </a:p>
          <a:p>
            <a:r>
              <a:rPr lang="fr-FR" smtClean="0"/>
              <a:t>
4-  EMMANUEL, EMMANUEL   x2
5-  NOUS T’ADORONS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59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VIENS, ENSEMBLE ADORONS-LE 
2-  VIENS TE PROSTERNER 
3-  OUI VIENS POUR LE LOUER </a:t>
            </a:r>
          </a:p>
          <a:p>
            <a:pPr>
              <a:defRPr/>
            </a:pPr>
            <a:r>
              <a:rPr lang="fr-FR" smtClean="0"/>
              <a:t>
4-  EMMANUEL, EMMANUEL   x2
5-  NOUS T’ADORONS        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VIENS, ENSEMBLE ADORONS-LE 
2-  VIENS TE PROSTERNER 
3-  OUI VIENS POUR LE LOUER </a:t>
            </a:r>
          </a:p>
          <a:p>
            <a:r>
              <a:rPr lang="fr-FR" smtClean="0"/>
              <a:t>
4-  EMMANUEL, EMMANUEL   x2
5-  NOUS T’ADORONS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293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VIENS, ENSEMBLE ADORONS-LE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VIENS TE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PROSTERNER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68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VIENS POUR LE LOUER</a:t>
            </a:r>
          </a:p>
        </p:txBody>
      </p:sp>
    </p:spTree>
    <p:extLst>
      <p:ext uri="{BB962C8B-B14F-4D97-AF65-F5344CB8AC3E}">
        <p14:creationId xmlns:p14="http://schemas.microsoft.com/office/powerpoint/2010/main" val="466380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EMMANUEL, EMMANUEL</a:t>
            </a:r>
          </a:p>
        </p:txBody>
      </p:sp>
    </p:spTree>
    <p:extLst>
      <p:ext uri="{BB962C8B-B14F-4D97-AF65-F5344CB8AC3E}">
        <p14:creationId xmlns:p14="http://schemas.microsoft.com/office/powerpoint/2010/main" val="424518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T’ADORONS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0651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67</Words>
  <Application>Microsoft Office PowerPoint</Application>
  <PresentationFormat>Affichage à l'écran (4:3)</PresentationFormat>
  <Paragraphs>25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83</cp:revision>
  <dcterms:created xsi:type="dcterms:W3CDTF">2002-08-17T13:12:10Z</dcterms:created>
  <dcterms:modified xsi:type="dcterms:W3CDTF">2021-12-18T18:39:18Z</dcterms:modified>
</cp:coreProperties>
</file>