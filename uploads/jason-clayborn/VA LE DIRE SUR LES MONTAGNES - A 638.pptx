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9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9430" autoAdjust="0"/>
    <p:restoredTop sz="65482" autoAdjust="0"/>
  </p:normalViewPr>
  <p:slideViewPr>
    <p:cSldViewPr>
      <p:cViewPr varScale="1">
        <p:scale>
          <a:sx n="69" d="100"/>
          <a:sy n="69" d="100"/>
        </p:scale>
        <p:origin x="19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659BED5-C7BA-41B6-BE64-2D25C0BFBE88}" type="datetimeFigureOut">
              <a:rPr lang="fr-FR"/>
              <a:pPr>
                <a:defRPr/>
              </a:pPr>
              <a:t>10/04/2020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71CA417-3D97-44C3-BFFD-7239E120A22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SUR LES COLINES DANS LES VALLÉES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JÉSUS-CHRIST EST LE SEIGNEUR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VA LE DIRE SUR LES MONTAGNES</a:t>
            </a:r>
          </a:p>
          <a:p>
            <a:r>
              <a:rPr lang="fr-FR"/>
              <a:t>2-  SUR LES COLINES DANS LES VALLÉES</a:t>
            </a:r>
          </a:p>
          <a:p>
            <a:endParaRPr lang="fr-FR"/>
          </a:p>
          <a:p>
            <a:r>
              <a:rPr lang="fr-FR"/>
              <a:t>3-  VA LE DIRE SUR LES MONTAGNES</a:t>
            </a:r>
          </a:p>
          <a:p>
            <a:r>
              <a:rPr lang="fr-FR"/>
              <a:t>4-  JÉSUS-CHRIST EST LE SEIGNEUR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SUR LES COLINES DANS LES VALLÉES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JÉSUS-CHRIST EST LE SEIGNEUR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VA LE DIRE SUR LES MONTAGNES</a:t>
            </a:r>
          </a:p>
          <a:p>
            <a:r>
              <a:rPr lang="fr-FR"/>
              <a:t>2-  SUR LES COLINES DANS LES VALLÉES</a:t>
            </a:r>
          </a:p>
          <a:p>
            <a:endParaRPr lang="fr-FR"/>
          </a:p>
          <a:p>
            <a:r>
              <a:rPr lang="fr-FR"/>
              <a:t>3-  VA LE DIRE SUR LES MONTAGNES</a:t>
            </a:r>
          </a:p>
          <a:p>
            <a:r>
              <a:rPr lang="fr-FR"/>
              <a:t>4-  JÉSUS-CHRIST EST LE SEIGNEUR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SUR LES COLINES DANS LES VALLÉES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JÉSUS-CHRIST EST LE SEIGNEUR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VA LE DIRE SUR LES MONTAGNES</a:t>
            </a:r>
          </a:p>
          <a:p>
            <a:r>
              <a:rPr lang="fr-FR"/>
              <a:t>2-  SUR LES COLINES DANS LES VALLÉES</a:t>
            </a:r>
          </a:p>
          <a:p>
            <a:endParaRPr lang="fr-FR"/>
          </a:p>
          <a:p>
            <a:r>
              <a:rPr lang="fr-FR"/>
              <a:t>3-  VA LE DIRE SUR LES MONTAGNES</a:t>
            </a:r>
          </a:p>
          <a:p>
            <a:r>
              <a:rPr lang="fr-FR"/>
              <a:t>4-  JÉSUS-CHRIST EST LE SEIGNEUR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SUR LES COLINES DANS LES VALLÉES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VA LE DIRE SUR LES MONTAGNES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JÉSUS-CHRIST EST LE SEIGNEUR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VA LE DIRE SUR LES MONTAGNES</a:t>
            </a:r>
          </a:p>
          <a:p>
            <a:r>
              <a:rPr lang="fr-FR"/>
              <a:t>2-  SUR LES COLINES DANS LES VALLÉES</a:t>
            </a:r>
          </a:p>
          <a:p>
            <a:endParaRPr lang="fr-FR"/>
          </a:p>
          <a:p>
            <a:r>
              <a:rPr lang="fr-FR"/>
              <a:t>3-  VA LE DIRE SUR LES MONTAGNES</a:t>
            </a:r>
          </a:p>
          <a:p>
            <a:r>
              <a:rPr lang="fr-FR"/>
              <a:t>4-  JÉSUS-CHRIST EST LE SEIGNEUR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9F510-6F82-4D15-B900-CACD0B2D40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650D3-397B-4562-842F-314A78627F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52535-D792-4BFD-85FB-7B2279672E3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42420-341D-47A1-97DE-07E63FE236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2EEE4-744D-4540-ABF5-A1A7CF9886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D8097-B7AA-414A-8224-287A71BAEAF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9DDDE-073D-4A70-9C91-5E8738B113A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0AA14-7EFF-406A-B8C9-48BCAFA5EC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0C644-7CB8-47A0-A9C6-A2CD33A8D86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F9406-8E04-432A-9CCA-F27A1B89975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54CDC-B6ED-4048-92A1-6920727491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7A4AD3B-DB49-416D-B201-B819EAB5A6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VA LE DIRE SUR LES MONTAGNES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LES COLLINES DANS LES VALLÉES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VA LE DIRE SUR LES MONTAGNES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JÉSUS-CHRIST EST 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230</Words>
  <Application>Microsoft Office PowerPoint</Application>
  <PresentationFormat>Affichage à l'écran (4:3)</PresentationFormat>
  <Paragraphs>44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Calibri</vt:lpstr>
      <vt:lpstr>Franklin Gothic Medium</vt:lpstr>
      <vt:lpstr>Default Design</vt:lpstr>
      <vt:lpstr>VA LE DIRE SUR LES MONTAGNES</vt:lpstr>
      <vt:lpstr>SUR LES COLLINES DANS LES VALLÉES</vt:lpstr>
      <vt:lpstr>VA LE DIRE SUR LES MONTAGNES</vt:lpstr>
      <vt:lpstr>JÉSUS-CHRIST EST LE SEIGNEUR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85</cp:revision>
  <dcterms:created xsi:type="dcterms:W3CDTF">2002-08-17T10:50:50Z</dcterms:created>
  <dcterms:modified xsi:type="dcterms:W3CDTF">2020-04-10T15:41:57Z</dcterms:modified>
</cp:coreProperties>
</file>