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9" autoAdjust="0"/>
    <p:restoredTop sz="40495" autoAdjust="0"/>
  </p:normalViewPr>
  <p:slideViewPr>
    <p:cSldViewPr>
      <p:cViewPr varScale="1">
        <p:scale>
          <a:sx n="29" d="100"/>
          <a:sy n="29" d="100"/>
        </p:scale>
        <p:origin x="15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19/12/2021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dirty="0" smtClean="0"/>
              <a:t>Couplet:</a:t>
            </a:r>
          </a:p>
          <a:p>
            <a:pPr>
              <a:defRPr/>
            </a:pPr>
            <a:r>
              <a:rPr lang="fr-FR" dirty="0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dirty="0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dirty="0" smtClean="0"/>
              <a:t>
	Refrain:</a:t>
            </a:r>
          </a:p>
          <a:p>
            <a:pPr>
              <a:defRPr/>
            </a:pPr>
            <a:r>
              <a:rPr lang="fr-FR" dirty="0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dirty="0" smtClean="0"/>
              <a:t> 
Couplet:</a:t>
            </a:r>
          </a:p>
          <a:p>
            <a:pPr>
              <a:defRPr/>
            </a:pPr>
            <a:r>
              <a:rPr lang="fr-FR" dirty="0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dirty="0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</a:t>
            </a:r>
          </a:p>
          <a:p>
            <a:pPr>
              <a:defRPr/>
            </a:pPr>
            <a:r>
              <a:rPr lang="fr-FR" dirty="0" smtClean="0"/>
              <a:t>
Pont:</a:t>
            </a:r>
          </a:p>
          <a:p>
            <a:pPr>
              <a:defRPr/>
            </a:pPr>
            <a:r>
              <a:rPr lang="fr-FR" dirty="0" smtClean="0"/>
              <a:t>20-  OH QUE DIS-TU MAINTENANT ?  
21-  QUE DIS-TU MAINTENANT ?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638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237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750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979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427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364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7967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1373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9381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5168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4396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910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618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7705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8860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1505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9548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4014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5441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fr-FR" smtClean="0"/>
              <a:t>Couplet:</a:t>
            </a:r>
          </a:p>
          <a:p>
            <a:pPr>
              <a:defRPr/>
            </a:pPr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pPr>
              <a:defRPr/>
            </a:pPr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pPr>
              <a:defRPr/>
            </a:pPr>
            <a:r>
              <a:rPr lang="fr-FR" smtClean="0"/>
              <a:t>
	Refrain:</a:t>
            </a:r>
          </a:p>
          <a:p>
            <a:pPr>
              <a:defRPr/>
            </a:pPr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pPr>
              <a:defRPr/>
            </a:pPr>
            <a:r>
              <a:rPr lang="fr-FR" smtClean="0"/>
              <a:t> 
Couplet:</a:t>
            </a:r>
          </a:p>
          <a:p>
            <a:pPr>
              <a:defRPr/>
            </a:pPr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pPr>
              <a:defRPr/>
            </a:pPr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r>
              <a:rPr lang="fr-FR" smtClean="0"/>
              <a:t>
Pont:</a:t>
            </a:r>
          </a:p>
          <a:p>
            <a:pPr>
              <a:defRPr/>
            </a:pPr>
            <a:r>
              <a:rPr lang="fr-FR" smtClean="0"/>
              <a:t>20-  OH QUE DIS-TU MAINTENANT ?  
21-  QUE DIS-TU MAINTENANT ?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Couplet:</a:t>
            </a:r>
          </a:p>
          <a:p>
            <a:r>
              <a:rPr lang="fr-FR" smtClean="0"/>
              <a:t>1-  JE ME SENS SI SEUL  LORSQUE TU N’ES PAS LÀ  
2-  JE NE FAIS QUE PENSER À TOI  
3-  PARFOIS J’AI SI MAL MAIS QUE DIRE ET QUE FAIRE ?  
4-  TOURMENTÉ ET LOIN DE TOI</a:t>
            </a:r>
          </a:p>
          <a:p>
            <a:r>
              <a:rPr lang="fr-FR" smtClean="0"/>
              <a:t> 
5-  J’AIMERAI GARDER DANS MON CŒUR TON SOURIRE  
6-  POUR LES JOURS PLUS DÉSESPÉRÉS 
7-  POUR M’AIDER À CROIRE  QU’IL Y A UN AVENIR   
8-  QUAND LE PRÉSENT SEMBLE TROUBLÉ  QUAND TOUT EST TROUBLÉ </a:t>
            </a:r>
          </a:p>
          <a:p>
            <a:r>
              <a:rPr lang="fr-FR" smtClean="0"/>
              <a:t>
	Refrain:</a:t>
            </a:r>
          </a:p>
          <a:p>
            <a:r>
              <a:rPr lang="fr-FR" smtClean="0"/>
              <a:t>	9-  LOIN DE TON AMOUR JE SUIS PERDU SANS TOI  
	10-  TU AVAIS RAISON DE CROIRE TOUJOURS PLUS FORT  
	11-  LOIN DE TON AMOUR  QUE SERAI-JE SANS TOI ?  
	12-  JE VOUDRAIS POUVOIR TE DIRE  QUE J’AVAIS SI TORT </a:t>
            </a:r>
          </a:p>
          <a:p>
            <a:r>
              <a:rPr lang="fr-FR" smtClean="0"/>
              <a:t> 
Couplet:</a:t>
            </a:r>
          </a:p>
          <a:p>
            <a:r>
              <a:rPr lang="fr-FR" smtClean="0"/>
              <a:t>13-  JE VEUX QUE TU REVIENNES  ME PRENDRE AVEC TOI  
14-  LOIN DE CES NUITS  SOMBRES ET FROIDES  
15-  JE CROIS TE TOUCHER ET TOUT EN MOI RENAIT  
16-  JE ME LANGUIS DE TE REVOIR  </a:t>
            </a:r>
          </a:p>
          <a:p>
            <a:r>
              <a:rPr lang="fr-FR" smtClean="0"/>
              <a:t>
17-  QUE DIRAIS-TU SI JE T’APPELAIS POUR TE DIRE QUE JE NE TIENS PAS ?  
18-  QUE CHAQUE PAS SANS TOI  EST PLUS DUR CHAQUE JOUR  
19-  REVIENS-MOI AVEC TON AMOUR  TON AMOUR  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
Pont:</a:t>
            </a:r>
          </a:p>
          <a:p>
            <a:r>
              <a:rPr lang="fr-FR" smtClean="0"/>
              <a:t>20-  OH QUE DIS-TU MAINTENANT ?  
21-  QUE DIS-TU MAINTENANT ?  </a:t>
            </a:r>
          </a:p>
          <a:p>
            <a:endParaRPr lang="fr-FR" smtClean="0"/>
          </a:p>
          <a:p>
            <a:r>
              <a:rPr lang="fr-FR" smtClean="0"/>
              <a:t>	Refrain: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6538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ME SENS SI SEUL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LORSQUE TU N’ES PAS LÀ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NE FAIS QUE PENSER À TOI </a:t>
            </a:r>
          </a:p>
        </p:txBody>
      </p:sp>
    </p:spTree>
    <p:extLst>
      <p:ext uri="{BB962C8B-B14F-4D97-AF65-F5344CB8AC3E}">
        <p14:creationId xmlns:p14="http://schemas.microsoft.com/office/powerpoint/2010/main" val="278852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PARFOIS J’AI SI MAL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QUE DIRE ET QUE FAIRE ? </a:t>
            </a:r>
          </a:p>
        </p:txBody>
      </p:sp>
    </p:spTree>
    <p:extLst>
      <p:ext uri="{BB962C8B-B14F-4D97-AF65-F5344CB8AC3E}">
        <p14:creationId xmlns:p14="http://schemas.microsoft.com/office/powerpoint/2010/main" val="1876886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TOURMENTÉ ET LOIN DE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7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J’AIMERAI GARDER DANS MON CŒUR TON SOURIRE </a:t>
            </a:r>
          </a:p>
        </p:txBody>
      </p:sp>
    </p:spTree>
    <p:extLst>
      <p:ext uri="{BB962C8B-B14F-4D97-AF65-F5344CB8AC3E}">
        <p14:creationId xmlns:p14="http://schemas.microsoft.com/office/powerpoint/2010/main" val="1462176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LES JOURS PLUS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DÉSESPÉRÉS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0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POUR M’AIDER À CROIRE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QU’IL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Y A UN AVENIR  </a:t>
            </a:r>
          </a:p>
        </p:txBody>
      </p:sp>
    </p:spTree>
    <p:extLst>
      <p:ext uri="{BB962C8B-B14F-4D97-AF65-F5344CB8AC3E}">
        <p14:creationId xmlns:p14="http://schemas.microsoft.com/office/powerpoint/2010/main" val="1336379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LE PRÉSENT SEMBLE TROUBLÉ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QUAND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EST TROUBLÉ</a:t>
            </a:r>
          </a:p>
        </p:txBody>
      </p:sp>
    </p:spTree>
    <p:extLst>
      <p:ext uri="{BB962C8B-B14F-4D97-AF65-F5344CB8AC3E}">
        <p14:creationId xmlns:p14="http://schemas.microsoft.com/office/powerpoint/2010/main" val="413384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LOIN DE 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PERDU SANS TOI </a:t>
            </a:r>
          </a:p>
        </p:txBody>
      </p:sp>
    </p:spTree>
    <p:extLst>
      <p:ext uri="{BB962C8B-B14F-4D97-AF65-F5344CB8AC3E}">
        <p14:creationId xmlns:p14="http://schemas.microsoft.com/office/powerpoint/2010/main" val="1540643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AVAIS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RAISON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CROIRE TOUJOURS PLUS FORT </a:t>
            </a:r>
          </a:p>
        </p:txBody>
      </p:sp>
    </p:spTree>
    <p:extLst>
      <p:ext uri="{BB962C8B-B14F-4D97-AF65-F5344CB8AC3E}">
        <p14:creationId xmlns:p14="http://schemas.microsoft.com/office/powerpoint/2010/main" val="257365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LOIN DE 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SERAI-JE SANS TOI ? </a:t>
            </a:r>
          </a:p>
        </p:txBody>
      </p:sp>
    </p:spTree>
    <p:extLst>
      <p:ext uri="{BB962C8B-B14F-4D97-AF65-F5344CB8AC3E}">
        <p14:creationId xmlns:p14="http://schemas.microsoft.com/office/powerpoint/2010/main" val="739977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VOUDRAIS POUVOIR TE DIRE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J’AVAIS SI TORT </a:t>
            </a:r>
          </a:p>
        </p:txBody>
      </p:sp>
    </p:spTree>
    <p:extLst>
      <p:ext uri="{BB962C8B-B14F-4D97-AF65-F5344CB8AC3E}">
        <p14:creationId xmlns:p14="http://schemas.microsoft.com/office/powerpoint/2010/main" val="755034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VEUX QUE TU REVIENNES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ME PRENDRE AVEC TOI </a:t>
            </a:r>
          </a:p>
        </p:txBody>
      </p:sp>
    </p:spTree>
    <p:extLst>
      <p:ext uri="{BB962C8B-B14F-4D97-AF65-F5344CB8AC3E}">
        <p14:creationId xmlns:p14="http://schemas.microsoft.com/office/powerpoint/2010/main" val="3693511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LOIN DE CES NUITS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SOMBRES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FROIDES </a:t>
            </a:r>
          </a:p>
        </p:txBody>
      </p:sp>
    </p:spTree>
    <p:extLst>
      <p:ext uri="{BB962C8B-B14F-4D97-AF65-F5344CB8AC3E}">
        <p14:creationId xmlns:p14="http://schemas.microsoft.com/office/powerpoint/2010/main" val="102967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CROIS 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TOUT EN MOI RENAIT </a:t>
            </a:r>
          </a:p>
        </p:txBody>
      </p:sp>
    </p:spTree>
    <p:extLst>
      <p:ext uri="{BB962C8B-B14F-4D97-AF65-F5344CB8AC3E}">
        <p14:creationId xmlns:p14="http://schemas.microsoft.com/office/powerpoint/2010/main" val="2431961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ME LANGUIS DE TE REVOIR </a:t>
            </a:r>
          </a:p>
        </p:txBody>
      </p:sp>
    </p:spTree>
    <p:extLst>
      <p:ext uri="{BB962C8B-B14F-4D97-AF65-F5344CB8AC3E}">
        <p14:creationId xmlns:p14="http://schemas.microsoft.com/office/powerpoint/2010/main" val="416213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DIRAIS-TU SI JE T’APPELAIS POUR TE DIRE QUE JE NE TIENS PAS ? </a:t>
            </a:r>
          </a:p>
        </p:txBody>
      </p:sp>
    </p:spTree>
    <p:extLst>
      <p:ext uri="{BB962C8B-B14F-4D97-AF65-F5344CB8AC3E}">
        <p14:creationId xmlns:p14="http://schemas.microsoft.com/office/powerpoint/2010/main" val="1895055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CHAQUE PAS SANS TOI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PLUS DUR CHAQUE JOUR </a:t>
            </a:r>
          </a:p>
        </p:txBody>
      </p:sp>
    </p:spTree>
    <p:extLst>
      <p:ext uri="{BB962C8B-B14F-4D97-AF65-F5344CB8AC3E}">
        <p14:creationId xmlns:p14="http://schemas.microsoft.com/office/powerpoint/2010/main" val="330278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REVIENS-MOI AVEC TON AMOUR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AMOUR </a:t>
            </a:r>
          </a:p>
        </p:txBody>
      </p:sp>
    </p:spTree>
    <p:extLst>
      <p:ext uri="{BB962C8B-B14F-4D97-AF65-F5344CB8AC3E}">
        <p14:creationId xmlns:p14="http://schemas.microsoft.com/office/powerpoint/2010/main" val="3947027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OH QUE DIS-TU MAINTENANT ? </a:t>
            </a:r>
          </a:p>
        </p:txBody>
      </p:sp>
    </p:spTree>
    <p:extLst>
      <p:ext uri="{BB962C8B-B14F-4D97-AF65-F5344CB8AC3E}">
        <p14:creationId xmlns:p14="http://schemas.microsoft.com/office/powerpoint/2010/main" val="3011689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DIS-TU MAINTENANT ? </a:t>
            </a:r>
          </a:p>
        </p:txBody>
      </p:sp>
    </p:spTree>
    <p:extLst>
      <p:ext uri="{BB962C8B-B14F-4D97-AF65-F5344CB8AC3E}">
        <p14:creationId xmlns:p14="http://schemas.microsoft.com/office/powerpoint/2010/main" val="140111683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715</Words>
  <Application>Microsoft Office PowerPoint</Application>
  <PresentationFormat>Affichage à l'écran (4:3)</PresentationFormat>
  <Paragraphs>622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86</cp:revision>
  <dcterms:created xsi:type="dcterms:W3CDTF">2002-08-17T13:12:10Z</dcterms:created>
  <dcterms:modified xsi:type="dcterms:W3CDTF">2021-12-19T09:25:33Z</dcterms:modified>
</cp:coreProperties>
</file>