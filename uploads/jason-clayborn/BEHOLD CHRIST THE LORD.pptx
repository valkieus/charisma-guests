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51852" autoAdjust="0"/>
  </p:normalViewPr>
  <p:slideViewPr>
    <p:cSldViewPr>
      <p:cViewPr varScale="1">
        <p:scale>
          <a:sx n="33" d="100"/>
          <a:sy n="33" d="100"/>
        </p:scale>
        <p:origin x="57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593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3579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9386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6307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650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907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756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676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3647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1611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8462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73368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2683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9831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2510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7981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01809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5446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2308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9271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4663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24306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1371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0213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86851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2979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178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3587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IMPRO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IMPRO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6094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LE ROI EST 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CHRIST ET SEIGNEUR 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L’AGNEAU DE DIEU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PRINCE DE PAIX </a:t>
            </a:r>
          </a:p>
        </p:txBody>
      </p:sp>
    </p:spTree>
    <p:extLst>
      <p:ext uri="{BB962C8B-B14F-4D97-AF65-F5344CB8AC3E}">
        <p14:creationId xmlns:p14="http://schemas.microsoft.com/office/powerpoint/2010/main" val="2225405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CHRIST ET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90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NÉ POUR SAUVER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FILS DE L’HOMME</a:t>
            </a:r>
          </a:p>
        </p:txBody>
      </p:sp>
    </p:spTree>
    <p:extLst>
      <p:ext uri="{BB962C8B-B14F-4D97-AF65-F5344CB8AC3E}">
        <p14:creationId xmlns:p14="http://schemas.microsoft.com/office/powerpoint/2010/main" val="1453070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UN ROI QUI EST NÉ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SAINT AGNEAU </a:t>
            </a:r>
          </a:p>
        </p:txBody>
      </p:sp>
    </p:spTree>
    <p:extLst>
      <p:ext uri="{BB962C8B-B14F-4D97-AF65-F5344CB8AC3E}">
        <p14:creationId xmlns:p14="http://schemas.microsoft.com/office/powerpoint/2010/main" val="262460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A QUITTÉ SA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DEVENU CHAIR </a:t>
            </a:r>
          </a:p>
        </p:txBody>
      </p:sp>
    </p:spTree>
    <p:extLst>
      <p:ext uri="{BB962C8B-B14F-4D97-AF65-F5344CB8AC3E}">
        <p14:creationId xmlns:p14="http://schemas.microsoft.com/office/powerpoint/2010/main" val="421452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DEMEURER AVEC NOUS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EMMANUEL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31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SERA APPELÉ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MERVEILLEUX, CONSEILLER </a:t>
            </a:r>
          </a:p>
        </p:txBody>
      </p:sp>
    </p:spTree>
    <p:extLst>
      <p:ext uri="{BB962C8B-B14F-4D97-AF65-F5344CB8AC3E}">
        <p14:creationId xmlns:p14="http://schemas.microsoft.com/office/powerpoint/2010/main" val="2509572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PUISSANT, PÈRE ÉTERNEL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PRINCE DE PAIX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34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</a:t>
            </a:r>
          </a:p>
        </p:txBody>
      </p:sp>
    </p:spTree>
    <p:extLst>
      <p:ext uri="{BB962C8B-B14F-4D97-AF65-F5344CB8AC3E}">
        <p14:creationId xmlns:p14="http://schemas.microsoft.com/office/powerpoint/2010/main" val="108318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NOUS SAUVE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QUI NOUS REND COMPLETS </a:t>
            </a:r>
          </a:p>
        </p:txBody>
      </p:sp>
    </p:spTree>
    <p:extLst>
      <p:ext uri="{BB962C8B-B14F-4D97-AF65-F5344CB8AC3E}">
        <p14:creationId xmlns:p14="http://schemas.microsoft.com/office/powerpoint/2010/main" val="3511349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</a:t>
            </a:r>
          </a:p>
        </p:txBody>
      </p:sp>
    </p:spTree>
    <p:extLst>
      <p:ext uri="{BB962C8B-B14F-4D97-AF65-F5344CB8AC3E}">
        <p14:creationId xmlns:p14="http://schemas.microsoft.com/office/powerpoint/2010/main" val="323399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IMMOLÉ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NOUS 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19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L’AGNEAU IMMOLÉ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NOUS À TOUT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948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</a:t>
            </a:r>
          </a:p>
        </p:txBody>
      </p:sp>
    </p:spTree>
    <p:extLst>
      <p:ext uri="{BB962C8B-B14F-4D97-AF65-F5344CB8AC3E}">
        <p14:creationId xmlns:p14="http://schemas.microsoft.com/office/powerpoint/2010/main" val="2523653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CELUI QUI RÈGNE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TOUTE L’ÉTERNITÉ</a:t>
            </a:r>
          </a:p>
        </p:txBody>
      </p:sp>
    </p:spTree>
    <p:extLst>
      <p:ext uri="{BB962C8B-B14F-4D97-AF65-F5344CB8AC3E}">
        <p14:creationId xmlns:p14="http://schemas.microsoft.com/office/powerpoint/2010/main" val="2875158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EST NÉ, LE CHRIST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PRINCE DE PAIX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184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MON SAUVEUR </a:t>
            </a:r>
          </a:p>
        </p:txBody>
      </p:sp>
    </p:spTree>
    <p:extLst>
      <p:ext uri="{BB962C8B-B14F-4D97-AF65-F5344CB8AC3E}">
        <p14:creationId xmlns:p14="http://schemas.microsoft.com/office/powerpoint/2010/main" val="2358442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ROI, CELUI QUI EST OINT </a:t>
            </a:r>
          </a:p>
        </p:txBody>
      </p:sp>
    </p:spTree>
    <p:extLst>
      <p:ext uri="{BB962C8B-B14F-4D97-AF65-F5344CB8AC3E}">
        <p14:creationId xmlns:p14="http://schemas.microsoft.com/office/powerpoint/2010/main" val="2915024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975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MON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BERGER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M’ASSURE LA PAIX </a:t>
            </a:r>
          </a:p>
        </p:txBody>
      </p:sp>
    </p:spTree>
    <p:extLst>
      <p:ext uri="{BB962C8B-B14F-4D97-AF65-F5344CB8AC3E}">
        <p14:creationId xmlns:p14="http://schemas.microsoft.com/office/powerpoint/2010/main" val="2839871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 </a:t>
            </a:r>
          </a:p>
        </p:txBody>
      </p:sp>
    </p:spTree>
    <p:extLst>
      <p:ext uri="{BB962C8B-B14F-4D97-AF65-F5344CB8AC3E}">
        <p14:creationId xmlns:p14="http://schemas.microsoft.com/office/powerpoint/2010/main" val="2909522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LE PLUS GRAND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NOM EST SI PUISSANT </a:t>
            </a:r>
          </a:p>
        </p:txBody>
      </p:sp>
    </p:spTree>
    <p:extLst>
      <p:ext uri="{BB962C8B-B14F-4D97-AF65-F5344CB8AC3E}">
        <p14:creationId xmlns:p14="http://schemas.microsoft.com/office/powerpoint/2010/main" val="3116306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SAUVEUR, SEIGNEUR, EMMANUEL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340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 </a:t>
            </a:r>
          </a:p>
        </p:txBody>
      </p:sp>
    </p:spTree>
    <p:extLst>
      <p:ext uri="{BB962C8B-B14F-4D97-AF65-F5344CB8AC3E}">
        <p14:creationId xmlns:p14="http://schemas.microsoft.com/office/powerpoint/2010/main" val="18710966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COMBIEN JE L’AIME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COMBIEN JE LOUE SON NOM </a:t>
            </a:r>
          </a:p>
        </p:txBody>
      </p:sp>
    </p:spTree>
    <p:extLst>
      <p:ext uri="{BB962C8B-B14F-4D97-AF65-F5344CB8AC3E}">
        <p14:creationId xmlns:p14="http://schemas.microsoft.com/office/powerpoint/2010/main" val="12826645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 </a:t>
            </a:r>
          </a:p>
        </p:txBody>
      </p:sp>
    </p:spTree>
    <p:extLst>
      <p:ext uri="{BB962C8B-B14F-4D97-AF65-F5344CB8AC3E}">
        <p14:creationId xmlns:p14="http://schemas.microsoft.com/office/powerpoint/2010/main" val="1998266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SERAI PERDU SANS SA PRÉSENCE DANS MA VIE </a:t>
            </a:r>
          </a:p>
        </p:txBody>
      </p:sp>
    </p:spTree>
    <p:extLst>
      <p:ext uri="{BB962C8B-B14F-4D97-AF65-F5344CB8AC3E}">
        <p14:creationId xmlns:p14="http://schemas.microsoft.com/office/powerpoint/2010/main" val="3765264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VOICI … </a:t>
            </a:r>
          </a:p>
        </p:txBody>
      </p:sp>
    </p:spTree>
    <p:extLst>
      <p:ext uri="{BB962C8B-B14F-4D97-AF65-F5344CB8AC3E}">
        <p14:creationId xmlns:p14="http://schemas.microsoft.com/office/powerpoint/2010/main" val="814994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C’EST PAR SA GRÂCE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JE TIENS DEBOUT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60723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</TotalTime>
  <Words>304</Words>
  <Application>Microsoft Office PowerPoint</Application>
  <PresentationFormat>Affichage à l'écran (4:3)</PresentationFormat>
  <Paragraphs>109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86</cp:revision>
  <dcterms:created xsi:type="dcterms:W3CDTF">2002-08-17T13:12:10Z</dcterms:created>
  <dcterms:modified xsi:type="dcterms:W3CDTF">2021-12-19T10:13:16Z</dcterms:modified>
</cp:coreProperties>
</file>