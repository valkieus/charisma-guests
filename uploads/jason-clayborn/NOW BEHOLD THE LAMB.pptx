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48971" autoAdjust="0"/>
  </p:normalViewPr>
  <p:slideViewPr>
    <p:cSldViewPr>
      <p:cViewPr varScale="1">
        <p:scale>
          <a:sx n="31" d="100"/>
          <a:sy n="31" d="100"/>
        </p:scale>
        <p:origin x="63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46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1982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2829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42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969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29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125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900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886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04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904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881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3684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4782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715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674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12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646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448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092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329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63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0453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5237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979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2849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9015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4403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994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	Refrain:1</a:t>
            </a:r>
          </a:p>
          <a:p>
            <a:pPr>
              <a:defRPr/>
            </a:pPr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pPr>
              <a:defRPr/>
            </a:pPr>
            <a:r>
              <a:rPr lang="fr-FR" smtClean="0"/>
              <a:t>
	3-  SAINT EST L’AGNEAU  L’AGNEAU PRÉCIEUX DE DIEU		</a:t>
            </a:r>
          </a:p>
          <a:p>
            <a:pPr>
              <a:defRPr/>
            </a:pPr>
            <a:r>
              <a:rPr lang="fr-FR" smtClean="0"/>
              <a:t>	4-  TU M’AS TANT AIMÉ  BIEN AU-DELÀ DES MOTS 
	5-  L’AGNEAU PRÉCIEUX DE DIEU 			X2</a:t>
            </a:r>
          </a:p>
          <a:p>
            <a:pPr>
              <a:defRPr/>
            </a:pPr>
            <a:r>
              <a:rPr lang="fr-FR" smtClean="0"/>
              <a:t>
Couplet:</a:t>
            </a:r>
          </a:p>
          <a:p>
            <a:pPr>
              <a:defRPr/>
            </a:pPr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pPr>
              <a:defRPr/>
            </a:pPr>
            <a:r>
              <a:rPr lang="fr-FR" smtClean="0"/>
              <a:t>12-  MERCI SEIGNEUR  D’ÊTRE L’AGNEAU DE DIEU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pPr>
              <a:defRPr/>
            </a:pPr>
            <a:r>
              <a:rPr lang="fr-FR" smtClean="0"/>
              <a:t>
25-  OH OH OH 	X2</a:t>
            </a:r>
          </a:p>
          <a:p>
            <a:pPr>
              <a:defRPr/>
            </a:pPr>
            <a:r>
              <a:rPr lang="fr-FR" smtClean="0"/>
              <a:t>
26-  TU M’AS TANT AIMÉ  BIEN AU-DELÀ DES MOTS	X3
27-  AGNEAU PRÉCIEUX DE DIEU  </a:t>
            </a:r>
          </a:p>
          <a:p>
            <a:pPr>
              <a:defRPr/>
            </a:pPr>
            <a:r>
              <a:rPr lang="fr-FR" smtClean="0"/>
              <a:t>
28-  OH OH OH	X3</a:t>
            </a:r>
          </a:p>
          <a:p>
            <a:pPr>
              <a:defRPr/>
            </a:pPr>
            <a:r>
              <a:rPr lang="fr-FR" smtClean="0"/>
              <a:t>
29-  TU M’AS TANT AIMÉ  BIEN AU-DELÀ DES MOTS 
30-  AGNEAU PRÉCIEUX DE DIEU 		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Refrain:1</a:t>
            </a:r>
          </a:p>
          <a:p>
            <a:r>
              <a:rPr lang="fr-FR" smtClean="0"/>
              <a:t>	1-  CONTEMPLEZ L’AGNEAU   L’AGNEAU PRÉCIEUX DE DIEU  
	2-  NÉ AFIN QUE JE VIVE À NOUVEAU  L’AGNEAU PRÉCIEUX DE DIEU	X2  </a:t>
            </a:r>
          </a:p>
          <a:p>
            <a:r>
              <a:rPr lang="fr-FR" smtClean="0"/>
              <a:t>
	3-  SAINT EST L’AGNEAU  L’AGNEAU PRÉCIEUX DE DIEU		</a:t>
            </a:r>
          </a:p>
          <a:p>
            <a:r>
              <a:rPr lang="fr-FR" smtClean="0"/>
              <a:t>	4-  TU M’AS TANT AIMÉ  BIEN AU-DELÀ DES MOTS 
	5-  L’AGNEAU PRÉCIEUX DE DIEU 			X2</a:t>
            </a:r>
          </a:p>
          <a:p>
            <a:r>
              <a:rPr lang="fr-FR" smtClean="0"/>
              <a:t>
Couplet:</a:t>
            </a:r>
          </a:p>
          <a:p>
            <a:r>
              <a:rPr lang="fr-FR" smtClean="0"/>
              <a:t>6-  CONTEMPLEZ L’AGNEAU   L’AGNEAU PRÉCIEUX DE DIEU  
7-  NÉ SUR LA TERRE  POUR QUE JE VIVE À NOUVEAU  
8-  IL EST L’AGNEAU PRÉCIEUX DE DIEU  
9-  QUAND LE MAL HABITAIT EN MOI 
10-  J’ÉTAIS PERDU IL M’A DONNÉ UNE VOIE  
11-  ET JE ME TIENS ICI  RACHETÉ AUJOURD’HUI </a:t>
            </a:r>
          </a:p>
          <a:p>
            <a:r>
              <a:rPr lang="fr-FR" smtClean="0"/>
              <a:t>12-  MERCI SEIGNEUR  D’ÊTRE L’AGNEAU DE DIEU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13-  MERCI POUR L’AGNEAU  L’AGNEAU PRÉCIEUX DE DIEU  
	14-  JE PEUX FINIR CETTE COURSE  PAR TA GRÂCE  
	15-  AGNEAU PRÉCIEUX DE DIEU  </a:t>
            </a:r>
          </a:p>
          <a:p>
            <a:r>
              <a:rPr lang="fr-FR" smtClean="0"/>
              <a:t>Couplet:</a:t>
            </a:r>
          </a:p>
          <a:p>
            <a:r>
              <a:rPr lang="fr-FR" smtClean="0"/>
              <a:t>16-  MÊME LORSQUE J’AI BRISÉ TON COEUR  MON PÉCHÉ NOUS A SÉPARÉS  
17-  MAIS JE ME TIENS ICI  AU MILIEU DE MES LARMES  
18-  JE DÉCLARE QUE  TU ES L’AGNEAU DE DIEU  
19-  UNE VIE NOUVELLE PEUT COMMENCER  
20-  CAR TU AS EFFACÉ EFFACÉ CHACUN DE MES PÉCHÉS  
21-  CAR SI LE FILS REND LIBRE NOUS SOMMES VRAIMENT LIBRES  
22-  JE TE PRIE, SOIS L’AGNEAU DE DIEU  </a:t>
            </a:r>
          </a:p>
          <a:p>
            <a:endParaRPr lang="fr-FR" smtClean="0"/>
          </a:p>
          <a:p>
            <a:r>
              <a:rPr lang="fr-FR" smtClean="0"/>
              <a:t>	Refrain:
	23-  CONTEMPLEZ L’AGNEAU   L’AGNEAU PRÉCIEUX DE DIEU  
	24-  NÉ AFIN QUE JE VIVE À NOUVEAU  L’AGNEAU PRÉCIEUX DE DIEU </a:t>
            </a:r>
          </a:p>
          <a:p>
            <a:r>
              <a:rPr lang="fr-FR" smtClean="0"/>
              <a:t>
25-  OH OH OH 	X2</a:t>
            </a:r>
          </a:p>
          <a:p>
            <a:r>
              <a:rPr lang="fr-FR" smtClean="0"/>
              <a:t>
26-  TU M’AS TANT AIMÉ  BIEN AU-DELÀ DES MOTS	X3
27-  AGNEAU PRÉCIEUX DE DIEU  </a:t>
            </a:r>
          </a:p>
          <a:p>
            <a:r>
              <a:rPr lang="fr-FR" smtClean="0"/>
              <a:t>
28-  OH OH OH	X3</a:t>
            </a:r>
          </a:p>
          <a:p>
            <a:r>
              <a:rPr lang="fr-FR" smtClean="0"/>
              <a:t>
29-  TU M’AS TANT AIMÉ  BIEN AU-DELÀ DES MOTS 
30-  AGNEAU PRÉCIEUX DE DIEU 		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134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CONTEMPLEZ L’AGNEAU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NÉ AFIN QUE JE VIVE À NOUVEAU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 </a:t>
            </a:r>
          </a:p>
        </p:txBody>
      </p:sp>
    </p:spTree>
    <p:extLst>
      <p:ext uri="{BB962C8B-B14F-4D97-AF65-F5344CB8AC3E}">
        <p14:creationId xmlns:p14="http://schemas.microsoft.com/office/powerpoint/2010/main" val="3602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SAINT EST L’AGNEAU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</a:t>
            </a:r>
          </a:p>
        </p:txBody>
      </p:sp>
    </p:spTree>
    <p:extLst>
      <p:ext uri="{BB962C8B-B14F-4D97-AF65-F5344CB8AC3E}">
        <p14:creationId xmlns:p14="http://schemas.microsoft.com/office/powerpoint/2010/main" val="3489636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M’AS TANT AIMÉ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AU-DELÀ DES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69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</a:t>
            </a:r>
          </a:p>
        </p:txBody>
      </p:sp>
    </p:spTree>
    <p:extLst>
      <p:ext uri="{BB962C8B-B14F-4D97-AF65-F5344CB8AC3E}">
        <p14:creationId xmlns:p14="http://schemas.microsoft.com/office/powerpoint/2010/main" val="385624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CONTEMPLEZ L’AGNEAU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 </a:t>
            </a:r>
          </a:p>
        </p:txBody>
      </p:sp>
    </p:spTree>
    <p:extLst>
      <p:ext uri="{BB962C8B-B14F-4D97-AF65-F5344CB8AC3E}">
        <p14:creationId xmlns:p14="http://schemas.microsoft.com/office/powerpoint/2010/main" val="45097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NÉ SUR LA TERRE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JE VIVE À NOUVEAU </a:t>
            </a:r>
          </a:p>
        </p:txBody>
      </p:sp>
    </p:spTree>
    <p:extLst>
      <p:ext uri="{BB962C8B-B14F-4D97-AF65-F5344CB8AC3E}">
        <p14:creationId xmlns:p14="http://schemas.microsoft.com/office/powerpoint/2010/main" val="205119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L’AGNEAU PRÉCIEUX DE DIEU </a:t>
            </a:r>
          </a:p>
        </p:txBody>
      </p:sp>
    </p:spTree>
    <p:extLst>
      <p:ext uri="{BB962C8B-B14F-4D97-AF65-F5344CB8AC3E}">
        <p14:creationId xmlns:p14="http://schemas.microsoft.com/office/powerpoint/2010/main" val="1045313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LE MAL HABITAIT EN MOI</a:t>
            </a:r>
          </a:p>
        </p:txBody>
      </p:sp>
    </p:spTree>
    <p:extLst>
      <p:ext uri="{BB962C8B-B14F-4D97-AF65-F5344CB8AC3E}">
        <p14:creationId xmlns:p14="http://schemas.microsoft.com/office/powerpoint/2010/main" val="404663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J’ÉTAIS PERDU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M’A DONNÉ UNE VOIE </a:t>
            </a:r>
          </a:p>
        </p:txBody>
      </p:sp>
    </p:spTree>
    <p:extLst>
      <p:ext uri="{BB962C8B-B14F-4D97-AF65-F5344CB8AC3E}">
        <p14:creationId xmlns:p14="http://schemas.microsoft.com/office/powerpoint/2010/main" val="7217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ME TIENS ICI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RACHETÉ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635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MERCI SEIGNEUR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D’ÊTRE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DE DIEU </a:t>
            </a:r>
          </a:p>
        </p:txBody>
      </p:sp>
    </p:spTree>
    <p:extLst>
      <p:ext uri="{BB962C8B-B14F-4D97-AF65-F5344CB8AC3E}">
        <p14:creationId xmlns:p14="http://schemas.microsoft.com/office/powerpoint/2010/main" val="3648621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MERCI POUR L’AGNEAU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 </a:t>
            </a:r>
          </a:p>
        </p:txBody>
      </p:sp>
    </p:spTree>
    <p:extLst>
      <p:ext uri="{BB962C8B-B14F-4D97-AF65-F5344CB8AC3E}">
        <p14:creationId xmlns:p14="http://schemas.microsoft.com/office/powerpoint/2010/main" val="68223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PEUX FINIR CETTE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COURSE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 TA GRÂCE </a:t>
            </a:r>
          </a:p>
        </p:txBody>
      </p:sp>
    </p:spTree>
    <p:extLst>
      <p:ext uri="{BB962C8B-B14F-4D97-AF65-F5344CB8AC3E}">
        <p14:creationId xmlns:p14="http://schemas.microsoft.com/office/powerpoint/2010/main" val="808570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AGNEAU PRÉCIEUX DE DIEU </a:t>
            </a:r>
          </a:p>
        </p:txBody>
      </p:sp>
    </p:spTree>
    <p:extLst>
      <p:ext uri="{BB962C8B-B14F-4D97-AF65-F5344CB8AC3E}">
        <p14:creationId xmlns:p14="http://schemas.microsoft.com/office/powerpoint/2010/main" val="191036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LORSQUE J’AI BRISÉ TON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PÉCHÉ NOUS 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SÉPARÉS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000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JE ME TIENS ICI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MILIEU DE MES LARMES </a:t>
            </a:r>
          </a:p>
        </p:txBody>
      </p:sp>
    </p:spTree>
    <p:extLst>
      <p:ext uri="{BB962C8B-B14F-4D97-AF65-F5344CB8AC3E}">
        <p14:creationId xmlns:p14="http://schemas.microsoft.com/office/powerpoint/2010/main" val="3327156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DÉCLARE QUE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 L’AGNEAU DE DIEU </a:t>
            </a:r>
          </a:p>
        </p:txBody>
      </p:sp>
    </p:spTree>
    <p:extLst>
      <p:ext uri="{BB962C8B-B14F-4D97-AF65-F5344CB8AC3E}">
        <p14:creationId xmlns:p14="http://schemas.microsoft.com/office/powerpoint/2010/main" val="1597825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VIE NOUVELLE PEUT COMMENCER </a:t>
            </a:r>
          </a:p>
        </p:txBody>
      </p:sp>
    </p:spTree>
    <p:extLst>
      <p:ext uri="{BB962C8B-B14F-4D97-AF65-F5344CB8AC3E}">
        <p14:creationId xmlns:p14="http://schemas.microsoft.com/office/powerpoint/2010/main" val="1978007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TU AS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EFFACÉ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EFFACÉ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CHACUN DE MES PÉCHÉS </a:t>
            </a:r>
          </a:p>
        </p:txBody>
      </p:sp>
    </p:spTree>
    <p:extLst>
      <p:ext uri="{BB962C8B-B14F-4D97-AF65-F5344CB8AC3E}">
        <p14:creationId xmlns:p14="http://schemas.microsoft.com/office/powerpoint/2010/main" val="2199123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SI LE FILS REND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LIBRE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SOMMES VRAIMENT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LIBRES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225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TE PRIE, SOIS L’AGNEAU DE DIEU </a:t>
            </a:r>
          </a:p>
        </p:txBody>
      </p:sp>
    </p:spTree>
    <p:extLst>
      <p:ext uri="{BB962C8B-B14F-4D97-AF65-F5344CB8AC3E}">
        <p14:creationId xmlns:p14="http://schemas.microsoft.com/office/powerpoint/2010/main" val="4026974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CONTEMPLEZ L’AGNEAU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 </a:t>
            </a:r>
          </a:p>
        </p:txBody>
      </p:sp>
    </p:spTree>
    <p:extLst>
      <p:ext uri="{BB962C8B-B14F-4D97-AF65-F5344CB8AC3E}">
        <p14:creationId xmlns:p14="http://schemas.microsoft.com/office/powerpoint/2010/main" val="4037007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NÉ AFIN QUE JE VIVE À NOUVEAU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PRÉCIEUX DE DIEU</a:t>
            </a:r>
          </a:p>
        </p:txBody>
      </p:sp>
    </p:spTree>
    <p:extLst>
      <p:ext uri="{BB962C8B-B14F-4D97-AF65-F5344CB8AC3E}">
        <p14:creationId xmlns:p14="http://schemas.microsoft.com/office/powerpoint/2010/main" val="1442505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396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M’AS TANT AIMÉ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AU-DELÀ DES MOTS</a:t>
            </a:r>
          </a:p>
        </p:txBody>
      </p:sp>
    </p:spTree>
    <p:extLst>
      <p:ext uri="{BB962C8B-B14F-4D97-AF65-F5344CB8AC3E}">
        <p14:creationId xmlns:p14="http://schemas.microsoft.com/office/powerpoint/2010/main" val="3993634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AGNEAU PRÉCIEUX DE DIEU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863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38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M’AS TANT AIMÉ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AU-DELÀ DES MOTS</a:t>
            </a:r>
          </a:p>
        </p:txBody>
      </p:sp>
    </p:spTree>
    <p:extLst>
      <p:ext uri="{BB962C8B-B14F-4D97-AF65-F5344CB8AC3E}">
        <p14:creationId xmlns:p14="http://schemas.microsoft.com/office/powerpoint/2010/main" val="192868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AGNEAU PRÉCIEUX DE DIEU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7158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212</Words>
  <Application>Microsoft Office PowerPoint</Application>
  <PresentationFormat>Affichage à l'écran (4:3)</PresentationFormat>
  <Paragraphs>1070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92</cp:revision>
  <dcterms:created xsi:type="dcterms:W3CDTF">2002-08-17T13:12:10Z</dcterms:created>
  <dcterms:modified xsi:type="dcterms:W3CDTF">2021-12-19T09:43:50Z</dcterms:modified>
</cp:coreProperties>
</file>