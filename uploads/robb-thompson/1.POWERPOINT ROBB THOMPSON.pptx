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Layouts/slideLayout6.xml" ContentType="application/vnd.openxmlformats-officedocument.presentationml.slideLayout+xml"/>
  <Override PartName="/ppt/notesSlides/notesSlide38.xml" ContentType="application/vnd.openxmlformats-officedocument.presentationml.notesSlide+xml"/>
  <Override PartName="/ppt/notesSlides/notesSlide49.xml" ContentType="application/vnd.openxmlformats-officedocument.presentationml.notesSlide+xml"/>
  <Override PartName="/ppt/slides/slide25.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27.xml" ContentType="application/vnd.openxmlformats-officedocument.presentationml.notesSlide+xml"/>
  <Override PartName="/ppt/notesSlides/notesSlide45.xml" ContentType="application/vnd.openxmlformats-officedocument.presentationml.notesSlide+xml"/>
  <Override PartName="/ppt/notesSlides/notesSlide56.xml" ContentType="application/vnd.openxmlformats-officedocument.presentationml.notesSlide+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34.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notesSlides/notesSlide23.xml" ContentType="application/vnd.openxmlformats-officedocument.presentationml.notesSlide+xml"/>
  <Override PartName="/ppt/notesSlides/notesSlide41.xml" ContentType="application/vnd.openxmlformats-officedocument.presentationml.notesSlide+xml"/>
  <Override PartName="/ppt/notesSlides/notesSlide52.xml" ContentType="application/vnd.openxmlformats-officedocument.presentationml.notesSlide+xml"/>
  <Override PartName="/ppt/notesSlides/notesSlide12.xml" ContentType="application/vnd.openxmlformats-officedocument.presentationml.notesSlide+xml"/>
  <Override PartName="/ppt/notesSlides/notesSlide30.xml" ContentType="application/vnd.openxmlformats-officedocument.presentationml.notesSlide+xml"/>
  <Override PartName="/ppt/notesSlides/notesSlide7.xml" ContentType="application/vnd.openxmlformats-officedocument.presentationml.notesSlide+xml"/>
  <Override PartName="/ppt/slides/slide9.xml" ContentType="application/vnd.openxmlformats-officedocument.presentationml.slide+xml"/>
  <Override PartName="/ppt/viewProps.xml" ContentType="application/vnd.openxmlformats-officedocument.presentationml.viewProp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notesSlides/notesSlide39.xml" ContentType="application/vnd.openxmlformats-officedocument.presentationml.notesSlide+xml"/>
  <Override PartName="/ppt/notesSlides/notesSlide48.xml" ContentType="application/vnd.openxmlformats-officedocument.presentationml.notesSlide+xml"/>
  <Override PartName="/ppt/notesSlides/notesSlide57.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Layouts/slideLayout3.xml" ContentType="application/vnd.openxmlformats-officedocument.presentationml.slideLayout+xml"/>
  <Default Extension="jpeg" ContentType="image/jpeg"/>
  <Override PartName="/ppt/notesSlides/notesSlide17.xml" ContentType="application/vnd.openxmlformats-officedocument.presentationml.notesSlide+xml"/>
  <Override PartName="/ppt/notesSlides/notesSlide28.xml" ContentType="application/vnd.openxmlformats-officedocument.presentationml.notesSlide+xml"/>
  <Override PartName="/ppt/notesSlides/notesSlide37.xml" ContentType="application/vnd.openxmlformats-officedocument.presentationml.notesSlide+xml"/>
  <Override PartName="/ppt/notesSlides/notesSlide46.xml" ContentType="application/vnd.openxmlformats-officedocument.presentationml.notesSlide+xml"/>
  <Override PartName="/ppt/notesSlides/notesSlide55.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ppt/notesSlides/notesSlide35.xml" ContentType="application/vnd.openxmlformats-officedocument.presentationml.notesSlide+xml"/>
  <Override PartName="/ppt/notesSlides/notesSlide44.xml" ContentType="application/vnd.openxmlformats-officedocument.presentationml.notesSlide+xml"/>
  <Override PartName="/ppt/notesSlides/notesSlide53.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notesSlides/notesSlide42.xml" ContentType="application/vnd.openxmlformats-officedocument.presentationml.notesSlide+xml"/>
  <Override PartName="/ppt/notesSlides/notesSlide51.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notesSlides/notesSlide40.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slides/slide49.xml" ContentType="application/vnd.openxmlformats-officedocument.presentationml.slide+xml"/>
  <Override PartName="/ppt/handoutMasters/handoutMaster1.xml" ContentType="application/vnd.openxmlformats-officedocument.presentationml.handoutMaster+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notesSlides/notesSlide29.xml" ContentType="application/vnd.openxmlformats-officedocument.presentationml.notesSlide+xml"/>
  <Override PartName="/ppt/notesSlides/notesSlide47.xml" ContentType="application/vnd.openxmlformats-officedocument.presentationml.notesSlide+xml"/>
  <Override PartName="/ppt/notesSlides/notesSlide58.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notesSlides/notesSlide18.xml" ContentType="application/vnd.openxmlformats-officedocument.presentationml.notesSlide+xml"/>
  <Override PartName="/ppt/notesSlides/notesSlide36.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notesSlides/notesSlide25.xml" ContentType="application/vnd.openxmlformats-officedocument.presentationml.notesSlide+xml"/>
  <Override PartName="/ppt/notesSlides/notesSlide43.xml" ContentType="application/vnd.openxmlformats-officedocument.presentationml.notesSlide+xml"/>
  <Override PartName="/ppt/notesSlides/notesSlide54.xml" ContentType="application/vnd.openxmlformats-officedocument.presentationml.notes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32.xml" ContentType="application/vnd.openxmlformats-officedocument.presentationml.notesSlide+xml"/>
  <Override PartName="/ppt/notesSlides/notesSlide9.xml" ContentType="application/vnd.openxmlformats-officedocument.presentationml.notesSlide+xml"/>
  <Override PartName="/ppt/notesSlides/notesSlide21.xml" ContentType="application/vnd.openxmlformats-officedocument.presentationml.notesSlide+xml"/>
  <Override PartName="/ppt/notesSlides/notesSlide50.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Layouts/slideLayout9.xml" ContentType="application/vnd.openxmlformats-officedocument.presentationml.slideLayout+xml"/>
  <Override PartName="/ppt/notesSlides/notesSlide5.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0"/>
  </p:notesMasterIdLst>
  <p:handoutMasterIdLst>
    <p:handoutMasterId r:id="rId61"/>
  </p:handoutMasterIdLst>
  <p:sldIdLst>
    <p:sldId id="1042" r:id="rId2"/>
    <p:sldId id="1082" r:id="rId3"/>
    <p:sldId id="1083" r:id="rId4"/>
    <p:sldId id="1084" r:id="rId5"/>
    <p:sldId id="1085" r:id="rId6"/>
    <p:sldId id="1086" r:id="rId7"/>
    <p:sldId id="1087" r:id="rId8"/>
    <p:sldId id="1088" r:id="rId9"/>
    <p:sldId id="1089" r:id="rId10"/>
    <p:sldId id="1090" r:id="rId11"/>
    <p:sldId id="1091" r:id="rId12"/>
    <p:sldId id="1110" r:id="rId13"/>
    <p:sldId id="1113" r:id="rId14"/>
    <p:sldId id="1094" r:id="rId15"/>
    <p:sldId id="1122" r:id="rId16"/>
    <p:sldId id="1123" r:id="rId17"/>
    <p:sldId id="1124" r:id="rId18"/>
    <p:sldId id="1125" r:id="rId19"/>
    <p:sldId id="1126" r:id="rId20"/>
    <p:sldId id="1127" r:id="rId21"/>
    <p:sldId id="1128" r:id="rId22"/>
    <p:sldId id="1129" r:id="rId23"/>
    <p:sldId id="1130" r:id="rId24"/>
    <p:sldId id="1131" r:id="rId25"/>
    <p:sldId id="1132" r:id="rId26"/>
    <p:sldId id="1133" r:id="rId27"/>
    <p:sldId id="1135" r:id="rId28"/>
    <p:sldId id="1134" r:id="rId29"/>
    <p:sldId id="1136" r:id="rId30"/>
    <p:sldId id="1137" r:id="rId31"/>
    <p:sldId id="1138" r:id="rId32"/>
    <p:sldId id="1139" r:id="rId33"/>
    <p:sldId id="1140" r:id="rId34"/>
    <p:sldId id="1141" r:id="rId35"/>
    <p:sldId id="1142" r:id="rId36"/>
    <p:sldId id="1143" r:id="rId37"/>
    <p:sldId id="1144" r:id="rId38"/>
    <p:sldId id="1145" r:id="rId39"/>
    <p:sldId id="1146" r:id="rId40"/>
    <p:sldId id="1147" r:id="rId41"/>
    <p:sldId id="1150" r:id="rId42"/>
    <p:sldId id="1149" r:id="rId43"/>
    <p:sldId id="1148" r:id="rId44"/>
    <p:sldId id="1151" r:id="rId45"/>
    <p:sldId id="1152" r:id="rId46"/>
    <p:sldId id="1153" r:id="rId47"/>
    <p:sldId id="1154" r:id="rId48"/>
    <p:sldId id="1155" r:id="rId49"/>
    <p:sldId id="1156" r:id="rId50"/>
    <p:sldId id="1157" r:id="rId51"/>
    <p:sldId id="1158" r:id="rId52"/>
    <p:sldId id="1159" r:id="rId53"/>
    <p:sldId id="1160" r:id="rId54"/>
    <p:sldId id="1161" r:id="rId55"/>
    <p:sldId id="1162" r:id="rId56"/>
    <p:sldId id="1163" r:id="rId57"/>
    <p:sldId id="1164" r:id="rId58"/>
    <p:sldId id="1081" r:id="rId59"/>
  </p:sldIdLst>
  <p:sldSz cx="9144000" cy="6858000" type="screen4x3"/>
  <p:notesSz cx="7010400" cy="9296400"/>
  <p:defaultTextStyle>
    <a:defPPr>
      <a:defRPr lang="en-US"/>
    </a:defPPr>
    <a:lvl1pPr algn="l" rtl="0" fontAlgn="base">
      <a:spcBef>
        <a:spcPct val="0"/>
      </a:spcBef>
      <a:spcAft>
        <a:spcPct val="0"/>
      </a:spcAft>
      <a:defRPr sz="2400" kern="1200">
        <a:solidFill>
          <a:schemeClr val="tx1"/>
        </a:solidFill>
        <a:latin typeface="Cooper Black" pitchFamily="-112" charset="0"/>
        <a:ea typeface="ＭＳ Ｐゴシック" pitchFamily="-112" charset="-128"/>
        <a:cs typeface="+mn-cs"/>
      </a:defRPr>
    </a:lvl1pPr>
    <a:lvl2pPr marL="457200" algn="l" rtl="0" fontAlgn="base">
      <a:spcBef>
        <a:spcPct val="0"/>
      </a:spcBef>
      <a:spcAft>
        <a:spcPct val="0"/>
      </a:spcAft>
      <a:defRPr sz="2400" kern="1200">
        <a:solidFill>
          <a:schemeClr val="tx1"/>
        </a:solidFill>
        <a:latin typeface="Cooper Black" pitchFamily="-112" charset="0"/>
        <a:ea typeface="ＭＳ Ｐゴシック" pitchFamily="-112" charset="-128"/>
        <a:cs typeface="+mn-cs"/>
      </a:defRPr>
    </a:lvl2pPr>
    <a:lvl3pPr marL="914400" algn="l" rtl="0" fontAlgn="base">
      <a:spcBef>
        <a:spcPct val="0"/>
      </a:spcBef>
      <a:spcAft>
        <a:spcPct val="0"/>
      </a:spcAft>
      <a:defRPr sz="2400" kern="1200">
        <a:solidFill>
          <a:schemeClr val="tx1"/>
        </a:solidFill>
        <a:latin typeface="Cooper Black" pitchFamily="-112" charset="0"/>
        <a:ea typeface="ＭＳ Ｐゴシック" pitchFamily="-112" charset="-128"/>
        <a:cs typeface="+mn-cs"/>
      </a:defRPr>
    </a:lvl3pPr>
    <a:lvl4pPr marL="1371600" algn="l" rtl="0" fontAlgn="base">
      <a:spcBef>
        <a:spcPct val="0"/>
      </a:spcBef>
      <a:spcAft>
        <a:spcPct val="0"/>
      </a:spcAft>
      <a:defRPr sz="2400" kern="1200">
        <a:solidFill>
          <a:schemeClr val="tx1"/>
        </a:solidFill>
        <a:latin typeface="Cooper Black" pitchFamily="-112" charset="0"/>
        <a:ea typeface="ＭＳ Ｐゴシック" pitchFamily="-112" charset="-128"/>
        <a:cs typeface="+mn-cs"/>
      </a:defRPr>
    </a:lvl4pPr>
    <a:lvl5pPr marL="1828800" algn="l" rtl="0" fontAlgn="base">
      <a:spcBef>
        <a:spcPct val="0"/>
      </a:spcBef>
      <a:spcAft>
        <a:spcPct val="0"/>
      </a:spcAft>
      <a:defRPr sz="2400" kern="1200">
        <a:solidFill>
          <a:schemeClr val="tx1"/>
        </a:solidFill>
        <a:latin typeface="Cooper Black" pitchFamily="-112" charset="0"/>
        <a:ea typeface="ＭＳ Ｐゴシック" pitchFamily="-112" charset="-128"/>
        <a:cs typeface="+mn-cs"/>
      </a:defRPr>
    </a:lvl5pPr>
    <a:lvl6pPr marL="2286000" algn="l" defTabSz="914400" rtl="0" eaLnBrk="1" latinLnBrk="0" hangingPunct="1">
      <a:defRPr sz="2400" kern="1200">
        <a:solidFill>
          <a:schemeClr val="tx1"/>
        </a:solidFill>
        <a:latin typeface="Cooper Black" pitchFamily="-112" charset="0"/>
        <a:ea typeface="ＭＳ Ｐゴシック" pitchFamily="-112" charset="-128"/>
        <a:cs typeface="+mn-cs"/>
      </a:defRPr>
    </a:lvl6pPr>
    <a:lvl7pPr marL="2743200" algn="l" defTabSz="914400" rtl="0" eaLnBrk="1" latinLnBrk="0" hangingPunct="1">
      <a:defRPr sz="2400" kern="1200">
        <a:solidFill>
          <a:schemeClr val="tx1"/>
        </a:solidFill>
        <a:latin typeface="Cooper Black" pitchFamily="-112" charset="0"/>
        <a:ea typeface="ＭＳ Ｐゴシック" pitchFamily="-112" charset="-128"/>
        <a:cs typeface="+mn-cs"/>
      </a:defRPr>
    </a:lvl7pPr>
    <a:lvl8pPr marL="3200400" algn="l" defTabSz="914400" rtl="0" eaLnBrk="1" latinLnBrk="0" hangingPunct="1">
      <a:defRPr sz="2400" kern="1200">
        <a:solidFill>
          <a:schemeClr val="tx1"/>
        </a:solidFill>
        <a:latin typeface="Cooper Black" pitchFamily="-112" charset="0"/>
        <a:ea typeface="ＭＳ Ｐゴシック" pitchFamily="-112" charset="-128"/>
        <a:cs typeface="+mn-cs"/>
      </a:defRPr>
    </a:lvl8pPr>
    <a:lvl9pPr marL="3657600" algn="l" defTabSz="914400" rtl="0" eaLnBrk="1" latinLnBrk="0" hangingPunct="1">
      <a:defRPr sz="2400" kern="1200">
        <a:solidFill>
          <a:schemeClr val="tx1"/>
        </a:solidFill>
        <a:latin typeface="Cooper Black" pitchFamily="-112" charset="0"/>
        <a:ea typeface="ＭＳ Ｐゴシック" pitchFamily="-112" charset="-128"/>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prnPr/>
  <p:clrMru>
    <a:srgbClr val="00FF00"/>
    <a:srgbClr val="CCC9C0"/>
    <a:srgbClr val="000066"/>
    <a:srgbClr val="0000CC"/>
    <a:srgbClr val="FF6600"/>
    <a:srgbClr val="FFFF00"/>
    <a:srgbClr val="391B10"/>
    <a:srgbClr val="D8C5BD"/>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100" d="100"/>
          <a:sy n="100" d="100"/>
        </p:scale>
        <p:origin x="894" y="162"/>
      </p:cViewPr>
      <p:guideLst>
        <p:guide orient="horz" pos="432"/>
        <p:guide pos="384"/>
      </p:guideLst>
    </p:cSldViewPr>
  </p:slideViewPr>
  <p:outlineViewPr>
    <p:cViewPr>
      <p:scale>
        <a:sx n="100" d="100"/>
        <a:sy n="100" d="100"/>
      </p:scale>
      <p:origin x="0" y="0"/>
    </p:cViewPr>
  </p:outlineViewPr>
  <p:notesTextViewPr>
    <p:cViewPr>
      <p:scale>
        <a:sx n="33" d="100"/>
        <a:sy n="33" d="100"/>
      </p:scale>
      <p:origin x="0" y="0"/>
    </p:cViewPr>
  </p:notesTextViewPr>
  <p:sorterViewPr>
    <p:cViewPr>
      <p:scale>
        <a:sx n="75" d="100"/>
        <a:sy n="75" d="100"/>
      </p:scale>
      <p:origin x="0" y="0"/>
    </p:cViewPr>
  </p:sorterViewPr>
  <p:notesViewPr>
    <p:cSldViewPr>
      <p:cViewPr varScale="1">
        <p:scale>
          <a:sx n="58" d="100"/>
          <a:sy n="58" d="100"/>
        </p:scale>
        <p:origin x="-1728" y="-78"/>
      </p:cViewPr>
      <p:guideLst>
        <p:guide orient="horz" pos="2928"/>
        <p:guide pos="2208"/>
      </p:guideLst>
    </p:cSldViewPr>
  </p:notes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9154" name="Rectangle 2"/>
          <p:cNvSpPr>
            <a:spLocks noGrp="1" noChangeArrowheads="1"/>
          </p:cNvSpPr>
          <p:nvPr>
            <p:ph type="hdr" sz="quarter"/>
          </p:nvPr>
        </p:nvSpPr>
        <p:spPr bwMode="auto">
          <a:xfrm>
            <a:off x="0" y="0"/>
            <a:ext cx="3036888" cy="465138"/>
          </a:xfrm>
          <a:prstGeom prst="rect">
            <a:avLst/>
          </a:prstGeom>
          <a:noFill/>
          <a:ln w="9525">
            <a:noFill/>
            <a:miter lim="800000"/>
            <a:headEnd/>
            <a:tailEnd/>
          </a:ln>
          <a:effectLst/>
        </p:spPr>
        <p:txBody>
          <a:bodyPr vert="horz" wrap="square" lIns="93177" tIns="46588" rIns="93177" bIns="46588" numCol="1" anchor="t" anchorCtr="0" compatLnSpc="1">
            <a:prstTxWarp prst="textNoShape">
              <a:avLst/>
            </a:prstTxWarp>
          </a:bodyPr>
          <a:lstStyle>
            <a:lvl1pPr defTabSz="930275">
              <a:defRPr sz="1200" smtClean="0"/>
            </a:lvl1pPr>
          </a:lstStyle>
          <a:p>
            <a:pPr>
              <a:defRPr/>
            </a:pPr>
            <a:endParaRPr lang="fr-FR"/>
          </a:p>
        </p:txBody>
      </p:sp>
      <p:sp>
        <p:nvSpPr>
          <p:cNvPr id="49155" name="Rectangle 3"/>
          <p:cNvSpPr>
            <a:spLocks noGrp="1" noChangeArrowheads="1"/>
          </p:cNvSpPr>
          <p:nvPr>
            <p:ph type="dt" sz="quarter" idx="1"/>
          </p:nvPr>
        </p:nvSpPr>
        <p:spPr bwMode="auto">
          <a:xfrm>
            <a:off x="3973513" y="0"/>
            <a:ext cx="3036887" cy="465138"/>
          </a:xfrm>
          <a:prstGeom prst="rect">
            <a:avLst/>
          </a:prstGeom>
          <a:noFill/>
          <a:ln w="9525">
            <a:noFill/>
            <a:miter lim="800000"/>
            <a:headEnd/>
            <a:tailEnd/>
          </a:ln>
          <a:effectLst/>
        </p:spPr>
        <p:txBody>
          <a:bodyPr vert="horz" wrap="square" lIns="93177" tIns="46588" rIns="93177" bIns="46588" numCol="1" anchor="t" anchorCtr="0" compatLnSpc="1">
            <a:prstTxWarp prst="textNoShape">
              <a:avLst/>
            </a:prstTxWarp>
          </a:bodyPr>
          <a:lstStyle>
            <a:lvl1pPr algn="r" defTabSz="930275">
              <a:defRPr sz="1200" smtClean="0"/>
            </a:lvl1pPr>
          </a:lstStyle>
          <a:p>
            <a:pPr>
              <a:defRPr/>
            </a:pPr>
            <a:endParaRPr lang="fr-FR"/>
          </a:p>
        </p:txBody>
      </p:sp>
      <p:sp>
        <p:nvSpPr>
          <p:cNvPr id="49156" name="Rectangle 4"/>
          <p:cNvSpPr>
            <a:spLocks noGrp="1" noChangeArrowheads="1"/>
          </p:cNvSpPr>
          <p:nvPr>
            <p:ph type="ftr" sz="quarter" idx="2"/>
          </p:nvPr>
        </p:nvSpPr>
        <p:spPr bwMode="auto">
          <a:xfrm>
            <a:off x="0" y="8831263"/>
            <a:ext cx="3036888" cy="465137"/>
          </a:xfrm>
          <a:prstGeom prst="rect">
            <a:avLst/>
          </a:prstGeom>
          <a:noFill/>
          <a:ln w="9525">
            <a:noFill/>
            <a:miter lim="800000"/>
            <a:headEnd/>
            <a:tailEnd/>
          </a:ln>
          <a:effectLst/>
        </p:spPr>
        <p:txBody>
          <a:bodyPr vert="horz" wrap="square" lIns="93177" tIns="46588" rIns="93177" bIns="46588" numCol="1" anchor="b" anchorCtr="0" compatLnSpc="1">
            <a:prstTxWarp prst="textNoShape">
              <a:avLst/>
            </a:prstTxWarp>
          </a:bodyPr>
          <a:lstStyle>
            <a:lvl1pPr defTabSz="930275">
              <a:defRPr sz="1200" smtClean="0"/>
            </a:lvl1pPr>
          </a:lstStyle>
          <a:p>
            <a:pPr>
              <a:defRPr/>
            </a:pPr>
            <a:endParaRPr lang="fr-FR"/>
          </a:p>
        </p:txBody>
      </p:sp>
      <p:sp>
        <p:nvSpPr>
          <p:cNvPr id="49157" name="Rectangle 5"/>
          <p:cNvSpPr>
            <a:spLocks noGrp="1" noChangeArrowheads="1"/>
          </p:cNvSpPr>
          <p:nvPr>
            <p:ph type="sldNum" sz="quarter" idx="3"/>
          </p:nvPr>
        </p:nvSpPr>
        <p:spPr bwMode="auto">
          <a:xfrm>
            <a:off x="3973513" y="8831263"/>
            <a:ext cx="3036887" cy="465137"/>
          </a:xfrm>
          <a:prstGeom prst="rect">
            <a:avLst/>
          </a:prstGeom>
          <a:noFill/>
          <a:ln w="9525">
            <a:noFill/>
            <a:miter lim="800000"/>
            <a:headEnd/>
            <a:tailEnd/>
          </a:ln>
          <a:effectLst/>
        </p:spPr>
        <p:txBody>
          <a:bodyPr vert="horz" wrap="square" lIns="93177" tIns="46588" rIns="93177" bIns="46588" numCol="1" anchor="b" anchorCtr="0" compatLnSpc="1">
            <a:prstTxWarp prst="textNoShape">
              <a:avLst/>
            </a:prstTxWarp>
          </a:bodyPr>
          <a:lstStyle>
            <a:lvl1pPr algn="r" defTabSz="930275">
              <a:defRPr sz="1200" smtClean="0"/>
            </a:lvl1pPr>
          </a:lstStyle>
          <a:p>
            <a:pPr>
              <a:defRPr/>
            </a:pPr>
            <a:fld id="{1CC23ECE-3F82-4939-87AC-495EB8E0E815}" type="slidenum">
              <a:rPr lang="en-US"/>
              <a:pPr>
                <a:defRPr/>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56418" name="Rectangle 2"/>
          <p:cNvSpPr>
            <a:spLocks noGrp="1" noChangeArrowheads="1"/>
          </p:cNvSpPr>
          <p:nvPr>
            <p:ph type="hdr" sz="quarter"/>
          </p:nvPr>
        </p:nvSpPr>
        <p:spPr bwMode="auto">
          <a:xfrm>
            <a:off x="0" y="0"/>
            <a:ext cx="3014663" cy="450850"/>
          </a:xfrm>
          <a:prstGeom prst="rect">
            <a:avLst/>
          </a:prstGeom>
          <a:noFill/>
          <a:ln w="9525">
            <a:noFill/>
            <a:miter lim="800000"/>
            <a:headEnd/>
            <a:tailEnd/>
          </a:ln>
          <a:effectLst/>
        </p:spPr>
        <p:txBody>
          <a:bodyPr vert="horz" wrap="none" lIns="90288" tIns="45144" rIns="90288" bIns="45144" numCol="1" anchor="t" anchorCtr="0" compatLnSpc="1">
            <a:prstTxWarp prst="textNoShape">
              <a:avLst/>
            </a:prstTxWarp>
          </a:bodyPr>
          <a:lstStyle>
            <a:lvl1pPr>
              <a:defRPr sz="1200" smtClean="0"/>
            </a:lvl1pPr>
          </a:lstStyle>
          <a:p>
            <a:pPr>
              <a:defRPr/>
            </a:pPr>
            <a:endParaRPr lang="fr-FR"/>
          </a:p>
        </p:txBody>
      </p:sp>
      <p:sp>
        <p:nvSpPr>
          <p:cNvPr id="956419" name="Rectangle 3"/>
          <p:cNvSpPr>
            <a:spLocks noGrp="1" noChangeArrowheads="1"/>
          </p:cNvSpPr>
          <p:nvPr>
            <p:ph type="dt" idx="1"/>
          </p:nvPr>
        </p:nvSpPr>
        <p:spPr bwMode="auto">
          <a:xfrm>
            <a:off x="3995738" y="0"/>
            <a:ext cx="3014662" cy="450850"/>
          </a:xfrm>
          <a:prstGeom prst="rect">
            <a:avLst/>
          </a:prstGeom>
          <a:noFill/>
          <a:ln w="9525">
            <a:noFill/>
            <a:miter lim="800000"/>
            <a:headEnd/>
            <a:tailEnd/>
          </a:ln>
          <a:effectLst/>
        </p:spPr>
        <p:txBody>
          <a:bodyPr vert="horz" wrap="none" lIns="90288" tIns="45144" rIns="90288" bIns="45144" numCol="1" anchor="t" anchorCtr="0" compatLnSpc="1">
            <a:prstTxWarp prst="textNoShape">
              <a:avLst/>
            </a:prstTxWarp>
          </a:bodyPr>
          <a:lstStyle>
            <a:lvl1pPr algn="r">
              <a:defRPr sz="1200" smtClean="0"/>
            </a:lvl1pPr>
          </a:lstStyle>
          <a:p>
            <a:pPr>
              <a:defRPr/>
            </a:pPr>
            <a:endParaRPr lang="fr-FR"/>
          </a:p>
        </p:txBody>
      </p:sp>
      <p:sp>
        <p:nvSpPr>
          <p:cNvPr id="61444" name="Rectangle 4"/>
          <p:cNvSpPr>
            <a:spLocks noGrp="1" noRot="1" noChangeAspect="1" noChangeArrowheads="1" noTextEdit="1"/>
          </p:cNvSpPr>
          <p:nvPr>
            <p:ph type="sldImg" idx="2"/>
          </p:nvPr>
        </p:nvSpPr>
        <p:spPr bwMode="auto">
          <a:xfrm>
            <a:off x="1189038" y="676275"/>
            <a:ext cx="4708525" cy="3530600"/>
          </a:xfrm>
          <a:prstGeom prst="rect">
            <a:avLst/>
          </a:prstGeom>
          <a:noFill/>
          <a:ln w="9525">
            <a:solidFill>
              <a:srgbClr val="000000"/>
            </a:solidFill>
            <a:miter lim="800000"/>
            <a:headEnd/>
            <a:tailEnd/>
          </a:ln>
        </p:spPr>
      </p:sp>
      <p:sp>
        <p:nvSpPr>
          <p:cNvPr id="956421" name="Rectangle 5"/>
          <p:cNvSpPr>
            <a:spLocks noGrp="1" noChangeArrowheads="1"/>
          </p:cNvSpPr>
          <p:nvPr>
            <p:ph type="body" sz="quarter" idx="3"/>
          </p:nvPr>
        </p:nvSpPr>
        <p:spPr bwMode="auto">
          <a:xfrm>
            <a:off x="904875" y="4432300"/>
            <a:ext cx="5200650" cy="4133850"/>
          </a:xfrm>
          <a:prstGeom prst="rect">
            <a:avLst/>
          </a:prstGeom>
          <a:noFill/>
          <a:ln w="9525">
            <a:noFill/>
            <a:miter lim="800000"/>
            <a:headEnd/>
            <a:tailEnd/>
          </a:ln>
          <a:effectLst/>
        </p:spPr>
        <p:txBody>
          <a:bodyPr vert="horz" wrap="none" lIns="90288" tIns="45144" rIns="90288" bIns="45144"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956422" name="Rectangle 6"/>
          <p:cNvSpPr>
            <a:spLocks noGrp="1" noChangeArrowheads="1"/>
          </p:cNvSpPr>
          <p:nvPr>
            <p:ph type="ftr" sz="quarter" idx="4"/>
          </p:nvPr>
        </p:nvSpPr>
        <p:spPr bwMode="auto">
          <a:xfrm>
            <a:off x="0" y="8866188"/>
            <a:ext cx="3014663" cy="450850"/>
          </a:xfrm>
          <a:prstGeom prst="rect">
            <a:avLst/>
          </a:prstGeom>
          <a:noFill/>
          <a:ln w="9525">
            <a:noFill/>
            <a:miter lim="800000"/>
            <a:headEnd/>
            <a:tailEnd/>
          </a:ln>
          <a:effectLst/>
        </p:spPr>
        <p:txBody>
          <a:bodyPr vert="horz" wrap="none" lIns="90288" tIns="45144" rIns="90288" bIns="45144" numCol="1" anchor="b" anchorCtr="0" compatLnSpc="1">
            <a:prstTxWarp prst="textNoShape">
              <a:avLst/>
            </a:prstTxWarp>
          </a:bodyPr>
          <a:lstStyle>
            <a:lvl1pPr>
              <a:defRPr sz="1200" smtClean="0"/>
            </a:lvl1pPr>
          </a:lstStyle>
          <a:p>
            <a:pPr>
              <a:defRPr/>
            </a:pPr>
            <a:endParaRPr lang="fr-FR"/>
          </a:p>
        </p:txBody>
      </p:sp>
      <p:sp>
        <p:nvSpPr>
          <p:cNvPr id="956423" name="Rectangle 7"/>
          <p:cNvSpPr>
            <a:spLocks noGrp="1" noChangeArrowheads="1"/>
          </p:cNvSpPr>
          <p:nvPr>
            <p:ph type="sldNum" sz="quarter" idx="5"/>
          </p:nvPr>
        </p:nvSpPr>
        <p:spPr bwMode="auto">
          <a:xfrm>
            <a:off x="3995738" y="8866188"/>
            <a:ext cx="3014662" cy="450850"/>
          </a:xfrm>
          <a:prstGeom prst="rect">
            <a:avLst/>
          </a:prstGeom>
          <a:noFill/>
          <a:ln w="9525">
            <a:noFill/>
            <a:miter lim="800000"/>
            <a:headEnd/>
            <a:tailEnd/>
          </a:ln>
          <a:effectLst/>
        </p:spPr>
        <p:txBody>
          <a:bodyPr vert="horz" wrap="none" lIns="90288" tIns="45144" rIns="90288" bIns="45144" numCol="1" anchor="b" anchorCtr="0" compatLnSpc="1">
            <a:prstTxWarp prst="textNoShape">
              <a:avLst/>
            </a:prstTxWarp>
          </a:bodyPr>
          <a:lstStyle>
            <a:lvl1pPr algn="r">
              <a:defRPr sz="1200" smtClean="0"/>
            </a:lvl1pPr>
          </a:lstStyle>
          <a:p>
            <a:pPr>
              <a:defRPr/>
            </a:pPr>
            <a:fld id="{5BC6B571-D3CF-4E89-BC47-A778E6C77198}"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80" charset="0"/>
        <a:ea typeface="ＭＳ Ｐゴシック" pitchFamily="-80" charset="-128"/>
        <a:cs typeface="ＭＳ Ｐゴシック" pitchFamily="-80" charset="-128"/>
      </a:defRPr>
    </a:lvl1pPr>
    <a:lvl2pPr marL="457200" algn="l" rtl="0" eaLnBrk="0" fontAlgn="base" hangingPunct="0">
      <a:spcBef>
        <a:spcPct val="30000"/>
      </a:spcBef>
      <a:spcAft>
        <a:spcPct val="0"/>
      </a:spcAft>
      <a:defRPr sz="1200" kern="1200">
        <a:solidFill>
          <a:schemeClr val="tx1"/>
        </a:solidFill>
        <a:latin typeface="Times New Roman" pitchFamily="-80" charset="0"/>
        <a:ea typeface="ＭＳ Ｐゴシック" pitchFamily="-80" charset="-128"/>
        <a:cs typeface="+mn-cs"/>
      </a:defRPr>
    </a:lvl2pPr>
    <a:lvl3pPr marL="914400" algn="l" rtl="0" eaLnBrk="0" fontAlgn="base" hangingPunct="0">
      <a:spcBef>
        <a:spcPct val="30000"/>
      </a:spcBef>
      <a:spcAft>
        <a:spcPct val="0"/>
      </a:spcAft>
      <a:defRPr sz="1200" kern="1200">
        <a:solidFill>
          <a:schemeClr val="tx1"/>
        </a:solidFill>
        <a:latin typeface="Times New Roman" pitchFamily="-80" charset="0"/>
        <a:ea typeface="ＭＳ Ｐゴシック" pitchFamily="-80" charset="-128"/>
        <a:cs typeface="+mn-cs"/>
      </a:defRPr>
    </a:lvl3pPr>
    <a:lvl4pPr marL="1371600" algn="l" rtl="0" eaLnBrk="0" fontAlgn="base" hangingPunct="0">
      <a:spcBef>
        <a:spcPct val="30000"/>
      </a:spcBef>
      <a:spcAft>
        <a:spcPct val="0"/>
      </a:spcAft>
      <a:defRPr sz="1200" kern="1200">
        <a:solidFill>
          <a:schemeClr val="tx1"/>
        </a:solidFill>
        <a:latin typeface="Times New Roman" pitchFamily="-80" charset="0"/>
        <a:ea typeface="ＭＳ Ｐゴシック" pitchFamily="-80" charset="-128"/>
        <a:cs typeface="+mn-cs"/>
      </a:defRPr>
    </a:lvl4pPr>
    <a:lvl5pPr marL="1828800" algn="l" rtl="0" eaLnBrk="0" fontAlgn="base" hangingPunct="0">
      <a:spcBef>
        <a:spcPct val="30000"/>
      </a:spcBef>
      <a:spcAft>
        <a:spcPct val="0"/>
      </a:spcAft>
      <a:defRPr sz="1200" kern="1200">
        <a:solidFill>
          <a:schemeClr val="tx1"/>
        </a:solidFill>
        <a:latin typeface="Times New Roman" pitchFamily="-80" charset="0"/>
        <a:ea typeface="ＭＳ Ｐゴシック" pitchFamily="-80"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p:spPr>
        <p:txBody>
          <a:bodyPr/>
          <a:lstStyle/>
          <a:p>
            <a:fld id="{5FC45131-6512-4733-ACD4-489666CCA3A2}" type="slidenum">
              <a:rPr lang="en-US"/>
              <a:pPr/>
              <a:t>1</a:t>
            </a:fld>
            <a:endParaRPr lang="en-US"/>
          </a:p>
        </p:txBody>
      </p:sp>
      <p:sp>
        <p:nvSpPr>
          <p:cNvPr id="62467" name="Rectangle 2"/>
          <p:cNvSpPr>
            <a:spLocks noGrp="1" noRot="1" noChangeAspect="1" noChangeArrowheads="1" noTextEdit="1"/>
          </p:cNvSpPr>
          <p:nvPr>
            <p:ph type="sldImg"/>
          </p:nvPr>
        </p:nvSpPr>
        <p:spPr>
          <a:ln/>
        </p:spPr>
      </p:sp>
      <p:sp>
        <p:nvSpPr>
          <p:cNvPr id="62468" name="Rectangle 3"/>
          <p:cNvSpPr>
            <a:spLocks noGrp="1" noChangeArrowheads="1"/>
          </p:cNvSpPr>
          <p:nvPr>
            <p:ph type="body" idx="1"/>
          </p:nvPr>
        </p:nvSpPr>
        <p:spPr>
          <a:noFill/>
          <a:ln/>
        </p:spPr>
        <p:txBody>
          <a:bodyPr/>
          <a:lstStyle/>
          <a:p>
            <a:pPr eaLnBrk="1" hangingPunct="1"/>
            <a:endParaRPr lang="fr-FR" smtClean="0">
              <a:latin typeface="Times New Roman" pitchFamily="18" charset="0"/>
              <a:ea typeface="ＭＳ Ｐゴシック" pitchFamily="-112"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p:spPr>
        <p:txBody>
          <a:bodyPr/>
          <a:lstStyle/>
          <a:p>
            <a:fld id="{F21A1198-15EB-4D18-9C34-F9F5BB80E2D5}" type="slidenum">
              <a:rPr lang="en-US"/>
              <a:pPr/>
              <a:t>2</a:t>
            </a:fld>
            <a:endParaRPr lang="en-US"/>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noFill/>
          <a:ln/>
        </p:spPr>
        <p:txBody>
          <a:bodyPr/>
          <a:lstStyle/>
          <a:p>
            <a:pPr eaLnBrk="1" hangingPunct="1"/>
            <a:endParaRPr lang="fr-FR" smtClean="0">
              <a:latin typeface="Times New Roman" pitchFamily="18" charset="0"/>
              <a:ea typeface="ＭＳ Ｐゴシック" pitchFamily="-112" charset="-128"/>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p:spPr>
        <p:txBody>
          <a:bodyPr/>
          <a:lstStyle/>
          <a:p>
            <a:fld id="{17921897-0CC8-4F3D-9024-B752B3AD181E}" type="slidenum">
              <a:rPr lang="en-US"/>
              <a:pPr/>
              <a:t>3</a:t>
            </a:fld>
            <a:endParaRPr lang="en-US"/>
          </a:p>
        </p:txBody>
      </p:sp>
      <p:sp>
        <p:nvSpPr>
          <p:cNvPr id="64515" name="Rectangle 2"/>
          <p:cNvSpPr>
            <a:spLocks noGrp="1" noRot="1" noChangeAspect="1" noChangeArrowheads="1" noTextEdit="1"/>
          </p:cNvSpPr>
          <p:nvPr>
            <p:ph type="sldImg"/>
          </p:nvPr>
        </p:nvSpPr>
        <p:spPr>
          <a:ln/>
        </p:spPr>
      </p:sp>
      <p:sp>
        <p:nvSpPr>
          <p:cNvPr id="64516" name="Rectangle 3"/>
          <p:cNvSpPr>
            <a:spLocks noGrp="1" noChangeArrowheads="1"/>
          </p:cNvSpPr>
          <p:nvPr>
            <p:ph type="body" idx="1"/>
          </p:nvPr>
        </p:nvSpPr>
        <p:spPr>
          <a:noFill/>
          <a:ln/>
        </p:spPr>
        <p:txBody>
          <a:bodyPr/>
          <a:lstStyle/>
          <a:p>
            <a:pPr eaLnBrk="1" hangingPunct="1"/>
            <a:endParaRPr lang="fr-FR" smtClean="0">
              <a:latin typeface="Times New Roman" pitchFamily="18" charset="0"/>
              <a:ea typeface="ＭＳ Ｐゴシック" pitchFamily="-112" charset="-128"/>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p:spPr>
        <p:txBody>
          <a:bodyPr/>
          <a:lstStyle/>
          <a:p>
            <a:fld id="{76D41B6E-D118-43C5-9305-8EAA67C9153C}" type="slidenum">
              <a:rPr lang="en-US"/>
              <a:pPr/>
              <a:t>4</a:t>
            </a:fld>
            <a:endParaRPr lang="en-US"/>
          </a:p>
        </p:txBody>
      </p:sp>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noFill/>
          <a:ln/>
        </p:spPr>
        <p:txBody>
          <a:bodyPr/>
          <a:lstStyle/>
          <a:p>
            <a:pPr eaLnBrk="1" hangingPunct="1"/>
            <a:endParaRPr lang="fr-FR" smtClean="0">
              <a:latin typeface="Times New Roman" pitchFamily="18" charset="0"/>
              <a:ea typeface="ＭＳ Ｐゴシック" pitchFamily="-112" charset="-128"/>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p:spPr>
        <p:txBody>
          <a:bodyPr/>
          <a:lstStyle/>
          <a:p>
            <a:fld id="{2A6A902A-897E-48CE-BD94-2F6D1BF1915F}" type="slidenum">
              <a:rPr lang="en-US"/>
              <a:pPr/>
              <a:t>5</a:t>
            </a:fld>
            <a:endParaRPr lang="en-US"/>
          </a:p>
        </p:txBody>
      </p:sp>
      <p:sp>
        <p:nvSpPr>
          <p:cNvPr id="66563" name="Rectangle 2"/>
          <p:cNvSpPr>
            <a:spLocks noGrp="1" noRot="1" noChangeAspect="1" noChangeArrowheads="1" noTextEdit="1"/>
          </p:cNvSpPr>
          <p:nvPr>
            <p:ph type="sldImg"/>
          </p:nvPr>
        </p:nvSpPr>
        <p:spPr>
          <a:ln/>
        </p:spPr>
      </p:sp>
      <p:sp>
        <p:nvSpPr>
          <p:cNvPr id="66564" name="Rectangle 3"/>
          <p:cNvSpPr>
            <a:spLocks noGrp="1" noChangeArrowheads="1"/>
          </p:cNvSpPr>
          <p:nvPr>
            <p:ph type="body" idx="1"/>
          </p:nvPr>
        </p:nvSpPr>
        <p:spPr>
          <a:noFill/>
          <a:ln/>
        </p:spPr>
        <p:txBody>
          <a:bodyPr/>
          <a:lstStyle/>
          <a:p>
            <a:pPr eaLnBrk="1" hangingPunct="1"/>
            <a:endParaRPr lang="fr-FR" smtClean="0">
              <a:latin typeface="Times New Roman" pitchFamily="18" charset="0"/>
              <a:ea typeface="ＭＳ Ｐゴシック" pitchFamily="-112" charset="-128"/>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p:spPr>
        <p:txBody>
          <a:bodyPr/>
          <a:lstStyle/>
          <a:p>
            <a:fld id="{C17359CE-D6F3-44DA-9160-1E765A1B4B2A}" type="slidenum">
              <a:rPr lang="en-US"/>
              <a:pPr/>
              <a:t>6</a:t>
            </a:fld>
            <a:endParaRPr lang="en-US"/>
          </a:p>
        </p:txBody>
      </p:sp>
      <p:sp>
        <p:nvSpPr>
          <p:cNvPr id="67587" name="Rectangle 2"/>
          <p:cNvSpPr>
            <a:spLocks noGrp="1" noRot="1" noChangeAspect="1" noChangeArrowheads="1" noTextEdit="1"/>
          </p:cNvSpPr>
          <p:nvPr>
            <p:ph type="sldImg"/>
          </p:nvPr>
        </p:nvSpPr>
        <p:spPr>
          <a:ln/>
        </p:spPr>
      </p:sp>
      <p:sp>
        <p:nvSpPr>
          <p:cNvPr id="67588" name="Rectangle 3"/>
          <p:cNvSpPr>
            <a:spLocks noGrp="1" noChangeArrowheads="1"/>
          </p:cNvSpPr>
          <p:nvPr>
            <p:ph type="body" idx="1"/>
          </p:nvPr>
        </p:nvSpPr>
        <p:spPr>
          <a:noFill/>
          <a:ln/>
        </p:spPr>
        <p:txBody>
          <a:bodyPr/>
          <a:lstStyle/>
          <a:p>
            <a:pPr eaLnBrk="1" hangingPunct="1"/>
            <a:endParaRPr lang="fr-FR" smtClean="0">
              <a:latin typeface="Times New Roman" pitchFamily="18" charset="0"/>
              <a:ea typeface="ＭＳ Ｐゴシック" pitchFamily="-112" charset="-128"/>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p:spPr>
        <p:txBody>
          <a:bodyPr/>
          <a:lstStyle/>
          <a:p>
            <a:fld id="{2711B2EA-7A30-43D0-B779-AF2056FA54CD}" type="slidenum">
              <a:rPr lang="en-US"/>
              <a:pPr/>
              <a:t>7</a:t>
            </a:fld>
            <a:endParaRPr lang="en-US"/>
          </a:p>
        </p:txBody>
      </p:sp>
      <p:sp>
        <p:nvSpPr>
          <p:cNvPr id="68611" name="Rectangle 2"/>
          <p:cNvSpPr>
            <a:spLocks noGrp="1" noRot="1" noChangeAspect="1" noChangeArrowheads="1" noTextEdit="1"/>
          </p:cNvSpPr>
          <p:nvPr>
            <p:ph type="sldImg"/>
          </p:nvPr>
        </p:nvSpPr>
        <p:spPr>
          <a:ln/>
        </p:spPr>
      </p:sp>
      <p:sp>
        <p:nvSpPr>
          <p:cNvPr id="68612" name="Rectangle 3"/>
          <p:cNvSpPr>
            <a:spLocks noGrp="1" noChangeArrowheads="1"/>
          </p:cNvSpPr>
          <p:nvPr>
            <p:ph type="body" idx="1"/>
          </p:nvPr>
        </p:nvSpPr>
        <p:spPr>
          <a:noFill/>
          <a:ln/>
        </p:spPr>
        <p:txBody>
          <a:bodyPr/>
          <a:lstStyle/>
          <a:p>
            <a:pPr eaLnBrk="1" hangingPunct="1"/>
            <a:endParaRPr lang="fr-FR" smtClean="0">
              <a:latin typeface="Times New Roman" pitchFamily="18" charset="0"/>
              <a:ea typeface="ＭＳ Ｐゴシック" pitchFamily="-112" charset="-128"/>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p:spPr>
        <p:txBody>
          <a:bodyPr/>
          <a:lstStyle/>
          <a:p>
            <a:fld id="{F5EEA35E-A249-4099-9321-7EB6699708E1}" type="slidenum">
              <a:rPr lang="en-US"/>
              <a:pPr/>
              <a:t>8</a:t>
            </a:fld>
            <a:endParaRPr lang="en-US"/>
          </a:p>
        </p:txBody>
      </p:sp>
      <p:sp>
        <p:nvSpPr>
          <p:cNvPr id="69635" name="Rectangle 2"/>
          <p:cNvSpPr>
            <a:spLocks noGrp="1" noRot="1" noChangeAspect="1" noChangeArrowheads="1" noTextEdit="1"/>
          </p:cNvSpPr>
          <p:nvPr>
            <p:ph type="sldImg"/>
          </p:nvPr>
        </p:nvSpPr>
        <p:spPr>
          <a:ln/>
        </p:spPr>
      </p:sp>
      <p:sp>
        <p:nvSpPr>
          <p:cNvPr id="69636" name="Rectangle 3"/>
          <p:cNvSpPr>
            <a:spLocks noGrp="1" noChangeArrowheads="1"/>
          </p:cNvSpPr>
          <p:nvPr>
            <p:ph type="body" idx="1"/>
          </p:nvPr>
        </p:nvSpPr>
        <p:spPr>
          <a:noFill/>
          <a:ln/>
        </p:spPr>
        <p:txBody>
          <a:bodyPr/>
          <a:lstStyle/>
          <a:p>
            <a:pPr eaLnBrk="1" hangingPunct="1"/>
            <a:endParaRPr lang="fr-FR" smtClean="0">
              <a:latin typeface="Times New Roman" pitchFamily="18" charset="0"/>
              <a:ea typeface="ＭＳ Ｐゴシック" pitchFamily="-112" charset="-128"/>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p:spPr>
        <p:txBody>
          <a:bodyPr/>
          <a:lstStyle/>
          <a:p>
            <a:fld id="{EA6AA176-F165-4308-B428-1FF4A4DBD9B0}" type="slidenum">
              <a:rPr lang="en-US"/>
              <a:pPr/>
              <a:t>9</a:t>
            </a:fld>
            <a:endParaRPr lang="en-US"/>
          </a:p>
        </p:txBody>
      </p:sp>
      <p:sp>
        <p:nvSpPr>
          <p:cNvPr id="70659" name="Rectangle 2"/>
          <p:cNvSpPr>
            <a:spLocks noGrp="1" noRot="1" noChangeAspect="1" noChangeArrowheads="1" noTextEdit="1"/>
          </p:cNvSpPr>
          <p:nvPr>
            <p:ph type="sldImg"/>
          </p:nvPr>
        </p:nvSpPr>
        <p:spPr>
          <a:ln/>
        </p:spPr>
      </p:sp>
      <p:sp>
        <p:nvSpPr>
          <p:cNvPr id="70660" name="Rectangle 3"/>
          <p:cNvSpPr>
            <a:spLocks noGrp="1" noChangeArrowheads="1"/>
          </p:cNvSpPr>
          <p:nvPr>
            <p:ph type="body" idx="1"/>
          </p:nvPr>
        </p:nvSpPr>
        <p:spPr>
          <a:noFill/>
          <a:ln/>
        </p:spPr>
        <p:txBody>
          <a:bodyPr/>
          <a:lstStyle/>
          <a:p>
            <a:pPr eaLnBrk="1" hangingPunct="1"/>
            <a:endParaRPr lang="fr-FR" smtClean="0">
              <a:latin typeface="Times New Roman" pitchFamily="18" charset="0"/>
              <a:ea typeface="ＭＳ Ｐゴシック" pitchFamily="-112" charset="-128"/>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p:spPr>
        <p:txBody>
          <a:bodyPr/>
          <a:lstStyle/>
          <a:p>
            <a:fld id="{8D83C8F0-3E74-4CCD-9C58-4387C69DA532}" type="slidenum">
              <a:rPr lang="en-US"/>
              <a:pPr/>
              <a:t>10</a:t>
            </a:fld>
            <a:endParaRPr lang="en-US"/>
          </a:p>
        </p:txBody>
      </p:sp>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a:noFill/>
          <a:ln/>
        </p:spPr>
        <p:txBody>
          <a:bodyPr/>
          <a:lstStyle/>
          <a:p>
            <a:pPr eaLnBrk="1" hangingPunct="1"/>
            <a:endParaRPr lang="fr-FR" smtClean="0">
              <a:latin typeface="Times New Roman" pitchFamily="18" charset="0"/>
              <a:ea typeface="ＭＳ Ｐゴシック" pitchFamily="-112" charset="-128"/>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p:spPr>
        <p:txBody>
          <a:bodyPr/>
          <a:lstStyle/>
          <a:p>
            <a:fld id="{84EAE0BB-3895-46AD-869E-4D7F901F7849}" type="slidenum">
              <a:rPr lang="en-US"/>
              <a:pPr/>
              <a:t>11</a:t>
            </a:fld>
            <a:endParaRPr lang="en-US"/>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noFill/>
          <a:ln/>
        </p:spPr>
        <p:txBody>
          <a:bodyPr/>
          <a:lstStyle/>
          <a:p>
            <a:pPr eaLnBrk="1" hangingPunct="1"/>
            <a:endParaRPr lang="fr-FR" smtClean="0">
              <a:latin typeface="Times New Roman" pitchFamily="18" charset="0"/>
              <a:ea typeface="ＭＳ Ｐゴシック" pitchFamily="-112" charset="-128"/>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p:spPr>
        <p:txBody>
          <a:bodyPr/>
          <a:lstStyle/>
          <a:p>
            <a:fld id="{CAB37BB3-1778-43BF-A327-C2D8D10C18B1}" type="slidenum">
              <a:rPr lang="en-US"/>
              <a:pPr/>
              <a:t>12</a:t>
            </a:fld>
            <a:endParaRPr lang="en-US"/>
          </a:p>
        </p:txBody>
      </p:sp>
      <p:sp>
        <p:nvSpPr>
          <p:cNvPr id="73731" name="Rectangle 2"/>
          <p:cNvSpPr>
            <a:spLocks noGrp="1" noRot="1" noChangeAspect="1" noChangeArrowheads="1" noTextEdit="1"/>
          </p:cNvSpPr>
          <p:nvPr>
            <p:ph type="sldImg"/>
          </p:nvPr>
        </p:nvSpPr>
        <p:spPr>
          <a:ln/>
        </p:spPr>
      </p:sp>
      <p:sp>
        <p:nvSpPr>
          <p:cNvPr id="73732" name="Rectangle 3"/>
          <p:cNvSpPr>
            <a:spLocks noGrp="1" noChangeArrowheads="1"/>
          </p:cNvSpPr>
          <p:nvPr>
            <p:ph type="body" idx="1"/>
          </p:nvPr>
        </p:nvSpPr>
        <p:spPr>
          <a:noFill/>
          <a:ln/>
        </p:spPr>
        <p:txBody>
          <a:bodyPr/>
          <a:lstStyle/>
          <a:p>
            <a:pPr eaLnBrk="1" hangingPunct="1"/>
            <a:endParaRPr lang="fr-FR" smtClean="0">
              <a:latin typeface="Times New Roman" pitchFamily="18" charset="0"/>
              <a:ea typeface="ＭＳ Ｐゴシック" pitchFamily="-112" charset="-128"/>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p:spPr>
        <p:txBody>
          <a:bodyPr/>
          <a:lstStyle/>
          <a:p>
            <a:fld id="{1F6B6773-ECEA-4D5D-ADE5-54BEC5346D1F}" type="slidenum">
              <a:rPr lang="en-US"/>
              <a:pPr/>
              <a:t>13</a:t>
            </a:fld>
            <a:endParaRPr lang="en-US"/>
          </a:p>
        </p:txBody>
      </p:sp>
      <p:sp>
        <p:nvSpPr>
          <p:cNvPr id="74755" name="Rectangle 2"/>
          <p:cNvSpPr>
            <a:spLocks noGrp="1" noRot="1" noChangeAspect="1" noChangeArrowheads="1" noTextEdit="1"/>
          </p:cNvSpPr>
          <p:nvPr>
            <p:ph type="sldImg"/>
          </p:nvPr>
        </p:nvSpPr>
        <p:spPr>
          <a:ln/>
        </p:spPr>
      </p:sp>
      <p:sp>
        <p:nvSpPr>
          <p:cNvPr id="74756" name="Rectangle 3"/>
          <p:cNvSpPr>
            <a:spLocks noGrp="1" noChangeArrowheads="1"/>
          </p:cNvSpPr>
          <p:nvPr>
            <p:ph type="body" idx="1"/>
          </p:nvPr>
        </p:nvSpPr>
        <p:spPr>
          <a:noFill/>
          <a:ln/>
        </p:spPr>
        <p:txBody>
          <a:bodyPr/>
          <a:lstStyle/>
          <a:p>
            <a:pPr eaLnBrk="1" hangingPunct="1"/>
            <a:endParaRPr lang="fr-FR" smtClean="0">
              <a:latin typeface="Times New Roman" pitchFamily="18" charset="0"/>
              <a:ea typeface="ＭＳ Ｐゴシック" pitchFamily="-112" charset="-128"/>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p:spPr>
        <p:txBody>
          <a:bodyPr/>
          <a:lstStyle/>
          <a:p>
            <a:fld id="{57D0E2F0-3463-4AA1-B685-5E2B656362AA}" type="slidenum">
              <a:rPr lang="en-US"/>
              <a:pPr/>
              <a:t>14</a:t>
            </a:fld>
            <a:endParaRPr lang="en-US"/>
          </a:p>
        </p:txBody>
      </p:sp>
      <p:sp>
        <p:nvSpPr>
          <p:cNvPr id="75779"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nvPr>
        </p:nvSpPr>
        <p:spPr>
          <a:noFill/>
          <a:ln/>
        </p:spPr>
        <p:txBody>
          <a:bodyPr/>
          <a:lstStyle/>
          <a:p>
            <a:pPr eaLnBrk="1" hangingPunct="1"/>
            <a:endParaRPr lang="fr-FR" smtClean="0">
              <a:latin typeface="Times New Roman" pitchFamily="18" charset="0"/>
              <a:ea typeface="ＭＳ Ｐゴシック" pitchFamily="-112" charset="-128"/>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p:spPr>
        <p:txBody>
          <a:bodyPr/>
          <a:lstStyle/>
          <a:p>
            <a:fld id="{FE9F9756-2C79-47A5-9245-68547087B6B0}" type="slidenum">
              <a:rPr lang="en-US"/>
              <a:pPr/>
              <a:t>15</a:t>
            </a:fld>
            <a:endParaRPr lang="en-US"/>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ln/>
        </p:spPr>
        <p:txBody>
          <a:bodyPr/>
          <a:lstStyle/>
          <a:p>
            <a:pPr eaLnBrk="1" hangingPunct="1"/>
            <a:endParaRPr lang="fr-FR" smtClean="0">
              <a:latin typeface="Times New Roman" pitchFamily="18" charset="0"/>
              <a:ea typeface="ＭＳ Ｐゴシック" pitchFamily="-112" charset="-128"/>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p:spPr>
        <p:txBody>
          <a:bodyPr/>
          <a:lstStyle/>
          <a:p>
            <a:fld id="{A675F9F7-29B6-453D-9698-512B277079BC}" type="slidenum">
              <a:rPr lang="en-US"/>
              <a:pPr/>
              <a:t>16</a:t>
            </a:fld>
            <a:endParaRPr lang="en-US"/>
          </a:p>
        </p:txBody>
      </p:sp>
      <p:sp>
        <p:nvSpPr>
          <p:cNvPr id="77827" name="Rectangle 2"/>
          <p:cNvSpPr>
            <a:spLocks noGrp="1" noRot="1" noChangeAspect="1" noChangeArrowheads="1" noTextEdit="1"/>
          </p:cNvSpPr>
          <p:nvPr>
            <p:ph type="sldImg"/>
          </p:nvPr>
        </p:nvSpPr>
        <p:spPr>
          <a:ln/>
        </p:spPr>
      </p:sp>
      <p:sp>
        <p:nvSpPr>
          <p:cNvPr id="77828" name="Rectangle 3"/>
          <p:cNvSpPr>
            <a:spLocks noGrp="1" noChangeArrowheads="1"/>
          </p:cNvSpPr>
          <p:nvPr>
            <p:ph type="body" idx="1"/>
          </p:nvPr>
        </p:nvSpPr>
        <p:spPr>
          <a:noFill/>
          <a:ln/>
        </p:spPr>
        <p:txBody>
          <a:bodyPr/>
          <a:lstStyle/>
          <a:p>
            <a:pPr eaLnBrk="1" hangingPunct="1"/>
            <a:endParaRPr lang="fr-FR" smtClean="0">
              <a:latin typeface="Times New Roman" pitchFamily="18" charset="0"/>
              <a:ea typeface="ＭＳ Ｐゴシック" pitchFamily="-112" charset="-128"/>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p:spPr>
        <p:txBody>
          <a:bodyPr/>
          <a:lstStyle/>
          <a:p>
            <a:fld id="{AD0FC7FD-0B25-4411-BCAB-26ABD7D6E9A8}" type="slidenum">
              <a:rPr lang="en-US"/>
              <a:pPr/>
              <a:t>17</a:t>
            </a:fld>
            <a:endParaRPr lang="en-US"/>
          </a:p>
        </p:txBody>
      </p:sp>
      <p:sp>
        <p:nvSpPr>
          <p:cNvPr id="78851" name="Rectangle 2"/>
          <p:cNvSpPr>
            <a:spLocks noGrp="1" noRot="1" noChangeAspect="1" noChangeArrowheads="1" noTextEdit="1"/>
          </p:cNvSpPr>
          <p:nvPr>
            <p:ph type="sldImg"/>
          </p:nvPr>
        </p:nvSpPr>
        <p:spPr>
          <a:ln/>
        </p:spPr>
      </p:sp>
      <p:sp>
        <p:nvSpPr>
          <p:cNvPr id="78852" name="Rectangle 3"/>
          <p:cNvSpPr>
            <a:spLocks noGrp="1" noChangeArrowheads="1"/>
          </p:cNvSpPr>
          <p:nvPr>
            <p:ph type="body" idx="1"/>
          </p:nvPr>
        </p:nvSpPr>
        <p:spPr>
          <a:noFill/>
          <a:ln/>
        </p:spPr>
        <p:txBody>
          <a:bodyPr/>
          <a:lstStyle/>
          <a:p>
            <a:pPr eaLnBrk="1" hangingPunct="1"/>
            <a:endParaRPr lang="fr-FR" smtClean="0">
              <a:latin typeface="Times New Roman" pitchFamily="18" charset="0"/>
              <a:ea typeface="ＭＳ Ｐゴシック" pitchFamily="-112" charset="-128"/>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p:spPr>
        <p:txBody>
          <a:bodyPr/>
          <a:lstStyle/>
          <a:p>
            <a:fld id="{EC495C2E-CAC5-4BE5-B614-04EEB37E234F}" type="slidenum">
              <a:rPr lang="en-US"/>
              <a:pPr/>
              <a:t>18</a:t>
            </a:fld>
            <a:endParaRPr lang="en-US"/>
          </a:p>
        </p:txBody>
      </p:sp>
      <p:sp>
        <p:nvSpPr>
          <p:cNvPr id="79875" name="Rectangle 2"/>
          <p:cNvSpPr>
            <a:spLocks noGrp="1" noRot="1" noChangeAspect="1" noChangeArrowheads="1" noTextEdit="1"/>
          </p:cNvSpPr>
          <p:nvPr>
            <p:ph type="sldImg"/>
          </p:nvPr>
        </p:nvSpPr>
        <p:spPr>
          <a:ln/>
        </p:spPr>
      </p:sp>
      <p:sp>
        <p:nvSpPr>
          <p:cNvPr id="79876" name="Rectangle 3"/>
          <p:cNvSpPr>
            <a:spLocks noGrp="1" noChangeArrowheads="1"/>
          </p:cNvSpPr>
          <p:nvPr>
            <p:ph type="body" idx="1"/>
          </p:nvPr>
        </p:nvSpPr>
        <p:spPr>
          <a:noFill/>
          <a:ln/>
        </p:spPr>
        <p:txBody>
          <a:bodyPr/>
          <a:lstStyle/>
          <a:p>
            <a:pPr eaLnBrk="1" hangingPunct="1"/>
            <a:endParaRPr lang="fr-FR" smtClean="0">
              <a:latin typeface="Times New Roman" pitchFamily="18" charset="0"/>
              <a:ea typeface="ＭＳ Ｐゴシック" pitchFamily="-112" charset="-128"/>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p:spPr>
        <p:txBody>
          <a:bodyPr/>
          <a:lstStyle/>
          <a:p>
            <a:fld id="{55882C11-EF81-4DAD-B795-22C340317201}" type="slidenum">
              <a:rPr lang="en-US"/>
              <a:pPr/>
              <a:t>19</a:t>
            </a:fld>
            <a:endParaRPr lang="en-US"/>
          </a:p>
        </p:txBody>
      </p:sp>
      <p:sp>
        <p:nvSpPr>
          <p:cNvPr id="80899" name="Rectangle 2"/>
          <p:cNvSpPr>
            <a:spLocks noGrp="1" noRot="1" noChangeAspect="1" noChangeArrowheads="1" noTextEdit="1"/>
          </p:cNvSpPr>
          <p:nvPr>
            <p:ph type="sldImg"/>
          </p:nvPr>
        </p:nvSpPr>
        <p:spPr>
          <a:ln/>
        </p:spPr>
      </p:sp>
      <p:sp>
        <p:nvSpPr>
          <p:cNvPr id="80900" name="Rectangle 3"/>
          <p:cNvSpPr>
            <a:spLocks noGrp="1" noChangeArrowheads="1"/>
          </p:cNvSpPr>
          <p:nvPr>
            <p:ph type="body" idx="1"/>
          </p:nvPr>
        </p:nvSpPr>
        <p:spPr>
          <a:noFill/>
          <a:ln/>
        </p:spPr>
        <p:txBody>
          <a:bodyPr/>
          <a:lstStyle/>
          <a:p>
            <a:pPr eaLnBrk="1" hangingPunct="1"/>
            <a:endParaRPr lang="fr-FR" smtClean="0">
              <a:latin typeface="Times New Roman" pitchFamily="18" charset="0"/>
              <a:ea typeface="ＭＳ Ｐゴシック" pitchFamily="-112" charset="-128"/>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p:spPr>
        <p:txBody>
          <a:bodyPr/>
          <a:lstStyle/>
          <a:p>
            <a:fld id="{B9C4EA22-FFD7-4AB1-90B4-38024B243266}" type="slidenum">
              <a:rPr lang="en-US"/>
              <a:pPr/>
              <a:t>20</a:t>
            </a:fld>
            <a:endParaRPr lang="en-US"/>
          </a:p>
        </p:txBody>
      </p:sp>
      <p:sp>
        <p:nvSpPr>
          <p:cNvPr id="81923" name="Rectangle 2"/>
          <p:cNvSpPr>
            <a:spLocks noGrp="1" noRot="1" noChangeAspect="1" noChangeArrowheads="1" noTextEdit="1"/>
          </p:cNvSpPr>
          <p:nvPr>
            <p:ph type="sldImg"/>
          </p:nvPr>
        </p:nvSpPr>
        <p:spPr>
          <a:ln/>
        </p:spPr>
      </p:sp>
      <p:sp>
        <p:nvSpPr>
          <p:cNvPr id="81924" name="Rectangle 3"/>
          <p:cNvSpPr>
            <a:spLocks noGrp="1" noChangeArrowheads="1"/>
          </p:cNvSpPr>
          <p:nvPr>
            <p:ph type="body" idx="1"/>
          </p:nvPr>
        </p:nvSpPr>
        <p:spPr>
          <a:noFill/>
          <a:ln/>
        </p:spPr>
        <p:txBody>
          <a:bodyPr/>
          <a:lstStyle/>
          <a:p>
            <a:pPr eaLnBrk="1" hangingPunct="1"/>
            <a:endParaRPr lang="fr-FR" smtClean="0">
              <a:latin typeface="Times New Roman" pitchFamily="18" charset="0"/>
              <a:ea typeface="ＭＳ Ｐゴシック" pitchFamily="-112" charset="-128"/>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p:spPr>
        <p:txBody>
          <a:bodyPr/>
          <a:lstStyle/>
          <a:p>
            <a:fld id="{53763C15-34E1-42DA-88ED-CDCF82B243A4}" type="slidenum">
              <a:rPr lang="en-US"/>
              <a:pPr/>
              <a:t>21</a:t>
            </a:fld>
            <a:endParaRPr lang="en-US"/>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fr-FR" smtClean="0">
              <a:latin typeface="Times New Roman" pitchFamily="18" charset="0"/>
              <a:ea typeface="ＭＳ Ｐゴシック" pitchFamily="-112" charset="-128"/>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p:spPr>
        <p:txBody>
          <a:bodyPr/>
          <a:lstStyle/>
          <a:p>
            <a:fld id="{652BE7F4-A3EC-4DFE-965F-3BCF69B3C810}" type="slidenum">
              <a:rPr lang="en-US"/>
              <a:pPr/>
              <a:t>22</a:t>
            </a:fld>
            <a:endParaRPr lang="en-US"/>
          </a:p>
        </p:txBody>
      </p:sp>
      <p:sp>
        <p:nvSpPr>
          <p:cNvPr id="83971" name="Rectangle 2"/>
          <p:cNvSpPr>
            <a:spLocks noGrp="1" noRot="1" noChangeAspect="1" noChangeArrowheads="1" noTextEdit="1"/>
          </p:cNvSpPr>
          <p:nvPr>
            <p:ph type="sldImg"/>
          </p:nvPr>
        </p:nvSpPr>
        <p:spPr>
          <a:ln/>
        </p:spPr>
      </p:sp>
      <p:sp>
        <p:nvSpPr>
          <p:cNvPr id="83972" name="Rectangle 3"/>
          <p:cNvSpPr>
            <a:spLocks noGrp="1" noChangeArrowheads="1"/>
          </p:cNvSpPr>
          <p:nvPr>
            <p:ph type="body" idx="1"/>
          </p:nvPr>
        </p:nvSpPr>
        <p:spPr>
          <a:noFill/>
          <a:ln/>
        </p:spPr>
        <p:txBody>
          <a:bodyPr/>
          <a:lstStyle/>
          <a:p>
            <a:pPr eaLnBrk="1" hangingPunct="1"/>
            <a:endParaRPr lang="fr-FR" smtClean="0">
              <a:latin typeface="Times New Roman" pitchFamily="18" charset="0"/>
              <a:ea typeface="ＭＳ Ｐゴシック" pitchFamily="-112" charset="-128"/>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p:spPr>
        <p:txBody>
          <a:bodyPr/>
          <a:lstStyle/>
          <a:p>
            <a:fld id="{07FDB3C8-1FA1-470D-8954-BFB6C34E132C}" type="slidenum">
              <a:rPr lang="en-US"/>
              <a:pPr/>
              <a:t>23</a:t>
            </a:fld>
            <a:endParaRPr lang="en-US"/>
          </a:p>
        </p:txBody>
      </p:sp>
      <p:sp>
        <p:nvSpPr>
          <p:cNvPr id="84995" name="Rectangle 2"/>
          <p:cNvSpPr>
            <a:spLocks noGrp="1" noRot="1" noChangeAspect="1" noChangeArrowheads="1" noTextEdit="1"/>
          </p:cNvSpPr>
          <p:nvPr>
            <p:ph type="sldImg"/>
          </p:nvPr>
        </p:nvSpPr>
        <p:spPr>
          <a:ln/>
        </p:spPr>
      </p:sp>
      <p:sp>
        <p:nvSpPr>
          <p:cNvPr id="84996" name="Rectangle 3"/>
          <p:cNvSpPr>
            <a:spLocks noGrp="1" noChangeArrowheads="1"/>
          </p:cNvSpPr>
          <p:nvPr>
            <p:ph type="body" idx="1"/>
          </p:nvPr>
        </p:nvSpPr>
        <p:spPr>
          <a:noFill/>
          <a:ln/>
        </p:spPr>
        <p:txBody>
          <a:bodyPr/>
          <a:lstStyle/>
          <a:p>
            <a:pPr eaLnBrk="1" hangingPunct="1"/>
            <a:endParaRPr lang="fr-FR" smtClean="0">
              <a:latin typeface="Times New Roman" pitchFamily="18" charset="0"/>
              <a:ea typeface="ＭＳ Ｐゴシック" pitchFamily="-112" charset="-128"/>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p:spPr>
        <p:txBody>
          <a:bodyPr/>
          <a:lstStyle/>
          <a:p>
            <a:fld id="{4CB8B158-507C-47AE-963C-66AE5F399F27}" type="slidenum">
              <a:rPr lang="en-US"/>
              <a:pPr/>
              <a:t>24</a:t>
            </a:fld>
            <a:endParaRPr lang="en-US"/>
          </a:p>
        </p:txBody>
      </p:sp>
      <p:sp>
        <p:nvSpPr>
          <p:cNvPr id="86019" name="Rectangle 2"/>
          <p:cNvSpPr>
            <a:spLocks noGrp="1" noRot="1" noChangeAspect="1" noChangeArrowheads="1" noTextEdit="1"/>
          </p:cNvSpPr>
          <p:nvPr>
            <p:ph type="sldImg"/>
          </p:nvPr>
        </p:nvSpPr>
        <p:spPr>
          <a:ln/>
        </p:spPr>
      </p:sp>
      <p:sp>
        <p:nvSpPr>
          <p:cNvPr id="86020" name="Rectangle 3"/>
          <p:cNvSpPr>
            <a:spLocks noGrp="1" noChangeArrowheads="1"/>
          </p:cNvSpPr>
          <p:nvPr>
            <p:ph type="body" idx="1"/>
          </p:nvPr>
        </p:nvSpPr>
        <p:spPr>
          <a:noFill/>
          <a:ln/>
        </p:spPr>
        <p:txBody>
          <a:bodyPr/>
          <a:lstStyle/>
          <a:p>
            <a:pPr eaLnBrk="1" hangingPunct="1"/>
            <a:endParaRPr lang="fr-FR" smtClean="0">
              <a:latin typeface="Times New Roman" pitchFamily="18" charset="0"/>
              <a:ea typeface="ＭＳ Ｐゴシック" pitchFamily="-112" charset="-128"/>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p:spPr>
        <p:txBody>
          <a:bodyPr/>
          <a:lstStyle/>
          <a:p>
            <a:fld id="{CADD9B1C-762C-4C55-B1EB-53EA5A6A65F3}" type="slidenum">
              <a:rPr lang="en-US"/>
              <a:pPr/>
              <a:t>25</a:t>
            </a:fld>
            <a:endParaRPr lang="en-US"/>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p:spPr>
        <p:txBody>
          <a:bodyPr/>
          <a:lstStyle/>
          <a:p>
            <a:pPr eaLnBrk="1" hangingPunct="1"/>
            <a:endParaRPr lang="fr-FR" smtClean="0">
              <a:latin typeface="Times New Roman" pitchFamily="18" charset="0"/>
              <a:ea typeface="ＭＳ Ｐゴシック" pitchFamily="-112" charset="-128"/>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p:spPr>
        <p:txBody>
          <a:bodyPr/>
          <a:lstStyle/>
          <a:p>
            <a:fld id="{1941BC71-BFB8-4CCE-A829-BA95F03C52D5}" type="slidenum">
              <a:rPr lang="en-US"/>
              <a:pPr/>
              <a:t>26</a:t>
            </a:fld>
            <a:endParaRPr lang="en-US"/>
          </a:p>
        </p:txBody>
      </p:sp>
      <p:sp>
        <p:nvSpPr>
          <p:cNvPr id="88067" name="Rectangle 2"/>
          <p:cNvSpPr>
            <a:spLocks noGrp="1" noRot="1" noChangeAspect="1" noChangeArrowheads="1" noTextEdit="1"/>
          </p:cNvSpPr>
          <p:nvPr>
            <p:ph type="sldImg"/>
          </p:nvPr>
        </p:nvSpPr>
        <p:spPr>
          <a:ln/>
        </p:spPr>
      </p:sp>
      <p:sp>
        <p:nvSpPr>
          <p:cNvPr id="88068" name="Rectangle 3"/>
          <p:cNvSpPr>
            <a:spLocks noGrp="1" noChangeArrowheads="1"/>
          </p:cNvSpPr>
          <p:nvPr>
            <p:ph type="body" idx="1"/>
          </p:nvPr>
        </p:nvSpPr>
        <p:spPr>
          <a:noFill/>
          <a:ln/>
        </p:spPr>
        <p:txBody>
          <a:bodyPr/>
          <a:lstStyle/>
          <a:p>
            <a:pPr eaLnBrk="1" hangingPunct="1"/>
            <a:endParaRPr lang="fr-FR" smtClean="0">
              <a:latin typeface="Times New Roman" pitchFamily="18" charset="0"/>
              <a:ea typeface="ＭＳ Ｐゴシック" pitchFamily="-112" charset="-128"/>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p:spPr>
        <p:txBody>
          <a:bodyPr/>
          <a:lstStyle/>
          <a:p>
            <a:fld id="{727D1C22-3BC1-4C81-8AA6-95DE28ECF475}" type="slidenum">
              <a:rPr lang="en-US"/>
              <a:pPr/>
              <a:t>27</a:t>
            </a:fld>
            <a:endParaRPr lang="en-US"/>
          </a:p>
        </p:txBody>
      </p:sp>
      <p:sp>
        <p:nvSpPr>
          <p:cNvPr id="89091" name="Rectangle 2"/>
          <p:cNvSpPr>
            <a:spLocks noGrp="1" noRot="1" noChangeAspect="1" noChangeArrowheads="1" noTextEdit="1"/>
          </p:cNvSpPr>
          <p:nvPr>
            <p:ph type="sldImg"/>
          </p:nvPr>
        </p:nvSpPr>
        <p:spPr>
          <a:ln/>
        </p:spPr>
      </p:sp>
      <p:sp>
        <p:nvSpPr>
          <p:cNvPr id="89092" name="Rectangle 3"/>
          <p:cNvSpPr>
            <a:spLocks noGrp="1" noChangeArrowheads="1"/>
          </p:cNvSpPr>
          <p:nvPr>
            <p:ph type="body" idx="1"/>
          </p:nvPr>
        </p:nvSpPr>
        <p:spPr>
          <a:noFill/>
          <a:ln/>
        </p:spPr>
        <p:txBody>
          <a:bodyPr/>
          <a:lstStyle/>
          <a:p>
            <a:pPr eaLnBrk="1" hangingPunct="1"/>
            <a:endParaRPr lang="fr-FR" smtClean="0">
              <a:latin typeface="Times New Roman" pitchFamily="18" charset="0"/>
              <a:ea typeface="ＭＳ Ｐゴシック" pitchFamily="-112" charset="-128"/>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p:spPr>
        <p:txBody>
          <a:bodyPr/>
          <a:lstStyle/>
          <a:p>
            <a:fld id="{1EC5D31E-E231-4516-8208-601F21A95411}" type="slidenum">
              <a:rPr lang="en-US"/>
              <a:pPr/>
              <a:t>28</a:t>
            </a:fld>
            <a:endParaRPr lang="en-US"/>
          </a:p>
        </p:txBody>
      </p:sp>
      <p:sp>
        <p:nvSpPr>
          <p:cNvPr id="90115" name="Rectangle 2"/>
          <p:cNvSpPr>
            <a:spLocks noGrp="1" noRot="1" noChangeAspect="1" noChangeArrowheads="1" noTextEdit="1"/>
          </p:cNvSpPr>
          <p:nvPr>
            <p:ph type="sldImg"/>
          </p:nvPr>
        </p:nvSpPr>
        <p:spPr>
          <a:ln/>
        </p:spPr>
      </p:sp>
      <p:sp>
        <p:nvSpPr>
          <p:cNvPr id="90116" name="Rectangle 3"/>
          <p:cNvSpPr>
            <a:spLocks noGrp="1" noChangeArrowheads="1"/>
          </p:cNvSpPr>
          <p:nvPr>
            <p:ph type="body" idx="1"/>
          </p:nvPr>
        </p:nvSpPr>
        <p:spPr>
          <a:noFill/>
          <a:ln/>
        </p:spPr>
        <p:txBody>
          <a:bodyPr/>
          <a:lstStyle/>
          <a:p>
            <a:pPr eaLnBrk="1" hangingPunct="1"/>
            <a:endParaRPr lang="fr-FR" smtClean="0">
              <a:latin typeface="Times New Roman" pitchFamily="18" charset="0"/>
              <a:ea typeface="ＭＳ Ｐゴシック" pitchFamily="-112" charset="-128"/>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p:spPr>
        <p:txBody>
          <a:bodyPr/>
          <a:lstStyle/>
          <a:p>
            <a:fld id="{92CAC0B2-2D95-4928-B877-FD3392F8E558}" type="slidenum">
              <a:rPr lang="en-US"/>
              <a:pPr/>
              <a:t>29</a:t>
            </a:fld>
            <a:endParaRPr lang="en-US"/>
          </a:p>
        </p:txBody>
      </p:sp>
      <p:sp>
        <p:nvSpPr>
          <p:cNvPr id="91139" name="Rectangle 2"/>
          <p:cNvSpPr>
            <a:spLocks noGrp="1" noRot="1" noChangeAspect="1" noChangeArrowheads="1" noTextEdit="1"/>
          </p:cNvSpPr>
          <p:nvPr>
            <p:ph type="sldImg"/>
          </p:nvPr>
        </p:nvSpPr>
        <p:spPr>
          <a:ln/>
        </p:spPr>
      </p:sp>
      <p:sp>
        <p:nvSpPr>
          <p:cNvPr id="91140" name="Rectangle 3"/>
          <p:cNvSpPr>
            <a:spLocks noGrp="1" noChangeArrowheads="1"/>
          </p:cNvSpPr>
          <p:nvPr>
            <p:ph type="body" idx="1"/>
          </p:nvPr>
        </p:nvSpPr>
        <p:spPr>
          <a:noFill/>
          <a:ln/>
        </p:spPr>
        <p:txBody>
          <a:bodyPr/>
          <a:lstStyle/>
          <a:p>
            <a:pPr eaLnBrk="1" hangingPunct="1"/>
            <a:endParaRPr lang="fr-FR" smtClean="0">
              <a:latin typeface="Times New Roman" pitchFamily="18" charset="0"/>
              <a:ea typeface="ＭＳ Ｐゴシック" pitchFamily="-112" charset="-128"/>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p:spPr>
        <p:txBody>
          <a:bodyPr/>
          <a:lstStyle/>
          <a:p>
            <a:fld id="{903F9108-6CFD-440E-A73F-802FA13B5949}" type="slidenum">
              <a:rPr lang="en-US"/>
              <a:pPr/>
              <a:t>30</a:t>
            </a:fld>
            <a:endParaRPr lang="en-US"/>
          </a:p>
        </p:txBody>
      </p:sp>
      <p:sp>
        <p:nvSpPr>
          <p:cNvPr id="92163" name="Rectangle 2"/>
          <p:cNvSpPr>
            <a:spLocks noGrp="1" noRot="1" noChangeAspect="1" noChangeArrowheads="1" noTextEdit="1"/>
          </p:cNvSpPr>
          <p:nvPr>
            <p:ph type="sldImg"/>
          </p:nvPr>
        </p:nvSpPr>
        <p:spPr>
          <a:ln/>
        </p:spPr>
      </p:sp>
      <p:sp>
        <p:nvSpPr>
          <p:cNvPr id="92164" name="Rectangle 3"/>
          <p:cNvSpPr>
            <a:spLocks noGrp="1" noChangeArrowheads="1"/>
          </p:cNvSpPr>
          <p:nvPr>
            <p:ph type="body" idx="1"/>
          </p:nvPr>
        </p:nvSpPr>
        <p:spPr>
          <a:noFill/>
          <a:ln/>
        </p:spPr>
        <p:txBody>
          <a:bodyPr/>
          <a:lstStyle/>
          <a:p>
            <a:pPr eaLnBrk="1" hangingPunct="1"/>
            <a:endParaRPr lang="fr-FR" smtClean="0">
              <a:latin typeface="Times New Roman" pitchFamily="18" charset="0"/>
              <a:ea typeface="ＭＳ Ｐゴシック" pitchFamily="-112" charset="-128"/>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p:spPr>
        <p:txBody>
          <a:bodyPr/>
          <a:lstStyle/>
          <a:p>
            <a:fld id="{B5204026-9EFE-4ACC-B81E-4EED3EF769C5}" type="slidenum">
              <a:rPr lang="en-US"/>
              <a:pPr/>
              <a:t>31</a:t>
            </a:fld>
            <a:endParaRPr lang="en-US"/>
          </a:p>
        </p:txBody>
      </p:sp>
      <p:sp>
        <p:nvSpPr>
          <p:cNvPr id="93187" name="Rectangle 2"/>
          <p:cNvSpPr>
            <a:spLocks noGrp="1" noRot="1" noChangeAspect="1" noChangeArrowheads="1" noTextEdit="1"/>
          </p:cNvSpPr>
          <p:nvPr>
            <p:ph type="sldImg"/>
          </p:nvPr>
        </p:nvSpPr>
        <p:spPr>
          <a:ln/>
        </p:spPr>
      </p:sp>
      <p:sp>
        <p:nvSpPr>
          <p:cNvPr id="93188" name="Rectangle 3"/>
          <p:cNvSpPr>
            <a:spLocks noGrp="1" noChangeArrowheads="1"/>
          </p:cNvSpPr>
          <p:nvPr>
            <p:ph type="body" idx="1"/>
          </p:nvPr>
        </p:nvSpPr>
        <p:spPr>
          <a:noFill/>
          <a:ln/>
        </p:spPr>
        <p:txBody>
          <a:bodyPr/>
          <a:lstStyle/>
          <a:p>
            <a:pPr eaLnBrk="1" hangingPunct="1"/>
            <a:endParaRPr lang="fr-FR" smtClean="0">
              <a:latin typeface="Times New Roman" pitchFamily="18" charset="0"/>
              <a:ea typeface="ＭＳ Ｐゴシック" pitchFamily="-112" charset="-128"/>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p:spPr>
        <p:txBody>
          <a:bodyPr/>
          <a:lstStyle/>
          <a:p>
            <a:fld id="{66C6113D-4072-44AE-B0AE-B209E426BE67}" type="slidenum">
              <a:rPr lang="en-US"/>
              <a:pPr/>
              <a:t>32</a:t>
            </a:fld>
            <a:endParaRPr lang="en-US"/>
          </a:p>
        </p:txBody>
      </p:sp>
      <p:sp>
        <p:nvSpPr>
          <p:cNvPr id="94211" name="Rectangle 2"/>
          <p:cNvSpPr>
            <a:spLocks noGrp="1" noRot="1" noChangeAspect="1" noChangeArrowheads="1" noTextEdit="1"/>
          </p:cNvSpPr>
          <p:nvPr>
            <p:ph type="sldImg"/>
          </p:nvPr>
        </p:nvSpPr>
        <p:spPr>
          <a:ln/>
        </p:spPr>
      </p:sp>
      <p:sp>
        <p:nvSpPr>
          <p:cNvPr id="94212" name="Rectangle 3"/>
          <p:cNvSpPr>
            <a:spLocks noGrp="1" noChangeArrowheads="1"/>
          </p:cNvSpPr>
          <p:nvPr>
            <p:ph type="body" idx="1"/>
          </p:nvPr>
        </p:nvSpPr>
        <p:spPr>
          <a:noFill/>
          <a:ln/>
        </p:spPr>
        <p:txBody>
          <a:bodyPr/>
          <a:lstStyle/>
          <a:p>
            <a:pPr eaLnBrk="1" hangingPunct="1"/>
            <a:endParaRPr lang="fr-FR" smtClean="0">
              <a:latin typeface="Times New Roman" pitchFamily="18" charset="0"/>
              <a:ea typeface="ＭＳ Ｐゴシック" pitchFamily="-112" charset="-128"/>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p:spPr>
        <p:txBody>
          <a:bodyPr/>
          <a:lstStyle/>
          <a:p>
            <a:fld id="{F7447BFE-C18D-4CF3-BB97-2B703AD15AB9}" type="slidenum">
              <a:rPr lang="en-US"/>
              <a:pPr/>
              <a:t>33</a:t>
            </a:fld>
            <a:endParaRPr lang="en-US"/>
          </a:p>
        </p:txBody>
      </p:sp>
      <p:sp>
        <p:nvSpPr>
          <p:cNvPr id="95235" name="Rectangle 2"/>
          <p:cNvSpPr>
            <a:spLocks noGrp="1" noRot="1" noChangeAspect="1" noChangeArrowheads="1" noTextEdit="1"/>
          </p:cNvSpPr>
          <p:nvPr>
            <p:ph type="sldImg"/>
          </p:nvPr>
        </p:nvSpPr>
        <p:spPr>
          <a:ln/>
        </p:spPr>
      </p:sp>
      <p:sp>
        <p:nvSpPr>
          <p:cNvPr id="95236" name="Rectangle 3"/>
          <p:cNvSpPr>
            <a:spLocks noGrp="1" noChangeArrowheads="1"/>
          </p:cNvSpPr>
          <p:nvPr>
            <p:ph type="body" idx="1"/>
          </p:nvPr>
        </p:nvSpPr>
        <p:spPr>
          <a:noFill/>
          <a:ln/>
        </p:spPr>
        <p:txBody>
          <a:bodyPr/>
          <a:lstStyle/>
          <a:p>
            <a:pPr eaLnBrk="1" hangingPunct="1"/>
            <a:endParaRPr lang="fr-FR" smtClean="0">
              <a:latin typeface="Times New Roman" pitchFamily="18" charset="0"/>
              <a:ea typeface="ＭＳ Ｐゴシック" pitchFamily="-112" charset="-128"/>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p:spPr>
        <p:txBody>
          <a:bodyPr/>
          <a:lstStyle/>
          <a:p>
            <a:fld id="{A875E091-819B-4F82-9EDA-10379FC04B18}" type="slidenum">
              <a:rPr lang="en-US"/>
              <a:pPr/>
              <a:t>34</a:t>
            </a:fld>
            <a:endParaRPr lang="en-US"/>
          </a:p>
        </p:txBody>
      </p:sp>
      <p:sp>
        <p:nvSpPr>
          <p:cNvPr id="96259" name="Rectangle 2"/>
          <p:cNvSpPr>
            <a:spLocks noGrp="1" noRot="1" noChangeAspect="1" noChangeArrowheads="1" noTextEdit="1"/>
          </p:cNvSpPr>
          <p:nvPr>
            <p:ph type="sldImg"/>
          </p:nvPr>
        </p:nvSpPr>
        <p:spPr>
          <a:ln/>
        </p:spPr>
      </p:sp>
      <p:sp>
        <p:nvSpPr>
          <p:cNvPr id="96260" name="Rectangle 3"/>
          <p:cNvSpPr>
            <a:spLocks noGrp="1" noChangeArrowheads="1"/>
          </p:cNvSpPr>
          <p:nvPr>
            <p:ph type="body" idx="1"/>
          </p:nvPr>
        </p:nvSpPr>
        <p:spPr>
          <a:noFill/>
          <a:ln/>
        </p:spPr>
        <p:txBody>
          <a:bodyPr/>
          <a:lstStyle/>
          <a:p>
            <a:pPr eaLnBrk="1" hangingPunct="1"/>
            <a:endParaRPr lang="fr-FR" smtClean="0">
              <a:latin typeface="Times New Roman" pitchFamily="18" charset="0"/>
              <a:ea typeface="ＭＳ Ｐゴシック" pitchFamily="-112" charset="-128"/>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p:spPr>
        <p:txBody>
          <a:bodyPr/>
          <a:lstStyle/>
          <a:p>
            <a:fld id="{0819D92E-A165-4968-9EA4-B94CB6F820ED}" type="slidenum">
              <a:rPr lang="en-US"/>
              <a:pPr/>
              <a:t>35</a:t>
            </a:fld>
            <a:endParaRPr lang="en-US"/>
          </a:p>
        </p:txBody>
      </p:sp>
      <p:sp>
        <p:nvSpPr>
          <p:cNvPr id="97283" name="Rectangle 2"/>
          <p:cNvSpPr>
            <a:spLocks noGrp="1" noRot="1" noChangeAspect="1" noChangeArrowheads="1" noTextEdit="1"/>
          </p:cNvSpPr>
          <p:nvPr>
            <p:ph type="sldImg"/>
          </p:nvPr>
        </p:nvSpPr>
        <p:spPr>
          <a:ln/>
        </p:spPr>
      </p:sp>
      <p:sp>
        <p:nvSpPr>
          <p:cNvPr id="97284" name="Rectangle 3"/>
          <p:cNvSpPr>
            <a:spLocks noGrp="1" noChangeArrowheads="1"/>
          </p:cNvSpPr>
          <p:nvPr>
            <p:ph type="body" idx="1"/>
          </p:nvPr>
        </p:nvSpPr>
        <p:spPr>
          <a:noFill/>
          <a:ln/>
        </p:spPr>
        <p:txBody>
          <a:bodyPr/>
          <a:lstStyle/>
          <a:p>
            <a:pPr eaLnBrk="1" hangingPunct="1"/>
            <a:endParaRPr lang="fr-FR" smtClean="0">
              <a:latin typeface="Times New Roman" pitchFamily="18" charset="0"/>
              <a:ea typeface="ＭＳ Ｐゴシック" pitchFamily="-112" charset="-128"/>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p:spPr>
        <p:txBody>
          <a:bodyPr/>
          <a:lstStyle/>
          <a:p>
            <a:fld id="{3DDFCB18-AECC-4623-9D3B-804931CA6482}" type="slidenum">
              <a:rPr lang="en-US"/>
              <a:pPr/>
              <a:t>36</a:t>
            </a:fld>
            <a:endParaRPr lang="en-US"/>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noFill/>
          <a:ln/>
        </p:spPr>
        <p:txBody>
          <a:bodyPr/>
          <a:lstStyle/>
          <a:p>
            <a:pPr eaLnBrk="1" hangingPunct="1"/>
            <a:endParaRPr lang="fr-FR" smtClean="0">
              <a:latin typeface="Times New Roman" pitchFamily="18" charset="0"/>
              <a:ea typeface="ＭＳ Ｐゴシック" pitchFamily="-112" charset="-128"/>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noFill/>
        </p:spPr>
        <p:txBody>
          <a:bodyPr/>
          <a:lstStyle/>
          <a:p>
            <a:fld id="{1812FFAF-21F1-410C-9D64-06817C944555}" type="slidenum">
              <a:rPr lang="en-US"/>
              <a:pPr/>
              <a:t>37</a:t>
            </a:fld>
            <a:endParaRPr lang="en-US"/>
          </a:p>
        </p:txBody>
      </p:sp>
      <p:sp>
        <p:nvSpPr>
          <p:cNvPr id="99331" name="Rectangle 2"/>
          <p:cNvSpPr>
            <a:spLocks noGrp="1" noRot="1" noChangeAspect="1" noChangeArrowheads="1" noTextEdit="1"/>
          </p:cNvSpPr>
          <p:nvPr>
            <p:ph type="sldImg"/>
          </p:nvPr>
        </p:nvSpPr>
        <p:spPr>
          <a:ln/>
        </p:spPr>
      </p:sp>
      <p:sp>
        <p:nvSpPr>
          <p:cNvPr id="99332" name="Rectangle 3"/>
          <p:cNvSpPr>
            <a:spLocks noGrp="1" noChangeArrowheads="1"/>
          </p:cNvSpPr>
          <p:nvPr>
            <p:ph type="body" idx="1"/>
          </p:nvPr>
        </p:nvSpPr>
        <p:spPr>
          <a:noFill/>
          <a:ln/>
        </p:spPr>
        <p:txBody>
          <a:bodyPr/>
          <a:lstStyle/>
          <a:p>
            <a:pPr eaLnBrk="1" hangingPunct="1"/>
            <a:endParaRPr lang="fr-FR" smtClean="0">
              <a:latin typeface="Times New Roman" pitchFamily="18" charset="0"/>
              <a:ea typeface="ＭＳ Ｐゴシック" pitchFamily="-112" charset="-128"/>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p:spPr>
        <p:txBody>
          <a:bodyPr/>
          <a:lstStyle/>
          <a:p>
            <a:fld id="{4A5A0E4D-1752-4153-BE0F-410DA9009575}" type="slidenum">
              <a:rPr lang="en-US"/>
              <a:pPr/>
              <a:t>38</a:t>
            </a:fld>
            <a:endParaRPr lang="en-US"/>
          </a:p>
        </p:txBody>
      </p:sp>
      <p:sp>
        <p:nvSpPr>
          <p:cNvPr id="100355" name="Rectangle 2"/>
          <p:cNvSpPr>
            <a:spLocks noGrp="1" noRot="1" noChangeAspect="1" noChangeArrowheads="1" noTextEdit="1"/>
          </p:cNvSpPr>
          <p:nvPr>
            <p:ph type="sldImg"/>
          </p:nvPr>
        </p:nvSpPr>
        <p:spPr>
          <a:ln/>
        </p:spPr>
      </p:sp>
      <p:sp>
        <p:nvSpPr>
          <p:cNvPr id="100356" name="Rectangle 3"/>
          <p:cNvSpPr>
            <a:spLocks noGrp="1" noChangeArrowheads="1"/>
          </p:cNvSpPr>
          <p:nvPr>
            <p:ph type="body" idx="1"/>
          </p:nvPr>
        </p:nvSpPr>
        <p:spPr>
          <a:noFill/>
          <a:ln/>
        </p:spPr>
        <p:txBody>
          <a:bodyPr/>
          <a:lstStyle/>
          <a:p>
            <a:pPr eaLnBrk="1" hangingPunct="1"/>
            <a:endParaRPr lang="fr-FR" smtClean="0">
              <a:latin typeface="Times New Roman" pitchFamily="18" charset="0"/>
              <a:ea typeface="ＭＳ Ｐゴシック" pitchFamily="-112" charset="-128"/>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p:spPr>
        <p:txBody>
          <a:bodyPr/>
          <a:lstStyle/>
          <a:p>
            <a:fld id="{64D67339-C25E-41FE-A290-556EB3D57701}" type="slidenum">
              <a:rPr lang="en-US"/>
              <a:pPr/>
              <a:t>39</a:t>
            </a:fld>
            <a:endParaRPr lang="en-US"/>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a:ln/>
        </p:spPr>
        <p:txBody>
          <a:bodyPr/>
          <a:lstStyle/>
          <a:p>
            <a:pPr eaLnBrk="1" hangingPunct="1"/>
            <a:endParaRPr lang="fr-FR" smtClean="0">
              <a:latin typeface="Times New Roman" pitchFamily="18" charset="0"/>
              <a:ea typeface="ＭＳ Ｐゴシック" pitchFamily="-112" charset="-128"/>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p:spPr>
        <p:txBody>
          <a:bodyPr/>
          <a:lstStyle/>
          <a:p>
            <a:fld id="{218DD01C-51A5-404D-9C62-FEF5272E6B2B}" type="slidenum">
              <a:rPr lang="en-US"/>
              <a:pPr/>
              <a:t>40</a:t>
            </a:fld>
            <a:endParaRPr lang="en-US"/>
          </a:p>
        </p:txBody>
      </p:sp>
      <p:sp>
        <p:nvSpPr>
          <p:cNvPr id="102403" name="Rectangle 2"/>
          <p:cNvSpPr>
            <a:spLocks noGrp="1" noRot="1" noChangeAspect="1" noChangeArrowheads="1" noTextEdit="1"/>
          </p:cNvSpPr>
          <p:nvPr>
            <p:ph type="sldImg"/>
          </p:nvPr>
        </p:nvSpPr>
        <p:spPr>
          <a:ln/>
        </p:spPr>
      </p:sp>
      <p:sp>
        <p:nvSpPr>
          <p:cNvPr id="102404" name="Rectangle 3"/>
          <p:cNvSpPr>
            <a:spLocks noGrp="1" noChangeArrowheads="1"/>
          </p:cNvSpPr>
          <p:nvPr>
            <p:ph type="body" idx="1"/>
          </p:nvPr>
        </p:nvSpPr>
        <p:spPr>
          <a:noFill/>
          <a:ln/>
        </p:spPr>
        <p:txBody>
          <a:bodyPr/>
          <a:lstStyle/>
          <a:p>
            <a:pPr eaLnBrk="1" hangingPunct="1"/>
            <a:endParaRPr lang="fr-FR" smtClean="0">
              <a:latin typeface="Times New Roman" pitchFamily="18" charset="0"/>
              <a:ea typeface="ＭＳ Ｐゴシック" pitchFamily="-112" charset="-128"/>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a:spLocks noGrp="1" noChangeArrowheads="1"/>
          </p:cNvSpPr>
          <p:nvPr>
            <p:ph type="sldNum" sz="quarter" idx="5"/>
          </p:nvPr>
        </p:nvSpPr>
        <p:spPr>
          <a:noFill/>
        </p:spPr>
        <p:txBody>
          <a:bodyPr/>
          <a:lstStyle/>
          <a:p>
            <a:fld id="{AE28C1A2-1374-46BF-9E94-D97BC253387E}" type="slidenum">
              <a:rPr lang="en-US"/>
              <a:pPr/>
              <a:t>41</a:t>
            </a:fld>
            <a:endParaRPr lang="en-US"/>
          </a:p>
        </p:txBody>
      </p:sp>
      <p:sp>
        <p:nvSpPr>
          <p:cNvPr id="103427" name="Rectangle 2"/>
          <p:cNvSpPr>
            <a:spLocks noGrp="1" noRot="1" noChangeAspect="1" noChangeArrowheads="1" noTextEdit="1"/>
          </p:cNvSpPr>
          <p:nvPr>
            <p:ph type="sldImg"/>
          </p:nvPr>
        </p:nvSpPr>
        <p:spPr>
          <a:ln/>
        </p:spPr>
      </p:sp>
      <p:sp>
        <p:nvSpPr>
          <p:cNvPr id="103428" name="Rectangle 3"/>
          <p:cNvSpPr>
            <a:spLocks noGrp="1" noChangeArrowheads="1"/>
          </p:cNvSpPr>
          <p:nvPr>
            <p:ph type="body" idx="1"/>
          </p:nvPr>
        </p:nvSpPr>
        <p:spPr>
          <a:noFill/>
          <a:ln/>
        </p:spPr>
        <p:txBody>
          <a:bodyPr/>
          <a:lstStyle/>
          <a:p>
            <a:pPr eaLnBrk="1" hangingPunct="1"/>
            <a:endParaRPr lang="fr-FR" smtClean="0">
              <a:latin typeface="Times New Roman" pitchFamily="18" charset="0"/>
              <a:ea typeface="ＭＳ Ｐゴシック" pitchFamily="-112" charset="-128"/>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a:spLocks noGrp="1" noChangeArrowheads="1"/>
          </p:cNvSpPr>
          <p:nvPr>
            <p:ph type="sldNum" sz="quarter" idx="5"/>
          </p:nvPr>
        </p:nvSpPr>
        <p:spPr>
          <a:noFill/>
        </p:spPr>
        <p:txBody>
          <a:bodyPr/>
          <a:lstStyle/>
          <a:p>
            <a:fld id="{14019546-A3BD-4DDF-824C-F3A7690FD8A8}" type="slidenum">
              <a:rPr lang="en-US"/>
              <a:pPr/>
              <a:t>42</a:t>
            </a:fld>
            <a:endParaRPr lang="en-US"/>
          </a:p>
        </p:txBody>
      </p:sp>
      <p:sp>
        <p:nvSpPr>
          <p:cNvPr id="104451" name="Rectangle 2"/>
          <p:cNvSpPr>
            <a:spLocks noGrp="1" noRot="1" noChangeAspect="1" noChangeArrowheads="1" noTextEdit="1"/>
          </p:cNvSpPr>
          <p:nvPr>
            <p:ph type="sldImg"/>
          </p:nvPr>
        </p:nvSpPr>
        <p:spPr>
          <a:ln/>
        </p:spPr>
      </p:sp>
      <p:sp>
        <p:nvSpPr>
          <p:cNvPr id="104452" name="Rectangle 3"/>
          <p:cNvSpPr>
            <a:spLocks noGrp="1" noChangeArrowheads="1"/>
          </p:cNvSpPr>
          <p:nvPr>
            <p:ph type="body" idx="1"/>
          </p:nvPr>
        </p:nvSpPr>
        <p:spPr>
          <a:noFill/>
          <a:ln/>
        </p:spPr>
        <p:txBody>
          <a:bodyPr/>
          <a:lstStyle/>
          <a:p>
            <a:pPr eaLnBrk="1" hangingPunct="1"/>
            <a:endParaRPr lang="fr-FR" smtClean="0">
              <a:latin typeface="Times New Roman" pitchFamily="18" charset="0"/>
              <a:ea typeface="ＭＳ Ｐゴシック" pitchFamily="-112" charset="-128"/>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a:spLocks noGrp="1" noChangeArrowheads="1"/>
          </p:cNvSpPr>
          <p:nvPr>
            <p:ph type="sldNum" sz="quarter" idx="5"/>
          </p:nvPr>
        </p:nvSpPr>
        <p:spPr>
          <a:noFill/>
        </p:spPr>
        <p:txBody>
          <a:bodyPr/>
          <a:lstStyle/>
          <a:p>
            <a:fld id="{4F3AAF08-C425-408C-89F2-36DBD5F7BA30}" type="slidenum">
              <a:rPr lang="en-US"/>
              <a:pPr/>
              <a:t>43</a:t>
            </a:fld>
            <a:endParaRPr lang="en-US"/>
          </a:p>
        </p:txBody>
      </p:sp>
      <p:sp>
        <p:nvSpPr>
          <p:cNvPr id="105475" name="Rectangle 2"/>
          <p:cNvSpPr>
            <a:spLocks noGrp="1" noRot="1" noChangeAspect="1" noChangeArrowheads="1" noTextEdit="1"/>
          </p:cNvSpPr>
          <p:nvPr>
            <p:ph type="sldImg"/>
          </p:nvPr>
        </p:nvSpPr>
        <p:spPr>
          <a:ln/>
        </p:spPr>
      </p:sp>
      <p:sp>
        <p:nvSpPr>
          <p:cNvPr id="105476" name="Rectangle 3"/>
          <p:cNvSpPr>
            <a:spLocks noGrp="1" noChangeArrowheads="1"/>
          </p:cNvSpPr>
          <p:nvPr>
            <p:ph type="body" idx="1"/>
          </p:nvPr>
        </p:nvSpPr>
        <p:spPr>
          <a:noFill/>
          <a:ln/>
        </p:spPr>
        <p:txBody>
          <a:bodyPr/>
          <a:lstStyle/>
          <a:p>
            <a:pPr eaLnBrk="1" hangingPunct="1"/>
            <a:endParaRPr lang="fr-FR" smtClean="0">
              <a:latin typeface="Times New Roman" pitchFamily="18" charset="0"/>
              <a:ea typeface="ＭＳ Ｐゴシック" pitchFamily="-112" charset="-128"/>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a:spLocks noGrp="1" noChangeArrowheads="1"/>
          </p:cNvSpPr>
          <p:nvPr>
            <p:ph type="sldNum" sz="quarter" idx="5"/>
          </p:nvPr>
        </p:nvSpPr>
        <p:spPr>
          <a:noFill/>
        </p:spPr>
        <p:txBody>
          <a:bodyPr/>
          <a:lstStyle/>
          <a:p>
            <a:fld id="{7A869EF3-55D7-4F7B-8BA2-6BDC671CB10A}" type="slidenum">
              <a:rPr lang="en-US"/>
              <a:pPr/>
              <a:t>44</a:t>
            </a:fld>
            <a:endParaRPr lang="en-US"/>
          </a:p>
        </p:txBody>
      </p:sp>
      <p:sp>
        <p:nvSpPr>
          <p:cNvPr id="106499" name="Rectangle 2"/>
          <p:cNvSpPr>
            <a:spLocks noGrp="1" noRot="1" noChangeAspect="1" noChangeArrowheads="1" noTextEdit="1"/>
          </p:cNvSpPr>
          <p:nvPr>
            <p:ph type="sldImg"/>
          </p:nvPr>
        </p:nvSpPr>
        <p:spPr>
          <a:ln/>
        </p:spPr>
      </p:sp>
      <p:sp>
        <p:nvSpPr>
          <p:cNvPr id="106500" name="Rectangle 3"/>
          <p:cNvSpPr>
            <a:spLocks noGrp="1" noChangeArrowheads="1"/>
          </p:cNvSpPr>
          <p:nvPr>
            <p:ph type="body" idx="1"/>
          </p:nvPr>
        </p:nvSpPr>
        <p:spPr>
          <a:noFill/>
          <a:ln/>
        </p:spPr>
        <p:txBody>
          <a:bodyPr/>
          <a:lstStyle/>
          <a:p>
            <a:pPr eaLnBrk="1" hangingPunct="1"/>
            <a:endParaRPr lang="fr-FR" smtClean="0">
              <a:latin typeface="Times New Roman" pitchFamily="18" charset="0"/>
              <a:ea typeface="ＭＳ Ｐゴシック" pitchFamily="-112" charset="-128"/>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Grp="1" noChangeArrowheads="1"/>
          </p:cNvSpPr>
          <p:nvPr>
            <p:ph type="sldNum" sz="quarter" idx="5"/>
          </p:nvPr>
        </p:nvSpPr>
        <p:spPr>
          <a:noFill/>
        </p:spPr>
        <p:txBody>
          <a:bodyPr/>
          <a:lstStyle/>
          <a:p>
            <a:fld id="{55756F52-9E15-4DE1-9D4C-180B405ED9F5}" type="slidenum">
              <a:rPr lang="en-US"/>
              <a:pPr/>
              <a:t>45</a:t>
            </a:fld>
            <a:endParaRPr lang="en-US"/>
          </a:p>
        </p:txBody>
      </p:sp>
      <p:sp>
        <p:nvSpPr>
          <p:cNvPr id="107523" name="Rectangle 2"/>
          <p:cNvSpPr>
            <a:spLocks noGrp="1" noRot="1" noChangeAspect="1" noChangeArrowheads="1" noTextEdit="1"/>
          </p:cNvSpPr>
          <p:nvPr>
            <p:ph type="sldImg"/>
          </p:nvPr>
        </p:nvSpPr>
        <p:spPr>
          <a:ln/>
        </p:spPr>
      </p:sp>
      <p:sp>
        <p:nvSpPr>
          <p:cNvPr id="107524" name="Rectangle 3"/>
          <p:cNvSpPr>
            <a:spLocks noGrp="1" noChangeArrowheads="1"/>
          </p:cNvSpPr>
          <p:nvPr>
            <p:ph type="body" idx="1"/>
          </p:nvPr>
        </p:nvSpPr>
        <p:spPr>
          <a:noFill/>
          <a:ln/>
        </p:spPr>
        <p:txBody>
          <a:bodyPr/>
          <a:lstStyle/>
          <a:p>
            <a:pPr eaLnBrk="1" hangingPunct="1"/>
            <a:endParaRPr lang="fr-FR" smtClean="0">
              <a:latin typeface="Times New Roman" pitchFamily="18" charset="0"/>
              <a:ea typeface="ＭＳ Ｐゴシック" pitchFamily="-112" charset="-128"/>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a:spLocks noGrp="1" noChangeArrowheads="1"/>
          </p:cNvSpPr>
          <p:nvPr>
            <p:ph type="sldNum" sz="quarter" idx="5"/>
          </p:nvPr>
        </p:nvSpPr>
        <p:spPr>
          <a:noFill/>
        </p:spPr>
        <p:txBody>
          <a:bodyPr/>
          <a:lstStyle/>
          <a:p>
            <a:fld id="{6A7266BD-ED42-458F-A30D-D21B2B6462EA}" type="slidenum">
              <a:rPr lang="en-US"/>
              <a:pPr/>
              <a:t>46</a:t>
            </a:fld>
            <a:endParaRPr lang="en-US"/>
          </a:p>
        </p:txBody>
      </p:sp>
      <p:sp>
        <p:nvSpPr>
          <p:cNvPr id="108547" name="Rectangle 2"/>
          <p:cNvSpPr>
            <a:spLocks noGrp="1" noRot="1" noChangeAspect="1" noChangeArrowheads="1" noTextEdit="1"/>
          </p:cNvSpPr>
          <p:nvPr>
            <p:ph type="sldImg"/>
          </p:nvPr>
        </p:nvSpPr>
        <p:spPr>
          <a:ln/>
        </p:spPr>
      </p:sp>
      <p:sp>
        <p:nvSpPr>
          <p:cNvPr id="108548" name="Rectangle 3"/>
          <p:cNvSpPr>
            <a:spLocks noGrp="1" noChangeArrowheads="1"/>
          </p:cNvSpPr>
          <p:nvPr>
            <p:ph type="body" idx="1"/>
          </p:nvPr>
        </p:nvSpPr>
        <p:spPr>
          <a:noFill/>
          <a:ln/>
        </p:spPr>
        <p:txBody>
          <a:bodyPr/>
          <a:lstStyle/>
          <a:p>
            <a:pPr eaLnBrk="1" hangingPunct="1"/>
            <a:endParaRPr lang="fr-FR" smtClean="0">
              <a:latin typeface="Times New Roman" pitchFamily="18" charset="0"/>
              <a:ea typeface="ＭＳ Ｐゴシック" pitchFamily="-112" charset="-128"/>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a:spLocks noGrp="1" noChangeArrowheads="1"/>
          </p:cNvSpPr>
          <p:nvPr>
            <p:ph type="sldNum" sz="quarter" idx="5"/>
          </p:nvPr>
        </p:nvSpPr>
        <p:spPr>
          <a:noFill/>
        </p:spPr>
        <p:txBody>
          <a:bodyPr/>
          <a:lstStyle/>
          <a:p>
            <a:fld id="{A3DF42C7-D39F-41F5-97E4-5A4D1DEAD588}" type="slidenum">
              <a:rPr lang="en-US"/>
              <a:pPr/>
              <a:t>47</a:t>
            </a:fld>
            <a:endParaRPr lang="en-US"/>
          </a:p>
        </p:txBody>
      </p:sp>
      <p:sp>
        <p:nvSpPr>
          <p:cNvPr id="109571" name="Rectangle 2"/>
          <p:cNvSpPr>
            <a:spLocks noGrp="1" noRot="1" noChangeAspect="1" noChangeArrowheads="1" noTextEdit="1"/>
          </p:cNvSpPr>
          <p:nvPr>
            <p:ph type="sldImg"/>
          </p:nvPr>
        </p:nvSpPr>
        <p:spPr>
          <a:ln/>
        </p:spPr>
      </p:sp>
      <p:sp>
        <p:nvSpPr>
          <p:cNvPr id="109572" name="Rectangle 3"/>
          <p:cNvSpPr>
            <a:spLocks noGrp="1" noChangeArrowheads="1"/>
          </p:cNvSpPr>
          <p:nvPr>
            <p:ph type="body" idx="1"/>
          </p:nvPr>
        </p:nvSpPr>
        <p:spPr>
          <a:noFill/>
          <a:ln/>
        </p:spPr>
        <p:txBody>
          <a:bodyPr/>
          <a:lstStyle/>
          <a:p>
            <a:pPr eaLnBrk="1" hangingPunct="1"/>
            <a:endParaRPr lang="fr-FR" smtClean="0">
              <a:latin typeface="Times New Roman" pitchFamily="18" charset="0"/>
              <a:ea typeface="ＭＳ Ｐゴシック" pitchFamily="-112" charset="-128"/>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p:cNvSpPr>
            <a:spLocks noGrp="1" noChangeArrowheads="1"/>
          </p:cNvSpPr>
          <p:nvPr>
            <p:ph type="sldNum" sz="quarter" idx="5"/>
          </p:nvPr>
        </p:nvSpPr>
        <p:spPr>
          <a:noFill/>
        </p:spPr>
        <p:txBody>
          <a:bodyPr/>
          <a:lstStyle/>
          <a:p>
            <a:fld id="{A56E2F12-2669-420B-A569-F23A279EA5B4}" type="slidenum">
              <a:rPr lang="en-US"/>
              <a:pPr/>
              <a:t>48</a:t>
            </a:fld>
            <a:endParaRPr lang="en-US"/>
          </a:p>
        </p:txBody>
      </p:sp>
      <p:sp>
        <p:nvSpPr>
          <p:cNvPr id="110595" name="Rectangle 2"/>
          <p:cNvSpPr>
            <a:spLocks noGrp="1" noRot="1" noChangeAspect="1" noChangeArrowheads="1" noTextEdit="1"/>
          </p:cNvSpPr>
          <p:nvPr>
            <p:ph type="sldImg"/>
          </p:nvPr>
        </p:nvSpPr>
        <p:spPr>
          <a:ln/>
        </p:spPr>
      </p:sp>
      <p:sp>
        <p:nvSpPr>
          <p:cNvPr id="110596" name="Rectangle 3"/>
          <p:cNvSpPr>
            <a:spLocks noGrp="1" noChangeArrowheads="1"/>
          </p:cNvSpPr>
          <p:nvPr>
            <p:ph type="body" idx="1"/>
          </p:nvPr>
        </p:nvSpPr>
        <p:spPr>
          <a:noFill/>
          <a:ln/>
        </p:spPr>
        <p:txBody>
          <a:bodyPr/>
          <a:lstStyle/>
          <a:p>
            <a:pPr eaLnBrk="1" hangingPunct="1"/>
            <a:endParaRPr lang="fr-FR" smtClean="0">
              <a:latin typeface="Times New Roman" pitchFamily="18" charset="0"/>
              <a:ea typeface="ＭＳ Ｐゴシック" pitchFamily="-112" charset="-128"/>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p:cNvSpPr>
            <a:spLocks noGrp="1" noChangeArrowheads="1"/>
          </p:cNvSpPr>
          <p:nvPr>
            <p:ph type="sldNum" sz="quarter" idx="5"/>
          </p:nvPr>
        </p:nvSpPr>
        <p:spPr>
          <a:noFill/>
        </p:spPr>
        <p:txBody>
          <a:bodyPr/>
          <a:lstStyle/>
          <a:p>
            <a:fld id="{4D800E2A-75BF-4A6E-AF81-8511B0E8C771}" type="slidenum">
              <a:rPr lang="en-US"/>
              <a:pPr/>
              <a:t>49</a:t>
            </a:fld>
            <a:endParaRPr lang="en-US"/>
          </a:p>
        </p:txBody>
      </p:sp>
      <p:sp>
        <p:nvSpPr>
          <p:cNvPr id="111619" name="Rectangle 2"/>
          <p:cNvSpPr>
            <a:spLocks noGrp="1" noRot="1" noChangeAspect="1" noChangeArrowheads="1" noTextEdit="1"/>
          </p:cNvSpPr>
          <p:nvPr>
            <p:ph type="sldImg"/>
          </p:nvPr>
        </p:nvSpPr>
        <p:spPr>
          <a:ln/>
        </p:spPr>
      </p:sp>
      <p:sp>
        <p:nvSpPr>
          <p:cNvPr id="111620" name="Rectangle 3"/>
          <p:cNvSpPr>
            <a:spLocks noGrp="1" noChangeArrowheads="1"/>
          </p:cNvSpPr>
          <p:nvPr>
            <p:ph type="body" idx="1"/>
          </p:nvPr>
        </p:nvSpPr>
        <p:spPr>
          <a:noFill/>
          <a:ln/>
        </p:spPr>
        <p:txBody>
          <a:bodyPr/>
          <a:lstStyle/>
          <a:p>
            <a:pPr eaLnBrk="1" hangingPunct="1"/>
            <a:endParaRPr lang="fr-FR" smtClean="0">
              <a:latin typeface="Times New Roman" pitchFamily="18" charset="0"/>
              <a:ea typeface="ＭＳ Ｐゴシック" pitchFamily="-112" charset="-128"/>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p:cNvSpPr>
            <a:spLocks noGrp="1" noChangeArrowheads="1"/>
          </p:cNvSpPr>
          <p:nvPr>
            <p:ph type="sldNum" sz="quarter" idx="5"/>
          </p:nvPr>
        </p:nvSpPr>
        <p:spPr>
          <a:noFill/>
        </p:spPr>
        <p:txBody>
          <a:bodyPr/>
          <a:lstStyle/>
          <a:p>
            <a:fld id="{6608E462-89AC-48C8-A63E-20CB6276752E}" type="slidenum">
              <a:rPr lang="en-US"/>
              <a:pPr/>
              <a:t>50</a:t>
            </a:fld>
            <a:endParaRPr lang="en-US"/>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p:spPr>
        <p:txBody>
          <a:bodyPr/>
          <a:lstStyle/>
          <a:p>
            <a:pPr eaLnBrk="1" hangingPunct="1"/>
            <a:endParaRPr lang="fr-FR" smtClean="0">
              <a:latin typeface="Times New Roman" pitchFamily="18" charset="0"/>
              <a:ea typeface="ＭＳ Ｐゴシック" pitchFamily="-112" charset="-128"/>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p:cNvSpPr>
            <a:spLocks noGrp="1" noChangeArrowheads="1"/>
          </p:cNvSpPr>
          <p:nvPr>
            <p:ph type="sldNum" sz="quarter" idx="5"/>
          </p:nvPr>
        </p:nvSpPr>
        <p:spPr>
          <a:noFill/>
        </p:spPr>
        <p:txBody>
          <a:bodyPr/>
          <a:lstStyle/>
          <a:p>
            <a:fld id="{A70869B4-CBC0-4BFE-B20B-88AB01164CDC}" type="slidenum">
              <a:rPr lang="en-US"/>
              <a:pPr/>
              <a:t>51</a:t>
            </a:fld>
            <a:endParaRPr lang="en-US"/>
          </a:p>
        </p:txBody>
      </p:sp>
      <p:sp>
        <p:nvSpPr>
          <p:cNvPr id="113667" name="Rectangle 2"/>
          <p:cNvSpPr>
            <a:spLocks noGrp="1" noRot="1" noChangeAspect="1" noChangeArrowheads="1" noTextEdit="1"/>
          </p:cNvSpPr>
          <p:nvPr>
            <p:ph type="sldImg"/>
          </p:nvPr>
        </p:nvSpPr>
        <p:spPr>
          <a:ln/>
        </p:spPr>
      </p:sp>
      <p:sp>
        <p:nvSpPr>
          <p:cNvPr id="113668" name="Rectangle 3"/>
          <p:cNvSpPr>
            <a:spLocks noGrp="1" noChangeArrowheads="1"/>
          </p:cNvSpPr>
          <p:nvPr>
            <p:ph type="body" idx="1"/>
          </p:nvPr>
        </p:nvSpPr>
        <p:spPr>
          <a:noFill/>
          <a:ln/>
        </p:spPr>
        <p:txBody>
          <a:bodyPr/>
          <a:lstStyle/>
          <a:p>
            <a:pPr eaLnBrk="1" hangingPunct="1"/>
            <a:endParaRPr lang="fr-FR" smtClean="0">
              <a:latin typeface="Times New Roman" pitchFamily="18" charset="0"/>
              <a:ea typeface="ＭＳ Ｐゴシック" pitchFamily="-112" charset="-128"/>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p:cNvSpPr>
            <a:spLocks noGrp="1" noChangeArrowheads="1"/>
          </p:cNvSpPr>
          <p:nvPr>
            <p:ph type="sldNum" sz="quarter" idx="5"/>
          </p:nvPr>
        </p:nvSpPr>
        <p:spPr>
          <a:noFill/>
        </p:spPr>
        <p:txBody>
          <a:bodyPr/>
          <a:lstStyle/>
          <a:p>
            <a:fld id="{1A2D22E1-87AB-42B2-AC1A-63D3325C2F63}" type="slidenum">
              <a:rPr lang="en-US"/>
              <a:pPr/>
              <a:t>52</a:t>
            </a:fld>
            <a:endParaRPr lang="en-US"/>
          </a:p>
        </p:txBody>
      </p:sp>
      <p:sp>
        <p:nvSpPr>
          <p:cNvPr id="114691" name="Rectangle 2"/>
          <p:cNvSpPr>
            <a:spLocks noGrp="1" noRot="1" noChangeAspect="1" noChangeArrowheads="1" noTextEdit="1"/>
          </p:cNvSpPr>
          <p:nvPr>
            <p:ph type="sldImg"/>
          </p:nvPr>
        </p:nvSpPr>
        <p:spPr>
          <a:ln/>
        </p:spPr>
      </p:sp>
      <p:sp>
        <p:nvSpPr>
          <p:cNvPr id="114692" name="Rectangle 3"/>
          <p:cNvSpPr>
            <a:spLocks noGrp="1" noChangeArrowheads="1"/>
          </p:cNvSpPr>
          <p:nvPr>
            <p:ph type="body" idx="1"/>
          </p:nvPr>
        </p:nvSpPr>
        <p:spPr>
          <a:noFill/>
          <a:ln/>
        </p:spPr>
        <p:txBody>
          <a:bodyPr/>
          <a:lstStyle/>
          <a:p>
            <a:pPr eaLnBrk="1" hangingPunct="1"/>
            <a:endParaRPr lang="fr-FR" smtClean="0">
              <a:latin typeface="Times New Roman" pitchFamily="18" charset="0"/>
              <a:ea typeface="ＭＳ Ｐゴシック" pitchFamily="-112" charset="-128"/>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p:cNvSpPr>
            <a:spLocks noGrp="1" noChangeArrowheads="1"/>
          </p:cNvSpPr>
          <p:nvPr>
            <p:ph type="sldNum" sz="quarter" idx="5"/>
          </p:nvPr>
        </p:nvSpPr>
        <p:spPr>
          <a:noFill/>
        </p:spPr>
        <p:txBody>
          <a:bodyPr/>
          <a:lstStyle/>
          <a:p>
            <a:fld id="{3B144B9C-E650-4285-A588-6BEA38BAAFF9}" type="slidenum">
              <a:rPr lang="en-US"/>
              <a:pPr/>
              <a:t>53</a:t>
            </a:fld>
            <a:endParaRPr lang="en-US"/>
          </a:p>
        </p:txBody>
      </p:sp>
      <p:sp>
        <p:nvSpPr>
          <p:cNvPr id="115715" name="Rectangle 2"/>
          <p:cNvSpPr>
            <a:spLocks noGrp="1" noRot="1" noChangeAspect="1" noChangeArrowheads="1" noTextEdit="1"/>
          </p:cNvSpPr>
          <p:nvPr>
            <p:ph type="sldImg"/>
          </p:nvPr>
        </p:nvSpPr>
        <p:spPr>
          <a:ln/>
        </p:spPr>
      </p:sp>
      <p:sp>
        <p:nvSpPr>
          <p:cNvPr id="115716" name="Rectangle 3"/>
          <p:cNvSpPr>
            <a:spLocks noGrp="1" noChangeArrowheads="1"/>
          </p:cNvSpPr>
          <p:nvPr>
            <p:ph type="body" idx="1"/>
          </p:nvPr>
        </p:nvSpPr>
        <p:spPr>
          <a:noFill/>
          <a:ln/>
        </p:spPr>
        <p:txBody>
          <a:bodyPr/>
          <a:lstStyle/>
          <a:p>
            <a:pPr eaLnBrk="1" hangingPunct="1"/>
            <a:endParaRPr lang="fr-FR" smtClean="0">
              <a:latin typeface="Times New Roman" pitchFamily="18" charset="0"/>
              <a:ea typeface="ＭＳ Ｐゴシック" pitchFamily="-112" charset="-128"/>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p:cNvSpPr>
            <a:spLocks noGrp="1" noChangeArrowheads="1"/>
          </p:cNvSpPr>
          <p:nvPr>
            <p:ph type="sldNum" sz="quarter" idx="5"/>
          </p:nvPr>
        </p:nvSpPr>
        <p:spPr>
          <a:noFill/>
        </p:spPr>
        <p:txBody>
          <a:bodyPr/>
          <a:lstStyle/>
          <a:p>
            <a:fld id="{F9DB8B98-D28E-4D82-88C2-4B7969E357A4}" type="slidenum">
              <a:rPr lang="en-US"/>
              <a:pPr/>
              <a:t>54</a:t>
            </a:fld>
            <a:endParaRPr lang="en-US"/>
          </a:p>
        </p:txBody>
      </p:sp>
      <p:sp>
        <p:nvSpPr>
          <p:cNvPr id="116739" name="Rectangle 2"/>
          <p:cNvSpPr>
            <a:spLocks noGrp="1" noRot="1" noChangeAspect="1" noChangeArrowheads="1" noTextEdit="1"/>
          </p:cNvSpPr>
          <p:nvPr>
            <p:ph type="sldImg"/>
          </p:nvPr>
        </p:nvSpPr>
        <p:spPr>
          <a:ln/>
        </p:spPr>
      </p:sp>
      <p:sp>
        <p:nvSpPr>
          <p:cNvPr id="116740" name="Rectangle 3"/>
          <p:cNvSpPr>
            <a:spLocks noGrp="1" noChangeArrowheads="1"/>
          </p:cNvSpPr>
          <p:nvPr>
            <p:ph type="body" idx="1"/>
          </p:nvPr>
        </p:nvSpPr>
        <p:spPr>
          <a:noFill/>
          <a:ln/>
        </p:spPr>
        <p:txBody>
          <a:bodyPr/>
          <a:lstStyle/>
          <a:p>
            <a:pPr eaLnBrk="1" hangingPunct="1"/>
            <a:endParaRPr lang="fr-FR" smtClean="0">
              <a:latin typeface="Times New Roman" pitchFamily="18" charset="0"/>
              <a:ea typeface="ＭＳ Ｐゴシック" pitchFamily="-112" charset="-128"/>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5"/>
          </p:nvPr>
        </p:nvSpPr>
        <p:spPr>
          <a:noFill/>
        </p:spPr>
        <p:txBody>
          <a:bodyPr/>
          <a:lstStyle/>
          <a:p>
            <a:fld id="{20E40A6E-D20A-45E0-96AF-72FFA52B4AF9}" type="slidenum">
              <a:rPr lang="en-US"/>
              <a:pPr/>
              <a:t>55</a:t>
            </a:fld>
            <a:endParaRPr lang="en-US"/>
          </a:p>
        </p:txBody>
      </p:sp>
      <p:sp>
        <p:nvSpPr>
          <p:cNvPr id="117763" name="Rectangle 2"/>
          <p:cNvSpPr>
            <a:spLocks noGrp="1" noRot="1" noChangeAspect="1" noChangeArrowheads="1" noTextEdit="1"/>
          </p:cNvSpPr>
          <p:nvPr>
            <p:ph type="sldImg"/>
          </p:nvPr>
        </p:nvSpPr>
        <p:spPr>
          <a:ln/>
        </p:spPr>
      </p:sp>
      <p:sp>
        <p:nvSpPr>
          <p:cNvPr id="117764" name="Rectangle 3"/>
          <p:cNvSpPr>
            <a:spLocks noGrp="1" noChangeArrowheads="1"/>
          </p:cNvSpPr>
          <p:nvPr>
            <p:ph type="body" idx="1"/>
          </p:nvPr>
        </p:nvSpPr>
        <p:spPr>
          <a:noFill/>
          <a:ln/>
        </p:spPr>
        <p:txBody>
          <a:bodyPr/>
          <a:lstStyle/>
          <a:p>
            <a:pPr eaLnBrk="1" hangingPunct="1"/>
            <a:endParaRPr lang="fr-FR" smtClean="0">
              <a:latin typeface="Times New Roman" pitchFamily="18" charset="0"/>
              <a:ea typeface="ＭＳ Ｐゴシック" pitchFamily="-112" charset="-128"/>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a:spLocks noGrp="1" noChangeArrowheads="1"/>
          </p:cNvSpPr>
          <p:nvPr>
            <p:ph type="sldNum" sz="quarter" idx="5"/>
          </p:nvPr>
        </p:nvSpPr>
        <p:spPr>
          <a:noFill/>
        </p:spPr>
        <p:txBody>
          <a:bodyPr/>
          <a:lstStyle/>
          <a:p>
            <a:fld id="{A17F5034-11CB-43E1-9CA0-EDD9D760DCF8}" type="slidenum">
              <a:rPr lang="en-US"/>
              <a:pPr/>
              <a:t>56</a:t>
            </a:fld>
            <a:endParaRPr lang="en-US"/>
          </a:p>
        </p:txBody>
      </p:sp>
      <p:sp>
        <p:nvSpPr>
          <p:cNvPr id="118787" name="Rectangle 2"/>
          <p:cNvSpPr>
            <a:spLocks noGrp="1" noRot="1" noChangeAspect="1" noChangeArrowheads="1" noTextEdit="1"/>
          </p:cNvSpPr>
          <p:nvPr>
            <p:ph type="sldImg"/>
          </p:nvPr>
        </p:nvSpPr>
        <p:spPr>
          <a:ln/>
        </p:spPr>
      </p:sp>
      <p:sp>
        <p:nvSpPr>
          <p:cNvPr id="118788" name="Rectangle 3"/>
          <p:cNvSpPr>
            <a:spLocks noGrp="1" noChangeArrowheads="1"/>
          </p:cNvSpPr>
          <p:nvPr>
            <p:ph type="body" idx="1"/>
          </p:nvPr>
        </p:nvSpPr>
        <p:spPr>
          <a:noFill/>
          <a:ln/>
        </p:spPr>
        <p:txBody>
          <a:bodyPr/>
          <a:lstStyle/>
          <a:p>
            <a:pPr eaLnBrk="1" hangingPunct="1"/>
            <a:endParaRPr lang="fr-FR" smtClean="0">
              <a:latin typeface="Times New Roman" pitchFamily="18" charset="0"/>
              <a:ea typeface="ＭＳ Ｐゴシック" pitchFamily="-112" charset="-128"/>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a:spLocks noGrp="1" noChangeArrowheads="1"/>
          </p:cNvSpPr>
          <p:nvPr>
            <p:ph type="sldNum" sz="quarter" idx="5"/>
          </p:nvPr>
        </p:nvSpPr>
        <p:spPr>
          <a:noFill/>
        </p:spPr>
        <p:txBody>
          <a:bodyPr/>
          <a:lstStyle/>
          <a:p>
            <a:fld id="{E43CFEEC-6469-49C0-AF66-06F974D62C7A}" type="slidenum">
              <a:rPr lang="en-US"/>
              <a:pPr/>
              <a:t>57</a:t>
            </a:fld>
            <a:endParaRPr lang="en-US"/>
          </a:p>
        </p:txBody>
      </p:sp>
      <p:sp>
        <p:nvSpPr>
          <p:cNvPr id="119811" name="Rectangle 2"/>
          <p:cNvSpPr>
            <a:spLocks noGrp="1" noRot="1" noChangeAspect="1" noChangeArrowheads="1" noTextEdit="1"/>
          </p:cNvSpPr>
          <p:nvPr>
            <p:ph type="sldImg"/>
          </p:nvPr>
        </p:nvSpPr>
        <p:spPr>
          <a:ln/>
        </p:spPr>
      </p:sp>
      <p:sp>
        <p:nvSpPr>
          <p:cNvPr id="119812" name="Rectangle 3"/>
          <p:cNvSpPr>
            <a:spLocks noGrp="1" noChangeArrowheads="1"/>
          </p:cNvSpPr>
          <p:nvPr>
            <p:ph type="body" idx="1"/>
          </p:nvPr>
        </p:nvSpPr>
        <p:spPr>
          <a:noFill/>
          <a:ln/>
        </p:spPr>
        <p:txBody>
          <a:bodyPr/>
          <a:lstStyle/>
          <a:p>
            <a:pPr eaLnBrk="1" hangingPunct="1"/>
            <a:endParaRPr lang="fr-FR" smtClean="0">
              <a:latin typeface="Times New Roman" pitchFamily="18" charset="0"/>
              <a:ea typeface="ＭＳ Ｐゴシック" pitchFamily="-112" charset="-128"/>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7"/>
          <p:cNvSpPr>
            <a:spLocks noGrp="1" noChangeArrowheads="1"/>
          </p:cNvSpPr>
          <p:nvPr>
            <p:ph type="sldNum" sz="quarter" idx="5"/>
          </p:nvPr>
        </p:nvSpPr>
        <p:spPr>
          <a:noFill/>
        </p:spPr>
        <p:txBody>
          <a:bodyPr/>
          <a:lstStyle/>
          <a:p>
            <a:fld id="{26CDE376-34E6-4DA5-8329-CAEDDE7628DC}" type="slidenum">
              <a:rPr lang="en-US"/>
              <a:pPr/>
              <a:t>58</a:t>
            </a:fld>
            <a:endParaRPr lang="en-US"/>
          </a:p>
        </p:txBody>
      </p:sp>
      <p:sp>
        <p:nvSpPr>
          <p:cNvPr id="120835" name="Rectangle 2"/>
          <p:cNvSpPr>
            <a:spLocks noGrp="1" noRot="1" noChangeAspect="1" noChangeArrowheads="1" noTextEdit="1"/>
          </p:cNvSpPr>
          <p:nvPr>
            <p:ph type="sldImg"/>
          </p:nvPr>
        </p:nvSpPr>
        <p:spPr>
          <a:ln/>
        </p:spPr>
      </p:sp>
      <p:sp>
        <p:nvSpPr>
          <p:cNvPr id="120836" name="Rectangle 3"/>
          <p:cNvSpPr>
            <a:spLocks noGrp="1" noChangeArrowheads="1"/>
          </p:cNvSpPr>
          <p:nvPr>
            <p:ph type="body" idx="1"/>
          </p:nvPr>
        </p:nvSpPr>
        <p:spPr>
          <a:noFill/>
          <a:ln/>
        </p:spPr>
        <p:txBody>
          <a:bodyPr/>
          <a:lstStyle/>
          <a:p>
            <a:pPr eaLnBrk="1" hangingPunct="1"/>
            <a:endParaRPr lang="fr-FR" smtClean="0">
              <a:latin typeface="Times New Roman" pitchFamily="18" charset="0"/>
              <a:ea typeface="ＭＳ Ｐゴシック" pitchFamily="-112" charset="-128"/>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fr-FR"/>
          </a:p>
        </p:txBody>
      </p:sp>
      <p:sp>
        <p:nvSpPr>
          <p:cNvPr id="5" name="Rectangle 5"/>
          <p:cNvSpPr>
            <a:spLocks noGrp="1" noChangeArrowheads="1"/>
          </p:cNvSpPr>
          <p:nvPr>
            <p:ph type="ftr" sz="quarter" idx="11"/>
          </p:nvPr>
        </p:nvSpPr>
        <p:spPr>
          <a:ln/>
        </p:spPr>
        <p:txBody>
          <a:bodyPr/>
          <a:lstStyle>
            <a:lvl1pPr>
              <a:defRPr/>
            </a:lvl1pPr>
          </a:lstStyle>
          <a:p>
            <a:pPr>
              <a:defRPr/>
            </a:pPr>
            <a:endParaRPr lang="fr-FR"/>
          </a:p>
        </p:txBody>
      </p:sp>
      <p:sp>
        <p:nvSpPr>
          <p:cNvPr id="6" name="Rectangle 6"/>
          <p:cNvSpPr>
            <a:spLocks noGrp="1" noChangeArrowheads="1"/>
          </p:cNvSpPr>
          <p:nvPr>
            <p:ph type="sldNum" sz="quarter" idx="12"/>
          </p:nvPr>
        </p:nvSpPr>
        <p:spPr>
          <a:ln/>
        </p:spPr>
        <p:txBody>
          <a:bodyPr/>
          <a:lstStyle>
            <a:lvl1pPr>
              <a:defRPr/>
            </a:lvl1pPr>
          </a:lstStyle>
          <a:p>
            <a:pPr>
              <a:defRPr/>
            </a:pPr>
            <a:fld id="{FC892CC7-50CF-4F96-A06D-8F28944287C2}" type="slidenum">
              <a:rPr lang="en-US"/>
              <a:pPr>
                <a:defRPr/>
              </a:pPr>
              <a:t>‹#›</a:t>
            </a:fld>
            <a:endParaRPr lang="en-US"/>
          </a:p>
        </p:txBody>
      </p:sp>
    </p:spTree>
  </p:cSld>
  <p:clrMapOvr>
    <a:masterClrMapping/>
  </p:clrMapOvr>
  <p:transition advClick="0">
    <p:dissolv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fr-FR"/>
          </a:p>
        </p:txBody>
      </p:sp>
      <p:sp>
        <p:nvSpPr>
          <p:cNvPr id="5" name="Rectangle 5"/>
          <p:cNvSpPr>
            <a:spLocks noGrp="1" noChangeArrowheads="1"/>
          </p:cNvSpPr>
          <p:nvPr>
            <p:ph type="ftr" sz="quarter" idx="11"/>
          </p:nvPr>
        </p:nvSpPr>
        <p:spPr>
          <a:ln/>
        </p:spPr>
        <p:txBody>
          <a:bodyPr/>
          <a:lstStyle>
            <a:lvl1pPr>
              <a:defRPr/>
            </a:lvl1pPr>
          </a:lstStyle>
          <a:p>
            <a:pPr>
              <a:defRPr/>
            </a:pPr>
            <a:endParaRPr lang="fr-FR"/>
          </a:p>
        </p:txBody>
      </p:sp>
      <p:sp>
        <p:nvSpPr>
          <p:cNvPr id="6" name="Rectangle 6"/>
          <p:cNvSpPr>
            <a:spLocks noGrp="1" noChangeArrowheads="1"/>
          </p:cNvSpPr>
          <p:nvPr>
            <p:ph type="sldNum" sz="quarter" idx="12"/>
          </p:nvPr>
        </p:nvSpPr>
        <p:spPr>
          <a:ln/>
        </p:spPr>
        <p:txBody>
          <a:bodyPr/>
          <a:lstStyle>
            <a:lvl1pPr>
              <a:defRPr/>
            </a:lvl1pPr>
          </a:lstStyle>
          <a:p>
            <a:pPr>
              <a:defRPr/>
            </a:pPr>
            <a:fld id="{4AB0995D-70F2-409D-919B-AEEA79164CDB}" type="slidenum">
              <a:rPr lang="en-US"/>
              <a:pPr>
                <a:defRPr/>
              </a:pPr>
              <a:t>‹#›</a:t>
            </a:fld>
            <a:endParaRPr lang="en-US"/>
          </a:p>
        </p:txBody>
      </p:sp>
    </p:spTree>
  </p:cSld>
  <p:clrMapOvr>
    <a:masterClrMapping/>
  </p:clrMapOvr>
  <p:transition advClick="0">
    <p:dissolv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fr-FR"/>
          </a:p>
        </p:txBody>
      </p:sp>
      <p:sp>
        <p:nvSpPr>
          <p:cNvPr id="5" name="Rectangle 5"/>
          <p:cNvSpPr>
            <a:spLocks noGrp="1" noChangeArrowheads="1"/>
          </p:cNvSpPr>
          <p:nvPr>
            <p:ph type="ftr" sz="quarter" idx="11"/>
          </p:nvPr>
        </p:nvSpPr>
        <p:spPr>
          <a:ln/>
        </p:spPr>
        <p:txBody>
          <a:bodyPr/>
          <a:lstStyle>
            <a:lvl1pPr>
              <a:defRPr/>
            </a:lvl1pPr>
          </a:lstStyle>
          <a:p>
            <a:pPr>
              <a:defRPr/>
            </a:pPr>
            <a:endParaRPr lang="fr-FR"/>
          </a:p>
        </p:txBody>
      </p:sp>
      <p:sp>
        <p:nvSpPr>
          <p:cNvPr id="6" name="Rectangle 6"/>
          <p:cNvSpPr>
            <a:spLocks noGrp="1" noChangeArrowheads="1"/>
          </p:cNvSpPr>
          <p:nvPr>
            <p:ph type="sldNum" sz="quarter" idx="12"/>
          </p:nvPr>
        </p:nvSpPr>
        <p:spPr>
          <a:ln/>
        </p:spPr>
        <p:txBody>
          <a:bodyPr/>
          <a:lstStyle>
            <a:lvl1pPr>
              <a:defRPr/>
            </a:lvl1pPr>
          </a:lstStyle>
          <a:p>
            <a:pPr>
              <a:defRPr/>
            </a:pPr>
            <a:fld id="{EB59CC17-DD4C-48E2-AD9E-4E722338264F}" type="slidenum">
              <a:rPr lang="en-US"/>
              <a:pPr>
                <a:defRPr/>
              </a:pPr>
              <a:t>‹#›</a:t>
            </a:fld>
            <a:endParaRPr lang="en-US"/>
          </a:p>
        </p:txBody>
      </p:sp>
    </p:spTree>
  </p:cSld>
  <p:clrMapOvr>
    <a:masterClrMapping/>
  </p:clrMapOvr>
  <p:transition advClick="0">
    <p:dissolv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fr-FR"/>
          </a:p>
        </p:txBody>
      </p:sp>
      <p:sp>
        <p:nvSpPr>
          <p:cNvPr id="6" name="Rectangle 5"/>
          <p:cNvSpPr>
            <a:spLocks noGrp="1" noChangeArrowheads="1"/>
          </p:cNvSpPr>
          <p:nvPr>
            <p:ph type="ftr" sz="quarter" idx="11"/>
          </p:nvPr>
        </p:nvSpPr>
        <p:spPr>
          <a:ln/>
        </p:spPr>
        <p:txBody>
          <a:bodyPr/>
          <a:lstStyle>
            <a:lvl1pPr>
              <a:defRPr/>
            </a:lvl1pPr>
          </a:lstStyle>
          <a:p>
            <a:pPr>
              <a:defRPr/>
            </a:pPr>
            <a:endParaRPr lang="fr-FR"/>
          </a:p>
        </p:txBody>
      </p:sp>
      <p:sp>
        <p:nvSpPr>
          <p:cNvPr id="7" name="Rectangle 6"/>
          <p:cNvSpPr>
            <a:spLocks noGrp="1" noChangeArrowheads="1"/>
          </p:cNvSpPr>
          <p:nvPr>
            <p:ph type="sldNum" sz="quarter" idx="12"/>
          </p:nvPr>
        </p:nvSpPr>
        <p:spPr>
          <a:ln/>
        </p:spPr>
        <p:txBody>
          <a:bodyPr/>
          <a:lstStyle>
            <a:lvl1pPr>
              <a:defRPr/>
            </a:lvl1pPr>
          </a:lstStyle>
          <a:p>
            <a:pPr>
              <a:defRPr/>
            </a:pPr>
            <a:fld id="{CA59C226-025D-4F85-B1C0-985BECE40270}" type="slidenum">
              <a:rPr lang="en-US"/>
              <a:pPr>
                <a:defRPr/>
              </a:pPr>
              <a:t>‹#›</a:t>
            </a:fld>
            <a:endParaRPr lang="en-US"/>
          </a:p>
        </p:txBody>
      </p:sp>
    </p:spTree>
  </p:cSld>
  <p:clrMapOvr>
    <a:masterClrMapping/>
  </p:clrMapOvr>
  <p:transition advClick="0">
    <p:dissolv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fr-FR"/>
          </a:p>
        </p:txBody>
      </p:sp>
      <p:sp>
        <p:nvSpPr>
          <p:cNvPr id="8" name="Rectangle 5"/>
          <p:cNvSpPr>
            <a:spLocks noGrp="1" noChangeArrowheads="1"/>
          </p:cNvSpPr>
          <p:nvPr>
            <p:ph type="ftr" sz="quarter" idx="11"/>
          </p:nvPr>
        </p:nvSpPr>
        <p:spPr>
          <a:ln/>
        </p:spPr>
        <p:txBody>
          <a:bodyPr/>
          <a:lstStyle>
            <a:lvl1pPr>
              <a:defRPr/>
            </a:lvl1pPr>
          </a:lstStyle>
          <a:p>
            <a:pPr>
              <a:defRPr/>
            </a:pPr>
            <a:endParaRPr lang="fr-FR"/>
          </a:p>
        </p:txBody>
      </p:sp>
      <p:sp>
        <p:nvSpPr>
          <p:cNvPr id="9" name="Rectangle 6"/>
          <p:cNvSpPr>
            <a:spLocks noGrp="1" noChangeArrowheads="1"/>
          </p:cNvSpPr>
          <p:nvPr>
            <p:ph type="sldNum" sz="quarter" idx="12"/>
          </p:nvPr>
        </p:nvSpPr>
        <p:spPr>
          <a:ln/>
        </p:spPr>
        <p:txBody>
          <a:bodyPr/>
          <a:lstStyle>
            <a:lvl1pPr>
              <a:defRPr/>
            </a:lvl1pPr>
          </a:lstStyle>
          <a:p>
            <a:pPr>
              <a:defRPr/>
            </a:pPr>
            <a:fld id="{E1A80EE3-78CD-45C3-BFA5-A10DFA37199F}" type="slidenum">
              <a:rPr lang="en-US"/>
              <a:pPr>
                <a:defRPr/>
              </a:pPr>
              <a:t>‹#›</a:t>
            </a:fld>
            <a:endParaRPr lang="en-US"/>
          </a:p>
        </p:txBody>
      </p:sp>
    </p:spTree>
  </p:cSld>
  <p:clrMapOvr>
    <a:masterClrMapping/>
  </p:clrMapOvr>
  <p:transition advClick="0">
    <p:dissolv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a:defRPr/>
            </a:pPr>
            <a:endParaRPr lang="fr-FR"/>
          </a:p>
        </p:txBody>
      </p:sp>
      <p:sp>
        <p:nvSpPr>
          <p:cNvPr id="4" name="Rectangle 5"/>
          <p:cNvSpPr>
            <a:spLocks noGrp="1" noChangeArrowheads="1"/>
          </p:cNvSpPr>
          <p:nvPr>
            <p:ph type="ftr" sz="quarter" idx="11"/>
          </p:nvPr>
        </p:nvSpPr>
        <p:spPr>
          <a:ln/>
        </p:spPr>
        <p:txBody>
          <a:bodyPr/>
          <a:lstStyle>
            <a:lvl1pPr>
              <a:defRPr/>
            </a:lvl1pPr>
          </a:lstStyle>
          <a:p>
            <a:pPr>
              <a:defRPr/>
            </a:pPr>
            <a:endParaRPr lang="fr-FR"/>
          </a:p>
        </p:txBody>
      </p:sp>
      <p:sp>
        <p:nvSpPr>
          <p:cNvPr id="5" name="Rectangle 6"/>
          <p:cNvSpPr>
            <a:spLocks noGrp="1" noChangeArrowheads="1"/>
          </p:cNvSpPr>
          <p:nvPr>
            <p:ph type="sldNum" sz="quarter" idx="12"/>
          </p:nvPr>
        </p:nvSpPr>
        <p:spPr>
          <a:ln/>
        </p:spPr>
        <p:txBody>
          <a:bodyPr/>
          <a:lstStyle>
            <a:lvl1pPr>
              <a:defRPr/>
            </a:lvl1pPr>
          </a:lstStyle>
          <a:p>
            <a:pPr>
              <a:defRPr/>
            </a:pPr>
            <a:fld id="{8F774B04-9616-4CBE-B66C-F56DDBE9DFB8}" type="slidenum">
              <a:rPr lang="en-US"/>
              <a:pPr>
                <a:defRPr/>
              </a:pPr>
              <a:t>‹#›</a:t>
            </a:fld>
            <a:endParaRPr lang="en-US"/>
          </a:p>
        </p:txBody>
      </p:sp>
    </p:spTree>
  </p:cSld>
  <p:clrMapOvr>
    <a:masterClrMapping/>
  </p:clrMapOvr>
  <p:transition advClick="0">
    <p:dissolv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fr-FR"/>
          </a:p>
        </p:txBody>
      </p:sp>
      <p:sp>
        <p:nvSpPr>
          <p:cNvPr id="3" name="Rectangle 5"/>
          <p:cNvSpPr>
            <a:spLocks noGrp="1" noChangeArrowheads="1"/>
          </p:cNvSpPr>
          <p:nvPr>
            <p:ph type="ftr" sz="quarter" idx="11"/>
          </p:nvPr>
        </p:nvSpPr>
        <p:spPr>
          <a:ln/>
        </p:spPr>
        <p:txBody>
          <a:bodyPr/>
          <a:lstStyle>
            <a:lvl1pPr>
              <a:defRPr/>
            </a:lvl1pPr>
          </a:lstStyle>
          <a:p>
            <a:pPr>
              <a:defRPr/>
            </a:pPr>
            <a:endParaRPr lang="fr-FR"/>
          </a:p>
        </p:txBody>
      </p:sp>
      <p:sp>
        <p:nvSpPr>
          <p:cNvPr id="4" name="Rectangle 6"/>
          <p:cNvSpPr>
            <a:spLocks noGrp="1" noChangeArrowheads="1"/>
          </p:cNvSpPr>
          <p:nvPr>
            <p:ph type="sldNum" sz="quarter" idx="12"/>
          </p:nvPr>
        </p:nvSpPr>
        <p:spPr>
          <a:ln/>
        </p:spPr>
        <p:txBody>
          <a:bodyPr/>
          <a:lstStyle>
            <a:lvl1pPr>
              <a:defRPr/>
            </a:lvl1pPr>
          </a:lstStyle>
          <a:p>
            <a:pPr>
              <a:defRPr/>
            </a:pPr>
            <a:fld id="{27B94C4D-E202-486A-9F29-152AA1F7457E}" type="slidenum">
              <a:rPr lang="en-US"/>
              <a:pPr>
                <a:defRPr/>
              </a:pPr>
              <a:t>‹#›</a:t>
            </a:fld>
            <a:endParaRPr lang="en-US"/>
          </a:p>
        </p:txBody>
      </p:sp>
    </p:spTree>
  </p:cSld>
  <p:clrMapOvr>
    <a:masterClrMapping/>
  </p:clrMapOvr>
  <p:transition advClick="0">
    <p:dissolv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fr-FR"/>
          </a:p>
        </p:txBody>
      </p:sp>
      <p:sp>
        <p:nvSpPr>
          <p:cNvPr id="6" name="Rectangle 5"/>
          <p:cNvSpPr>
            <a:spLocks noGrp="1" noChangeArrowheads="1"/>
          </p:cNvSpPr>
          <p:nvPr>
            <p:ph type="ftr" sz="quarter" idx="11"/>
          </p:nvPr>
        </p:nvSpPr>
        <p:spPr>
          <a:ln/>
        </p:spPr>
        <p:txBody>
          <a:bodyPr/>
          <a:lstStyle>
            <a:lvl1pPr>
              <a:defRPr/>
            </a:lvl1pPr>
          </a:lstStyle>
          <a:p>
            <a:pPr>
              <a:defRPr/>
            </a:pPr>
            <a:endParaRPr lang="fr-FR"/>
          </a:p>
        </p:txBody>
      </p:sp>
      <p:sp>
        <p:nvSpPr>
          <p:cNvPr id="7" name="Rectangle 6"/>
          <p:cNvSpPr>
            <a:spLocks noGrp="1" noChangeArrowheads="1"/>
          </p:cNvSpPr>
          <p:nvPr>
            <p:ph type="sldNum" sz="quarter" idx="12"/>
          </p:nvPr>
        </p:nvSpPr>
        <p:spPr>
          <a:ln/>
        </p:spPr>
        <p:txBody>
          <a:bodyPr/>
          <a:lstStyle>
            <a:lvl1pPr>
              <a:defRPr/>
            </a:lvl1pPr>
          </a:lstStyle>
          <a:p>
            <a:pPr>
              <a:defRPr/>
            </a:pPr>
            <a:fld id="{16A86C12-E921-442B-9E3C-DC0BEFBAB63F}" type="slidenum">
              <a:rPr lang="en-US"/>
              <a:pPr>
                <a:defRPr/>
              </a:pPr>
              <a:t>‹#›</a:t>
            </a:fld>
            <a:endParaRPr lang="en-US"/>
          </a:p>
        </p:txBody>
      </p:sp>
    </p:spTree>
  </p:cSld>
  <p:clrMapOvr>
    <a:masterClrMapping/>
  </p:clrMapOvr>
  <p:transition advClick="0">
    <p:dissolv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fr-FR"/>
          </a:p>
        </p:txBody>
      </p:sp>
      <p:sp>
        <p:nvSpPr>
          <p:cNvPr id="6" name="Rectangle 5"/>
          <p:cNvSpPr>
            <a:spLocks noGrp="1" noChangeArrowheads="1"/>
          </p:cNvSpPr>
          <p:nvPr>
            <p:ph type="ftr" sz="quarter" idx="11"/>
          </p:nvPr>
        </p:nvSpPr>
        <p:spPr>
          <a:ln/>
        </p:spPr>
        <p:txBody>
          <a:bodyPr/>
          <a:lstStyle>
            <a:lvl1pPr>
              <a:defRPr/>
            </a:lvl1pPr>
          </a:lstStyle>
          <a:p>
            <a:pPr>
              <a:defRPr/>
            </a:pPr>
            <a:endParaRPr lang="fr-FR"/>
          </a:p>
        </p:txBody>
      </p:sp>
      <p:sp>
        <p:nvSpPr>
          <p:cNvPr id="7" name="Rectangle 6"/>
          <p:cNvSpPr>
            <a:spLocks noGrp="1" noChangeArrowheads="1"/>
          </p:cNvSpPr>
          <p:nvPr>
            <p:ph type="sldNum" sz="quarter" idx="12"/>
          </p:nvPr>
        </p:nvSpPr>
        <p:spPr>
          <a:ln/>
        </p:spPr>
        <p:txBody>
          <a:bodyPr/>
          <a:lstStyle>
            <a:lvl1pPr>
              <a:defRPr/>
            </a:lvl1pPr>
          </a:lstStyle>
          <a:p>
            <a:pPr>
              <a:defRPr/>
            </a:pPr>
            <a:fld id="{B0E2BD07-4436-4FF7-AB6B-08ECEFC3D282}" type="slidenum">
              <a:rPr lang="en-US"/>
              <a:pPr>
                <a:defRPr/>
              </a:pPr>
              <a:t>‹#›</a:t>
            </a:fld>
            <a:endParaRPr lang="en-US"/>
          </a:p>
        </p:txBody>
      </p:sp>
    </p:spTree>
  </p:cSld>
  <p:clrMapOvr>
    <a:masterClrMapping/>
  </p:clrMapOvr>
  <p:transition advClick="0">
    <p:dissolv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fr-FR"/>
          </a:p>
        </p:txBody>
      </p:sp>
      <p:sp>
        <p:nvSpPr>
          <p:cNvPr id="5" name="Rectangle 5"/>
          <p:cNvSpPr>
            <a:spLocks noGrp="1" noChangeArrowheads="1"/>
          </p:cNvSpPr>
          <p:nvPr>
            <p:ph type="ftr" sz="quarter" idx="11"/>
          </p:nvPr>
        </p:nvSpPr>
        <p:spPr>
          <a:ln/>
        </p:spPr>
        <p:txBody>
          <a:bodyPr/>
          <a:lstStyle>
            <a:lvl1pPr>
              <a:defRPr/>
            </a:lvl1pPr>
          </a:lstStyle>
          <a:p>
            <a:pPr>
              <a:defRPr/>
            </a:pPr>
            <a:endParaRPr lang="fr-FR"/>
          </a:p>
        </p:txBody>
      </p:sp>
      <p:sp>
        <p:nvSpPr>
          <p:cNvPr id="6" name="Rectangle 6"/>
          <p:cNvSpPr>
            <a:spLocks noGrp="1" noChangeArrowheads="1"/>
          </p:cNvSpPr>
          <p:nvPr>
            <p:ph type="sldNum" sz="quarter" idx="12"/>
          </p:nvPr>
        </p:nvSpPr>
        <p:spPr>
          <a:ln/>
        </p:spPr>
        <p:txBody>
          <a:bodyPr/>
          <a:lstStyle>
            <a:lvl1pPr>
              <a:defRPr/>
            </a:lvl1pPr>
          </a:lstStyle>
          <a:p>
            <a:pPr>
              <a:defRPr/>
            </a:pPr>
            <a:fld id="{C6221990-F19A-4BE5-9C64-4518F119A598}" type="slidenum">
              <a:rPr lang="en-US"/>
              <a:pPr>
                <a:defRPr/>
              </a:pPr>
              <a:t>‹#›</a:t>
            </a:fld>
            <a:endParaRPr lang="en-US"/>
          </a:p>
        </p:txBody>
      </p:sp>
    </p:spTree>
  </p:cSld>
  <p:clrMapOvr>
    <a:masterClrMapping/>
  </p:clrMapOvr>
  <p:transition advClick="0">
    <p:dissolv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fr-FR"/>
          </a:p>
        </p:txBody>
      </p:sp>
      <p:sp>
        <p:nvSpPr>
          <p:cNvPr id="5" name="Rectangle 5"/>
          <p:cNvSpPr>
            <a:spLocks noGrp="1" noChangeArrowheads="1"/>
          </p:cNvSpPr>
          <p:nvPr>
            <p:ph type="ftr" sz="quarter" idx="11"/>
          </p:nvPr>
        </p:nvSpPr>
        <p:spPr>
          <a:ln/>
        </p:spPr>
        <p:txBody>
          <a:bodyPr/>
          <a:lstStyle>
            <a:lvl1pPr>
              <a:defRPr/>
            </a:lvl1pPr>
          </a:lstStyle>
          <a:p>
            <a:pPr>
              <a:defRPr/>
            </a:pPr>
            <a:endParaRPr lang="fr-FR"/>
          </a:p>
        </p:txBody>
      </p:sp>
      <p:sp>
        <p:nvSpPr>
          <p:cNvPr id="6" name="Rectangle 6"/>
          <p:cNvSpPr>
            <a:spLocks noGrp="1" noChangeArrowheads="1"/>
          </p:cNvSpPr>
          <p:nvPr>
            <p:ph type="sldNum" sz="quarter" idx="12"/>
          </p:nvPr>
        </p:nvSpPr>
        <p:spPr>
          <a:ln/>
        </p:spPr>
        <p:txBody>
          <a:bodyPr/>
          <a:lstStyle>
            <a:lvl1pPr>
              <a:defRPr/>
            </a:lvl1pPr>
          </a:lstStyle>
          <a:p>
            <a:pPr>
              <a:defRPr/>
            </a:pPr>
            <a:fld id="{A6AB7EB5-5E88-491B-9E45-AFEC9D58BC3C}" type="slidenum">
              <a:rPr lang="en-US"/>
              <a:pPr>
                <a:defRPr/>
              </a:pPr>
              <a:t>‹#›</a:t>
            </a:fld>
            <a:endParaRPr lang="en-US"/>
          </a:p>
        </p:txBody>
      </p:sp>
    </p:spTree>
  </p:cSld>
  <p:clrMapOvr>
    <a:masterClrMapping/>
  </p:clrMapOvr>
  <p:transition advClick="0">
    <p:dissolv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Rectangle 3"/>
          <p:cNvSpPr>
            <a:spLocks noGrp="1" noChangeArrowheads="1"/>
          </p:cNvSpPr>
          <p:nvPr>
            <p:ph type="body" idx="1"/>
          </p:nvPr>
        </p:nvSpPr>
        <p:spPr bwMode="auto">
          <a:xfrm>
            <a:off x="685800" y="1981200"/>
            <a:ext cx="77724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smtClean="0">
                <a:latin typeface="Times New Roman" pitchFamily="18" charset="0"/>
              </a:defRPr>
            </a:lvl1pPr>
          </a:lstStyle>
          <a:p>
            <a:pPr>
              <a:defRPr/>
            </a:pPr>
            <a:endParaRPr lang="fr-FR"/>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smtClean="0">
                <a:latin typeface="Times New Roman" pitchFamily="18" charset="0"/>
              </a:defRPr>
            </a:lvl1pPr>
          </a:lstStyle>
          <a:p>
            <a:pPr>
              <a:defRPr/>
            </a:pPr>
            <a:endParaRPr lang="fr-FR"/>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smtClean="0">
                <a:latin typeface="Times New Roman" pitchFamily="18" charset="0"/>
              </a:defRPr>
            </a:lvl1pPr>
          </a:lstStyle>
          <a:p>
            <a:pPr>
              <a:defRPr/>
            </a:pPr>
            <a:fld id="{C8B75E47-D3F4-48F9-A8B2-DFAAAD2035DD}"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advClick="0">
    <p:dissolve/>
  </p:transition>
  <p:txStyles>
    <p:titleStyle>
      <a:lvl1pPr algn="ctr" rtl="0" eaLnBrk="0" fontAlgn="base" hangingPunct="0">
        <a:spcBef>
          <a:spcPct val="0"/>
        </a:spcBef>
        <a:spcAft>
          <a:spcPct val="0"/>
        </a:spcAft>
        <a:defRPr sz="4400">
          <a:solidFill>
            <a:schemeClr val="tx2"/>
          </a:solidFill>
          <a:latin typeface="+mj-lt"/>
          <a:ea typeface="ＭＳ Ｐゴシック" pitchFamily="-80" charset="-128"/>
          <a:cs typeface="ＭＳ Ｐゴシック" pitchFamily="-80" charset="-128"/>
        </a:defRPr>
      </a:lvl1pPr>
      <a:lvl2pPr algn="ctr" rtl="0" eaLnBrk="0" fontAlgn="base" hangingPunct="0">
        <a:spcBef>
          <a:spcPct val="0"/>
        </a:spcBef>
        <a:spcAft>
          <a:spcPct val="0"/>
        </a:spcAft>
        <a:defRPr sz="4400">
          <a:solidFill>
            <a:schemeClr val="tx2"/>
          </a:solidFill>
          <a:latin typeface="Times New Roman" pitchFamily="-80" charset="0"/>
          <a:ea typeface="ＭＳ Ｐゴシック" pitchFamily="-80" charset="-128"/>
          <a:cs typeface="ＭＳ Ｐゴシック" pitchFamily="-80" charset="-128"/>
        </a:defRPr>
      </a:lvl2pPr>
      <a:lvl3pPr algn="ctr" rtl="0" eaLnBrk="0" fontAlgn="base" hangingPunct="0">
        <a:spcBef>
          <a:spcPct val="0"/>
        </a:spcBef>
        <a:spcAft>
          <a:spcPct val="0"/>
        </a:spcAft>
        <a:defRPr sz="4400">
          <a:solidFill>
            <a:schemeClr val="tx2"/>
          </a:solidFill>
          <a:latin typeface="Times New Roman" pitchFamily="-80" charset="0"/>
          <a:ea typeface="ＭＳ Ｐゴシック" pitchFamily="-80" charset="-128"/>
          <a:cs typeface="ＭＳ Ｐゴシック" pitchFamily="-80" charset="-128"/>
        </a:defRPr>
      </a:lvl3pPr>
      <a:lvl4pPr algn="ctr" rtl="0" eaLnBrk="0" fontAlgn="base" hangingPunct="0">
        <a:spcBef>
          <a:spcPct val="0"/>
        </a:spcBef>
        <a:spcAft>
          <a:spcPct val="0"/>
        </a:spcAft>
        <a:defRPr sz="4400">
          <a:solidFill>
            <a:schemeClr val="tx2"/>
          </a:solidFill>
          <a:latin typeface="Times New Roman" pitchFamily="-80" charset="0"/>
          <a:ea typeface="ＭＳ Ｐゴシック" pitchFamily="-80" charset="-128"/>
          <a:cs typeface="ＭＳ Ｐゴシック" pitchFamily="-80" charset="-128"/>
        </a:defRPr>
      </a:lvl4pPr>
      <a:lvl5pPr algn="ctr" rtl="0" eaLnBrk="0" fontAlgn="base" hangingPunct="0">
        <a:spcBef>
          <a:spcPct val="0"/>
        </a:spcBef>
        <a:spcAft>
          <a:spcPct val="0"/>
        </a:spcAft>
        <a:defRPr sz="4400">
          <a:solidFill>
            <a:schemeClr val="tx2"/>
          </a:solidFill>
          <a:latin typeface="Times New Roman" pitchFamily="-80" charset="0"/>
          <a:ea typeface="ＭＳ Ｐゴシック" pitchFamily="-80" charset="-128"/>
          <a:cs typeface="ＭＳ Ｐゴシック" pitchFamily="-80" charset="-128"/>
        </a:defRPr>
      </a:lvl5pPr>
      <a:lvl6pPr marL="457200" algn="ctr" rtl="0" fontAlgn="base">
        <a:spcBef>
          <a:spcPct val="0"/>
        </a:spcBef>
        <a:spcAft>
          <a:spcPct val="0"/>
        </a:spcAft>
        <a:defRPr sz="4400">
          <a:solidFill>
            <a:schemeClr val="tx2"/>
          </a:solidFill>
          <a:latin typeface="Times New Roman" pitchFamily="-80" charset="0"/>
        </a:defRPr>
      </a:lvl6pPr>
      <a:lvl7pPr marL="914400" algn="ctr" rtl="0" fontAlgn="base">
        <a:spcBef>
          <a:spcPct val="0"/>
        </a:spcBef>
        <a:spcAft>
          <a:spcPct val="0"/>
        </a:spcAft>
        <a:defRPr sz="4400">
          <a:solidFill>
            <a:schemeClr val="tx2"/>
          </a:solidFill>
          <a:latin typeface="Times New Roman" pitchFamily="-80" charset="0"/>
        </a:defRPr>
      </a:lvl7pPr>
      <a:lvl8pPr marL="1371600" algn="ctr" rtl="0" fontAlgn="base">
        <a:spcBef>
          <a:spcPct val="0"/>
        </a:spcBef>
        <a:spcAft>
          <a:spcPct val="0"/>
        </a:spcAft>
        <a:defRPr sz="4400">
          <a:solidFill>
            <a:schemeClr val="tx2"/>
          </a:solidFill>
          <a:latin typeface="Times New Roman" pitchFamily="-80" charset="0"/>
        </a:defRPr>
      </a:lvl8pPr>
      <a:lvl9pPr marL="1828800" algn="ctr" rtl="0" fontAlgn="base">
        <a:spcBef>
          <a:spcPct val="0"/>
        </a:spcBef>
        <a:spcAft>
          <a:spcPct val="0"/>
        </a:spcAft>
        <a:defRPr sz="4400">
          <a:solidFill>
            <a:schemeClr val="tx2"/>
          </a:solidFill>
          <a:latin typeface="Times New Roman" pitchFamily="-80"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ＭＳ Ｐゴシック" pitchFamily="-80" charset="-128"/>
          <a:cs typeface="ＭＳ Ｐゴシック" pitchFamily="-80" charset="-128"/>
        </a:defRPr>
      </a:lvl1pPr>
      <a:lvl2pPr marL="742950" indent="-285750" algn="l" rtl="0" eaLnBrk="0" fontAlgn="base" hangingPunct="0">
        <a:spcBef>
          <a:spcPct val="20000"/>
        </a:spcBef>
        <a:spcAft>
          <a:spcPct val="0"/>
        </a:spcAft>
        <a:buChar char="–"/>
        <a:defRPr sz="2800">
          <a:solidFill>
            <a:schemeClr val="tx1"/>
          </a:solidFill>
          <a:latin typeface="+mn-lt"/>
          <a:ea typeface="ＭＳ Ｐゴシック" pitchFamily="-80" charset="-128"/>
        </a:defRPr>
      </a:lvl2pPr>
      <a:lvl3pPr marL="1143000" indent="-228600" algn="l" rtl="0" eaLnBrk="0" fontAlgn="base" hangingPunct="0">
        <a:spcBef>
          <a:spcPct val="20000"/>
        </a:spcBef>
        <a:spcAft>
          <a:spcPct val="0"/>
        </a:spcAft>
        <a:buChar char="•"/>
        <a:defRPr sz="2400">
          <a:solidFill>
            <a:schemeClr val="tx1"/>
          </a:solidFill>
          <a:latin typeface="+mn-lt"/>
          <a:ea typeface="ＭＳ Ｐゴシック" pitchFamily="-80" charset="-128"/>
        </a:defRPr>
      </a:lvl3pPr>
      <a:lvl4pPr marL="1600200" indent="-228600" algn="l" rtl="0" eaLnBrk="0" fontAlgn="base" hangingPunct="0">
        <a:spcBef>
          <a:spcPct val="20000"/>
        </a:spcBef>
        <a:spcAft>
          <a:spcPct val="0"/>
        </a:spcAft>
        <a:buChar char="–"/>
        <a:defRPr sz="2000">
          <a:solidFill>
            <a:schemeClr val="tx1"/>
          </a:solidFill>
          <a:latin typeface="+mn-lt"/>
          <a:ea typeface="ＭＳ Ｐゴシック" pitchFamily="-80" charset="-128"/>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pitchFamily="-80" charset="-128"/>
        </a:defRPr>
      </a:lvl5pPr>
      <a:lvl6pPr marL="2514600" indent="-228600" algn="l" rtl="0" fontAlgn="base">
        <a:spcBef>
          <a:spcPct val="20000"/>
        </a:spcBef>
        <a:spcAft>
          <a:spcPct val="0"/>
        </a:spcAft>
        <a:buChar char="»"/>
        <a:defRPr sz="2000">
          <a:solidFill>
            <a:schemeClr val="tx1"/>
          </a:solidFill>
          <a:latin typeface="+mn-lt"/>
          <a:ea typeface="ＭＳ Ｐゴシック" pitchFamily="-80" charset="-128"/>
        </a:defRPr>
      </a:lvl6pPr>
      <a:lvl7pPr marL="2971800" indent="-228600" algn="l" rtl="0" fontAlgn="base">
        <a:spcBef>
          <a:spcPct val="20000"/>
        </a:spcBef>
        <a:spcAft>
          <a:spcPct val="0"/>
        </a:spcAft>
        <a:buChar char="»"/>
        <a:defRPr sz="2000">
          <a:solidFill>
            <a:schemeClr val="tx1"/>
          </a:solidFill>
          <a:latin typeface="+mn-lt"/>
          <a:ea typeface="ＭＳ Ｐゴシック" pitchFamily="-80" charset="-128"/>
        </a:defRPr>
      </a:lvl7pPr>
      <a:lvl8pPr marL="3429000" indent="-228600" algn="l" rtl="0" fontAlgn="base">
        <a:spcBef>
          <a:spcPct val="20000"/>
        </a:spcBef>
        <a:spcAft>
          <a:spcPct val="0"/>
        </a:spcAft>
        <a:buChar char="»"/>
        <a:defRPr sz="2000">
          <a:solidFill>
            <a:schemeClr val="tx1"/>
          </a:solidFill>
          <a:latin typeface="+mn-lt"/>
          <a:ea typeface="ＭＳ Ｐゴシック" pitchFamily="-80" charset="-128"/>
        </a:defRPr>
      </a:lvl8pPr>
      <a:lvl9pPr marL="3886200" indent="-228600" algn="l" rtl="0" fontAlgn="base">
        <a:spcBef>
          <a:spcPct val="20000"/>
        </a:spcBef>
        <a:spcAft>
          <a:spcPct val="0"/>
        </a:spcAft>
        <a:buChar char="»"/>
        <a:defRPr sz="2000">
          <a:solidFill>
            <a:schemeClr val="tx1"/>
          </a:solidFill>
          <a:latin typeface="+mn-lt"/>
          <a:ea typeface="ＭＳ Ｐゴシック" pitchFamily="-80"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8.xml"/><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ext Box 3"/>
          <p:cNvSpPr txBox="1">
            <a:spLocks noChangeArrowheads="1"/>
          </p:cNvSpPr>
          <p:nvPr/>
        </p:nvSpPr>
        <p:spPr bwMode="auto">
          <a:xfrm>
            <a:off x="533400" y="5962650"/>
            <a:ext cx="8305800" cy="458788"/>
          </a:xfrm>
          <a:prstGeom prst="rect">
            <a:avLst/>
          </a:prstGeom>
          <a:noFill/>
          <a:ln w="9525">
            <a:noFill/>
            <a:miter lim="800000"/>
            <a:headEnd/>
            <a:tailEnd/>
          </a:ln>
        </p:spPr>
        <p:txBody>
          <a:bodyPr anchor="ctr">
            <a:spAutoFit/>
          </a:bodyPr>
          <a:lstStyle/>
          <a:p>
            <a:pPr algn="ctr">
              <a:lnSpc>
                <a:spcPct val="90000"/>
              </a:lnSpc>
            </a:pPr>
            <a:r>
              <a:rPr lang="en-US" sz="2600">
                <a:solidFill>
                  <a:srgbClr val="A6A6A6"/>
                </a:solidFill>
                <a:latin typeface="Arial" charset="0"/>
              </a:rPr>
              <a:t>/RobbDThompson                    @RobbThompson </a:t>
            </a:r>
          </a:p>
        </p:txBody>
      </p:sp>
      <p:sp>
        <p:nvSpPr>
          <p:cNvPr id="4" name="Text Box 2"/>
          <p:cNvSpPr txBox="1">
            <a:spLocks noChangeArrowheads="1"/>
          </p:cNvSpPr>
          <p:nvPr/>
        </p:nvSpPr>
        <p:spPr bwMode="auto">
          <a:xfrm>
            <a:off x="533400" y="1828800"/>
            <a:ext cx="8077200" cy="1936750"/>
          </a:xfrm>
          <a:prstGeom prst="rect">
            <a:avLst/>
          </a:prstGeom>
          <a:noFill/>
          <a:ln w="9525">
            <a:noFill/>
            <a:miter lim="800000"/>
            <a:headEnd/>
            <a:tailEnd/>
          </a:ln>
          <a:effectLst>
            <a:outerShdw rotWithShape="0">
              <a:srgbClr val="808080"/>
            </a:outerShdw>
          </a:effectLst>
        </p:spPr>
        <p:txBody>
          <a:bodyPr>
            <a:spAutoFit/>
          </a:bodyPr>
          <a:lstStyle/>
          <a:p>
            <a:pPr algn="ctr">
              <a:lnSpc>
                <a:spcPct val="90000"/>
              </a:lnSpc>
              <a:defRPr/>
            </a:pPr>
            <a:r>
              <a:rPr lang="fr-FR" sz="6600" b="1">
                <a:solidFill>
                  <a:srgbClr val="FFFF00"/>
                </a:solidFill>
                <a:latin typeface="Arial" charset="0"/>
                <a:cs typeface="Times New Roman" pitchFamily="18" charset="0"/>
              </a:rPr>
              <a:t>Le Manifeste</a:t>
            </a:r>
          </a:p>
          <a:p>
            <a:pPr algn="ctr">
              <a:lnSpc>
                <a:spcPct val="90000"/>
              </a:lnSpc>
              <a:defRPr/>
            </a:pPr>
            <a:r>
              <a:rPr lang="fr-FR" sz="6600" b="1">
                <a:solidFill>
                  <a:schemeClr val="bg1"/>
                </a:solidFill>
                <a:latin typeface="Arial" charset="0"/>
                <a:cs typeface="Times New Roman" pitchFamily="18" charset="0"/>
              </a:rPr>
              <a:t>du Croyant</a:t>
            </a:r>
            <a:endParaRPr lang="fr-FR" sz="6600" b="1">
              <a:solidFill>
                <a:srgbClr val="FFFF00"/>
              </a:solidFill>
              <a:latin typeface="Arial" charset="0"/>
              <a:cs typeface="Times New Roman" pitchFamily="18" charset="0"/>
            </a:endParaRPr>
          </a:p>
        </p:txBody>
      </p:sp>
    </p:spTree>
  </p:cSld>
  <p:clrMapOvr>
    <a:masterClrMapping/>
  </p:clrMapOvr>
  <p:transition advClick="0">
    <p:dissolv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3"/>
          <p:cNvSpPr txBox="1">
            <a:spLocks noChangeArrowheads="1"/>
          </p:cNvSpPr>
          <p:nvPr/>
        </p:nvSpPr>
        <p:spPr bwMode="auto">
          <a:xfrm>
            <a:off x="609600" y="765175"/>
            <a:ext cx="8229600" cy="4090988"/>
          </a:xfrm>
          <a:prstGeom prst="rect">
            <a:avLst/>
          </a:prstGeom>
          <a:noFill/>
          <a:ln w="9525">
            <a:noFill/>
            <a:miter lim="800000"/>
            <a:headEnd/>
            <a:tailEnd/>
          </a:ln>
          <a:effectLst>
            <a:outerShdw rotWithShape="0">
              <a:srgbClr val="808080">
                <a:alpha val="79999"/>
              </a:srgbClr>
            </a:outerShdw>
          </a:effectLst>
        </p:spPr>
        <p:txBody>
          <a:bodyPr>
            <a:spAutoFit/>
          </a:bodyPr>
          <a:lstStyle/>
          <a:p>
            <a:pPr>
              <a:lnSpc>
                <a:spcPct val="90000"/>
              </a:lnSpc>
              <a:defRPr/>
            </a:pPr>
            <a:r>
              <a:rPr lang="fr-FR" sz="3600" b="1">
                <a:solidFill>
                  <a:srgbClr val="FFFF00"/>
                </a:solidFill>
                <a:latin typeface="Arial" charset="0"/>
              </a:rPr>
              <a:t>Je suis un croyant… </a:t>
            </a:r>
            <a:r>
              <a:rPr lang="fr-FR" sz="3600" b="1">
                <a:solidFill>
                  <a:schemeClr val="bg1"/>
                </a:solidFill>
                <a:latin typeface="Arial" charset="0"/>
              </a:rPr>
              <a:t>Je crois Dieu… Je ne fais pas que croire en Dieu… </a:t>
            </a:r>
            <a:br>
              <a:rPr lang="fr-FR" sz="3600" b="1">
                <a:solidFill>
                  <a:schemeClr val="bg1"/>
                </a:solidFill>
                <a:latin typeface="Arial" charset="0"/>
              </a:rPr>
            </a:br>
            <a:r>
              <a:rPr lang="fr-FR" sz="3600" b="1">
                <a:solidFill>
                  <a:schemeClr val="bg1"/>
                </a:solidFill>
                <a:latin typeface="Arial" charset="0"/>
              </a:rPr>
              <a:t>Je suis charismatique, passionné, J’ai de l’intégrité, Je suis humble, Je suis un serviteur, Je suis fidèle, </a:t>
            </a:r>
            <a:br>
              <a:rPr lang="fr-FR" sz="3600" b="1">
                <a:solidFill>
                  <a:schemeClr val="bg1"/>
                </a:solidFill>
                <a:latin typeface="Arial" charset="0"/>
              </a:rPr>
            </a:br>
            <a:r>
              <a:rPr lang="fr-FR" sz="3600" b="1">
                <a:solidFill>
                  <a:schemeClr val="bg1"/>
                </a:solidFill>
                <a:latin typeface="Arial" charset="0"/>
              </a:rPr>
              <a:t>Je suis inspirationnel… Je persévère dans la difficulté… </a:t>
            </a:r>
            <a:br>
              <a:rPr lang="fr-FR" sz="3600" b="1">
                <a:solidFill>
                  <a:schemeClr val="bg1"/>
                </a:solidFill>
                <a:latin typeface="Arial" charset="0"/>
              </a:rPr>
            </a:br>
            <a:r>
              <a:rPr lang="fr-FR" sz="3600" b="1">
                <a:solidFill>
                  <a:schemeClr val="bg1"/>
                </a:solidFill>
                <a:latin typeface="Arial" charset="0"/>
              </a:rPr>
              <a:t>Je suis positif…</a:t>
            </a:r>
          </a:p>
        </p:txBody>
      </p:sp>
      <p:sp>
        <p:nvSpPr>
          <p:cNvPr id="3075" name="Text Box 3"/>
          <p:cNvSpPr txBox="1">
            <a:spLocks noChangeArrowheads="1"/>
          </p:cNvSpPr>
          <p:nvPr/>
        </p:nvSpPr>
        <p:spPr bwMode="auto">
          <a:xfrm>
            <a:off x="533400" y="5962650"/>
            <a:ext cx="8305800" cy="458788"/>
          </a:xfrm>
          <a:prstGeom prst="rect">
            <a:avLst/>
          </a:prstGeom>
          <a:noFill/>
          <a:ln w="9525">
            <a:noFill/>
            <a:miter lim="800000"/>
            <a:headEnd/>
            <a:tailEnd/>
          </a:ln>
        </p:spPr>
        <p:txBody>
          <a:bodyPr anchor="ctr">
            <a:spAutoFit/>
          </a:bodyPr>
          <a:lstStyle/>
          <a:p>
            <a:pPr algn="ctr">
              <a:lnSpc>
                <a:spcPct val="90000"/>
              </a:lnSpc>
            </a:pPr>
            <a:r>
              <a:rPr lang="en-US" sz="2600">
                <a:solidFill>
                  <a:srgbClr val="A6A6A6"/>
                </a:solidFill>
                <a:latin typeface="Arial" charset="0"/>
              </a:rPr>
              <a:t>/RobbDThompson                    @RobbThompson </a:t>
            </a:r>
          </a:p>
        </p:txBody>
      </p:sp>
    </p:spTree>
  </p:cSld>
  <p:clrMapOvr>
    <a:masterClrMapping/>
  </p:clrMapOvr>
  <p:transition advClick="0">
    <p:dissolv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3"/>
          <p:cNvSpPr txBox="1">
            <a:spLocks noChangeArrowheads="1"/>
          </p:cNvSpPr>
          <p:nvPr/>
        </p:nvSpPr>
        <p:spPr bwMode="auto">
          <a:xfrm>
            <a:off x="609600" y="765175"/>
            <a:ext cx="8229600" cy="2871788"/>
          </a:xfrm>
          <a:prstGeom prst="rect">
            <a:avLst/>
          </a:prstGeom>
          <a:noFill/>
          <a:ln w="9525">
            <a:noFill/>
            <a:miter lim="800000"/>
            <a:headEnd/>
            <a:tailEnd/>
          </a:ln>
          <a:effectLst>
            <a:outerShdw rotWithShape="0">
              <a:srgbClr val="808080">
                <a:alpha val="79999"/>
              </a:srgbClr>
            </a:outerShdw>
          </a:effectLst>
        </p:spPr>
        <p:txBody>
          <a:bodyPr>
            <a:spAutoFit/>
          </a:bodyPr>
          <a:lstStyle/>
          <a:p>
            <a:pPr>
              <a:lnSpc>
                <a:spcPct val="90000"/>
              </a:lnSpc>
              <a:defRPr/>
            </a:pPr>
            <a:r>
              <a:rPr lang="en-US" sz="4000" b="1">
                <a:solidFill>
                  <a:srgbClr val="FFFF00"/>
                </a:solidFill>
                <a:latin typeface="Arial" charset="0"/>
              </a:rPr>
              <a:t>Je suis motivé </a:t>
            </a:r>
            <a:r>
              <a:rPr lang="en-US" sz="4000" b="1">
                <a:solidFill>
                  <a:schemeClr val="bg1"/>
                </a:solidFill>
                <a:latin typeface="Arial" charset="0"/>
              </a:rPr>
              <a:t>pour atteindre mon appel… Je suis totalement vendu à la volonté de Dieu pour Sa création… Dans le nom de Jésus.</a:t>
            </a:r>
          </a:p>
        </p:txBody>
      </p:sp>
      <p:sp>
        <p:nvSpPr>
          <p:cNvPr id="4099" name="Text Box 3"/>
          <p:cNvSpPr txBox="1">
            <a:spLocks noChangeArrowheads="1"/>
          </p:cNvSpPr>
          <p:nvPr/>
        </p:nvSpPr>
        <p:spPr bwMode="auto">
          <a:xfrm>
            <a:off x="533400" y="5962650"/>
            <a:ext cx="8305800" cy="458788"/>
          </a:xfrm>
          <a:prstGeom prst="rect">
            <a:avLst/>
          </a:prstGeom>
          <a:noFill/>
          <a:ln w="9525">
            <a:noFill/>
            <a:miter lim="800000"/>
            <a:headEnd/>
            <a:tailEnd/>
          </a:ln>
        </p:spPr>
        <p:txBody>
          <a:bodyPr anchor="ctr">
            <a:spAutoFit/>
          </a:bodyPr>
          <a:lstStyle/>
          <a:p>
            <a:pPr algn="ctr">
              <a:lnSpc>
                <a:spcPct val="90000"/>
              </a:lnSpc>
            </a:pPr>
            <a:r>
              <a:rPr lang="en-US" sz="2600">
                <a:solidFill>
                  <a:srgbClr val="A6A6A6"/>
                </a:solidFill>
                <a:latin typeface="Arial" charset="0"/>
              </a:rPr>
              <a:t>/RobbDThompson                    @RobbThompson </a:t>
            </a:r>
          </a:p>
        </p:txBody>
      </p:sp>
    </p:spTree>
  </p:cSld>
  <p:clrMapOvr>
    <a:masterClrMapping/>
  </p:clrMapOvr>
  <p:transition advClick="0">
    <p:dissolv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3"/>
          <p:cNvSpPr txBox="1">
            <a:spLocks noChangeArrowheads="1"/>
          </p:cNvSpPr>
          <p:nvPr/>
        </p:nvSpPr>
        <p:spPr bwMode="auto">
          <a:xfrm>
            <a:off x="609600" y="304800"/>
            <a:ext cx="8229600" cy="5087938"/>
          </a:xfrm>
          <a:prstGeom prst="rect">
            <a:avLst/>
          </a:prstGeom>
          <a:noFill/>
          <a:ln w="9525">
            <a:noFill/>
            <a:miter lim="800000"/>
            <a:headEnd/>
            <a:tailEnd/>
          </a:ln>
          <a:effectLst>
            <a:outerShdw rotWithShape="0">
              <a:srgbClr val="808080">
                <a:alpha val="79999"/>
              </a:srgbClr>
            </a:outerShdw>
          </a:effectLst>
        </p:spPr>
        <p:txBody>
          <a:bodyPr>
            <a:spAutoFit/>
          </a:bodyPr>
          <a:lstStyle/>
          <a:p>
            <a:pPr>
              <a:lnSpc>
                <a:spcPct val="90000"/>
              </a:lnSpc>
              <a:defRPr/>
            </a:pPr>
            <a:r>
              <a:rPr lang="fr-FR" sz="4000" b="1">
                <a:solidFill>
                  <a:srgbClr val="FFFF00"/>
                </a:solidFill>
                <a:latin typeface="Arial" charset="0"/>
              </a:rPr>
              <a:t>La victoire est mienne </a:t>
            </a:r>
            <a:r>
              <a:rPr lang="fr-FR" sz="4000" b="1">
                <a:solidFill>
                  <a:schemeClr val="bg1"/>
                </a:solidFill>
                <a:latin typeface="Arial" charset="0"/>
              </a:rPr>
              <a:t>et l’échec n’est pas une finalité dans ma vie… parce que je sais que j’échoue uniquement si j’abandonne…</a:t>
            </a:r>
          </a:p>
          <a:p>
            <a:pPr>
              <a:lnSpc>
                <a:spcPct val="90000"/>
              </a:lnSpc>
              <a:defRPr/>
            </a:pPr>
            <a:endParaRPr lang="fr-FR" sz="4000" b="1">
              <a:solidFill>
                <a:schemeClr val="bg1"/>
              </a:solidFill>
              <a:latin typeface="Arial" charset="0"/>
            </a:endParaRPr>
          </a:p>
          <a:p>
            <a:pPr>
              <a:lnSpc>
                <a:spcPct val="90000"/>
              </a:lnSpc>
              <a:defRPr/>
            </a:pPr>
            <a:r>
              <a:rPr lang="fr-FR" sz="4000" b="1">
                <a:solidFill>
                  <a:schemeClr val="bg1"/>
                </a:solidFill>
                <a:latin typeface="Arial" charset="0"/>
              </a:rPr>
              <a:t>J’ai le </a:t>
            </a:r>
            <a:r>
              <a:rPr lang="fr-FR" sz="4000" b="1">
                <a:solidFill>
                  <a:srgbClr val="FFFF00"/>
                </a:solidFill>
                <a:latin typeface="Arial" charset="0"/>
              </a:rPr>
              <a:t>courage </a:t>
            </a:r>
            <a:r>
              <a:rPr lang="fr-FR" sz="4000" b="1">
                <a:solidFill>
                  <a:schemeClr val="bg1"/>
                </a:solidFill>
                <a:latin typeface="Arial" charset="0"/>
              </a:rPr>
              <a:t>d’admettre une erreur et de demander pardon si nécessaire…</a:t>
            </a:r>
          </a:p>
        </p:txBody>
      </p:sp>
      <p:sp>
        <p:nvSpPr>
          <p:cNvPr id="5123" name="Text Box 3"/>
          <p:cNvSpPr txBox="1">
            <a:spLocks noChangeArrowheads="1"/>
          </p:cNvSpPr>
          <p:nvPr/>
        </p:nvSpPr>
        <p:spPr bwMode="auto">
          <a:xfrm>
            <a:off x="533400" y="5962650"/>
            <a:ext cx="8305800" cy="458788"/>
          </a:xfrm>
          <a:prstGeom prst="rect">
            <a:avLst/>
          </a:prstGeom>
          <a:noFill/>
          <a:ln w="9525">
            <a:noFill/>
            <a:miter lim="800000"/>
            <a:headEnd/>
            <a:tailEnd/>
          </a:ln>
        </p:spPr>
        <p:txBody>
          <a:bodyPr anchor="ctr">
            <a:spAutoFit/>
          </a:bodyPr>
          <a:lstStyle/>
          <a:p>
            <a:pPr algn="ctr">
              <a:lnSpc>
                <a:spcPct val="90000"/>
              </a:lnSpc>
            </a:pPr>
            <a:r>
              <a:rPr lang="en-US" sz="2600">
                <a:solidFill>
                  <a:srgbClr val="A6A6A6"/>
                </a:solidFill>
                <a:latin typeface="Arial" charset="0"/>
              </a:rPr>
              <a:t>/RobbDThompson                    @RobbThompson </a:t>
            </a:r>
          </a:p>
        </p:txBody>
      </p:sp>
    </p:spTree>
  </p:cSld>
  <p:clrMapOvr>
    <a:masterClrMapping/>
  </p:clrMapOvr>
  <p:transition advClick="0">
    <p:dissolv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3"/>
          <p:cNvSpPr txBox="1">
            <a:spLocks noChangeArrowheads="1"/>
          </p:cNvSpPr>
          <p:nvPr/>
        </p:nvSpPr>
        <p:spPr bwMode="auto">
          <a:xfrm>
            <a:off x="609600" y="765175"/>
            <a:ext cx="8229600" cy="1200150"/>
          </a:xfrm>
          <a:prstGeom prst="rect">
            <a:avLst/>
          </a:prstGeom>
          <a:noFill/>
          <a:ln w="9525">
            <a:noFill/>
            <a:miter lim="800000"/>
            <a:headEnd/>
            <a:tailEnd/>
          </a:ln>
          <a:effectLst>
            <a:outerShdw rotWithShape="0">
              <a:srgbClr val="808080">
                <a:alpha val="79999"/>
              </a:srgbClr>
            </a:outerShdw>
          </a:effectLst>
        </p:spPr>
        <p:txBody>
          <a:bodyPr>
            <a:spAutoFit/>
          </a:bodyPr>
          <a:lstStyle/>
          <a:p>
            <a:pPr>
              <a:lnSpc>
                <a:spcPct val="90000"/>
              </a:lnSpc>
              <a:defRPr/>
            </a:pPr>
            <a:r>
              <a:rPr lang="en-US" sz="4000" b="1" dirty="0" err="1">
                <a:solidFill>
                  <a:schemeClr val="bg1"/>
                </a:solidFill>
                <a:latin typeface="Arial" charset="0"/>
              </a:rPr>
              <a:t>J’ai</a:t>
            </a:r>
            <a:r>
              <a:rPr lang="en-US" sz="4000" b="1" dirty="0">
                <a:solidFill>
                  <a:schemeClr val="bg1"/>
                </a:solidFill>
                <a:latin typeface="Arial" charset="0"/>
              </a:rPr>
              <a:t> le </a:t>
            </a:r>
            <a:r>
              <a:rPr lang="en-US" sz="4000" b="1" dirty="0">
                <a:solidFill>
                  <a:srgbClr val="FFFF00"/>
                </a:solidFill>
                <a:latin typeface="Arial" charset="0"/>
              </a:rPr>
              <a:t>Courage </a:t>
            </a:r>
            <a:r>
              <a:rPr lang="en-US" sz="4000" b="1" dirty="0">
                <a:solidFill>
                  <a:schemeClr val="bg1"/>
                </a:solidFill>
                <a:latin typeface="Arial" charset="0"/>
              </a:rPr>
              <a:t>pour </a:t>
            </a:r>
            <a:r>
              <a:rPr lang="en-US" sz="4000" b="1" dirty="0" err="1">
                <a:solidFill>
                  <a:schemeClr val="bg1"/>
                </a:solidFill>
                <a:latin typeface="Arial" charset="0"/>
              </a:rPr>
              <a:t>devenir</a:t>
            </a:r>
            <a:r>
              <a:rPr lang="en-US" sz="4000" b="1" dirty="0">
                <a:solidFill>
                  <a:schemeClr val="bg1"/>
                </a:solidFill>
                <a:latin typeface="Arial" charset="0"/>
              </a:rPr>
              <a:t> la </a:t>
            </a:r>
            <a:r>
              <a:rPr lang="en-US" sz="4000" b="1" dirty="0" err="1">
                <a:solidFill>
                  <a:schemeClr val="bg1"/>
                </a:solidFill>
                <a:latin typeface="Arial" charset="0"/>
              </a:rPr>
              <a:t>personne</a:t>
            </a:r>
            <a:r>
              <a:rPr lang="en-US" sz="4000" b="1" dirty="0">
                <a:solidFill>
                  <a:schemeClr val="bg1"/>
                </a:solidFill>
                <a:latin typeface="Arial" charset="0"/>
              </a:rPr>
              <a:t> </a:t>
            </a:r>
            <a:r>
              <a:rPr lang="en-US" sz="4000" b="1" dirty="0" err="1">
                <a:solidFill>
                  <a:schemeClr val="bg1"/>
                </a:solidFill>
                <a:latin typeface="Arial" charset="0"/>
              </a:rPr>
              <a:t>que</a:t>
            </a:r>
            <a:r>
              <a:rPr lang="en-US" sz="4000" b="1" dirty="0">
                <a:solidFill>
                  <a:schemeClr val="bg1"/>
                </a:solidFill>
                <a:latin typeface="Arial" charset="0"/>
              </a:rPr>
              <a:t> je </a:t>
            </a:r>
            <a:r>
              <a:rPr lang="en-US" sz="4000" b="1" dirty="0" err="1">
                <a:solidFill>
                  <a:schemeClr val="bg1"/>
                </a:solidFill>
                <a:latin typeface="Arial" charset="0"/>
              </a:rPr>
              <a:t>dois</a:t>
            </a:r>
            <a:r>
              <a:rPr lang="en-US" sz="4000" b="1" dirty="0">
                <a:solidFill>
                  <a:schemeClr val="bg1"/>
                </a:solidFill>
                <a:latin typeface="Arial" charset="0"/>
              </a:rPr>
              <a:t> </a:t>
            </a:r>
            <a:r>
              <a:rPr lang="en-US" sz="4000" b="1" dirty="0" err="1">
                <a:solidFill>
                  <a:schemeClr val="bg1"/>
                </a:solidFill>
                <a:latin typeface="Arial" charset="0"/>
              </a:rPr>
              <a:t>devenir</a:t>
            </a:r>
            <a:r>
              <a:rPr lang="en-US" sz="4000" b="1" dirty="0">
                <a:solidFill>
                  <a:schemeClr val="bg1"/>
                </a:solidFill>
                <a:latin typeface="Arial" charset="0"/>
              </a:rPr>
              <a:t>…</a:t>
            </a:r>
          </a:p>
        </p:txBody>
      </p:sp>
      <p:sp>
        <p:nvSpPr>
          <p:cNvPr id="6147" name="Text Box 3"/>
          <p:cNvSpPr txBox="1">
            <a:spLocks noChangeArrowheads="1"/>
          </p:cNvSpPr>
          <p:nvPr/>
        </p:nvSpPr>
        <p:spPr bwMode="auto">
          <a:xfrm>
            <a:off x="533400" y="5962650"/>
            <a:ext cx="8305800" cy="458788"/>
          </a:xfrm>
          <a:prstGeom prst="rect">
            <a:avLst/>
          </a:prstGeom>
          <a:noFill/>
          <a:ln w="9525">
            <a:noFill/>
            <a:miter lim="800000"/>
            <a:headEnd/>
            <a:tailEnd/>
          </a:ln>
        </p:spPr>
        <p:txBody>
          <a:bodyPr anchor="ctr">
            <a:spAutoFit/>
          </a:bodyPr>
          <a:lstStyle/>
          <a:p>
            <a:pPr algn="ctr">
              <a:lnSpc>
                <a:spcPct val="90000"/>
              </a:lnSpc>
            </a:pPr>
            <a:r>
              <a:rPr lang="en-US" sz="2600">
                <a:solidFill>
                  <a:srgbClr val="A6A6A6"/>
                </a:solidFill>
                <a:latin typeface="Arial" charset="0"/>
              </a:rPr>
              <a:t>/RobbDThompson                    @RobbThompson </a:t>
            </a:r>
          </a:p>
        </p:txBody>
      </p:sp>
    </p:spTree>
  </p:cSld>
  <p:clrMapOvr>
    <a:masterClrMapping/>
  </p:clrMapOvr>
  <p:transition advClick="0">
    <p:dissolv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3"/>
          <p:cNvSpPr txBox="1">
            <a:spLocks noChangeArrowheads="1"/>
          </p:cNvSpPr>
          <p:nvPr/>
        </p:nvSpPr>
        <p:spPr bwMode="auto">
          <a:xfrm>
            <a:off x="609600" y="765175"/>
            <a:ext cx="8229600" cy="3425825"/>
          </a:xfrm>
          <a:prstGeom prst="rect">
            <a:avLst/>
          </a:prstGeom>
          <a:noFill/>
          <a:ln w="9525">
            <a:noFill/>
            <a:miter lim="800000"/>
            <a:headEnd/>
            <a:tailEnd/>
          </a:ln>
          <a:effectLst>
            <a:outerShdw rotWithShape="0">
              <a:srgbClr val="808080">
                <a:alpha val="79999"/>
              </a:srgbClr>
            </a:outerShdw>
          </a:effectLst>
        </p:spPr>
        <p:txBody>
          <a:bodyPr>
            <a:spAutoFit/>
          </a:bodyPr>
          <a:lstStyle/>
          <a:p>
            <a:pPr>
              <a:lnSpc>
                <a:spcPct val="90000"/>
              </a:lnSpc>
              <a:defRPr/>
            </a:pPr>
            <a:r>
              <a:rPr lang="fr-FR" sz="4000" b="1">
                <a:solidFill>
                  <a:srgbClr val="FFFF00"/>
                </a:solidFill>
                <a:latin typeface="Arial" charset="0"/>
              </a:rPr>
              <a:t>Je méditerai sur la Parole de Dieu </a:t>
            </a:r>
            <a:r>
              <a:rPr lang="fr-FR" sz="4000" b="1">
                <a:solidFill>
                  <a:schemeClr val="bg1"/>
                </a:solidFill>
                <a:latin typeface="Arial" charset="0"/>
              </a:rPr>
              <a:t>jour et nuit et je me verrai faire tout ce qui y est écrit… C’est alors que je rendrai ma voie prospère et que j’aurai du succès…</a:t>
            </a:r>
          </a:p>
        </p:txBody>
      </p:sp>
      <p:sp>
        <p:nvSpPr>
          <p:cNvPr id="7171" name="Text Box 3"/>
          <p:cNvSpPr txBox="1">
            <a:spLocks noChangeArrowheads="1"/>
          </p:cNvSpPr>
          <p:nvPr/>
        </p:nvSpPr>
        <p:spPr bwMode="auto">
          <a:xfrm>
            <a:off x="533400" y="5962650"/>
            <a:ext cx="8305800" cy="458788"/>
          </a:xfrm>
          <a:prstGeom prst="rect">
            <a:avLst/>
          </a:prstGeom>
          <a:noFill/>
          <a:ln w="9525">
            <a:noFill/>
            <a:miter lim="800000"/>
            <a:headEnd/>
            <a:tailEnd/>
          </a:ln>
        </p:spPr>
        <p:txBody>
          <a:bodyPr anchor="ctr">
            <a:spAutoFit/>
          </a:bodyPr>
          <a:lstStyle/>
          <a:p>
            <a:pPr algn="ctr">
              <a:lnSpc>
                <a:spcPct val="90000"/>
              </a:lnSpc>
            </a:pPr>
            <a:r>
              <a:rPr lang="en-US" sz="2600">
                <a:solidFill>
                  <a:srgbClr val="A6A6A6"/>
                </a:solidFill>
                <a:latin typeface="Arial" charset="0"/>
              </a:rPr>
              <a:t>/RobbDThompson                    @RobbThompson </a:t>
            </a:r>
          </a:p>
        </p:txBody>
      </p:sp>
    </p:spTree>
  </p:cSld>
  <p:clrMapOvr>
    <a:masterClrMapping/>
  </p:clrMapOvr>
  <p:transition advClick="0">
    <p:dissolv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3"/>
          <p:cNvSpPr txBox="1">
            <a:spLocks noChangeArrowheads="1"/>
          </p:cNvSpPr>
          <p:nvPr/>
        </p:nvSpPr>
        <p:spPr bwMode="auto">
          <a:xfrm>
            <a:off x="609600" y="381000"/>
            <a:ext cx="8229600" cy="5087938"/>
          </a:xfrm>
          <a:prstGeom prst="rect">
            <a:avLst/>
          </a:prstGeom>
          <a:noFill/>
          <a:ln w="9525">
            <a:noFill/>
            <a:miter lim="800000"/>
            <a:headEnd/>
            <a:tailEnd/>
          </a:ln>
          <a:effectLst>
            <a:outerShdw rotWithShape="0">
              <a:srgbClr val="808080">
                <a:alpha val="79999"/>
              </a:srgbClr>
            </a:outerShdw>
          </a:effectLst>
        </p:spPr>
        <p:txBody>
          <a:bodyPr>
            <a:spAutoFit/>
          </a:bodyPr>
          <a:lstStyle/>
          <a:p>
            <a:pPr>
              <a:lnSpc>
                <a:spcPct val="90000"/>
              </a:lnSpc>
              <a:defRPr/>
            </a:pPr>
            <a:r>
              <a:rPr lang="en-US" sz="4000" b="1" dirty="0" err="1">
                <a:solidFill>
                  <a:srgbClr val="FFFF00"/>
                </a:solidFill>
                <a:latin typeface="Arial" charset="0"/>
              </a:rPr>
              <a:t>J’ai</a:t>
            </a:r>
            <a:r>
              <a:rPr lang="en-US" sz="4000" b="1" dirty="0">
                <a:solidFill>
                  <a:srgbClr val="FFFF00"/>
                </a:solidFill>
                <a:latin typeface="Arial" charset="0"/>
              </a:rPr>
              <a:t> de la “vision” </a:t>
            </a:r>
            <a:r>
              <a:rPr lang="en-US" sz="4000" b="1" dirty="0" err="1">
                <a:solidFill>
                  <a:srgbClr val="FFFF00"/>
                </a:solidFill>
                <a:latin typeface="Arial" charset="0"/>
              </a:rPr>
              <a:t>dans</a:t>
            </a:r>
            <a:r>
              <a:rPr lang="en-US" sz="4000" b="1" dirty="0">
                <a:solidFill>
                  <a:srgbClr val="FFFF00"/>
                </a:solidFill>
                <a:latin typeface="Arial" charset="0"/>
              </a:rPr>
              <a:t> ma vie… </a:t>
            </a:r>
            <a:r>
              <a:rPr lang="en-US" sz="4000" b="1" dirty="0" err="1">
                <a:solidFill>
                  <a:schemeClr val="bg1"/>
                </a:solidFill>
                <a:latin typeface="Arial" charset="0"/>
              </a:rPr>
              <a:t>c’est</a:t>
            </a:r>
            <a:r>
              <a:rPr lang="en-US" sz="4000" b="1" dirty="0">
                <a:solidFill>
                  <a:schemeClr val="bg1"/>
                </a:solidFill>
                <a:latin typeface="Arial" charset="0"/>
              </a:rPr>
              <a:t> </a:t>
            </a:r>
            <a:r>
              <a:rPr lang="en-US" sz="4000" b="1" dirty="0" err="1">
                <a:solidFill>
                  <a:schemeClr val="bg1"/>
                </a:solidFill>
                <a:latin typeface="Arial" charset="0"/>
              </a:rPr>
              <a:t>pourquoi</a:t>
            </a:r>
            <a:r>
              <a:rPr lang="en-US" sz="4000" b="1" dirty="0">
                <a:solidFill>
                  <a:schemeClr val="bg1"/>
                </a:solidFill>
                <a:latin typeface="Arial" charset="0"/>
              </a:rPr>
              <a:t> je ne </a:t>
            </a:r>
            <a:r>
              <a:rPr lang="en-US" sz="4000" b="1" dirty="0" err="1">
                <a:solidFill>
                  <a:schemeClr val="bg1"/>
                </a:solidFill>
                <a:latin typeface="Arial" charset="0"/>
              </a:rPr>
              <a:t>périrai</a:t>
            </a:r>
            <a:r>
              <a:rPr lang="en-US" sz="4000" b="1" dirty="0">
                <a:solidFill>
                  <a:schemeClr val="bg1"/>
                </a:solidFill>
                <a:latin typeface="Arial" charset="0"/>
              </a:rPr>
              <a:t> pas, </a:t>
            </a:r>
            <a:r>
              <a:rPr lang="en-US" sz="4000" b="1" dirty="0" err="1">
                <a:solidFill>
                  <a:schemeClr val="bg1"/>
                </a:solidFill>
                <a:latin typeface="Arial" charset="0"/>
              </a:rPr>
              <a:t>dans</a:t>
            </a:r>
            <a:r>
              <a:rPr lang="en-US" sz="4000" b="1" dirty="0">
                <a:solidFill>
                  <a:schemeClr val="bg1"/>
                </a:solidFill>
                <a:latin typeface="Arial" charset="0"/>
              </a:rPr>
              <a:t> le nom de </a:t>
            </a:r>
            <a:r>
              <a:rPr lang="en-US" sz="4000" b="1" dirty="0" err="1">
                <a:solidFill>
                  <a:schemeClr val="bg1"/>
                </a:solidFill>
                <a:latin typeface="Arial" charset="0"/>
              </a:rPr>
              <a:t>Jésus</a:t>
            </a:r>
            <a:r>
              <a:rPr lang="en-US" sz="4000" b="1" dirty="0">
                <a:solidFill>
                  <a:schemeClr val="bg1"/>
                </a:solidFill>
                <a:latin typeface="Arial" charset="0"/>
              </a:rPr>
              <a:t>…</a:t>
            </a:r>
          </a:p>
          <a:p>
            <a:pPr>
              <a:lnSpc>
                <a:spcPct val="90000"/>
              </a:lnSpc>
              <a:defRPr/>
            </a:pPr>
            <a:endParaRPr lang="en-US" sz="4000" b="1" dirty="0">
              <a:solidFill>
                <a:schemeClr val="bg1"/>
              </a:solidFill>
              <a:latin typeface="Arial" charset="0"/>
            </a:endParaRPr>
          </a:p>
          <a:p>
            <a:pPr>
              <a:lnSpc>
                <a:spcPct val="90000"/>
              </a:lnSpc>
              <a:defRPr/>
            </a:pPr>
            <a:r>
              <a:rPr lang="en-US" sz="4000" b="1" dirty="0" err="1">
                <a:solidFill>
                  <a:schemeClr val="bg1"/>
                </a:solidFill>
                <a:latin typeface="Arial" charset="0"/>
              </a:rPr>
              <a:t>J’ai</a:t>
            </a:r>
            <a:r>
              <a:rPr lang="en-US" sz="4000" b="1" dirty="0">
                <a:solidFill>
                  <a:schemeClr val="bg1"/>
                </a:solidFill>
                <a:latin typeface="Arial" charset="0"/>
              </a:rPr>
              <a:t> 525 600 minutes par jour </a:t>
            </a:r>
            <a:r>
              <a:rPr lang="en-US" sz="4000" b="1" dirty="0" err="1">
                <a:solidFill>
                  <a:schemeClr val="bg1"/>
                </a:solidFill>
                <a:latin typeface="Arial" charset="0"/>
              </a:rPr>
              <a:t>chaque</a:t>
            </a:r>
            <a:r>
              <a:rPr lang="en-US" sz="4000" b="1" dirty="0">
                <a:solidFill>
                  <a:schemeClr val="bg1"/>
                </a:solidFill>
                <a:latin typeface="Arial" charset="0"/>
              </a:rPr>
              <a:t> </a:t>
            </a:r>
            <a:r>
              <a:rPr lang="en-US" sz="4000" b="1" dirty="0" err="1">
                <a:solidFill>
                  <a:schemeClr val="bg1"/>
                </a:solidFill>
                <a:latin typeface="Arial" charset="0"/>
              </a:rPr>
              <a:t>année</a:t>
            </a:r>
            <a:r>
              <a:rPr lang="en-US" sz="4000" b="1" dirty="0">
                <a:solidFill>
                  <a:schemeClr val="bg1"/>
                </a:solidFill>
                <a:latin typeface="Arial" charset="0"/>
              </a:rPr>
              <a:t> de ma vie. Je les </a:t>
            </a:r>
            <a:r>
              <a:rPr lang="en-US" sz="4000" b="1" dirty="0" err="1">
                <a:solidFill>
                  <a:schemeClr val="bg1"/>
                </a:solidFill>
                <a:latin typeface="Arial" charset="0"/>
              </a:rPr>
              <a:t>investis</a:t>
            </a:r>
            <a:r>
              <a:rPr lang="en-US" sz="4000" b="1" dirty="0">
                <a:solidFill>
                  <a:schemeClr val="bg1"/>
                </a:solidFill>
                <a:latin typeface="Arial" charset="0"/>
              </a:rPr>
              <a:t> et refuse de les </a:t>
            </a:r>
            <a:r>
              <a:rPr lang="en-US" sz="4000" b="1" dirty="0" err="1">
                <a:solidFill>
                  <a:schemeClr val="bg1"/>
                </a:solidFill>
                <a:latin typeface="Arial" charset="0"/>
              </a:rPr>
              <a:t>gaspiller</a:t>
            </a:r>
            <a:r>
              <a:rPr lang="en-US" sz="4000" b="1" dirty="0">
                <a:solidFill>
                  <a:schemeClr val="bg1"/>
                </a:solidFill>
                <a:latin typeface="Arial" charset="0"/>
              </a:rPr>
              <a:t>, </a:t>
            </a:r>
            <a:r>
              <a:rPr lang="en-US" sz="4000" b="1" dirty="0" err="1">
                <a:solidFill>
                  <a:schemeClr val="bg1"/>
                </a:solidFill>
                <a:latin typeface="Arial" charset="0"/>
              </a:rPr>
              <a:t>dans</a:t>
            </a:r>
            <a:r>
              <a:rPr lang="en-US" sz="4000" b="1" dirty="0">
                <a:solidFill>
                  <a:schemeClr val="bg1"/>
                </a:solidFill>
                <a:latin typeface="Arial" charset="0"/>
              </a:rPr>
              <a:t> la nom de </a:t>
            </a:r>
            <a:r>
              <a:rPr lang="en-US" sz="4000" b="1" dirty="0" err="1">
                <a:solidFill>
                  <a:schemeClr val="bg1"/>
                </a:solidFill>
                <a:latin typeface="Arial" charset="0"/>
              </a:rPr>
              <a:t>Jésus</a:t>
            </a:r>
            <a:r>
              <a:rPr lang="en-US" sz="4000" b="1" dirty="0">
                <a:solidFill>
                  <a:schemeClr val="bg1"/>
                </a:solidFill>
                <a:latin typeface="Arial" charset="0"/>
              </a:rPr>
              <a:t>…</a:t>
            </a:r>
          </a:p>
        </p:txBody>
      </p:sp>
      <p:sp>
        <p:nvSpPr>
          <p:cNvPr id="8195" name="Text Box 3"/>
          <p:cNvSpPr txBox="1">
            <a:spLocks noChangeArrowheads="1"/>
          </p:cNvSpPr>
          <p:nvPr/>
        </p:nvSpPr>
        <p:spPr bwMode="auto">
          <a:xfrm>
            <a:off x="533400" y="5962650"/>
            <a:ext cx="8305800" cy="458788"/>
          </a:xfrm>
          <a:prstGeom prst="rect">
            <a:avLst/>
          </a:prstGeom>
          <a:noFill/>
          <a:ln w="9525">
            <a:noFill/>
            <a:miter lim="800000"/>
            <a:headEnd/>
            <a:tailEnd/>
          </a:ln>
        </p:spPr>
        <p:txBody>
          <a:bodyPr anchor="ctr">
            <a:spAutoFit/>
          </a:bodyPr>
          <a:lstStyle/>
          <a:p>
            <a:pPr algn="ctr">
              <a:lnSpc>
                <a:spcPct val="90000"/>
              </a:lnSpc>
            </a:pPr>
            <a:r>
              <a:rPr lang="en-US" sz="2600">
                <a:solidFill>
                  <a:srgbClr val="A6A6A6"/>
                </a:solidFill>
                <a:latin typeface="Arial" charset="0"/>
              </a:rPr>
              <a:t>/RobbDThompson                    @RobbThompson </a:t>
            </a:r>
          </a:p>
        </p:txBody>
      </p:sp>
    </p:spTree>
  </p:cSld>
  <p:clrMapOvr>
    <a:masterClrMapping/>
  </p:clrMapOvr>
  <p:transition advClick="0">
    <p:dissolv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3"/>
          <p:cNvSpPr txBox="1">
            <a:spLocks noChangeArrowheads="1"/>
          </p:cNvSpPr>
          <p:nvPr/>
        </p:nvSpPr>
        <p:spPr bwMode="auto">
          <a:xfrm>
            <a:off x="609600" y="609600"/>
            <a:ext cx="8229600" cy="3979863"/>
          </a:xfrm>
          <a:prstGeom prst="rect">
            <a:avLst/>
          </a:prstGeom>
          <a:noFill/>
          <a:ln w="9525">
            <a:noFill/>
            <a:miter lim="800000"/>
            <a:headEnd/>
            <a:tailEnd/>
          </a:ln>
          <a:effectLst>
            <a:outerShdw rotWithShape="0">
              <a:srgbClr val="808080">
                <a:alpha val="79999"/>
              </a:srgbClr>
            </a:outerShdw>
          </a:effectLst>
        </p:spPr>
        <p:txBody>
          <a:bodyPr>
            <a:spAutoFit/>
          </a:bodyPr>
          <a:lstStyle/>
          <a:p>
            <a:pPr>
              <a:lnSpc>
                <a:spcPct val="90000"/>
              </a:lnSpc>
              <a:defRPr/>
            </a:pPr>
            <a:r>
              <a:rPr lang="en-US" sz="4000" b="1">
                <a:solidFill>
                  <a:srgbClr val="FFFF00"/>
                </a:solidFill>
                <a:latin typeface="Arial" charset="0"/>
              </a:rPr>
              <a:t>Je suis un succès… </a:t>
            </a:r>
            <a:r>
              <a:rPr lang="en-US" sz="4000" b="1">
                <a:solidFill>
                  <a:schemeClr val="bg1"/>
                </a:solidFill>
                <a:latin typeface="Arial" charset="0"/>
              </a:rPr>
              <a:t>Je poursuis l’instruction et le conseil d’esprits plus grands que moi, dans le nom de Jésus… Je marche avec le sage dans cette vie et je deviendrai sage dans le nom de Jésus…</a:t>
            </a:r>
          </a:p>
        </p:txBody>
      </p:sp>
      <p:sp>
        <p:nvSpPr>
          <p:cNvPr id="9219" name="Text Box 3"/>
          <p:cNvSpPr txBox="1">
            <a:spLocks noChangeArrowheads="1"/>
          </p:cNvSpPr>
          <p:nvPr/>
        </p:nvSpPr>
        <p:spPr bwMode="auto">
          <a:xfrm>
            <a:off x="533400" y="5962650"/>
            <a:ext cx="8305800" cy="458788"/>
          </a:xfrm>
          <a:prstGeom prst="rect">
            <a:avLst/>
          </a:prstGeom>
          <a:noFill/>
          <a:ln w="9525">
            <a:noFill/>
            <a:miter lim="800000"/>
            <a:headEnd/>
            <a:tailEnd/>
          </a:ln>
        </p:spPr>
        <p:txBody>
          <a:bodyPr anchor="ctr">
            <a:spAutoFit/>
          </a:bodyPr>
          <a:lstStyle/>
          <a:p>
            <a:pPr algn="ctr">
              <a:lnSpc>
                <a:spcPct val="90000"/>
              </a:lnSpc>
            </a:pPr>
            <a:r>
              <a:rPr lang="en-US" sz="2600">
                <a:solidFill>
                  <a:srgbClr val="A6A6A6"/>
                </a:solidFill>
                <a:latin typeface="Arial" charset="0"/>
              </a:rPr>
              <a:t>/RobbDThompson                    @RobbThompson </a:t>
            </a:r>
          </a:p>
        </p:txBody>
      </p:sp>
    </p:spTree>
  </p:cSld>
  <p:clrMapOvr>
    <a:masterClrMapping/>
  </p:clrMapOvr>
  <p:transition advClick="0">
    <p:dissolv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3"/>
          <p:cNvSpPr txBox="1">
            <a:spLocks noChangeArrowheads="1"/>
          </p:cNvSpPr>
          <p:nvPr/>
        </p:nvSpPr>
        <p:spPr bwMode="auto">
          <a:xfrm>
            <a:off x="609600" y="609600"/>
            <a:ext cx="8229600" cy="2871788"/>
          </a:xfrm>
          <a:prstGeom prst="rect">
            <a:avLst/>
          </a:prstGeom>
          <a:noFill/>
          <a:ln w="9525">
            <a:noFill/>
            <a:miter lim="800000"/>
            <a:headEnd/>
            <a:tailEnd/>
          </a:ln>
          <a:effectLst>
            <a:outerShdw rotWithShape="0">
              <a:srgbClr val="808080">
                <a:alpha val="79999"/>
              </a:srgbClr>
            </a:outerShdw>
          </a:effectLst>
        </p:spPr>
        <p:txBody>
          <a:bodyPr>
            <a:spAutoFit/>
          </a:bodyPr>
          <a:lstStyle/>
          <a:p>
            <a:pPr>
              <a:lnSpc>
                <a:spcPct val="90000"/>
              </a:lnSpc>
              <a:defRPr/>
            </a:pPr>
            <a:r>
              <a:rPr lang="fr-FR" sz="4000" b="1" dirty="0">
                <a:solidFill>
                  <a:srgbClr val="FFFF00"/>
                </a:solidFill>
                <a:latin typeface="Arial" charset="0"/>
              </a:rPr>
              <a:t>Je m’autodiscipline </a:t>
            </a:r>
            <a:r>
              <a:rPr lang="fr-FR" sz="4000" b="1" dirty="0">
                <a:solidFill>
                  <a:schemeClr val="bg1"/>
                </a:solidFill>
                <a:latin typeface="Arial" charset="0"/>
              </a:rPr>
              <a:t>pour faire ce que j’ai besoin de faire… car le</a:t>
            </a:r>
          </a:p>
          <a:p>
            <a:pPr>
              <a:lnSpc>
                <a:spcPct val="90000"/>
              </a:lnSpc>
              <a:defRPr/>
            </a:pPr>
            <a:r>
              <a:rPr lang="fr-FR" sz="4000" b="1" dirty="0">
                <a:solidFill>
                  <a:schemeClr val="bg1"/>
                </a:solidFill>
                <a:latin typeface="Arial" charset="0"/>
              </a:rPr>
              <a:t>Jour viendra où je serai capable d’accomplir mon devoir et appel divin dans le nom de Jésus… </a:t>
            </a:r>
          </a:p>
        </p:txBody>
      </p:sp>
      <p:sp>
        <p:nvSpPr>
          <p:cNvPr id="10243" name="Text Box 3"/>
          <p:cNvSpPr txBox="1">
            <a:spLocks noChangeArrowheads="1"/>
          </p:cNvSpPr>
          <p:nvPr/>
        </p:nvSpPr>
        <p:spPr bwMode="auto">
          <a:xfrm>
            <a:off x="533400" y="5962650"/>
            <a:ext cx="8305800" cy="458788"/>
          </a:xfrm>
          <a:prstGeom prst="rect">
            <a:avLst/>
          </a:prstGeom>
          <a:noFill/>
          <a:ln w="9525">
            <a:noFill/>
            <a:miter lim="800000"/>
            <a:headEnd/>
            <a:tailEnd/>
          </a:ln>
        </p:spPr>
        <p:txBody>
          <a:bodyPr anchor="ctr">
            <a:spAutoFit/>
          </a:bodyPr>
          <a:lstStyle/>
          <a:p>
            <a:pPr algn="ctr">
              <a:lnSpc>
                <a:spcPct val="90000"/>
              </a:lnSpc>
            </a:pPr>
            <a:r>
              <a:rPr lang="en-US" sz="2600">
                <a:solidFill>
                  <a:srgbClr val="A6A6A6"/>
                </a:solidFill>
                <a:latin typeface="Arial" charset="0"/>
              </a:rPr>
              <a:t>/RobbDThompson                    @RobbThompson </a:t>
            </a:r>
          </a:p>
        </p:txBody>
      </p:sp>
    </p:spTree>
  </p:cSld>
  <p:clrMapOvr>
    <a:masterClrMapping/>
  </p:clrMapOvr>
  <p:transition advClick="0">
    <p:dissolv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3"/>
          <p:cNvSpPr txBox="1">
            <a:spLocks noChangeArrowheads="1"/>
          </p:cNvSpPr>
          <p:nvPr/>
        </p:nvSpPr>
        <p:spPr bwMode="auto">
          <a:xfrm>
            <a:off x="609600" y="381000"/>
            <a:ext cx="8229600" cy="5087938"/>
          </a:xfrm>
          <a:prstGeom prst="rect">
            <a:avLst/>
          </a:prstGeom>
          <a:noFill/>
          <a:ln w="9525">
            <a:noFill/>
            <a:miter lim="800000"/>
            <a:headEnd/>
            <a:tailEnd/>
          </a:ln>
          <a:effectLst>
            <a:outerShdw rotWithShape="0">
              <a:srgbClr val="808080">
                <a:alpha val="79999"/>
              </a:srgbClr>
            </a:outerShdw>
          </a:effectLst>
        </p:spPr>
        <p:txBody>
          <a:bodyPr>
            <a:spAutoFit/>
          </a:bodyPr>
          <a:lstStyle/>
          <a:p>
            <a:pPr>
              <a:lnSpc>
                <a:spcPct val="90000"/>
              </a:lnSpc>
              <a:defRPr/>
            </a:pPr>
            <a:r>
              <a:rPr lang="fr-FR" sz="4000" b="1">
                <a:solidFill>
                  <a:srgbClr val="FFFF00"/>
                </a:solidFill>
                <a:latin typeface="Arial" charset="0"/>
              </a:rPr>
              <a:t>J’ai de l’abondance </a:t>
            </a:r>
            <a:r>
              <a:rPr lang="fr-FR" sz="4000" b="1">
                <a:solidFill>
                  <a:schemeClr val="bg1"/>
                </a:solidFill>
                <a:latin typeface="Arial" charset="0"/>
              </a:rPr>
              <a:t>et non du manque… J’ai du succès dans tous les types de relations… Je suis la tête et non la queue… </a:t>
            </a:r>
          </a:p>
          <a:p>
            <a:pPr>
              <a:lnSpc>
                <a:spcPct val="90000"/>
              </a:lnSpc>
              <a:defRPr/>
            </a:pPr>
            <a:r>
              <a:rPr lang="fr-FR" sz="4000" b="1">
                <a:solidFill>
                  <a:schemeClr val="bg1"/>
                </a:solidFill>
                <a:latin typeface="Arial" charset="0"/>
              </a:rPr>
              <a:t>Je suis au-dessus des problèmes de la vie et pas en dessous… Je prospère et je suis en bonne santé parce que mon âme prospère…</a:t>
            </a:r>
          </a:p>
        </p:txBody>
      </p:sp>
      <p:sp>
        <p:nvSpPr>
          <p:cNvPr id="11267" name="Text Box 3"/>
          <p:cNvSpPr txBox="1">
            <a:spLocks noChangeArrowheads="1"/>
          </p:cNvSpPr>
          <p:nvPr/>
        </p:nvSpPr>
        <p:spPr bwMode="auto">
          <a:xfrm>
            <a:off x="533400" y="5962650"/>
            <a:ext cx="8305800" cy="458788"/>
          </a:xfrm>
          <a:prstGeom prst="rect">
            <a:avLst/>
          </a:prstGeom>
          <a:noFill/>
          <a:ln w="9525">
            <a:noFill/>
            <a:miter lim="800000"/>
            <a:headEnd/>
            <a:tailEnd/>
          </a:ln>
        </p:spPr>
        <p:txBody>
          <a:bodyPr anchor="ctr">
            <a:spAutoFit/>
          </a:bodyPr>
          <a:lstStyle/>
          <a:p>
            <a:pPr algn="ctr">
              <a:lnSpc>
                <a:spcPct val="90000"/>
              </a:lnSpc>
            </a:pPr>
            <a:r>
              <a:rPr lang="en-US" sz="2600">
                <a:solidFill>
                  <a:srgbClr val="A6A6A6"/>
                </a:solidFill>
                <a:latin typeface="Arial" charset="0"/>
              </a:rPr>
              <a:t>/RobbDThompson                    @RobbThompson </a:t>
            </a:r>
          </a:p>
        </p:txBody>
      </p:sp>
    </p:spTree>
  </p:cSld>
  <p:clrMapOvr>
    <a:masterClrMapping/>
  </p:clrMapOvr>
  <p:transition advClick="0">
    <p:dissolv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3"/>
          <p:cNvSpPr txBox="1">
            <a:spLocks noChangeArrowheads="1"/>
          </p:cNvSpPr>
          <p:nvPr/>
        </p:nvSpPr>
        <p:spPr bwMode="auto">
          <a:xfrm>
            <a:off x="609600" y="609600"/>
            <a:ext cx="8229600" cy="3425825"/>
          </a:xfrm>
          <a:prstGeom prst="rect">
            <a:avLst/>
          </a:prstGeom>
          <a:noFill/>
          <a:ln w="9525">
            <a:noFill/>
            <a:miter lim="800000"/>
            <a:headEnd/>
            <a:tailEnd/>
          </a:ln>
          <a:effectLst>
            <a:outerShdw rotWithShape="0">
              <a:srgbClr val="808080">
                <a:alpha val="79999"/>
              </a:srgbClr>
            </a:outerShdw>
          </a:effectLst>
        </p:spPr>
        <p:txBody>
          <a:bodyPr>
            <a:spAutoFit/>
          </a:bodyPr>
          <a:lstStyle/>
          <a:p>
            <a:pPr>
              <a:lnSpc>
                <a:spcPct val="90000"/>
              </a:lnSpc>
              <a:defRPr/>
            </a:pPr>
            <a:r>
              <a:rPr lang="fr-FR" sz="4000" b="1">
                <a:solidFill>
                  <a:schemeClr val="bg1"/>
                </a:solidFill>
                <a:latin typeface="Arial" charset="0"/>
              </a:rPr>
              <a:t>C’est ce que je suis… </a:t>
            </a:r>
          </a:p>
          <a:p>
            <a:pPr>
              <a:lnSpc>
                <a:spcPct val="90000"/>
              </a:lnSpc>
              <a:defRPr/>
            </a:pPr>
            <a:r>
              <a:rPr lang="fr-FR" sz="4000" b="1">
                <a:solidFill>
                  <a:schemeClr val="bg1"/>
                </a:solidFill>
                <a:latin typeface="Arial" charset="0"/>
              </a:rPr>
              <a:t>Pas ce que j’essaie d’être… </a:t>
            </a:r>
          </a:p>
          <a:p>
            <a:pPr>
              <a:lnSpc>
                <a:spcPct val="90000"/>
              </a:lnSpc>
              <a:defRPr/>
            </a:pPr>
            <a:r>
              <a:rPr lang="fr-FR" sz="4000" b="1">
                <a:solidFill>
                  <a:schemeClr val="bg1"/>
                </a:solidFill>
                <a:latin typeface="Arial" charset="0"/>
              </a:rPr>
              <a:t>Dans le nom puissant de Jésus…</a:t>
            </a:r>
          </a:p>
          <a:p>
            <a:pPr>
              <a:lnSpc>
                <a:spcPct val="90000"/>
              </a:lnSpc>
              <a:defRPr/>
            </a:pPr>
            <a:r>
              <a:rPr lang="fr-FR" sz="4000" b="1">
                <a:solidFill>
                  <a:schemeClr val="bg1"/>
                </a:solidFill>
                <a:latin typeface="Arial" charset="0"/>
              </a:rPr>
              <a:t> </a:t>
            </a:r>
          </a:p>
          <a:p>
            <a:pPr>
              <a:lnSpc>
                <a:spcPct val="90000"/>
              </a:lnSpc>
              <a:defRPr/>
            </a:pPr>
            <a:r>
              <a:rPr lang="fr-FR" sz="4000" b="1">
                <a:solidFill>
                  <a:srgbClr val="FFFF00"/>
                </a:solidFill>
                <a:latin typeface="Arial" charset="0"/>
              </a:rPr>
              <a:t>Amen</a:t>
            </a:r>
          </a:p>
        </p:txBody>
      </p:sp>
      <p:sp>
        <p:nvSpPr>
          <p:cNvPr id="12291" name="Text Box 3"/>
          <p:cNvSpPr txBox="1">
            <a:spLocks noChangeArrowheads="1"/>
          </p:cNvSpPr>
          <p:nvPr/>
        </p:nvSpPr>
        <p:spPr bwMode="auto">
          <a:xfrm>
            <a:off x="533400" y="5962650"/>
            <a:ext cx="8305800" cy="458788"/>
          </a:xfrm>
          <a:prstGeom prst="rect">
            <a:avLst/>
          </a:prstGeom>
          <a:noFill/>
          <a:ln w="9525">
            <a:noFill/>
            <a:miter lim="800000"/>
            <a:headEnd/>
            <a:tailEnd/>
          </a:ln>
        </p:spPr>
        <p:txBody>
          <a:bodyPr anchor="ctr">
            <a:spAutoFit/>
          </a:bodyPr>
          <a:lstStyle/>
          <a:p>
            <a:pPr algn="ctr">
              <a:lnSpc>
                <a:spcPct val="90000"/>
              </a:lnSpc>
            </a:pPr>
            <a:r>
              <a:rPr lang="en-US" sz="2600">
                <a:solidFill>
                  <a:srgbClr val="A6A6A6"/>
                </a:solidFill>
                <a:latin typeface="Arial" charset="0"/>
              </a:rPr>
              <a:t>/RobbDThompson                    @RobbThompson </a:t>
            </a:r>
          </a:p>
        </p:txBody>
      </p:sp>
    </p:spTree>
  </p:cSld>
  <p:clrMapOvr>
    <a:masterClrMapping/>
  </p:clrMapOvr>
  <p:transition advClick="0">
    <p:dissolv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 Box 3"/>
          <p:cNvSpPr txBox="1">
            <a:spLocks noChangeArrowheads="1"/>
          </p:cNvSpPr>
          <p:nvPr/>
        </p:nvSpPr>
        <p:spPr bwMode="auto">
          <a:xfrm>
            <a:off x="533400" y="5962650"/>
            <a:ext cx="8305800" cy="458788"/>
          </a:xfrm>
          <a:prstGeom prst="rect">
            <a:avLst/>
          </a:prstGeom>
          <a:noFill/>
          <a:ln w="9525">
            <a:noFill/>
            <a:miter lim="800000"/>
            <a:headEnd/>
            <a:tailEnd/>
          </a:ln>
        </p:spPr>
        <p:txBody>
          <a:bodyPr anchor="ctr">
            <a:spAutoFit/>
          </a:bodyPr>
          <a:lstStyle/>
          <a:p>
            <a:pPr algn="ctr">
              <a:lnSpc>
                <a:spcPct val="90000"/>
              </a:lnSpc>
            </a:pPr>
            <a:r>
              <a:rPr lang="en-US" sz="2600">
                <a:solidFill>
                  <a:srgbClr val="A6A6A6"/>
                </a:solidFill>
                <a:latin typeface="Arial" charset="0"/>
              </a:rPr>
              <a:t>/RobbDThompson                    @RobbThompson </a:t>
            </a:r>
          </a:p>
        </p:txBody>
      </p:sp>
      <p:sp>
        <p:nvSpPr>
          <p:cNvPr id="4" name="Text Box 2"/>
          <p:cNvSpPr txBox="1">
            <a:spLocks noChangeArrowheads="1"/>
          </p:cNvSpPr>
          <p:nvPr/>
        </p:nvSpPr>
        <p:spPr bwMode="auto">
          <a:xfrm>
            <a:off x="609600" y="2132013"/>
            <a:ext cx="8077200" cy="2349500"/>
          </a:xfrm>
          <a:prstGeom prst="rect">
            <a:avLst/>
          </a:prstGeom>
          <a:noFill/>
          <a:ln w="9525">
            <a:noFill/>
            <a:miter lim="800000"/>
            <a:headEnd/>
            <a:tailEnd/>
          </a:ln>
          <a:effectLst>
            <a:outerShdw rotWithShape="0">
              <a:srgbClr val="808080"/>
            </a:outerShdw>
          </a:effectLst>
        </p:spPr>
        <p:txBody>
          <a:bodyPr>
            <a:spAutoFit/>
          </a:bodyPr>
          <a:lstStyle/>
          <a:p>
            <a:pPr algn="ctr">
              <a:lnSpc>
                <a:spcPct val="90000"/>
              </a:lnSpc>
              <a:defRPr/>
            </a:pPr>
            <a:r>
              <a:rPr lang="fr-FR" sz="5400" b="1" dirty="0">
                <a:solidFill>
                  <a:schemeClr val="bg1"/>
                </a:solidFill>
                <a:latin typeface="Arial" charset="0"/>
                <a:cs typeface="Times New Roman" pitchFamily="18" charset="0"/>
              </a:rPr>
              <a:t>Le </a:t>
            </a:r>
            <a:r>
              <a:rPr lang="fr-FR" sz="5400" b="1" dirty="0">
                <a:solidFill>
                  <a:srgbClr val="FFFF00"/>
                </a:solidFill>
                <a:latin typeface="Arial" charset="0"/>
                <a:cs typeface="Times New Roman" pitchFamily="18" charset="0"/>
              </a:rPr>
              <a:t>Secret </a:t>
            </a:r>
            <a:r>
              <a:rPr lang="fr-FR" sz="5400" b="1" dirty="0">
                <a:solidFill>
                  <a:schemeClr val="bg1"/>
                </a:solidFill>
                <a:latin typeface="Arial" charset="0"/>
                <a:cs typeface="Times New Roman" pitchFamily="18" charset="0"/>
              </a:rPr>
              <a:t>pour avoir du </a:t>
            </a:r>
            <a:r>
              <a:rPr lang="fr-FR" sz="5400" b="1" dirty="0">
                <a:solidFill>
                  <a:srgbClr val="FFFF00"/>
                </a:solidFill>
                <a:latin typeface="Arial" charset="0"/>
                <a:cs typeface="Times New Roman" pitchFamily="18" charset="0"/>
              </a:rPr>
              <a:t>Succès </a:t>
            </a:r>
            <a:r>
              <a:rPr lang="fr-FR" sz="5400" b="1" dirty="0">
                <a:solidFill>
                  <a:schemeClr val="bg1"/>
                </a:solidFill>
                <a:latin typeface="Arial" charset="0"/>
                <a:cs typeface="Times New Roman" pitchFamily="18" charset="0"/>
              </a:rPr>
              <a:t>dans n’importe quel travail</a:t>
            </a:r>
            <a:endParaRPr lang="fr-FR" sz="5400" b="1" dirty="0">
              <a:solidFill>
                <a:srgbClr val="FFFF00"/>
              </a:solidFill>
              <a:latin typeface="Arial" charset="0"/>
              <a:cs typeface="Times New Roman" pitchFamily="18" charset="0"/>
            </a:endParaRPr>
          </a:p>
        </p:txBody>
      </p:sp>
    </p:spTree>
  </p:cSld>
  <p:clrMapOvr>
    <a:masterClrMapping/>
  </p:clrMapOvr>
  <p:transition advClick="0">
    <p:dissolv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3"/>
          <p:cNvSpPr txBox="1">
            <a:spLocks noChangeArrowheads="1"/>
          </p:cNvSpPr>
          <p:nvPr/>
        </p:nvSpPr>
        <p:spPr bwMode="auto">
          <a:xfrm>
            <a:off x="685800" y="1524000"/>
            <a:ext cx="8229600" cy="1931988"/>
          </a:xfrm>
          <a:prstGeom prst="rect">
            <a:avLst/>
          </a:prstGeom>
          <a:noFill/>
          <a:ln w="9525">
            <a:noFill/>
            <a:miter lim="800000"/>
            <a:headEnd/>
            <a:tailEnd/>
          </a:ln>
          <a:effectLst>
            <a:outerShdw rotWithShape="0">
              <a:srgbClr val="808080">
                <a:alpha val="79999"/>
              </a:srgbClr>
            </a:outerShdw>
          </a:effectLst>
        </p:spPr>
        <p:txBody>
          <a:bodyPr>
            <a:spAutoFit/>
          </a:bodyPr>
          <a:lstStyle/>
          <a:p>
            <a:pPr>
              <a:lnSpc>
                <a:spcPct val="90000"/>
              </a:lnSpc>
              <a:defRPr/>
            </a:pPr>
            <a:r>
              <a:rPr lang="fr-FR" sz="4400" b="1">
                <a:solidFill>
                  <a:schemeClr val="bg1"/>
                </a:solidFill>
                <a:latin typeface="Arial" charset="0"/>
              </a:rPr>
              <a:t>Le but</a:t>
            </a:r>
          </a:p>
          <a:p>
            <a:pPr>
              <a:lnSpc>
                <a:spcPct val="90000"/>
              </a:lnSpc>
              <a:defRPr/>
            </a:pPr>
            <a:r>
              <a:rPr lang="fr-FR" sz="4400" b="1">
                <a:solidFill>
                  <a:schemeClr val="bg1"/>
                </a:solidFill>
                <a:latin typeface="Arial" charset="0"/>
              </a:rPr>
              <a:t>De toute relation</a:t>
            </a:r>
          </a:p>
          <a:p>
            <a:pPr>
              <a:lnSpc>
                <a:spcPct val="90000"/>
              </a:lnSpc>
              <a:defRPr/>
            </a:pPr>
            <a:r>
              <a:rPr lang="fr-FR" sz="4400" b="1">
                <a:solidFill>
                  <a:schemeClr val="bg1"/>
                </a:solidFill>
                <a:latin typeface="Arial" charset="0"/>
              </a:rPr>
              <a:t>Est la Multiplication…</a:t>
            </a:r>
          </a:p>
        </p:txBody>
      </p:sp>
      <p:sp>
        <p:nvSpPr>
          <p:cNvPr id="14339" name="Text Box 3"/>
          <p:cNvSpPr txBox="1">
            <a:spLocks noChangeArrowheads="1"/>
          </p:cNvSpPr>
          <p:nvPr/>
        </p:nvSpPr>
        <p:spPr bwMode="auto">
          <a:xfrm>
            <a:off x="533400" y="5962650"/>
            <a:ext cx="8305800" cy="458788"/>
          </a:xfrm>
          <a:prstGeom prst="rect">
            <a:avLst/>
          </a:prstGeom>
          <a:noFill/>
          <a:ln w="9525">
            <a:noFill/>
            <a:miter lim="800000"/>
            <a:headEnd/>
            <a:tailEnd/>
          </a:ln>
        </p:spPr>
        <p:txBody>
          <a:bodyPr anchor="ctr">
            <a:spAutoFit/>
          </a:bodyPr>
          <a:lstStyle/>
          <a:p>
            <a:pPr algn="ctr">
              <a:lnSpc>
                <a:spcPct val="90000"/>
              </a:lnSpc>
            </a:pPr>
            <a:r>
              <a:rPr lang="en-US" sz="2600">
                <a:solidFill>
                  <a:srgbClr val="A6A6A6"/>
                </a:solidFill>
                <a:latin typeface="Arial" charset="0"/>
              </a:rPr>
              <a:t>/RobbDThompson                    @RobbThompson </a:t>
            </a:r>
          </a:p>
        </p:txBody>
      </p:sp>
      <p:sp>
        <p:nvSpPr>
          <p:cNvPr id="4" name="Text Box 3"/>
          <p:cNvSpPr txBox="1">
            <a:spLocks noChangeArrowheads="1"/>
          </p:cNvSpPr>
          <p:nvPr/>
        </p:nvSpPr>
        <p:spPr bwMode="auto">
          <a:xfrm>
            <a:off x="685800" y="4219575"/>
            <a:ext cx="8077200" cy="657225"/>
          </a:xfrm>
          <a:prstGeom prst="rect">
            <a:avLst/>
          </a:prstGeom>
          <a:noFill/>
          <a:ln w="9525">
            <a:noFill/>
            <a:miter lim="800000"/>
            <a:headEnd/>
            <a:tailEnd/>
          </a:ln>
          <a:effectLst>
            <a:outerShdw rotWithShape="0">
              <a:srgbClr val="808080">
                <a:alpha val="79999"/>
              </a:srgbClr>
            </a:outerShdw>
          </a:effectLst>
        </p:spPr>
        <p:txBody>
          <a:bodyPr anchor="ctr">
            <a:spAutoFit/>
          </a:bodyPr>
          <a:lstStyle/>
          <a:p>
            <a:pPr>
              <a:lnSpc>
                <a:spcPct val="90000"/>
              </a:lnSpc>
              <a:defRPr/>
            </a:pPr>
            <a:r>
              <a:rPr lang="fr-FR" sz="4000" b="1">
                <a:solidFill>
                  <a:srgbClr val="FFFF00"/>
                </a:solidFill>
                <a:latin typeface="Arial" charset="0"/>
              </a:rPr>
              <a:t>Genèse 1:28</a:t>
            </a:r>
          </a:p>
        </p:txBody>
      </p:sp>
    </p:spTree>
  </p:cSld>
  <p:clrMapOvr>
    <a:masterClrMapping/>
  </p:clrMapOvr>
  <p:transition advClick="0">
    <p:dissolv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3"/>
          <p:cNvSpPr txBox="1">
            <a:spLocks noChangeArrowheads="1"/>
          </p:cNvSpPr>
          <p:nvPr/>
        </p:nvSpPr>
        <p:spPr bwMode="auto">
          <a:xfrm>
            <a:off x="609600" y="1533525"/>
            <a:ext cx="8229600" cy="2733675"/>
          </a:xfrm>
          <a:prstGeom prst="rect">
            <a:avLst/>
          </a:prstGeom>
          <a:noFill/>
          <a:ln w="9525">
            <a:noFill/>
            <a:miter lim="800000"/>
            <a:headEnd/>
            <a:tailEnd/>
          </a:ln>
          <a:effectLst>
            <a:outerShdw rotWithShape="0">
              <a:srgbClr val="808080">
                <a:alpha val="79999"/>
              </a:srgbClr>
            </a:outerShdw>
          </a:effectLst>
        </p:spPr>
        <p:txBody>
          <a:bodyPr anchor="ctr">
            <a:spAutoFit/>
          </a:bodyPr>
          <a:lstStyle/>
          <a:p>
            <a:pPr>
              <a:lnSpc>
                <a:spcPct val="90000"/>
              </a:lnSpc>
              <a:defRPr/>
            </a:pPr>
            <a:r>
              <a:rPr lang="fr-FR" sz="3800" b="1">
                <a:solidFill>
                  <a:schemeClr val="bg1"/>
                </a:solidFill>
                <a:latin typeface="Arial" charset="0"/>
              </a:rPr>
              <a:t>Dieu les bénit et leur dit : “Reproduisez-vous, devenez nombreux, remplissez la terre et soumettez-la ! Dominez sur les poissons de la mer, </a:t>
            </a:r>
          </a:p>
        </p:txBody>
      </p:sp>
      <p:sp>
        <p:nvSpPr>
          <p:cNvPr id="15363" name="Text Box 3"/>
          <p:cNvSpPr txBox="1">
            <a:spLocks noChangeArrowheads="1"/>
          </p:cNvSpPr>
          <p:nvPr/>
        </p:nvSpPr>
        <p:spPr bwMode="auto">
          <a:xfrm>
            <a:off x="533400" y="5962650"/>
            <a:ext cx="8305800" cy="458788"/>
          </a:xfrm>
          <a:prstGeom prst="rect">
            <a:avLst/>
          </a:prstGeom>
          <a:noFill/>
          <a:ln w="9525">
            <a:noFill/>
            <a:miter lim="800000"/>
            <a:headEnd/>
            <a:tailEnd/>
          </a:ln>
        </p:spPr>
        <p:txBody>
          <a:bodyPr anchor="ctr">
            <a:spAutoFit/>
          </a:bodyPr>
          <a:lstStyle/>
          <a:p>
            <a:pPr algn="ctr">
              <a:lnSpc>
                <a:spcPct val="90000"/>
              </a:lnSpc>
            </a:pPr>
            <a:r>
              <a:rPr lang="en-US" sz="2600">
                <a:solidFill>
                  <a:srgbClr val="A6A6A6"/>
                </a:solidFill>
                <a:latin typeface="Arial" charset="0"/>
              </a:rPr>
              <a:t>/RobbDThompson                    @RobbThompson </a:t>
            </a:r>
          </a:p>
        </p:txBody>
      </p:sp>
      <p:sp>
        <p:nvSpPr>
          <p:cNvPr id="4" name="Text Box 3"/>
          <p:cNvSpPr txBox="1">
            <a:spLocks noChangeArrowheads="1"/>
          </p:cNvSpPr>
          <p:nvPr/>
        </p:nvSpPr>
        <p:spPr bwMode="auto">
          <a:xfrm>
            <a:off x="533400" y="533400"/>
            <a:ext cx="8153400" cy="600075"/>
          </a:xfrm>
          <a:prstGeom prst="rect">
            <a:avLst/>
          </a:prstGeom>
          <a:noFill/>
          <a:ln w="9525">
            <a:noFill/>
            <a:miter lim="800000"/>
            <a:headEnd/>
            <a:tailEnd/>
          </a:ln>
          <a:effectLst>
            <a:outerShdw rotWithShape="0">
              <a:srgbClr val="808080">
                <a:alpha val="79999"/>
              </a:srgbClr>
            </a:outerShdw>
          </a:effectLst>
        </p:spPr>
        <p:txBody>
          <a:bodyPr>
            <a:spAutoFit/>
          </a:bodyPr>
          <a:lstStyle/>
          <a:p>
            <a:pPr algn="r">
              <a:lnSpc>
                <a:spcPct val="90000"/>
              </a:lnSpc>
              <a:defRPr/>
            </a:pPr>
            <a:r>
              <a:rPr lang="fr-FR" sz="3600" b="1">
                <a:solidFill>
                  <a:srgbClr val="FFFF00"/>
                </a:solidFill>
                <a:latin typeface="Arial" charset="0"/>
              </a:rPr>
              <a:t>Genèse 1:28</a:t>
            </a:r>
          </a:p>
        </p:txBody>
      </p:sp>
    </p:spTree>
  </p:cSld>
  <p:clrMapOvr>
    <a:masterClrMapping/>
  </p:clrMapOvr>
  <p:transition advClick="0">
    <p:dissolv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3"/>
          <p:cNvSpPr txBox="1">
            <a:spLocks noChangeArrowheads="1"/>
          </p:cNvSpPr>
          <p:nvPr/>
        </p:nvSpPr>
        <p:spPr bwMode="auto">
          <a:xfrm>
            <a:off x="609600" y="2324100"/>
            <a:ext cx="8229600" cy="1154113"/>
          </a:xfrm>
          <a:prstGeom prst="rect">
            <a:avLst/>
          </a:prstGeom>
          <a:noFill/>
          <a:ln w="9525">
            <a:noFill/>
            <a:miter lim="800000"/>
            <a:headEnd/>
            <a:tailEnd/>
          </a:ln>
          <a:effectLst>
            <a:outerShdw rotWithShape="0">
              <a:srgbClr val="808080">
                <a:alpha val="79999"/>
              </a:srgbClr>
            </a:outerShdw>
          </a:effectLst>
        </p:spPr>
        <p:txBody>
          <a:bodyPr anchor="ctr">
            <a:spAutoFit/>
          </a:bodyPr>
          <a:lstStyle/>
          <a:p>
            <a:pPr>
              <a:lnSpc>
                <a:spcPct val="90000"/>
              </a:lnSpc>
              <a:defRPr/>
            </a:pPr>
            <a:r>
              <a:rPr lang="fr-FR" sz="3800" b="1">
                <a:solidFill>
                  <a:schemeClr val="bg1"/>
                </a:solidFill>
                <a:latin typeface="Arial" charset="0"/>
              </a:rPr>
              <a:t>Sur les oiseaux du ciel et sur tout animal qui se meut sur la terre.</a:t>
            </a:r>
          </a:p>
        </p:txBody>
      </p:sp>
      <p:sp>
        <p:nvSpPr>
          <p:cNvPr id="16387" name="Text Box 3"/>
          <p:cNvSpPr txBox="1">
            <a:spLocks noChangeArrowheads="1"/>
          </p:cNvSpPr>
          <p:nvPr/>
        </p:nvSpPr>
        <p:spPr bwMode="auto">
          <a:xfrm>
            <a:off x="533400" y="5962650"/>
            <a:ext cx="8305800" cy="458788"/>
          </a:xfrm>
          <a:prstGeom prst="rect">
            <a:avLst/>
          </a:prstGeom>
          <a:noFill/>
          <a:ln w="9525">
            <a:noFill/>
            <a:miter lim="800000"/>
            <a:headEnd/>
            <a:tailEnd/>
          </a:ln>
        </p:spPr>
        <p:txBody>
          <a:bodyPr anchor="ctr">
            <a:spAutoFit/>
          </a:bodyPr>
          <a:lstStyle/>
          <a:p>
            <a:pPr algn="ctr">
              <a:lnSpc>
                <a:spcPct val="90000"/>
              </a:lnSpc>
            </a:pPr>
            <a:r>
              <a:rPr lang="en-US" sz="2600">
                <a:solidFill>
                  <a:srgbClr val="A6A6A6"/>
                </a:solidFill>
                <a:latin typeface="Arial" charset="0"/>
              </a:rPr>
              <a:t>/RobbDThompson                    @RobbThompson </a:t>
            </a:r>
          </a:p>
        </p:txBody>
      </p:sp>
      <p:sp>
        <p:nvSpPr>
          <p:cNvPr id="4" name="Text Box 3"/>
          <p:cNvSpPr txBox="1">
            <a:spLocks noChangeArrowheads="1"/>
          </p:cNvSpPr>
          <p:nvPr/>
        </p:nvSpPr>
        <p:spPr bwMode="auto">
          <a:xfrm>
            <a:off x="533400" y="533400"/>
            <a:ext cx="8153400" cy="600075"/>
          </a:xfrm>
          <a:prstGeom prst="rect">
            <a:avLst/>
          </a:prstGeom>
          <a:noFill/>
          <a:ln w="9525">
            <a:noFill/>
            <a:miter lim="800000"/>
            <a:headEnd/>
            <a:tailEnd/>
          </a:ln>
          <a:effectLst>
            <a:outerShdw rotWithShape="0">
              <a:srgbClr val="808080">
                <a:alpha val="79999"/>
              </a:srgbClr>
            </a:outerShdw>
          </a:effectLst>
        </p:spPr>
        <p:txBody>
          <a:bodyPr>
            <a:spAutoFit/>
          </a:bodyPr>
          <a:lstStyle/>
          <a:p>
            <a:pPr algn="r">
              <a:lnSpc>
                <a:spcPct val="90000"/>
              </a:lnSpc>
              <a:defRPr/>
            </a:pPr>
            <a:r>
              <a:rPr lang="en-US" sz="3600" b="1">
                <a:solidFill>
                  <a:srgbClr val="FFFF00"/>
                </a:solidFill>
                <a:latin typeface="Arial" charset="0"/>
              </a:rPr>
              <a:t>Genèse 1:28</a:t>
            </a:r>
          </a:p>
        </p:txBody>
      </p:sp>
    </p:spTree>
  </p:cSld>
  <p:clrMapOvr>
    <a:masterClrMapping/>
  </p:clrMapOvr>
  <p:transition advClick="0">
    <p:dissolv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3"/>
          <p:cNvSpPr txBox="1">
            <a:spLocks noChangeArrowheads="1"/>
          </p:cNvSpPr>
          <p:nvPr/>
        </p:nvSpPr>
        <p:spPr bwMode="auto">
          <a:xfrm>
            <a:off x="685800" y="1524000"/>
            <a:ext cx="8229600" cy="1765300"/>
          </a:xfrm>
          <a:prstGeom prst="rect">
            <a:avLst/>
          </a:prstGeom>
          <a:noFill/>
          <a:ln w="9525">
            <a:noFill/>
            <a:miter lim="800000"/>
            <a:headEnd/>
            <a:tailEnd/>
          </a:ln>
          <a:effectLst>
            <a:outerShdw rotWithShape="0">
              <a:srgbClr val="808080">
                <a:alpha val="79999"/>
              </a:srgbClr>
            </a:outerShdw>
          </a:effectLst>
        </p:spPr>
        <p:txBody>
          <a:bodyPr>
            <a:spAutoFit/>
          </a:bodyPr>
          <a:lstStyle/>
          <a:p>
            <a:pPr>
              <a:lnSpc>
                <a:spcPct val="90000"/>
              </a:lnSpc>
              <a:defRPr/>
            </a:pPr>
            <a:r>
              <a:rPr lang="fr-FR" sz="4000" b="1">
                <a:solidFill>
                  <a:schemeClr val="bg1"/>
                </a:solidFill>
                <a:latin typeface="Arial" charset="0"/>
              </a:rPr>
              <a:t>Dieu vous a envoyé pour aider ou être aidé dans n’importe quelle situation donnée… </a:t>
            </a:r>
          </a:p>
        </p:txBody>
      </p:sp>
      <p:sp>
        <p:nvSpPr>
          <p:cNvPr id="17411" name="Text Box 3"/>
          <p:cNvSpPr txBox="1">
            <a:spLocks noChangeArrowheads="1"/>
          </p:cNvSpPr>
          <p:nvPr/>
        </p:nvSpPr>
        <p:spPr bwMode="auto">
          <a:xfrm>
            <a:off x="533400" y="5962650"/>
            <a:ext cx="8305800" cy="458788"/>
          </a:xfrm>
          <a:prstGeom prst="rect">
            <a:avLst/>
          </a:prstGeom>
          <a:noFill/>
          <a:ln w="9525">
            <a:noFill/>
            <a:miter lim="800000"/>
            <a:headEnd/>
            <a:tailEnd/>
          </a:ln>
        </p:spPr>
        <p:txBody>
          <a:bodyPr anchor="ctr">
            <a:spAutoFit/>
          </a:bodyPr>
          <a:lstStyle/>
          <a:p>
            <a:pPr algn="ctr">
              <a:lnSpc>
                <a:spcPct val="90000"/>
              </a:lnSpc>
            </a:pPr>
            <a:r>
              <a:rPr lang="en-US" sz="2600">
                <a:solidFill>
                  <a:srgbClr val="A6A6A6"/>
                </a:solidFill>
                <a:latin typeface="Arial" charset="0"/>
              </a:rPr>
              <a:t>/RobbDThompson                    @RobbThompson </a:t>
            </a:r>
          </a:p>
        </p:txBody>
      </p:sp>
      <p:sp>
        <p:nvSpPr>
          <p:cNvPr id="4" name="Text Box 3"/>
          <p:cNvSpPr txBox="1">
            <a:spLocks noChangeArrowheads="1"/>
          </p:cNvSpPr>
          <p:nvPr/>
        </p:nvSpPr>
        <p:spPr bwMode="auto">
          <a:xfrm>
            <a:off x="685800" y="4219575"/>
            <a:ext cx="8077200" cy="657225"/>
          </a:xfrm>
          <a:prstGeom prst="rect">
            <a:avLst/>
          </a:prstGeom>
          <a:noFill/>
          <a:ln w="9525">
            <a:noFill/>
            <a:miter lim="800000"/>
            <a:headEnd/>
            <a:tailEnd/>
          </a:ln>
          <a:effectLst>
            <a:outerShdw rotWithShape="0">
              <a:srgbClr val="808080">
                <a:alpha val="79999"/>
              </a:srgbClr>
            </a:outerShdw>
          </a:effectLst>
        </p:spPr>
        <p:txBody>
          <a:bodyPr anchor="ctr">
            <a:spAutoFit/>
          </a:bodyPr>
          <a:lstStyle/>
          <a:p>
            <a:pPr>
              <a:lnSpc>
                <a:spcPct val="90000"/>
              </a:lnSpc>
              <a:defRPr/>
            </a:pPr>
            <a:r>
              <a:rPr lang="fr-FR" sz="4000" b="1">
                <a:solidFill>
                  <a:srgbClr val="FFFF00"/>
                </a:solidFill>
                <a:latin typeface="Arial" charset="0"/>
              </a:rPr>
              <a:t>Genèse 2:18</a:t>
            </a:r>
          </a:p>
        </p:txBody>
      </p:sp>
    </p:spTree>
  </p:cSld>
  <p:clrMapOvr>
    <a:masterClrMapping/>
  </p:clrMapOvr>
  <p:transition advClick="0">
    <p:dissolv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3"/>
          <p:cNvSpPr txBox="1">
            <a:spLocks noChangeArrowheads="1"/>
          </p:cNvSpPr>
          <p:nvPr/>
        </p:nvSpPr>
        <p:spPr bwMode="auto">
          <a:xfrm>
            <a:off x="609600" y="2060575"/>
            <a:ext cx="8229600" cy="1681163"/>
          </a:xfrm>
          <a:prstGeom prst="rect">
            <a:avLst/>
          </a:prstGeom>
          <a:noFill/>
          <a:ln w="9525">
            <a:noFill/>
            <a:miter lim="800000"/>
            <a:headEnd/>
            <a:tailEnd/>
          </a:ln>
          <a:effectLst>
            <a:outerShdw rotWithShape="0">
              <a:srgbClr val="808080">
                <a:alpha val="79999"/>
              </a:srgbClr>
            </a:outerShdw>
          </a:effectLst>
        </p:spPr>
        <p:txBody>
          <a:bodyPr anchor="ctr">
            <a:spAutoFit/>
          </a:bodyPr>
          <a:lstStyle/>
          <a:p>
            <a:pPr>
              <a:lnSpc>
                <a:spcPct val="90000"/>
              </a:lnSpc>
              <a:defRPr/>
            </a:pPr>
            <a:r>
              <a:rPr lang="fr-FR" sz="3800" b="1">
                <a:solidFill>
                  <a:schemeClr val="bg1"/>
                </a:solidFill>
                <a:latin typeface="Arial" charset="0"/>
              </a:rPr>
              <a:t>L’Éternel Dieu dit : “Il n’est pas bon que l’homme soit seul. Je lui ferai une aide semblable à lui.”</a:t>
            </a:r>
          </a:p>
        </p:txBody>
      </p:sp>
      <p:sp>
        <p:nvSpPr>
          <p:cNvPr id="18435" name="Text Box 3"/>
          <p:cNvSpPr txBox="1">
            <a:spLocks noChangeArrowheads="1"/>
          </p:cNvSpPr>
          <p:nvPr/>
        </p:nvSpPr>
        <p:spPr bwMode="auto">
          <a:xfrm>
            <a:off x="533400" y="5962650"/>
            <a:ext cx="8305800" cy="458788"/>
          </a:xfrm>
          <a:prstGeom prst="rect">
            <a:avLst/>
          </a:prstGeom>
          <a:noFill/>
          <a:ln w="9525">
            <a:noFill/>
            <a:miter lim="800000"/>
            <a:headEnd/>
            <a:tailEnd/>
          </a:ln>
        </p:spPr>
        <p:txBody>
          <a:bodyPr anchor="ctr">
            <a:spAutoFit/>
          </a:bodyPr>
          <a:lstStyle/>
          <a:p>
            <a:pPr algn="ctr">
              <a:lnSpc>
                <a:spcPct val="90000"/>
              </a:lnSpc>
            </a:pPr>
            <a:r>
              <a:rPr lang="en-US" sz="2600">
                <a:solidFill>
                  <a:srgbClr val="A6A6A6"/>
                </a:solidFill>
                <a:latin typeface="Arial" charset="0"/>
              </a:rPr>
              <a:t>/RobbDThompson                    @RobbThompson </a:t>
            </a:r>
          </a:p>
        </p:txBody>
      </p:sp>
      <p:sp>
        <p:nvSpPr>
          <p:cNvPr id="4" name="Text Box 3"/>
          <p:cNvSpPr txBox="1">
            <a:spLocks noChangeArrowheads="1"/>
          </p:cNvSpPr>
          <p:nvPr/>
        </p:nvSpPr>
        <p:spPr bwMode="auto">
          <a:xfrm>
            <a:off x="533400" y="533400"/>
            <a:ext cx="8153400" cy="600075"/>
          </a:xfrm>
          <a:prstGeom prst="rect">
            <a:avLst/>
          </a:prstGeom>
          <a:noFill/>
          <a:ln w="9525">
            <a:noFill/>
            <a:miter lim="800000"/>
            <a:headEnd/>
            <a:tailEnd/>
          </a:ln>
          <a:effectLst>
            <a:outerShdw rotWithShape="0">
              <a:srgbClr val="808080">
                <a:alpha val="79999"/>
              </a:srgbClr>
            </a:outerShdw>
          </a:effectLst>
        </p:spPr>
        <p:txBody>
          <a:bodyPr>
            <a:spAutoFit/>
          </a:bodyPr>
          <a:lstStyle/>
          <a:p>
            <a:pPr algn="r">
              <a:lnSpc>
                <a:spcPct val="90000"/>
              </a:lnSpc>
              <a:defRPr/>
            </a:pPr>
            <a:r>
              <a:rPr lang="fr-FR" sz="3600" b="1">
                <a:solidFill>
                  <a:srgbClr val="FFFF00"/>
                </a:solidFill>
                <a:latin typeface="Arial" charset="0"/>
              </a:rPr>
              <a:t>Genèse 2:18</a:t>
            </a:r>
          </a:p>
        </p:txBody>
      </p:sp>
    </p:spTree>
  </p:cSld>
  <p:clrMapOvr>
    <a:masterClrMapping/>
  </p:clrMapOvr>
  <p:transition advClick="0">
    <p:dissolv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3"/>
          <p:cNvSpPr txBox="1">
            <a:spLocks noChangeArrowheads="1"/>
          </p:cNvSpPr>
          <p:nvPr/>
        </p:nvSpPr>
        <p:spPr bwMode="auto">
          <a:xfrm>
            <a:off x="609600" y="2114550"/>
            <a:ext cx="8229600" cy="1154113"/>
          </a:xfrm>
          <a:prstGeom prst="rect">
            <a:avLst/>
          </a:prstGeom>
          <a:noFill/>
          <a:ln w="9525">
            <a:noFill/>
            <a:miter lim="800000"/>
            <a:headEnd/>
            <a:tailEnd/>
          </a:ln>
          <a:effectLst>
            <a:outerShdw rotWithShape="0">
              <a:srgbClr val="808080">
                <a:alpha val="79999"/>
              </a:srgbClr>
            </a:outerShdw>
          </a:effectLst>
        </p:spPr>
        <p:txBody>
          <a:bodyPr>
            <a:spAutoFit/>
          </a:bodyPr>
          <a:lstStyle/>
          <a:p>
            <a:pPr>
              <a:lnSpc>
                <a:spcPct val="90000"/>
              </a:lnSpc>
              <a:spcAft>
                <a:spcPts val="1200"/>
              </a:spcAft>
              <a:defRPr/>
            </a:pPr>
            <a:r>
              <a:rPr lang="fr-FR" sz="3800" b="1">
                <a:solidFill>
                  <a:schemeClr val="bg1"/>
                </a:solidFill>
                <a:latin typeface="Arial" charset="0"/>
              </a:rPr>
              <a:t>• Être capable de faire ce travail, et de le faire bien.</a:t>
            </a:r>
          </a:p>
        </p:txBody>
      </p:sp>
      <p:sp>
        <p:nvSpPr>
          <p:cNvPr id="19459" name="Text Box 3"/>
          <p:cNvSpPr txBox="1">
            <a:spLocks noChangeArrowheads="1"/>
          </p:cNvSpPr>
          <p:nvPr/>
        </p:nvSpPr>
        <p:spPr bwMode="auto">
          <a:xfrm>
            <a:off x="533400" y="5962650"/>
            <a:ext cx="8305800" cy="458788"/>
          </a:xfrm>
          <a:prstGeom prst="rect">
            <a:avLst/>
          </a:prstGeom>
          <a:noFill/>
          <a:ln w="9525">
            <a:noFill/>
            <a:miter lim="800000"/>
            <a:headEnd/>
            <a:tailEnd/>
          </a:ln>
        </p:spPr>
        <p:txBody>
          <a:bodyPr anchor="ctr">
            <a:spAutoFit/>
          </a:bodyPr>
          <a:lstStyle/>
          <a:p>
            <a:pPr algn="ctr">
              <a:lnSpc>
                <a:spcPct val="90000"/>
              </a:lnSpc>
            </a:pPr>
            <a:r>
              <a:rPr lang="en-US" sz="2600">
                <a:solidFill>
                  <a:srgbClr val="A6A6A6"/>
                </a:solidFill>
                <a:latin typeface="Arial" charset="0"/>
              </a:rPr>
              <a:t>/RobbDThompson                    @RobbThompson </a:t>
            </a:r>
          </a:p>
        </p:txBody>
      </p:sp>
      <p:sp>
        <p:nvSpPr>
          <p:cNvPr id="6" name="Text Box 3"/>
          <p:cNvSpPr txBox="1">
            <a:spLocks noChangeArrowheads="1"/>
          </p:cNvSpPr>
          <p:nvPr/>
        </p:nvSpPr>
        <p:spPr bwMode="auto">
          <a:xfrm>
            <a:off x="609600" y="561975"/>
            <a:ext cx="8229600" cy="1211263"/>
          </a:xfrm>
          <a:prstGeom prst="rect">
            <a:avLst/>
          </a:prstGeom>
          <a:noFill/>
          <a:ln w="9525">
            <a:noFill/>
            <a:miter lim="800000"/>
            <a:headEnd/>
            <a:tailEnd/>
          </a:ln>
          <a:effectLst>
            <a:outerShdw rotWithShape="0">
              <a:srgbClr val="808080">
                <a:alpha val="79999"/>
              </a:srgbClr>
            </a:outerShdw>
          </a:effectLst>
        </p:spPr>
        <p:txBody>
          <a:bodyPr anchor="ctr">
            <a:spAutoFit/>
          </a:bodyPr>
          <a:lstStyle/>
          <a:p>
            <a:pPr>
              <a:lnSpc>
                <a:spcPct val="90000"/>
              </a:lnSpc>
              <a:defRPr/>
            </a:pPr>
            <a:r>
              <a:rPr lang="fr-FR" sz="4000" b="1" dirty="0">
                <a:solidFill>
                  <a:srgbClr val="FFFF00"/>
                </a:solidFill>
                <a:latin typeface="Arial" charset="0"/>
              </a:rPr>
              <a:t>Que signifie le succès dans le travail ?</a:t>
            </a:r>
          </a:p>
        </p:txBody>
      </p:sp>
    </p:spTree>
  </p:cSld>
  <p:clrMapOvr>
    <a:masterClrMapping/>
  </p:clrMapOvr>
  <p:transition advClick="0">
    <p:dissolv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3"/>
          <p:cNvSpPr txBox="1">
            <a:spLocks noChangeArrowheads="1"/>
          </p:cNvSpPr>
          <p:nvPr/>
        </p:nvSpPr>
        <p:spPr bwMode="auto">
          <a:xfrm>
            <a:off x="609600" y="1974850"/>
            <a:ext cx="8229600" cy="2360613"/>
          </a:xfrm>
          <a:prstGeom prst="rect">
            <a:avLst/>
          </a:prstGeom>
          <a:noFill/>
          <a:ln w="9525">
            <a:noFill/>
            <a:miter lim="800000"/>
            <a:headEnd/>
            <a:tailEnd/>
          </a:ln>
          <a:effectLst>
            <a:outerShdw rotWithShape="0">
              <a:srgbClr val="808080">
                <a:alpha val="79999"/>
              </a:srgbClr>
            </a:outerShdw>
          </a:effectLst>
        </p:spPr>
        <p:txBody>
          <a:bodyPr>
            <a:spAutoFit/>
          </a:bodyPr>
          <a:lstStyle/>
          <a:p>
            <a:pPr>
              <a:lnSpc>
                <a:spcPct val="90000"/>
              </a:lnSpc>
              <a:spcAft>
                <a:spcPts val="1200"/>
              </a:spcAft>
              <a:defRPr/>
            </a:pPr>
            <a:r>
              <a:rPr lang="fr-FR" sz="3800" b="1">
                <a:solidFill>
                  <a:schemeClr val="bg1"/>
                </a:solidFill>
                <a:latin typeface="Arial" charset="0"/>
              </a:rPr>
              <a:t>• Être capable de faire ce travail, et de le faire bien.</a:t>
            </a:r>
          </a:p>
          <a:p>
            <a:pPr>
              <a:lnSpc>
                <a:spcPct val="90000"/>
              </a:lnSpc>
              <a:spcAft>
                <a:spcPts val="1200"/>
              </a:spcAft>
              <a:defRPr/>
            </a:pPr>
            <a:r>
              <a:rPr lang="fr-FR" sz="3800" b="1">
                <a:solidFill>
                  <a:schemeClr val="bg1"/>
                </a:solidFill>
                <a:latin typeface="Arial" charset="0"/>
              </a:rPr>
              <a:t>• Éprouver un sentiment d’accomplissement.</a:t>
            </a:r>
          </a:p>
        </p:txBody>
      </p:sp>
      <p:sp>
        <p:nvSpPr>
          <p:cNvPr id="20483" name="Text Box 3"/>
          <p:cNvSpPr txBox="1">
            <a:spLocks noChangeArrowheads="1"/>
          </p:cNvSpPr>
          <p:nvPr/>
        </p:nvSpPr>
        <p:spPr bwMode="auto">
          <a:xfrm>
            <a:off x="533400" y="5962650"/>
            <a:ext cx="8305800" cy="458788"/>
          </a:xfrm>
          <a:prstGeom prst="rect">
            <a:avLst/>
          </a:prstGeom>
          <a:noFill/>
          <a:ln w="9525">
            <a:noFill/>
            <a:miter lim="800000"/>
            <a:headEnd/>
            <a:tailEnd/>
          </a:ln>
        </p:spPr>
        <p:txBody>
          <a:bodyPr anchor="ctr">
            <a:spAutoFit/>
          </a:bodyPr>
          <a:lstStyle/>
          <a:p>
            <a:pPr algn="ctr">
              <a:lnSpc>
                <a:spcPct val="90000"/>
              </a:lnSpc>
            </a:pPr>
            <a:r>
              <a:rPr lang="en-US" sz="2600">
                <a:solidFill>
                  <a:srgbClr val="A6A6A6"/>
                </a:solidFill>
                <a:latin typeface="Arial" charset="0"/>
              </a:rPr>
              <a:t>/RobbDThompson                    @RobbThompson </a:t>
            </a:r>
          </a:p>
        </p:txBody>
      </p:sp>
      <p:sp>
        <p:nvSpPr>
          <p:cNvPr id="6" name="Text Box 3"/>
          <p:cNvSpPr txBox="1">
            <a:spLocks noChangeArrowheads="1"/>
          </p:cNvSpPr>
          <p:nvPr/>
        </p:nvSpPr>
        <p:spPr bwMode="auto">
          <a:xfrm>
            <a:off x="609600" y="561975"/>
            <a:ext cx="8229600" cy="1211263"/>
          </a:xfrm>
          <a:prstGeom prst="rect">
            <a:avLst/>
          </a:prstGeom>
          <a:noFill/>
          <a:ln w="9525">
            <a:noFill/>
            <a:miter lim="800000"/>
            <a:headEnd/>
            <a:tailEnd/>
          </a:ln>
          <a:effectLst>
            <a:outerShdw rotWithShape="0">
              <a:srgbClr val="808080">
                <a:alpha val="79999"/>
              </a:srgbClr>
            </a:outerShdw>
          </a:effectLst>
        </p:spPr>
        <p:txBody>
          <a:bodyPr anchor="ctr">
            <a:spAutoFit/>
          </a:bodyPr>
          <a:lstStyle/>
          <a:p>
            <a:pPr>
              <a:lnSpc>
                <a:spcPct val="90000"/>
              </a:lnSpc>
              <a:defRPr/>
            </a:pPr>
            <a:r>
              <a:rPr lang="fr-FR" sz="4000" b="1">
                <a:solidFill>
                  <a:srgbClr val="FFFF00"/>
                </a:solidFill>
                <a:latin typeface="Arial" charset="0"/>
              </a:rPr>
              <a:t>Que signifie le succès dans le travail ?</a:t>
            </a:r>
          </a:p>
        </p:txBody>
      </p:sp>
    </p:spTree>
  </p:cSld>
  <p:clrMapOvr>
    <a:masterClrMapping/>
  </p:clrMapOvr>
  <p:transition advClick="0">
    <p:dissolve/>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3"/>
          <p:cNvSpPr txBox="1">
            <a:spLocks noChangeArrowheads="1"/>
          </p:cNvSpPr>
          <p:nvPr/>
        </p:nvSpPr>
        <p:spPr bwMode="auto">
          <a:xfrm>
            <a:off x="609600" y="1468438"/>
            <a:ext cx="8229600" cy="4094162"/>
          </a:xfrm>
          <a:prstGeom prst="rect">
            <a:avLst/>
          </a:prstGeom>
          <a:noFill/>
          <a:ln w="9525">
            <a:noFill/>
            <a:miter lim="800000"/>
            <a:headEnd/>
            <a:tailEnd/>
          </a:ln>
          <a:effectLst>
            <a:outerShdw rotWithShape="0">
              <a:srgbClr val="808080">
                <a:alpha val="79999"/>
              </a:srgbClr>
            </a:outerShdw>
          </a:effectLst>
        </p:spPr>
        <p:txBody>
          <a:bodyPr>
            <a:spAutoFit/>
          </a:bodyPr>
          <a:lstStyle/>
          <a:p>
            <a:pPr>
              <a:lnSpc>
                <a:spcPct val="90000"/>
              </a:lnSpc>
              <a:spcAft>
                <a:spcPts val="1200"/>
              </a:spcAft>
              <a:defRPr/>
            </a:pPr>
            <a:r>
              <a:rPr lang="fr-FR" sz="3800" b="1">
                <a:solidFill>
                  <a:schemeClr val="bg1"/>
                </a:solidFill>
                <a:latin typeface="Arial" charset="0"/>
              </a:rPr>
              <a:t>• Être capable de faire ce travail, et de le faire bien.</a:t>
            </a:r>
          </a:p>
          <a:p>
            <a:pPr>
              <a:lnSpc>
                <a:spcPct val="90000"/>
              </a:lnSpc>
              <a:spcAft>
                <a:spcPts val="1200"/>
              </a:spcAft>
              <a:defRPr/>
            </a:pPr>
            <a:r>
              <a:rPr lang="fr-FR" sz="3800" b="1">
                <a:solidFill>
                  <a:schemeClr val="bg1"/>
                </a:solidFill>
                <a:latin typeface="Arial" charset="0"/>
              </a:rPr>
              <a:t>• Éprouver un sentiment d’accomplissement.</a:t>
            </a:r>
          </a:p>
          <a:p>
            <a:pPr>
              <a:lnSpc>
                <a:spcPct val="90000"/>
              </a:lnSpc>
              <a:spcAft>
                <a:spcPts val="1200"/>
              </a:spcAft>
              <a:defRPr/>
            </a:pPr>
            <a:r>
              <a:rPr lang="fr-FR" sz="3800" b="1">
                <a:solidFill>
                  <a:schemeClr val="bg1"/>
                </a:solidFill>
                <a:latin typeface="Arial" charset="0"/>
              </a:rPr>
              <a:t>• Obtenir le plus haut salaire et la plus haute position que le poste permet.</a:t>
            </a:r>
          </a:p>
        </p:txBody>
      </p:sp>
      <p:sp>
        <p:nvSpPr>
          <p:cNvPr id="21507" name="Text Box 3"/>
          <p:cNvSpPr txBox="1">
            <a:spLocks noChangeArrowheads="1"/>
          </p:cNvSpPr>
          <p:nvPr/>
        </p:nvSpPr>
        <p:spPr bwMode="auto">
          <a:xfrm>
            <a:off x="533400" y="5962650"/>
            <a:ext cx="8305800" cy="458788"/>
          </a:xfrm>
          <a:prstGeom prst="rect">
            <a:avLst/>
          </a:prstGeom>
          <a:noFill/>
          <a:ln w="9525">
            <a:noFill/>
            <a:miter lim="800000"/>
            <a:headEnd/>
            <a:tailEnd/>
          </a:ln>
        </p:spPr>
        <p:txBody>
          <a:bodyPr anchor="ctr">
            <a:spAutoFit/>
          </a:bodyPr>
          <a:lstStyle/>
          <a:p>
            <a:pPr algn="ctr">
              <a:lnSpc>
                <a:spcPct val="90000"/>
              </a:lnSpc>
            </a:pPr>
            <a:r>
              <a:rPr lang="en-US" sz="2600">
                <a:solidFill>
                  <a:srgbClr val="A6A6A6"/>
                </a:solidFill>
                <a:latin typeface="Arial" charset="0"/>
              </a:rPr>
              <a:t>/RobbDThompson                    @RobbThompson </a:t>
            </a:r>
          </a:p>
        </p:txBody>
      </p:sp>
      <p:sp>
        <p:nvSpPr>
          <p:cNvPr id="6" name="Text Box 3"/>
          <p:cNvSpPr txBox="1">
            <a:spLocks noChangeArrowheads="1"/>
          </p:cNvSpPr>
          <p:nvPr/>
        </p:nvSpPr>
        <p:spPr bwMode="auto">
          <a:xfrm>
            <a:off x="609600" y="304800"/>
            <a:ext cx="8229600" cy="1211263"/>
          </a:xfrm>
          <a:prstGeom prst="rect">
            <a:avLst/>
          </a:prstGeom>
          <a:noFill/>
          <a:ln w="9525">
            <a:noFill/>
            <a:miter lim="800000"/>
            <a:headEnd/>
            <a:tailEnd/>
          </a:ln>
          <a:effectLst>
            <a:outerShdw rotWithShape="0">
              <a:srgbClr val="808080">
                <a:alpha val="79999"/>
              </a:srgbClr>
            </a:outerShdw>
          </a:effectLst>
        </p:spPr>
        <p:txBody>
          <a:bodyPr anchor="ctr">
            <a:spAutoFit/>
          </a:bodyPr>
          <a:lstStyle/>
          <a:p>
            <a:pPr>
              <a:lnSpc>
                <a:spcPct val="90000"/>
              </a:lnSpc>
              <a:defRPr/>
            </a:pPr>
            <a:r>
              <a:rPr lang="fr-FR" sz="4000" b="1">
                <a:solidFill>
                  <a:srgbClr val="FFFF00"/>
                </a:solidFill>
                <a:latin typeface="Arial" charset="0"/>
              </a:rPr>
              <a:t>Que signifie le succès dans le travail ?</a:t>
            </a:r>
          </a:p>
        </p:txBody>
      </p:sp>
    </p:spTree>
  </p:cSld>
  <p:clrMapOvr>
    <a:masterClrMapping/>
  </p:clrMapOvr>
  <p:transition advClick="0">
    <p:dissolve/>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3"/>
          <p:cNvSpPr txBox="1">
            <a:spLocks noChangeArrowheads="1"/>
          </p:cNvSpPr>
          <p:nvPr/>
        </p:nvSpPr>
        <p:spPr bwMode="auto">
          <a:xfrm>
            <a:off x="609600" y="1893888"/>
            <a:ext cx="8229600" cy="1154112"/>
          </a:xfrm>
          <a:prstGeom prst="rect">
            <a:avLst/>
          </a:prstGeom>
          <a:noFill/>
          <a:ln w="9525">
            <a:noFill/>
            <a:miter lim="800000"/>
            <a:headEnd/>
            <a:tailEnd/>
          </a:ln>
          <a:effectLst>
            <a:outerShdw rotWithShape="0">
              <a:srgbClr val="808080">
                <a:alpha val="79999"/>
              </a:srgbClr>
            </a:outerShdw>
          </a:effectLst>
        </p:spPr>
        <p:txBody>
          <a:bodyPr>
            <a:spAutoFit/>
          </a:bodyPr>
          <a:lstStyle/>
          <a:p>
            <a:pPr>
              <a:lnSpc>
                <a:spcPct val="90000"/>
              </a:lnSpc>
              <a:spcAft>
                <a:spcPts val="1200"/>
              </a:spcAft>
              <a:defRPr/>
            </a:pPr>
            <a:r>
              <a:rPr lang="fr-FR" sz="3800" b="1">
                <a:solidFill>
                  <a:schemeClr val="bg1"/>
                </a:solidFill>
                <a:latin typeface="Arial" charset="0"/>
              </a:rPr>
              <a:t>• Être remarqué, respecté et important aux yeux du patron.</a:t>
            </a:r>
          </a:p>
        </p:txBody>
      </p:sp>
      <p:sp>
        <p:nvSpPr>
          <p:cNvPr id="22531" name="Text Box 3"/>
          <p:cNvSpPr txBox="1">
            <a:spLocks noChangeArrowheads="1"/>
          </p:cNvSpPr>
          <p:nvPr/>
        </p:nvSpPr>
        <p:spPr bwMode="auto">
          <a:xfrm>
            <a:off x="533400" y="5962650"/>
            <a:ext cx="8305800" cy="458788"/>
          </a:xfrm>
          <a:prstGeom prst="rect">
            <a:avLst/>
          </a:prstGeom>
          <a:noFill/>
          <a:ln w="9525">
            <a:noFill/>
            <a:miter lim="800000"/>
            <a:headEnd/>
            <a:tailEnd/>
          </a:ln>
        </p:spPr>
        <p:txBody>
          <a:bodyPr anchor="ctr">
            <a:spAutoFit/>
          </a:bodyPr>
          <a:lstStyle/>
          <a:p>
            <a:pPr algn="ctr">
              <a:lnSpc>
                <a:spcPct val="90000"/>
              </a:lnSpc>
            </a:pPr>
            <a:r>
              <a:rPr lang="en-US" sz="2600">
                <a:solidFill>
                  <a:srgbClr val="A6A6A6"/>
                </a:solidFill>
                <a:latin typeface="Arial" charset="0"/>
              </a:rPr>
              <a:t>/RobbDThompson                    @RobbThompson </a:t>
            </a:r>
          </a:p>
        </p:txBody>
      </p:sp>
      <p:sp>
        <p:nvSpPr>
          <p:cNvPr id="6" name="Text Box 3"/>
          <p:cNvSpPr txBox="1">
            <a:spLocks noChangeArrowheads="1"/>
          </p:cNvSpPr>
          <p:nvPr/>
        </p:nvSpPr>
        <p:spPr bwMode="auto">
          <a:xfrm>
            <a:off x="609600" y="561975"/>
            <a:ext cx="8229600" cy="1211263"/>
          </a:xfrm>
          <a:prstGeom prst="rect">
            <a:avLst/>
          </a:prstGeom>
          <a:noFill/>
          <a:ln w="9525">
            <a:noFill/>
            <a:miter lim="800000"/>
            <a:headEnd/>
            <a:tailEnd/>
          </a:ln>
          <a:effectLst>
            <a:outerShdw rotWithShape="0">
              <a:srgbClr val="808080">
                <a:alpha val="79999"/>
              </a:srgbClr>
            </a:outerShdw>
          </a:effectLst>
        </p:spPr>
        <p:txBody>
          <a:bodyPr anchor="ctr">
            <a:spAutoFit/>
          </a:bodyPr>
          <a:lstStyle/>
          <a:p>
            <a:pPr>
              <a:lnSpc>
                <a:spcPct val="90000"/>
              </a:lnSpc>
              <a:defRPr/>
            </a:pPr>
            <a:r>
              <a:rPr lang="fr-FR" sz="4000" b="1">
                <a:solidFill>
                  <a:srgbClr val="FFFF00"/>
                </a:solidFill>
                <a:latin typeface="Arial" charset="0"/>
              </a:rPr>
              <a:t>Que signifie le succès dans le travail ?</a:t>
            </a:r>
          </a:p>
        </p:txBody>
      </p:sp>
    </p:spTree>
  </p:cSld>
  <p:clrMapOvr>
    <a:masterClrMapping/>
  </p:clrMapOvr>
  <p:transition advClick="0">
    <p:dissolve/>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3"/>
          <p:cNvSpPr txBox="1">
            <a:spLocks noChangeArrowheads="1"/>
          </p:cNvSpPr>
          <p:nvPr/>
        </p:nvSpPr>
        <p:spPr bwMode="auto">
          <a:xfrm>
            <a:off x="609600" y="1768475"/>
            <a:ext cx="8229600" cy="3413125"/>
          </a:xfrm>
          <a:prstGeom prst="rect">
            <a:avLst/>
          </a:prstGeom>
          <a:noFill/>
          <a:ln w="9525">
            <a:noFill/>
            <a:miter lim="800000"/>
            <a:headEnd/>
            <a:tailEnd/>
          </a:ln>
          <a:effectLst>
            <a:outerShdw rotWithShape="0">
              <a:srgbClr val="808080">
                <a:alpha val="79999"/>
              </a:srgbClr>
            </a:outerShdw>
          </a:effectLst>
        </p:spPr>
        <p:txBody>
          <a:bodyPr>
            <a:spAutoFit/>
          </a:bodyPr>
          <a:lstStyle/>
          <a:p>
            <a:pPr>
              <a:lnSpc>
                <a:spcPct val="90000"/>
              </a:lnSpc>
              <a:spcAft>
                <a:spcPts val="1200"/>
              </a:spcAft>
              <a:defRPr/>
            </a:pPr>
            <a:r>
              <a:rPr lang="fr-FR" sz="3800" b="1">
                <a:solidFill>
                  <a:schemeClr val="bg1"/>
                </a:solidFill>
                <a:latin typeface="Arial" charset="0"/>
              </a:rPr>
              <a:t>• Être remarqué, respecté et important aux yeux du patron.</a:t>
            </a:r>
          </a:p>
          <a:p>
            <a:pPr>
              <a:lnSpc>
                <a:spcPct val="90000"/>
              </a:lnSpc>
              <a:spcAft>
                <a:spcPts val="1200"/>
              </a:spcAft>
              <a:defRPr/>
            </a:pPr>
            <a:r>
              <a:rPr lang="fr-FR" sz="3800" b="1">
                <a:solidFill>
                  <a:schemeClr val="bg1"/>
                </a:solidFill>
                <a:latin typeface="Arial" charset="0"/>
              </a:rPr>
              <a:t>• Être le dernier des employés   que votre société licencierait, du fait de la valeur que vous lui apportez.  </a:t>
            </a:r>
          </a:p>
        </p:txBody>
      </p:sp>
      <p:sp>
        <p:nvSpPr>
          <p:cNvPr id="23555" name="Text Box 3"/>
          <p:cNvSpPr txBox="1">
            <a:spLocks noChangeArrowheads="1"/>
          </p:cNvSpPr>
          <p:nvPr/>
        </p:nvSpPr>
        <p:spPr bwMode="auto">
          <a:xfrm>
            <a:off x="533400" y="5962650"/>
            <a:ext cx="8305800" cy="458788"/>
          </a:xfrm>
          <a:prstGeom prst="rect">
            <a:avLst/>
          </a:prstGeom>
          <a:noFill/>
          <a:ln w="9525">
            <a:noFill/>
            <a:miter lim="800000"/>
            <a:headEnd/>
            <a:tailEnd/>
          </a:ln>
        </p:spPr>
        <p:txBody>
          <a:bodyPr anchor="ctr">
            <a:spAutoFit/>
          </a:bodyPr>
          <a:lstStyle/>
          <a:p>
            <a:pPr algn="ctr">
              <a:lnSpc>
                <a:spcPct val="90000"/>
              </a:lnSpc>
            </a:pPr>
            <a:r>
              <a:rPr lang="en-US" sz="2600">
                <a:solidFill>
                  <a:srgbClr val="A6A6A6"/>
                </a:solidFill>
                <a:latin typeface="Arial" charset="0"/>
              </a:rPr>
              <a:t>/RobbDThompson                    @RobbThompson </a:t>
            </a:r>
          </a:p>
        </p:txBody>
      </p:sp>
      <p:sp>
        <p:nvSpPr>
          <p:cNvPr id="6" name="Text Box 3"/>
          <p:cNvSpPr txBox="1">
            <a:spLocks noChangeArrowheads="1"/>
          </p:cNvSpPr>
          <p:nvPr/>
        </p:nvSpPr>
        <p:spPr bwMode="auto">
          <a:xfrm>
            <a:off x="609600" y="381000"/>
            <a:ext cx="8229600" cy="1211263"/>
          </a:xfrm>
          <a:prstGeom prst="rect">
            <a:avLst/>
          </a:prstGeom>
          <a:noFill/>
          <a:ln w="9525">
            <a:noFill/>
            <a:miter lim="800000"/>
            <a:headEnd/>
            <a:tailEnd/>
          </a:ln>
          <a:effectLst>
            <a:outerShdw rotWithShape="0">
              <a:srgbClr val="808080">
                <a:alpha val="79999"/>
              </a:srgbClr>
            </a:outerShdw>
          </a:effectLst>
        </p:spPr>
        <p:txBody>
          <a:bodyPr anchor="ctr">
            <a:spAutoFit/>
          </a:bodyPr>
          <a:lstStyle/>
          <a:p>
            <a:pPr>
              <a:lnSpc>
                <a:spcPct val="90000"/>
              </a:lnSpc>
              <a:defRPr/>
            </a:pPr>
            <a:r>
              <a:rPr lang="fr-FR" sz="4000" b="1">
                <a:solidFill>
                  <a:srgbClr val="FFFF00"/>
                </a:solidFill>
                <a:latin typeface="Arial" charset="0"/>
              </a:rPr>
              <a:t>Que signifie le succès dans le travail ?</a:t>
            </a:r>
          </a:p>
        </p:txBody>
      </p:sp>
    </p:spTree>
  </p:cSld>
  <p:clrMapOvr>
    <a:masterClrMapping/>
  </p:clrMapOvr>
  <p:transition advClick="0">
    <p:dissolve/>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3"/>
          <p:cNvSpPr txBox="1">
            <a:spLocks noChangeArrowheads="1"/>
          </p:cNvSpPr>
          <p:nvPr/>
        </p:nvSpPr>
        <p:spPr bwMode="auto">
          <a:xfrm>
            <a:off x="685800" y="1524000"/>
            <a:ext cx="8229600" cy="1931988"/>
          </a:xfrm>
          <a:prstGeom prst="rect">
            <a:avLst/>
          </a:prstGeom>
          <a:noFill/>
          <a:ln w="9525">
            <a:noFill/>
            <a:miter lim="800000"/>
            <a:headEnd/>
            <a:tailEnd/>
          </a:ln>
          <a:effectLst>
            <a:outerShdw rotWithShape="0">
              <a:srgbClr val="808080">
                <a:alpha val="79999"/>
              </a:srgbClr>
            </a:outerShdw>
          </a:effectLst>
        </p:spPr>
        <p:txBody>
          <a:bodyPr>
            <a:spAutoFit/>
          </a:bodyPr>
          <a:lstStyle/>
          <a:p>
            <a:pPr>
              <a:lnSpc>
                <a:spcPct val="90000"/>
              </a:lnSpc>
              <a:defRPr/>
            </a:pPr>
            <a:r>
              <a:rPr lang="fr-FR" sz="4400" b="1">
                <a:solidFill>
                  <a:schemeClr val="bg1"/>
                </a:solidFill>
                <a:latin typeface="Arial" charset="0"/>
              </a:rPr>
              <a:t>La clé du succès dans le travail consiste à être remarqué.</a:t>
            </a:r>
          </a:p>
        </p:txBody>
      </p:sp>
      <p:sp>
        <p:nvSpPr>
          <p:cNvPr id="24579" name="Text Box 3"/>
          <p:cNvSpPr txBox="1">
            <a:spLocks noChangeArrowheads="1"/>
          </p:cNvSpPr>
          <p:nvPr/>
        </p:nvSpPr>
        <p:spPr bwMode="auto">
          <a:xfrm>
            <a:off x="533400" y="5962650"/>
            <a:ext cx="8305800" cy="458788"/>
          </a:xfrm>
          <a:prstGeom prst="rect">
            <a:avLst/>
          </a:prstGeom>
          <a:noFill/>
          <a:ln w="9525">
            <a:noFill/>
            <a:miter lim="800000"/>
            <a:headEnd/>
            <a:tailEnd/>
          </a:ln>
        </p:spPr>
        <p:txBody>
          <a:bodyPr anchor="ctr">
            <a:spAutoFit/>
          </a:bodyPr>
          <a:lstStyle/>
          <a:p>
            <a:pPr algn="ctr">
              <a:lnSpc>
                <a:spcPct val="90000"/>
              </a:lnSpc>
            </a:pPr>
            <a:r>
              <a:rPr lang="en-US" sz="2600">
                <a:solidFill>
                  <a:srgbClr val="A6A6A6"/>
                </a:solidFill>
                <a:latin typeface="Arial" charset="0"/>
              </a:rPr>
              <a:t>/RobbDThompson                    @RobbThompson </a:t>
            </a:r>
          </a:p>
        </p:txBody>
      </p:sp>
      <p:sp>
        <p:nvSpPr>
          <p:cNvPr id="4" name="Text Box 3"/>
          <p:cNvSpPr txBox="1">
            <a:spLocks noChangeArrowheads="1"/>
          </p:cNvSpPr>
          <p:nvPr/>
        </p:nvSpPr>
        <p:spPr bwMode="auto">
          <a:xfrm>
            <a:off x="762000" y="4191000"/>
            <a:ext cx="8077200" cy="657225"/>
          </a:xfrm>
          <a:prstGeom prst="rect">
            <a:avLst/>
          </a:prstGeom>
          <a:noFill/>
          <a:ln w="9525">
            <a:noFill/>
            <a:miter lim="800000"/>
            <a:headEnd/>
            <a:tailEnd/>
          </a:ln>
          <a:effectLst>
            <a:outerShdw rotWithShape="0">
              <a:srgbClr val="808080">
                <a:alpha val="79999"/>
              </a:srgbClr>
            </a:outerShdw>
          </a:effectLst>
        </p:spPr>
        <p:txBody>
          <a:bodyPr anchor="ctr">
            <a:spAutoFit/>
          </a:bodyPr>
          <a:lstStyle/>
          <a:p>
            <a:pPr>
              <a:lnSpc>
                <a:spcPct val="90000"/>
              </a:lnSpc>
              <a:defRPr/>
            </a:pPr>
            <a:r>
              <a:rPr lang="fr-FR" sz="4000" b="1">
                <a:solidFill>
                  <a:srgbClr val="FFFF00"/>
                </a:solidFill>
                <a:latin typeface="Arial" charset="0"/>
              </a:rPr>
              <a:t>Proverbes </a:t>
            </a:r>
            <a:r>
              <a:rPr lang="en-US" sz="4000" b="1">
                <a:solidFill>
                  <a:srgbClr val="FFFF00"/>
                </a:solidFill>
                <a:latin typeface="Arial" charset="0"/>
              </a:rPr>
              <a:t>31:31</a:t>
            </a:r>
          </a:p>
        </p:txBody>
      </p:sp>
    </p:spTree>
  </p:cSld>
  <p:clrMapOvr>
    <a:masterClrMapping/>
  </p:clrMapOvr>
  <p:transition advClick="0">
    <p:dissolve/>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3"/>
          <p:cNvSpPr txBox="1">
            <a:spLocks noChangeArrowheads="1"/>
          </p:cNvSpPr>
          <p:nvPr/>
        </p:nvSpPr>
        <p:spPr bwMode="auto">
          <a:xfrm>
            <a:off x="609600" y="2324100"/>
            <a:ext cx="8229600" cy="1709738"/>
          </a:xfrm>
          <a:prstGeom prst="rect">
            <a:avLst/>
          </a:prstGeom>
          <a:noFill/>
          <a:ln w="9525">
            <a:noFill/>
            <a:miter lim="800000"/>
            <a:headEnd/>
            <a:tailEnd/>
          </a:ln>
          <a:effectLst>
            <a:outerShdw rotWithShape="0">
              <a:srgbClr val="808080">
                <a:alpha val="79999"/>
              </a:srgbClr>
            </a:outerShdw>
          </a:effectLst>
        </p:spPr>
        <p:txBody>
          <a:bodyPr anchor="ctr">
            <a:spAutoFit/>
          </a:bodyPr>
          <a:lstStyle/>
          <a:p>
            <a:pPr>
              <a:lnSpc>
                <a:spcPct val="90000"/>
              </a:lnSpc>
              <a:defRPr/>
            </a:pPr>
            <a:r>
              <a:rPr lang="fr-FR" sz="3800" b="1">
                <a:solidFill>
                  <a:schemeClr val="bg1"/>
                </a:solidFill>
                <a:latin typeface="Arial" charset="0"/>
              </a:rPr>
              <a:t>Récompensez-la du fruit de son travail, et qu’aux portes ses œuvres</a:t>
            </a:r>
            <a:r>
              <a:rPr lang="fr-FR" sz="4000"/>
              <a:t> </a:t>
            </a:r>
            <a:r>
              <a:rPr lang="fr-FR" sz="3800" b="1">
                <a:solidFill>
                  <a:schemeClr val="bg1"/>
                </a:solidFill>
                <a:latin typeface="Arial" charset="0"/>
              </a:rPr>
              <a:t>la louent.</a:t>
            </a:r>
          </a:p>
        </p:txBody>
      </p:sp>
      <p:sp>
        <p:nvSpPr>
          <p:cNvPr id="25603" name="Text Box 3"/>
          <p:cNvSpPr txBox="1">
            <a:spLocks noChangeArrowheads="1"/>
          </p:cNvSpPr>
          <p:nvPr/>
        </p:nvSpPr>
        <p:spPr bwMode="auto">
          <a:xfrm>
            <a:off x="533400" y="5962650"/>
            <a:ext cx="8305800" cy="458788"/>
          </a:xfrm>
          <a:prstGeom prst="rect">
            <a:avLst/>
          </a:prstGeom>
          <a:noFill/>
          <a:ln w="9525">
            <a:noFill/>
            <a:miter lim="800000"/>
            <a:headEnd/>
            <a:tailEnd/>
          </a:ln>
        </p:spPr>
        <p:txBody>
          <a:bodyPr anchor="ctr">
            <a:spAutoFit/>
          </a:bodyPr>
          <a:lstStyle/>
          <a:p>
            <a:pPr algn="ctr">
              <a:lnSpc>
                <a:spcPct val="90000"/>
              </a:lnSpc>
            </a:pPr>
            <a:r>
              <a:rPr lang="en-US" sz="2600">
                <a:solidFill>
                  <a:srgbClr val="A6A6A6"/>
                </a:solidFill>
                <a:latin typeface="Arial" charset="0"/>
              </a:rPr>
              <a:t>/RobbDThompson                    @RobbThompson </a:t>
            </a:r>
          </a:p>
        </p:txBody>
      </p:sp>
      <p:sp>
        <p:nvSpPr>
          <p:cNvPr id="4" name="Text Box 3"/>
          <p:cNvSpPr txBox="1">
            <a:spLocks noChangeArrowheads="1"/>
          </p:cNvSpPr>
          <p:nvPr/>
        </p:nvSpPr>
        <p:spPr bwMode="auto">
          <a:xfrm>
            <a:off x="533400" y="533400"/>
            <a:ext cx="8153400" cy="600075"/>
          </a:xfrm>
          <a:prstGeom prst="rect">
            <a:avLst/>
          </a:prstGeom>
          <a:noFill/>
          <a:ln w="9525">
            <a:noFill/>
            <a:miter lim="800000"/>
            <a:headEnd/>
            <a:tailEnd/>
          </a:ln>
          <a:effectLst>
            <a:outerShdw rotWithShape="0">
              <a:srgbClr val="808080">
                <a:alpha val="79999"/>
              </a:srgbClr>
            </a:outerShdw>
          </a:effectLst>
        </p:spPr>
        <p:txBody>
          <a:bodyPr>
            <a:spAutoFit/>
          </a:bodyPr>
          <a:lstStyle/>
          <a:p>
            <a:pPr algn="r">
              <a:lnSpc>
                <a:spcPct val="90000"/>
              </a:lnSpc>
              <a:defRPr/>
            </a:pPr>
            <a:r>
              <a:rPr lang="fr-FR" sz="3600" b="1">
                <a:solidFill>
                  <a:srgbClr val="FFFF00"/>
                </a:solidFill>
                <a:latin typeface="Arial" charset="0"/>
              </a:rPr>
              <a:t>Proverbes </a:t>
            </a:r>
            <a:r>
              <a:rPr lang="en-US" sz="3600" b="1">
                <a:solidFill>
                  <a:srgbClr val="FFFF00"/>
                </a:solidFill>
                <a:latin typeface="Arial" charset="0"/>
              </a:rPr>
              <a:t>31:31</a:t>
            </a:r>
          </a:p>
        </p:txBody>
      </p:sp>
    </p:spTree>
  </p:cSld>
  <p:clrMapOvr>
    <a:masterClrMapping/>
  </p:clrMapOvr>
  <p:transition advClick="0">
    <p:dissolve/>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3"/>
          <p:cNvSpPr txBox="1">
            <a:spLocks noChangeArrowheads="1"/>
          </p:cNvSpPr>
          <p:nvPr/>
        </p:nvSpPr>
        <p:spPr bwMode="auto">
          <a:xfrm>
            <a:off x="685800" y="1878013"/>
            <a:ext cx="8229600" cy="2541587"/>
          </a:xfrm>
          <a:prstGeom prst="rect">
            <a:avLst/>
          </a:prstGeom>
          <a:noFill/>
          <a:ln w="9525">
            <a:noFill/>
            <a:miter lim="800000"/>
            <a:headEnd/>
            <a:tailEnd/>
          </a:ln>
          <a:effectLst>
            <a:outerShdw rotWithShape="0">
              <a:srgbClr val="808080">
                <a:alpha val="79999"/>
              </a:srgbClr>
            </a:outerShdw>
          </a:effectLst>
        </p:spPr>
        <p:txBody>
          <a:bodyPr>
            <a:spAutoFit/>
          </a:bodyPr>
          <a:lstStyle/>
          <a:p>
            <a:pPr>
              <a:lnSpc>
                <a:spcPct val="90000"/>
              </a:lnSpc>
              <a:defRPr/>
            </a:pPr>
            <a:r>
              <a:rPr lang="fr-FR" sz="4400" b="1" dirty="0">
                <a:solidFill>
                  <a:schemeClr val="bg1"/>
                </a:solidFill>
                <a:latin typeface="Arial" charset="0"/>
              </a:rPr>
              <a:t>La </a:t>
            </a:r>
            <a:r>
              <a:rPr lang="fr-FR" sz="4400" b="1" dirty="0">
                <a:solidFill>
                  <a:srgbClr val="FFFF00"/>
                </a:solidFill>
                <a:latin typeface="Arial" charset="0"/>
              </a:rPr>
              <a:t>personne de succès </a:t>
            </a:r>
            <a:br>
              <a:rPr lang="fr-FR" sz="4400" b="1" dirty="0">
                <a:solidFill>
                  <a:srgbClr val="FFFF00"/>
                </a:solidFill>
                <a:latin typeface="Arial" charset="0"/>
              </a:rPr>
            </a:br>
            <a:r>
              <a:rPr lang="fr-FR" sz="4400" b="1" dirty="0">
                <a:solidFill>
                  <a:schemeClr val="bg1"/>
                </a:solidFill>
                <a:latin typeface="Arial" charset="0"/>
              </a:rPr>
              <a:t>fait les choses que les personnes d’échecs n’aiment pas faire...</a:t>
            </a:r>
          </a:p>
        </p:txBody>
      </p:sp>
      <p:sp>
        <p:nvSpPr>
          <p:cNvPr id="26627" name="Text Box 3"/>
          <p:cNvSpPr txBox="1">
            <a:spLocks noChangeArrowheads="1"/>
          </p:cNvSpPr>
          <p:nvPr/>
        </p:nvSpPr>
        <p:spPr bwMode="auto">
          <a:xfrm>
            <a:off x="533400" y="5962650"/>
            <a:ext cx="8305800" cy="458788"/>
          </a:xfrm>
          <a:prstGeom prst="rect">
            <a:avLst/>
          </a:prstGeom>
          <a:noFill/>
          <a:ln w="9525">
            <a:noFill/>
            <a:miter lim="800000"/>
            <a:headEnd/>
            <a:tailEnd/>
          </a:ln>
        </p:spPr>
        <p:txBody>
          <a:bodyPr anchor="ctr">
            <a:spAutoFit/>
          </a:bodyPr>
          <a:lstStyle/>
          <a:p>
            <a:pPr algn="ctr">
              <a:lnSpc>
                <a:spcPct val="90000"/>
              </a:lnSpc>
            </a:pPr>
            <a:r>
              <a:rPr lang="en-US" sz="2600">
                <a:solidFill>
                  <a:srgbClr val="A6A6A6"/>
                </a:solidFill>
                <a:latin typeface="Arial" charset="0"/>
              </a:rPr>
              <a:t>/RobbDThompson                    @RobbThompson </a:t>
            </a:r>
          </a:p>
        </p:txBody>
      </p:sp>
    </p:spTree>
  </p:cSld>
  <p:clrMapOvr>
    <a:masterClrMapping/>
  </p:clrMapOvr>
  <p:transition advClick="0">
    <p:dissolve/>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3"/>
          <p:cNvSpPr txBox="1">
            <a:spLocks noChangeArrowheads="1"/>
          </p:cNvSpPr>
          <p:nvPr/>
        </p:nvSpPr>
        <p:spPr bwMode="auto">
          <a:xfrm>
            <a:off x="533400" y="2168525"/>
            <a:ext cx="8229600" cy="1108075"/>
          </a:xfrm>
          <a:prstGeom prst="rect">
            <a:avLst/>
          </a:prstGeom>
          <a:noFill/>
          <a:ln w="9525">
            <a:noFill/>
            <a:miter lim="800000"/>
            <a:headEnd/>
            <a:tailEnd/>
          </a:ln>
          <a:effectLst>
            <a:outerShdw rotWithShape="0">
              <a:srgbClr val="808080">
                <a:alpha val="79999"/>
              </a:srgbClr>
            </a:outerShdw>
          </a:effectLst>
        </p:spPr>
        <p:txBody>
          <a:bodyPr>
            <a:spAutoFit/>
          </a:bodyPr>
          <a:lstStyle/>
          <a:p>
            <a:pPr algn="ctr">
              <a:lnSpc>
                <a:spcPct val="90000"/>
              </a:lnSpc>
              <a:defRPr/>
            </a:pPr>
            <a:r>
              <a:rPr lang="en-US" sz="7200" b="1">
                <a:solidFill>
                  <a:schemeClr val="bg1"/>
                </a:solidFill>
                <a:latin typeface="Arial" charset="0"/>
              </a:rPr>
              <a:t>Attitude</a:t>
            </a:r>
          </a:p>
        </p:txBody>
      </p:sp>
      <p:sp>
        <p:nvSpPr>
          <p:cNvPr id="27651" name="Text Box 3"/>
          <p:cNvSpPr txBox="1">
            <a:spLocks noChangeArrowheads="1"/>
          </p:cNvSpPr>
          <p:nvPr/>
        </p:nvSpPr>
        <p:spPr bwMode="auto">
          <a:xfrm>
            <a:off x="533400" y="5962650"/>
            <a:ext cx="8305800" cy="458788"/>
          </a:xfrm>
          <a:prstGeom prst="rect">
            <a:avLst/>
          </a:prstGeom>
          <a:noFill/>
          <a:ln w="9525">
            <a:noFill/>
            <a:miter lim="800000"/>
            <a:headEnd/>
            <a:tailEnd/>
          </a:ln>
        </p:spPr>
        <p:txBody>
          <a:bodyPr anchor="ctr">
            <a:spAutoFit/>
          </a:bodyPr>
          <a:lstStyle/>
          <a:p>
            <a:pPr algn="ctr">
              <a:lnSpc>
                <a:spcPct val="90000"/>
              </a:lnSpc>
            </a:pPr>
            <a:r>
              <a:rPr lang="en-US" sz="2600">
                <a:solidFill>
                  <a:srgbClr val="A6A6A6"/>
                </a:solidFill>
                <a:latin typeface="Arial" charset="0"/>
              </a:rPr>
              <a:t>/RobbDThompson                    @RobbThompson </a:t>
            </a:r>
          </a:p>
        </p:txBody>
      </p:sp>
    </p:spTree>
  </p:cSld>
  <p:clrMapOvr>
    <a:masterClrMapping/>
  </p:clrMapOvr>
  <p:transition advClick="0">
    <p:dissolve/>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3"/>
          <p:cNvSpPr txBox="1">
            <a:spLocks noChangeArrowheads="1"/>
          </p:cNvSpPr>
          <p:nvPr/>
        </p:nvSpPr>
        <p:spPr bwMode="auto">
          <a:xfrm>
            <a:off x="609600" y="457200"/>
            <a:ext cx="8229600" cy="3979863"/>
          </a:xfrm>
          <a:prstGeom prst="rect">
            <a:avLst/>
          </a:prstGeom>
          <a:noFill/>
          <a:ln w="9525">
            <a:noFill/>
            <a:miter lim="800000"/>
            <a:headEnd/>
            <a:tailEnd/>
          </a:ln>
          <a:effectLst>
            <a:outerShdw rotWithShape="0">
              <a:srgbClr val="808080">
                <a:alpha val="79999"/>
              </a:srgbClr>
            </a:outerShdw>
          </a:effectLst>
        </p:spPr>
        <p:txBody>
          <a:bodyPr>
            <a:spAutoFit/>
          </a:bodyPr>
          <a:lstStyle/>
          <a:p>
            <a:pPr>
              <a:lnSpc>
                <a:spcPct val="90000"/>
              </a:lnSpc>
              <a:defRPr/>
            </a:pPr>
            <a:r>
              <a:rPr lang="fr-FR" sz="4000" b="1" dirty="0">
                <a:solidFill>
                  <a:schemeClr val="bg1"/>
                </a:solidFill>
                <a:latin typeface="Arial" charset="0"/>
              </a:rPr>
              <a:t>“Nous qui avons vécu dans les camps de concentration, nous pouvons nous souvenir  de ceux qui allaient dans les baraquements pour réconforter les autres et leur offrir leur dernier morceau de pain…” </a:t>
            </a:r>
          </a:p>
        </p:txBody>
      </p:sp>
      <p:sp>
        <p:nvSpPr>
          <p:cNvPr id="28675" name="Text Box 3"/>
          <p:cNvSpPr txBox="1">
            <a:spLocks noChangeArrowheads="1"/>
          </p:cNvSpPr>
          <p:nvPr/>
        </p:nvSpPr>
        <p:spPr bwMode="auto">
          <a:xfrm>
            <a:off x="533400" y="5962650"/>
            <a:ext cx="8305800" cy="458788"/>
          </a:xfrm>
          <a:prstGeom prst="rect">
            <a:avLst/>
          </a:prstGeom>
          <a:noFill/>
          <a:ln w="9525">
            <a:noFill/>
            <a:miter lim="800000"/>
            <a:headEnd/>
            <a:tailEnd/>
          </a:ln>
        </p:spPr>
        <p:txBody>
          <a:bodyPr anchor="ctr">
            <a:spAutoFit/>
          </a:bodyPr>
          <a:lstStyle/>
          <a:p>
            <a:pPr algn="ctr">
              <a:lnSpc>
                <a:spcPct val="90000"/>
              </a:lnSpc>
            </a:pPr>
            <a:r>
              <a:rPr lang="en-US" sz="2600">
                <a:solidFill>
                  <a:srgbClr val="A6A6A6"/>
                </a:solidFill>
                <a:latin typeface="Arial" charset="0"/>
              </a:rPr>
              <a:t>/RobbDThompson                    @RobbThompson </a:t>
            </a:r>
          </a:p>
        </p:txBody>
      </p:sp>
      <p:sp>
        <p:nvSpPr>
          <p:cNvPr id="4" name="Text Box 3"/>
          <p:cNvSpPr txBox="1">
            <a:spLocks noChangeArrowheads="1"/>
          </p:cNvSpPr>
          <p:nvPr/>
        </p:nvSpPr>
        <p:spPr bwMode="auto">
          <a:xfrm>
            <a:off x="609600" y="4352925"/>
            <a:ext cx="8077200" cy="600075"/>
          </a:xfrm>
          <a:prstGeom prst="rect">
            <a:avLst/>
          </a:prstGeom>
          <a:noFill/>
          <a:ln w="9525">
            <a:noFill/>
            <a:miter lim="800000"/>
            <a:headEnd/>
            <a:tailEnd/>
          </a:ln>
          <a:effectLst>
            <a:outerShdw rotWithShape="0">
              <a:srgbClr val="808080">
                <a:alpha val="79999"/>
              </a:srgbClr>
            </a:outerShdw>
          </a:effectLst>
        </p:spPr>
        <p:txBody>
          <a:bodyPr anchor="ctr">
            <a:spAutoFit/>
          </a:bodyPr>
          <a:lstStyle/>
          <a:p>
            <a:pPr algn="r">
              <a:lnSpc>
                <a:spcPct val="90000"/>
              </a:lnSpc>
              <a:defRPr/>
            </a:pPr>
            <a:r>
              <a:rPr lang="en-US" sz="3600" b="1">
                <a:solidFill>
                  <a:srgbClr val="FFFF00"/>
                </a:solidFill>
                <a:latin typeface="Arial" charset="0"/>
              </a:rPr>
              <a:t>- Victor Frankl</a:t>
            </a:r>
          </a:p>
        </p:txBody>
      </p:sp>
    </p:spTree>
  </p:cSld>
  <p:clrMapOvr>
    <a:masterClrMapping/>
  </p:clrMapOvr>
  <p:transition advClick="0">
    <p:dissolve/>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3"/>
          <p:cNvSpPr txBox="1">
            <a:spLocks noChangeArrowheads="1"/>
          </p:cNvSpPr>
          <p:nvPr/>
        </p:nvSpPr>
        <p:spPr bwMode="auto">
          <a:xfrm>
            <a:off x="609600" y="685800"/>
            <a:ext cx="8229600" cy="3425825"/>
          </a:xfrm>
          <a:prstGeom prst="rect">
            <a:avLst/>
          </a:prstGeom>
          <a:noFill/>
          <a:ln w="9525">
            <a:noFill/>
            <a:miter lim="800000"/>
            <a:headEnd/>
            <a:tailEnd/>
          </a:ln>
          <a:effectLst>
            <a:outerShdw rotWithShape="0">
              <a:srgbClr val="808080">
                <a:alpha val="79999"/>
              </a:srgbClr>
            </a:outerShdw>
          </a:effectLst>
        </p:spPr>
        <p:txBody>
          <a:bodyPr>
            <a:spAutoFit/>
          </a:bodyPr>
          <a:lstStyle/>
          <a:p>
            <a:pPr>
              <a:lnSpc>
                <a:spcPct val="90000"/>
              </a:lnSpc>
              <a:defRPr/>
            </a:pPr>
            <a:r>
              <a:rPr lang="fr-FR" sz="4000" b="1">
                <a:solidFill>
                  <a:schemeClr val="bg1"/>
                </a:solidFill>
                <a:latin typeface="Arial" charset="0"/>
              </a:rPr>
              <a:t>“…Ils ont pu être faibles par leur nombre, mais cela a suffi à prouver que tout peut être retiré à un homme, excepté une chose : la dernière des libertés humaines.” </a:t>
            </a:r>
          </a:p>
        </p:txBody>
      </p:sp>
      <p:sp>
        <p:nvSpPr>
          <p:cNvPr id="29699" name="Text Box 3"/>
          <p:cNvSpPr txBox="1">
            <a:spLocks noChangeArrowheads="1"/>
          </p:cNvSpPr>
          <p:nvPr/>
        </p:nvSpPr>
        <p:spPr bwMode="auto">
          <a:xfrm>
            <a:off x="533400" y="5962650"/>
            <a:ext cx="8305800" cy="458788"/>
          </a:xfrm>
          <a:prstGeom prst="rect">
            <a:avLst/>
          </a:prstGeom>
          <a:noFill/>
          <a:ln w="9525">
            <a:noFill/>
            <a:miter lim="800000"/>
            <a:headEnd/>
            <a:tailEnd/>
          </a:ln>
        </p:spPr>
        <p:txBody>
          <a:bodyPr anchor="ctr">
            <a:spAutoFit/>
          </a:bodyPr>
          <a:lstStyle/>
          <a:p>
            <a:pPr algn="ctr">
              <a:lnSpc>
                <a:spcPct val="90000"/>
              </a:lnSpc>
            </a:pPr>
            <a:r>
              <a:rPr lang="en-US" sz="2600">
                <a:solidFill>
                  <a:srgbClr val="A6A6A6"/>
                </a:solidFill>
                <a:latin typeface="Arial" charset="0"/>
              </a:rPr>
              <a:t>/RobbDThompson                    @RobbThompson </a:t>
            </a:r>
          </a:p>
        </p:txBody>
      </p:sp>
      <p:sp>
        <p:nvSpPr>
          <p:cNvPr id="4" name="Text Box 3"/>
          <p:cNvSpPr txBox="1">
            <a:spLocks noChangeArrowheads="1"/>
          </p:cNvSpPr>
          <p:nvPr/>
        </p:nvSpPr>
        <p:spPr bwMode="auto">
          <a:xfrm>
            <a:off x="609600" y="4352925"/>
            <a:ext cx="8077200" cy="600075"/>
          </a:xfrm>
          <a:prstGeom prst="rect">
            <a:avLst/>
          </a:prstGeom>
          <a:noFill/>
          <a:ln w="9525">
            <a:noFill/>
            <a:miter lim="800000"/>
            <a:headEnd/>
            <a:tailEnd/>
          </a:ln>
          <a:effectLst>
            <a:outerShdw rotWithShape="0">
              <a:srgbClr val="808080">
                <a:alpha val="79999"/>
              </a:srgbClr>
            </a:outerShdw>
          </a:effectLst>
        </p:spPr>
        <p:txBody>
          <a:bodyPr anchor="ctr">
            <a:spAutoFit/>
          </a:bodyPr>
          <a:lstStyle/>
          <a:p>
            <a:pPr algn="r">
              <a:lnSpc>
                <a:spcPct val="90000"/>
              </a:lnSpc>
              <a:defRPr/>
            </a:pPr>
            <a:r>
              <a:rPr lang="en-US" sz="3600" b="1">
                <a:solidFill>
                  <a:srgbClr val="FFFF00"/>
                </a:solidFill>
                <a:latin typeface="Arial" charset="0"/>
              </a:rPr>
              <a:t>- Victor Frankl</a:t>
            </a:r>
          </a:p>
        </p:txBody>
      </p:sp>
    </p:spTree>
  </p:cSld>
  <p:clrMapOvr>
    <a:masterClrMapping/>
  </p:clrMapOvr>
  <p:transition advClick="0">
    <p:dissolve/>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3"/>
          <p:cNvSpPr txBox="1">
            <a:spLocks noChangeArrowheads="1"/>
          </p:cNvSpPr>
          <p:nvPr/>
        </p:nvSpPr>
        <p:spPr bwMode="auto">
          <a:xfrm>
            <a:off x="609600" y="685800"/>
            <a:ext cx="8229600" cy="1765300"/>
          </a:xfrm>
          <a:prstGeom prst="rect">
            <a:avLst/>
          </a:prstGeom>
          <a:noFill/>
          <a:ln w="9525">
            <a:noFill/>
            <a:miter lim="800000"/>
            <a:headEnd/>
            <a:tailEnd/>
          </a:ln>
          <a:effectLst>
            <a:outerShdw rotWithShape="0">
              <a:srgbClr val="808080">
                <a:alpha val="79999"/>
              </a:srgbClr>
            </a:outerShdw>
          </a:effectLst>
        </p:spPr>
        <p:txBody>
          <a:bodyPr>
            <a:spAutoFit/>
          </a:bodyPr>
          <a:lstStyle/>
          <a:p>
            <a:pPr>
              <a:lnSpc>
                <a:spcPct val="90000"/>
              </a:lnSpc>
              <a:defRPr/>
            </a:pPr>
            <a:r>
              <a:rPr lang="fr-FR" sz="4000" b="1">
                <a:solidFill>
                  <a:schemeClr val="bg1"/>
                </a:solidFill>
                <a:latin typeface="Arial" charset="0"/>
              </a:rPr>
              <a:t>“Choisir d’avoir une attitude en toute occasion ; choisir sa propre voie.”</a:t>
            </a:r>
          </a:p>
        </p:txBody>
      </p:sp>
      <p:sp>
        <p:nvSpPr>
          <p:cNvPr id="30723" name="Text Box 3"/>
          <p:cNvSpPr txBox="1">
            <a:spLocks noChangeArrowheads="1"/>
          </p:cNvSpPr>
          <p:nvPr/>
        </p:nvSpPr>
        <p:spPr bwMode="auto">
          <a:xfrm>
            <a:off x="533400" y="5962650"/>
            <a:ext cx="8305800" cy="458788"/>
          </a:xfrm>
          <a:prstGeom prst="rect">
            <a:avLst/>
          </a:prstGeom>
          <a:noFill/>
          <a:ln w="9525">
            <a:noFill/>
            <a:miter lim="800000"/>
            <a:headEnd/>
            <a:tailEnd/>
          </a:ln>
        </p:spPr>
        <p:txBody>
          <a:bodyPr anchor="ctr">
            <a:spAutoFit/>
          </a:bodyPr>
          <a:lstStyle/>
          <a:p>
            <a:pPr algn="ctr">
              <a:lnSpc>
                <a:spcPct val="90000"/>
              </a:lnSpc>
            </a:pPr>
            <a:r>
              <a:rPr lang="en-US" sz="2600">
                <a:solidFill>
                  <a:srgbClr val="A6A6A6"/>
                </a:solidFill>
                <a:latin typeface="Arial" charset="0"/>
              </a:rPr>
              <a:t>/RobbDThompson                    @RobbThompson </a:t>
            </a:r>
          </a:p>
        </p:txBody>
      </p:sp>
      <p:sp>
        <p:nvSpPr>
          <p:cNvPr id="4" name="Text Box 3"/>
          <p:cNvSpPr txBox="1">
            <a:spLocks noChangeArrowheads="1"/>
          </p:cNvSpPr>
          <p:nvPr/>
        </p:nvSpPr>
        <p:spPr bwMode="auto">
          <a:xfrm>
            <a:off x="609600" y="4352925"/>
            <a:ext cx="8077200" cy="600075"/>
          </a:xfrm>
          <a:prstGeom prst="rect">
            <a:avLst/>
          </a:prstGeom>
          <a:noFill/>
          <a:ln w="9525">
            <a:noFill/>
            <a:miter lim="800000"/>
            <a:headEnd/>
            <a:tailEnd/>
          </a:ln>
          <a:effectLst>
            <a:outerShdw rotWithShape="0">
              <a:srgbClr val="808080">
                <a:alpha val="79999"/>
              </a:srgbClr>
            </a:outerShdw>
          </a:effectLst>
        </p:spPr>
        <p:txBody>
          <a:bodyPr anchor="ctr">
            <a:spAutoFit/>
          </a:bodyPr>
          <a:lstStyle/>
          <a:p>
            <a:pPr algn="r">
              <a:lnSpc>
                <a:spcPct val="90000"/>
              </a:lnSpc>
              <a:defRPr/>
            </a:pPr>
            <a:r>
              <a:rPr lang="en-US" sz="3600" b="1">
                <a:solidFill>
                  <a:srgbClr val="FFFF00"/>
                </a:solidFill>
                <a:latin typeface="Arial" charset="0"/>
              </a:rPr>
              <a:t>- Victor Frankl</a:t>
            </a:r>
          </a:p>
        </p:txBody>
      </p:sp>
    </p:spTree>
  </p:cSld>
  <p:clrMapOvr>
    <a:masterClrMapping/>
  </p:clrMapOvr>
  <p:transition advClick="0">
    <p:dissolve/>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3"/>
          <p:cNvSpPr txBox="1">
            <a:spLocks noChangeArrowheads="1"/>
          </p:cNvSpPr>
          <p:nvPr/>
        </p:nvSpPr>
        <p:spPr bwMode="auto">
          <a:xfrm>
            <a:off x="685800" y="1828800"/>
            <a:ext cx="8229600" cy="2763838"/>
          </a:xfrm>
          <a:prstGeom prst="rect">
            <a:avLst/>
          </a:prstGeom>
          <a:noFill/>
          <a:ln w="9525">
            <a:noFill/>
            <a:miter lim="800000"/>
            <a:headEnd/>
            <a:tailEnd/>
          </a:ln>
          <a:effectLst>
            <a:outerShdw rotWithShape="0">
              <a:srgbClr val="808080">
                <a:alpha val="79999"/>
              </a:srgbClr>
            </a:outerShdw>
          </a:effectLst>
        </p:spPr>
        <p:txBody>
          <a:bodyPr>
            <a:spAutoFit/>
          </a:bodyPr>
          <a:lstStyle/>
          <a:p>
            <a:pPr>
              <a:lnSpc>
                <a:spcPct val="90000"/>
              </a:lnSpc>
              <a:defRPr/>
            </a:pPr>
            <a:r>
              <a:rPr lang="fr-FR" sz="4800" b="1">
                <a:solidFill>
                  <a:schemeClr val="bg1"/>
                </a:solidFill>
                <a:latin typeface="Arial" charset="0"/>
              </a:rPr>
              <a:t>La chose la plus importante dans n’importe quel travail est votre </a:t>
            </a:r>
            <a:r>
              <a:rPr lang="fr-FR" sz="4800" b="1">
                <a:solidFill>
                  <a:srgbClr val="FFFF00"/>
                </a:solidFill>
                <a:latin typeface="Arial" charset="0"/>
              </a:rPr>
              <a:t>attitude</a:t>
            </a:r>
            <a:r>
              <a:rPr lang="fr-FR" sz="4800" b="1">
                <a:solidFill>
                  <a:schemeClr val="bg1"/>
                </a:solidFill>
                <a:latin typeface="Arial" charset="0"/>
              </a:rPr>
              <a:t>… </a:t>
            </a:r>
          </a:p>
        </p:txBody>
      </p:sp>
      <p:sp>
        <p:nvSpPr>
          <p:cNvPr id="31747" name="Text Box 3"/>
          <p:cNvSpPr txBox="1">
            <a:spLocks noChangeArrowheads="1"/>
          </p:cNvSpPr>
          <p:nvPr/>
        </p:nvSpPr>
        <p:spPr bwMode="auto">
          <a:xfrm>
            <a:off x="533400" y="5962650"/>
            <a:ext cx="8305800" cy="458788"/>
          </a:xfrm>
          <a:prstGeom prst="rect">
            <a:avLst/>
          </a:prstGeom>
          <a:noFill/>
          <a:ln w="9525">
            <a:noFill/>
            <a:miter lim="800000"/>
            <a:headEnd/>
            <a:tailEnd/>
          </a:ln>
        </p:spPr>
        <p:txBody>
          <a:bodyPr anchor="ctr">
            <a:spAutoFit/>
          </a:bodyPr>
          <a:lstStyle/>
          <a:p>
            <a:pPr algn="ctr">
              <a:lnSpc>
                <a:spcPct val="90000"/>
              </a:lnSpc>
            </a:pPr>
            <a:r>
              <a:rPr lang="en-US" sz="2600">
                <a:solidFill>
                  <a:srgbClr val="A6A6A6"/>
                </a:solidFill>
                <a:latin typeface="Arial" charset="0"/>
              </a:rPr>
              <a:t>/RobbDThompson                    @RobbThompson </a:t>
            </a:r>
          </a:p>
        </p:txBody>
      </p:sp>
    </p:spTree>
  </p:cSld>
  <p:clrMapOvr>
    <a:masterClrMapping/>
  </p:clrMapOvr>
  <p:transition advClick="0">
    <p:dissolve/>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3"/>
          <p:cNvSpPr txBox="1">
            <a:spLocks noChangeArrowheads="1"/>
          </p:cNvSpPr>
          <p:nvPr/>
        </p:nvSpPr>
        <p:spPr bwMode="auto">
          <a:xfrm>
            <a:off x="685800" y="1828800"/>
            <a:ext cx="8229600" cy="1765300"/>
          </a:xfrm>
          <a:prstGeom prst="rect">
            <a:avLst/>
          </a:prstGeom>
          <a:noFill/>
          <a:ln w="9525">
            <a:noFill/>
            <a:miter lim="800000"/>
            <a:headEnd/>
            <a:tailEnd/>
          </a:ln>
          <a:effectLst>
            <a:outerShdw rotWithShape="0">
              <a:srgbClr val="808080">
                <a:alpha val="79999"/>
              </a:srgbClr>
            </a:outerShdw>
          </a:effectLst>
        </p:spPr>
        <p:txBody>
          <a:bodyPr>
            <a:spAutoFit/>
          </a:bodyPr>
          <a:lstStyle/>
          <a:p>
            <a:pPr>
              <a:lnSpc>
                <a:spcPct val="90000"/>
              </a:lnSpc>
              <a:defRPr/>
            </a:pPr>
            <a:r>
              <a:rPr lang="fr-FR" sz="4000" b="1">
                <a:solidFill>
                  <a:schemeClr val="bg1"/>
                </a:solidFill>
                <a:latin typeface="Arial" charset="0"/>
              </a:rPr>
              <a:t>Soyez </a:t>
            </a:r>
            <a:r>
              <a:rPr lang="fr-FR" sz="4000" b="1">
                <a:solidFill>
                  <a:srgbClr val="FFFF00"/>
                </a:solidFill>
                <a:latin typeface="Arial" charset="0"/>
              </a:rPr>
              <a:t>agréable, </a:t>
            </a:r>
            <a:r>
              <a:rPr lang="fr-FR" sz="4000" b="1">
                <a:solidFill>
                  <a:schemeClr val="bg1"/>
                </a:solidFill>
                <a:latin typeface="Arial" charset="0"/>
              </a:rPr>
              <a:t>et que votre conduite montre que vous voulez être là…</a:t>
            </a:r>
          </a:p>
        </p:txBody>
      </p:sp>
      <p:sp>
        <p:nvSpPr>
          <p:cNvPr id="32771" name="Text Box 3"/>
          <p:cNvSpPr txBox="1">
            <a:spLocks noChangeArrowheads="1"/>
          </p:cNvSpPr>
          <p:nvPr/>
        </p:nvSpPr>
        <p:spPr bwMode="auto">
          <a:xfrm>
            <a:off x="533400" y="5962650"/>
            <a:ext cx="8305800" cy="458788"/>
          </a:xfrm>
          <a:prstGeom prst="rect">
            <a:avLst/>
          </a:prstGeom>
          <a:noFill/>
          <a:ln w="9525">
            <a:noFill/>
            <a:miter lim="800000"/>
            <a:headEnd/>
            <a:tailEnd/>
          </a:ln>
        </p:spPr>
        <p:txBody>
          <a:bodyPr anchor="ctr">
            <a:spAutoFit/>
          </a:bodyPr>
          <a:lstStyle/>
          <a:p>
            <a:pPr algn="ctr">
              <a:lnSpc>
                <a:spcPct val="90000"/>
              </a:lnSpc>
            </a:pPr>
            <a:r>
              <a:rPr lang="en-US" sz="2600">
                <a:solidFill>
                  <a:srgbClr val="A6A6A6"/>
                </a:solidFill>
                <a:latin typeface="Arial" charset="0"/>
              </a:rPr>
              <a:t>/RobbDThompson                    @RobbThompson </a:t>
            </a:r>
          </a:p>
        </p:txBody>
      </p:sp>
    </p:spTree>
  </p:cSld>
  <p:clrMapOvr>
    <a:masterClrMapping/>
  </p:clrMapOvr>
  <p:transition advClick="0">
    <p:dissolve/>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3"/>
          <p:cNvSpPr txBox="1">
            <a:spLocks noChangeArrowheads="1"/>
          </p:cNvSpPr>
          <p:nvPr/>
        </p:nvSpPr>
        <p:spPr bwMode="auto">
          <a:xfrm>
            <a:off x="609600" y="1676400"/>
            <a:ext cx="8229600" cy="2871788"/>
          </a:xfrm>
          <a:prstGeom prst="rect">
            <a:avLst/>
          </a:prstGeom>
          <a:noFill/>
          <a:ln w="9525">
            <a:noFill/>
            <a:miter lim="800000"/>
            <a:headEnd/>
            <a:tailEnd/>
          </a:ln>
          <a:effectLst>
            <a:outerShdw rotWithShape="0">
              <a:srgbClr val="808080">
                <a:alpha val="79999"/>
              </a:srgbClr>
            </a:outerShdw>
          </a:effectLst>
        </p:spPr>
        <p:txBody>
          <a:bodyPr>
            <a:spAutoFit/>
          </a:bodyPr>
          <a:lstStyle/>
          <a:p>
            <a:pPr>
              <a:lnSpc>
                <a:spcPct val="90000"/>
              </a:lnSpc>
              <a:defRPr/>
            </a:pPr>
            <a:r>
              <a:rPr lang="fr-FR" sz="4000" b="1">
                <a:solidFill>
                  <a:schemeClr val="bg1"/>
                </a:solidFill>
                <a:latin typeface="Arial" charset="0"/>
              </a:rPr>
              <a:t>Ne dites jamais rien au sujet de votre travail, de votre patron, de votre entreprise ou de vos collègues, que vous n’aimeriez pas qu’ils entendent… </a:t>
            </a:r>
          </a:p>
        </p:txBody>
      </p:sp>
      <p:sp>
        <p:nvSpPr>
          <p:cNvPr id="33795" name="Text Box 3"/>
          <p:cNvSpPr txBox="1">
            <a:spLocks noChangeArrowheads="1"/>
          </p:cNvSpPr>
          <p:nvPr/>
        </p:nvSpPr>
        <p:spPr bwMode="auto">
          <a:xfrm>
            <a:off x="533400" y="5962650"/>
            <a:ext cx="8305800" cy="458788"/>
          </a:xfrm>
          <a:prstGeom prst="rect">
            <a:avLst/>
          </a:prstGeom>
          <a:noFill/>
          <a:ln w="9525">
            <a:noFill/>
            <a:miter lim="800000"/>
            <a:headEnd/>
            <a:tailEnd/>
          </a:ln>
        </p:spPr>
        <p:txBody>
          <a:bodyPr anchor="ctr">
            <a:spAutoFit/>
          </a:bodyPr>
          <a:lstStyle/>
          <a:p>
            <a:pPr algn="ctr">
              <a:lnSpc>
                <a:spcPct val="90000"/>
              </a:lnSpc>
            </a:pPr>
            <a:r>
              <a:rPr lang="en-US" sz="2600">
                <a:solidFill>
                  <a:srgbClr val="A6A6A6"/>
                </a:solidFill>
                <a:latin typeface="Arial" charset="0"/>
              </a:rPr>
              <a:t>/RobbDThompson                    @RobbThompson </a:t>
            </a:r>
          </a:p>
        </p:txBody>
      </p:sp>
    </p:spTree>
  </p:cSld>
  <p:clrMapOvr>
    <a:masterClrMapping/>
  </p:clrMapOvr>
  <p:transition advClick="0">
    <p:dissolve/>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3"/>
          <p:cNvSpPr txBox="1">
            <a:spLocks noChangeArrowheads="1"/>
          </p:cNvSpPr>
          <p:nvPr/>
        </p:nvSpPr>
        <p:spPr bwMode="auto">
          <a:xfrm>
            <a:off x="685800" y="1524000"/>
            <a:ext cx="8229600" cy="1322388"/>
          </a:xfrm>
          <a:prstGeom prst="rect">
            <a:avLst/>
          </a:prstGeom>
          <a:noFill/>
          <a:ln w="9525">
            <a:noFill/>
            <a:miter lim="800000"/>
            <a:headEnd/>
            <a:tailEnd/>
          </a:ln>
          <a:effectLst>
            <a:outerShdw rotWithShape="0">
              <a:srgbClr val="808080">
                <a:alpha val="79999"/>
              </a:srgbClr>
            </a:outerShdw>
          </a:effectLst>
        </p:spPr>
        <p:txBody>
          <a:bodyPr>
            <a:spAutoFit/>
          </a:bodyPr>
          <a:lstStyle/>
          <a:p>
            <a:pPr>
              <a:lnSpc>
                <a:spcPct val="90000"/>
              </a:lnSpc>
              <a:defRPr/>
            </a:pPr>
            <a:r>
              <a:rPr lang="fr-FR" sz="4400" b="1">
                <a:solidFill>
                  <a:schemeClr val="bg1"/>
                </a:solidFill>
                <a:latin typeface="Arial" charset="0"/>
              </a:rPr>
              <a:t>Même le patron irrespectueux mérite votre respect…</a:t>
            </a:r>
          </a:p>
        </p:txBody>
      </p:sp>
      <p:sp>
        <p:nvSpPr>
          <p:cNvPr id="34819" name="Text Box 3"/>
          <p:cNvSpPr txBox="1">
            <a:spLocks noChangeArrowheads="1"/>
          </p:cNvSpPr>
          <p:nvPr/>
        </p:nvSpPr>
        <p:spPr bwMode="auto">
          <a:xfrm>
            <a:off x="533400" y="5962650"/>
            <a:ext cx="8305800" cy="458788"/>
          </a:xfrm>
          <a:prstGeom prst="rect">
            <a:avLst/>
          </a:prstGeom>
          <a:noFill/>
          <a:ln w="9525">
            <a:noFill/>
            <a:miter lim="800000"/>
            <a:headEnd/>
            <a:tailEnd/>
          </a:ln>
        </p:spPr>
        <p:txBody>
          <a:bodyPr anchor="ctr">
            <a:spAutoFit/>
          </a:bodyPr>
          <a:lstStyle/>
          <a:p>
            <a:pPr algn="ctr">
              <a:lnSpc>
                <a:spcPct val="90000"/>
              </a:lnSpc>
            </a:pPr>
            <a:r>
              <a:rPr lang="en-US" sz="2600">
                <a:solidFill>
                  <a:srgbClr val="A6A6A6"/>
                </a:solidFill>
                <a:latin typeface="Arial" charset="0"/>
              </a:rPr>
              <a:t>/RobbDThompson                    @RobbThompson </a:t>
            </a:r>
          </a:p>
        </p:txBody>
      </p:sp>
      <p:sp>
        <p:nvSpPr>
          <p:cNvPr id="4" name="Text Box 3"/>
          <p:cNvSpPr txBox="1">
            <a:spLocks noChangeArrowheads="1"/>
          </p:cNvSpPr>
          <p:nvPr/>
        </p:nvSpPr>
        <p:spPr bwMode="auto">
          <a:xfrm>
            <a:off x="685800" y="4219575"/>
            <a:ext cx="8077200" cy="657225"/>
          </a:xfrm>
          <a:prstGeom prst="rect">
            <a:avLst/>
          </a:prstGeom>
          <a:noFill/>
          <a:ln w="9525">
            <a:noFill/>
            <a:miter lim="800000"/>
            <a:headEnd/>
            <a:tailEnd/>
          </a:ln>
          <a:effectLst>
            <a:outerShdw rotWithShape="0">
              <a:srgbClr val="808080">
                <a:alpha val="79999"/>
              </a:srgbClr>
            </a:outerShdw>
          </a:effectLst>
        </p:spPr>
        <p:txBody>
          <a:bodyPr anchor="ctr">
            <a:spAutoFit/>
          </a:bodyPr>
          <a:lstStyle/>
          <a:p>
            <a:pPr>
              <a:lnSpc>
                <a:spcPct val="90000"/>
              </a:lnSpc>
              <a:defRPr/>
            </a:pPr>
            <a:r>
              <a:rPr lang="fr-FR" sz="4000" b="1">
                <a:solidFill>
                  <a:srgbClr val="FFFF00"/>
                </a:solidFill>
                <a:latin typeface="Arial" charset="0"/>
              </a:rPr>
              <a:t>Ephésiens 6:6-7</a:t>
            </a:r>
          </a:p>
        </p:txBody>
      </p:sp>
    </p:spTree>
  </p:cSld>
  <p:clrMapOvr>
    <a:masterClrMapping/>
  </p:clrMapOvr>
  <p:transition advClick="0">
    <p:dissolve/>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3"/>
          <p:cNvSpPr txBox="1">
            <a:spLocks noChangeArrowheads="1"/>
          </p:cNvSpPr>
          <p:nvPr/>
        </p:nvSpPr>
        <p:spPr bwMode="auto">
          <a:xfrm>
            <a:off x="609600" y="1797050"/>
            <a:ext cx="8229600" cy="3259138"/>
          </a:xfrm>
          <a:prstGeom prst="rect">
            <a:avLst/>
          </a:prstGeom>
          <a:noFill/>
          <a:ln w="9525">
            <a:noFill/>
            <a:miter lim="800000"/>
            <a:headEnd/>
            <a:tailEnd/>
          </a:ln>
          <a:effectLst>
            <a:outerShdw rotWithShape="0">
              <a:srgbClr val="808080">
                <a:alpha val="79999"/>
              </a:srgbClr>
            </a:outerShdw>
          </a:effectLst>
        </p:spPr>
        <p:txBody>
          <a:bodyPr anchor="ctr">
            <a:spAutoFit/>
          </a:bodyPr>
          <a:lstStyle/>
          <a:p>
            <a:pPr>
              <a:lnSpc>
                <a:spcPct val="90000"/>
              </a:lnSpc>
              <a:defRPr/>
            </a:pPr>
            <a:r>
              <a:rPr lang="fr-FR" sz="3800" b="1">
                <a:solidFill>
                  <a:schemeClr val="bg1"/>
                </a:solidFill>
                <a:latin typeface="Arial" charset="0"/>
              </a:rPr>
              <a:t>Travaillez dur, non pas seulement sous les yeux de vos maîtres comme pour leur plaire, mais comme des esclaves de Christ qui font la volonté de Dieu de tout leur cœur. </a:t>
            </a:r>
            <a:br>
              <a:rPr lang="fr-FR" sz="3800" b="1">
                <a:solidFill>
                  <a:schemeClr val="bg1"/>
                </a:solidFill>
                <a:latin typeface="Arial" charset="0"/>
              </a:rPr>
            </a:br>
            <a:endParaRPr lang="fr-FR" sz="3800" b="1">
              <a:solidFill>
                <a:schemeClr val="bg1"/>
              </a:solidFill>
              <a:latin typeface="Arial" charset="0"/>
            </a:endParaRPr>
          </a:p>
        </p:txBody>
      </p:sp>
      <p:sp>
        <p:nvSpPr>
          <p:cNvPr id="35843" name="Text Box 3"/>
          <p:cNvSpPr txBox="1">
            <a:spLocks noChangeArrowheads="1"/>
          </p:cNvSpPr>
          <p:nvPr/>
        </p:nvSpPr>
        <p:spPr bwMode="auto">
          <a:xfrm>
            <a:off x="533400" y="5962650"/>
            <a:ext cx="8305800" cy="458788"/>
          </a:xfrm>
          <a:prstGeom prst="rect">
            <a:avLst/>
          </a:prstGeom>
          <a:noFill/>
          <a:ln w="9525">
            <a:noFill/>
            <a:miter lim="800000"/>
            <a:headEnd/>
            <a:tailEnd/>
          </a:ln>
        </p:spPr>
        <p:txBody>
          <a:bodyPr anchor="ctr">
            <a:spAutoFit/>
          </a:bodyPr>
          <a:lstStyle/>
          <a:p>
            <a:pPr algn="ctr">
              <a:lnSpc>
                <a:spcPct val="90000"/>
              </a:lnSpc>
            </a:pPr>
            <a:r>
              <a:rPr lang="en-US" sz="2600">
                <a:solidFill>
                  <a:srgbClr val="A6A6A6"/>
                </a:solidFill>
                <a:latin typeface="Arial" charset="0"/>
              </a:rPr>
              <a:t>/RobbDThompson                    @RobbThompson </a:t>
            </a:r>
          </a:p>
        </p:txBody>
      </p:sp>
      <p:sp>
        <p:nvSpPr>
          <p:cNvPr id="4" name="Text Box 3"/>
          <p:cNvSpPr txBox="1">
            <a:spLocks noChangeArrowheads="1"/>
          </p:cNvSpPr>
          <p:nvPr/>
        </p:nvSpPr>
        <p:spPr bwMode="auto">
          <a:xfrm>
            <a:off x="533400" y="533400"/>
            <a:ext cx="8153400" cy="600075"/>
          </a:xfrm>
          <a:prstGeom prst="rect">
            <a:avLst/>
          </a:prstGeom>
          <a:noFill/>
          <a:ln w="9525">
            <a:noFill/>
            <a:miter lim="800000"/>
            <a:headEnd/>
            <a:tailEnd/>
          </a:ln>
          <a:effectLst>
            <a:outerShdw rotWithShape="0">
              <a:srgbClr val="808080">
                <a:alpha val="79999"/>
              </a:srgbClr>
            </a:outerShdw>
          </a:effectLst>
        </p:spPr>
        <p:txBody>
          <a:bodyPr>
            <a:spAutoFit/>
          </a:bodyPr>
          <a:lstStyle/>
          <a:p>
            <a:pPr algn="r">
              <a:lnSpc>
                <a:spcPct val="90000"/>
              </a:lnSpc>
              <a:defRPr/>
            </a:pPr>
            <a:r>
              <a:rPr lang="fr-FR" sz="3600" b="1">
                <a:solidFill>
                  <a:srgbClr val="FFFF00"/>
                </a:solidFill>
                <a:latin typeface="Arial" charset="0"/>
              </a:rPr>
              <a:t>Ephésiens 6:6</a:t>
            </a:r>
          </a:p>
        </p:txBody>
      </p:sp>
    </p:spTree>
  </p:cSld>
  <p:clrMapOvr>
    <a:masterClrMapping/>
  </p:clrMapOvr>
  <p:transition advClick="0">
    <p:dissolve/>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3"/>
          <p:cNvSpPr txBox="1">
            <a:spLocks noChangeArrowheads="1"/>
          </p:cNvSpPr>
          <p:nvPr/>
        </p:nvSpPr>
        <p:spPr bwMode="auto">
          <a:xfrm>
            <a:off x="609600" y="2324100"/>
            <a:ext cx="8229600" cy="2206625"/>
          </a:xfrm>
          <a:prstGeom prst="rect">
            <a:avLst/>
          </a:prstGeom>
          <a:noFill/>
          <a:ln w="9525">
            <a:noFill/>
            <a:miter lim="800000"/>
            <a:headEnd/>
            <a:tailEnd/>
          </a:ln>
          <a:effectLst>
            <a:outerShdw rotWithShape="0">
              <a:srgbClr val="808080">
                <a:alpha val="79999"/>
              </a:srgbClr>
            </a:outerShdw>
          </a:effectLst>
        </p:spPr>
        <p:txBody>
          <a:bodyPr anchor="ctr">
            <a:spAutoFit/>
          </a:bodyPr>
          <a:lstStyle/>
          <a:p>
            <a:pPr>
              <a:lnSpc>
                <a:spcPct val="90000"/>
              </a:lnSpc>
              <a:defRPr/>
            </a:pPr>
            <a:r>
              <a:rPr lang="fr-FR" sz="3800" b="1">
                <a:solidFill>
                  <a:schemeClr val="bg1"/>
                </a:solidFill>
                <a:latin typeface="Arial" charset="0"/>
              </a:rPr>
              <a:t>Travaillez avec enthousiasme, comme travaillant pour le Seigneur, et non pour des hommes. </a:t>
            </a:r>
          </a:p>
        </p:txBody>
      </p:sp>
      <p:sp>
        <p:nvSpPr>
          <p:cNvPr id="36867" name="Text Box 3"/>
          <p:cNvSpPr txBox="1">
            <a:spLocks noChangeArrowheads="1"/>
          </p:cNvSpPr>
          <p:nvPr/>
        </p:nvSpPr>
        <p:spPr bwMode="auto">
          <a:xfrm>
            <a:off x="533400" y="5962650"/>
            <a:ext cx="8305800" cy="458788"/>
          </a:xfrm>
          <a:prstGeom prst="rect">
            <a:avLst/>
          </a:prstGeom>
          <a:noFill/>
          <a:ln w="9525">
            <a:noFill/>
            <a:miter lim="800000"/>
            <a:headEnd/>
            <a:tailEnd/>
          </a:ln>
        </p:spPr>
        <p:txBody>
          <a:bodyPr anchor="ctr">
            <a:spAutoFit/>
          </a:bodyPr>
          <a:lstStyle/>
          <a:p>
            <a:pPr algn="ctr">
              <a:lnSpc>
                <a:spcPct val="90000"/>
              </a:lnSpc>
            </a:pPr>
            <a:r>
              <a:rPr lang="en-US" sz="2600">
                <a:solidFill>
                  <a:srgbClr val="A6A6A6"/>
                </a:solidFill>
                <a:latin typeface="Arial" charset="0"/>
              </a:rPr>
              <a:t>/RobbDThompson                    @RobbThompson </a:t>
            </a:r>
          </a:p>
        </p:txBody>
      </p:sp>
      <p:sp>
        <p:nvSpPr>
          <p:cNvPr id="4" name="Text Box 3"/>
          <p:cNvSpPr txBox="1">
            <a:spLocks noChangeArrowheads="1"/>
          </p:cNvSpPr>
          <p:nvPr/>
        </p:nvSpPr>
        <p:spPr bwMode="auto">
          <a:xfrm>
            <a:off x="533400" y="533400"/>
            <a:ext cx="8153400" cy="600075"/>
          </a:xfrm>
          <a:prstGeom prst="rect">
            <a:avLst/>
          </a:prstGeom>
          <a:noFill/>
          <a:ln w="9525">
            <a:noFill/>
            <a:miter lim="800000"/>
            <a:headEnd/>
            <a:tailEnd/>
          </a:ln>
          <a:effectLst>
            <a:outerShdw rotWithShape="0">
              <a:srgbClr val="808080">
                <a:alpha val="79999"/>
              </a:srgbClr>
            </a:outerShdw>
          </a:effectLst>
        </p:spPr>
        <p:txBody>
          <a:bodyPr>
            <a:spAutoFit/>
          </a:bodyPr>
          <a:lstStyle/>
          <a:p>
            <a:pPr algn="r">
              <a:lnSpc>
                <a:spcPct val="90000"/>
              </a:lnSpc>
              <a:defRPr/>
            </a:pPr>
            <a:r>
              <a:rPr lang="fr-FR" sz="3600" b="1">
                <a:solidFill>
                  <a:srgbClr val="FFFF00"/>
                </a:solidFill>
                <a:latin typeface="Arial" charset="0"/>
              </a:rPr>
              <a:t>Ephésiens 6:7</a:t>
            </a:r>
          </a:p>
        </p:txBody>
      </p:sp>
    </p:spTree>
  </p:cSld>
  <p:clrMapOvr>
    <a:masterClrMapping/>
  </p:clrMapOvr>
  <p:transition advClick="0">
    <p:dissolve/>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3"/>
          <p:cNvSpPr txBox="1">
            <a:spLocks noChangeArrowheads="1"/>
          </p:cNvSpPr>
          <p:nvPr/>
        </p:nvSpPr>
        <p:spPr bwMode="auto">
          <a:xfrm>
            <a:off x="685800" y="1524000"/>
            <a:ext cx="8229600" cy="854075"/>
          </a:xfrm>
          <a:prstGeom prst="rect">
            <a:avLst/>
          </a:prstGeom>
          <a:noFill/>
          <a:ln w="9525">
            <a:noFill/>
            <a:miter lim="800000"/>
            <a:headEnd/>
            <a:tailEnd/>
          </a:ln>
          <a:effectLst>
            <a:outerShdw rotWithShape="0">
              <a:srgbClr val="808080">
                <a:alpha val="79999"/>
              </a:srgbClr>
            </a:outerShdw>
          </a:effectLst>
        </p:spPr>
        <p:txBody>
          <a:bodyPr>
            <a:spAutoFit/>
          </a:bodyPr>
          <a:lstStyle/>
          <a:p>
            <a:pPr>
              <a:lnSpc>
                <a:spcPct val="90000"/>
              </a:lnSpc>
              <a:defRPr/>
            </a:pPr>
            <a:r>
              <a:rPr lang="fr-FR" sz="5400" b="1">
                <a:solidFill>
                  <a:schemeClr val="bg1"/>
                </a:solidFill>
                <a:latin typeface="Arial" charset="0"/>
              </a:rPr>
              <a:t>Travaille dur…</a:t>
            </a:r>
          </a:p>
        </p:txBody>
      </p:sp>
      <p:sp>
        <p:nvSpPr>
          <p:cNvPr id="37891" name="Text Box 3"/>
          <p:cNvSpPr txBox="1">
            <a:spLocks noChangeArrowheads="1"/>
          </p:cNvSpPr>
          <p:nvPr/>
        </p:nvSpPr>
        <p:spPr bwMode="auto">
          <a:xfrm>
            <a:off x="533400" y="5962650"/>
            <a:ext cx="8305800" cy="458788"/>
          </a:xfrm>
          <a:prstGeom prst="rect">
            <a:avLst/>
          </a:prstGeom>
          <a:noFill/>
          <a:ln w="9525">
            <a:noFill/>
            <a:miter lim="800000"/>
            <a:headEnd/>
            <a:tailEnd/>
          </a:ln>
        </p:spPr>
        <p:txBody>
          <a:bodyPr anchor="ctr">
            <a:spAutoFit/>
          </a:bodyPr>
          <a:lstStyle/>
          <a:p>
            <a:pPr algn="ctr">
              <a:lnSpc>
                <a:spcPct val="90000"/>
              </a:lnSpc>
            </a:pPr>
            <a:r>
              <a:rPr lang="en-US" sz="2600">
                <a:solidFill>
                  <a:srgbClr val="A6A6A6"/>
                </a:solidFill>
                <a:latin typeface="Arial" charset="0"/>
              </a:rPr>
              <a:t>/RobbDThompson                    @RobbThompson </a:t>
            </a:r>
          </a:p>
        </p:txBody>
      </p:sp>
      <p:sp>
        <p:nvSpPr>
          <p:cNvPr id="4" name="Text Box 3"/>
          <p:cNvSpPr txBox="1">
            <a:spLocks noChangeArrowheads="1"/>
          </p:cNvSpPr>
          <p:nvPr/>
        </p:nvSpPr>
        <p:spPr bwMode="auto">
          <a:xfrm>
            <a:off x="685800" y="4219575"/>
            <a:ext cx="8077200" cy="657225"/>
          </a:xfrm>
          <a:prstGeom prst="rect">
            <a:avLst/>
          </a:prstGeom>
          <a:noFill/>
          <a:ln w="9525">
            <a:noFill/>
            <a:miter lim="800000"/>
            <a:headEnd/>
            <a:tailEnd/>
          </a:ln>
          <a:effectLst>
            <a:outerShdw rotWithShape="0">
              <a:srgbClr val="808080">
                <a:alpha val="79999"/>
              </a:srgbClr>
            </a:outerShdw>
          </a:effectLst>
        </p:spPr>
        <p:txBody>
          <a:bodyPr anchor="ctr">
            <a:spAutoFit/>
          </a:bodyPr>
          <a:lstStyle/>
          <a:p>
            <a:pPr>
              <a:lnSpc>
                <a:spcPct val="90000"/>
              </a:lnSpc>
              <a:defRPr/>
            </a:pPr>
            <a:r>
              <a:rPr lang="fr-FR" sz="4000" b="1">
                <a:solidFill>
                  <a:srgbClr val="FFFF00"/>
                </a:solidFill>
                <a:latin typeface="Arial" charset="0"/>
              </a:rPr>
              <a:t>Proverbes 10:4</a:t>
            </a:r>
          </a:p>
        </p:txBody>
      </p:sp>
    </p:spTree>
  </p:cSld>
  <p:clrMapOvr>
    <a:masterClrMapping/>
  </p:clrMapOvr>
  <p:transition advClick="0">
    <p:dissolve/>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3"/>
          <p:cNvSpPr txBox="1">
            <a:spLocks noChangeArrowheads="1"/>
          </p:cNvSpPr>
          <p:nvPr/>
        </p:nvSpPr>
        <p:spPr bwMode="auto">
          <a:xfrm>
            <a:off x="609600" y="2586038"/>
            <a:ext cx="8229600" cy="1155700"/>
          </a:xfrm>
          <a:prstGeom prst="rect">
            <a:avLst/>
          </a:prstGeom>
          <a:noFill/>
          <a:ln w="9525">
            <a:noFill/>
            <a:miter lim="800000"/>
            <a:headEnd/>
            <a:tailEnd/>
          </a:ln>
          <a:effectLst>
            <a:outerShdw rotWithShape="0">
              <a:srgbClr val="808080">
                <a:alpha val="79999"/>
              </a:srgbClr>
            </a:outerShdw>
          </a:effectLst>
        </p:spPr>
        <p:txBody>
          <a:bodyPr anchor="ctr">
            <a:spAutoFit/>
          </a:bodyPr>
          <a:lstStyle/>
          <a:p>
            <a:pPr>
              <a:lnSpc>
                <a:spcPct val="90000"/>
              </a:lnSpc>
              <a:defRPr/>
            </a:pPr>
            <a:r>
              <a:rPr lang="fr-FR" sz="3800" b="1">
                <a:solidFill>
                  <a:schemeClr val="bg1"/>
                </a:solidFill>
                <a:latin typeface="Arial" charset="0"/>
              </a:rPr>
              <a:t>Les paresseux s’appauvrissent ; </a:t>
            </a:r>
            <a:br>
              <a:rPr lang="fr-FR" sz="3800" b="1">
                <a:solidFill>
                  <a:schemeClr val="bg1"/>
                </a:solidFill>
                <a:latin typeface="Arial" charset="0"/>
              </a:rPr>
            </a:br>
            <a:r>
              <a:rPr lang="fr-FR" sz="3800" b="1">
                <a:solidFill>
                  <a:schemeClr val="bg1"/>
                </a:solidFill>
                <a:latin typeface="Arial" charset="0"/>
              </a:rPr>
              <a:t>Les travailleurs s’enrichissent.</a:t>
            </a:r>
          </a:p>
        </p:txBody>
      </p:sp>
      <p:sp>
        <p:nvSpPr>
          <p:cNvPr id="38915" name="Text Box 3"/>
          <p:cNvSpPr txBox="1">
            <a:spLocks noChangeArrowheads="1"/>
          </p:cNvSpPr>
          <p:nvPr/>
        </p:nvSpPr>
        <p:spPr bwMode="auto">
          <a:xfrm>
            <a:off x="533400" y="5962650"/>
            <a:ext cx="8305800" cy="458788"/>
          </a:xfrm>
          <a:prstGeom prst="rect">
            <a:avLst/>
          </a:prstGeom>
          <a:noFill/>
          <a:ln w="9525">
            <a:noFill/>
            <a:miter lim="800000"/>
            <a:headEnd/>
            <a:tailEnd/>
          </a:ln>
        </p:spPr>
        <p:txBody>
          <a:bodyPr anchor="ctr">
            <a:spAutoFit/>
          </a:bodyPr>
          <a:lstStyle/>
          <a:p>
            <a:pPr algn="ctr">
              <a:lnSpc>
                <a:spcPct val="90000"/>
              </a:lnSpc>
            </a:pPr>
            <a:r>
              <a:rPr lang="en-US" sz="2600">
                <a:solidFill>
                  <a:srgbClr val="A6A6A6"/>
                </a:solidFill>
                <a:latin typeface="Arial" charset="0"/>
              </a:rPr>
              <a:t>/RobbDThompson                    @RobbThompson </a:t>
            </a:r>
          </a:p>
        </p:txBody>
      </p:sp>
      <p:sp>
        <p:nvSpPr>
          <p:cNvPr id="4" name="Text Box 3"/>
          <p:cNvSpPr txBox="1">
            <a:spLocks noChangeArrowheads="1"/>
          </p:cNvSpPr>
          <p:nvPr/>
        </p:nvSpPr>
        <p:spPr bwMode="auto">
          <a:xfrm>
            <a:off x="533400" y="533400"/>
            <a:ext cx="8153400" cy="600075"/>
          </a:xfrm>
          <a:prstGeom prst="rect">
            <a:avLst/>
          </a:prstGeom>
          <a:noFill/>
          <a:ln w="9525">
            <a:noFill/>
            <a:miter lim="800000"/>
            <a:headEnd/>
            <a:tailEnd/>
          </a:ln>
          <a:effectLst>
            <a:outerShdw rotWithShape="0">
              <a:srgbClr val="808080">
                <a:alpha val="79999"/>
              </a:srgbClr>
            </a:outerShdw>
          </a:effectLst>
        </p:spPr>
        <p:txBody>
          <a:bodyPr>
            <a:spAutoFit/>
          </a:bodyPr>
          <a:lstStyle/>
          <a:p>
            <a:pPr algn="r">
              <a:lnSpc>
                <a:spcPct val="90000"/>
              </a:lnSpc>
              <a:defRPr/>
            </a:pPr>
            <a:r>
              <a:rPr lang="fr-FR" sz="3600" b="1">
                <a:solidFill>
                  <a:srgbClr val="FFFF00"/>
                </a:solidFill>
                <a:latin typeface="Arial" charset="0"/>
              </a:rPr>
              <a:t>Proverbes 10:4 </a:t>
            </a:r>
          </a:p>
        </p:txBody>
      </p:sp>
    </p:spTree>
  </p:cSld>
  <p:clrMapOvr>
    <a:masterClrMapping/>
  </p:clrMapOvr>
  <p:transition advClick="0">
    <p:dissolve/>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3"/>
          <p:cNvSpPr txBox="1">
            <a:spLocks noChangeArrowheads="1"/>
          </p:cNvSpPr>
          <p:nvPr/>
        </p:nvSpPr>
        <p:spPr bwMode="auto">
          <a:xfrm>
            <a:off x="685800" y="1524000"/>
            <a:ext cx="8229600" cy="1931988"/>
          </a:xfrm>
          <a:prstGeom prst="rect">
            <a:avLst/>
          </a:prstGeom>
          <a:noFill/>
          <a:ln w="9525">
            <a:noFill/>
            <a:miter lim="800000"/>
            <a:headEnd/>
            <a:tailEnd/>
          </a:ln>
          <a:effectLst>
            <a:outerShdw rotWithShape="0">
              <a:srgbClr val="808080">
                <a:alpha val="79999"/>
              </a:srgbClr>
            </a:outerShdw>
          </a:effectLst>
        </p:spPr>
        <p:txBody>
          <a:bodyPr>
            <a:spAutoFit/>
          </a:bodyPr>
          <a:lstStyle/>
          <a:p>
            <a:pPr>
              <a:lnSpc>
                <a:spcPct val="90000"/>
              </a:lnSpc>
              <a:defRPr/>
            </a:pPr>
            <a:r>
              <a:rPr lang="fr-FR" sz="4400" b="1">
                <a:solidFill>
                  <a:schemeClr val="bg1"/>
                </a:solidFill>
                <a:latin typeface="Arial" charset="0"/>
              </a:rPr>
              <a:t>Pour avoir du succès au travail, nous devons produire un travail excellent…</a:t>
            </a:r>
          </a:p>
        </p:txBody>
      </p:sp>
      <p:sp>
        <p:nvSpPr>
          <p:cNvPr id="39939" name="Text Box 3"/>
          <p:cNvSpPr txBox="1">
            <a:spLocks noChangeArrowheads="1"/>
          </p:cNvSpPr>
          <p:nvPr/>
        </p:nvSpPr>
        <p:spPr bwMode="auto">
          <a:xfrm>
            <a:off x="533400" y="5962650"/>
            <a:ext cx="8305800" cy="458788"/>
          </a:xfrm>
          <a:prstGeom prst="rect">
            <a:avLst/>
          </a:prstGeom>
          <a:noFill/>
          <a:ln w="9525">
            <a:noFill/>
            <a:miter lim="800000"/>
            <a:headEnd/>
            <a:tailEnd/>
          </a:ln>
        </p:spPr>
        <p:txBody>
          <a:bodyPr anchor="ctr">
            <a:spAutoFit/>
          </a:bodyPr>
          <a:lstStyle/>
          <a:p>
            <a:pPr algn="ctr">
              <a:lnSpc>
                <a:spcPct val="90000"/>
              </a:lnSpc>
            </a:pPr>
            <a:r>
              <a:rPr lang="en-US" sz="2600">
                <a:solidFill>
                  <a:srgbClr val="A6A6A6"/>
                </a:solidFill>
                <a:latin typeface="Arial" charset="0"/>
              </a:rPr>
              <a:t>/RobbDThompson                    @RobbThompson </a:t>
            </a:r>
          </a:p>
        </p:txBody>
      </p:sp>
      <p:sp>
        <p:nvSpPr>
          <p:cNvPr id="4" name="Text Box 3"/>
          <p:cNvSpPr txBox="1">
            <a:spLocks noChangeArrowheads="1"/>
          </p:cNvSpPr>
          <p:nvPr/>
        </p:nvSpPr>
        <p:spPr bwMode="auto">
          <a:xfrm>
            <a:off x="685800" y="4219575"/>
            <a:ext cx="8077200" cy="657225"/>
          </a:xfrm>
          <a:prstGeom prst="rect">
            <a:avLst/>
          </a:prstGeom>
          <a:noFill/>
          <a:ln w="9525">
            <a:noFill/>
            <a:miter lim="800000"/>
            <a:headEnd/>
            <a:tailEnd/>
          </a:ln>
          <a:effectLst>
            <a:outerShdw rotWithShape="0">
              <a:srgbClr val="808080">
                <a:alpha val="79999"/>
              </a:srgbClr>
            </a:outerShdw>
          </a:effectLst>
        </p:spPr>
        <p:txBody>
          <a:bodyPr anchor="ctr">
            <a:spAutoFit/>
          </a:bodyPr>
          <a:lstStyle/>
          <a:p>
            <a:pPr>
              <a:lnSpc>
                <a:spcPct val="90000"/>
              </a:lnSpc>
              <a:defRPr/>
            </a:pPr>
            <a:r>
              <a:rPr lang="fr-FR" sz="4000" b="1">
                <a:solidFill>
                  <a:srgbClr val="FFFF00"/>
                </a:solidFill>
                <a:latin typeface="Arial" charset="0"/>
              </a:rPr>
              <a:t>Proverbes </a:t>
            </a:r>
            <a:r>
              <a:rPr lang="en-US" sz="4000" b="1">
                <a:solidFill>
                  <a:srgbClr val="FFFF00"/>
                </a:solidFill>
                <a:latin typeface="Arial" charset="0"/>
              </a:rPr>
              <a:t>22:29</a:t>
            </a:r>
          </a:p>
        </p:txBody>
      </p:sp>
    </p:spTree>
  </p:cSld>
  <p:clrMapOvr>
    <a:masterClrMapping/>
  </p:clrMapOvr>
  <p:transition advClick="0">
    <p:dissolve/>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3"/>
          <p:cNvSpPr txBox="1">
            <a:spLocks noChangeArrowheads="1"/>
          </p:cNvSpPr>
          <p:nvPr/>
        </p:nvSpPr>
        <p:spPr bwMode="auto">
          <a:xfrm>
            <a:off x="609600" y="2324100"/>
            <a:ext cx="8229600" cy="2206625"/>
          </a:xfrm>
          <a:prstGeom prst="rect">
            <a:avLst/>
          </a:prstGeom>
          <a:noFill/>
          <a:ln w="9525">
            <a:noFill/>
            <a:miter lim="800000"/>
            <a:headEnd/>
            <a:tailEnd/>
          </a:ln>
          <a:effectLst>
            <a:outerShdw rotWithShape="0">
              <a:srgbClr val="808080">
                <a:alpha val="79999"/>
              </a:srgbClr>
            </a:outerShdw>
          </a:effectLst>
        </p:spPr>
        <p:txBody>
          <a:bodyPr anchor="ctr">
            <a:spAutoFit/>
          </a:bodyPr>
          <a:lstStyle/>
          <a:p>
            <a:pPr>
              <a:lnSpc>
                <a:spcPct val="90000"/>
              </a:lnSpc>
              <a:defRPr/>
            </a:pPr>
            <a:r>
              <a:rPr lang="fr-FR" sz="3800" b="1">
                <a:solidFill>
                  <a:schemeClr val="bg1"/>
                </a:solidFill>
                <a:latin typeface="Arial" charset="0"/>
              </a:rPr>
              <a:t>Si tu vois un homme habile dans son ouvrage, il se tient auprès des rois ; il ne se tient pas auprès des gens obscurs. </a:t>
            </a:r>
          </a:p>
        </p:txBody>
      </p:sp>
      <p:sp>
        <p:nvSpPr>
          <p:cNvPr id="40963" name="Text Box 3"/>
          <p:cNvSpPr txBox="1">
            <a:spLocks noChangeArrowheads="1"/>
          </p:cNvSpPr>
          <p:nvPr/>
        </p:nvSpPr>
        <p:spPr bwMode="auto">
          <a:xfrm>
            <a:off x="533400" y="5962650"/>
            <a:ext cx="8305800" cy="458788"/>
          </a:xfrm>
          <a:prstGeom prst="rect">
            <a:avLst/>
          </a:prstGeom>
          <a:noFill/>
          <a:ln w="9525">
            <a:noFill/>
            <a:miter lim="800000"/>
            <a:headEnd/>
            <a:tailEnd/>
          </a:ln>
        </p:spPr>
        <p:txBody>
          <a:bodyPr anchor="ctr">
            <a:spAutoFit/>
          </a:bodyPr>
          <a:lstStyle/>
          <a:p>
            <a:pPr algn="ctr">
              <a:lnSpc>
                <a:spcPct val="90000"/>
              </a:lnSpc>
            </a:pPr>
            <a:r>
              <a:rPr lang="en-US" sz="2600">
                <a:solidFill>
                  <a:srgbClr val="A6A6A6"/>
                </a:solidFill>
                <a:latin typeface="Arial" charset="0"/>
              </a:rPr>
              <a:t>/RobbDThompson                    @RobbThompson </a:t>
            </a:r>
          </a:p>
        </p:txBody>
      </p:sp>
      <p:sp>
        <p:nvSpPr>
          <p:cNvPr id="4" name="Text Box 3"/>
          <p:cNvSpPr txBox="1">
            <a:spLocks noChangeArrowheads="1"/>
          </p:cNvSpPr>
          <p:nvPr/>
        </p:nvSpPr>
        <p:spPr bwMode="auto">
          <a:xfrm>
            <a:off x="533400" y="533400"/>
            <a:ext cx="8153400" cy="600075"/>
          </a:xfrm>
          <a:prstGeom prst="rect">
            <a:avLst/>
          </a:prstGeom>
          <a:noFill/>
          <a:ln w="9525">
            <a:noFill/>
            <a:miter lim="800000"/>
            <a:headEnd/>
            <a:tailEnd/>
          </a:ln>
          <a:effectLst>
            <a:outerShdw rotWithShape="0">
              <a:srgbClr val="808080">
                <a:alpha val="79999"/>
              </a:srgbClr>
            </a:outerShdw>
          </a:effectLst>
        </p:spPr>
        <p:txBody>
          <a:bodyPr>
            <a:spAutoFit/>
          </a:bodyPr>
          <a:lstStyle/>
          <a:p>
            <a:pPr algn="r">
              <a:lnSpc>
                <a:spcPct val="90000"/>
              </a:lnSpc>
              <a:defRPr/>
            </a:pPr>
            <a:r>
              <a:rPr lang="fr-FR" sz="3600" b="1">
                <a:solidFill>
                  <a:srgbClr val="FFFF00"/>
                </a:solidFill>
                <a:latin typeface="Arial" charset="0"/>
              </a:rPr>
              <a:t>Proverbes 22:29</a:t>
            </a:r>
          </a:p>
        </p:txBody>
      </p:sp>
    </p:spTree>
  </p:cSld>
  <p:clrMapOvr>
    <a:masterClrMapping/>
  </p:clrMapOvr>
  <p:transition advClick="0">
    <p:dissolve/>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3"/>
          <p:cNvSpPr txBox="1">
            <a:spLocks noChangeArrowheads="1"/>
          </p:cNvSpPr>
          <p:nvPr/>
        </p:nvSpPr>
        <p:spPr bwMode="auto">
          <a:xfrm>
            <a:off x="685800" y="1801813"/>
            <a:ext cx="8229600" cy="1931987"/>
          </a:xfrm>
          <a:prstGeom prst="rect">
            <a:avLst/>
          </a:prstGeom>
          <a:noFill/>
          <a:ln w="9525">
            <a:noFill/>
            <a:miter lim="800000"/>
            <a:headEnd/>
            <a:tailEnd/>
          </a:ln>
          <a:effectLst>
            <a:outerShdw rotWithShape="0">
              <a:srgbClr val="808080">
                <a:alpha val="79999"/>
              </a:srgbClr>
            </a:outerShdw>
          </a:effectLst>
        </p:spPr>
        <p:txBody>
          <a:bodyPr>
            <a:spAutoFit/>
          </a:bodyPr>
          <a:lstStyle/>
          <a:p>
            <a:pPr>
              <a:lnSpc>
                <a:spcPct val="90000"/>
              </a:lnSpc>
              <a:defRPr/>
            </a:pPr>
            <a:r>
              <a:rPr lang="fr-FR" sz="4400" b="1">
                <a:solidFill>
                  <a:schemeClr val="bg1"/>
                </a:solidFill>
                <a:latin typeface="Arial" charset="0"/>
              </a:rPr>
              <a:t>Souvenez-vous que la personne la plus importante dans toute entreprise…</a:t>
            </a:r>
          </a:p>
        </p:txBody>
      </p:sp>
      <p:sp>
        <p:nvSpPr>
          <p:cNvPr id="41987" name="Text Box 3"/>
          <p:cNvSpPr txBox="1">
            <a:spLocks noChangeArrowheads="1"/>
          </p:cNvSpPr>
          <p:nvPr/>
        </p:nvSpPr>
        <p:spPr bwMode="auto">
          <a:xfrm>
            <a:off x="533400" y="5962650"/>
            <a:ext cx="8305800" cy="458788"/>
          </a:xfrm>
          <a:prstGeom prst="rect">
            <a:avLst/>
          </a:prstGeom>
          <a:noFill/>
          <a:ln w="9525">
            <a:noFill/>
            <a:miter lim="800000"/>
            <a:headEnd/>
            <a:tailEnd/>
          </a:ln>
        </p:spPr>
        <p:txBody>
          <a:bodyPr anchor="ctr">
            <a:spAutoFit/>
          </a:bodyPr>
          <a:lstStyle/>
          <a:p>
            <a:pPr algn="ctr">
              <a:lnSpc>
                <a:spcPct val="90000"/>
              </a:lnSpc>
            </a:pPr>
            <a:r>
              <a:rPr lang="en-US" sz="2600">
                <a:solidFill>
                  <a:srgbClr val="A6A6A6"/>
                </a:solidFill>
                <a:latin typeface="Arial" charset="0"/>
              </a:rPr>
              <a:t>/RobbDThompson                    @RobbThompson </a:t>
            </a:r>
          </a:p>
        </p:txBody>
      </p:sp>
    </p:spTree>
  </p:cSld>
  <p:clrMapOvr>
    <a:masterClrMapping/>
  </p:clrMapOvr>
  <p:transition advClick="0">
    <p:dissolve/>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3"/>
          <p:cNvSpPr txBox="1">
            <a:spLocks noChangeArrowheads="1"/>
          </p:cNvSpPr>
          <p:nvPr/>
        </p:nvSpPr>
        <p:spPr bwMode="auto">
          <a:xfrm>
            <a:off x="685800" y="1801813"/>
            <a:ext cx="8229600" cy="2541587"/>
          </a:xfrm>
          <a:prstGeom prst="rect">
            <a:avLst/>
          </a:prstGeom>
          <a:noFill/>
          <a:ln w="9525">
            <a:noFill/>
            <a:miter lim="800000"/>
            <a:headEnd/>
            <a:tailEnd/>
          </a:ln>
          <a:effectLst>
            <a:outerShdw rotWithShape="0">
              <a:srgbClr val="808080">
                <a:alpha val="79999"/>
              </a:srgbClr>
            </a:outerShdw>
          </a:effectLst>
        </p:spPr>
        <p:txBody>
          <a:bodyPr>
            <a:spAutoFit/>
          </a:bodyPr>
          <a:lstStyle/>
          <a:p>
            <a:pPr>
              <a:lnSpc>
                <a:spcPct val="90000"/>
              </a:lnSpc>
              <a:defRPr/>
            </a:pPr>
            <a:r>
              <a:rPr lang="fr-FR" sz="4400" b="1">
                <a:solidFill>
                  <a:schemeClr val="bg1"/>
                </a:solidFill>
                <a:latin typeface="Arial" charset="0"/>
              </a:rPr>
              <a:t>Souvenez-vous que la personne la plus importante dans toute entreprise…</a:t>
            </a:r>
          </a:p>
          <a:p>
            <a:pPr>
              <a:lnSpc>
                <a:spcPct val="90000"/>
              </a:lnSpc>
              <a:defRPr/>
            </a:pPr>
            <a:r>
              <a:rPr lang="fr-FR" sz="4400" b="1">
                <a:solidFill>
                  <a:srgbClr val="FFFF00"/>
                </a:solidFill>
                <a:latin typeface="Arial" charset="0"/>
              </a:rPr>
              <a:t>C’est le client</a:t>
            </a:r>
          </a:p>
        </p:txBody>
      </p:sp>
      <p:sp>
        <p:nvSpPr>
          <p:cNvPr id="43011" name="Text Box 3"/>
          <p:cNvSpPr txBox="1">
            <a:spLocks noChangeArrowheads="1"/>
          </p:cNvSpPr>
          <p:nvPr/>
        </p:nvSpPr>
        <p:spPr bwMode="auto">
          <a:xfrm>
            <a:off x="533400" y="5962650"/>
            <a:ext cx="8305800" cy="458788"/>
          </a:xfrm>
          <a:prstGeom prst="rect">
            <a:avLst/>
          </a:prstGeom>
          <a:noFill/>
          <a:ln w="9525">
            <a:noFill/>
            <a:miter lim="800000"/>
            <a:headEnd/>
            <a:tailEnd/>
          </a:ln>
        </p:spPr>
        <p:txBody>
          <a:bodyPr anchor="ctr">
            <a:spAutoFit/>
          </a:bodyPr>
          <a:lstStyle/>
          <a:p>
            <a:pPr algn="ctr">
              <a:lnSpc>
                <a:spcPct val="90000"/>
              </a:lnSpc>
            </a:pPr>
            <a:r>
              <a:rPr lang="en-US" sz="2600">
                <a:solidFill>
                  <a:srgbClr val="A6A6A6"/>
                </a:solidFill>
                <a:latin typeface="Arial" charset="0"/>
              </a:rPr>
              <a:t>/RobbDThompson                    @RobbThompson </a:t>
            </a:r>
          </a:p>
        </p:txBody>
      </p:sp>
    </p:spTree>
  </p:cSld>
  <p:clrMapOvr>
    <a:masterClrMapping/>
  </p:clrMapOvr>
  <p:transition advClick="0">
    <p:dissolve/>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3"/>
          <p:cNvSpPr txBox="1">
            <a:spLocks noChangeArrowheads="1"/>
          </p:cNvSpPr>
          <p:nvPr/>
        </p:nvSpPr>
        <p:spPr bwMode="auto">
          <a:xfrm>
            <a:off x="685800" y="1524000"/>
            <a:ext cx="8229600" cy="769938"/>
          </a:xfrm>
          <a:prstGeom prst="rect">
            <a:avLst/>
          </a:prstGeom>
          <a:noFill/>
          <a:ln w="9525">
            <a:noFill/>
            <a:miter lim="800000"/>
            <a:headEnd/>
            <a:tailEnd/>
          </a:ln>
          <a:effectLst>
            <a:outerShdw rotWithShape="0">
              <a:srgbClr val="808080">
                <a:alpha val="79999"/>
              </a:srgbClr>
            </a:outerShdw>
          </a:effectLst>
        </p:spPr>
        <p:txBody>
          <a:bodyPr>
            <a:spAutoFit/>
          </a:bodyPr>
          <a:lstStyle/>
          <a:p>
            <a:pPr>
              <a:lnSpc>
                <a:spcPct val="90000"/>
              </a:lnSpc>
              <a:defRPr/>
            </a:pPr>
            <a:r>
              <a:rPr lang="fr-FR" sz="4800" b="1">
                <a:solidFill>
                  <a:schemeClr val="bg1"/>
                </a:solidFill>
                <a:latin typeface="Arial" charset="0"/>
              </a:rPr>
              <a:t>Dépasse et surpasse…</a:t>
            </a:r>
          </a:p>
        </p:txBody>
      </p:sp>
      <p:sp>
        <p:nvSpPr>
          <p:cNvPr id="44035" name="Text Box 3"/>
          <p:cNvSpPr txBox="1">
            <a:spLocks noChangeArrowheads="1"/>
          </p:cNvSpPr>
          <p:nvPr/>
        </p:nvSpPr>
        <p:spPr bwMode="auto">
          <a:xfrm>
            <a:off x="533400" y="5962650"/>
            <a:ext cx="8305800" cy="458788"/>
          </a:xfrm>
          <a:prstGeom prst="rect">
            <a:avLst/>
          </a:prstGeom>
          <a:noFill/>
          <a:ln w="9525">
            <a:noFill/>
            <a:miter lim="800000"/>
            <a:headEnd/>
            <a:tailEnd/>
          </a:ln>
        </p:spPr>
        <p:txBody>
          <a:bodyPr anchor="ctr">
            <a:spAutoFit/>
          </a:bodyPr>
          <a:lstStyle/>
          <a:p>
            <a:pPr algn="ctr">
              <a:lnSpc>
                <a:spcPct val="90000"/>
              </a:lnSpc>
            </a:pPr>
            <a:r>
              <a:rPr lang="en-US" sz="2600">
                <a:solidFill>
                  <a:srgbClr val="A6A6A6"/>
                </a:solidFill>
                <a:latin typeface="Arial" charset="0"/>
              </a:rPr>
              <a:t>/RobbDThompson                    @RobbThompson </a:t>
            </a:r>
          </a:p>
        </p:txBody>
      </p:sp>
      <p:sp>
        <p:nvSpPr>
          <p:cNvPr id="4" name="Text Box 3"/>
          <p:cNvSpPr txBox="1">
            <a:spLocks noChangeArrowheads="1"/>
          </p:cNvSpPr>
          <p:nvPr/>
        </p:nvSpPr>
        <p:spPr bwMode="auto">
          <a:xfrm>
            <a:off x="685800" y="4219575"/>
            <a:ext cx="8077200" cy="657225"/>
          </a:xfrm>
          <a:prstGeom prst="rect">
            <a:avLst/>
          </a:prstGeom>
          <a:noFill/>
          <a:ln w="9525">
            <a:noFill/>
            <a:miter lim="800000"/>
            <a:headEnd/>
            <a:tailEnd/>
          </a:ln>
          <a:effectLst>
            <a:outerShdw rotWithShape="0">
              <a:srgbClr val="808080">
                <a:alpha val="79999"/>
              </a:srgbClr>
            </a:outerShdw>
          </a:effectLst>
        </p:spPr>
        <p:txBody>
          <a:bodyPr anchor="ctr">
            <a:spAutoFit/>
          </a:bodyPr>
          <a:lstStyle/>
          <a:p>
            <a:pPr>
              <a:lnSpc>
                <a:spcPct val="90000"/>
              </a:lnSpc>
              <a:defRPr/>
            </a:pPr>
            <a:r>
              <a:rPr lang="fr-FR" sz="4000" b="1">
                <a:solidFill>
                  <a:srgbClr val="FFFF00"/>
                </a:solidFill>
                <a:latin typeface="Arial" charset="0"/>
              </a:rPr>
              <a:t>Matthieu </a:t>
            </a:r>
            <a:r>
              <a:rPr lang="en-US" sz="4000" b="1">
                <a:solidFill>
                  <a:srgbClr val="FFFF00"/>
                </a:solidFill>
                <a:latin typeface="Arial" charset="0"/>
              </a:rPr>
              <a:t>5:40-41</a:t>
            </a:r>
          </a:p>
        </p:txBody>
      </p:sp>
    </p:spTree>
  </p:cSld>
  <p:clrMapOvr>
    <a:masterClrMapping/>
  </p:clrMapOvr>
  <p:transition advClick="0">
    <p:dissolve/>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3"/>
          <p:cNvSpPr txBox="1">
            <a:spLocks noChangeArrowheads="1"/>
          </p:cNvSpPr>
          <p:nvPr/>
        </p:nvSpPr>
        <p:spPr bwMode="auto">
          <a:xfrm>
            <a:off x="609600" y="2324100"/>
            <a:ext cx="8229600" cy="1679575"/>
          </a:xfrm>
          <a:prstGeom prst="rect">
            <a:avLst/>
          </a:prstGeom>
          <a:noFill/>
          <a:ln w="9525">
            <a:noFill/>
            <a:miter lim="800000"/>
            <a:headEnd/>
            <a:tailEnd/>
          </a:ln>
          <a:effectLst>
            <a:outerShdw rotWithShape="0">
              <a:srgbClr val="808080">
                <a:alpha val="79999"/>
              </a:srgbClr>
            </a:outerShdw>
          </a:effectLst>
        </p:spPr>
        <p:txBody>
          <a:bodyPr anchor="ctr">
            <a:spAutoFit/>
          </a:bodyPr>
          <a:lstStyle/>
          <a:p>
            <a:pPr>
              <a:lnSpc>
                <a:spcPct val="90000"/>
              </a:lnSpc>
              <a:defRPr/>
            </a:pPr>
            <a:r>
              <a:rPr lang="fr-FR" sz="3800" b="1">
                <a:solidFill>
                  <a:schemeClr val="bg1"/>
                </a:solidFill>
                <a:latin typeface="Arial" charset="0"/>
              </a:rPr>
              <a:t>Si quelqu’un veut plaider contre toi, et prendre ta tunique, laisse-lui encore ton manteau. </a:t>
            </a:r>
          </a:p>
        </p:txBody>
      </p:sp>
      <p:sp>
        <p:nvSpPr>
          <p:cNvPr id="45059" name="Text Box 3"/>
          <p:cNvSpPr txBox="1">
            <a:spLocks noChangeArrowheads="1"/>
          </p:cNvSpPr>
          <p:nvPr/>
        </p:nvSpPr>
        <p:spPr bwMode="auto">
          <a:xfrm>
            <a:off x="533400" y="5962650"/>
            <a:ext cx="8305800" cy="458788"/>
          </a:xfrm>
          <a:prstGeom prst="rect">
            <a:avLst/>
          </a:prstGeom>
          <a:noFill/>
          <a:ln w="9525">
            <a:noFill/>
            <a:miter lim="800000"/>
            <a:headEnd/>
            <a:tailEnd/>
          </a:ln>
        </p:spPr>
        <p:txBody>
          <a:bodyPr anchor="ctr">
            <a:spAutoFit/>
          </a:bodyPr>
          <a:lstStyle/>
          <a:p>
            <a:pPr algn="ctr">
              <a:lnSpc>
                <a:spcPct val="90000"/>
              </a:lnSpc>
            </a:pPr>
            <a:r>
              <a:rPr lang="en-US" sz="2600">
                <a:solidFill>
                  <a:srgbClr val="A6A6A6"/>
                </a:solidFill>
                <a:latin typeface="Arial" charset="0"/>
              </a:rPr>
              <a:t>/RobbDThompson                    @RobbThompson </a:t>
            </a:r>
          </a:p>
        </p:txBody>
      </p:sp>
      <p:sp>
        <p:nvSpPr>
          <p:cNvPr id="4" name="Text Box 3"/>
          <p:cNvSpPr txBox="1">
            <a:spLocks noChangeArrowheads="1"/>
          </p:cNvSpPr>
          <p:nvPr/>
        </p:nvSpPr>
        <p:spPr bwMode="auto">
          <a:xfrm>
            <a:off x="533400" y="533400"/>
            <a:ext cx="8153400" cy="600075"/>
          </a:xfrm>
          <a:prstGeom prst="rect">
            <a:avLst/>
          </a:prstGeom>
          <a:noFill/>
          <a:ln w="9525">
            <a:noFill/>
            <a:miter lim="800000"/>
            <a:headEnd/>
            <a:tailEnd/>
          </a:ln>
          <a:effectLst>
            <a:outerShdw rotWithShape="0">
              <a:srgbClr val="808080">
                <a:alpha val="79999"/>
              </a:srgbClr>
            </a:outerShdw>
          </a:effectLst>
        </p:spPr>
        <p:txBody>
          <a:bodyPr>
            <a:spAutoFit/>
          </a:bodyPr>
          <a:lstStyle/>
          <a:p>
            <a:pPr algn="r">
              <a:lnSpc>
                <a:spcPct val="90000"/>
              </a:lnSpc>
              <a:defRPr/>
            </a:pPr>
            <a:r>
              <a:rPr lang="fr-FR" sz="3600" b="1">
                <a:solidFill>
                  <a:srgbClr val="FFFF00"/>
                </a:solidFill>
                <a:latin typeface="Arial" charset="0"/>
              </a:rPr>
              <a:t>Matthieu 5:40</a:t>
            </a:r>
          </a:p>
        </p:txBody>
      </p:sp>
    </p:spTree>
  </p:cSld>
  <p:clrMapOvr>
    <a:masterClrMapping/>
  </p:clrMapOvr>
  <p:transition advClick="0">
    <p:dissolve/>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3"/>
          <p:cNvSpPr txBox="1">
            <a:spLocks noChangeArrowheads="1"/>
          </p:cNvSpPr>
          <p:nvPr/>
        </p:nvSpPr>
        <p:spPr bwMode="auto">
          <a:xfrm>
            <a:off x="609600" y="2324100"/>
            <a:ext cx="8229600" cy="1154113"/>
          </a:xfrm>
          <a:prstGeom prst="rect">
            <a:avLst/>
          </a:prstGeom>
          <a:noFill/>
          <a:ln w="9525">
            <a:noFill/>
            <a:miter lim="800000"/>
            <a:headEnd/>
            <a:tailEnd/>
          </a:ln>
          <a:effectLst>
            <a:outerShdw rotWithShape="0">
              <a:srgbClr val="808080">
                <a:alpha val="79999"/>
              </a:srgbClr>
            </a:outerShdw>
          </a:effectLst>
        </p:spPr>
        <p:txBody>
          <a:bodyPr anchor="ctr">
            <a:spAutoFit/>
          </a:bodyPr>
          <a:lstStyle/>
          <a:p>
            <a:pPr>
              <a:lnSpc>
                <a:spcPct val="90000"/>
              </a:lnSpc>
              <a:defRPr/>
            </a:pPr>
            <a:r>
              <a:rPr lang="fr-FR" sz="3800" b="1">
                <a:solidFill>
                  <a:schemeClr val="bg1"/>
                </a:solidFill>
                <a:latin typeface="Arial" charset="0"/>
              </a:rPr>
              <a:t>Si quelqu’un te force à faire un mille, fais-en deux avec lui…</a:t>
            </a:r>
          </a:p>
        </p:txBody>
      </p:sp>
      <p:sp>
        <p:nvSpPr>
          <p:cNvPr id="46083" name="Text Box 3"/>
          <p:cNvSpPr txBox="1">
            <a:spLocks noChangeArrowheads="1"/>
          </p:cNvSpPr>
          <p:nvPr/>
        </p:nvSpPr>
        <p:spPr bwMode="auto">
          <a:xfrm>
            <a:off x="533400" y="5962650"/>
            <a:ext cx="8305800" cy="458788"/>
          </a:xfrm>
          <a:prstGeom prst="rect">
            <a:avLst/>
          </a:prstGeom>
          <a:noFill/>
          <a:ln w="9525">
            <a:noFill/>
            <a:miter lim="800000"/>
            <a:headEnd/>
            <a:tailEnd/>
          </a:ln>
        </p:spPr>
        <p:txBody>
          <a:bodyPr anchor="ctr">
            <a:spAutoFit/>
          </a:bodyPr>
          <a:lstStyle/>
          <a:p>
            <a:pPr algn="ctr">
              <a:lnSpc>
                <a:spcPct val="90000"/>
              </a:lnSpc>
            </a:pPr>
            <a:r>
              <a:rPr lang="en-US" sz="2600">
                <a:solidFill>
                  <a:srgbClr val="A6A6A6"/>
                </a:solidFill>
                <a:latin typeface="Arial" charset="0"/>
              </a:rPr>
              <a:t>/RobbDThompson                    @RobbThompson </a:t>
            </a:r>
          </a:p>
        </p:txBody>
      </p:sp>
      <p:sp>
        <p:nvSpPr>
          <p:cNvPr id="4" name="Text Box 3"/>
          <p:cNvSpPr txBox="1">
            <a:spLocks noChangeArrowheads="1"/>
          </p:cNvSpPr>
          <p:nvPr/>
        </p:nvSpPr>
        <p:spPr bwMode="auto">
          <a:xfrm>
            <a:off x="533400" y="533400"/>
            <a:ext cx="8153400" cy="600075"/>
          </a:xfrm>
          <a:prstGeom prst="rect">
            <a:avLst/>
          </a:prstGeom>
          <a:noFill/>
          <a:ln w="9525">
            <a:noFill/>
            <a:miter lim="800000"/>
            <a:headEnd/>
            <a:tailEnd/>
          </a:ln>
          <a:effectLst>
            <a:outerShdw rotWithShape="0">
              <a:srgbClr val="808080">
                <a:alpha val="79999"/>
              </a:srgbClr>
            </a:outerShdw>
          </a:effectLst>
        </p:spPr>
        <p:txBody>
          <a:bodyPr>
            <a:spAutoFit/>
          </a:bodyPr>
          <a:lstStyle/>
          <a:p>
            <a:pPr algn="r">
              <a:lnSpc>
                <a:spcPct val="90000"/>
              </a:lnSpc>
              <a:defRPr/>
            </a:pPr>
            <a:r>
              <a:rPr lang="fr-FR" sz="3600" b="1">
                <a:solidFill>
                  <a:srgbClr val="FFFF00"/>
                </a:solidFill>
                <a:latin typeface="Arial" charset="0"/>
              </a:rPr>
              <a:t>Matthieu 5:41</a:t>
            </a:r>
          </a:p>
        </p:txBody>
      </p:sp>
    </p:spTree>
  </p:cSld>
  <p:clrMapOvr>
    <a:masterClrMapping/>
  </p:clrMapOvr>
  <p:transition advClick="0">
    <p:dissolve/>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3"/>
          <p:cNvSpPr txBox="1">
            <a:spLocks noChangeArrowheads="1"/>
          </p:cNvSpPr>
          <p:nvPr/>
        </p:nvSpPr>
        <p:spPr bwMode="auto">
          <a:xfrm>
            <a:off x="685800" y="2147888"/>
            <a:ext cx="8229600" cy="1433512"/>
          </a:xfrm>
          <a:prstGeom prst="rect">
            <a:avLst/>
          </a:prstGeom>
          <a:noFill/>
          <a:ln w="9525">
            <a:noFill/>
            <a:miter lim="800000"/>
            <a:headEnd/>
            <a:tailEnd/>
          </a:ln>
          <a:effectLst>
            <a:outerShdw rotWithShape="0">
              <a:srgbClr val="808080">
                <a:alpha val="79999"/>
              </a:srgbClr>
            </a:outerShdw>
          </a:effectLst>
        </p:spPr>
        <p:txBody>
          <a:bodyPr>
            <a:spAutoFit/>
          </a:bodyPr>
          <a:lstStyle/>
          <a:p>
            <a:pPr>
              <a:lnSpc>
                <a:spcPct val="90000"/>
              </a:lnSpc>
              <a:defRPr/>
            </a:pPr>
            <a:r>
              <a:rPr lang="fr-FR" sz="4800" b="1">
                <a:solidFill>
                  <a:srgbClr val="FFFF00"/>
                </a:solidFill>
                <a:latin typeface="Arial" charset="0"/>
              </a:rPr>
              <a:t>Bien connaître </a:t>
            </a:r>
            <a:r>
              <a:rPr lang="fr-FR" sz="4800" b="1">
                <a:solidFill>
                  <a:schemeClr val="bg1"/>
                </a:solidFill>
                <a:latin typeface="Arial" charset="0"/>
              </a:rPr>
              <a:t>le travail apporte le pouvoir.</a:t>
            </a:r>
          </a:p>
        </p:txBody>
      </p:sp>
      <p:sp>
        <p:nvSpPr>
          <p:cNvPr id="47107" name="Text Box 3"/>
          <p:cNvSpPr txBox="1">
            <a:spLocks noChangeArrowheads="1"/>
          </p:cNvSpPr>
          <p:nvPr/>
        </p:nvSpPr>
        <p:spPr bwMode="auto">
          <a:xfrm>
            <a:off x="533400" y="5962650"/>
            <a:ext cx="8305800" cy="458788"/>
          </a:xfrm>
          <a:prstGeom prst="rect">
            <a:avLst/>
          </a:prstGeom>
          <a:noFill/>
          <a:ln w="9525">
            <a:noFill/>
            <a:miter lim="800000"/>
            <a:headEnd/>
            <a:tailEnd/>
          </a:ln>
        </p:spPr>
        <p:txBody>
          <a:bodyPr anchor="ctr">
            <a:spAutoFit/>
          </a:bodyPr>
          <a:lstStyle/>
          <a:p>
            <a:pPr algn="ctr">
              <a:lnSpc>
                <a:spcPct val="90000"/>
              </a:lnSpc>
            </a:pPr>
            <a:r>
              <a:rPr lang="en-US" sz="2600">
                <a:solidFill>
                  <a:srgbClr val="A6A6A6"/>
                </a:solidFill>
                <a:latin typeface="Arial" charset="0"/>
              </a:rPr>
              <a:t>/RobbDThompson                    @RobbThompson </a:t>
            </a:r>
          </a:p>
        </p:txBody>
      </p:sp>
    </p:spTree>
  </p:cSld>
  <p:clrMapOvr>
    <a:masterClrMapping/>
  </p:clrMapOvr>
  <p:transition advClick="0">
    <p:dissolve/>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3"/>
          <p:cNvSpPr txBox="1">
            <a:spLocks noChangeArrowheads="1"/>
          </p:cNvSpPr>
          <p:nvPr/>
        </p:nvSpPr>
        <p:spPr bwMode="auto">
          <a:xfrm>
            <a:off x="685800" y="2147888"/>
            <a:ext cx="8229600" cy="1322387"/>
          </a:xfrm>
          <a:prstGeom prst="rect">
            <a:avLst/>
          </a:prstGeom>
          <a:noFill/>
          <a:ln w="9525">
            <a:noFill/>
            <a:miter lim="800000"/>
            <a:headEnd/>
            <a:tailEnd/>
          </a:ln>
          <a:effectLst>
            <a:outerShdw rotWithShape="0">
              <a:srgbClr val="808080">
                <a:alpha val="79999"/>
              </a:srgbClr>
            </a:outerShdw>
          </a:effectLst>
        </p:spPr>
        <p:txBody>
          <a:bodyPr>
            <a:spAutoFit/>
          </a:bodyPr>
          <a:lstStyle/>
          <a:p>
            <a:pPr>
              <a:lnSpc>
                <a:spcPct val="90000"/>
              </a:lnSpc>
              <a:defRPr/>
            </a:pPr>
            <a:r>
              <a:rPr lang="fr-FR" sz="4400" b="1">
                <a:solidFill>
                  <a:schemeClr val="bg1"/>
                </a:solidFill>
                <a:latin typeface="Arial" charset="0"/>
              </a:rPr>
              <a:t>Quand tout est dit et fait…</a:t>
            </a:r>
          </a:p>
          <a:p>
            <a:pPr>
              <a:lnSpc>
                <a:spcPct val="90000"/>
              </a:lnSpc>
              <a:defRPr/>
            </a:pPr>
            <a:r>
              <a:rPr lang="fr-FR" sz="4400" b="1">
                <a:solidFill>
                  <a:srgbClr val="FFFF00"/>
                </a:solidFill>
                <a:latin typeface="Arial" charset="0"/>
              </a:rPr>
              <a:t>Cela est votre caractère…</a:t>
            </a:r>
          </a:p>
        </p:txBody>
      </p:sp>
      <p:sp>
        <p:nvSpPr>
          <p:cNvPr id="48131" name="Text Box 3"/>
          <p:cNvSpPr txBox="1">
            <a:spLocks noChangeArrowheads="1"/>
          </p:cNvSpPr>
          <p:nvPr/>
        </p:nvSpPr>
        <p:spPr bwMode="auto">
          <a:xfrm>
            <a:off x="533400" y="5962650"/>
            <a:ext cx="8305800" cy="458788"/>
          </a:xfrm>
          <a:prstGeom prst="rect">
            <a:avLst/>
          </a:prstGeom>
          <a:noFill/>
          <a:ln w="9525">
            <a:noFill/>
            <a:miter lim="800000"/>
            <a:headEnd/>
            <a:tailEnd/>
          </a:ln>
        </p:spPr>
        <p:txBody>
          <a:bodyPr anchor="ctr">
            <a:spAutoFit/>
          </a:bodyPr>
          <a:lstStyle/>
          <a:p>
            <a:pPr algn="ctr">
              <a:lnSpc>
                <a:spcPct val="90000"/>
              </a:lnSpc>
            </a:pPr>
            <a:r>
              <a:rPr lang="en-US" sz="2600">
                <a:solidFill>
                  <a:srgbClr val="A6A6A6"/>
                </a:solidFill>
                <a:latin typeface="Arial" charset="0"/>
              </a:rPr>
              <a:t>/RobbDThompson                    @RobbThompson </a:t>
            </a:r>
          </a:p>
        </p:txBody>
      </p:sp>
    </p:spTree>
  </p:cSld>
  <p:clrMapOvr>
    <a:masterClrMapping/>
  </p:clrMapOvr>
  <p:transition advClick="0">
    <p:dissolve/>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3"/>
          <p:cNvSpPr txBox="1">
            <a:spLocks noChangeArrowheads="1"/>
          </p:cNvSpPr>
          <p:nvPr/>
        </p:nvSpPr>
        <p:spPr bwMode="auto">
          <a:xfrm>
            <a:off x="457200" y="2193925"/>
            <a:ext cx="8229600" cy="1601788"/>
          </a:xfrm>
          <a:prstGeom prst="rect">
            <a:avLst/>
          </a:prstGeom>
          <a:noFill/>
          <a:ln w="9525">
            <a:noFill/>
            <a:miter lim="800000"/>
            <a:headEnd/>
            <a:tailEnd/>
          </a:ln>
          <a:effectLst>
            <a:outerShdw rotWithShape="0">
              <a:srgbClr val="808080">
                <a:alpha val="79999"/>
              </a:srgbClr>
            </a:outerShdw>
          </a:effectLst>
        </p:spPr>
        <p:txBody>
          <a:bodyPr>
            <a:spAutoFit/>
          </a:bodyPr>
          <a:lstStyle/>
          <a:p>
            <a:pPr algn="ctr">
              <a:lnSpc>
                <a:spcPct val="90000"/>
              </a:lnSpc>
              <a:defRPr/>
            </a:pPr>
            <a:r>
              <a:rPr lang="fr-FR" sz="5400" b="1">
                <a:solidFill>
                  <a:srgbClr val="FFFF00"/>
                </a:solidFill>
                <a:latin typeface="Arial" charset="0"/>
              </a:rPr>
              <a:t>Les caractéristiques</a:t>
            </a:r>
          </a:p>
          <a:p>
            <a:pPr algn="ctr">
              <a:lnSpc>
                <a:spcPct val="90000"/>
              </a:lnSpc>
              <a:defRPr/>
            </a:pPr>
            <a:r>
              <a:rPr lang="fr-FR" sz="5400" b="1">
                <a:solidFill>
                  <a:schemeClr val="bg1"/>
                </a:solidFill>
                <a:latin typeface="Arial" charset="0"/>
              </a:rPr>
              <a:t>d’un bon employé </a:t>
            </a:r>
            <a:endParaRPr lang="fr-FR" sz="5400" b="1">
              <a:solidFill>
                <a:srgbClr val="FFFF00"/>
              </a:solidFill>
              <a:latin typeface="Arial" charset="0"/>
            </a:endParaRPr>
          </a:p>
        </p:txBody>
      </p:sp>
      <p:sp>
        <p:nvSpPr>
          <p:cNvPr id="49155" name="Text Box 3"/>
          <p:cNvSpPr txBox="1">
            <a:spLocks noChangeArrowheads="1"/>
          </p:cNvSpPr>
          <p:nvPr/>
        </p:nvSpPr>
        <p:spPr bwMode="auto">
          <a:xfrm>
            <a:off x="533400" y="5962650"/>
            <a:ext cx="8305800" cy="458788"/>
          </a:xfrm>
          <a:prstGeom prst="rect">
            <a:avLst/>
          </a:prstGeom>
          <a:noFill/>
          <a:ln w="9525">
            <a:noFill/>
            <a:miter lim="800000"/>
            <a:headEnd/>
            <a:tailEnd/>
          </a:ln>
        </p:spPr>
        <p:txBody>
          <a:bodyPr anchor="ctr">
            <a:spAutoFit/>
          </a:bodyPr>
          <a:lstStyle/>
          <a:p>
            <a:pPr algn="ctr">
              <a:lnSpc>
                <a:spcPct val="90000"/>
              </a:lnSpc>
            </a:pPr>
            <a:r>
              <a:rPr lang="en-US" sz="2600">
                <a:solidFill>
                  <a:srgbClr val="A6A6A6"/>
                </a:solidFill>
                <a:latin typeface="Arial" charset="0"/>
              </a:rPr>
              <a:t>/RobbDThompson                    @RobbThompson </a:t>
            </a:r>
          </a:p>
        </p:txBody>
      </p:sp>
      <p:sp>
        <p:nvSpPr>
          <p:cNvPr id="49156" name="TextBox 3"/>
          <p:cNvSpPr txBox="1">
            <a:spLocks noChangeArrowheads="1"/>
          </p:cNvSpPr>
          <p:nvPr/>
        </p:nvSpPr>
        <p:spPr bwMode="auto">
          <a:xfrm>
            <a:off x="-558800" y="6845300"/>
            <a:ext cx="184150" cy="461963"/>
          </a:xfrm>
          <a:prstGeom prst="rect">
            <a:avLst/>
          </a:prstGeom>
          <a:noFill/>
          <a:ln w="9525">
            <a:noFill/>
            <a:miter lim="800000"/>
            <a:headEnd/>
            <a:tailEnd/>
          </a:ln>
        </p:spPr>
        <p:txBody>
          <a:bodyPr wrap="none">
            <a:spAutoFit/>
          </a:bodyPr>
          <a:lstStyle/>
          <a:p>
            <a:endParaRPr lang="fr-FR"/>
          </a:p>
        </p:txBody>
      </p:sp>
    </p:spTree>
  </p:cSld>
  <p:clrMapOvr>
    <a:masterClrMapping/>
  </p:clrMapOvr>
  <p:transition advClick="0">
    <p:dissolve/>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3"/>
          <p:cNvSpPr txBox="1">
            <a:spLocks noChangeArrowheads="1"/>
          </p:cNvSpPr>
          <p:nvPr/>
        </p:nvSpPr>
        <p:spPr bwMode="auto">
          <a:xfrm>
            <a:off x="609600" y="685800"/>
            <a:ext cx="8229600" cy="1765300"/>
          </a:xfrm>
          <a:prstGeom prst="rect">
            <a:avLst/>
          </a:prstGeom>
          <a:noFill/>
          <a:ln w="9525">
            <a:noFill/>
            <a:miter lim="800000"/>
            <a:headEnd/>
            <a:tailEnd/>
          </a:ln>
          <a:effectLst>
            <a:outerShdw rotWithShape="0">
              <a:srgbClr val="808080">
                <a:alpha val="79999"/>
              </a:srgbClr>
            </a:outerShdw>
          </a:effectLst>
        </p:spPr>
        <p:txBody>
          <a:bodyPr>
            <a:spAutoFit/>
          </a:bodyPr>
          <a:lstStyle/>
          <a:p>
            <a:pPr>
              <a:lnSpc>
                <a:spcPct val="90000"/>
              </a:lnSpc>
              <a:defRPr/>
            </a:pPr>
            <a:r>
              <a:rPr lang="fr-FR" sz="4000" b="1">
                <a:solidFill>
                  <a:srgbClr val="FFFF00"/>
                </a:solidFill>
                <a:latin typeface="Arial" charset="0"/>
              </a:rPr>
              <a:t>Travailleur :</a:t>
            </a:r>
          </a:p>
          <a:p>
            <a:pPr>
              <a:lnSpc>
                <a:spcPct val="90000"/>
              </a:lnSpc>
              <a:defRPr/>
            </a:pPr>
            <a:r>
              <a:rPr lang="fr-FR" sz="4000" b="1">
                <a:solidFill>
                  <a:schemeClr val="bg1"/>
                </a:solidFill>
                <a:latin typeface="Arial" charset="0"/>
              </a:rPr>
              <a:t>Donnez votre meilleur à ceux qui vous emploient…</a:t>
            </a:r>
          </a:p>
        </p:txBody>
      </p:sp>
      <p:sp>
        <p:nvSpPr>
          <p:cNvPr id="50179" name="Text Box 3"/>
          <p:cNvSpPr txBox="1">
            <a:spLocks noChangeArrowheads="1"/>
          </p:cNvSpPr>
          <p:nvPr/>
        </p:nvSpPr>
        <p:spPr bwMode="auto">
          <a:xfrm>
            <a:off x="533400" y="5962650"/>
            <a:ext cx="8305800" cy="458788"/>
          </a:xfrm>
          <a:prstGeom prst="rect">
            <a:avLst/>
          </a:prstGeom>
          <a:noFill/>
          <a:ln w="9525">
            <a:noFill/>
            <a:miter lim="800000"/>
            <a:headEnd/>
            <a:tailEnd/>
          </a:ln>
        </p:spPr>
        <p:txBody>
          <a:bodyPr anchor="ctr">
            <a:spAutoFit/>
          </a:bodyPr>
          <a:lstStyle/>
          <a:p>
            <a:pPr algn="ctr">
              <a:lnSpc>
                <a:spcPct val="90000"/>
              </a:lnSpc>
            </a:pPr>
            <a:r>
              <a:rPr lang="en-US" sz="2600">
                <a:solidFill>
                  <a:srgbClr val="A6A6A6"/>
                </a:solidFill>
                <a:latin typeface="Arial" charset="0"/>
              </a:rPr>
              <a:t>/RobbDThompson                    @RobbThompson </a:t>
            </a:r>
          </a:p>
        </p:txBody>
      </p:sp>
    </p:spTree>
  </p:cSld>
  <p:clrMapOvr>
    <a:masterClrMapping/>
  </p:clrMapOvr>
  <p:transition advClick="0">
    <p:dissolve/>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3"/>
          <p:cNvSpPr txBox="1">
            <a:spLocks noChangeArrowheads="1"/>
          </p:cNvSpPr>
          <p:nvPr/>
        </p:nvSpPr>
        <p:spPr bwMode="auto">
          <a:xfrm>
            <a:off x="609600" y="304800"/>
            <a:ext cx="8229600" cy="5087938"/>
          </a:xfrm>
          <a:prstGeom prst="rect">
            <a:avLst/>
          </a:prstGeom>
          <a:noFill/>
          <a:ln w="9525">
            <a:noFill/>
            <a:miter lim="800000"/>
            <a:headEnd/>
            <a:tailEnd/>
          </a:ln>
          <a:effectLst>
            <a:outerShdw rotWithShape="0">
              <a:srgbClr val="808080">
                <a:alpha val="79999"/>
              </a:srgbClr>
            </a:outerShdw>
          </a:effectLst>
        </p:spPr>
        <p:txBody>
          <a:bodyPr>
            <a:spAutoFit/>
          </a:bodyPr>
          <a:lstStyle/>
          <a:p>
            <a:pPr>
              <a:lnSpc>
                <a:spcPct val="90000"/>
              </a:lnSpc>
              <a:defRPr/>
            </a:pPr>
            <a:r>
              <a:rPr lang="fr-FR" sz="4000" b="1">
                <a:solidFill>
                  <a:srgbClr val="FFFF00"/>
                </a:solidFill>
                <a:latin typeface="Arial" charset="0"/>
              </a:rPr>
              <a:t>Ponctuel :</a:t>
            </a:r>
          </a:p>
          <a:p>
            <a:pPr>
              <a:lnSpc>
                <a:spcPct val="90000"/>
              </a:lnSpc>
              <a:defRPr/>
            </a:pPr>
            <a:r>
              <a:rPr lang="fr-FR" sz="4000" b="1">
                <a:solidFill>
                  <a:schemeClr val="bg1"/>
                </a:solidFill>
                <a:latin typeface="Arial" charset="0"/>
              </a:rPr>
              <a:t>Un employé doit toujours être à l’heure au travail. Etre en retard ne doit jamais devenir une habitude. Les employeurs sont sévères à l’encontre des retardataires. Les retards peuvent mener au licenciement d’une personne…</a:t>
            </a:r>
          </a:p>
        </p:txBody>
      </p:sp>
      <p:sp>
        <p:nvSpPr>
          <p:cNvPr id="51203" name="Text Box 3"/>
          <p:cNvSpPr txBox="1">
            <a:spLocks noChangeArrowheads="1"/>
          </p:cNvSpPr>
          <p:nvPr/>
        </p:nvSpPr>
        <p:spPr bwMode="auto">
          <a:xfrm>
            <a:off x="533400" y="5962650"/>
            <a:ext cx="8305800" cy="458788"/>
          </a:xfrm>
          <a:prstGeom prst="rect">
            <a:avLst/>
          </a:prstGeom>
          <a:noFill/>
          <a:ln w="9525">
            <a:noFill/>
            <a:miter lim="800000"/>
            <a:headEnd/>
            <a:tailEnd/>
          </a:ln>
        </p:spPr>
        <p:txBody>
          <a:bodyPr anchor="ctr">
            <a:spAutoFit/>
          </a:bodyPr>
          <a:lstStyle/>
          <a:p>
            <a:pPr algn="ctr">
              <a:lnSpc>
                <a:spcPct val="90000"/>
              </a:lnSpc>
            </a:pPr>
            <a:r>
              <a:rPr lang="en-US" sz="2600">
                <a:solidFill>
                  <a:srgbClr val="A6A6A6"/>
                </a:solidFill>
                <a:latin typeface="Arial" charset="0"/>
              </a:rPr>
              <a:t>/RobbDThompson                    @RobbThompson </a:t>
            </a:r>
          </a:p>
        </p:txBody>
      </p:sp>
    </p:spTree>
  </p:cSld>
  <p:clrMapOvr>
    <a:masterClrMapping/>
  </p:clrMapOvr>
  <p:transition advClick="0">
    <p:dissolve/>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3"/>
          <p:cNvSpPr txBox="1">
            <a:spLocks noChangeArrowheads="1"/>
          </p:cNvSpPr>
          <p:nvPr/>
        </p:nvSpPr>
        <p:spPr bwMode="auto">
          <a:xfrm>
            <a:off x="609600" y="685800"/>
            <a:ext cx="8229600" cy="3425825"/>
          </a:xfrm>
          <a:prstGeom prst="rect">
            <a:avLst/>
          </a:prstGeom>
          <a:noFill/>
          <a:ln w="9525">
            <a:noFill/>
            <a:miter lim="800000"/>
            <a:headEnd/>
            <a:tailEnd/>
          </a:ln>
          <a:effectLst>
            <a:outerShdw rotWithShape="0">
              <a:srgbClr val="808080">
                <a:alpha val="79999"/>
              </a:srgbClr>
            </a:outerShdw>
          </a:effectLst>
        </p:spPr>
        <p:txBody>
          <a:bodyPr>
            <a:spAutoFit/>
          </a:bodyPr>
          <a:lstStyle/>
          <a:p>
            <a:pPr>
              <a:lnSpc>
                <a:spcPct val="90000"/>
              </a:lnSpc>
              <a:defRPr/>
            </a:pPr>
            <a:r>
              <a:rPr lang="fr-FR" sz="4000" b="1">
                <a:solidFill>
                  <a:srgbClr val="FFFF00"/>
                </a:solidFill>
                <a:latin typeface="Arial" charset="0"/>
              </a:rPr>
              <a:t>Être présentable :</a:t>
            </a:r>
          </a:p>
          <a:p>
            <a:pPr>
              <a:lnSpc>
                <a:spcPct val="90000"/>
              </a:lnSpc>
              <a:defRPr/>
            </a:pPr>
            <a:r>
              <a:rPr lang="fr-FR" sz="4000" b="1">
                <a:solidFill>
                  <a:schemeClr val="bg1"/>
                </a:solidFill>
                <a:latin typeface="Arial" charset="0"/>
              </a:rPr>
              <a:t>Un employé doit toujours être élégant et avoir fière allure pour vraiment se démarquer des autres.</a:t>
            </a:r>
          </a:p>
          <a:p>
            <a:pPr>
              <a:lnSpc>
                <a:spcPct val="90000"/>
              </a:lnSpc>
              <a:defRPr/>
            </a:pPr>
            <a:r>
              <a:rPr lang="fr-FR" sz="4000" b="1">
                <a:solidFill>
                  <a:schemeClr val="bg1"/>
                </a:solidFill>
                <a:latin typeface="Arial" charset="0"/>
              </a:rPr>
              <a:t>Soyez toujours élégant.</a:t>
            </a:r>
          </a:p>
        </p:txBody>
      </p:sp>
      <p:sp>
        <p:nvSpPr>
          <p:cNvPr id="52227" name="Text Box 3"/>
          <p:cNvSpPr txBox="1">
            <a:spLocks noChangeArrowheads="1"/>
          </p:cNvSpPr>
          <p:nvPr/>
        </p:nvSpPr>
        <p:spPr bwMode="auto">
          <a:xfrm>
            <a:off x="533400" y="5962650"/>
            <a:ext cx="8305800" cy="458788"/>
          </a:xfrm>
          <a:prstGeom prst="rect">
            <a:avLst/>
          </a:prstGeom>
          <a:noFill/>
          <a:ln w="9525">
            <a:noFill/>
            <a:miter lim="800000"/>
            <a:headEnd/>
            <a:tailEnd/>
          </a:ln>
        </p:spPr>
        <p:txBody>
          <a:bodyPr anchor="ctr">
            <a:spAutoFit/>
          </a:bodyPr>
          <a:lstStyle/>
          <a:p>
            <a:pPr algn="ctr">
              <a:lnSpc>
                <a:spcPct val="90000"/>
              </a:lnSpc>
            </a:pPr>
            <a:r>
              <a:rPr lang="en-US" sz="2600">
                <a:solidFill>
                  <a:srgbClr val="A6A6A6"/>
                </a:solidFill>
                <a:latin typeface="Arial" charset="0"/>
              </a:rPr>
              <a:t>/RobbDThompson                    @RobbThompson </a:t>
            </a:r>
          </a:p>
        </p:txBody>
      </p:sp>
    </p:spTree>
  </p:cSld>
  <p:clrMapOvr>
    <a:masterClrMapping/>
  </p:clrMapOvr>
  <p:transition advClick="0">
    <p:dissolve/>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3"/>
          <p:cNvSpPr txBox="1">
            <a:spLocks noChangeArrowheads="1"/>
          </p:cNvSpPr>
          <p:nvPr/>
        </p:nvSpPr>
        <p:spPr bwMode="auto">
          <a:xfrm>
            <a:off x="609600" y="685800"/>
            <a:ext cx="8229600" cy="4533900"/>
          </a:xfrm>
          <a:prstGeom prst="rect">
            <a:avLst/>
          </a:prstGeom>
          <a:noFill/>
          <a:ln w="9525">
            <a:noFill/>
            <a:miter lim="800000"/>
            <a:headEnd/>
            <a:tailEnd/>
          </a:ln>
          <a:effectLst>
            <a:outerShdw rotWithShape="0">
              <a:srgbClr val="808080">
                <a:alpha val="79999"/>
              </a:srgbClr>
            </a:outerShdw>
          </a:effectLst>
        </p:spPr>
        <p:txBody>
          <a:bodyPr>
            <a:spAutoFit/>
          </a:bodyPr>
          <a:lstStyle/>
          <a:p>
            <a:pPr>
              <a:lnSpc>
                <a:spcPct val="90000"/>
              </a:lnSpc>
              <a:defRPr/>
            </a:pPr>
            <a:r>
              <a:rPr lang="fr-FR" sz="4000" b="1">
                <a:solidFill>
                  <a:srgbClr val="FFFF00"/>
                </a:solidFill>
                <a:latin typeface="Arial" charset="0"/>
              </a:rPr>
              <a:t>Coopère :</a:t>
            </a:r>
          </a:p>
          <a:p>
            <a:pPr>
              <a:lnSpc>
                <a:spcPct val="90000"/>
              </a:lnSpc>
              <a:defRPr/>
            </a:pPr>
            <a:r>
              <a:rPr lang="fr-FR" sz="4000" b="1">
                <a:solidFill>
                  <a:schemeClr val="bg1"/>
                </a:solidFill>
                <a:latin typeface="Arial" charset="0"/>
              </a:rPr>
              <a:t>Un employé doit coopérer aux activités proposées par l’entreprise. Ne vous isolez pas de vos collègues, amusez-vous, appréciez leur compagnie, car ils pourraient vous apporter leur aide au moment venu…  </a:t>
            </a:r>
          </a:p>
        </p:txBody>
      </p:sp>
      <p:sp>
        <p:nvSpPr>
          <p:cNvPr id="53251" name="Text Box 3"/>
          <p:cNvSpPr txBox="1">
            <a:spLocks noChangeArrowheads="1"/>
          </p:cNvSpPr>
          <p:nvPr/>
        </p:nvSpPr>
        <p:spPr bwMode="auto">
          <a:xfrm>
            <a:off x="533400" y="5962650"/>
            <a:ext cx="8305800" cy="458788"/>
          </a:xfrm>
          <a:prstGeom prst="rect">
            <a:avLst/>
          </a:prstGeom>
          <a:noFill/>
          <a:ln w="9525">
            <a:noFill/>
            <a:miter lim="800000"/>
            <a:headEnd/>
            <a:tailEnd/>
          </a:ln>
        </p:spPr>
        <p:txBody>
          <a:bodyPr anchor="ctr">
            <a:spAutoFit/>
          </a:bodyPr>
          <a:lstStyle/>
          <a:p>
            <a:pPr algn="ctr">
              <a:lnSpc>
                <a:spcPct val="90000"/>
              </a:lnSpc>
            </a:pPr>
            <a:r>
              <a:rPr lang="en-US" sz="2600">
                <a:solidFill>
                  <a:srgbClr val="A6A6A6"/>
                </a:solidFill>
                <a:latin typeface="Arial" charset="0"/>
              </a:rPr>
              <a:t>/RobbDThompson                    @RobbThompson </a:t>
            </a:r>
          </a:p>
        </p:txBody>
      </p:sp>
    </p:spTree>
  </p:cSld>
  <p:clrMapOvr>
    <a:masterClrMapping/>
  </p:clrMapOvr>
  <p:transition advClick="0">
    <p:dissolve/>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3"/>
          <p:cNvSpPr txBox="1">
            <a:spLocks noChangeArrowheads="1"/>
          </p:cNvSpPr>
          <p:nvPr/>
        </p:nvSpPr>
        <p:spPr bwMode="auto">
          <a:xfrm>
            <a:off x="609600" y="0"/>
            <a:ext cx="8229600" cy="5641975"/>
          </a:xfrm>
          <a:prstGeom prst="rect">
            <a:avLst/>
          </a:prstGeom>
          <a:noFill/>
          <a:ln w="9525">
            <a:noFill/>
            <a:miter lim="800000"/>
            <a:headEnd/>
            <a:tailEnd/>
          </a:ln>
          <a:effectLst>
            <a:outerShdw rotWithShape="0">
              <a:srgbClr val="808080">
                <a:alpha val="79999"/>
              </a:srgbClr>
            </a:outerShdw>
          </a:effectLst>
        </p:spPr>
        <p:txBody>
          <a:bodyPr>
            <a:spAutoFit/>
          </a:bodyPr>
          <a:lstStyle/>
          <a:p>
            <a:pPr>
              <a:lnSpc>
                <a:spcPct val="90000"/>
              </a:lnSpc>
              <a:defRPr/>
            </a:pPr>
            <a:r>
              <a:rPr lang="fr-FR" sz="4000" b="1">
                <a:solidFill>
                  <a:srgbClr val="FFFF00"/>
                </a:solidFill>
                <a:latin typeface="Arial" charset="0"/>
              </a:rPr>
              <a:t>Est digne de confiance :</a:t>
            </a:r>
          </a:p>
          <a:p>
            <a:pPr>
              <a:lnSpc>
                <a:spcPct val="90000"/>
              </a:lnSpc>
              <a:defRPr/>
            </a:pPr>
            <a:r>
              <a:rPr lang="fr-FR" sz="4000" b="1">
                <a:solidFill>
                  <a:schemeClr val="bg1"/>
                </a:solidFill>
                <a:latin typeface="Arial" charset="0"/>
              </a:rPr>
              <a:t>Un employé doit toujours être digne de confiance et loyal. Vous devez suivre les règles de confidentialité au sein de votre entreprise : tout fichier, tout document que vous avez consultés ou dont vous avez entendu parler doit rester confidentiel.</a:t>
            </a:r>
          </a:p>
        </p:txBody>
      </p:sp>
      <p:sp>
        <p:nvSpPr>
          <p:cNvPr id="54275" name="Text Box 3"/>
          <p:cNvSpPr txBox="1">
            <a:spLocks noChangeArrowheads="1"/>
          </p:cNvSpPr>
          <p:nvPr/>
        </p:nvSpPr>
        <p:spPr bwMode="auto">
          <a:xfrm>
            <a:off x="533400" y="5962650"/>
            <a:ext cx="8305800" cy="458788"/>
          </a:xfrm>
          <a:prstGeom prst="rect">
            <a:avLst/>
          </a:prstGeom>
          <a:noFill/>
          <a:ln w="9525">
            <a:noFill/>
            <a:miter lim="800000"/>
            <a:headEnd/>
            <a:tailEnd/>
          </a:ln>
        </p:spPr>
        <p:txBody>
          <a:bodyPr anchor="ctr">
            <a:spAutoFit/>
          </a:bodyPr>
          <a:lstStyle/>
          <a:p>
            <a:pPr algn="ctr">
              <a:lnSpc>
                <a:spcPct val="90000"/>
              </a:lnSpc>
            </a:pPr>
            <a:r>
              <a:rPr lang="en-US" sz="2600">
                <a:solidFill>
                  <a:srgbClr val="A6A6A6"/>
                </a:solidFill>
                <a:latin typeface="Arial" charset="0"/>
              </a:rPr>
              <a:t>/RobbDThompson                    @RobbThompson </a:t>
            </a:r>
          </a:p>
        </p:txBody>
      </p:sp>
    </p:spTree>
  </p:cSld>
  <p:clrMapOvr>
    <a:masterClrMapping/>
  </p:clrMapOvr>
  <p:transition advClick="0">
    <p:dissolve/>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3"/>
          <p:cNvSpPr txBox="1">
            <a:spLocks noChangeArrowheads="1"/>
          </p:cNvSpPr>
          <p:nvPr/>
        </p:nvSpPr>
        <p:spPr bwMode="auto">
          <a:xfrm>
            <a:off x="609600" y="685800"/>
            <a:ext cx="8229600" cy="2871788"/>
          </a:xfrm>
          <a:prstGeom prst="rect">
            <a:avLst/>
          </a:prstGeom>
          <a:noFill/>
          <a:ln w="9525">
            <a:noFill/>
            <a:miter lim="800000"/>
            <a:headEnd/>
            <a:tailEnd/>
          </a:ln>
          <a:effectLst>
            <a:outerShdw rotWithShape="0">
              <a:srgbClr val="808080">
                <a:alpha val="79999"/>
              </a:srgbClr>
            </a:outerShdw>
          </a:effectLst>
        </p:spPr>
        <p:txBody>
          <a:bodyPr>
            <a:spAutoFit/>
          </a:bodyPr>
          <a:lstStyle/>
          <a:p>
            <a:pPr>
              <a:lnSpc>
                <a:spcPct val="90000"/>
              </a:lnSpc>
              <a:defRPr/>
            </a:pPr>
            <a:r>
              <a:rPr lang="fr-FR" sz="4000" b="1">
                <a:solidFill>
                  <a:srgbClr val="FFFF00"/>
                </a:solidFill>
                <a:latin typeface="Arial" charset="0"/>
              </a:rPr>
              <a:t>Travaille en équipe :</a:t>
            </a:r>
          </a:p>
          <a:p>
            <a:pPr>
              <a:lnSpc>
                <a:spcPct val="90000"/>
              </a:lnSpc>
              <a:defRPr/>
            </a:pPr>
            <a:r>
              <a:rPr lang="fr-FR" sz="4000" b="1">
                <a:solidFill>
                  <a:schemeClr val="bg1"/>
                </a:solidFill>
                <a:latin typeface="Arial" charset="0"/>
              </a:rPr>
              <a:t>Soyez impliqué… Coopérez… Donnez des idées et travaillez dur pour que les idées des autres se concrétisent… </a:t>
            </a:r>
          </a:p>
        </p:txBody>
      </p:sp>
      <p:sp>
        <p:nvSpPr>
          <p:cNvPr id="55299" name="Text Box 3"/>
          <p:cNvSpPr txBox="1">
            <a:spLocks noChangeArrowheads="1"/>
          </p:cNvSpPr>
          <p:nvPr/>
        </p:nvSpPr>
        <p:spPr bwMode="auto">
          <a:xfrm>
            <a:off x="533400" y="5962650"/>
            <a:ext cx="8305800" cy="458788"/>
          </a:xfrm>
          <a:prstGeom prst="rect">
            <a:avLst/>
          </a:prstGeom>
          <a:noFill/>
          <a:ln w="9525">
            <a:noFill/>
            <a:miter lim="800000"/>
            <a:headEnd/>
            <a:tailEnd/>
          </a:ln>
        </p:spPr>
        <p:txBody>
          <a:bodyPr anchor="ctr">
            <a:spAutoFit/>
          </a:bodyPr>
          <a:lstStyle/>
          <a:p>
            <a:pPr algn="ctr">
              <a:lnSpc>
                <a:spcPct val="90000"/>
              </a:lnSpc>
            </a:pPr>
            <a:r>
              <a:rPr lang="en-US" sz="2600">
                <a:solidFill>
                  <a:srgbClr val="A6A6A6"/>
                </a:solidFill>
                <a:latin typeface="Arial" charset="0"/>
              </a:rPr>
              <a:t>/RobbDThompson                    @RobbThompson </a:t>
            </a:r>
          </a:p>
        </p:txBody>
      </p:sp>
    </p:spTree>
  </p:cSld>
  <p:clrMapOvr>
    <a:masterClrMapping/>
  </p:clrMapOvr>
  <p:transition advClick="0">
    <p:dissolve/>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3"/>
          <p:cNvSpPr txBox="1">
            <a:spLocks noChangeArrowheads="1"/>
          </p:cNvSpPr>
          <p:nvPr/>
        </p:nvSpPr>
        <p:spPr bwMode="auto">
          <a:xfrm>
            <a:off x="609600" y="685800"/>
            <a:ext cx="8229600" cy="3425825"/>
          </a:xfrm>
          <a:prstGeom prst="rect">
            <a:avLst/>
          </a:prstGeom>
          <a:noFill/>
          <a:ln w="9525">
            <a:noFill/>
            <a:miter lim="800000"/>
            <a:headEnd/>
            <a:tailEnd/>
          </a:ln>
          <a:effectLst>
            <a:outerShdw rotWithShape="0">
              <a:srgbClr val="808080">
                <a:alpha val="79999"/>
              </a:srgbClr>
            </a:outerShdw>
          </a:effectLst>
        </p:spPr>
        <p:txBody>
          <a:bodyPr>
            <a:spAutoFit/>
          </a:bodyPr>
          <a:lstStyle/>
          <a:p>
            <a:pPr>
              <a:lnSpc>
                <a:spcPct val="90000"/>
              </a:lnSpc>
              <a:defRPr/>
            </a:pPr>
            <a:r>
              <a:rPr lang="fr-FR" sz="4000" b="1">
                <a:solidFill>
                  <a:srgbClr val="FFFF00"/>
                </a:solidFill>
                <a:latin typeface="Arial" charset="0"/>
              </a:rPr>
              <a:t>Occupez-vous de vos affaires :</a:t>
            </a:r>
          </a:p>
          <a:p>
            <a:pPr>
              <a:lnSpc>
                <a:spcPct val="90000"/>
              </a:lnSpc>
              <a:defRPr/>
            </a:pPr>
            <a:r>
              <a:rPr lang="fr-FR" sz="4000" b="1">
                <a:solidFill>
                  <a:schemeClr val="bg1"/>
                </a:solidFill>
                <a:latin typeface="Arial" charset="0"/>
              </a:rPr>
              <a:t>Occupez-vous de votre travail et non pas de la vie privée de vos collègues. Restez occupé à vos tâches pour éviter les problèmes.</a:t>
            </a:r>
          </a:p>
        </p:txBody>
      </p:sp>
      <p:sp>
        <p:nvSpPr>
          <p:cNvPr id="56323" name="Text Box 3"/>
          <p:cNvSpPr txBox="1">
            <a:spLocks noChangeArrowheads="1"/>
          </p:cNvSpPr>
          <p:nvPr/>
        </p:nvSpPr>
        <p:spPr bwMode="auto">
          <a:xfrm>
            <a:off x="533400" y="5962650"/>
            <a:ext cx="8305800" cy="458788"/>
          </a:xfrm>
          <a:prstGeom prst="rect">
            <a:avLst/>
          </a:prstGeom>
          <a:noFill/>
          <a:ln w="9525">
            <a:noFill/>
            <a:miter lim="800000"/>
            <a:headEnd/>
            <a:tailEnd/>
          </a:ln>
        </p:spPr>
        <p:txBody>
          <a:bodyPr anchor="ctr">
            <a:spAutoFit/>
          </a:bodyPr>
          <a:lstStyle/>
          <a:p>
            <a:pPr algn="ctr">
              <a:lnSpc>
                <a:spcPct val="90000"/>
              </a:lnSpc>
            </a:pPr>
            <a:r>
              <a:rPr lang="en-US" sz="2600">
                <a:solidFill>
                  <a:srgbClr val="A6A6A6"/>
                </a:solidFill>
                <a:latin typeface="Arial" charset="0"/>
              </a:rPr>
              <a:t>/RobbDThompson                    @RobbThompson </a:t>
            </a:r>
          </a:p>
        </p:txBody>
      </p:sp>
    </p:spTree>
  </p:cSld>
  <p:clrMapOvr>
    <a:masterClrMapping/>
  </p:clrMapOvr>
  <p:transition advClick="0">
    <p:dissolve/>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3"/>
          <p:cNvSpPr txBox="1">
            <a:spLocks noChangeArrowheads="1"/>
          </p:cNvSpPr>
          <p:nvPr/>
        </p:nvSpPr>
        <p:spPr bwMode="auto">
          <a:xfrm>
            <a:off x="609600" y="685800"/>
            <a:ext cx="8229600" cy="2319338"/>
          </a:xfrm>
          <a:prstGeom prst="rect">
            <a:avLst/>
          </a:prstGeom>
          <a:noFill/>
          <a:ln w="9525">
            <a:noFill/>
            <a:miter lim="800000"/>
            <a:headEnd/>
            <a:tailEnd/>
          </a:ln>
          <a:effectLst>
            <a:outerShdw rotWithShape="0">
              <a:srgbClr val="808080">
                <a:alpha val="79999"/>
              </a:srgbClr>
            </a:outerShdw>
          </a:effectLst>
        </p:spPr>
        <p:txBody>
          <a:bodyPr>
            <a:spAutoFit/>
          </a:bodyPr>
          <a:lstStyle/>
          <a:p>
            <a:pPr>
              <a:lnSpc>
                <a:spcPct val="90000"/>
              </a:lnSpc>
              <a:defRPr/>
            </a:pPr>
            <a:r>
              <a:rPr lang="fr-FR" sz="4000" b="1">
                <a:solidFill>
                  <a:srgbClr val="FFFF00"/>
                </a:solidFill>
                <a:latin typeface="Arial" charset="0"/>
              </a:rPr>
              <a:t>Inspire les autres :</a:t>
            </a:r>
          </a:p>
          <a:p>
            <a:pPr>
              <a:lnSpc>
                <a:spcPct val="90000"/>
              </a:lnSpc>
              <a:defRPr/>
            </a:pPr>
            <a:r>
              <a:rPr lang="fr-FR" sz="4000" b="1">
                <a:solidFill>
                  <a:schemeClr val="bg1"/>
                </a:solidFill>
                <a:latin typeface="Arial" charset="0"/>
              </a:rPr>
              <a:t>Soyez travailleur, humble, prêt à aider vos collègues lorsqu’ils en ont besoin.</a:t>
            </a:r>
          </a:p>
        </p:txBody>
      </p:sp>
      <p:sp>
        <p:nvSpPr>
          <p:cNvPr id="57347" name="Text Box 3"/>
          <p:cNvSpPr txBox="1">
            <a:spLocks noChangeArrowheads="1"/>
          </p:cNvSpPr>
          <p:nvPr/>
        </p:nvSpPr>
        <p:spPr bwMode="auto">
          <a:xfrm>
            <a:off x="533400" y="5962650"/>
            <a:ext cx="8305800" cy="458788"/>
          </a:xfrm>
          <a:prstGeom prst="rect">
            <a:avLst/>
          </a:prstGeom>
          <a:noFill/>
          <a:ln w="9525">
            <a:noFill/>
            <a:miter lim="800000"/>
            <a:headEnd/>
            <a:tailEnd/>
          </a:ln>
        </p:spPr>
        <p:txBody>
          <a:bodyPr anchor="ctr">
            <a:spAutoFit/>
          </a:bodyPr>
          <a:lstStyle/>
          <a:p>
            <a:pPr algn="ctr">
              <a:lnSpc>
                <a:spcPct val="90000"/>
              </a:lnSpc>
            </a:pPr>
            <a:r>
              <a:rPr lang="en-US" sz="2600">
                <a:solidFill>
                  <a:srgbClr val="A6A6A6"/>
                </a:solidFill>
                <a:latin typeface="Arial" charset="0"/>
              </a:rPr>
              <a:t>/RobbDThompson                    @RobbThompson </a:t>
            </a:r>
          </a:p>
        </p:txBody>
      </p:sp>
    </p:spTree>
  </p:cSld>
  <p:clrMapOvr>
    <a:masterClrMapping/>
  </p:clrMapOvr>
  <p:transition advClick="0">
    <p:dissolve/>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3"/>
          <p:cNvSpPr txBox="1">
            <a:spLocks noChangeArrowheads="1"/>
          </p:cNvSpPr>
          <p:nvPr/>
        </p:nvSpPr>
        <p:spPr bwMode="auto">
          <a:xfrm>
            <a:off x="685800" y="1600200"/>
            <a:ext cx="8229600" cy="1931988"/>
          </a:xfrm>
          <a:prstGeom prst="rect">
            <a:avLst/>
          </a:prstGeom>
          <a:noFill/>
          <a:ln w="9525">
            <a:noFill/>
            <a:miter lim="800000"/>
            <a:headEnd/>
            <a:tailEnd/>
          </a:ln>
          <a:effectLst>
            <a:outerShdw rotWithShape="0">
              <a:srgbClr val="808080">
                <a:alpha val="79999"/>
              </a:srgbClr>
            </a:outerShdw>
          </a:effectLst>
        </p:spPr>
        <p:txBody>
          <a:bodyPr>
            <a:spAutoFit/>
          </a:bodyPr>
          <a:lstStyle/>
          <a:p>
            <a:pPr>
              <a:lnSpc>
                <a:spcPct val="90000"/>
              </a:lnSpc>
              <a:defRPr/>
            </a:pPr>
            <a:r>
              <a:rPr lang="fr-FR" sz="4400" b="1">
                <a:solidFill>
                  <a:schemeClr val="bg1"/>
                </a:solidFill>
                <a:latin typeface="Arial" charset="0"/>
              </a:rPr>
              <a:t>Le secret pour avoir du succès dans n’importe quel travail :</a:t>
            </a:r>
          </a:p>
        </p:txBody>
      </p:sp>
      <p:sp>
        <p:nvSpPr>
          <p:cNvPr id="58371" name="Text Box 3"/>
          <p:cNvSpPr txBox="1">
            <a:spLocks noChangeArrowheads="1"/>
          </p:cNvSpPr>
          <p:nvPr/>
        </p:nvSpPr>
        <p:spPr bwMode="auto">
          <a:xfrm>
            <a:off x="533400" y="5962650"/>
            <a:ext cx="8305800" cy="458788"/>
          </a:xfrm>
          <a:prstGeom prst="rect">
            <a:avLst/>
          </a:prstGeom>
          <a:noFill/>
          <a:ln w="9525">
            <a:noFill/>
            <a:miter lim="800000"/>
            <a:headEnd/>
            <a:tailEnd/>
          </a:ln>
        </p:spPr>
        <p:txBody>
          <a:bodyPr anchor="ctr">
            <a:spAutoFit/>
          </a:bodyPr>
          <a:lstStyle/>
          <a:p>
            <a:pPr algn="ctr">
              <a:lnSpc>
                <a:spcPct val="90000"/>
              </a:lnSpc>
            </a:pPr>
            <a:r>
              <a:rPr lang="en-US" sz="2600">
                <a:solidFill>
                  <a:srgbClr val="A6A6A6"/>
                </a:solidFill>
                <a:latin typeface="Arial" charset="0"/>
              </a:rPr>
              <a:t>/RobbDThompson                    @RobbThompson </a:t>
            </a:r>
          </a:p>
        </p:txBody>
      </p:sp>
    </p:spTree>
  </p:cSld>
  <p:clrMapOvr>
    <a:masterClrMapping/>
  </p:clrMapOvr>
  <p:transition advClick="0">
    <p:dissolve/>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3"/>
          <p:cNvSpPr txBox="1">
            <a:spLocks noChangeArrowheads="1"/>
          </p:cNvSpPr>
          <p:nvPr/>
        </p:nvSpPr>
        <p:spPr bwMode="auto">
          <a:xfrm>
            <a:off x="685800" y="990600"/>
            <a:ext cx="8229600" cy="3760788"/>
          </a:xfrm>
          <a:prstGeom prst="rect">
            <a:avLst/>
          </a:prstGeom>
          <a:noFill/>
          <a:ln w="9525">
            <a:noFill/>
            <a:miter lim="800000"/>
            <a:headEnd/>
            <a:tailEnd/>
          </a:ln>
          <a:effectLst>
            <a:outerShdw rotWithShape="0">
              <a:srgbClr val="808080">
                <a:alpha val="79999"/>
              </a:srgbClr>
            </a:outerShdw>
          </a:effectLst>
        </p:spPr>
        <p:txBody>
          <a:bodyPr>
            <a:spAutoFit/>
          </a:bodyPr>
          <a:lstStyle/>
          <a:p>
            <a:pPr>
              <a:lnSpc>
                <a:spcPct val="90000"/>
              </a:lnSpc>
              <a:defRPr/>
            </a:pPr>
            <a:r>
              <a:rPr lang="fr-FR" sz="4400" b="1">
                <a:solidFill>
                  <a:schemeClr val="bg1"/>
                </a:solidFill>
                <a:latin typeface="Arial" charset="0"/>
              </a:rPr>
              <a:t>Le secret pour avoir du succès dans n’importe quel travail :</a:t>
            </a:r>
          </a:p>
          <a:p>
            <a:pPr>
              <a:lnSpc>
                <a:spcPct val="90000"/>
              </a:lnSpc>
              <a:defRPr/>
            </a:pPr>
            <a:r>
              <a:rPr lang="fr-FR" sz="4400" b="1">
                <a:solidFill>
                  <a:srgbClr val="FFFF00"/>
                </a:solidFill>
                <a:latin typeface="Arial" charset="0"/>
              </a:rPr>
              <a:t>Devenez le meilleur employé que votre entreprise n’ait jamais recruté !</a:t>
            </a:r>
          </a:p>
        </p:txBody>
      </p:sp>
      <p:sp>
        <p:nvSpPr>
          <p:cNvPr id="59395" name="Text Box 3"/>
          <p:cNvSpPr txBox="1">
            <a:spLocks noChangeArrowheads="1"/>
          </p:cNvSpPr>
          <p:nvPr/>
        </p:nvSpPr>
        <p:spPr bwMode="auto">
          <a:xfrm>
            <a:off x="533400" y="5962650"/>
            <a:ext cx="8305800" cy="458788"/>
          </a:xfrm>
          <a:prstGeom prst="rect">
            <a:avLst/>
          </a:prstGeom>
          <a:noFill/>
          <a:ln w="9525">
            <a:noFill/>
            <a:miter lim="800000"/>
            <a:headEnd/>
            <a:tailEnd/>
          </a:ln>
        </p:spPr>
        <p:txBody>
          <a:bodyPr anchor="ctr">
            <a:spAutoFit/>
          </a:bodyPr>
          <a:lstStyle/>
          <a:p>
            <a:pPr algn="ctr">
              <a:lnSpc>
                <a:spcPct val="90000"/>
              </a:lnSpc>
            </a:pPr>
            <a:r>
              <a:rPr lang="en-US" sz="2600">
                <a:solidFill>
                  <a:srgbClr val="A6A6A6"/>
                </a:solidFill>
                <a:latin typeface="Arial" charset="0"/>
              </a:rPr>
              <a:t>/RobbDThompson                    @RobbThompson </a:t>
            </a:r>
          </a:p>
        </p:txBody>
      </p:sp>
    </p:spTree>
  </p:cSld>
  <p:clrMapOvr>
    <a:masterClrMapping/>
  </p:clrMapOvr>
  <p:transition advClick="0">
    <p:dissolve/>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4"/>
          <p:cNvSpPr>
            <a:spLocks noChangeArrowheads="1"/>
          </p:cNvSpPr>
          <p:nvPr/>
        </p:nvSpPr>
        <p:spPr bwMode="auto">
          <a:xfrm>
            <a:off x="0" y="3505200"/>
            <a:ext cx="9144000" cy="3352800"/>
          </a:xfrm>
          <a:prstGeom prst="rect">
            <a:avLst/>
          </a:prstGeom>
          <a:solidFill>
            <a:schemeClr val="bg1"/>
          </a:solidFill>
          <a:ln w="9525">
            <a:noFill/>
            <a:round/>
            <a:headEnd/>
            <a:tailEnd/>
          </a:ln>
        </p:spPr>
        <p:txBody>
          <a:bodyPr wrap="none"/>
          <a:lstStyle/>
          <a:p>
            <a:endParaRPr lang="fr-FR"/>
          </a:p>
        </p:txBody>
      </p:sp>
      <p:sp>
        <p:nvSpPr>
          <p:cNvPr id="60419" name="Text Box 3"/>
          <p:cNvSpPr txBox="1">
            <a:spLocks noChangeArrowheads="1"/>
          </p:cNvSpPr>
          <p:nvPr/>
        </p:nvSpPr>
        <p:spPr bwMode="auto">
          <a:xfrm>
            <a:off x="1828800" y="4191000"/>
            <a:ext cx="3302000" cy="1900238"/>
          </a:xfrm>
          <a:prstGeom prst="rect">
            <a:avLst/>
          </a:prstGeom>
          <a:noFill/>
          <a:ln w="9525">
            <a:noFill/>
            <a:miter lim="800000"/>
            <a:headEnd/>
            <a:tailEnd/>
          </a:ln>
        </p:spPr>
        <p:txBody>
          <a:bodyPr>
            <a:spAutoFit/>
          </a:bodyPr>
          <a:lstStyle/>
          <a:p>
            <a:pPr>
              <a:lnSpc>
                <a:spcPct val="90000"/>
              </a:lnSpc>
            </a:pPr>
            <a:r>
              <a:rPr lang="en-US" sz="2600" b="1">
                <a:solidFill>
                  <a:srgbClr val="595959"/>
                </a:solidFill>
                <a:latin typeface="Arial" charset="0"/>
              </a:rPr>
              <a:t>RobbDThompson</a:t>
            </a:r>
          </a:p>
          <a:p>
            <a:pPr>
              <a:lnSpc>
                <a:spcPct val="90000"/>
              </a:lnSpc>
            </a:pPr>
            <a:endParaRPr lang="en-US" sz="2600" b="1">
              <a:solidFill>
                <a:srgbClr val="595959"/>
              </a:solidFill>
              <a:latin typeface="Arial" charset="0"/>
            </a:endParaRPr>
          </a:p>
          <a:p>
            <a:pPr>
              <a:lnSpc>
                <a:spcPct val="90000"/>
              </a:lnSpc>
            </a:pPr>
            <a:r>
              <a:rPr lang="en-US" sz="2600" b="1">
                <a:solidFill>
                  <a:srgbClr val="595959"/>
                </a:solidFill>
                <a:latin typeface="Arial" charset="0"/>
              </a:rPr>
              <a:t>RobbThompson</a:t>
            </a:r>
          </a:p>
          <a:p>
            <a:pPr>
              <a:lnSpc>
                <a:spcPct val="90000"/>
              </a:lnSpc>
            </a:pPr>
            <a:endParaRPr lang="en-US" sz="2600" b="1">
              <a:solidFill>
                <a:srgbClr val="595959"/>
              </a:solidFill>
              <a:latin typeface="Arial" charset="0"/>
            </a:endParaRPr>
          </a:p>
          <a:p>
            <a:pPr>
              <a:lnSpc>
                <a:spcPct val="90000"/>
              </a:lnSpc>
            </a:pPr>
            <a:r>
              <a:rPr lang="en-US" sz="2600" b="1">
                <a:solidFill>
                  <a:srgbClr val="595959"/>
                </a:solidFill>
                <a:latin typeface="Arial" charset="0"/>
              </a:rPr>
              <a:t>DrRobbThompson </a:t>
            </a:r>
          </a:p>
        </p:txBody>
      </p:sp>
      <p:grpSp>
        <p:nvGrpSpPr>
          <p:cNvPr id="60420" name="Group 9"/>
          <p:cNvGrpSpPr>
            <a:grpSpLocks/>
          </p:cNvGrpSpPr>
          <p:nvPr/>
        </p:nvGrpSpPr>
        <p:grpSpPr bwMode="auto">
          <a:xfrm>
            <a:off x="762000" y="3978275"/>
            <a:ext cx="863600" cy="2287588"/>
            <a:chOff x="990600" y="3708400"/>
            <a:chExt cx="1016000" cy="2692400"/>
          </a:xfrm>
        </p:grpSpPr>
        <p:pic>
          <p:nvPicPr>
            <p:cNvPr id="60421" name="Picture 6" descr="twitter.png"/>
            <p:cNvPicPr>
              <a:picLocks noChangeAspect="1"/>
            </p:cNvPicPr>
            <p:nvPr/>
          </p:nvPicPr>
          <p:blipFill>
            <a:blip r:embed="rId3"/>
            <a:srcRect/>
            <a:stretch>
              <a:fillRect/>
            </a:stretch>
          </p:blipFill>
          <p:spPr bwMode="auto">
            <a:xfrm>
              <a:off x="990600" y="4546600"/>
              <a:ext cx="1016000" cy="1016000"/>
            </a:xfrm>
            <a:prstGeom prst="rect">
              <a:avLst/>
            </a:prstGeom>
            <a:noFill/>
            <a:ln w="9525">
              <a:noFill/>
              <a:miter lim="800000"/>
              <a:headEnd/>
              <a:tailEnd/>
            </a:ln>
          </p:spPr>
        </p:pic>
        <p:pic>
          <p:nvPicPr>
            <p:cNvPr id="60422" name="Picture 7" descr="facebook.png"/>
            <p:cNvPicPr>
              <a:picLocks noChangeAspect="1"/>
            </p:cNvPicPr>
            <p:nvPr/>
          </p:nvPicPr>
          <p:blipFill>
            <a:blip r:embed="rId4"/>
            <a:srcRect/>
            <a:stretch>
              <a:fillRect/>
            </a:stretch>
          </p:blipFill>
          <p:spPr bwMode="auto">
            <a:xfrm>
              <a:off x="990600" y="3708400"/>
              <a:ext cx="1016000" cy="1016000"/>
            </a:xfrm>
            <a:prstGeom prst="rect">
              <a:avLst/>
            </a:prstGeom>
            <a:noFill/>
            <a:ln w="9525">
              <a:noFill/>
              <a:miter lim="800000"/>
              <a:headEnd/>
              <a:tailEnd/>
            </a:ln>
          </p:spPr>
        </p:pic>
        <p:pic>
          <p:nvPicPr>
            <p:cNvPr id="60423" name="Picture 8" descr="Instagram.png"/>
            <p:cNvPicPr>
              <a:picLocks noChangeAspect="1"/>
            </p:cNvPicPr>
            <p:nvPr/>
          </p:nvPicPr>
          <p:blipFill>
            <a:blip r:embed="rId5"/>
            <a:srcRect/>
            <a:stretch>
              <a:fillRect/>
            </a:stretch>
          </p:blipFill>
          <p:spPr bwMode="auto">
            <a:xfrm>
              <a:off x="990600" y="5384800"/>
              <a:ext cx="1016000" cy="1016000"/>
            </a:xfrm>
            <a:prstGeom prst="rect">
              <a:avLst/>
            </a:prstGeom>
            <a:noFill/>
            <a:ln w="9525">
              <a:noFill/>
              <a:miter lim="800000"/>
              <a:headEnd/>
              <a:tailEnd/>
            </a:ln>
          </p:spPr>
        </p:pic>
      </p:grpSp>
    </p:spTree>
  </p:cSld>
  <p:clrMapOvr>
    <a:masterClrMapping/>
  </p:clrMapOvr>
  <p:transition advClick="0">
    <p:dissolve/>
  </p:transition>
  <p:timing>
    <p:tnLst>
      <p:par>
        <p:cTn id="1" dur="indefinite" restart="never" nodeType="tmRoot"/>
      </p:par>
    </p:tnLst>
  </p:timing>
</p:sld>
</file>

<file path=ppt/theme/theme1.xml><?xml version="1.0" encoding="utf-8"?>
<a:theme xmlns:a="http://schemas.openxmlformats.org/drawingml/2006/main" name="Default Design">
  <a:themeElements>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Cooper Black" pitchFamily="-80"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Cooper Black" pitchFamily="-80" charset="0"/>
          </a:defRPr>
        </a:defPPr>
      </a:lstStyle>
    </a:lnDef>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9201</TotalTime>
  <Words>1405</Words>
  <Application>Microsoft Office PowerPoint</Application>
  <PresentationFormat>On-screen Show (4:3)</PresentationFormat>
  <Paragraphs>232</Paragraphs>
  <Slides>58</Slides>
  <Notes>58</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58</vt:i4>
      </vt:variant>
    </vt:vector>
  </HeadingPairs>
  <TitlesOfParts>
    <vt:vector size="63" baseType="lpstr">
      <vt:lpstr>Cooper Black</vt:lpstr>
      <vt:lpstr>ＭＳ Ｐゴシック</vt:lpstr>
      <vt:lpstr>Arial</vt:lpstr>
      <vt:lpstr>Times New Roman</vt:lpstr>
      <vt:lpstr>Default Design</vt:lpstr>
      <vt:lpstr>Diapositive 1</vt:lpstr>
      <vt:lpstr>Diapositive 2</vt:lpstr>
      <vt:lpstr>Diapositive 3</vt:lpstr>
      <vt:lpstr>Diapositive 4</vt:lpstr>
      <vt:lpstr>Diapositive 5</vt:lpstr>
      <vt:lpstr>Diapositive 6</vt:lpstr>
      <vt:lpstr>Diapositive 7</vt:lpstr>
      <vt:lpstr>Diapositive 8</vt:lpstr>
      <vt:lpstr>Diapositive 9</vt:lpstr>
      <vt:lpstr>Diapositive 10</vt:lpstr>
      <vt:lpstr>Diapositive 11</vt:lpstr>
      <vt:lpstr>Diapositive 12</vt:lpstr>
      <vt:lpstr>Diapositive 13</vt:lpstr>
      <vt:lpstr>Diapositive 14</vt:lpstr>
      <vt:lpstr>Diapositive 15</vt:lpstr>
      <vt:lpstr>Diapositive 16</vt:lpstr>
      <vt:lpstr>Diapositive 17</vt:lpstr>
      <vt:lpstr>Diapositive 18</vt:lpstr>
      <vt:lpstr>Diapositive 19</vt:lpstr>
      <vt:lpstr>Diapositive 20</vt:lpstr>
      <vt:lpstr>Diapositive 21</vt:lpstr>
      <vt:lpstr>Diapositive 22</vt:lpstr>
      <vt:lpstr>Diapositive 23</vt:lpstr>
      <vt:lpstr>Diapositive 24</vt:lpstr>
      <vt:lpstr>Diapositive 25</vt:lpstr>
      <vt:lpstr>Diapositive 26</vt:lpstr>
      <vt:lpstr>Diapositive 27</vt:lpstr>
      <vt:lpstr>Diapositive 28</vt:lpstr>
      <vt:lpstr>Diapositive 29</vt:lpstr>
      <vt:lpstr>Diapositive 30</vt:lpstr>
      <vt:lpstr>Diapositive 31</vt:lpstr>
      <vt:lpstr>Diapositive 32</vt:lpstr>
      <vt:lpstr>Diapositive 33</vt:lpstr>
      <vt:lpstr>Diapositive 34</vt:lpstr>
      <vt:lpstr>Diapositive 35</vt:lpstr>
      <vt:lpstr>Diapositive 36</vt:lpstr>
      <vt:lpstr>Diapositive 37</vt:lpstr>
      <vt:lpstr>Diapositive 38</vt:lpstr>
      <vt:lpstr>Diapositive 39</vt:lpstr>
      <vt:lpstr>Diapositive 40</vt:lpstr>
      <vt:lpstr>Diapositive 41</vt:lpstr>
      <vt:lpstr>Diapositive 42</vt:lpstr>
      <vt:lpstr>Diapositive 43</vt:lpstr>
      <vt:lpstr>Diapositive 44</vt:lpstr>
      <vt:lpstr>Diapositive 45</vt:lpstr>
      <vt:lpstr>Diapositive 46</vt:lpstr>
      <vt:lpstr>Diapositive 47</vt:lpstr>
      <vt:lpstr>Diapositive 48</vt:lpstr>
      <vt:lpstr>Diapositive 49</vt:lpstr>
      <vt:lpstr>Diapositive 50</vt:lpstr>
      <vt:lpstr>Diapositive 51</vt:lpstr>
      <vt:lpstr>Diapositive 52</vt:lpstr>
      <vt:lpstr>Diapositive 53</vt:lpstr>
      <vt:lpstr>Diapositive 54</vt:lpstr>
      <vt:lpstr>Diapositive 55</vt:lpstr>
      <vt:lpstr>Diapositive 56</vt:lpstr>
      <vt:lpstr>Diapositive 57</vt:lpstr>
      <vt:lpstr>Diapositive 58</vt:lpstr>
    </vt:vector>
  </TitlesOfParts>
  <Company>Family Harvest Church</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Max</dc:creator>
  <cp:lastModifiedBy>INCRUSTATIONS</cp:lastModifiedBy>
  <cp:revision>752</cp:revision>
  <dcterms:created xsi:type="dcterms:W3CDTF">2015-05-31T06:33:47Z</dcterms:created>
  <dcterms:modified xsi:type="dcterms:W3CDTF">2015-05-31T10:49:23Z</dcterms:modified>
</cp:coreProperties>
</file>