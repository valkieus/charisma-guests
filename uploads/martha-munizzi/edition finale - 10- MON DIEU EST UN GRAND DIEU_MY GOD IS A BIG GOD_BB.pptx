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05" r:id="rId2"/>
    <p:sldId id="329" r:id="rId3"/>
    <p:sldId id="306" r:id="rId4"/>
    <p:sldId id="307" r:id="rId5"/>
    <p:sldId id="328" r:id="rId6"/>
    <p:sldId id="321" r:id="rId7"/>
    <p:sldId id="308" r:id="rId8"/>
    <p:sldId id="316" r:id="rId9"/>
    <p:sldId id="309" r:id="rId10"/>
    <p:sldId id="310" r:id="rId11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36" autoAdjust="0"/>
    <p:restoredTop sz="41765" autoAdjust="0"/>
  </p:normalViewPr>
  <p:slideViewPr>
    <p:cSldViewPr>
      <p:cViewPr>
        <p:scale>
          <a:sx n="40" d="100"/>
          <a:sy n="40" d="100"/>
        </p:scale>
        <p:origin x="-1470" y="-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B02390B-F8B8-49D1-8B8E-4BA5C91CA81A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1B5EBED-49BB-402D-9241-D86D35E30699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LE ROCHER LE TOUT PUISSANT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He's the rock the mighty one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SA PUISSANCE NOUS REND TRIOMPHANT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And by His power we've overcome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LA BATAILLE EST DÉJÀ GAGNÉE; CAR IL COMBATTRA POUR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The battle is already won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Cause He will fight for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MES ENNEMIS IL DISPERSERA; ÔTERA CETTE MONTAGNE DEVANT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will scatter my enemies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Move the mountain in front of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MA VICTOIRE EST GARANTIE; CAR IL COMBATTRA POUR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Guarantees my victory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will fight for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6-  MON DIEU EST UN GRAND DIEU; ET IL COMBATTRA POUR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My God is a big God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He will fight for me	x4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J’AVANCE DANS LA BATAILLE; QU’IL A DÉJÀ REMPORTÉ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So I'm marching into a battle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That He's already won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PAR LA PUISSANCE DANS SA MAIN; ET UNE ÉPÉE DANS L’AUTRE MAIN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With all power in His right hand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And a sword in the other one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AUCUNE ARME NE PEUT PROSPÉRER; NI AUCUN ROYAUME RÉSISTER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There's no weapon that can prosper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And No kingdom can stand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CAR NOUS DONNE LA VICTOIRE; PAR LA PUISSANCE DE SA MAIN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For he's given us the victory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By the power of His hand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LE ROCHER LE TOUT PUISSANT</a:t>
            </a:r>
          </a:p>
          <a:p>
            <a:r>
              <a:rPr lang="fr-FR" smtClean="0"/>
              <a:t>     He's the rock the mighty one</a:t>
            </a:r>
          </a:p>
          <a:p>
            <a:r>
              <a:rPr lang="fr-FR" smtClean="0"/>
              <a:t>2-  SA PUISSANCE NOUS REND TRIOMPHANT</a:t>
            </a:r>
          </a:p>
          <a:p>
            <a:r>
              <a:rPr lang="fr-FR" smtClean="0"/>
              <a:t>     And by His power we've overcome</a:t>
            </a:r>
          </a:p>
          <a:p>
            <a:r>
              <a:rPr lang="fr-FR" smtClean="0"/>
              <a:t>3-  LA BATAILLE EST DÉJÀ GAGNÉE; CAR IL COMBATTRA POUR MOI</a:t>
            </a:r>
          </a:p>
          <a:p>
            <a:r>
              <a:rPr lang="fr-FR" smtClean="0"/>
              <a:t>     The battle is already won</a:t>
            </a:r>
          </a:p>
          <a:p>
            <a:r>
              <a:rPr lang="fr-FR" smtClean="0"/>
              <a:t>     Cause He will fight for me</a:t>
            </a:r>
          </a:p>
          <a:p>
            <a:endParaRPr lang="fr-FR" smtClean="0"/>
          </a:p>
          <a:p>
            <a:r>
              <a:rPr lang="fr-FR" smtClean="0"/>
              <a:t>4-  MES ENNEMIS IL DISPERSERA; ÔTERA CETTE MONTAGNE DEVANT MOI</a:t>
            </a:r>
          </a:p>
          <a:p>
            <a:r>
              <a:rPr lang="fr-FR" smtClean="0"/>
              <a:t>     He will scatter my enemies</a:t>
            </a:r>
          </a:p>
          <a:p>
            <a:r>
              <a:rPr lang="fr-FR" smtClean="0"/>
              <a:t>     Move the mountain in front of me</a:t>
            </a:r>
          </a:p>
          <a:p>
            <a:r>
              <a:rPr lang="fr-FR" smtClean="0"/>
              <a:t>5-  MA VICTOIRE EST GARANTIE; CAR IL COMBATTRA POUR MOI</a:t>
            </a:r>
          </a:p>
          <a:p>
            <a:r>
              <a:rPr lang="fr-FR" smtClean="0"/>
              <a:t>     Guarantees my victory</a:t>
            </a:r>
          </a:p>
          <a:p>
            <a:r>
              <a:rPr lang="fr-FR" smtClean="0"/>
              <a:t>     He will fight for me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6-  MON DIEU EST UN GRAND DIEU; ET IL COMBATTRA POUR MOI</a:t>
            </a:r>
          </a:p>
          <a:p>
            <a:r>
              <a:rPr lang="fr-FR" smtClean="0"/>
              <a:t>	     My God is a big God</a:t>
            </a:r>
          </a:p>
          <a:p>
            <a:r>
              <a:rPr lang="fr-FR" smtClean="0"/>
              <a:t>	     He will fight for me	x4</a:t>
            </a:r>
          </a:p>
          <a:p>
            <a:endParaRPr lang="fr-FR" smtClean="0"/>
          </a:p>
          <a:p>
            <a:r>
              <a:rPr lang="fr-FR" smtClean="0"/>
              <a:t>7-  J’AVANCE DANS LA BATAILLE; QU’IL A DÉJÀ REMPORTÉ</a:t>
            </a:r>
          </a:p>
          <a:p>
            <a:r>
              <a:rPr lang="fr-FR" smtClean="0"/>
              <a:t>     So I'm marching into a battle</a:t>
            </a:r>
          </a:p>
          <a:p>
            <a:r>
              <a:rPr lang="fr-FR" smtClean="0"/>
              <a:t>     That He's already won</a:t>
            </a:r>
          </a:p>
          <a:p>
            <a:r>
              <a:rPr lang="fr-FR" smtClean="0"/>
              <a:t>8-  PAR LA PUISSANCE DANS SA MAIN; ET UNE ÉPÉE DANS L’AUTRE MAIN</a:t>
            </a:r>
          </a:p>
          <a:p>
            <a:r>
              <a:rPr lang="fr-FR" smtClean="0"/>
              <a:t>     With all power in His right hand</a:t>
            </a:r>
          </a:p>
          <a:p>
            <a:r>
              <a:rPr lang="fr-FR" smtClean="0"/>
              <a:t>     And a sword in the other one</a:t>
            </a:r>
          </a:p>
          <a:p>
            <a:endParaRPr lang="fr-FR" smtClean="0"/>
          </a:p>
          <a:p>
            <a:r>
              <a:rPr lang="fr-FR" smtClean="0"/>
              <a:t>9-  AUCUNE ARME NE PEUT PROSPÉRER; NI AUCUN ROYAUME RÉSISTER</a:t>
            </a:r>
          </a:p>
          <a:p>
            <a:r>
              <a:rPr lang="fr-FR" smtClean="0"/>
              <a:t>     There's no weapon that can prosper</a:t>
            </a:r>
          </a:p>
          <a:p>
            <a:r>
              <a:rPr lang="fr-FR" smtClean="0"/>
              <a:t>     And No kingdom can stand</a:t>
            </a:r>
          </a:p>
          <a:p>
            <a:r>
              <a:rPr lang="fr-FR" smtClean="0"/>
              <a:t>10-  CAR NOUS DONNE LA VICTOIRE; PAR LA PUISSANCE DE SA MAIN</a:t>
            </a:r>
          </a:p>
          <a:p>
            <a:r>
              <a:rPr lang="fr-FR" smtClean="0"/>
              <a:t>     For he's given us the victory</a:t>
            </a:r>
          </a:p>
          <a:p>
            <a:r>
              <a:rPr lang="fr-FR" smtClean="0"/>
              <a:t>     By the power of His hand</a:t>
            </a:r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LE ROCHER LE TOUT PUISSANT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He's the rock the mighty one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SA PUISSANCE NOUS REND TRIOMPHANT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And by His power we've overcome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LA BATAILLE EST DÉJÀ GAGNÉE; CAR IL COMBATTRA POUR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The battle is already won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Cause He will fight for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MES ENNEMIS IL DISPERSERA; ÔTERA CETTE MONTAGNE DEVANT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will scatter my enemies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Move the mountain in front of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MA VICTOIRE EST GARANTIE; CAR IL COMBATTRA POUR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Guarantees my victory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will fight for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6-  MON DIEU EST UN GRAND DIEU; ET IL COMBATTRA POUR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My God is a big God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He will fight for me	x4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J’AVANCE DANS LA BATAILLE; QU’IL A DÉJÀ REMPORTÉ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So I'm marching into a battle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That He's already won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PAR LA PUISSANCE DANS SA MAIN; ET UNE ÉPÉE DANS L’AUTRE MAIN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With all power in His right hand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And a sword in the other one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AUCUNE ARME NE PEUT PROSPÉRER; NI AUCUN ROYAUME RÉSISTER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There's no weapon that can prosper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And No kingdom can stand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CAR NOUS DONNE LA VICTOIRE; PAR LA PUISSANCE DE SA MAIN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For he's given us the victory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By the power of His hand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LE ROCHER LE TOUT PUISSANT</a:t>
            </a:r>
          </a:p>
          <a:p>
            <a:r>
              <a:rPr lang="fr-FR" smtClean="0"/>
              <a:t>     He's the rock the mighty one</a:t>
            </a:r>
          </a:p>
          <a:p>
            <a:r>
              <a:rPr lang="fr-FR" smtClean="0"/>
              <a:t>2-  SA PUISSANCE NOUS REND TRIOMPHANT</a:t>
            </a:r>
          </a:p>
          <a:p>
            <a:r>
              <a:rPr lang="fr-FR" smtClean="0"/>
              <a:t>     And by His power we've overcome</a:t>
            </a:r>
          </a:p>
          <a:p>
            <a:r>
              <a:rPr lang="fr-FR" smtClean="0"/>
              <a:t>3-  LA BATAILLE EST DÉJÀ GAGNÉE; CAR IL COMBATTRA POUR MOI</a:t>
            </a:r>
          </a:p>
          <a:p>
            <a:r>
              <a:rPr lang="fr-FR" smtClean="0"/>
              <a:t>     The battle is already won</a:t>
            </a:r>
          </a:p>
          <a:p>
            <a:r>
              <a:rPr lang="fr-FR" smtClean="0"/>
              <a:t>     Cause He will fight for me</a:t>
            </a:r>
          </a:p>
          <a:p>
            <a:endParaRPr lang="fr-FR" smtClean="0"/>
          </a:p>
          <a:p>
            <a:r>
              <a:rPr lang="fr-FR" smtClean="0"/>
              <a:t>4-  MES ENNEMIS IL DISPERSERA; ÔTERA CETTE MONTAGNE DEVANT MOI</a:t>
            </a:r>
          </a:p>
          <a:p>
            <a:r>
              <a:rPr lang="fr-FR" smtClean="0"/>
              <a:t>     He will scatter my enemies</a:t>
            </a:r>
          </a:p>
          <a:p>
            <a:r>
              <a:rPr lang="fr-FR" smtClean="0"/>
              <a:t>     Move the mountain in front of me</a:t>
            </a:r>
          </a:p>
          <a:p>
            <a:r>
              <a:rPr lang="fr-FR" smtClean="0"/>
              <a:t>5-  MA VICTOIRE EST GARANTIE; CAR IL COMBATTRA POUR MOI</a:t>
            </a:r>
          </a:p>
          <a:p>
            <a:r>
              <a:rPr lang="fr-FR" smtClean="0"/>
              <a:t>     Guarantees my victory</a:t>
            </a:r>
          </a:p>
          <a:p>
            <a:r>
              <a:rPr lang="fr-FR" smtClean="0"/>
              <a:t>     He will fight for me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6-  MON DIEU EST UN GRAND DIEU; ET IL COMBATTRA POUR MOI</a:t>
            </a:r>
          </a:p>
          <a:p>
            <a:r>
              <a:rPr lang="fr-FR" smtClean="0"/>
              <a:t>	     My God is a big God</a:t>
            </a:r>
          </a:p>
          <a:p>
            <a:r>
              <a:rPr lang="fr-FR" smtClean="0"/>
              <a:t>	     He will fight for me	x4</a:t>
            </a:r>
          </a:p>
          <a:p>
            <a:endParaRPr lang="fr-FR" smtClean="0"/>
          </a:p>
          <a:p>
            <a:r>
              <a:rPr lang="fr-FR" smtClean="0"/>
              <a:t>7-  J’AVANCE DANS LA BATAILLE; QU’IL A DÉJÀ REMPORTÉ</a:t>
            </a:r>
          </a:p>
          <a:p>
            <a:r>
              <a:rPr lang="fr-FR" smtClean="0"/>
              <a:t>     So I'm marching into a battle</a:t>
            </a:r>
          </a:p>
          <a:p>
            <a:r>
              <a:rPr lang="fr-FR" smtClean="0"/>
              <a:t>     That He's already won</a:t>
            </a:r>
          </a:p>
          <a:p>
            <a:r>
              <a:rPr lang="fr-FR" smtClean="0"/>
              <a:t>8-  PAR LA PUISSANCE DANS SA MAIN; ET UNE ÉPÉE DANS L’AUTRE MAIN</a:t>
            </a:r>
          </a:p>
          <a:p>
            <a:r>
              <a:rPr lang="fr-FR" smtClean="0"/>
              <a:t>     With all power in His right hand</a:t>
            </a:r>
          </a:p>
          <a:p>
            <a:r>
              <a:rPr lang="fr-FR" smtClean="0"/>
              <a:t>     And a sword in the other one</a:t>
            </a:r>
          </a:p>
          <a:p>
            <a:endParaRPr lang="fr-FR" smtClean="0"/>
          </a:p>
          <a:p>
            <a:r>
              <a:rPr lang="fr-FR" smtClean="0"/>
              <a:t>9-  AUCUNE ARME NE PEUT PROSPÉRER; NI AUCUN ROYAUME RÉSISTER</a:t>
            </a:r>
          </a:p>
          <a:p>
            <a:r>
              <a:rPr lang="fr-FR" smtClean="0"/>
              <a:t>     There's no weapon that can prosper</a:t>
            </a:r>
          </a:p>
          <a:p>
            <a:r>
              <a:rPr lang="fr-FR" smtClean="0"/>
              <a:t>     And No kingdom can stand</a:t>
            </a:r>
          </a:p>
          <a:p>
            <a:r>
              <a:rPr lang="fr-FR" smtClean="0"/>
              <a:t>10-  CAR NOUS DONNE LA VICTOIRE; PAR LA PUISSANCE DE SA MAIN</a:t>
            </a:r>
          </a:p>
          <a:p>
            <a:r>
              <a:rPr lang="fr-FR" smtClean="0"/>
              <a:t>     For he's given us the victory</a:t>
            </a:r>
          </a:p>
          <a:p>
            <a:r>
              <a:rPr lang="fr-FR" smtClean="0"/>
              <a:t>     By the power of His hand</a:t>
            </a:r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LE ROCHER LE TOUT PUISSANT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He's the rock the mighty one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SA PUISSANCE NOUS REND TRIOMPHANT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And by His power we've overcome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LA BATAILLE EST DÉJÀ GAGNÉE; CAR IL COMBATTRA POUR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The battle is already won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Cause He will fight for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MES ENNEMIS IL DISPERSERA; ÔTERA CETTE MONTAGNE DEVANT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will scatter my enemies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Move the mountain in front of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MA VICTOIRE EST GARANTIE; CAR IL COMBATTRA POUR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Guarantees my victory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will fight for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6-  MON DIEU EST UN GRAND DIEU; ET IL COMBATTRA POUR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My God is a big God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He will fight for me	x4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J’AVANCE DANS LA BATAILLE; QU’IL A DÉJÀ REMPORTÉ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So I'm marching into a battle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That He's already won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PAR LA PUISSANCE DANS SA MAIN; ET UNE ÉPÉE DANS L’AUTRE MAIN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With all power in His right hand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And a sword in the other one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AUCUNE ARME NE PEUT PROSPÉRER; NI AUCUN ROYAUME RÉSISTER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There's no weapon that can prosper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And No kingdom can stand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CAR NOUS DONNE LA VICTOIRE; PAR LA PUISSANCE DE SA MAIN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For he's given us the victory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By the power of His hand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LE ROCHER LE TOUT PUISSANT</a:t>
            </a:r>
          </a:p>
          <a:p>
            <a:r>
              <a:rPr lang="fr-FR" smtClean="0"/>
              <a:t>     He's the rock the mighty one</a:t>
            </a:r>
          </a:p>
          <a:p>
            <a:r>
              <a:rPr lang="fr-FR" smtClean="0"/>
              <a:t>2-  SA PUISSANCE NOUS REND TRIOMPHANT</a:t>
            </a:r>
          </a:p>
          <a:p>
            <a:r>
              <a:rPr lang="fr-FR" smtClean="0"/>
              <a:t>     And by His power we've overcome</a:t>
            </a:r>
          </a:p>
          <a:p>
            <a:r>
              <a:rPr lang="fr-FR" smtClean="0"/>
              <a:t>3-  LA BATAILLE EST DÉJÀ GAGNÉE; CAR IL COMBATTRA POUR MOI</a:t>
            </a:r>
          </a:p>
          <a:p>
            <a:r>
              <a:rPr lang="fr-FR" smtClean="0"/>
              <a:t>     The battle is already won</a:t>
            </a:r>
          </a:p>
          <a:p>
            <a:r>
              <a:rPr lang="fr-FR" smtClean="0"/>
              <a:t>     Cause He will fight for me</a:t>
            </a:r>
          </a:p>
          <a:p>
            <a:endParaRPr lang="fr-FR" smtClean="0"/>
          </a:p>
          <a:p>
            <a:r>
              <a:rPr lang="fr-FR" smtClean="0"/>
              <a:t>4-  MES ENNEMIS IL DISPERSERA; ÔTERA CETTE MONTAGNE DEVANT MOI</a:t>
            </a:r>
          </a:p>
          <a:p>
            <a:r>
              <a:rPr lang="fr-FR" smtClean="0"/>
              <a:t>     He will scatter my enemies</a:t>
            </a:r>
          </a:p>
          <a:p>
            <a:r>
              <a:rPr lang="fr-FR" smtClean="0"/>
              <a:t>     Move the mountain in front of me</a:t>
            </a:r>
          </a:p>
          <a:p>
            <a:r>
              <a:rPr lang="fr-FR" smtClean="0"/>
              <a:t>5-  MA VICTOIRE EST GARANTIE; CAR IL COMBATTRA POUR MOI</a:t>
            </a:r>
          </a:p>
          <a:p>
            <a:r>
              <a:rPr lang="fr-FR" smtClean="0"/>
              <a:t>     Guarantees my victory</a:t>
            </a:r>
          </a:p>
          <a:p>
            <a:r>
              <a:rPr lang="fr-FR" smtClean="0"/>
              <a:t>     He will fight for me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6-  MON DIEU EST UN GRAND DIEU; ET IL COMBATTRA POUR MOI</a:t>
            </a:r>
          </a:p>
          <a:p>
            <a:r>
              <a:rPr lang="fr-FR" smtClean="0"/>
              <a:t>	     My God is a big God</a:t>
            </a:r>
          </a:p>
          <a:p>
            <a:r>
              <a:rPr lang="fr-FR" smtClean="0"/>
              <a:t>	     He will fight for me	x4</a:t>
            </a:r>
          </a:p>
          <a:p>
            <a:endParaRPr lang="fr-FR" smtClean="0"/>
          </a:p>
          <a:p>
            <a:r>
              <a:rPr lang="fr-FR" smtClean="0"/>
              <a:t>7-  J’AVANCE DANS LA BATAILLE; QU’IL A DÉJÀ REMPORTÉ</a:t>
            </a:r>
          </a:p>
          <a:p>
            <a:r>
              <a:rPr lang="fr-FR" smtClean="0"/>
              <a:t>     So I'm marching into a battle</a:t>
            </a:r>
          </a:p>
          <a:p>
            <a:r>
              <a:rPr lang="fr-FR" smtClean="0"/>
              <a:t>     That He's already won</a:t>
            </a:r>
          </a:p>
          <a:p>
            <a:r>
              <a:rPr lang="fr-FR" smtClean="0"/>
              <a:t>8-  PAR LA PUISSANCE DANS SA MAIN; ET UNE ÉPÉE DANS L’AUTRE MAIN</a:t>
            </a:r>
          </a:p>
          <a:p>
            <a:r>
              <a:rPr lang="fr-FR" smtClean="0"/>
              <a:t>     With all power in His right hand</a:t>
            </a:r>
          </a:p>
          <a:p>
            <a:r>
              <a:rPr lang="fr-FR" smtClean="0"/>
              <a:t>     And a sword in the other one</a:t>
            </a:r>
          </a:p>
          <a:p>
            <a:endParaRPr lang="fr-FR" smtClean="0"/>
          </a:p>
          <a:p>
            <a:r>
              <a:rPr lang="fr-FR" smtClean="0"/>
              <a:t>9-  AUCUNE ARME NE PEUT PROSPÉRER; NI AUCUN ROYAUME RÉSISTER</a:t>
            </a:r>
          </a:p>
          <a:p>
            <a:r>
              <a:rPr lang="fr-FR" smtClean="0"/>
              <a:t>     There's no weapon that can prosper</a:t>
            </a:r>
          </a:p>
          <a:p>
            <a:r>
              <a:rPr lang="fr-FR" smtClean="0"/>
              <a:t>     And No kingdom can stand</a:t>
            </a:r>
          </a:p>
          <a:p>
            <a:r>
              <a:rPr lang="fr-FR" smtClean="0"/>
              <a:t>10-  CAR NOUS DONNE LA VICTOIRE; PAR LA PUISSANCE DE SA MAIN</a:t>
            </a:r>
          </a:p>
          <a:p>
            <a:r>
              <a:rPr lang="fr-FR" smtClean="0"/>
              <a:t>     For he's given us the victory</a:t>
            </a:r>
          </a:p>
          <a:p>
            <a:r>
              <a:rPr lang="fr-FR" smtClean="0"/>
              <a:t>     By the power of His hand</a:t>
            </a:r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LE ROCHER LE TOUT PUISSANT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He's the rock the mighty one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SA PUISSANCE NOUS REND TRIOMPHANT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And by His power we've overcome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LA BATAILLE EST DÉJÀ GAGNÉE; CAR IL COMBATTRA POUR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The battle is already won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Cause He will fight for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MES ENNEMIS IL DISPERSERA; ÔTERA CETTE MONTAGNE DEVANT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will scatter my enemies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Move the mountain in front of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MA VICTOIRE EST GARANTIE; CAR IL COMBATTRA POUR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Guarantees my victory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will fight for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6-  MON DIEU EST UN GRAND DIEU; ET IL COMBATTRA POUR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My God is a big God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He will fight for me	x4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J’AVANCE DANS LA BATAILLE; QU’IL A DÉJÀ REMPORTÉ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So I'm marching into a battle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That He's already won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PAR LA PUISSANCE DANS SA MAIN; ET UNE ÉPÉE DANS L’AUTRE MAIN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With all power in His right hand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And a sword in the other one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AUCUNE ARME NE PEUT PROSPÉRER; NI AUCUN ROYAUME RÉSISTER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There's no weapon that can prosper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And No kingdom can stand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CAR NOUS DONNE LA VICTOIRE; PAR LA PUISSANCE DE SA MAIN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For he's given us the victory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By the power of His hand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LE ROCHER LE TOUT PUISSANT</a:t>
            </a:r>
          </a:p>
          <a:p>
            <a:r>
              <a:rPr lang="fr-FR" smtClean="0"/>
              <a:t>     He's the rock the mighty one</a:t>
            </a:r>
          </a:p>
          <a:p>
            <a:r>
              <a:rPr lang="fr-FR" smtClean="0"/>
              <a:t>2-  SA PUISSANCE NOUS REND TRIOMPHANT</a:t>
            </a:r>
          </a:p>
          <a:p>
            <a:r>
              <a:rPr lang="fr-FR" smtClean="0"/>
              <a:t>     And by His power we've overcome</a:t>
            </a:r>
          </a:p>
          <a:p>
            <a:r>
              <a:rPr lang="fr-FR" smtClean="0"/>
              <a:t>3-  LA BATAILLE EST DÉJÀ GAGNÉE; CAR IL COMBATTRA POUR MOI</a:t>
            </a:r>
          </a:p>
          <a:p>
            <a:r>
              <a:rPr lang="fr-FR" smtClean="0"/>
              <a:t>     The battle is already won</a:t>
            </a:r>
          </a:p>
          <a:p>
            <a:r>
              <a:rPr lang="fr-FR" smtClean="0"/>
              <a:t>     Cause He will fight for me</a:t>
            </a:r>
          </a:p>
          <a:p>
            <a:endParaRPr lang="fr-FR" smtClean="0"/>
          </a:p>
          <a:p>
            <a:r>
              <a:rPr lang="fr-FR" smtClean="0"/>
              <a:t>4-  MES ENNEMIS IL DISPERSERA; ÔTERA CETTE MONTAGNE DEVANT MOI</a:t>
            </a:r>
          </a:p>
          <a:p>
            <a:r>
              <a:rPr lang="fr-FR" smtClean="0"/>
              <a:t>     He will scatter my enemies</a:t>
            </a:r>
          </a:p>
          <a:p>
            <a:r>
              <a:rPr lang="fr-FR" smtClean="0"/>
              <a:t>     Move the mountain in front of me</a:t>
            </a:r>
          </a:p>
          <a:p>
            <a:r>
              <a:rPr lang="fr-FR" smtClean="0"/>
              <a:t>5-  MA VICTOIRE EST GARANTIE; CAR IL COMBATTRA POUR MOI</a:t>
            </a:r>
          </a:p>
          <a:p>
            <a:r>
              <a:rPr lang="fr-FR" smtClean="0"/>
              <a:t>     Guarantees my victory</a:t>
            </a:r>
          </a:p>
          <a:p>
            <a:r>
              <a:rPr lang="fr-FR" smtClean="0"/>
              <a:t>     He will fight for me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6-  MON DIEU EST UN GRAND DIEU; ET IL COMBATTRA POUR MOI</a:t>
            </a:r>
          </a:p>
          <a:p>
            <a:r>
              <a:rPr lang="fr-FR" smtClean="0"/>
              <a:t>	     My God is a big God</a:t>
            </a:r>
          </a:p>
          <a:p>
            <a:r>
              <a:rPr lang="fr-FR" smtClean="0"/>
              <a:t>	     He will fight for me	x4</a:t>
            </a:r>
          </a:p>
          <a:p>
            <a:endParaRPr lang="fr-FR" smtClean="0"/>
          </a:p>
          <a:p>
            <a:r>
              <a:rPr lang="fr-FR" smtClean="0"/>
              <a:t>7-  J’AVANCE DANS LA BATAILLE; QU’IL A DÉJÀ REMPORTÉ</a:t>
            </a:r>
          </a:p>
          <a:p>
            <a:r>
              <a:rPr lang="fr-FR" smtClean="0"/>
              <a:t>     So I'm marching into a battle</a:t>
            </a:r>
          </a:p>
          <a:p>
            <a:r>
              <a:rPr lang="fr-FR" smtClean="0"/>
              <a:t>     That He's already won</a:t>
            </a:r>
          </a:p>
          <a:p>
            <a:r>
              <a:rPr lang="fr-FR" smtClean="0"/>
              <a:t>8-  PAR LA PUISSANCE DANS SA MAIN; ET UNE ÉPÉE DANS L’AUTRE MAIN</a:t>
            </a:r>
          </a:p>
          <a:p>
            <a:r>
              <a:rPr lang="fr-FR" smtClean="0"/>
              <a:t>     With all power in His right hand</a:t>
            </a:r>
          </a:p>
          <a:p>
            <a:r>
              <a:rPr lang="fr-FR" smtClean="0"/>
              <a:t>     And a sword in the other one</a:t>
            </a:r>
          </a:p>
          <a:p>
            <a:endParaRPr lang="fr-FR" smtClean="0"/>
          </a:p>
          <a:p>
            <a:r>
              <a:rPr lang="fr-FR" smtClean="0"/>
              <a:t>9-  AUCUNE ARME NE PEUT PROSPÉRER; NI AUCUN ROYAUME RÉSISTER</a:t>
            </a:r>
          </a:p>
          <a:p>
            <a:r>
              <a:rPr lang="fr-FR" smtClean="0"/>
              <a:t>     There's no weapon that can prosper</a:t>
            </a:r>
          </a:p>
          <a:p>
            <a:r>
              <a:rPr lang="fr-FR" smtClean="0"/>
              <a:t>     And No kingdom can stand</a:t>
            </a:r>
          </a:p>
          <a:p>
            <a:r>
              <a:rPr lang="fr-FR" smtClean="0"/>
              <a:t>10-  CAR NOUS DONNE LA VICTOIRE; PAR LA PUISSANCE DE SA MAIN</a:t>
            </a:r>
          </a:p>
          <a:p>
            <a:r>
              <a:rPr lang="fr-FR" smtClean="0"/>
              <a:t>     For he's given us the victory</a:t>
            </a:r>
          </a:p>
          <a:p>
            <a:r>
              <a:rPr lang="fr-FR" smtClean="0"/>
              <a:t>     By the power of His hand</a:t>
            </a:r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LE ROCHER LE TOUT PUISSANT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He's the rock the mighty one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SA PUISSANCE NOUS REND TRIOMPHANT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And by His power we've overcome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LA BATAILLE EST DÉJÀ GAGNÉE; CAR IL COMBATTRA POUR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The battle is already won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Cause He will fight for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MES ENNEMIS IL DISPERSERA; ÔTERA CETTE MONTAGNE DEVANT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will scatter my enemies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Move the mountain in front of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MA VICTOIRE EST GARANTIE; CAR IL COMBATTRA POUR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Guarantees my victory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will fight for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6-  MON DIEU EST UN GRAND DIEU; ET IL COMBATTRA POUR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My God is a big God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He will fight for me	x4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J’AVANCE DANS LA BATAILLE; QU’IL A DÉJÀ REMPORTÉ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So I'm marching into a battle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That He's already won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PAR LA PUISSANCE DANS SA MAIN; ET UNE ÉPÉE DANS L’AUTRE MAIN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With all power in His right hand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And a sword in the other one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AUCUNE ARME NE PEUT PROSPÉRER; NI AUCUN ROYAUME RÉSISTER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There's no weapon that can prosper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And No kingdom can stand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CAR NOUS DONNE LA VICTOIRE; PAR LA PUISSANCE DE SA MAIN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For he's given us the victory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By the power of His hand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LE ROCHER LE TOUT PUISSANT</a:t>
            </a:r>
          </a:p>
          <a:p>
            <a:r>
              <a:rPr lang="fr-FR" smtClean="0"/>
              <a:t>     He's the rock the mighty one</a:t>
            </a:r>
          </a:p>
          <a:p>
            <a:r>
              <a:rPr lang="fr-FR" smtClean="0"/>
              <a:t>2-  SA PUISSANCE NOUS REND TRIOMPHANT</a:t>
            </a:r>
          </a:p>
          <a:p>
            <a:r>
              <a:rPr lang="fr-FR" smtClean="0"/>
              <a:t>     And by His power we've overcome</a:t>
            </a:r>
          </a:p>
          <a:p>
            <a:r>
              <a:rPr lang="fr-FR" smtClean="0"/>
              <a:t>3-  LA BATAILLE EST DÉJÀ GAGNÉE; CAR IL COMBATTRA POUR MOI</a:t>
            </a:r>
          </a:p>
          <a:p>
            <a:r>
              <a:rPr lang="fr-FR" smtClean="0"/>
              <a:t>     The battle is already won</a:t>
            </a:r>
          </a:p>
          <a:p>
            <a:r>
              <a:rPr lang="fr-FR" smtClean="0"/>
              <a:t>     Cause He will fight for me</a:t>
            </a:r>
          </a:p>
          <a:p>
            <a:endParaRPr lang="fr-FR" smtClean="0"/>
          </a:p>
          <a:p>
            <a:r>
              <a:rPr lang="fr-FR" smtClean="0"/>
              <a:t>4-  MES ENNEMIS IL DISPERSERA; ÔTERA CETTE MONTAGNE DEVANT MOI</a:t>
            </a:r>
          </a:p>
          <a:p>
            <a:r>
              <a:rPr lang="fr-FR" smtClean="0"/>
              <a:t>     He will scatter my enemies</a:t>
            </a:r>
          </a:p>
          <a:p>
            <a:r>
              <a:rPr lang="fr-FR" smtClean="0"/>
              <a:t>     Move the mountain in front of me</a:t>
            </a:r>
          </a:p>
          <a:p>
            <a:r>
              <a:rPr lang="fr-FR" smtClean="0"/>
              <a:t>5-  MA VICTOIRE EST GARANTIE; CAR IL COMBATTRA POUR MOI</a:t>
            </a:r>
          </a:p>
          <a:p>
            <a:r>
              <a:rPr lang="fr-FR" smtClean="0"/>
              <a:t>     Guarantees my victory</a:t>
            </a:r>
          </a:p>
          <a:p>
            <a:r>
              <a:rPr lang="fr-FR" smtClean="0"/>
              <a:t>     He will fight for me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6-  MON DIEU EST UN GRAND DIEU; ET IL COMBATTRA POUR MOI</a:t>
            </a:r>
          </a:p>
          <a:p>
            <a:r>
              <a:rPr lang="fr-FR" smtClean="0"/>
              <a:t>	     My God is a big God</a:t>
            </a:r>
          </a:p>
          <a:p>
            <a:r>
              <a:rPr lang="fr-FR" smtClean="0"/>
              <a:t>	     He will fight for me	x4</a:t>
            </a:r>
          </a:p>
          <a:p>
            <a:endParaRPr lang="fr-FR" smtClean="0"/>
          </a:p>
          <a:p>
            <a:r>
              <a:rPr lang="fr-FR" smtClean="0"/>
              <a:t>7-  J’AVANCE DANS LA BATAILLE; QU’IL A DÉJÀ REMPORTÉ</a:t>
            </a:r>
          </a:p>
          <a:p>
            <a:r>
              <a:rPr lang="fr-FR" smtClean="0"/>
              <a:t>     So I'm marching into a battle</a:t>
            </a:r>
          </a:p>
          <a:p>
            <a:r>
              <a:rPr lang="fr-FR" smtClean="0"/>
              <a:t>     That He's already won</a:t>
            </a:r>
          </a:p>
          <a:p>
            <a:r>
              <a:rPr lang="fr-FR" smtClean="0"/>
              <a:t>8-  PAR LA PUISSANCE DANS SA MAIN; ET UNE ÉPÉE DANS L’AUTRE MAIN</a:t>
            </a:r>
          </a:p>
          <a:p>
            <a:r>
              <a:rPr lang="fr-FR" smtClean="0"/>
              <a:t>     With all power in His right hand</a:t>
            </a:r>
          </a:p>
          <a:p>
            <a:r>
              <a:rPr lang="fr-FR" smtClean="0"/>
              <a:t>     And a sword in the other one</a:t>
            </a:r>
          </a:p>
          <a:p>
            <a:endParaRPr lang="fr-FR" smtClean="0"/>
          </a:p>
          <a:p>
            <a:r>
              <a:rPr lang="fr-FR" smtClean="0"/>
              <a:t>9-  AUCUNE ARME NE PEUT PROSPÉRER; NI AUCUN ROYAUME RÉSISTER</a:t>
            </a:r>
          </a:p>
          <a:p>
            <a:r>
              <a:rPr lang="fr-FR" smtClean="0"/>
              <a:t>     There's no weapon that can prosper</a:t>
            </a:r>
          </a:p>
          <a:p>
            <a:r>
              <a:rPr lang="fr-FR" smtClean="0"/>
              <a:t>     And No kingdom can stand</a:t>
            </a:r>
          </a:p>
          <a:p>
            <a:r>
              <a:rPr lang="fr-FR" smtClean="0"/>
              <a:t>10-  CAR NOUS DONNE LA VICTOIRE; PAR LA PUISSANCE DE SA MAIN</a:t>
            </a:r>
          </a:p>
          <a:p>
            <a:r>
              <a:rPr lang="fr-FR" smtClean="0"/>
              <a:t>     For he's given us the victory</a:t>
            </a:r>
          </a:p>
          <a:p>
            <a:r>
              <a:rPr lang="fr-FR" smtClean="0"/>
              <a:t>     By the power of His hand</a:t>
            </a:r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LE ROCHER LE TOUT PUISSANT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He's the rock the mighty one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SA PUISSANCE NOUS REND TRIOMPHANT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And by His power we've overcome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LA BATAILLE EST DÉJÀ GAGNÉE; CAR IL COMBATTRA POUR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The battle is already won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Cause He will fight for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MES ENNEMIS IL DISPERSERA; ÔTERA CETTE MONTAGNE DEVANT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will scatter my enemies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Move the mountain in front of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MA VICTOIRE EST GARANTIE; CAR IL COMBATTRA POUR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Guarantees my victory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will fight for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6-  MON DIEU EST UN GRAND DIEU; ET IL COMBATTRA POUR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My God is a big God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He will fight for me	x4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J’AVANCE DANS LA BATAILLE; QU’IL A DÉJÀ REMPORTÉ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So I'm marching into a battle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That He's already won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PAR LA PUISSANCE DANS SA MAIN; ET UNE ÉPÉE DANS L’AUTRE MAIN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With all power in His right hand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And a sword in the other one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AUCUNE ARME NE PEUT PROSPÉRER; NI AUCUN ROYAUME RÉSISTER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There's no weapon that can prosper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And No kingdom can stand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CAR NOUS DONNE LA VICTOIRE; PAR LA PUISSANCE DE SA MAIN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For he's given us the victory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By the power of His hand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LE ROCHER LE TOUT PUISSANT</a:t>
            </a:r>
          </a:p>
          <a:p>
            <a:r>
              <a:rPr lang="fr-FR" smtClean="0"/>
              <a:t>     He's the rock the mighty one</a:t>
            </a:r>
          </a:p>
          <a:p>
            <a:r>
              <a:rPr lang="fr-FR" smtClean="0"/>
              <a:t>2-  SA PUISSANCE NOUS REND TRIOMPHANT</a:t>
            </a:r>
          </a:p>
          <a:p>
            <a:r>
              <a:rPr lang="fr-FR" smtClean="0"/>
              <a:t>     And by His power we've overcome</a:t>
            </a:r>
          </a:p>
          <a:p>
            <a:r>
              <a:rPr lang="fr-FR" smtClean="0"/>
              <a:t>3-  LA BATAILLE EST DÉJÀ GAGNÉE; CAR IL COMBATTRA POUR MOI</a:t>
            </a:r>
          </a:p>
          <a:p>
            <a:r>
              <a:rPr lang="fr-FR" smtClean="0"/>
              <a:t>     The battle is already won</a:t>
            </a:r>
          </a:p>
          <a:p>
            <a:r>
              <a:rPr lang="fr-FR" smtClean="0"/>
              <a:t>     Cause He will fight for me</a:t>
            </a:r>
          </a:p>
          <a:p>
            <a:endParaRPr lang="fr-FR" smtClean="0"/>
          </a:p>
          <a:p>
            <a:r>
              <a:rPr lang="fr-FR" smtClean="0"/>
              <a:t>4-  MES ENNEMIS IL DISPERSERA; ÔTERA CETTE MONTAGNE DEVANT MOI</a:t>
            </a:r>
          </a:p>
          <a:p>
            <a:r>
              <a:rPr lang="fr-FR" smtClean="0"/>
              <a:t>     He will scatter my enemies</a:t>
            </a:r>
          </a:p>
          <a:p>
            <a:r>
              <a:rPr lang="fr-FR" smtClean="0"/>
              <a:t>     Move the mountain in front of me</a:t>
            </a:r>
          </a:p>
          <a:p>
            <a:r>
              <a:rPr lang="fr-FR" smtClean="0"/>
              <a:t>5-  MA VICTOIRE EST GARANTIE; CAR IL COMBATTRA POUR MOI</a:t>
            </a:r>
          </a:p>
          <a:p>
            <a:r>
              <a:rPr lang="fr-FR" smtClean="0"/>
              <a:t>     Guarantees my victory</a:t>
            </a:r>
          </a:p>
          <a:p>
            <a:r>
              <a:rPr lang="fr-FR" smtClean="0"/>
              <a:t>     He will fight for me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6-  MON DIEU EST UN GRAND DIEU; ET IL COMBATTRA POUR MOI</a:t>
            </a:r>
          </a:p>
          <a:p>
            <a:r>
              <a:rPr lang="fr-FR" smtClean="0"/>
              <a:t>	     My God is a big God</a:t>
            </a:r>
          </a:p>
          <a:p>
            <a:r>
              <a:rPr lang="fr-FR" smtClean="0"/>
              <a:t>	     He will fight for me	x4</a:t>
            </a:r>
          </a:p>
          <a:p>
            <a:endParaRPr lang="fr-FR" smtClean="0"/>
          </a:p>
          <a:p>
            <a:r>
              <a:rPr lang="fr-FR" smtClean="0"/>
              <a:t>7-  J’AVANCE DANS LA BATAILLE; QU’IL A DÉJÀ REMPORTÉ</a:t>
            </a:r>
          </a:p>
          <a:p>
            <a:r>
              <a:rPr lang="fr-FR" smtClean="0"/>
              <a:t>     So I'm marching into a battle</a:t>
            </a:r>
          </a:p>
          <a:p>
            <a:r>
              <a:rPr lang="fr-FR" smtClean="0"/>
              <a:t>     That He's already won</a:t>
            </a:r>
          </a:p>
          <a:p>
            <a:r>
              <a:rPr lang="fr-FR" smtClean="0"/>
              <a:t>8-  PAR LA PUISSANCE DANS SA MAIN; ET UNE ÉPÉE DANS L’AUTRE MAIN</a:t>
            </a:r>
          </a:p>
          <a:p>
            <a:r>
              <a:rPr lang="fr-FR" smtClean="0"/>
              <a:t>     With all power in His right hand</a:t>
            </a:r>
          </a:p>
          <a:p>
            <a:r>
              <a:rPr lang="fr-FR" smtClean="0"/>
              <a:t>     And a sword in the other one</a:t>
            </a:r>
          </a:p>
          <a:p>
            <a:endParaRPr lang="fr-FR" smtClean="0"/>
          </a:p>
          <a:p>
            <a:r>
              <a:rPr lang="fr-FR" smtClean="0"/>
              <a:t>9-  AUCUNE ARME NE PEUT PROSPÉRER; NI AUCUN ROYAUME RÉSISTER</a:t>
            </a:r>
          </a:p>
          <a:p>
            <a:r>
              <a:rPr lang="fr-FR" smtClean="0"/>
              <a:t>     There's no weapon that can prosper</a:t>
            </a:r>
          </a:p>
          <a:p>
            <a:r>
              <a:rPr lang="fr-FR" smtClean="0"/>
              <a:t>     And No kingdom can stand</a:t>
            </a:r>
          </a:p>
          <a:p>
            <a:r>
              <a:rPr lang="fr-FR" smtClean="0"/>
              <a:t>10-  CAR NOUS DONNE LA VICTOIRE; PAR LA PUISSANCE DE SA MAIN</a:t>
            </a:r>
          </a:p>
          <a:p>
            <a:r>
              <a:rPr lang="fr-FR" smtClean="0"/>
              <a:t>     For he's given us the victory</a:t>
            </a:r>
          </a:p>
          <a:p>
            <a:r>
              <a:rPr lang="fr-FR" smtClean="0"/>
              <a:t>     By the power of His hand</a:t>
            </a:r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LE ROCHER LE TOUT PUISSANT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He's the rock the mighty one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SA PUISSANCE NOUS REND TRIOMPHANT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And by His power we've overcome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LA BATAILLE EST DÉJÀ GAGNÉE; CAR IL COMBATTRA POUR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The battle is already won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Cause He will fight for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MES ENNEMIS IL DISPERSERA; ÔTERA CETTE MONTAGNE DEVANT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will scatter my enemies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Move the mountain in front of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MA VICTOIRE EST GARANTIE; CAR IL COMBATTRA POUR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Guarantees my victory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will fight for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6-  MON DIEU EST UN GRAND DIEU; ET IL COMBATTRA POUR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My God is a big God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He will fight for me	x4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J’AVANCE DANS LA BATAILLE; QU’IL A DÉJÀ REMPORTÉ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So I'm marching into a battle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That He's already won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PAR LA PUISSANCE DANS SA MAIN; ET UNE ÉPÉE DANS L’AUTRE MAIN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With all power in His right hand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And a sword in the other one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AUCUNE ARME NE PEUT PROSPÉRER; NI AUCUN ROYAUME RÉSISTER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There's no weapon that can prosper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And No kingdom can stand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CAR NOUS DONNE LA VICTOIRE; PAR LA PUISSANCE DE SA MAIN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For he's given us the victory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By the power of His hand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LE ROCHER LE TOUT PUISSANT</a:t>
            </a:r>
          </a:p>
          <a:p>
            <a:r>
              <a:rPr lang="fr-FR" smtClean="0"/>
              <a:t>     He's the rock the mighty one</a:t>
            </a:r>
          </a:p>
          <a:p>
            <a:r>
              <a:rPr lang="fr-FR" smtClean="0"/>
              <a:t>2-  SA PUISSANCE NOUS REND TRIOMPHANT</a:t>
            </a:r>
          </a:p>
          <a:p>
            <a:r>
              <a:rPr lang="fr-FR" smtClean="0"/>
              <a:t>     And by His power we've overcome</a:t>
            </a:r>
          </a:p>
          <a:p>
            <a:r>
              <a:rPr lang="fr-FR" smtClean="0"/>
              <a:t>3-  LA BATAILLE EST DÉJÀ GAGNÉE; CAR IL COMBATTRA POUR MOI</a:t>
            </a:r>
          </a:p>
          <a:p>
            <a:r>
              <a:rPr lang="fr-FR" smtClean="0"/>
              <a:t>     The battle is already won</a:t>
            </a:r>
          </a:p>
          <a:p>
            <a:r>
              <a:rPr lang="fr-FR" smtClean="0"/>
              <a:t>     Cause He will fight for me</a:t>
            </a:r>
          </a:p>
          <a:p>
            <a:endParaRPr lang="fr-FR" smtClean="0"/>
          </a:p>
          <a:p>
            <a:r>
              <a:rPr lang="fr-FR" smtClean="0"/>
              <a:t>4-  MES ENNEMIS IL DISPERSERA; ÔTERA CETTE MONTAGNE DEVANT MOI</a:t>
            </a:r>
          </a:p>
          <a:p>
            <a:r>
              <a:rPr lang="fr-FR" smtClean="0"/>
              <a:t>     He will scatter my enemies</a:t>
            </a:r>
          </a:p>
          <a:p>
            <a:r>
              <a:rPr lang="fr-FR" smtClean="0"/>
              <a:t>     Move the mountain in front of me</a:t>
            </a:r>
          </a:p>
          <a:p>
            <a:r>
              <a:rPr lang="fr-FR" smtClean="0"/>
              <a:t>5-  MA VICTOIRE EST GARANTIE; CAR IL COMBATTRA POUR MOI</a:t>
            </a:r>
          </a:p>
          <a:p>
            <a:r>
              <a:rPr lang="fr-FR" smtClean="0"/>
              <a:t>     Guarantees my victory</a:t>
            </a:r>
          </a:p>
          <a:p>
            <a:r>
              <a:rPr lang="fr-FR" smtClean="0"/>
              <a:t>     He will fight for me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6-  MON DIEU EST UN GRAND DIEU; ET IL COMBATTRA POUR MOI</a:t>
            </a:r>
          </a:p>
          <a:p>
            <a:r>
              <a:rPr lang="fr-FR" smtClean="0"/>
              <a:t>	     My God is a big God</a:t>
            </a:r>
          </a:p>
          <a:p>
            <a:r>
              <a:rPr lang="fr-FR" smtClean="0"/>
              <a:t>	     He will fight for me	x4</a:t>
            </a:r>
          </a:p>
          <a:p>
            <a:endParaRPr lang="fr-FR" smtClean="0"/>
          </a:p>
          <a:p>
            <a:r>
              <a:rPr lang="fr-FR" smtClean="0"/>
              <a:t>7-  J’AVANCE DANS LA BATAILLE; QU’IL A DÉJÀ REMPORTÉ</a:t>
            </a:r>
          </a:p>
          <a:p>
            <a:r>
              <a:rPr lang="fr-FR" smtClean="0"/>
              <a:t>     So I'm marching into a battle</a:t>
            </a:r>
          </a:p>
          <a:p>
            <a:r>
              <a:rPr lang="fr-FR" smtClean="0"/>
              <a:t>     That He's already won</a:t>
            </a:r>
          </a:p>
          <a:p>
            <a:r>
              <a:rPr lang="fr-FR" smtClean="0"/>
              <a:t>8-  PAR LA PUISSANCE DANS SA MAIN; ET UNE ÉPÉE DANS L’AUTRE MAIN</a:t>
            </a:r>
          </a:p>
          <a:p>
            <a:r>
              <a:rPr lang="fr-FR" smtClean="0"/>
              <a:t>     With all power in His right hand</a:t>
            </a:r>
          </a:p>
          <a:p>
            <a:r>
              <a:rPr lang="fr-FR" smtClean="0"/>
              <a:t>     And a sword in the other one</a:t>
            </a:r>
          </a:p>
          <a:p>
            <a:endParaRPr lang="fr-FR" smtClean="0"/>
          </a:p>
          <a:p>
            <a:r>
              <a:rPr lang="fr-FR" smtClean="0"/>
              <a:t>9-  AUCUNE ARME NE PEUT PROSPÉRER; NI AUCUN ROYAUME RÉSISTER</a:t>
            </a:r>
          </a:p>
          <a:p>
            <a:r>
              <a:rPr lang="fr-FR" smtClean="0"/>
              <a:t>     There's no weapon that can prosper</a:t>
            </a:r>
          </a:p>
          <a:p>
            <a:r>
              <a:rPr lang="fr-FR" smtClean="0"/>
              <a:t>     And No kingdom can stand</a:t>
            </a:r>
          </a:p>
          <a:p>
            <a:r>
              <a:rPr lang="fr-FR" smtClean="0"/>
              <a:t>10-  CAR NOUS DONNE LA VICTOIRE; PAR LA PUISSANCE DE SA MAIN</a:t>
            </a:r>
          </a:p>
          <a:p>
            <a:r>
              <a:rPr lang="fr-FR" smtClean="0"/>
              <a:t>     For he's given us the victory</a:t>
            </a:r>
          </a:p>
          <a:p>
            <a:r>
              <a:rPr lang="fr-FR" smtClean="0"/>
              <a:t>     By the power of His hand</a:t>
            </a:r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LE ROCHER LE TOUT PUISSANT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He's the rock the mighty one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SA PUISSANCE NOUS REND TRIOMPHANT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And by His power we've overcome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LA BATAILLE EST DÉJÀ GAGNÉE; CAR IL COMBATTRA POUR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The battle is already won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Cause He will fight for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MES ENNEMIS IL DISPERSERA; ÔTERA CETTE MONTAGNE DEVANT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will scatter my enemies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Move the mountain in front of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MA VICTOIRE EST GARANTIE; CAR IL COMBATTRA POUR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Guarantees my victory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will fight for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6-  MON DIEU EST UN GRAND DIEU; ET IL COMBATTRA POUR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My God is a big God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He will fight for me	x4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J’AVANCE DANS LA BATAILLE; QU’IL A DÉJÀ REMPORTÉ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So I'm marching into a battle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That He's already won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PAR LA PUISSANCE DANS SA MAIN; ET UNE ÉPÉE DANS L’AUTRE MAIN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With all power in His right hand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And a sword in the other one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AUCUNE ARME NE PEUT PROSPÉRER; NI AUCUN ROYAUME RÉSISTER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There's no weapon that can prosper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And No kingdom can stand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CAR NOUS DONNE LA VICTOIRE; PAR LA PUISSANCE DE SA MAIN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For he's given us the victory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By the power of His hand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LE ROCHER LE TOUT PUISSANT</a:t>
            </a:r>
          </a:p>
          <a:p>
            <a:r>
              <a:rPr lang="fr-FR" smtClean="0"/>
              <a:t>     He's the rock the mighty one</a:t>
            </a:r>
          </a:p>
          <a:p>
            <a:r>
              <a:rPr lang="fr-FR" smtClean="0"/>
              <a:t>2-  SA PUISSANCE NOUS REND TRIOMPHANT</a:t>
            </a:r>
          </a:p>
          <a:p>
            <a:r>
              <a:rPr lang="fr-FR" smtClean="0"/>
              <a:t>     And by His power we've overcome</a:t>
            </a:r>
          </a:p>
          <a:p>
            <a:r>
              <a:rPr lang="fr-FR" smtClean="0"/>
              <a:t>3-  LA BATAILLE EST DÉJÀ GAGNÉE; CAR IL COMBATTRA POUR MOI</a:t>
            </a:r>
          </a:p>
          <a:p>
            <a:r>
              <a:rPr lang="fr-FR" smtClean="0"/>
              <a:t>     The battle is already won</a:t>
            </a:r>
          </a:p>
          <a:p>
            <a:r>
              <a:rPr lang="fr-FR" smtClean="0"/>
              <a:t>     Cause He will fight for me</a:t>
            </a:r>
          </a:p>
          <a:p>
            <a:endParaRPr lang="fr-FR" smtClean="0"/>
          </a:p>
          <a:p>
            <a:r>
              <a:rPr lang="fr-FR" smtClean="0"/>
              <a:t>4-  MES ENNEMIS IL DISPERSERA; ÔTERA CETTE MONTAGNE DEVANT MOI</a:t>
            </a:r>
          </a:p>
          <a:p>
            <a:r>
              <a:rPr lang="fr-FR" smtClean="0"/>
              <a:t>     He will scatter my enemies</a:t>
            </a:r>
          </a:p>
          <a:p>
            <a:r>
              <a:rPr lang="fr-FR" smtClean="0"/>
              <a:t>     Move the mountain in front of me</a:t>
            </a:r>
          </a:p>
          <a:p>
            <a:r>
              <a:rPr lang="fr-FR" smtClean="0"/>
              <a:t>5-  MA VICTOIRE EST GARANTIE; CAR IL COMBATTRA POUR MOI</a:t>
            </a:r>
          </a:p>
          <a:p>
            <a:r>
              <a:rPr lang="fr-FR" smtClean="0"/>
              <a:t>     Guarantees my victory</a:t>
            </a:r>
          </a:p>
          <a:p>
            <a:r>
              <a:rPr lang="fr-FR" smtClean="0"/>
              <a:t>     He will fight for me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6-  MON DIEU EST UN GRAND DIEU; ET IL COMBATTRA POUR MOI</a:t>
            </a:r>
          </a:p>
          <a:p>
            <a:r>
              <a:rPr lang="fr-FR" smtClean="0"/>
              <a:t>	     My God is a big God</a:t>
            </a:r>
          </a:p>
          <a:p>
            <a:r>
              <a:rPr lang="fr-FR" smtClean="0"/>
              <a:t>	     He will fight for me	x4</a:t>
            </a:r>
          </a:p>
          <a:p>
            <a:endParaRPr lang="fr-FR" smtClean="0"/>
          </a:p>
          <a:p>
            <a:r>
              <a:rPr lang="fr-FR" smtClean="0"/>
              <a:t>7-  J’AVANCE DANS LA BATAILLE; QU’IL A DÉJÀ REMPORTÉ</a:t>
            </a:r>
          </a:p>
          <a:p>
            <a:r>
              <a:rPr lang="fr-FR" smtClean="0"/>
              <a:t>     So I'm marching into a battle</a:t>
            </a:r>
          </a:p>
          <a:p>
            <a:r>
              <a:rPr lang="fr-FR" smtClean="0"/>
              <a:t>     That He's already won</a:t>
            </a:r>
          </a:p>
          <a:p>
            <a:r>
              <a:rPr lang="fr-FR" smtClean="0"/>
              <a:t>8-  PAR LA PUISSANCE DANS SA MAIN; ET UNE ÉPÉE DANS L’AUTRE MAIN</a:t>
            </a:r>
          </a:p>
          <a:p>
            <a:r>
              <a:rPr lang="fr-FR" smtClean="0"/>
              <a:t>     With all power in His right hand</a:t>
            </a:r>
          </a:p>
          <a:p>
            <a:r>
              <a:rPr lang="fr-FR" smtClean="0"/>
              <a:t>     And a sword in the other one</a:t>
            </a:r>
          </a:p>
          <a:p>
            <a:endParaRPr lang="fr-FR" smtClean="0"/>
          </a:p>
          <a:p>
            <a:r>
              <a:rPr lang="fr-FR" smtClean="0"/>
              <a:t>9-  AUCUNE ARME NE PEUT PROSPÉRER; NI AUCUN ROYAUME RÉSISTER</a:t>
            </a:r>
          </a:p>
          <a:p>
            <a:r>
              <a:rPr lang="fr-FR" smtClean="0"/>
              <a:t>     There's no weapon that can prosper</a:t>
            </a:r>
          </a:p>
          <a:p>
            <a:r>
              <a:rPr lang="fr-FR" smtClean="0"/>
              <a:t>     And No kingdom can stand</a:t>
            </a:r>
          </a:p>
          <a:p>
            <a:r>
              <a:rPr lang="fr-FR" smtClean="0"/>
              <a:t>10-  CAR NOUS DONNE LA VICTOIRE; PAR LA PUISSANCE DE SA MAIN</a:t>
            </a:r>
          </a:p>
          <a:p>
            <a:r>
              <a:rPr lang="fr-FR" smtClean="0"/>
              <a:t>     For he's given us the victory</a:t>
            </a:r>
          </a:p>
          <a:p>
            <a:r>
              <a:rPr lang="fr-FR" smtClean="0"/>
              <a:t>     By the power of His hand</a:t>
            </a:r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LE ROCHER LE TOUT PUISSANT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He's the rock the mighty one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SA PUISSANCE NOUS REND TRIOMPHANT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And by His power we've overcome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LA BATAILLE EST DÉJÀ GAGNÉE; CAR IL COMBATTRA POUR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The battle is already won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Cause He will fight for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MES ENNEMIS IL DISPERSERA; ÔTERA CETTE MONTAGNE DEVANT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will scatter my enemies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Move the mountain in front of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MA VICTOIRE EST GARANTIE; CAR IL COMBATTRA POUR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Guarantees my victory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will fight for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6-  MON DIEU EST UN GRAND DIEU; ET IL COMBATTRA POUR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My God is a big God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He will fight for me	x4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J’AVANCE DANS LA BATAILLE; QU’IL A DÉJÀ REMPORTÉ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So I'm marching into a battle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That He's already won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PAR LA PUISSANCE DANS SA MAIN; ET UNE ÉPÉE DANS L’AUTRE MAIN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With all power in His right hand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And a sword in the other one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AUCUNE ARME NE PEUT PROSPÉRER; NI AUCUN ROYAUME RÉSISTER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There's no weapon that can prosper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And No kingdom can stand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CAR NOUS DONNE LA VICTOIRE; PAR LA PUISSANCE DE SA MAIN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For he's given us the victory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By the power of His hand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LE ROCHER LE TOUT PUISSANT</a:t>
            </a:r>
          </a:p>
          <a:p>
            <a:r>
              <a:rPr lang="fr-FR" smtClean="0"/>
              <a:t>     He's the rock the mighty one</a:t>
            </a:r>
          </a:p>
          <a:p>
            <a:r>
              <a:rPr lang="fr-FR" smtClean="0"/>
              <a:t>2-  SA PUISSANCE NOUS REND TRIOMPHANT</a:t>
            </a:r>
          </a:p>
          <a:p>
            <a:r>
              <a:rPr lang="fr-FR" smtClean="0"/>
              <a:t>     And by His power we've overcome</a:t>
            </a:r>
          </a:p>
          <a:p>
            <a:r>
              <a:rPr lang="fr-FR" smtClean="0"/>
              <a:t>3-  LA BATAILLE EST DÉJÀ GAGNÉE; CAR IL COMBATTRA POUR MOI</a:t>
            </a:r>
          </a:p>
          <a:p>
            <a:r>
              <a:rPr lang="fr-FR" smtClean="0"/>
              <a:t>     The battle is already won</a:t>
            </a:r>
          </a:p>
          <a:p>
            <a:r>
              <a:rPr lang="fr-FR" smtClean="0"/>
              <a:t>     Cause He will fight for me</a:t>
            </a:r>
          </a:p>
          <a:p>
            <a:endParaRPr lang="fr-FR" smtClean="0"/>
          </a:p>
          <a:p>
            <a:r>
              <a:rPr lang="fr-FR" smtClean="0"/>
              <a:t>4-  MES ENNEMIS IL DISPERSERA; ÔTERA CETTE MONTAGNE DEVANT MOI</a:t>
            </a:r>
          </a:p>
          <a:p>
            <a:r>
              <a:rPr lang="fr-FR" smtClean="0"/>
              <a:t>     He will scatter my enemies</a:t>
            </a:r>
          </a:p>
          <a:p>
            <a:r>
              <a:rPr lang="fr-FR" smtClean="0"/>
              <a:t>     Move the mountain in front of me</a:t>
            </a:r>
          </a:p>
          <a:p>
            <a:r>
              <a:rPr lang="fr-FR" smtClean="0"/>
              <a:t>5-  MA VICTOIRE EST GARANTIE; CAR IL COMBATTRA POUR MOI</a:t>
            </a:r>
          </a:p>
          <a:p>
            <a:r>
              <a:rPr lang="fr-FR" smtClean="0"/>
              <a:t>     Guarantees my victory</a:t>
            </a:r>
          </a:p>
          <a:p>
            <a:r>
              <a:rPr lang="fr-FR" smtClean="0"/>
              <a:t>     He will fight for me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6-  MON DIEU EST UN GRAND DIEU; ET IL COMBATTRA POUR MOI</a:t>
            </a:r>
          </a:p>
          <a:p>
            <a:r>
              <a:rPr lang="fr-FR" smtClean="0"/>
              <a:t>	     My God is a big God</a:t>
            </a:r>
          </a:p>
          <a:p>
            <a:r>
              <a:rPr lang="fr-FR" smtClean="0"/>
              <a:t>	     He will fight for me	x4</a:t>
            </a:r>
          </a:p>
          <a:p>
            <a:endParaRPr lang="fr-FR" smtClean="0"/>
          </a:p>
          <a:p>
            <a:r>
              <a:rPr lang="fr-FR" smtClean="0"/>
              <a:t>7-  J’AVANCE DANS LA BATAILLE; QU’IL A DÉJÀ REMPORTÉ</a:t>
            </a:r>
          </a:p>
          <a:p>
            <a:r>
              <a:rPr lang="fr-FR" smtClean="0"/>
              <a:t>     So I'm marching into a battle</a:t>
            </a:r>
          </a:p>
          <a:p>
            <a:r>
              <a:rPr lang="fr-FR" smtClean="0"/>
              <a:t>     That He's already won</a:t>
            </a:r>
          </a:p>
          <a:p>
            <a:r>
              <a:rPr lang="fr-FR" smtClean="0"/>
              <a:t>8-  PAR LA PUISSANCE DANS SA MAIN; ET UNE ÉPÉE DANS L’AUTRE MAIN</a:t>
            </a:r>
          </a:p>
          <a:p>
            <a:r>
              <a:rPr lang="fr-FR" smtClean="0"/>
              <a:t>     With all power in His right hand</a:t>
            </a:r>
          </a:p>
          <a:p>
            <a:r>
              <a:rPr lang="fr-FR" smtClean="0"/>
              <a:t>     And a sword in the other one</a:t>
            </a:r>
          </a:p>
          <a:p>
            <a:endParaRPr lang="fr-FR" smtClean="0"/>
          </a:p>
          <a:p>
            <a:r>
              <a:rPr lang="fr-FR" smtClean="0"/>
              <a:t>9-  AUCUNE ARME NE PEUT PROSPÉRER; NI AUCUN ROYAUME RÉSISTER</a:t>
            </a:r>
          </a:p>
          <a:p>
            <a:r>
              <a:rPr lang="fr-FR" smtClean="0"/>
              <a:t>     There's no weapon that can prosper</a:t>
            </a:r>
          </a:p>
          <a:p>
            <a:r>
              <a:rPr lang="fr-FR" smtClean="0"/>
              <a:t>     And No kingdom can stand</a:t>
            </a:r>
          </a:p>
          <a:p>
            <a:r>
              <a:rPr lang="fr-FR" smtClean="0"/>
              <a:t>10-  CAR NOUS DONNE LA VICTOIRE; PAR LA PUISSANCE DE SA MAIN</a:t>
            </a:r>
          </a:p>
          <a:p>
            <a:r>
              <a:rPr lang="fr-FR" smtClean="0"/>
              <a:t>     For he's given us the victory</a:t>
            </a:r>
          </a:p>
          <a:p>
            <a:r>
              <a:rPr lang="fr-FR" smtClean="0"/>
              <a:t>     By the power of His hand</a:t>
            </a:r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LE ROCHER LE TOUT PUISSANT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He's the rock the mighty one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SA PUISSANCE NOUS REND TRIOMPHANT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And by His power we've overcome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LA BATAILLE EST DÉJÀ GAGNÉE; CAR IL COMBATTRA POUR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The battle is already won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Cause He will fight for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MES ENNEMIS IL DISPERSERA; ÔTERA CETTE MONTAGNE DEVANT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will scatter my enemies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Move the mountain in front of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MA VICTOIRE EST GARANTIE; CAR IL COMBATTRA POUR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Guarantees my victory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will fight for 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6-  MON DIEU EST UN GRAND DIEU; ET IL COMBATTRA POUR MOI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My God is a big God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He will fight for me	x4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J’AVANCE DANS LA BATAILLE; QU’IL A DÉJÀ REMPORTÉ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So I'm marching into a battle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That He's already won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PAR LA PUISSANCE DANS SA MAIN; ET UNE ÉPÉE DANS L’AUTRE MAIN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With all power in His right hand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And a sword in the other one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AUCUNE ARME NE PEUT PROSPÉRER; NI AUCUN ROYAUME RÉSISTER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There's no weapon that can prosper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And No kingdom can stand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CAR NOUS DONNE LA VICTOIRE; PAR LA PUISSANCE DE SA MAIN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For he's given us the victory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By the power of His hand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LE ROCHER LE TOUT PUISSANT</a:t>
            </a:r>
          </a:p>
          <a:p>
            <a:r>
              <a:rPr lang="fr-FR" smtClean="0"/>
              <a:t>     He's the rock the mighty one</a:t>
            </a:r>
          </a:p>
          <a:p>
            <a:r>
              <a:rPr lang="fr-FR" smtClean="0"/>
              <a:t>2-  SA PUISSANCE NOUS REND TRIOMPHANT</a:t>
            </a:r>
          </a:p>
          <a:p>
            <a:r>
              <a:rPr lang="fr-FR" smtClean="0"/>
              <a:t>     And by His power we've overcome</a:t>
            </a:r>
          </a:p>
          <a:p>
            <a:r>
              <a:rPr lang="fr-FR" smtClean="0"/>
              <a:t>3-  LA BATAILLE EST DÉJÀ GAGNÉE; CAR IL COMBATTRA POUR MOI</a:t>
            </a:r>
          </a:p>
          <a:p>
            <a:r>
              <a:rPr lang="fr-FR" smtClean="0"/>
              <a:t>     The battle is already won</a:t>
            </a:r>
          </a:p>
          <a:p>
            <a:r>
              <a:rPr lang="fr-FR" smtClean="0"/>
              <a:t>     Cause He will fight for me</a:t>
            </a:r>
          </a:p>
          <a:p>
            <a:endParaRPr lang="fr-FR" smtClean="0"/>
          </a:p>
          <a:p>
            <a:r>
              <a:rPr lang="fr-FR" smtClean="0"/>
              <a:t>4-  MES ENNEMIS IL DISPERSERA; ÔTERA CETTE MONTAGNE DEVANT MOI</a:t>
            </a:r>
          </a:p>
          <a:p>
            <a:r>
              <a:rPr lang="fr-FR" smtClean="0"/>
              <a:t>     He will scatter my enemies</a:t>
            </a:r>
          </a:p>
          <a:p>
            <a:r>
              <a:rPr lang="fr-FR" smtClean="0"/>
              <a:t>     Move the mountain in front of me</a:t>
            </a:r>
          </a:p>
          <a:p>
            <a:r>
              <a:rPr lang="fr-FR" smtClean="0"/>
              <a:t>5-  MA VICTOIRE EST GARANTIE; CAR IL COMBATTRA POUR MOI</a:t>
            </a:r>
          </a:p>
          <a:p>
            <a:r>
              <a:rPr lang="fr-FR" smtClean="0"/>
              <a:t>     Guarantees my victory</a:t>
            </a:r>
          </a:p>
          <a:p>
            <a:r>
              <a:rPr lang="fr-FR" smtClean="0"/>
              <a:t>     He will fight for me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6-  MON DIEU EST UN GRAND DIEU; ET IL COMBATTRA POUR MOI</a:t>
            </a:r>
          </a:p>
          <a:p>
            <a:r>
              <a:rPr lang="fr-FR" smtClean="0"/>
              <a:t>	     My God is a big God</a:t>
            </a:r>
          </a:p>
          <a:p>
            <a:r>
              <a:rPr lang="fr-FR" smtClean="0"/>
              <a:t>	     He will fight for me	x4</a:t>
            </a:r>
          </a:p>
          <a:p>
            <a:endParaRPr lang="fr-FR" smtClean="0"/>
          </a:p>
          <a:p>
            <a:r>
              <a:rPr lang="fr-FR" smtClean="0"/>
              <a:t>7-  J’AVANCE DANS LA BATAILLE; QU’IL A DÉJÀ REMPORTÉ</a:t>
            </a:r>
          </a:p>
          <a:p>
            <a:r>
              <a:rPr lang="fr-FR" smtClean="0"/>
              <a:t>     So I'm marching into a battle</a:t>
            </a:r>
          </a:p>
          <a:p>
            <a:r>
              <a:rPr lang="fr-FR" smtClean="0"/>
              <a:t>     That He's already won</a:t>
            </a:r>
          </a:p>
          <a:p>
            <a:r>
              <a:rPr lang="fr-FR" smtClean="0"/>
              <a:t>8-  PAR LA PUISSANCE DANS SA MAIN; ET UNE ÉPÉE DANS L’AUTRE MAIN</a:t>
            </a:r>
          </a:p>
          <a:p>
            <a:r>
              <a:rPr lang="fr-FR" smtClean="0"/>
              <a:t>     With all power in His right hand</a:t>
            </a:r>
          </a:p>
          <a:p>
            <a:r>
              <a:rPr lang="fr-FR" smtClean="0"/>
              <a:t>     And a sword in the other one</a:t>
            </a:r>
          </a:p>
          <a:p>
            <a:endParaRPr lang="fr-FR" smtClean="0"/>
          </a:p>
          <a:p>
            <a:r>
              <a:rPr lang="fr-FR" smtClean="0"/>
              <a:t>9-  AUCUNE ARME NE PEUT PROSPÉRER; NI AUCUN ROYAUME RÉSISTER</a:t>
            </a:r>
          </a:p>
          <a:p>
            <a:r>
              <a:rPr lang="fr-FR" smtClean="0"/>
              <a:t>     There's no weapon that can prosper</a:t>
            </a:r>
          </a:p>
          <a:p>
            <a:r>
              <a:rPr lang="fr-FR" smtClean="0"/>
              <a:t>     And No kingdom can stand</a:t>
            </a:r>
          </a:p>
          <a:p>
            <a:r>
              <a:rPr lang="fr-FR" smtClean="0"/>
              <a:t>10-  CAR NOUS DONNE LA VICTOIRE; PAR LA PUISSANCE DE SA MAIN</a:t>
            </a:r>
          </a:p>
          <a:p>
            <a:r>
              <a:rPr lang="fr-FR" smtClean="0"/>
              <a:t>     For he's given us the victory</a:t>
            </a:r>
          </a:p>
          <a:p>
            <a:r>
              <a:rPr lang="fr-FR" smtClean="0"/>
              <a:t>     By the power of His hand</a:t>
            </a:r>
          </a:p>
          <a:p>
            <a:endParaRPr lang="fr-FR" smtClean="0"/>
          </a:p>
          <a:p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02162D-A065-495B-A7A9-08789960FF2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92ABB4-E2BA-44A5-A016-7D7D65A5081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2A3140-46A3-46F7-9D11-F40B0447011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763EB7-2ECD-4F8B-899C-A2010E7A127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AC7182-6935-4F35-AD61-C1DFE019137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7EE18E-BEBA-4698-BB86-3DF3CB4EDAE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1D41B3-328C-43AD-9D04-44768EBC5F8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966FBD-80C6-4ED8-86A6-1D620C406BE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5B6D1B-67C3-4F94-A96F-C3526D9DEAA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52ABEE-EA91-4F1D-9623-4D30E0B2372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20ADD0-0053-41E1-A476-4E7F880285C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43AC8E25-C392-4930-8C66-DDBB5893359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LE ROCHER LE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TOUT-PUISSANT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2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SA PUISSANCE NOUS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REND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TRIOMPHANTS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075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LA BATAILLE EST DÉJÀ GAGNÉE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CAR IL COMBATTRA POUR MOI</a:t>
            </a:r>
          </a:p>
        </p:txBody>
      </p:sp>
      <p:sp>
        <p:nvSpPr>
          <p:cNvPr id="4099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MES ENNEMIS IL DISPERSERA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ÔTERA CETTE MONTAGNE DEVANT MOI</a:t>
            </a:r>
          </a:p>
          <a:p>
            <a:pPr algn="ctr" eaLnBrk="1" hangingPunct="1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5123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 VICTOIRE EST GARANTIE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CAR IL COMBATTRA POUR MOI</a:t>
            </a:r>
          </a:p>
        </p:txBody>
      </p:sp>
      <p:sp>
        <p:nvSpPr>
          <p:cNvPr id="6147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MON DIEU EST UN GRAND DIEU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IL COMBATTRA POUR MOI</a:t>
            </a:r>
          </a:p>
        </p:txBody>
      </p:sp>
      <p:sp>
        <p:nvSpPr>
          <p:cNvPr id="7171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J’AVANCE DANS LA BATAILLE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QU’IL A DÉJÀ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REMPORTÉE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8195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PAR LA PUISSANCE DANS SA MAIN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UNE ÉPÉE DANS L’AUTRE MAIN</a:t>
            </a:r>
          </a:p>
        </p:txBody>
      </p:sp>
      <p:sp>
        <p:nvSpPr>
          <p:cNvPr id="9219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AUCUNE ARME NE PEUT PROSPÉRER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NI AUCUN ROYAUME RÉSISTER</a:t>
            </a:r>
          </a:p>
        </p:txBody>
      </p:sp>
      <p:sp>
        <p:nvSpPr>
          <p:cNvPr id="10243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CAR 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 NOUS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DONNE LA VICTOIRE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PAR LA PUISSANCE DE SA MAIN</a:t>
            </a:r>
          </a:p>
        </p:txBody>
      </p:sp>
      <p:sp>
        <p:nvSpPr>
          <p:cNvPr id="11267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655</TotalTime>
  <Words>2029</Words>
  <Application>Microsoft Office PowerPoint</Application>
  <PresentationFormat>On-screen Show (4:3)</PresentationFormat>
  <Paragraphs>699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64</cp:revision>
  <dcterms:created xsi:type="dcterms:W3CDTF">2002-08-17T11:00:44Z</dcterms:created>
  <dcterms:modified xsi:type="dcterms:W3CDTF">2014-04-13T07:45:10Z</dcterms:modified>
</cp:coreProperties>
</file>