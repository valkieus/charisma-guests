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7" r:id="rId9"/>
    <p:sldId id="316" r:id="rId10"/>
    <p:sldId id="313" r:id="rId11"/>
    <p:sldId id="314" r:id="rId12"/>
    <p:sldId id="315" r:id="rId13"/>
    <p:sldId id="318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33564" autoAdjust="0"/>
  </p:normalViewPr>
  <p:slideViewPr>
    <p:cSldViewPr>
      <p:cViewPr>
        <p:scale>
          <a:sx n="40" d="100"/>
          <a:sy n="40" d="100"/>
        </p:scale>
        <p:origin x="-142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8815F69-410B-4F4C-9431-FD4EFB9D24F0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34BFD44-CD06-4BEE-9DBD-A13435F8F75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LE SEIGNEUR MON DIEU CHAQUE JOUR JE TE CHERCHERAI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are the Lord my God And daily I will seek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PRE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NE ME DÉÇOIS JAMAIS TU NE CHANGE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But you never fail me And you never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wanna know You more,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JE VEUX TE CONNAÎTRE JE VEUX TE CONNAÎTRE….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know You, wanna know You, wanna know You, wanna know Yeah I wanna know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TE CONNAÎTRE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Know You more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LE SEIGNEUR MON DIEU CHAQUE JOUR JE TE CHERCHERAI</a:t>
            </a:r>
          </a:p>
          <a:p>
            <a:r>
              <a:rPr lang="fr-FR" smtClean="0"/>
              <a:t>     You are the Lord my God And daily I will seek thee</a:t>
            </a:r>
          </a:p>
          <a:p>
            <a:r>
              <a:rPr lang="fr-FR" smtClean="0"/>
              <a:t>2-  FIDÈLE EST TON AMOUR</a:t>
            </a:r>
            <a:br>
              <a:rPr lang="fr-FR" smtClean="0"/>
            </a:br>
            <a:r>
              <a:rPr lang="fr-FR" smtClean="0"/>
              <a:t>     Faithful is Your love</a:t>
            </a:r>
            <a:br>
              <a:rPr lang="fr-FR" smtClean="0"/>
            </a:br>
            <a:r>
              <a:rPr lang="fr-FR" smtClean="0"/>
              <a:t>3-  TES BONTÉS NOUVELLES TOUT LES JOURS</a:t>
            </a:r>
            <a:br>
              <a:rPr lang="fr-FR" smtClean="0"/>
            </a:br>
            <a:r>
              <a:rPr lang="fr-FR" smtClean="0"/>
              <a:t>     And mercies new every morning                              x2</a:t>
            </a:r>
          </a:p>
          <a:p>
            <a:endParaRPr lang="fr-FR" smtClean="0"/>
          </a:p>
          <a:p>
            <a:r>
              <a:rPr lang="fr-FR" smtClean="0"/>
              <a:t>PRE REFRAIN</a:t>
            </a:r>
          </a:p>
          <a:p>
            <a:r>
              <a:rPr lang="fr-FR" smtClean="0"/>
              <a:t>4-  TU NE ME DÉÇOIS JAMAIS TU NE CHANGE JAMAIS</a:t>
            </a:r>
          </a:p>
          <a:p>
            <a:r>
              <a:rPr lang="fr-FR" smtClean="0"/>
              <a:t>     But you never fail me And you never change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	5-  JE VEUX TE CONNAÎTRE PLUS PLUS ENCORE</a:t>
            </a:r>
          </a:p>
          <a:p>
            <a:r>
              <a:rPr lang="fr-FR" smtClean="0"/>
              <a:t>                        I wanna know You more, know You more</a:t>
            </a:r>
          </a:p>
          <a:p>
            <a:r>
              <a:rPr lang="fr-FR" smtClean="0"/>
              <a:t>	6-  CHANTER UN NOUVEAU CHANT POUR LE SEIGNEUR</a:t>
            </a:r>
            <a:br>
              <a:rPr lang="fr-FR" smtClean="0"/>
            </a:br>
            <a:r>
              <a:rPr lang="fr-FR" smtClean="0"/>
              <a:t>                        Sing a new song to The Lord</a:t>
            </a:r>
          </a:p>
          <a:p>
            <a:r>
              <a:rPr lang="fr-FR" smtClean="0"/>
              <a:t>	7-  CHANTER QUE JE VEUX TE CONNAÎTRE PLUS</a:t>
            </a:r>
            <a:br>
              <a:rPr lang="fr-FR" smtClean="0"/>
            </a:br>
            <a:r>
              <a:rPr lang="fr-FR" smtClean="0"/>
              <a:t>                        Sing it out I wanna know You more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8-  JE VEUX CRIER DE JOIE À MON ROI CAR L’AMOUR EST VENU ET M’A DÉLIVRÉ</a:t>
            </a:r>
            <a:br>
              <a:rPr lang="fr-FR" smtClean="0"/>
            </a:br>
            <a:r>
              <a:rPr lang="fr-FR" smtClean="0"/>
              <a:t>                        I wanna shout for joy To my king For love has come and rescued me</a:t>
            </a:r>
          </a:p>
          <a:p>
            <a:r>
              <a:rPr lang="fr-FR" smtClean="0"/>
              <a:t>	9-  CHANTER QUE JE VEUX TE CONNAÎTRE PLUS</a:t>
            </a:r>
            <a:br>
              <a:rPr lang="fr-FR" smtClean="0"/>
            </a:br>
            <a:r>
              <a:rPr lang="fr-FR" smtClean="0"/>
              <a:t>                        Sing it out I wanna know You more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</a:t>
            </a:r>
          </a:p>
          <a:p>
            <a:r>
              <a:rPr lang="fr-FR" smtClean="0"/>
              <a:t>10-  ET JE VIS, OUI JE VIS C’EST POUR TOI QUE MON COEUR BAT</a:t>
            </a:r>
            <a:br>
              <a:rPr lang="fr-FR" smtClean="0"/>
            </a:br>
            <a:r>
              <a:rPr lang="fr-FR" smtClean="0"/>
              <a:t>       I’m alive I’m alive and its You my heart beats for</a:t>
            </a:r>
          </a:p>
          <a:p>
            <a:r>
              <a:rPr lang="fr-FR" smtClean="0"/>
              <a:t>11-  JE CRIS FORT QUE JE VIS POUR TE CONNAÎTRE PLUS ENCORE</a:t>
            </a:r>
            <a:br>
              <a:rPr lang="fr-FR" smtClean="0"/>
            </a:br>
            <a:r>
              <a:rPr lang="fr-FR" smtClean="0"/>
              <a:t>       Sing it out I’m alive and I wanna know You more</a:t>
            </a:r>
          </a:p>
          <a:p>
            <a:r>
              <a:rPr lang="fr-FR" smtClean="0"/>
              <a:t>12-  ET JE VEUX TE CONNAÎTRE JE VEUX TE CONNAÎTRE….</a:t>
            </a:r>
          </a:p>
          <a:p>
            <a:r>
              <a:rPr lang="fr-FR" smtClean="0"/>
              <a:t>      I wanna know You, wanna know You, wanna know You, wanna know Yeah I wanna know You</a:t>
            </a:r>
          </a:p>
          <a:p>
            <a:r>
              <a:rPr lang="fr-FR" smtClean="0"/>
              <a:t>13- TE CONNAÎTRE PLUS ENCORE</a:t>
            </a:r>
          </a:p>
          <a:p>
            <a:r>
              <a:rPr lang="fr-FR" smtClean="0"/>
              <a:t>      Know You more	x2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C46CD-EE99-4687-BC1F-6EBB59D22B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92800D-5AE0-4857-9BE2-A4B9134324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82D736-F076-4F39-90A6-6391F7223D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E8F6B-C6F2-42CB-83CC-186385655A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F42C1C-5585-4024-B6E0-6A873D802A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E5CD2-780A-4229-8531-9E9C8A2094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AEF88-1B81-4C2E-B22B-A627F620C7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FCB0A-2784-45A2-AB3D-13031D50FB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602E3-958B-4A3A-84C0-B6888997DD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BB728-8B59-4429-A849-1717B021C7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93836-8CF4-43C0-AA53-EC31D73198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E62C39C-04FD-4F89-83DC-E2145DC3D0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SEIGNEUR MON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JOUR, JE TE CHERCHERAI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FIDÈLE EST TON 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BONTÉS NOUVELLES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TOUS LES JOURS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NE ME DÉÇOIS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NE CHANGES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CONNAÎTRE PLUS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ENCORE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 UN NOUVEAU CHANT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 QUE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CONNAÎTRE PLUS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CRIER DE JOIE À MON ROI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L’AMOUR EST VENU ET M’A DÉLIVRÉ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 QUE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CONNAÎTRE PLUS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VIS, OUI JE VIS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POUR TOI QUE MON CŒUR BAT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CRIE FORT QUE JE VIS POUR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CONNAÎTRE PLUS ENCORE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VEUX TE CONNAÎTRE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CONNAÎTRE….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CONNAÎTRE PLUS ENCORE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3101</TotalTime>
  <Words>842</Words>
  <Application>Microsoft Office PowerPoint</Application>
  <PresentationFormat>On-screen Show (4:3)</PresentationFormat>
  <Paragraphs>585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TU ES LE SEIGNEUR MON DIEU CHAQUE JOUR, JE TE CHERCHERAI    </vt:lpstr>
      <vt:lpstr>FIDÈLE EST TON AMOUR   </vt:lpstr>
      <vt:lpstr>TES BONTÉS NOUVELLES  TOUS LES JOURS     </vt:lpstr>
      <vt:lpstr>TU NE ME DÉÇOIS JAMAIS TU NE CHANGES JAMAIS   </vt:lpstr>
      <vt:lpstr>JE VEUX TE CONNAÎTRE PLUS PLUS ENCORE </vt:lpstr>
      <vt:lpstr>CHANTER UN NOUVEAU CHANT  POUR LE SEIGNEUR   </vt:lpstr>
      <vt:lpstr>CHANTER QUE JE VEUX TE CONNAÎTRE PLUS   </vt:lpstr>
      <vt:lpstr>JE VEUX CRIER DE JOIE À MON ROI CAR L’AMOUR EST VENU ET M’A DÉLIVRÉ  </vt:lpstr>
      <vt:lpstr>CHANTER QUE JE VEUX TE CONNAÎTRE PLUS   </vt:lpstr>
      <vt:lpstr>ET JE VIS, OUI JE VIS C’EST POUR TOI QUE MON CŒUR BAT  </vt:lpstr>
      <vt:lpstr>JE CRIE FORT QUE JE VIS POUR TE CONNAÎTRE PLUS ENCORE   </vt:lpstr>
      <vt:lpstr>ET JE VEUX TE CONNAÎTRE JE VEUX TE CONNAÎTRE….  </vt:lpstr>
      <vt:lpstr>TE CONNAÎTRE PLUS ENCORE  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140</cp:revision>
  <dcterms:created xsi:type="dcterms:W3CDTF">2002-08-17T10:50:50Z</dcterms:created>
  <dcterms:modified xsi:type="dcterms:W3CDTF">2014-04-13T07:50:20Z</dcterms:modified>
</cp:coreProperties>
</file>