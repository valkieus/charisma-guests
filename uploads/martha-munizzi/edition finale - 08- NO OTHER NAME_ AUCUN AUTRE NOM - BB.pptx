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4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BCA009D-DB3C-4F8F-A4BD-5F0EB5E8D74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A1E610E-0726-4A1A-9485-2902977CA78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PARFAIT EN TOUTES CHOSES AMI SI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Perfect through it all faithful constant friend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PÈRE ET FILS MON DIEU TU SAIS MA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Father, Son, My God You Know My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GUÉRIS MON CŒUR TU AS VAINCU PAR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Healer Of My Heart You Conquered By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4-  MON PÉCHÉ MA HONTE NE SONT PLUS GRÂCE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My sin my shame is gone because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NUL AUTRE NOM NE ME REND LIBRE NUL AUTRE NOM NE ME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Set Me Free No Other Name Can Heal My Disease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NUL AUTRE NOM NE PEUT ME JUSTIFIER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By Which I’m Justified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Can Heal My Heart My Hope Will Rest In All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NUL AUTRE NOM NE ME REDONE LA VIE QUE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No Other Name That Brings Me Back To Life But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NUL AUTRE NOM NE M’A SAUVÉ NUL AUTRE NOM NE M’A GUÉRI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 Other Name By Which I’m Saved No Other Name By Which I’m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PARFAIT EN TOUTES CHOSES AMI SI FIDÈLE</a:t>
            </a:r>
          </a:p>
          <a:p>
            <a:r>
              <a:rPr lang="fr-FR" smtClean="0"/>
              <a:t>     Perfect through it all faithful constant friend</a:t>
            </a:r>
          </a:p>
          <a:p>
            <a:r>
              <a:rPr lang="fr-FR" smtClean="0"/>
              <a:t>2-  PÈRE ET FILS MON DIEU TU SAIS MA PEINE</a:t>
            </a:r>
          </a:p>
          <a:p>
            <a:r>
              <a:rPr lang="fr-FR" smtClean="0"/>
              <a:t>     Father, Son, My God You Know My Pain</a:t>
            </a:r>
          </a:p>
          <a:p>
            <a:r>
              <a:rPr lang="fr-FR" smtClean="0"/>
              <a:t>3-  TU GUÉRIS MON CŒUR TU AS VAINCU PAR LA CROIX</a:t>
            </a:r>
          </a:p>
          <a:p>
            <a:r>
              <a:rPr lang="fr-FR" smtClean="0"/>
              <a:t>      Healer Of My Heart You Conquered By The Cross</a:t>
            </a:r>
          </a:p>
          <a:p>
            <a:r>
              <a:rPr lang="fr-FR" smtClean="0"/>
              <a:t> 4-  MON PÉCHÉ MA HONTE NE SONT PLUS GRÂCE À TOI</a:t>
            </a:r>
          </a:p>
          <a:p>
            <a:r>
              <a:rPr lang="fr-FR" smtClean="0"/>
              <a:t>      My sin my shame is gone because of you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NUL AUTRE NOM NE ME REND LIBRE NUL AUTRE NOM NE ME GUÉRI</a:t>
            </a:r>
          </a:p>
          <a:p>
            <a:r>
              <a:rPr lang="fr-FR" smtClean="0"/>
              <a:t>                        No Other Name Can Set Me Free No Other Name Can Heal My Disease</a:t>
            </a:r>
          </a:p>
          <a:p>
            <a:r>
              <a:rPr lang="fr-FR" smtClean="0"/>
              <a:t>	6-  NUL AUTRE NOM NE PEUT ME JUSTIFIER QUE TON NOM</a:t>
            </a:r>
          </a:p>
          <a:p>
            <a:r>
              <a:rPr lang="fr-FR" smtClean="0"/>
              <a:t>                        No Other Name By Which I’m Justified But Your Name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7-  NUL AUTRE NOM N’APAISE MON CŒUR JE ME REPOSE EN QUI TU ES</a:t>
            </a:r>
          </a:p>
          <a:p>
            <a:r>
              <a:rPr lang="fr-FR" smtClean="0"/>
              <a:t>                        No Other Name Can Heal My Heart My Hope Will Rest In All You Are</a:t>
            </a:r>
          </a:p>
          <a:p>
            <a:r>
              <a:rPr lang="fr-FR" smtClean="0"/>
              <a:t>	8-  NUL AUTRE NOM NE ME REDONE LA VIE QUE TON NOM</a:t>
            </a:r>
          </a:p>
          <a:p>
            <a:r>
              <a:rPr lang="fr-FR" smtClean="0"/>
              <a:t>                        No Other Name That Brings Me Back To Life But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PONT</a:t>
            </a:r>
          </a:p>
          <a:p>
            <a:r>
              <a:rPr lang="fr-FR" smtClean="0"/>
              <a:t>9-  NUL AUTRE NOM NE M’A SAUVÉ NUL AUTRE NOM NE M’A GUÉRI</a:t>
            </a:r>
          </a:p>
          <a:p>
            <a:r>
              <a:rPr lang="fr-FR" smtClean="0"/>
              <a:t>     No Other Name By Which I’m Saved No Other Name By Which I’m Healed</a:t>
            </a:r>
          </a:p>
          <a:p>
            <a:r>
              <a:rPr lang="fr-FR" smtClean="0"/>
              <a:t>10-  NUL AUTRE NOM QUE LE NOM DE JÉSUS, JÉSUS, JÉSUS</a:t>
            </a:r>
            <a:br>
              <a:rPr lang="fr-FR" smtClean="0"/>
            </a:br>
            <a:r>
              <a:rPr lang="fr-FR" smtClean="0"/>
              <a:t>       No Other Than The Name Of Jesus, Jesus, Jesus 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6090-30BF-42F3-8A6E-909F462D44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13A1A-8CF3-408D-BA7B-E8BCA0E5B9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4FB7B-7351-4C43-BA70-E8159E36DE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60D83-F754-4A3B-8BBE-05C24A4CEB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E4D02-060D-4098-AFA5-44F658830B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46EB0-B701-4E8F-BD33-2F0EDACD8F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26F25-BA3A-4DE9-9698-9A2975A256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4F0B2-3922-4379-B023-663CB78674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9691-DADC-428B-B9EE-1E0C00E199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55E5-B31D-4BC9-BAC2-0F87DA13E3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9968C-868C-405B-81DF-217575AE34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55CEB74-1C71-4D9C-9327-2B5A8DC17C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PARFAIT EN TOUTES CHOSES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 SI FIDÈLE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 ET FILS, MON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 MA PEINE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GUÉRIS MON COEUR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VAINCU PAR LA CROIX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PÉCHÉ, MA HONTE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NE SONT PLUS GRÂCE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ME REND LIBRE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ME GUÉRIT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PEUT ME JUSTIFIER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N’APAISE MON COEUR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REPOSE EN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ME REDONNE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QUE TON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M’A SAUVÉ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NE M’A GUÉRIT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AUTRE NOM QUE LE NOM 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1218</Words>
  <Application>Microsoft Office PowerPoint</Application>
  <PresentationFormat>On-screen Show (4:3)</PresentationFormat>
  <Paragraphs>510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PARFAIT EN TOUTES CHOSES AMI SI FIDÈLE     </vt:lpstr>
      <vt:lpstr>PÈRE ET FILS, MON DIEU TU SAIS MA PEINE    </vt:lpstr>
      <vt:lpstr>TU GUÉRIS MON COEUR TU AS VAINCU PAR LA CROIX     </vt:lpstr>
      <vt:lpstr>MON PÉCHÉ, MA HONTE  NE SONT PLUS GRÂCE À TOI     </vt:lpstr>
      <vt:lpstr>NUL AUTRE NOM NE ME REND LIBRE NUL AUTRE NOM NE ME GUÉRIT       </vt:lpstr>
      <vt:lpstr>NUL AUTRE NOM NE PEUT ME JUSTIFIER QUE TON NOM      </vt:lpstr>
      <vt:lpstr>NUL AUTRE NOM N’APAISE MON COEUR JE ME REPOSE EN QUI TU ES       </vt:lpstr>
      <vt:lpstr>NUL AUTRE NOM NE ME REDONNE  LA VIE QUE TON NOM      </vt:lpstr>
      <vt:lpstr>NUL AUTRE NOM NE M’A SAUVÉ NUL AUTRE NOM NE M’A GUÉRIT       </vt:lpstr>
      <vt:lpstr>NUL AUTRE NOM QUE LE NOM DE JÉSUS, JÉSUS, JÉSUS    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138</cp:revision>
  <dcterms:created xsi:type="dcterms:W3CDTF">2002-08-17T10:50:50Z</dcterms:created>
  <dcterms:modified xsi:type="dcterms:W3CDTF">2014-04-13T07:47:54Z</dcterms:modified>
</cp:coreProperties>
</file>