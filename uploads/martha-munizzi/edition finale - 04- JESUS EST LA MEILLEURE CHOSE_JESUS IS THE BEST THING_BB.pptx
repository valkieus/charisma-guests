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05" r:id="rId2"/>
    <p:sldId id="306" r:id="rId3"/>
    <p:sldId id="307" r:id="rId4"/>
    <p:sldId id="321" r:id="rId5"/>
    <p:sldId id="308" r:id="rId6"/>
    <p:sldId id="316" r:id="rId7"/>
    <p:sldId id="309" r:id="rId8"/>
    <p:sldId id="310" r:id="rId9"/>
    <p:sldId id="311" r:id="rId10"/>
    <p:sldId id="312" r:id="rId11"/>
    <p:sldId id="322" r:id="rId12"/>
    <p:sldId id="323" r:id="rId1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36" autoAdjust="0"/>
    <p:restoredTop sz="41765" autoAdjust="0"/>
  </p:normalViewPr>
  <p:slideViewPr>
    <p:cSldViewPr>
      <p:cViewPr>
        <p:scale>
          <a:sx n="40" d="100"/>
          <a:sy n="40" d="100"/>
        </p:scale>
        <p:origin x="-19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06F42D3-A87A-4606-8DF3-17D0348957F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1C5674D-3301-45D1-A10E-15114FE8635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IL A PRIS MON PASSÉ, CE QUE J’AI FAIT DE MAL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took my old life and gave me new life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that I’d done wrong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IL L’A RENDU SI BON; IL M’A PRIS DES TÉNÈBRES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made is so right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Took me from darkness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JUSQU’À LA LUMIÈRE; QUAND JE N’ÉTAIS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Into the sunlight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When I was nothing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IL A FAIT DE MOI QUELQU’UN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turned me into something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SI TU AIMES JESUS; JE VEUX T’ENTENDRE CRIER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	     If you really love Him let me hear you holla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YEAH… YEAH… YEAH…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Yeah… Yeah… Yeah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JÉSUS EST LE PLUS BEAU CADEAU 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Jesus is the best thing that ever happened to me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AVEC UN TOUCHER IL M’A TANT 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With only one touch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He gave me so much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LE MÉRITE PAS MAIS IL DIT QUE JE LE VAUT BIEN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I don’t deserve it; He said I was worth 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IL ME DONNE LA JOIE ET ME REND HEUREUX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gives me joy and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makes me happy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SA VOIE IL M’A MONTRÉ ET JE VEUX DÉCLARER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showed me a better way, and now I’ve got to say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IL A PRIS MON PASSÉ, CE QUE J’AI FAIT DE MAL</a:t>
            </a:r>
          </a:p>
          <a:p>
            <a:r>
              <a:rPr lang="fr-FR" smtClean="0"/>
              <a:t>     He took my old life and gave me new life</a:t>
            </a:r>
          </a:p>
          <a:p>
            <a:r>
              <a:rPr lang="fr-FR" smtClean="0"/>
              <a:t>     All that I’d done wrong</a:t>
            </a:r>
          </a:p>
          <a:p>
            <a:r>
              <a:rPr lang="fr-FR" smtClean="0"/>
              <a:t>2-  IL L’A RENDU SI BON; IL M’A PRIS DES TÉNÈBRES</a:t>
            </a:r>
          </a:p>
          <a:p>
            <a:r>
              <a:rPr lang="fr-FR" smtClean="0"/>
              <a:t>     He made is so right</a:t>
            </a:r>
          </a:p>
          <a:p>
            <a:r>
              <a:rPr lang="fr-FR" smtClean="0"/>
              <a:t>     Took me from darkness</a:t>
            </a:r>
          </a:p>
          <a:p>
            <a:r>
              <a:rPr lang="fr-FR" smtClean="0"/>
              <a:t>3-  JUSQU’À LA LUMIÈRE; QUAND JE N’ÉTAIS RIEN</a:t>
            </a:r>
          </a:p>
          <a:p>
            <a:r>
              <a:rPr lang="fr-FR" smtClean="0"/>
              <a:t>     Into the sunlight</a:t>
            </a:r>
          </a:p>
          <a:p>
            <a:r>
              <a:rPr lang="fr-FR" smtClean="0"/>
              <a:t>     When I was nothing</a:t>
            </a:r>
          </a:p>
          <a:p>
            <a:r>
              <a:rPr lang="fr-FR" smtClean="0"/>
              <a:t>4-  IL A FAIT DE MOI QUELQU’UN</a:t>
            </a:r>
          </a:p>
          <a:p>
            <a:r>
              <a:rPr lang="fr-FR" smtClean="0"/>
              <a:t>     He turned me into something</a:t>
            </a:r>
          </a:p>
          <a:p>
            <a:endParaRPr lang="fr-FR" smtClean="0"/>
          </a:p>
          <a:p>
            <a:r>
              <a:rPr lang="fr-FR" smtClean="0"/>
              <a:t>	5-  SI TU AIMES JESUS; JE VEUX T’ENTENDRE CRIER</a:t>
            </a:r>
          </a:p>
          <a:p>
            <a:r>
              <a:rPr lang="fr-FR" smtClean="0"/>
              <a:t>    	     If you really love Him let me hear you holla</a:t>
            </a:r>
          </a:p>
          <a:p>
            <a:r>
              <a:rPr lang="fr-FR" smtClean="0"/>
              <a:t>	6-  YEAH… YEAH… YEAH…</a:t>
            </a:r>
          </a:p>
          <a:p>
            <a:r>
              <a:rPr lang="fr-FR" smtClean="0"/>
              <a:t>	     Yeah… Yeah… Yeah           x2</a:t>
            </a:r>
          </a:p>
          <a:p>
            <a:endParaRPr lang="fr-FR" smtClean="0"/>
          </a:p>
          <a:p>
            <a:r>
              <a:rPr lang="fr-FR" smtClean="0"/>
              <a:t>	7-  JÉSUS EST LE PLUS BEAU CADEAU DE MA VIE</a:t>
            </a:r>
          </a:p>
          <a:p>
            <a:r>
              <a:rPr lang="fr-FR" smtClean="0"/>
              <a:t>	Jesus is the best thing that ever happened to me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AVEC UN TOUCHER IL M’A TANT DONNÉ</a:t>
            </a:r>
          </a:p>
          <a:p>
            <a:r>
              <a:rPr lang="fr-FR" smtClean="0"/>
              <a:t>      With only one touch</a:t>
            </a:r>
          </a:p>
          <a:p>
            <a:r>
              <a:rPr lang="fr-FR" smtClean="0"/>
              <a:t>      He gave me so much</a:t>
            </a:r>
          </a:p>
          <a:p>
            <a:r>
              <a:rPr lang="fr-FR" smtClean="0"/>
              <a:t>9-  JE NE LE MÉRITE PAS MAIS IL DIT QUE JE LE VAUT BIEN</a:t>
            </a:r>
          </a:p>
          <a:p>
            <a:r>
              <a:rPr lang="fr-FR" smtClean="0"/>
              <a:t>       I don’t deserve it; He said I was worth it</a:t>
            </a:r>
          </a:p>
          <a:p>
            <a:r>
              <a:rPr lang="fr-FR" smtClean="0"/>
              <a:t>10-  IL ME DONNE LA JOIE ET ME REND HEUREUX</a:t>
            </a:r>
          </a:p>
          <a:p>
            <a:r>
              <a:rPr lang="fr-FR" smtClean="0"/>
              <a:t>       He gives me joy and </a:t>
            </a:r>
          </a:p>
          <a:p>
            <a:r>
              <a:rPr lang="fr-FR" smtClean="0"/>
              <a:t>       He makes me happy</a:t>
            </a:r>
          </a:p>
          <a:p>
            <a:r>
              <a:rPr lang="fr-FR" smtClean="0"/>
              <a:t>11-  SA VOIE IL M’A MONTRÉ ET JE VEUX DÉCLARER</a:t>
            </a:r>
          </a:p>
          <a:p>
            <a:r>
              <a:rPr lang="fr-FR" smtClean="0"/>
              <a:t>       He showed me a better way, and now I’ve got to say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IL A PRIS MON PASSÉ, CE QUE J’AI FAIT DE MAL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took my old life and gave me new life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that I’d done wrong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IL L’A RENDU SI BON; IL M’A PRIS DES TÉNÈBRES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made is so right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Took me from darkness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JUSQU’À LA LUMIÈRE; QUAND JE N’ÉTAIS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Into the sunlight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When I was nothing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IL A FAIT DE MOI QUELQU’UN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turned me into something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SI TU AIMES JESUS; JE VEUX T’ENTENDRE CRIER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	     If you really love Him let me hear you holla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YEAH… YEAH… YEAH…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Yeah… Yeah… Yeah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JÉSUS EST LE PLUS BEAU CADEAU 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Jesus is the best thing that ever happened to me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AVEC UN TOUCHER IL M’A TANT 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With only one touch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He gave me so much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LE MÉRITE PAS MAIS IL DIT QUE JE LE VAUT BIEN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I don’t deserve it; He said I was worth 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IL ME DONNE LA JOIE ET ME REND HEUREUX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gives me joy and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makes me happy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SA VOIE IL M’A MONTRÉ ET JE VEUX DÉCLARER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showed me a better way, and now I’ve got to say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IL A PRIS MON PASSÉ, CE QUE J’AI FAIT DE MAL</a:t>
            </a:r>
          </a:p>
          <a:p>
            <a:r>
              <a:rPr lang="fr-FR" smtClean="0"/>
              <a:t>     He took my old life and gave me new life</a:t>
            </a:r>
          </a:p>
          <a:p>
            <a:r>
              <a:rPr lang="fr-FR" smtClean="0"/>
              <a:t>     All that I’d done wrong</a:t>
            </a:r>
          </a:p>
          <a:p>
            <a:r>
              <a:rPr lang="fr-FR" smtClean="0"/>
              <a:t>2-  IL L’A RENDU SI BON; IL M’A PRIS DES TÉNÈBRES</a:t>
            </a:r>
          </a:p>
          <a:p>
            <a:r>
              <a:rPr lang="fr-FR" smtClean="0"/>
              <a:t>     He made is so right</a:t>
            </a:r>
          </a:p>
          <a:p>
            <a:r>
              <a:rPr lang="fr-FR" smtClean="0"/>
              <a:t>     Took me from darkness</a:t>
            </a:r>
          </a:p>
          <a:p>
            <a:r>
              <a:rPr lang="fr-FR" smtClean="0"/>
              <a:t>3-  JUSQU’À LA LUMIÈRE; QUAND JE N’ÉTAIS RIEN</a:t>
            </a:r>
          </a:p>
          <a:p>
            <a:r>
              <a:rPr lang="fr-FR" smtClean="0"/>
              <a:t>     Into the sunlight</a:t>
            </a:r>
          </a:p>
          <a:p>
            <a:r>
              <a:rPr lang="fr-FR" smtClean="0"/>
              <a:t>     When I was nothing</a:t>
            </a:r>
          </a:p>
          <a:p>
            <a:r>
              <a:rPr lang="fr-FR" smtClean="0"/>
              <a:t>4-  IL A FAIT DE MOI QUELQU’UN</a:t>
            </a:r>
          </a:p>
          <a:p>
            <a:r>
              <a:rPr lang="fr-FR" smtClean="0"/>
              <a:t>     He turned me into something</a:t>
            </a:r>
          </a:p>
          <a:p>
            <a:endParaRPr lang="fr-FR" smtClean="0"/>
          </a:p>
          <a:p>
            <a:r>
              <a:rPr lang="fr-FR" smtClean="0"/>
              <a:t>	5-  SI TU AIMES JESUS; JE VEUX T’ENTENDRE CRIER</a:t>
            </a:r>
          </a:p>
          <a:p>
            <a:r>
              <a:rPr lang="fr-FR" smtClean="0"/>
              <a:t>    	     If you really love Him let me hear you holla</a:t>
            </a:r>
          </a:p>
          <a:p>
            <a:r>
              <a:rPr lang="fr-FR" smtClean="0"/>
              <a:t>	6-  YEAH… YEAH… YEAH…</a:t>
            </a:r>
          </a:p>
          <a:p>
            <a:r>
              <a:rPr lang="fr-FR" smtClean="0"/>
              <a:t>	     Yeah… Yeah… Yeah           x2</a:t>
            </a:r>
          </a:p>
          <a:p>
            <a:endParaRPr lang="fr-FR" smtClean="0"/>
          </a:p>
          <a:p>
            <a:r>
              <a:rPr lang="fr-FR" smtClean="0"/>
              <a:t>	7-  JÉSUS EST LE PLUS BEAU CADEAU DE MA VIE</a:t>
            </a:r>
          </a:p>
          <a:p>
            <a:r>
              <a:rPr lang="fr-FR" smtClean="0"/>
              <a:t>	Jesus is the best thing that ever happened to me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AVEC UN TOUCHER IL M’A TANT DONNÉ</a:t>
            </a:r>
          </a:p>
          <a:p>
            <a:r>
              <a:rPr lang="fr-FR" smtClean="0"/>
              <a:t>      With only one touch</a:t>
            </a:r>
          </a:p>
          <a:p>
            <a:r>
              <a:rPr lang="fr-FR" smtClean="0"/>
              <a:t>      He gave me so much</a:t>
            </a:r>
          </a:p>
          <a:p>
            <a:r>
              <a:rPr lang="fr-FR" smtClean="0"/>
              <a:t>9-  JE NE LE MÉRITE PAS MAIS IL DIT QUE JE LE VAUT BIEN</a:t>
            </a:r>
          </a:p>
          <a:p>
            <a:r>
              <a:rPr lang="fr-FR" smtClean="0"/>
              <a:t>       I don’t deserve it; He said I was worth it</a:t>
            </a:r>
          </a:p>
          <a:p>
            <a:r>
              <a:rPr lang="fr-FR" smtClean="0"/>
              <a:t>10-  IL ME DONNE LA JOIE ET ME REND HEUREUX</a:t>
            </a:r>
          </a:p>
          <a:p>
            <a:r>
              <a:rPr lang="fr-FR" smtClean="0"/>
              <a:t>       He gives me joy and </a:t>
            </a:r>
          </a:p>
          <a:p>
            <a:r>
              <a:rPr lang="fr-FR" smtClean="0"/>
              <a:t>       He makes me happy</a:t>
            </a:r>
          </a:p>
          <a:p>
            <a:r>
              <a:rPr lang="fr-FR" smtClean="0"/>
              <a:t>11-  SA VOIE IL M’A MONTRÉ ET JE VEUX DÉCLARER</a:t>
            </a:r>
          </a:p>
          <a:p>
            <a:r>
              <a:rPr lang="fr-FR" smtClean="0"/>
              <a:t>       He showed me a better way, and now I’ve got to say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IL A PRIS MON PASSÉ, CE QUE J’AI FAIT DE MAL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took my old life and gave me new life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that I’d done wrong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IL L’A RENDU SI BON; IL M’A PRIS DES TÉNÈBRES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made is so right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Took me from darkness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JUSQU’À LA LUMIÈRE; QUAND JE N’ÉTAIS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Into the sunlight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When I was nothing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IL A FAIT DE MOI QUELQU’UN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turned me into something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SI TU AIMES JESUS; JE VEUX T’ENTENDRE CRIER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	     If you really love Him let me hear you holla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YEAH… YEAH… YEAH…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Yeah… Yeah… Yeah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JÉSUS EST LE PLUS BEAU CADEAU 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Jesus is the best thing that ever happened to me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AVEC UN TOUCHER IL M’A TANT 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With only one touch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He gave me so much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LE MÉRITE PAS MAIS IL DIT QUE JE LE VAUT BIEN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I don’t deserve it; He said I was worth 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IL ME DONNE LA JOIE ET ME REND HEUREUX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gives me joy and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makes me happy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SA VOIE IL M’A MONTRÉ ET JE VEUX DÉCLARER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showed me a better way, and now I’ve got to say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IL A PRIS MON PASSÉ, CE QUE J’AI FAIT DE MAL</a:t>
            </a:r>
          </a:p>
          <a:p>
            <a:r>
              <a:rPr lang="fr-FR" smtClean="0"/>
              <a:t>     He took my old life and gave me new life</a:t>
            </a:r>
          </a:p>
          <a:p>
            <a:r>
              <a:rPr lang="fr-FR" smtClean="0"/>
              <a:t>     All that I’d done wrong</a:t>
            </a:r>
          </a:p>
          <a:p>
            <a:r>
              <a:rPr lang="fr-FR" smtClean="0"/>
              <a:t>2-  IL L’A RENDU SI BON; IL M’A PRIS DES TÉNÈBRES</a:t>
            </a:r>
          </a:p>
          <a:p>
            <a:r>
              <a:rPr lang="fr-FR" smtClean="0"/>
              <a:t>     He made is so right</a:t>
            </a:r>
          </a:p>
          <a:p>
            <a:r>
              <a:rPr lang="fr-FR" smtClean="0"/>
              <a:t>     Took me from darkness</a:t>
            </a:r>
          </a:p>
          <a:p>
            <a:r>
              <a:rPr lang="fr-FR" smtClean="0"/>
              <a:t>3-  JUSQU’À LA LUMIÈRE; QUAND JE N’ÉTAIS RIEN</a:t>
            </a:r>
          </a:p>
          <a:p>
            <a:r>
              <a:rPr lang="fr-FR" smtClean="0"/>
              <a:t>     Into the sunlight</a:t>
            </a:r>
          </a:p>
          <a:p>
            <a:r>
              <a:rPr lang="fr-FR" smtClean="0"/>
              <a:t>     When I was nothing</a:t>
            </a:r>
          </a:p>
          <a:p>
            <a:r>
              <a:rPr lang="fr-FR" smtClean="0"/>
              <a:t>4-  IL A FAIT DE MOI QUELQU’UN</a:t>
            </a:r>
          </a:p>
          <a:p>
            <a:r>
              <a:rPr lang="fr-FR" smtClean="0"/>
              <a:t>     He turned me into something</a:t>
            </a:r>
          </a:p>
          <a:p>
            <a:endParaRPr lang="fr-FR" smtClean="0"/>
          </a:p>
          <a:p>
            <a:r>
              <a:rPr lang="fr-FR" smtClean="0"/>
              <a:t>	5-  SI TU AIMES JESUS; JE VEUX T’ENTENDRE CRIER</a:t>
            </a:r>
          </a:p>
          <a:p>
            <a:r>
              <a:rPr lang="fr-FR" smtClean="0"/>
              <a:t>    	     If you really love Him let me hear you holla</a:t>
            </a:r>
          </a:p>
          <a:p>
            <a:r>
              <a:rPr lang="fr-FR" smtClean="0"/>
              <a:t>	6-  YEAH… YEAH… YEAH…</a:t>
            </a:r>
          </a:p>
          <a:p>
            <a:r>
              <a:rPr lang="fr-FR" smtClean="0"/>
              <a:t>	     Yeah… Yeah… Yeah           x2</a:t>
            </a:r>
          </a:p>
          <a:p>
            <a:endParaRPr lang="fr-FR" smtClean="0"/>
          </a:p>
          <a:p>
            <a:r>
              <a:rPr lang="fr-FR" smtClean="0"/>
              <a:t>	7-  JÉSUS EST LE PLUS BEAU CADEAU DE MA VIE</a:t>
            </a:r>
          </a:p>
          <a:p>
            <a:r>
              <a:rPr lang="fr-FR" smtClean="0"/>
              <a:t>	Jesus is the best thing that ever happened to me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AVEC UN TOUCHER IL M’A TANT DONNÉ</a:t>
            </a:r>
          </a:p>
          <a:p>
            <a:r>
              <a:rPr lang="fr-FR" smtClean="0"/>
              <a:t>      With only one touch</a:t>
            </a:r>
          </a:p>
          <a:p>
            <a:r>
              <a:rPr lang="fr-FR" smtClean="0"/>
              <a:t>      He gave me so much</a:t>
            </a:r>
          </a:p>
          <a:p>
            <a:r>
              <a:rPr lang="fr-FR" smtClean="0"/>
              <a:t>9-  JE NE LE MÉRITE PAS MAIS IL DIT QUE JE LE VAUT BIEN</a:t>
            </a:r>
          </a:p>
          <a:p>
            <a:r>
              <a:rPr lang="fr-FR" smtClean="0"/>
              <a:t>       I don’t deserve it; He said I was worth it</a:t>
            </a:r>
          </a:p>
          <a:p>
            <a:r>
              <a:rPr lang="fr-FR" smtClean="0"/>
              <a:t>10-  IL ME DONNE LA JOIE ET ME REND HEUREUX</a:t>
            </a:r>
          </a:p>
          <a:p>
            <a:r>
              <a:rPr lang="fr-FR" smtClean="0"/>
              <a:t>       He gives me joy and </a:t>
            </a:r>
          </a:p>
          <a:p>
            <a:r>
              <a:rPr lang="fr-FR" smtClean="0"/>
              <a:t>       He makes me happy</a:t>
            </a:r>
          </a:p>
          <a:p>
            <a:r>
              <a:rPr lang="fr-FR" smtClean="0"/>
              <a:t>11-  SA VOIE IL M’A MONTRÉ ET JE VEUX DÉCLARER</a:t>
            </a:r>
          </a:p>
          <a:p>
            <a:r>
              <a:rPr lang="fr-FR" smtClean="0"/>
              <a:t>       He showed me a better way, and now I’ve got to say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IL A PRIS MON PASSÉ, CE QUE J’AI FAIT DE MAL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took my old life and gave me new life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that I’d done wrong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IL L’A RENDU SI BON; IL M’A PRIS DES TÉNÈBRES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made is so right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Took me from darkness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JUSQU’À LA LUMIÈRE; QUAND JE N’ÉTAIS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Into the sunlight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When I was nothing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IL A FAIT DE MOI QUELQU’UN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turned me into something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SI TU AIMES JESUS; JE VEUX T’ENTENDRE CRIER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	     If you really love Him let me hear you holla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YEAH… YEAH… YEAH…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Yeah… Yeah… Yeah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JÉSUS EST LE PLUS BEAU CADEAU 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Jesus is the best thing that ever happened to me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AVEC UN TOUCHER IL M’A TANT 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With only one touch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He gave me so much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LE MÉRITE PAS MAIS IL DIT QUE JE LE VAUT BIEN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I don’t deserve it; He said I was worth 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IL ME DONNE LA JOIE ET ME REND HEUREUX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gives me joy and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makes me happy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SA VOIE IL M’A MONTRÉ ET JE VEUX DÉCLARER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showed me a better way, and now I’ve got to say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IL A PRIS MON PASSÉ, CE QUE J’AI FAIT DE MAL</a:t>
            </a:r>
          </a:p>
          <a:p>
            <a:r>
              <a:rPr lang="fr-FR" smtClean="0"/>
              <a:t>     He took my old life and gave me new life</a:t>
            </a:r>
          </a:p>
          <a:p>
            <a:r>
              <a:rPr lang="fr-FR" smtClean="0"/>
              <a:t>     All that I’d done wrong</a:t>
            </a:r>
          </a:p>
          <a:p>
            <a:r>
              <a:rPr lang="fr-FR" smtClean="0"/>
              <a:t>2-  IL L’A RENDU SI BON; IL M’A PRIS DES TÉNÈBRES</a:t>
            </a:r>
          </a:p>
          <a:p>
            <a:r>
              <a:rPr lang="fr-FR" smtClean="0"/>
              <a:t>     He made is so right</a:t>
            </a:r>
          </a:p>
          <a:p>
            <a:r>
              <a:rPr lang="fr-FR" smtClean="0"/>
              <a:t>     Took me from darkness</a:t>
            </a:r>
          </a:p>
          <a:p>
            <a:r>
              <a:rPr lang="fr-FR" smtClean="0"/>
              <a:t>3-  JUSQU’À LA LUMIÈRE; QUAND JE N’ÉTAIS RIEN</a:t>
            </a:r>
          </a:p>
          <a:p>
            <a:r>
              <a:rPr lang="fr-FR" smtClean="0"/>
              <a:t>     Into the sunlight</a:t>
            </a:r>
          </a:p>
          <a:p>
            <a:r>
              <a:rPr lang="fr-FR" smtClean="0"/>
              <a:t>     When I was nothing</a:t>
            </a:r>
          </a:p>
          <a:p>
            <a:r>
              <a:rPr lang="fr-FR" smtClean="0"/>
              <a:t>4-  IL A FAIT DE MOI QUELQU’UN</a:t>
            </a:r>
          </a:p>
          <a:p>
            <a:r>
              <a:rPr lang="fr-FR" smtClean="0"/>
              <a:t>     He turned me into something</a:t>
            </a:r>
          </a:p>
          <a:p>
            <a:endParaRPr lang="fr-FR" smtClean="0"/>
          </a:p>
          <a:p>
            <a:r>
              <a:rPr lang="fr-FR" smtClean="0"/>
              <a:t>	5-  SI TU AIMES JESUS; JE VEUX T’ENTENDRE CRIER</a:t>
            </a:r>
          </a:p>
          <a:p>
            <a:r>
              <a:rPr lang="fr-FR" smtClean="0"/>
              <a:t>    	     If you really love Him let me hear you holla</a:t>
            </a:r>
          </a:p>
          <a:p>
            <a:r>
              <a:rPr lang="fr-FR" smtClean="0"/>
              <a:t>	6-  YEAH… YEAH… YEAH…</a:t>
            </a:r>
          </a:p>
          <a:p>
            <a:r>
              <a:rPr lang="fr-FR" smtClean="0"/>
              <a:t>	     Yeah… Yeah… Yeah           x2</a:t>
            </a:r>
          </a:p>
          <a:p>
            <a:endParaRPr lang="fr-FR" smtClean="0"/>
          </a:p>
          <a:p>
            <a:r>
              <a:rPr lang="fr-FR" smtClean="0"/>
              <a:t>	7-  JÉSUS EST LE PLUS BEAU CADEAU DE MA VIE</a:t>
            </a:r>
          </a:p>
          <a:p>
            <a:r>
              <a:rPr lang="fr-FR" smtClean="0"/>
              <a:t>	Jesus is the best thing that ever happened to me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AVEC UN TOUCHER IL M’A TANT DONNÉ</a:t>
            </a:r>
          </a:p>
          <a:p>
            <a:r>
              <a:rPr lang="fr-FR" smtClean="0"/>
              <a:t>      With only one touch</a:t>
            </a:r>
          </a:p>
          <a:p>
            <a:r>
              <a:rPr lang="fr-FR" smtClean="0"/>
              <a:t>      He gave me so much</a:t>
            </a:r>
          </a:p>
          <a:p>
            <a:r>
              <a:rPr lang="fr-FR" smtClean="0"/>
              <a:t>9-  JE NE LE MÉRITE PAS MAIS IL DIT QUE JE LE VAUT BIEN</a:t>
            </a:r>
          </a:p>
          <a:p>
            <a:r>
              <a:rPr lang="fr-FR" smtClean="0"/>
              <a:t>       I don’t deserve it; He said I was worth it</a:t>
            </a:r>
          </a:p>
          <a:p>
            <a:r>
              <a:rPr lang="fr-FR" smtClean="0"/>
              <a:t>10-  IL ME DONNE LA JOIE ET ME REND HEUREUX</a:t>
            </a:r>
          </a:p>
          <a:p>
            <a:r>
              <a:rPr lang="fr-FR" smtClean="0"/>
              <a:t>       He gives me joy and </a:t>
            </a:r>
          </a:p>
          <a:p>
            <a:r>
              <a:rPr lang="fr-FR" smtClean="0"/>
              <a:t>       He makes me happy</a:t>
            </a:r>
          </a:p>
          <a:p>
            <a:r>
              <a:rPr lang="fr-FR" smtClean="0"/>
              <a:t>11-  SA VOIE IL M’A MONTRÉ ET JE VEUX DÉCLARER</a:t>
            </a:r>
          </a:p>
          <a:p>
            <a:r>
              <a:rPr lang="fr-FR" smtClean="0"/>
              <a:t>       He showed me a better way, and now I’ve got to say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IL A PRIS MON PASSÉ, CE QUE J’AI FAIT DE MAL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took my old life and gave me new life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that I’d done wrong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IL L’A RENDU SI BON; IL M’A PRIS DES TÉNÈBRES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made is so right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Took me from darkness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JUSQU’À LA LUMIÈRE; QUAND JE N’ÉTAIS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Into the sunlight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When I was nothing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IL A FAIT DE MOI QUELQU’UN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turned me into something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SI TU AIMES JESUS; JE VEUX T’ENTENDRE CRIER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	     If you really love Him let me hear you holla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YEAH… YEAH… YEAH…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Yeah… Yeah… Yeah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JÉSUS EST LE PLUS BEAU CADEAU 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Jesus is the best thing that ever happened to me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AVEC UN TOUCHER IL M’A TANT 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With only one touch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He gave me so much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LE MÉRITE PAS MAIS IL DIT QUE JE LE VAUT BIEN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I don’t deserve it; He said I was worth 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IL ME DONNE LA JOIE ET ME REND HEUREUX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gives me joy and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makes me happy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SA VOIE IL M’A MONTRÉ ET JE VEUX DÉCLARER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showed me a better way, and now I’ve got to say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IL A PRIS MON PASSÉ, CE QUE J’AI FAIT DE MAL</a:t>
            </a:r>
          </a:p>
          <a:p>
            <a:r>
              <a:rPr lang="fr-FR" smtClean="0"/>
              <a:t>     He took my old life and gave me new life</a:t>
            </a:r>
          </a:p>
          <a:p>
            <a:r>
              <a:rPr lang="fr-FR" smtClean="0"/>
              <a:t>     All that I’d done wrong</a:t>
            </a:r>
          </a:p>
          <a:p>
            <a:r>
              <a:rPr lang="fr-FR" smtClean="0"/>
              <a:t>2-  IL L’A RENDU SI BON; IL M’A PRIS DES TÉNÈBRES</a:t>
            </a:r>
          </a:p>
          <a:p>
            <a:r>
              <a:rPr lang="fr-FR" smtClean="0"/>
              <a:t>     He made is so right</a:t>
            </a:r>
          </a:p>
          <a:p>
            <a:r>
              <a:rPr lang="fr-FR" smtClean="0"/>
              <a:t>     Took me from darkness</a:t>
            </a:r>
          </a:p>
          <a:p>
            <a:r>
              <a:rPr lang="fr-FR" smtClean="0"/>
              <a:t>3-  JUSQU’À LA LUMIÈRE; QUAND JE N’ÉTAIS RIEN</a:t>
            </a:r>
          </a:p>
          <a:p>
            <a:r>
              <a:rPr lang="fr-FR" smtClean="0"/>
              <a:t>     Into the sunlight</a:t>
            </a:r>
          </a:p>
          <a:p>
            <a:r>
              <a:rPr lang="fr-FR" smtClean="0"/>
              <a:t>     When I was nothing</a:t>
            </a:r>
          </a:p>
          <a:p>
            <a:r>
              <a:rPr lang="fr-FR" smtClean="0"/>
              <a:t>4-  IL A FAIT DE MOI QUELQU’UN</a:t>
            </a:r>
          </a:p>
          <a:p>
            <a:r>
              <a:rPr lang="fr-FR" smtClean="0"/>
              <a:t>     He turned me into something</a:t>
            </a:r>
          </a:p>
          <a:p>
            <a:endParaRPr lang="fr-FR" smtClean="0"/>
          </a:p>
          <a:p>
            <a:r>
              <a:rPr lang="fr-FR" smtClean="0"/>
              <a:t>	5-  SI TU AIMES JESUS; JE VEUX T’ENTENDRE CRIER</a:t>
            </a:r>
          </a:p>
          <a:p>
            <a:r>
              <a:rPr lang="fr-FR" smtClean="0"/>
              <a:t>    	     If you really love Him let me hear you holla</a:t>
            </a:r>
          </a:p>
          <a:p>
            <a:r>
              <a:rPr lang="fr-FR" smtClean="0"/>
              <a:t>	6-  YEAH… YEAH… YEAH…</a:t>
            </a:r>
          </a:p>
          <a:p>
            <a:r>
              <a:rPr lang="fr-FR" smtClean="0"/>
              <a:t>	     Yeah… Yeah… Yeah           x2</a:t>
            </a:r>
          </a:p>
          <a:p>
            <a:endParaRPr lang="fr-FR" smtClean="0"/>
          </a:p>
          <a:p>
            <a:r>
              <a:rPr lang="fr-FR" smtClean="0"/>
              <a:t>	7-  JÉSUS EST LE PLUS BEAU CADEAU DE MA VIE</a:t>
            </a:r>
          </a:p>
          <a:p>
            <a:r>
              <a:rPr lang="fr-FR" smtClean="0"/>
              <a:t>	Jesus is the best thing that ever happened to me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AVEC UN TOUCHER IL M’A TANT DONNÉ</a:t>
            </a:r>
          </a:p>
          <a:p>
            <a:r>
              <a:rPr lang="fr-FR" smtClean="0"/>
              <a:t>      With only one touch</a:t>
            </a:r>
          </a:p>
          <a:p>
            <a:r>
              <a:rPr lang="fr-FR" smtClean="0"/>
              <a:t>      He gave me so much</a:t>
            </a:r>
          </a:p>
          <a:p>
            <a:r>
              <a:rPr lang="fr-FR" smtClean="0"/>
              <a:t>9-  JE NE LE MÉRITE PAS MAIS IL DIT QUE JE LE VAUT BIEN</a:t>
            </a:r>
          </a:p>
          <a:p>
            <a:r>
              <a:rPr lang="fr-FR" smtClean="0"/>
              <a:t>       I don’t deserve it; He said I was worth it</a:t>
            </a:r>
          </a:p>
          <a:p>
            <a:r>
              <a:rPr lang="fr-FR" smtClean="0"/>
              <a:t>10-  IL ME DONNE LA JOIE ET ME REND HEUREUX</a:t>
            </a:r>
          </a:p>
          <a:p>
            <a:r>
              <a:rPr lang="fr-FR" smtClean="0"/>
              <a:t>       He gives me joy and </a:t>
            </a:r>
          </a:p>
          <a:p>
            <a:r>
              <a:rPr lang="fr-FR" smtClean="0"/>
              <a:t>       He makes me happy</a:t>
            </a:r>
          </a:p>
          <a:p>
            <a:r>
              <a:rPr lang="fr-FR" smtClean="0"/>
              <a:t>11-  SA VOIE IL M’A MONTRÉ ET JE VEUX DÉCLARER</a:t>
            </a:r>
          </a:p>
          <a:p>
            <a:r>
              <a:rPr lang="fr-FR" smtClean="0"/>
              <a:t>       He showed me a better way, and now I’ve got to say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IL A PRIS MON PASSÉ, CE QUE J’AI FAIT DE MAL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He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old</a:t>
            </a:r>
            <a:r>
              <a:rPr lang="fr-FR" dirty="0" smtClean="0"/>
              <a:t> life and gave me new life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I’d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</a:t>
            </a:r>
            <a:r>
              <a:rPr lang="fr-FR" dirty="0" err="1" smtClean="0"/>
              <a:t>wrong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2-  IL L’A RENDU SI BON; IL M’A PRIS DES TÉNÈBRES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He made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right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Took</a:t>
            </a:r>
            <a:r>
              <a:rPr lang="fr-FR" dirty="0" smtClean="0"/>
              <a:t> me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darkness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3-  JUSQU’À LA LUMIÈRE; QUAND JE N’ÉTAIS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Into</a:t>
            </a:r>
            <a:r>
              <a:rPr lang="fr-FR" dirty="0" smtClean="0"/>
              <a:t> the sunlight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4-  IL A FAIT DE MOI QUELQU’UN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He </a:t>
            </a:r>
            <a:r>
              <a:rPr lang="fr-FR" dirty="0" err="1" smtClean="0"/>
              <a:t>turned</a:t>
            </a:r>
            <a:r>
              <a:rPr lang="fr-FR" dirty="0" smtClean="0"/>
              <a:t> me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something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5-  SI TU AIMES JESUS; JE VEUX T’ENTENDRE CRIER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	    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really</a:t>
            </a:r>
            <a:r>
              <a:rPr lang="fr-FR" dirty="0" smtClean="0"/>
              <a:t> love </a:t>
            </a:r>
            <a:r>
              <a:rPr lang="fr-FR" dirty="0" err="1" smtClean="0"/>
              <a:t>Him</a:t>
            </a:r>
            <a:r>
              <a:rPr lang="fr-FR" dirty="0" smtClean="0"/>
              <a:t> let me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holla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6-  YEAH… YEAH… YEAH…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     Yeah… Yeah… Yeah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7-  JÉSUS EST LE PLUS BEAU CADEAU 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best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ever</a:t>
            </a:r>
            <a:r>
              <a:rPr lang="fr-FR" dirty="0" smtClean="0"/>
              <a:t> </a:t>
            </a:r>
            <a:r>
              <a:rPr lang="fr-FR" dirty="0" err="1" smtClean="0"/>
              <a:t>happened</a:t>
            </a:r>
            <a:r>
              <a:rPr lang="fr-FR" dirty="0" smtClean="0"/>
              <a:t> to me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8-  AVEC UN TOUCHER IL M’A TANT 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one </a:t>
            </a:r>
            <a:r>
              <a:rPr lang="fr-FR" dirty="0" err="1" smtClean="0"/>
              <a:t>touch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He gave me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9-  JE NE LE MÉRITE PAS MAIS IL DIT QUE JE LE VAUT BIEN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don’t</a:t>
            </a:r>
            <a:r>
              <a:rPr lang="fr-FR" dirty="0" smtClean="0"/>
              <a:t> </a:t>
            </a:r>
            <a:r>
              <a:rPr lang="fr-FR" dirty="0" err="1" smtClean="0"/>
              <a:t>deserve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; He </a:t>
            </a:r>
            <a:r>
              <a:rPr lang="fr-FR" dirty="0" err="1" smtClean="0"/>
              <a:t>said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10-  IL ME DONNE LA JOIE ET ME REND HEUREUX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 He </a:t>
            </a:r>
            <a:r>
              <a:rPr lang="fr-FR" dirty="0" err="1" smtClean="0"/>
              <a:t>gives</a:t>
            </a:r>
            <a:r>
              <a:rPr lang="fr-FR" dirty="0" smtClean="0"/>
              <a:t> me </a:t>
            </a:r>
            <a:r>
              <a:rPr lang="fr-FR" dirty="0" err="1" smtClean="0"/>
              <a:t>joy</a:t>
            </a:r>
            <a:r>
              <a:rPr lang="fr-FR" dirty="0" smtClean="0"/>
              <a:t> and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 He </a:t>
            </a:r>
            <a:r>
              <a:rPr lang="fr-FR" dirty="0" err="1" smtClean="0"/>
              <a:t>makes</a:t>
            </a:r>
            <a:r>
              <a:rPr lang="fr-FR" dirty="0" smtClean="0"/>
              <a:t> me happy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11-  SA VOIE IL M’A MONTRÉ ET JE VEUX DÉCLARER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 He </a:t>
            </a:r>
            <a:r>
              <a:rPr lang="fr-FR" dirty="0" err="1" smtClean="0"/>
              <a:t>showed</a:t>
            </a:r>
            <a:r>
              <a:rPr lang="fr-FR" dirty="0" smtClean="0"/>
              <a:t> me a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, and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I’ve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IL A PRIS MON PASSÉ, CE QUE J’AI FAIT DE MAL</a:t>
            </a:r>
          </a:p>
          <a:p>
            <a:r>
              <a:rPr lang="fr-FR" smtClean="0"/>
              <a:t>     He took my old life and gave me new life</a:t>
            </a:r>
          </a:p>
          <a:p>
            <a:r>
              <a:rPr lang="fr-FR" smtClean="0"/>
              <a:t>     All that I’d done wrong</a:t>
            </a:r>
          </a:p>
          <a:p>
            <a:r>
              <a:rPr lang="fr-FR" smtClean="0"/>
              <a:t>2-  IL L’A RENDU SI BON; IL M’A PRIS DES TÉNÈBRES</a:t>
            </a:r>
          </a:p>
          <a:p>
            <a:r>
              <a:rPr lang="fr-FR" smtClean="0"/>
              <a:t>     He made is so right</a:t>
            </a:r>
          </a:p>
          <a:p>
            <a:r>
              <a:rPr lang="fr-FR" smtClean="0"/>
              <a:t>     Took me from darkness</a:t>
            </a:r>
          </a:p>
          <a:p>
            <a:r>
              <a:rPr lang="fr-FR" smtClean="0"/>
              <a:t>3-  JUSQU’À LA LUMIÈRE; QUAND JE N’ÉTAIS RIEN</a:t>
            </a:r>
          </a:p>
          <a:p>
            <a:r>
              <a:rPr lang="fr-FR" smtClean="0"/>
              <a:t>     Into the sunlight</a:t>
            </a:r>
          </a:p>
          <a:p>
            <a:r>
              <a:rPr lang="fr-FR" smtClean="0"/>
              <a:t>     When I was nothing</a:t>
            </a:r>
          </a:p>
          <a:p>
            <a:r>
              <a:rPr lang="fr-FR" smtClean="0"/>
              <a:t>4-  IL A FAIT DE MOI QUELQU’UN</a:t>
            </a:r>
          </a:p>
          <a:p>
            <a:r>
              <a:rPr lang="fr-FR" smtClean="0"/>
              <a:t>     He turned me into something</a:t>
            </a:r>
          </a:p>
          <a:p>
            <a:endParaRPr lang="fr-FR" smtClean="0"/>
          </a:p>
          <a:p>
            <a:r>
              <a:rPr lang="fr-FR" smtClean="0"/>
              <a:t>	5-  SI TU AIMES JESUS; JE VEUX T’ENTENDRE CRIER</a:t>
            </a:r>
          </a:p>
          <a:p>
            <a:r>
              <a:rPr lang="fr-FR" smtClean="0"/>
              <a:t>    	     If you really love Him let me hear you holla</a:t>
            </a:r>
          </a:p>
          <a:p>
            <a:r>
              <a:rPr lang="fr-FR" smtClean="0"/>
              <a:t>	6-  YEAH… YEAH… YEAH…</a:t>
            </a:r>
          </a:p>
          <a:p>
            <a:r>
              <a:rPr lang="fr-FR" smtClean="0"/>
              <a:t>	     Yeah… Yeah… Yeah           x2</a:t>
            </a:r>
          </a:p>
          <a:p>
            <a:endParaRPr lang="fr-FR" smtClean="0"/>
          </a:p>
          <a:p>
            <a:r>
              <a:rPr lang="fr-FR" smtClean="0"/>
              <a:t>	7-  JÉSUS EST LE PLUS BEAU CADEAU DE MA VIE</a:t>
            </a:r>
          </a:p>
          <a:p>
            <a:r>
              <a:rPr lang="fr-FR" smtClean="0"/>
              <a:t>	Jesus is the best thing that ever happened to me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AVEC UN TOUCHER IL M’A TANT DONNÉ</a:t>
            </a:r>
          </a:p>
          <a:p>
            <a:r>
              <a:rPr lang="fr-FR" smtClean="0"/>
              <a:t>      With only one touch</a:t>
            </a:r>
          </a:p>
          <a:p>
            <a:r>
              <a:rPr lang="fr-FR" smtClean="0"/>
              <a:t>      He gave me so much</a:t>
            </a:r>
          </a:p>
          <a:p>
            <a:r>
              <a:rPr lang="fr-FR" smtClean="0"/>
              <a:t>9-  JE NE LE MÉRITE PAS MAIS IL DIT QUE JE LE VAUT BIEN</a:t>
            </a:r>
          </a:p>
          <a:p>
            <a:r>
              <a:rPr lang="fr-FR" smtClean="0"/>
              <a:t>       I don’t deserve it; He said I was worth it</a:t>
            </a:r>
          </a:p>
          <a:p>
            <a:r>
              <a:rPr lang="fr-FR" smtClean="0"/>
              <a:t>10-  IL ME DONNE LA JOIE ET ME REND HEUREUX</a:t>
            </a:r>
          </a:p>
          <a:p>
            <a:r>
              <a:rPr lang="fr-FR" smtClean="0"/>
              <a:t>       He gives me joy and </a:t>
            </a:r>
          </a:p>
          <a:p>
            <a:r>
              <a:rPr lang="fr-FR" smtClean="0"/>
              <a:t>       He makes me happy</a:t>
            </a:r>
          </a:p>
          <a:p>
            <a:r>
              <a:rPr lang="fr-FR" smtClean="0"/>
              <a:t>11-  SA VOIE IL M’A MONTRÉ ET JE VEUX DÉCLARER</a:t>
            </a:r>
          </a:p>
          <a:p>
            <a:r>
              <a:rPr lang="fr-FR" smtClean="0"/>
              <a:t>       He showed me a better way, and now I’ve got to say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1-  IL A PRIS MON PASSÉ, CE QUE J’AI FAIT DE MAL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He </a:t>
            </a:r>
            <a:r>
              <a:rPr lang="fr-FR" dirty="0" err="1" smtClean="0"/>
              <a:t>took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old</a:t>
            </a:r>
            <a:r>
              <a:rPr lang="fr-FR" dirty="0" smtClean="0"/>
              <a:t> life and gave me new life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I’d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 </a:t>
            </a:r>
            <a:r>
              <a:rPr lang="fr-FR" dirty="0" err="1" smtClean="0"/>
              <a:t>wrong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2-  IL L’A RENDU SI BON; IL M’A PRIS DES TÉNÈBRES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He made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right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Took</a:t>
            </a:r>
            <a:r>
              <a:rPr lang="fr-FR" dirty="0" smtClean="0"/>
              <a:t> me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darkness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3-  JUSQU’À LA LUMIÈRE; QUAND JE N’ÉTAIS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Into</a:t>
            </a:r>
            <a:r>
              <a:rPr lang="fr-FR" dirty="0" smtClean="0"/>
              <a:t> the sunlight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nothing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4-  IL A FAIT DE MOI QUELQU’UN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He </a:t>
            </a:r>
            <a:r>
              <a:rPr lang="fr-FR" dirty="0" err="1" smtClean="0"/>
              <a:t>turned</a:t>
            </a:r>
            <a:r>
              <a:rPr lang="fr-FR" dirty="0" smtClean="0"/>
              <a:t> me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something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5-  SI TU AIMES JESUS; JE VEUX T’ENTENDRE CRIER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	     If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really</a:t>
            </a:r>
            <a:r>
              <a:rPr lang="fr-FR" dirty="0" smtClean="0"/>
              <a:t> love </a:t>
            </a:r>
            <a:r>
              <a:rPr lang="fr-FR" dirty="0" err="1" smtClean="0"/>
              <a:t>Him</a:t>
            </a:r>
            <a:r>
              <a:rPr lang="fr-FR" dirty="0" smtClean="0"/>
              <a:t> let me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holla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6-  YEAH… YEAH… YEAH…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     Yeah… Yeah… Yeah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7-  JÉSUS EST LE PLUS BEAU CADEAU 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the best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ever</a:t>
            </a:r>
            <a:r>
              <a:rPr lang="fr-FR" dirty="0" smtClean="0"/>
              <a:t> </a:t>
            </a:r>
            <a:r>
              <a:rPr lang="fr-FR" dirty="0" err="1" smtClean="0"/>
              <a:t>happened</a:t>
            </a:r>
            <a:r>
              <a:rPr lang="fr-FR" dirty="0" smtClean="0"/>
              <a:t> to me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8-  AVEC UN TOUCHER IL M’A TANT 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one </a:t>
            </a:r>
            <a:r>
              <a:rPr lang="fr-FR" dirty="0" err="1" smtClean="0"/>
              <a:t>touch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He gave me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much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9-  JE NE LE MÉRITE PAS MAIS IL DIT QUE JE LE VAUT BIEN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don’t</a:t>
            </a:r>
            <a:r>
              <a:rPr lang="fr-FR" dirty="0" smtClean="0"/>
              <a:t> </a:t>
            </a:r>
            <a:r>
              <a:rPr lang="fr-FR" dirty="0" err="1" smtClean="0"/>
              <a:t>deserve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; He </a:t>
            </a:r>
            <a:r>
              <a:rPr lang="fr-FR" dirty="0" err="1" smtClean="0"/>
              <a:t>said</a:t>
            </a:r>
            <a:r>
              <a:rPr lang="fr-FR" dirty="0" smtClean="0"/>
              <a:t> I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worth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10-  IL ME DONNE LA JOIE ET ME REND HEUREUX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 He </a:t>
            </a:r>
            <a:r>
              <a:rPr lang="fr-FR" dirty="0" err="1" smtClean="0"/>
              <a:t>gives</a:t>
            </a:r>
            <a:r>
              <a:rPr lang="fr-FR" dirty="0" smtClean="0"/>
              <a:t> me </a:t>
            </a:r>
            <a:r>
              <a:rPr lang="fr-FR" dirty="0" err="1" smtClean="0"/>
              <a:t>joy</a:t>
            </a:r>
            <a:r>
              <a:rPr lang="fr-FR" dirty="0" smtClean="0"/>
              <a:t> and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 He </a:t>
            </a:r>
            <a:r>
              <a:rPr lang="fr-FR" dirty="0" err="1" smtClean="0"/>
              <a:t>makes</a:t>
            </a:r>
            <a:r>
              <a:rPr lang="fr-FR" dirty="0" smtClean="0"/>
              <a:t> me happy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11-  SA VOIE IL M’A MONTRÉ ET JE VEUX DÉCLARER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 He </a:t>
            </a:r>
            <a:r>
              <a:rPr lang="fr-FR" dirty="0" err="1" smtClean="0"/>
              <a:t>showed</a:t>
            </a:r>
            <a:r>
              <a:rPr lang="fr-FR" dirty="0" smtClean="0"/>
              <a:t> me a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, and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I’ve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to </a:t>
            </a:r>
            <a:r>
              <a:rPr lang="fr-FR" dirty="0" err="1" smtClean="0"/>
              <a:t>say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IL A PRIS MON PASSÉ, CE QUE J’AI FAIT DE MAL</a:t>
            </a:r>
          </a:p>
          <a:p>
            <a:r>
              <a:rPr lang="fr-FR" smtClean="0"/>
              <a:t>     He took my old life and gave me new life</a:t>
            </a:r>
          </a:p>
          <a:p>
            <a:r>
              <a:rPr lang="fr-FR" smtClean="0"/>
              <a:t>     All that I’d done wrong</a:t>
            </a:r>
          </a:p>
          <a:p>
            <a:r>
              <a:rPr lang="fr-FR" smtClean="0"/>
              <a:t>2-  IL L’A RENDU SI BON; IL M’A PRIS DES TÉNÈBRES</a:t>
            </a:r>
          </a:p>
          <a:p>
            <a:r>
              <a:rPr lang="fr-FR" smtClean="0"/>
              <a:t>     He made is so right</a:t>
            </a:r>
          </a:p>
          <a:p>
            <a:r>
              <a:rPr lang="fr-FR" smtClean="0"/>
              <a:t>     Took me from darkness</a:t>
            </a:r>
          </a:p>
          <a:p>
            <a:r>
              <a:rPr lang="fr-FR" smtClean="0"/>
              <a:t>3-  JUSQU’À LA LUMIÈRE; QUAND JE N’ÉTAIS RIEN</a:t>
            </a:r>
          </a:p>
          <a:p>
            <a:r>
              <a:rPr lang="fr-FR" smtClean="0"/>
              <a:t>     Into the sunlight</a:t>
            </a:r>
          </a:p>
          <a:p>
            <a:r>
              <a:rPr lang="fr-FR" smtClean="0"/>
              <a:t>     When I was nothing</a:t>
            </a:r>
          </a:p>
          <a:p>
            <a:r>
              <a:rPr lang="fr-FR" smtClean="0"/>
              <a:t>4-  IL A FAIT DE MOI QUELQU’UN</a:t>
            </a:r>
          </a:p>
          <a:p>
            <a:r>
              <a:rPr lang="fr-FR" smtClean="0"/>
              <a:t>     He turned me into something</a:t>
            </a:r>
          </a:p>
          <a:p>
            <a:endParaRPr lang="fr-FR" smtClean="0"/>
          </a:p>
          <a:p>
            <a:r>
              <a:rPr lang="fr-FR" smtClean="0"/>
              <a:t>	5-  SI TU AIMES JESUS; JE VEUX T’ENTENDRE CRIER</a:t>
            </a:r>
          </a:p>
          <a:p>
            <a:r>
              <a:rPr lang="fr-FR" smtClean="0"/>
              <a:t>    	     If you really love Him let me hear you holla</a:t>
            </a:r>
          </a:p>
          <a:p>
            <a:r>
              <a:rPr lang="fr-FR" smtClean="0"/>
              <a:t>	6-  YEAH… YEAH… YEAH…</a:t>
            </a:r>
          </a:p>
          <a:p>
            <a:r>
              <a:rPr lang="fr-FR" smtClean="0"/>
              <a:t>	     Yeah… Yeah… Yeah           x2</a:t>
            </a:r>
          </a:p>
          <a:p>
            <a:endParaRPr lang="fr-FR" smtClean="0"/>
          </a:p>
          <a:p>
            <a:r>
              <a:rPr lang="fr-FR" smtClean="0"/>
              <a:t>	7-  JÉSUS EST LE PLUS BEAU CADEAU DE MA VIE</a:t>
            </a:r>
          </a:p>
          <a:p>
            <a:r>
              <a:rPr lang="fr-FR" smtClean="0"/>
              <a:t>	Jesus is the best thing that ever happened to me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AVEC UN TOUCHER IL M’A TANT DONNÉ</a:t>
            </a:r>
          </a:p>
          <a:p>
            <a:r>
              <a:rPr lang="fr-FR" smtClean="0"/>
              <a:t>      With only one touch</a:t>
            </a:r>
          </a:p>
          <a:p>
            <a:r>
              <a:rPr lang="fr-FR" smtClean="0"/>
              <a:t>      He gave me so much</a:t>
            </a:r>
          </a:p>
          <a:p>
            <a:r>
              <a:rPr lang="fr-FR" smtClean="0"/>
              <a:t>9-  JE NE LE MÉRITE PAS MAIS IL DIT QUE JE LE VAUT BIEN</a:t>
            </a:r>
          </a:p>
          <a:p>
            <a:r>
              <a:rPr lang="fr-FR" smtClean="0"/>
              <a:t>       I don’t deserve it; He said I was worth it</a:t>
            </a:r>
          </a:p>
          <a:p>
            <a:r>
              <a:rPr lang="fr-FR" smtClean="0"/>
              <a:t>10-  IL ME DONNE LA JOIE ET ME REND HEUREUX</a:t>
            </a:r>
          </a:p>
          <a:p>
            <a:r>
              <a:rPr lang="fr-FR" smtClean="0"/>
              <a:t>       He gives me joy and </a:t>
            </a:r>
          </a:p>
          <a:p>
            <a:r>
              <a:rPr lang="fr-FR" smtClean="0"/>
              <a:t>       He makes me happy</a:t>
            </a:r>
          </a:p>
          <a:p>
            <a:r>
              <a:rPr lang="fr-FR" smtClean="0"/>
              <a:t>11-  SA VOIE IL M’A MONTRÉ ET JE VEUX DÉCLARER</a:t>
            </a:r>
          </a:p>
          <a:p>
            <a:r>
              <a:rPr lang="fr-FR" smtClean="0"/>
              <a:t>       He showed me a better way, and now I’ve got to say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IL A PRIS MON PASSÉ, CE QUE J’AI FAIT DE MAL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took my old life and gave me new life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that I’d done wrong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IL L’A RENDU SI BON; IL M’A PRIS DES TÉNÈBRES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made is so right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Took me from darkness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JUSQU’À LA LUMIÈRE; QUAND JE N’ÉTAIS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Into the sunlight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When I was nothing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IL A FAIT DE MOI QUELQU’UN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turned me into something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SI TU AIMES JESUS; JE VEUX T’ENTENDRE CRIER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	     If you really love Him let me hear you holla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YEAH… YEAH… YEAH…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Yeah… Yeah… Yeah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JÉSUS EST LE PLUS BEAU CADEAU 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Jesus is the best thing that ever happened to me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AVEC UN TOUCHER IL M’A TANT 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With only one touch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He gave me so much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LE MÉRITE PAS MAIS IL DIT QUE JE LE VAUT BIEN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I don’t deserve it; He said I was worth 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IL ME DONNE LA JOIE ET ME REND HEUREUX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gives me joy and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makes me happy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SA VOIE IL M’A MONTRÉ ET JE VEUX DÉCLARER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showed me a better way, and now I’ve got to say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IL A PRIS MON PASSÉ, CE QUE J’AI FAIT DE MAL</a:t>
            </a:r>
          </a:p>
          <a:p>
            <a:r>
              <a:rPr lang="fr-FR" smtClean="0"/>
              <a:t>     He took my old life and gave me new life</a:t>
            </a:r>
          </a:p>
          <a:p>
            <a:r>
              <a:rPr lang="fr-FR" smtClean="0"/>
              <a:t>     All that I’d done wrong</a:t>
            </a:r>
          </a:p>
          <a:p>
            <a:r>
              <a:rPr lang="fr-FR" smtClean="0"/>
              <a:t>2-  IL L’A RENDU SI BON; IL M’A PRIS DES TÉNÈBRES</a:t>
            </a:r>
          </a:p>
          <a:p>
            <a:r>
              <a:rPr lang="fr-FR" smtClean="0"/>
              <a:t>     He made is so right</a:t>
            </a:r>
          </a:p>
          <a:p>
            <a:r>
              <a:rPr lang="fr-FR" smtClean="0"/>
              <a:t>     Took me from darkness</a:t>
            </a:r>
          </a:p>
          <a:p>
            <a:r>
              <a:rPr lang="fr-FR" smtClean="0"/>
              <a:t>3-  JUSQU’À LA LUMIÈRE; QUAND JE N’ÉTAIS RIEN</a:t>
            </a:r>
          </a:p>
          <a:p>
            <a:r>
              <a:rPr lang="fr-FR" smtClean="0"/>
              <a:t>     Into the sunlight</a:t>
            </a:r>
          </a:p>
          <a:p>
            <a:r>
              <a:rPr lang="fr-FR" smtClean="0"/>
              <a:t>     When I was nothing</a:t>
            </a:r>
          </a:p>
          <a:p>
            <a:r>
              <a:rPr lang="fr-FR" smtClean="0"/>
              <a:t>4-  IL A FAIT DE MOI QUELQU’UN</a:t>
            </a:r>
          </a:p>
          <a:p>
            <a:r>
              <a:rPr lang="fr-FR" smtClean="0"/>
              <a:t>     He turned me into something</a:t>
            </a:r>
          </a:p>
          <a:p>
            <a:endParaRPr lang="fr-FR" smtClean="0"/>
          </a:p>
          <a:p>
            <a:r>
              <a:rPr lang="fr-FR" smtClean="0"/>
              <a:t>	5-  SI TU AIMES JESUS; JE VEUX T’ENTENDRE CRIER</a:t>
            </a:r>
          </a:p>
          <a:p>
            <a:r>
              <a:rPr lang="fr-FR" smtClean="0"/>
              <a:t>    	     If you really love Him let me hear you holla</a:t>
            </a:r>
          </a:p>
          <a:p>
            <a:r>
              <a:rPr lang="fr-FR" smtClean="0"/>
              <a:t>	6-  YEAH… YEAH… YEAH…</a:t>
            </a:r>
          </a:p>
          <a:p>
            <a:r>
              <a:rPr lang="fr-FR" smtClean="0"/>
              <a:t>	     Yeah… Yeah… Yeah           x2</a:t>
            </a:r>
          </a:p>
          <a:p>
            <a:endParaRPr lang="fr-FR" smtClean="0"/>
          </a:p>
          <a:p>
            <a:r>
              <a:rPr lang="fr-FR" smtClean="0"/>
              <a:t>	7-  JÉSUS EST LE PLUS BEAU CADEAU DE MA VIE</a:t>
            </a:r>
          </a:p>
          <a:p>
            <a:r>
              <a:rPr lang="fr-FR" smtClean="0"/>
              <a:t>	Jesus is the best thing that ever happened to me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AVEC UN TOUCHER IL M’A TANT DONNÉ</a:t>
            </a:r>
          </a:p>
          <a:p>
            <a:r>
              <a:rPr lang="fr-FR" smtClean="0"/>
              <a:t>      With only one touch</a:t>
            </a:r>
          </a:p>
          <a:p>
            <a:r>
              <a:rPr lang="fr-FR" smtClean="0"/>
              <a:t>      He gave me so much</a:t>
            </a:r>
          </a:p>
          <a:p>
            <a:r>
              <a:rPr lang="fr-FR" smtClean="0"/>
              <a:t>9-  JE NE LE MÉRITE PAS MAIS IL DIT QUE JE LE VAUT BIEN</a:t>
            </a:r>
          </a:p>
          <a:p>
            <a:r>
              <a:rPr lang="fr-FR" smtClean="0"/>
              <a:t>       I don’t deserve it; He said I was worth it</a:t>
            </a:r>
          </a:p>
          <a:p>
            <a:r>
              <a:rPr lang="fr-FR" smtClean="0"/>
              <a:t>10-  IL ME DONNE LA JOIE ET ME REND HEUREUX</a:t>
            </a:r>
          </a:p>
          <a:p>
            <a:r>
              <a:rPr lang="fr-FR" smtClean="0"/>
              <a:t>       He gives me joy and </a:t>
            </a:r>
          </a:p>
          <a:p>
            <a:r>
              <a:rPr lang="fr-FR" smtClean="0"/>
              <a:t>       He makes me happy</a:t>
            </a:r>
          </a:p>
          <a:p>
            <a:r>
              <a:rPr lang="fr-FR" smtClean="0"/>
              <a:t>11-  SA VOIE IL M’A MONTRÉ ET JE VEUX DÉCLARER</a:t>
            </a:r>
          </a:p>
          <a:p>
            <a:r>
              <a:rPr lang="fr-FR" smtClean="0"/>
              <a:t>       He showed me a better way, and now I’ve got to say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IL A PRIS MON PASSÉ, CE QUE J’AI FAIT DE MAL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took my old life and gave me new life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that I’d done wrong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IL L’A RENDU SI BON; IL M’A PRIS DES TÉNÈBRES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made is so right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Took me from darkness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JUSQU’À LA LUMIÈRE; QUAND JE N’ÉTAIS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Into the sunlight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When I was nothing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IL A FAIT DE MOI QUELQU’UN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turned me into something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SI TU AIMES JESUS; JE VEUX T’ENTENDRE CRIER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	     If you really love Him let me hear you holla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YEAH… YEAH… YEAH…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Yeah… Yeah… Yeah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JÉSUS EST LE PLUS BEAU CADEAU 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Jesus is the best thing that ever happened to me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AVEC UN TOUCHER IL M’A TANT 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With only one touch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He gave me so much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LE MÉRITE PAS MAIS IL DIT QUE JE LE VAUT BIEN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I don’t deserve it; He said I was worth 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IL ME DONNE LA JOIE ET ME REND HEUREUX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gives me joy and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makes me happy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SA VOIE IL M’A MONTRÉ ET JE VEUX DÉCLARER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showed me a better way, and now I’ve got to say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IL A PRIS MON PASSÉ, CE QUE J’AI FAIT DE MAL</a:t>
            </a:r>
          </a:p>
          <a:p>
            <a:r>
              <a:rPr lang="fr-FR" smtClean="0"/>
              <a:t>     He took my old life and gave me new life</a:t>
            </a:r>
          </a:p>
          <a:p>
            <a:r>
              <a:rPr lang="fr-FR" smtClean="0"/>
              <a:t>     All that I’d done wrong</a:t>
            </a:r>
          </a:p>
          <a:p>
            <a:r>
              <a:rPr lang="fr-FR" smtClean="0"/>
              <a:t>2-  IL L’A RENDU SI BON; IL M’A PRIS DES TÉNÈBRES</a:t>
            </a:r>
          </a:p>
          <a:p>
            <a:r>
              <a:rPr lang="fr-FR" smtClean="0"/>
              <a:t>     He made is so right</a:t>
            </a:r>
          </a:p>
          <a:p>
            <a:r>
              <a:rPr lang="fr-FR" smtClean="0"/>
              <a:t>     Took me from darkness</a:t>
            </a:r>
          </a:p>
          <a:p>
            <a:r>
              <a:rPr lang="fr-FR" smtClean="0"/>
              <a:t>3-  JUSQU’À LA LUMIÈRE; QUAND JE N’ÉTAIS RIEN</a:t>
            </a:r>
          </a:p>
          <a:p>
            <a:r>
              <a:rPr lang="fr-FR" smtClean="0"/>
              <a:t>     Into the sunlight</a:t>
            </a:r>
          </a:p>
          <a:p>
            <a:r>
              <a:rPr lang="fr-FR" smtClean="0"/>
              <a:t>     When I was nothing</a:t>
            </a:r>
          </a:p>
          <a:p>
            <a:r>
              <a:rPr lang="fr-FR" smtClean="0"/>
              <a:t>4-  IL A FAIT DE MOI QUELQU’UN</a:t>
            </a:r>
          </a:p>
          <a:p>
            <a:r>
              <a:rPr lang="fr-FR" smtClean="0"/>
              <a:t>     He turned me into something</a:t>
            </a:r>
          </a:p>
          <a:p>
            <a:endParaRPr lang="fr-FR" smtClean="0"/>
          </a:p>
          <a:p>
            <a:r>
              <a:rPr lang="fr-FR" smtClean="0"/>
              <a:t>	5-  SI TU AIMES JESUS; JE VEUX T’ENTENDRE CRIER</a:t>
            </a:r>
          </a:p>
          <a:p>
            <a:r>
              <a:rPr lang="fr-FR" smtClean="0"/>
              <a:t>    	     If you really love Him let me hear you holla</a:t>
            </a:r>
          </a:p>
          <a:p>
            <a:r>
              <a:rPr lang="fr-FR" smtClean="0"/>
              <a:t>	6-  YEAH… YEAH… YEAH…</a:t>
            </a:r>
          </a:p>
          <a:p>
            <a:r>
              <a:rPr lang="fr-FR" smtClean="0"/>
              <a:t>	     Yeah… Yeah… Yeah           x2</a:t>
            </a:r>
          </a:p>
          <a:p>
            <a:endParaRPr lang="fr-FR" smtClean="0"/>
          </a:p>
          <a:p>
            <a:r>
              <a:rPr lang="fr-FR" smtClean="0"/>
              <a:t>	7-  JÉSUS EST LE PLUS BEAU CADEAU DE MA VIE</a:t>
            </a:r>
          </a:p>
          <a:p>
            <a:r>
              <a:rPr lang="fr-FR" smtClean="0"/>
              <a:t>	Jesus is the best thing that ever happened to me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AVEC UN TOUCHER IL M’A TANT DONNÉ</a:t>
            </a:r>
          </a:p>
          <a:p>
            <a:r>
              <a:rPr lang="fr-FR" smtClean="0"/>
              <a:t>      With only one touch</a:t>
            </a:r>
          </a:p>
          <a:p>
            <a:r>
              <a:rPr lang="fr-FR" smtClean="0"/>
              <a:t>      He gave me so much</a:t>
            </a:r>
          </a:p>
          <a:p>
            <a:r>
              <a:rPr lang="fr-FR" smtClean="0"/>
              <a:t>9-  JE NE LE MÉRITE PAS MAIS IL DIT QUE JE LE VAUT BIEN</a:t>
            </a:r>
          </a:p>
          <a:p>
            <a:r>
              <a:rPr lang="fr-FR" smtClean="0"/>
              <a:t>       I don’t deserve it; He said I was worth it</a:t>
            </a:r>
          </a:p>
          <a:p>
            <a:r>
              <a:rPr lang="fr-FR" smtClean="0"/>
              <a:t>10-  IL ME DONNE LA JOIE ET ME REND HEUREUX</a:t>
            </a:r>
          </a:p>
          <a:p>
            <a:r>
              <a:rPr lang="fr-FR" smtClean="0"/>
              <a:t>       He gives me joy and </a:t>
            </a:r>
          </a:p>
          <a:p>
            <a:r>
              <a:rPr lang="fr-FR" smtClean="0"/>
              <a:t>       He makes me happy</a:t>
            </a:r>
          </a:p>
          <a:p>
            <a:r>
              <a:rPr lang="fr-FR" smtClean="0"/>
              <a:t>11-  SA VOIE IL M’A MONTRÉ ET JE VEUX DÉCLARER</a:t>
            </a:r>
          </a:p>
          <a:p>
            <a:r>
              <a:rPr lang="fr-FR" smtClean="0"/>
              <a:t>       He showed me a better way, and now I’ve got to say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IL A PRIS MON PASSÉ, CE QUE J’AI FAIT DE MAL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took my old life and gave me new life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that I’d done wrong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IL L’A RENDU SI BON; IL M’A PRIS DES TÉNÈBRES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made is so right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Took me from darkness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JUSQU’À LA LUMIÈRE; QUAND JE N’ÉTAIS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Into the sunlight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When I was nothing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IL A FAIT DE MOI QUELQU’UN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turned me into something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SI TU AIMES JESUS; JE VEUX T’ENTENDRE CRIER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	     If you really love Him let me hear you holla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YEAH… YEAH… YEAH…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Yeah… Yeah… Yeah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JÉSUS EST LE PLUS BEAU CADEAU 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Jesus is the best thing that ever happened to me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AVEC UN TOUCHER IL M’A TANT 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With only one touch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He gave me so much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LE MÉRITE PAS MAIS IL DIT QUE JE LE VAUT BIEN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I don’t deserve it; He said I was worth 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IL ME DONNE LA JOIE ET ME REND HEUREUX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gives me joy and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makes me happy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SA VOIE IL M’A MONTRÉ ET JE VEUX DÉCLARER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showed me a better way, and now I’ve got to say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IL A PRIS MON PASSÉ, CE QUE J’AI FAIT DE MAL</a:t>
            </a:r>
          </a:p>
          <a:p>
            <a:r>
              <a:rPr lang="fr-FR" smtClean="0"/>
              <a:t>     He took my old life and gave me new life</a:t>
            </a:r>
          </a:p>
          <a:p>
            <a:r>
              <a:rPr lang="fr-FR" smtClean="0"/>
              <a:t>     All that I’d done wrong</a:t>
            </a:r>
          </a:p>
          <a:p>
            <a:r>
              <a:rPr lang="fr-FR" smtClean="0"/>
              <a:t>2-  IL L’A RENDU SI BON; IL M’A PRIS DES TÉNÈBRES</a:t>
            </a:r>
          </a:p>
          <a:p>
            <a:r>
              <a:rPr lang="fr-FR" smtClean="0"/>
              <a:t>     He made is so right</a:t>
            </a:r>
          </a:p>
          <a:p>
            <a:r>
              <a:rPr lang="fr-FR" smtClean="0"/>
              <a:t>     Took me from darkness</a:t>
            </a:r>
          </a:p>
          <a:p>
            <a:r>
              <a:rPr lang="fr-FR" smtClean="0"/>
              <a:t>3-  JUSQU’À LA LUMIÈRE; QUAND JE N’ÉTAIS RIEN</a:t>
            </a:r>
          </a:p>
          <a:p>
            <a:r>
              <a:rPr lang="fr-FR" smtClean="0"/>
              <a:t>     Into the sunlight</a:t>
            </a:r>
          </a:p>
          <a:p>
            <a:r>
              <a:rPr lang="fr-FR" smtClean="0"/>
              <a:t>     When I was nothing</a:t>
            </a:r>
          </a:p>
          <a:p>
            <a:r>
              <a:rPr lang="fr-FR" smtClean="0"/>
              <a:t>4-  IL A FAIT DE MOI QUELQU’UN</a:t>
            </a:r>
          </a:p>
          <a:p>
            <a:r>
              <a:rPr lang="fr-FR" smtClean="0"/>
              <a:t>     He turned me into something</a:t>
            </a:r>
          </a:p>
          <a:p>
            <a:endParaRPr lang="fr-FR" smtClean="0"/>
          </a:p>
          <a:p>
            <a:r>
              <a:rPr lang="fr-FR" smtClean="0"/>
              <a:t>	5-  SI TU AIMES JESUS; JE VEUX T’ENTENDRE CRIER</a:t>
            </a:r>
          </a:p>
          <a:p>
            <a:r>
              <a:rPr lang="fr-FR" smtClean="0"/>
              <a:t>    	     If you really love Him let me hear you holla</a:t>
            </a:r>
          </a:p>
          <a:p>
            <a:r>
              <a:rPr lang="fr-FR" smtClean="0"/>
              <a:t>	6-  YEAH… YEAH… YEAH…</a:t>
            </a:r>
          </a:p>
          <a:p>
            <a:r>
              <a:rPr lang="fr-FR" smtClean="0"/>
              <a:t>	     Yeah… Yeah… Yeah           x2</a:t>
            </a:r>
          </a:p>
          <a:p>
            <a:endParaRPr lang="fr-FR" smtClean="0"/>
          </a:p>
          <a:p>
            <a:r>
              <a:rPr lang="fr-FR" smtClean="0"/>
              <a:t>	7-  JÉSUS EST LE PLUS BEAU CADEAU DE MA VIE</a:t>
            </a:r>
          </a:p>
          <a:p>
            <a:r>
              <a:rPr lang="fr-FR" smtClean="0"/>
              <a:t>	Jesus is the best thing that ever happened to me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AVEC UN TOUCHER IL M’A TANT DONNÉ</a:t>
            </a:r>
          </a:p>
          <a:p>
            <a:r>
              <a:rPr lang="fr-FR" smtClean="0"/>
              <a:t>      With only one touch</a:t>
            </a:r>
          </a:p>
          <a:p>
            <a:r>
              <a:rPr lang="fr-FR" smtClean="0"/>
              <a:t>      He gave me so much</a:t>
            </a:r>
          </a:p>
          <a:p>
            <a:r>
              <a:rPr lang="fr-FR" smtClean="0"/>
              <a:t>9-  JE NE LE MÉRITE PAS MAIS IL DIT QUE JE LE VAUT BIEN</a:t>
            </a:r>
          </a:p>
          <a:p>
            <a:r>
              <a:rPr lang="fr-FR" smtClean="0"/>
              <a:t>       I don’t deserve it; He said I was worth it</a:t>
            </a:r>
          </a:p>
          <a:p>
            <a:r>
              <a:rPr lang="fr-FR" smtClean="0"/>
              <a:t>10-  IL ME DONNE LA JOIE ET ME REND HEUREUX</a:t>
            </a:r>
          </a:p>
          <a:p>
            <a:r>
              <a:rPr lang="fr-FR" smtClean="0"/>
              <a:t>       He gives me joy and </a:t>
            </a:r>
          </a:p>
          <a:p>
            <a:r>
              <a:rPr lang="fr-FR" smtClean="0"/>
              <a:t>       He makes me happy</a:t>
            </a:r>
          </a:p>
          <a:p>
            <a:r>
              <a:rPr lang="fr-FR" smtClean="0"/>
              <a:t>11-  SA VOIE IL M’A MONTRÉ ET JE VEUX DÉCLARER</a:t>
            </a:r>
          </a:p>
          <a:p>
            <a:r>
              <a:rPr lang="fr-FR" smtClean="0"/>
              <a:t>       He showed me a better way, and now I’ve got to say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IL A PRIS MON PASSÉ, CE QUE J’AI FAIT DE MAL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took my old life and gave me new life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All that I’d done wrong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IL L’A RENDU SI BON; IL M’A PRIS DES TÉNÈBRES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made is so right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Took me from darkness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JUSQU’À LA LUMIÈRE; QUAND JE N’ÉTAIS RIEN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Into the sunlight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When I was nothing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IL A FAIT DE MOI QUELQU’UN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He turned me into something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5-  SI TU AIMES JESUS; JE VEUX T’ENTENDRE CRIER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	     If you really love Him let me hear you holla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6-  YEAH… YEAH… YEAH…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Yeah… Yeah… Yeah         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7-  JÉSUS EST LE PLUS BEAU CADEAU DE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Jesus is the best thing that ever happened to me  x2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AVEC UN TOUCHER IL M’A TANT DONNÉ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With only one touch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He gave me so much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JE NE LE MÉRITE PAS MAIS IL DIT QUE JE LE VAUT BIEN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I don’t deserve it; He said I was worth it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IL ME DONNE LA JOIE ET ME REND HEUREUX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gives me joy and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makes me happy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SA VOIE IL M’A MONTRÉ ET JE VEUX DÉCLARER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He showed me a better way, and now I’ve got to say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 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IL A PRIS MON PASSÉ, CE QUE J’AI FAIT DE MAL</a:t>
            </a:r>
          </a:p>
          <a:p>
            <a:r>
              <a:rPr lang="fr-FR" smtClean="0"/>
              <a:t>     He took my old life and gave me new life</a:t>
            </a:r>
          </a:p>
          <a:p>
            <a:r>
              <a:rPr lang="fr-FR" smtClean="0"/>
              <a:t>     All that I’d done wrong</a:t>
            </a:r>
          </a:p>
          <a:p>
            <a:r>
              <a:rPr lang="fr-FR" smtClean="0"/>
              <a:t>2-  IL L’A RENDU SI BON; IL M’A PRIS DES TÉNÈBRES</a:t>
            </a:r>
          </a:p>
          <a:p>
            <a:r>
              <a:rPr lang="fr-FR" smtClean="0"/>
              <a:t>     He made is so right</a:t>
            </a:r>
          </a:p>
          <a:p>
            <a:r>
              <a:rPr lang="fr-FR" smtClean="0"/>
              <a:t>     Took me from darkness</a:t>
            </a:r>
          </a:p>
          <a:p>
            <a:r>
              <a:rPr lang="fr-FR" smtClean="0"/>
              <a:t>3-  JUSQU’À LA LUMIÈRE; QUAND JE N’ÉTAIS RIEN</a:t>
            </a:r>
          </a:p>
          <a:p>
            <a:r>
              <a:rPr lang="fr-FR" smtClean="0"/>
              <a:t>     Into the sunlight</a:t>
            </a:r>
          </a:p>
          <a:p>
            <a:r>
              <a:rPr lang="fr-FR" smtClean="0"/>
              <a:t>     When I was nothing</a:t>
            </a:r>
          </a:p>
          <a:p>
            <a:r>
              <a:rPr lang="fr-FR" smtClean="0"/>
              <a:t>4-  IL A FAIT DE MOI QUELQU’UN</a:t>
            </a:r>
          </a:p>
          <a:p>
            <a:r>
              <a:rPr lang="fr-FR" smtClean="0"/>
              <a:t>     He turned me into something</a:t>
            </a:r>
          </a:p>
          <a:p>
            <a:endParaRPr lang="fr-FR" smtClean="0"/>
          </a:p>
          <a:p>
            <a:r>
              <a:rPr lang="fr-FR" smtClean="0"/>
              <a:t>	5-  SI TU AIMES JESUS; JE VEUX T’ENTENDRE CRIER</a:t>
            </a:r>
          </a:p>
          <a:p>
            <a:r>
              <a:rPr lang="fr-FR" smtClean="0"/>
              <a:t>    	     If you really love Him let me hear you holla</a:t>
            </a:r>
          </a:p>
          <a:p>
            <a:r>
              <a:rPr lang="fr-FR" smtClean="0"/>
              <a:t>	6-  YEAH… YEAH… YEAH…</a:t>
            </a:r>
          </a:p>
          <a:p>
            <a:r>
              <a:rPr lang="fr-FR" smtClean="0"/>
              <a:t>	     Yeah… Yeah… Yeah           x2</a:t>
            </a:r>
          </a:p>
          <a:p>
            <a:endParaRPr lang="fr-FR" smtClean="0"/>
          </a:p>
          <a:p>
            <a:r>
              <a:rPr lang="fr-FR" smtClean="0"/>
              <a:t>	7-  JÉSUS EST LE PLUS BEAU CADEAU DE MA VIE</a:t>
            </a:r>
          </a:p>
          <a:p>
            <a:r>
              <a:rPr lang="fr-FR" smtClean="0"/>
              <a:t>	Jesus is the best thing that ever happened to me  x2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8-  AVEC UN TOUCHER IL M’A TANT DONNÉ</a:t>
            </a:r>
          </a:p>
          <a:p>
            <a:r>
              <a:rPr lang="fr-FR" smtClean="0"/>
              <a:t>      With only one touch</a:t>
            </a:r>
          </a:p>
          <a:p>
            <a:r>
              <a:rPr lang="fr-FR" smtClean="0"/>
              <a:t>      He gave me so much</a:t>
            </a:r>
          </a:p>
          <a:p>
            <a:r>
              <a:rPr lang="fr-FR" smtClean="0"/>
              <a:t>9-  JE NE LE MÉRITE PAS MAIS IL DIT QUE JE LE VAUT BIEN</a:t>
            </a:r>
          </a:p>
          <a:p>
            <a:r>
              <a:rPr lang="fr-FR" smtClean="0"/>
              <a:t>       I don’t deserve it; He said I was worth it</a:t>
            </a:r>
          </a:p>
          <a:p>
            <a:r>
              <a:rPr lang="fr-FR" smtClean="0"/>
              <a:t>10-  IL ME DONNE LA JOIE ET ME REND HEUREUX</a:t>
            </a:r>
          </a:p>
          <a:p>
            <a:r>
              <a:rPr lang="fr-FR" smtClean="0"/>
              <a:t>       He gives me joy and </a:t>
            </a:r>
          </a:p>
          <a:p>
            <a:r>
              <a:rPr lang="fr-FR" smtClean="0"/>
              <a:t>       He makes me happy</a:t>
            </a:r>
          </a:p>
          <a:p>
            <a:r>
              <a:rPr lang="fr-FR" smtClean="0"/>
              <a:t>11-  SA VOIE IL M’A MONTRÉ ET JE VEUX DÉCLARER</a:t>
            </a:r>
          </a:p>
          <a:p>
            <a:r>
              <a:rPr lang="fr-FR" smtClean="0"/>
              <a:t>       He showed me a better way, and now I’ve got to say</a:t>
            </a:r>
          </a:p>
          <a:p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6B98E-3F79-4432-B4D3-15772AD0CC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FAC7F6-5705-4F81-816E-228143C2E1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B21DBF-9D4A-4160-BD0A-2079AC279B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51B1F-F9EF-4279-8346-2823354438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A29449-1783-4214-AE89-44EDC14BB4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8333CE-AD0D-4734-A4B1-18C6799B13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3B736D-3AD2-49D5-B1DA-C40752009B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53DA4-E3AB-441D-B352-96A1F01948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3A6FBD-A235-4A65-9F31-14C2F16E05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C63AB-3BD5-4EE6-B5A1-4B632BEA7A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5179A-1E81-432B-AD45-31EB182018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153E7CB2-B1AC-448A-8EF1-D64351841F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A PRIS MON PASSÉ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 QUE J’AI FAIT DE MAL</a:t>
            </a:r>
          </a:p>
        </p:txBody>
      </p:sp>
      <p:sp>
        <p:nvSpPr>
          <p:cNvPr id="2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L’A RENDU SI BON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M’A PRIS DES TÉNÈBRES</a:t>
            </a:r>
          </a:p>
        </p:txBody>
      </p:sp>
      <p:sp>
        <p:nvSpPr>
          <p:cNvPr id="307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JUSQU’À LA LUMIÈRE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 JE N’ÉTAIS RIEN</a:t>
            </a:r>
          </a:p>
        </p:txBody>
      </p:sp>
      <p:sp>
        <p:nvSpPr>
          <p:cNvPr id="409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A FAIT DE MOI QUELQU’UN</a:t>
            </a:r>
          </a:p>
        </p:txBody>
      </p:sp>
      <p:sp>
        <p:nvSpPr>
          <p:cNvPr id="512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SI TU AIMES JÉSUS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VEUX T’ENTENDRE CRIER</a:t>
            </a:r>
          </a:p>
        </p:txBody>
      </p:sp>
      <p:sp>
        <p:nvSpPr>
          <p:cNvPr id="614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YEAH… YEAH… YEAH…</a:t>
            </a:r>
          </a:p>
        </p:txBody>
      </p:sp>
      <p:sp>
        <p:nvSpPr>
          <p:cNvPr id="717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JÉSUS EST LE PLUS BEAU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CADEAU DE MA VIE</a:t>
            </a:r>
          </a:p>
        </p:txBody>
      </p:sp>
      <p:sp>
        <p:nvSpPr>
          <p:cNvPr id="819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AVEC UN TOUCHER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M’A TANT DONNÉ</a:t>
            </a:r>
          </a:p>
        </p:txBody>
      </p:sp>
      <p:sp>
        <p:nvSpPr>
          <p:cNvPr id="921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NE LE MÉRITE PAS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MAIS IL DIT QUE JE LE VAUX BIEN</a:t>
            </a:r>
          </a:p>
        </p:txBody>
      </p:sp>
      <p:sp>
        <p:nvSpPr>
          <p:cNvPr id="1024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ME DONNE LA JOIE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ME REND HEUREUX</a:t>
            </a:r>
          </a:p>
        </p:txBody>
      </p:sp>
      <p:sp>
        <p:nvSpPr>
          <p:cNvPr id="1126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 VOIE,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IL </a:t>
            </a: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M’A MONTRÉE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VEUX DÉCLARER</a:t>
            </a:r>
          </a:p>
        </p:txBody>
      </p:sp>
      <p:sp>
        <p:nvSpPr>
          <p:cNvPr id="1229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1958</Words>
  <Application>Microsoft Office PowerPoint</Application>
  <PresentationFormat>On-screen Show (4:3)</PresentationFormat>
  <Paragraphs>806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58</cp:revision>
  <dcterms:created xsi:type="dcterms:W3CDTF">2002-08-17T11:00:44Z</dcterms:created>
  <dcterms:modified xsi:type="dcterms:W3CDTF">2014-04-13T08:48:51Z</dcterms:modified>
</cp:coreProperties>
</file>