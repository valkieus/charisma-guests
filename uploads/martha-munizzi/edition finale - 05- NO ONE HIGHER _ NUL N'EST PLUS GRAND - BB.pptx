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306" r:id="rId2"/>
    <p:sldId id="307" r:id="rId3"/>
    <p:sldId id="308" r:id="rId4"/>
    <p:sldId id="309" r:id="rId5"/>
    <p:sldId id="310" r:id="rId6"/>
    <p:sldId id="311" r:id="rId7"/>
    <p:sldId id="312" r:id="rId8"/>
    <p:sldId id="313" r:id="rId9"/>
    <p:sldId id="314" r:id="rId10"/>
    <p:sldId id="315" r:id="rId11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82" autoAdjust="0"/>
    <p:restoredTop sz="62077" autoAdjust="0"/>
  </p:normalViewPr>
  <p:slideViewPr>
    <p:cSldViewPr>
      <p:cViewPr>
        <p:scale>
          <a:sx n="40" d="100"/>
          <a:sy n="40" d="100"/>
        </p:scale>
        <p:origin x="-168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79A4223-A5E3-4409-9E20-B4BFE197379B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FDAE2A8A-7304-4748-BFD1-5F629D8E884B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EST COMME NOTRE DIEU NUL N’EST COMPARABLE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Who is like our God None can compare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QUI EST COMME NOTRE DIEU IL NOUS DÉLIVRE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Who is like our God He will rescue us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QUAND NOUS INVOQUONS SON NOM IL NOUS DÉLIVRE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we call his name He will rescue us</a:t>
            </a:r>
            <a:br>
              <a:rPr lang="fr-FR" smtClean="0"/>
            </a:br>
            <a:r>
              <a:rPr lang="fr-FR" smtClean="0"/>
              <a:t>4-  ET NOUS BÉNIRONS TON NOM,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We will bless your name oh lord</a:t>
            </a:r>
            <a:br>
              <a:rPr lang="fr-FR" smtClean="0"/>
            </a:br>
            <a:r>
              <a:rPr lang="fr-FR" smtClean="0"/>
              <a:t>5-  AUJOURD’HUI ET POUR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Now until forevermore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6-  NUL N’EST PLUS GRAND QUE NOTRE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There is no one higher than our God</a:t>
            </a:r>
            <a:br>
              <a:rPr lang="fr-FR" smtClean="0"/>
            </a:br>
            <a:r>
              <a:rPr lang="fr-FR" smtClean="0"/>
              <a:t>	7-  QUE NOTRE DIEU PERSONNE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Higher than our God No one	x2	x2		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PONT</a:t>
            </a:r>
            <a:br>
              <a:rPr lang="fr-FR" smtClean="0"/>
            </a:br>
            <a:r>
              <a:rPr lang="fr-FR" smtClean="0"/>
              <a:t>8-  CAR IL EST LE LION DE JUDA CRÉATEUR DES CIEUX ET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is lion of Judah Creator of heaven and earth</a:t>
            </a:r>
            <a:br>
              <a:rPr lang="fr-FR" smtClean="0"/>
            </a:br>
            <a:r>
              <a:rPr lang="fr-FR" smtClean="0"/>
              <a:t>9-  IL EST LE PUISSANT REDEMPTEUR NUL N’EST SEMBLABLE À NOTRE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is great in salvation Endless in mercy Awesome in power No one is higher than    our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22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EST COMME NOTRE DIEU NUL N’EST COMPARABLE</a:t>
            </a:r>
          </a:p>
          <a:p>
            <a:r>
              <a:rPr lang="fr-FR" smtClean="0"/>
              <a:t>     Who is like our God None can compare</a:t>
            </a:r>
          </a:p>
          <a:p>
            <a:r>
              <a:rPr lang="fr-FR" smtClean="0"/>
              <a:t>2-  QUI EST COMME NOTRE DIEU IL NOUS DÉLIVRE</a:t>
            </a:r>
          </a:p>
          <a:p>
            <a:r>
              <a:rPr lang="fr-FR" smtClean="0"/>
              <a:t>      Who is like our God He will rescue us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QUAND NOUS INVOQUONS SON NOM IL NOUS DÉLIVRE</a:t>
            </a:r>
          </a:p>
          <a:p>
            <a:r>
              <a:rPr lang="fr-FR" smtClean="0"/>
              <a:t>      When we call his name He will rescue us</a:t>
            </a:r>
            <a:br>
              <a:rPr lang="fr-FR" smtClean="0"/>
            </a:br>
            <a:r>
              <a:rPr lang="fr-FR" smtClean="0"/>
              <a:t>4-  ET NOUS BÉNIRONS TON NOM, SEIGNEUR</a:t>
            </a:r>
          </a:p>
          <a:p>
            <a:r>
              <a:rPr lang="fr-FR" smtClean="0"/>
              <a:t>      We will bless your name oh lord</a:t>
            </a:r>
            <a:br>
              <a:rPr lang="fr-FR" smtClean="0"/>
            </a:br>
            <a:r>
              <a:rPr lang="fr-FR" smtClean="0"/>
              <a:t>5-  AUJOURD’HUI ET POUR TOUJOURS</a:t>
            </a:r>
          </a:p>
          <a:p>
            <a:r>
              <a:rPr lang="fr-FR" smtClean="0"/>
              <a:t>     Now until forevermore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6-  NUL N’EST PLUS GRAND QUE NOTRE DIEU</a:t>
            </a:r>
          </a:p>
          <a:p>
            <a:r>
              <a:rPr lang="fr-FR" smtClean="0"/>
              <a:t>                         There is no one higher than our God</a:t>
            </a:r>
            <a:br>
              <a:rPr lang="fr-FR" smtClean="0"/>
            </a:br>
            <a:r>
              <a:rPr lang="fr-FR" smtClean="0"/>
              <a:t>	7-  QUE NOTRE DIEU PERSONNE</a:t>
            </a:r>
          </a:p>
          <a:p>
            <a:r>
              <a:rPr lang="fr-FR" smtClean="0"/>
              <a:t>                         Higher than our God No one	x2	x2			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PONT</a:t>
            </a:r>
            <a:br>
              <a:rPr lang="fr-FR" smtClean="0"/>
            </a:br>
            <a:r>
              <a:rPr lang="fr-FR" smtClean="0"/>
              <a:t>8-  CAR IL EST LE LION DE JUDA CRÉATEUR DES CIEUX ET LA TERRE</a:t>
            </a:r>
          </a:p>
          <a:p>
            <a:r>
              <a:rPr lang="fr-FR" smtClean="0"/>
              <a:t>      He is lion of Judah Creator of heaven and earth</a:t>
            </a:r>
            <a:br>
              <a:rPr lang="fr-FR" smtClean="0"/>
            </a:br>
            <a:r>
              <a:rPr lang="fr-FR" smtClean="0"/>
              <a:t>9-  IL EST LE PUISSANT REDEMPTEUR NUL N’EST SEMBLABLE À NOTRE DIEU</a:t>
            </a:r>
          </a:p>
          <a:p>
            <a:r>
              <a:rPr lang="fr-FR" smtClean="0"/>
              <a:t>      He is great in salvation Endless in mercy Awesome in power No one is higher than    our God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EST COMME NOTRE DIEU NUL N’EST COMPARABLE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Who is like our God None can compare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QUI EST COMME NOTRE DIEU IL NOUS DÉLIVRE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Who is like our God He will rescue us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QUAND NOUS INVOQUONS SON NOM IL NOUS DÉLIVRE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we call his name He will rescue us</a:t>
            </a:r>
            <a:br>
              <a:rPr lang="fr-FR" smtClean="0"/>
            </a:br>
            <a:r>
              <a:rPr lang="fr-FR" smtClean="0"/>
              <a:t>4-  ET NOUS BÉNIRONS TON NOM,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We will bless your name oh lord</a:t>
            </a:r>
            <a:br>
              <a:rPr lang="fr-FR" smtClean="0"/>
            </a:br>
            <a:r>
              <a:rPr lang="fr-FR" smtClean="0"/>
              <a:t>5-  AUJOURD’HUI ET POUR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Now until forevermore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6-  NUL N’EST PLUS GRAND QUE NOTRE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There is no one higher than our God</a:t>
            </a:r>
            <a:br>
              <a:rPr lang="fr-FR" smtClean="0"/>
            </a:br>
            <a:r>
              <a:rPr lang="fr-FR" smtClean="0"/>
              <a:t>	7-  QUE NOTRE DIEU PERSONNE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Higher than our God No one	x2	x2		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PONT</a:t>
            </a:r>
            <a:br>
              <a:rPr lang="fr-FR" smtClean="0"/>
            </a:br>
            <a:r>
              <a:rPr lang="fr-FR" smtClean="0"/>
              <a:t>8-  CAR IL EST LE LION DE JUDA CRÉATEUR DES CIEUX ET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is lion of Judah Creator of heaven and earth</a:t>
            </a:r>
            <a:br>
              <a:rPr lang="fr-FR" smtClean="0"/>
            </a:br>
            <a:r>
              <a:rPr lang="fr-FR" smtClean="0"/>
              <a:t>9-  IL EST LE PUISSANT REDEMPTEUR NUL N’EST SEMBLABLE À NOTRE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is great in salvation Endless in mercy Awesome in power No one is higher than    our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33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EST COMME NOTRE DIEU NUL N’EST COMPARABLE</a:t>
            </a:r>
          </a:p>
          <a:p>
            <a:r>
              <a:rPr lang="fr-FR" smtClean="0"/>
              <a:t>     Who is like our God None can compare</a:t>
            </a:r>
          </a:p>
          <a:p>
            <a:r>
              <a:rPr lang="fr-FR" smtClean="0"/>
              <a:t>2-  QUI EST COMME NOTRE DIEU IL NOUS DÉLIVRE</a:t>
            </a:r>
          </a:p>
          <a:p>
            <a:r>
              <a:rPr lang="fr-FR" smtClean="0"/>
              <a:t>      Who is like our God He will rescue us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QUAND NOUS INVOQUONS SON NOM IL NOUS DÉLIVRE</a:t>
            </a:r>
          </a:p>
          <a:p>
            <a:r>
              <a:rPr lang="fr-FR" smtClean="0"/>
              <a:t>      When we call his name He will rescue us</a:t>
            </a:r>
            <a:br>
              <a:rPr lang="fr-FR" smtClean="0"/>
            </a:br>
            <a:r>
              <a:rPr lang="fr-FR" smtClean="0"/>
              <a:t>4-  ET NOUS BÉNIRONS TON NOM, SEIGNEUR</a:t>
            </a:r>
          </a:p>
          <a:p>
            <a:r>
              <a:rPr lang="fr-FR" smtClean="0"/>
              <a:t>      We will bless your name oh lord</a:t>
            </a:r>
            <a:br>
              <a:rPr lang="fr-FR" smtClean="0"/>
            </a:br>
            <a:r>
              <a:rPr lang="fr-FR" smtClean="0"/>
              <a:t>5-  AUJOURD’HUI ET POUR TOUJOURS</a:t>
            </a:r>
          </a:p>
          <a:p>
            <a:r>
              <a:rPr lang="fr-FR" smtClean="0"/>
              <a:t>     Now until forevermore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6-  NUL N’EST PLUS GRAND QUE NOTRE DIEU</a:t>
            </a:r>
          </a:p>
          <a:p>
            <a:r>
              <a:rPr lang="fr-FR" smtClean="0"/>
              <a:t>                         There is no one higher than our God</a:t>
            </a:r>
            <a:br>
              <a:rPr lang="fr-FR" smtClean="0"/>
            </a:br>
            <a:r>
              <a:rPr lang="fr-FR" smtClean="0"/>
              <a:t>	7-  QUE NOTRE DIEU PERSONNE</a:t>
            </a:r>
          </a:p>
          <a:p>
            <a:r>
              <a:rPr lang="fr-FR" smtClean="0"/>
              <a:t>                         Higher than our God No one	x2	x2			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PONT</a:t>
            </a:r>
            <a:br>
              <a:rPr lang="fr-FR" smtClean="0"/>
            </a:br>
            <a:r>
              <a:rPr lang="fr-FR" smtClean="0"/>
              <a:t>8-  CAR IL EST LE LION DE JUDA CRÉATEUR DES CIEUX ET LA TERRE</a:t>
            </a:r>
          </a:p>
          <a:p>
            <a:r>
              <a:rPr lang="fr-FR" smtClean="0"/>
              <a:t>      He is lion of Judah Creator of heaven and earth</a:t>
            </a:r>
            <a:br>
              <a:rPr lang="fr-FR" smtClean="0"/>
            </a:br>
            <a:r>
              <a:rPr lang="fr-FR" smtClean="0"/>
              <a:t>9-  IL EST LE PUISSANT REDEMPTEUR NUL N’EST SEMBLABLE À NOTRE DIEU</a:t>
            </a:r>
          </a:p>
          <a:p>
            <a:r>
              <a:rPr lang="fr-FR" smtClean="0"/>
              <a:t>      He is great in salvation Endless in mercy Awesome in power No one is higher than    our God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EST COMME NOTRE DIEU NUL N’EST COMPARABLE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Who is like our God None can compare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QUI EST COMME NOTRE DIEU IL NOUS DÉLIVRE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Who is like our God He will rescue us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QUAND NOUS INVOQUONS SON NOM IL NOUS DÉLIVRE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we call his name He will rescue us</a:t>
            </a:r>
            <a:br>
              <a:rPr lang="fr-FR" smtClean="0"/>
            </a:br>
            <a:r>
              <a:rPr lang="fr-FR" smtClean="0"/>
              <a:t>4-  ET NOUS BÉNIRONS TON NOM,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We will bless your name oh lord</a:t>
            </a:r>
            <a:br>
              <a:rPr lang="fr-FR" smtClean="0"/>
            </a:br>
            <a:r>
              <a:rPr lang="fr-FR" smtClean="0"/>
              <a:t>5-  AUJOURD’HUI ET POUR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Now until forevermore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6-  NUL N’EST PLUS GRAND QUE NOTRE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There is no one higher than our God</a:t>
            </a:r>
            <a:br>
              <a:rPr lang="fr-FR" smtClean="0"/>
            </a:br>
            <a:r>
              <a:rPr lang="fr-FR" smtClean="0"/>
              <a:t>	7-  QUE NOTRE DIEU PERSONNE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Higher than our God No one	x2	x2		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PONT</a:t>
            </a:r>
            <a:br>
              <a:rPr lang="fr-FR" smtClean="0"/>
            </a:br>
            <a:r>
              <a:rPr lang="fr-FR" smtClean="0"/>
              <a:t>8-  CAR IL EST LE LION DE JUDA CRÉATEUR DES CIEUX ET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is lion of Judah Creator of heaven and earth</a:t>
            </a:r>
            <a:br>
              <a:rPr lang="fr-FR" smtClean="0"/>
            </a:br>
            <a:r>
              <a:rPr lang="fr-FR" smtClean="0"/>
              <a:t>9-  IL EST LE PUISSANT REDEMPTEUR NUL N’EST SEMBLABLE À NOTRE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is great in salvation Endless in mercy Awesome in power No one is higher than    our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EST COMME NOTRE DIEU NUL N’EST COMPARABLE</a:t>
            </a:r>
          </a:p>
          <a:p>
            <a:r>
              <a:rPr lang="fr-FR" smtClean="0"/>
              <a:t>     Who is like our God None can compare</a:t>
            </a:r>
          </a:p>
          <a:p>
            <a:r>
              <a:rPr lang="fr-FR" smtClean="0"/>
              <a:t>2-  QUI EST COMME NOTRE DIEU IL NOUS DÉLIVRE</a:t>
            </a:r>
          </a:p>
          <a:p>
            <a:r>
              <a:rPr lang="fr-FR" smtClean="0"/>
              <a:t>      Who is like our God He will rescue us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QUAND NOUS INVOQUONS SON NOM IL NOUS DÉLIVRE</a:t>
            </a:r>
          </a:p>
          <a:p>
            <a:r>
              <a:rPr lang="fr-FR" smtClean="0"/>
              <a:t>      When we call his name He will rescue us</a:t>
            </a:r>
            <a:br>
              <a:rPr lang="fr-FR" smtClean="0"/>
            </a:br>
            <a:r>
              <a:rPr lang="fr-FR" smtClean="0"/>
              <a:t>4-  ET NOUS BÉNIRONS TON NOM, SEIGNEUR</a:t>
            </a:r>
          </a:p>
          <a:p>
            <a:r>
              <a:rPr lang="fr-FR" smtClean="0"/>
              <a:t>      We will bless your name oh lord</a:t>
            </a:r>
            <a:br>
              <a:rPr lang="fr-FR" smtClean="0"/>
            </a:br>
            <a:r>
              <a:rPr lang="fr-FR" smtClean="0"/>
              <a:t>5-  AUJOURD’HUI ET POUR TOUJOURS</a:t>
            </a:r>
          </a:p>
          <a:p>
            <a:r>
              <a:rPr lang="fr-FR" smtClean="0"/>
              <a:t>     Now until forevermore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6-  NUL N’EST PLUS GRAND QUE NOTRE DIEU</a:t>
            </a:r>
          </a:p>
          <a:p>
            <a:r>
              <a:rPr lang="fr-FR" smtClean="0"/>
              <a:t>                         There is no one higher than our God</a:t>
            </a:r>
            <a:br>
              <a:rPr lang="fr-FR" smtClean="0"/>
            </a:br>
            <a:r>
              <a:rPr lang="fr-FR" smtClean="0"/>
              <a:t>	7-  QUE NOTRE DIEU PERSONNE</a:t>
            </a:r>
          </a:p>
          <a:p>
            <a:r>
              <a:rPr lang="fr-FR" smtClean="0"/>
              <a:t>                         Higher than our God No one	x2	x2			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PONT</a:t>
            </a:r>
            <a:br>
              <a:rPr lang="fr-FR" smtClean="0"/>
            </a:br>
            <a:r>
              <a:rPr lang="fr-FR" smtClean="0"/>
              <a:t>8-  CAR IL EST LE LION DE JUDA CRÉATEUR DES CIEUX ET LA TERRE</a:t>
            </a:r>
          </a:p>
          <a:p>
            <a:r>
              <a:rPr lang="fr-FR" smtClean="0"/>
              <a:t>      He is lion of Judah Creator of heaven and earth</a:t>
            </a:r>
            <a:br>
              <a:rPr lang="fr-FR" smtClean="0"/>
            </a:br>
            <a:r>
              <a:rPr lang="fr-FR" smtClean="0"/>
              <a:t>9-  IL EST LE PUISSANT REDEMPTEUR NUL N’EST SEMBLABLE À NOTRE DIEU</a:t>
            </a:r>
          </a:p>
          <a:p>
            <a:r>
              <a:rPr lang="fr-FR" smtClean="0"/>
              <a:t>      He is great in salvation Endless in mercy Awesome in power No one is higher than    our God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EST COMME NOTRE DIEU NUL N’EST COMPARABLE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Who is like our God None can compare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QUI EST COMME NOTRE DIEU IL NOUS DÉLIVRE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Who is like our God He will rescue us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QUAND NOUS INVOQUONS SON NOM IL NOUS DÉLIVRE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we call his name He will rescue us</a:t>
            </a:r>
            <a:br>
              <a:rPr lang="fr-FR" smtClean="0"/>
            </a:br>
            <a:r>
              <a:rPr lang="fr-FR" smtClean="0"/>
              <a:t>4-  ET NOUS BÉNIRONS TON NOM,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We will bless your name oh lord</a:t>
            </a:r>
            <a:br>
              <a:rPr lang="fr-FR" smtClean="0"/>
            </a:br>
            <a:r>
              <a:rPr lang="fr-FR" smtClean="0"/>
              <a:t>5-  AUJOURD’HUI ET POUR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Now until forevermore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6-  NUL N’EST PLUS GRAND QUE NOTRE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There is no one higher than our God</a:t>
            </a:r>
            <a:br>
              <a:rPr lang="fr-FR" smtClean="0"/>
            </a:br>
            <a:r>
              <a:rPr lang="fr-FR" smtClean="0"/>
              <a:t>	7-  QUE NOTRE DIEU PERSONNE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Higher than our God No one	x2	x2		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PONT</a:t>
            </a:r>
            <a:br>
              <a:rPr lang="fr-FR" smtClean="0"/>
            </a:br>
            <a:r>
              <a:rPr lang="fr-FR" smtClean="0"/>
              <a:t>8-  CAR IL EST LE LION DE JUDA CRÉATEUR DES CIEUX ET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is lion of Judah Creator of heaven and earth</a:t>
            </a:r>
            <a:br>
              <a:rPr lang="fr-FR" smtClean="0"/>
            </a:br>
            <a:r>
              <a:rPr lang="fr-FR" smtClean="0"/>
              <a:t>9-  IL EST LE PUISSANT REDEMPTEUR NUL N’EST SEMBLABLE À NOTRE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is great in salvation Endless in mercy Awesome in power No one is higher than    our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EST COMME NOTRE DIEU NUL N’EST COMPARABLE</a:t>
            </a:r>
          </a:p>
          <a:p>
            <a:r>
              <a:rPr lang="fr-FR" smtClean="0"/>
              <a:t>     Who is like our God None can compare</a:t>
            </a:r>
          </a:p>
          <a:p>
            <a:r>
              <a:rPr lang="fr-FR" smtClean="0"/>
              <a:t>2-  QUI EST COMME NOTRE DIEU IL NOUS DÉLIVRE</a:t>
            </a:r>
          </a:p>
          <a:p>
            <a:r>
              <a:rPr lang="fr-FR" smtClean="0"/>
              <a:t>      Who is like our God He will rescue us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QUAND NOUS INVOQUONS SON NOM IL NOUS DÉLIVRE</a:t>
            </a:r>
          </a:p>
          <a:p>
            <a:r>
              <a:rPr lang="fr-FR" smtClean="0"/>
              <a:t>      When we call his name He will rescue us</a:t>
            </a:r>
            <a:br>
              <a:rPr lang="fr-FR" smtClean="0"/>
            </a:br>
            <a:r>
              <a:rPr lang="fr-FR" smtClean="0"/>
              <a:t>4-  ET NOUS BÉNIRONS TON NOM, SEIGNEUR</a:t>
            </a:r>
          </a:p>
          <a:p>
            <a:r>
              <a:rPr lang="fr-FR" smtClean="0"/>
              <a:t>      We will bless your name oh lord</a:t>
            </a:r>
            <a:br>
              <a:rPr lang="fr-FR" smtClean="0"/>
            </a:br>
            <a:r>
              <a:rPr lang="fr-FR" smtClean="0"/>
              <a:t>5-  AUJOURD’HUI ET POUR TOUJOURS</a:t>
            </a:r>
          </a:p>
          <a:p>
            <a:r>
              <a:rPr lang="fr-FR" smtClean="0"/>
              <a:t>     Now until forevermore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6-  NUL N’EST PLUS GRAND QUE NOTRE DIEU</a:t>
            </a:r>
          </a:p>
          <a:p>
            <a:r>
              <a:rPr lang="fr-FR" smtClean="0"/>
              <a:t>                         There is no one higher than our God</a:t>
            </a:r>
            <a:br>
              <a:rPr lang="fr-FR" smtClean="0"/>
            </a:br>
            <a:r>
              <a:rPr lang="fr-FR" smtClean="0"/>
              <a:t>	7-  QUE NOTRE DIEU PERSONNE</a:t>
            </a:r>
          </a:p>
          <a:p>
            <a:r>
              <a:rPr lang="fr-FR" smtClean="0"/>
              <a:t>                         Higher than our God No one	x2	x2			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PONT</a:t>
            </a:r>
            <a:br>
              <a:rPr lang="fr-FR" smtClean="0"/>
            </a:br>
            <a:r>
              <a:rPr lang="fr-FR" smtClean="0"/>
              <a:t>8-  CAR IL EST LE LION DE JUDA CRÉATEUR DES CIEUX ET LA TERRE</a:t>
            </a:r>
          </a:p>
          <a:p>
            <a:r>
              <a:rPr lang="fr-FR" smtClean="0"/>
              <a:t>      He is lion of Judah Creator of heaven and earth</a:t>
            </a:r>
            <a:br>
              <a:rPr lang="fr-FR" smtClean="0"/>
            </a:br>
            <a:r>
              <a:rPr lang="fr-FR" smtClean="0"/>
              <a:t>9-  IL EST LE PUISSANT REDEMPTEUR NUL N’EST SEMBLABLE À NOTRE DIEU</a:t>
            </a:r>
          </a:p>
          <a:p>
            <a:r>
              <a:rPr lang="fr-FR" smtClean="0"/>
              <a:t>      He is great in salvation Endless in mercy Awesome in power No one is higher than    our God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EST COMME NOTRE DIEU NUL N’EST COMPARABLE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Who is like our God None can compare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QUI EST COMME NOTRE DIEU IL NOUS DÉLIVRE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Who is like our God He will rescue us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QUAND NOUS INVOQUONS SON NOM IL NOUS DÉLIVRE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we call his name He will rescue us</a:t>
            </a:r>
            <a:br>
              <a:rPr lang="fr-FR" smtClean="0"/>
            </a:br>
            <a:r>
              <a:rPr lang="fr-FR" smtClean="0"/>
              <a:t>4-  ET NOUS BÉNIRONS TON NOM,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We will bless your name oh lord</a:t>
            </a:r>
            <a:br>
              <a:rPr lang="fr-FR" smtClean="0"/>
            </a:br>
            <a:r>
              <a:rPr lang="fr-FR" smtClean="0"/>
              <a:t>5-  AUJOURD’HUI ET POUR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Now until forevermore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6-  NUL N’EST PLUS GRAND QUE NOTRE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There is no one higher than our God</a:t>
            </a:r>
            <a:br>
              <a:rPr lang="fr-FR" smtClean="0"/>
            </a:br>
            <a:r>
              <a:rPr lang="fr-FR" smtClean="0"/>
              <a:t>	7-  QUE NOTRE DIEU PERSONNE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Higher than our God No one	x2	x2		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PONT</a:t>
            </a:r>
            <a:br>
              <a:rPr lang="fr-FR" smtClean="0"/>
            </a:br>
            <a:r>
              <a:rPr lang="fr-FR" smtClean="0"/>
              <a:t>8-  CAR IL EST LE LION DE JUDA CRÉATEUR DES CIEUX ET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is lion of Judah Creator of heaven and earth</a:t>
            </a:r>
            <a:br>
              <a:rPr lang="fr-FR" smtClean="0"/>
            </a:br>
            <a:r>
              <a:rPr lang="fr-FR" smtClean="0"/>
              <a:t>9-  IL EST LE PUISSANT REDEMPTEUR NUL N’EST SEMBLABLE À NOTRE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is great in salvation Endless in mercy Awesome in power No one is higher than    our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EST COMME NOTRE DIEU NUL N’EST COMPARABLE</a:t>
            </a:r>
          </a:p>
          <a:p>
            <a:r>
              <a:rPr lang="fr-FR" smtClean="0"/>
              <a:t>     Who is like our God None can compare</a:t>
            </a:r>
          </a:p>
          <a:p>
            <a:r>
              <a:rPr lang="fr-FR" smtClean="0"/>
              <a:t>2-  QUI EST COMME NOTRE DIEU IL NOUS DÉLIVRE</a:t>
            </a:r>
          </a:p>
          <a:p>
            <a:r>
              <a:rPr lang="fr-FR" smtClean="0"/>
              <a:t>      Who is like our God He will rescue us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QUAND NOUS INVOQUONS SON NOM IL NOUS DÉLIVRE</a:t>
            </a:r>
          </a:p>
          <a:p>
            <a:r>
              <a:rPr lang="fr-FR" smtClean="0"/>
              <a:t>      When we call his name He will rescue us</a:t>
            </a:r>
            <a:br>
              <a:rPr lang="fr-FR" smtClean="0"/>
            </a:br>
            <a:r>
              <a:rPr lang="fr-FR" smtClean="0"/>
              <a:t>4-  ET NOUS BÉNIRONS TON NOM, SEIGNEUR</a:t>
            </a:r>
          </a:p>
          <a:p>
            <a:r>
              <a:rPr lang="fr-FR" smtClean="0"/>
              <a:t>      We will bless your name oh lord</a:t>
            </a:r>
            <a:br>
              <a:rPr lang="fr-FR" smtClean="0"/>
            </a:br>
            <a:r>
              <a:rPr lang="fr-FR" smtClean="0"/>
              <a:t>5-  AUJOURD’HUI ET POUR TOUJOURS</a:t>
            </a:r>
          </a:p>
          <a:p>
            <a:r>
              <a:rPr lang="fr-FR" smtClean="0"/>
              <a:t>     Now until forevermore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6-  NUL N’EST PLUS GRAND QUE NOTRE DIEU</a:t>
            </a:r>
          </a:p>
          <a:p>
            <a:r>
              <a:rPr lang="fr-FR" smtClean="0"/>
              <a:t>                         There is no one higher than our God</a:t>
            </a:r>
            <a:br>
              <a:rPr lang="fr-FR" smtClean="0"/>
            </a:br>
            <a:r>
              <a:rPr lang="fr-FR" smtClean="0"/>
              <a:t>	7-  QUE NOTRE DIEU PERSONNE</a:t>
            </a:r>
          </a:p>
          <a:p>
            <a:r>
              <a:rPr lang="fr-FR" smtClean="0"/>
              <a:t>                         Higher than our God No one	x2	x2			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PONT</a:t>
            </a:r>
            <a:br>
              <a:rPr lang="fr-FR" smtClean="0"/>
            </a:br>
            <a:r>
              <a:rPr lang="fr-FR" smtClean="0"/>
              <a:t>8-  CAR IL EST LE LION DE JUDA CRÉATEUR DES CIEUX ET LA TERRE</a:t>
            </a:r>
          </a:p>
          <a:p>
            <a:r>
              <a:rPr lang="fr-FR" smtClean="0"/>
              <a:t>      He is lion of Judah Creator of heaven and earth</a:t>
            </a:r>
            <a:br>
              <a:rPr lang="fr-FR" smtClean="0"/>
            </a:br>
            <a:r>
              <a:rPr lang="fr-FR" smtClean="0"/>
              <a:t>9-  IL EST LE PUISSANT REDEMPTEUR NUL N’EST SEMBLABLE À NOTRE DIEU</a:t>
            </a:r>
          </a:p>
          <a:p>
            <a:r>
              <a:rPr lang="fr-FR" smtClean="0"/>
              <a:t>      He is great in salvation Endless in mercy Awesome in power No one is higher than    our God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EST COMME NOTRE DIEU NUL N’EST COMPARABLE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Who is like our God None can compare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QUI EST COMME NOTRE DIEU IL NOUS DÉLIVRE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Who is like our God He will rescue us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QUAND NOUS INVOQUONS SON NOM IL NOUS DÉLIVRE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we call his name He will rescue us</a:t>
            </a:r>
            <a:br>
              <a:rPr lang="fr-FR" smtClean="0"/>
            </a:br>
            <a:r>
              <a:rPr lang="fr-FR" smtClean="0"/>
              <a:t>4-  ET NOUS BÉNIRONS TON NOM,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We will bless your name oh lord</a:t>
            </a:r>
            <a:br>
              <a:rPr lang="fr-FR" smtClean="0"/>
            </a:br>
            <a:r>
              <a:rPr lang="fr-FR" smtClean="0"/>
              <a:t>5-  AUJOURD’HUI ET POUR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Now until forevermore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6-  NUL N’EST PLUS GRAND QUE NOTRE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There is no one higher than our God</a:t>
            </a:r>
            <a:br>
              <a:rPr lang="fr-FR" smtClean="0"/>
            </a:br>
            <a:r>
              <a:rPr lang="fr-FR" smtClean="0"/>
              <a:t>	7-  QUE NOTRE DIEU PERSONNE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Higher than our God No one	x2	x2		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PONT</a:t>
            </a:r>
            <a:br>
              <a:rPr lang="fr-FR" smtClean="0"/>
            </a:br>
            <a:r>
              <a:rPr lang="fr-FR" smtClean="0"/>
              <a:t>8-  CAR IL EST LE LION DE JUDA CRÉATEUR DES CIEUX ET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is lion of Judah Creator of heaven and earth</a:t>
            </a:r>
            <a:br>
              <a:rPr lang="fr-FR" smtClean="0"/>
            </a:br>
            <a:r>
              <a:rPr lang="fr-FR" smtClean="0"/>
              <a:t>9-  IL EST LE PUISSANT REDEMPTEUR NUL N’EST SEMBLABLE À NOTRE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is great in salvation Endless in mercy Awesome in power No one is higher than    our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EST COMME NOTRE DIEU NUL N’EST COMPARABLE</a:t>
            </a:r>
          </a:p>
          <a:p>
            <a:r>
              <a:rPr lang="fr-FR" smtClean="0"/>
              <a:t>     Who is like our God None can compare</a:t>
            </a:r>
          </a:p>
          <a:p>
            <a:r>
              <a:rPr lang="fr-FR" smtClean="0"/>
              <a:t>2-  QUI EST COMME NOTRE DIEU IL NOUS DÉLIVRE</a:t>
            </a:r>
          </a:p>
          <a:p>
            <a:r>
              <a:rPr lang="fr-FR" smtClean="0"/>
              <a:t>      Who is like our God He will rescue us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QUAND NOUS INVOQUONS SON NOM IL NOUS DÉLIVRE</a:t>
            </a:r>
          </a:p>
          <a:p>
            <a:r>
              <a:rPr lang="fr-FR" smtClean="0"/>
              <a:t>      When we call his name He will rescue us</a:t>
            </a:r>
            <a:br>
              <a:rPr lang="fr-FR" smtClean="0"/>
            </a:br>
            <a:r>
              <a:rPr lang="fr-FR" smtClean="0"/>
              <a:t>4-  ET NOUS BÉNIRONS TON NOM, SEIGNEUR</a:t>
            </a:r>
          </a:p>
          <a:p>
            <a:r>
              <a:rPr lang="fr-FR" smtClean="0"/>
              <a:t>      We will bless your name oh lord</a:t>
            </a:r>
            <a:br>
              <a:rPr lang="fr-FR" smtClean="0"/>
            </a:br>
            <a:r>
              <a:rPr lang="fr-FR" smtClean="0"/>
              <a:t>5-  AUJOURD’HUI ET POUR TOUJOURS</a:t>
            </a:r>
          </a:p>
          <a:p>
            <a:r>
              <a:rPr lang="fr-FR" smtClean="0"/>
              <a:t>     Now until forevermore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6-  NUL N’EST PLUS GRAND QUE NOTRE DIEU</a:t>
            </a:r>
          </a:p>
          <a:p>
            <a:r>
              <a:rPr lang="fr-FR" smtClean="0"/>
              <a:t>                         There is no one higher than our God</a:t>
            </a:r>
            <a:br>
              <a:rPr lang="fr-FR" smtClean="0"/>
            </a:br>
            <a:r>
              <a:rPr lang="fr-FR" smtClean="0"/>
              <a:t>	7-  QUE NOTRE DIEU PERSONNE</a:t>
            </a:r>
          </a:p>
          <a:p>
            <a:r>
              <a:rPr lang="fr-FR" smtClean="0"/>
              <a:t>                         Higher than our God No one	x2	x2			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PONT</a:t>
            </a:r>
            <a:br>
              <a:rPr lang="fr-FR" smtClean="0"/>
            </a:br>
            <a:r>
              <a:rPr lang="fr-FR" smtClean="0"/>
              <a:t>8-  CAR IL EST LE LION DE JUDA CRÉATEUR DES CIEUX ET LA TERRE</a:t>
            </a:r>
          </a:p>
          <a:p>
            <a:r>
              <a:rPr lang="fr-FR" smtClean="0"/>
              <a:t>      He is lion of Judah Creator of heaven and earth</a:t>
            </a:r>
            <a:br>
              <a:rPr lang="fr-FR" smtClean="0"/>
            </a:br>
            <a:r>
              <a:rPr lang="fr-FR" smtClean="0"/>
              <a:t>9-  IL EST LE PUISSANT REDEMPTEUR NUL N’EST SEMBLABLE À NOTRE DIEU</a:t>
            </a:r>
          </a:p>
          <a:p>
            <a:r>
              <a:rPr lang="fr-FR" smtClean="0"/>
              <a:t>      He is great in salvation Endless in mercy Awesome in power No one is higher than    our God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EST COMME NOTRE DIEU NUL N’EST COMPARABLE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Who is like our God None can compare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QUI EST COMME NOTRE DIEU IL NOUS DÉLIVRE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Who is like our God He will rescue us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QUAND NOUS INVOQUONS SON NOM IL NOUS DÉLIVRE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we call his name He will rescue us</a:t>
            </a:r>
            <a:br>
              <a:rPr lang="fr-FR" smtClean="0"/>
            </a:br>
            <a:r>
              <a:rPr lang="fr-FR" smtClean="0"/>
              <a:t>4-  ET NOUS BÉNIRONS TON NOM,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We will bless your name oh lord</a:t>
            </a:r>
            <a:br>
              <a:rPr lang="fr-FR" smtClean="0"/>
            </a:br>
            <a:r>
              <a:rPr lang="fr-FR" smtClean="0"/>
              <a:t>5-  AUJOURD’HUI ET POUR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Now until forevermore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6-  NUL N’EST PLUS GRAND QUE NOTRE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There is no one higher than our God</a:t>
            </a:r>
            <a:br>
              <a:rPr lang="fr-FR" smtClean="0"/>
            </a:br>
            <a:r>
              <a:rPr lang="fr-FR" smtClean="0"/>
              <a:t>	7-  QUE NOTRE DIEU PERSONNE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Higher than our God No one	x2	x2		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PONT</a:t>
            </a:r>
            <a:br>
              <a:rPr lang="fr-FR" smtClean="0"/>
            </a:br>
            <a:r>
              <a:rPr lang="fr-FR" smtClean="0"/>
              <a:t>8-  CAR IL EST LE LION DE JUDA CRÉATEUR DES CIEUX ET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is lion of Judah Creator of heaven and earth</a:t>
            </a:r>
            <a:br>
              <a:rPr lang="fr-FR" smtClean="0"/>
            </a:br>
            <a:r>
              <a:rPr lang="fr-FR" smtClean="0"/>
              <a:t>9-  IL EST LE PUISSANT REDEMPTEUR NUL N’EST SEMBLABLE À NOTRE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is great in salvation Endless in mercy Awesome in power No one is higher than    our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EST COMME NOTRE DIEU NUL N’EST COMPARABLE</a:t>
            </a:r>
          </a:p>
          <a:p>
            <a:r>
              <a:rPr lang="fr-FR" smtClean="0"/>
              <a:t>     Who is like our God None can compare</a:t>
            </a:r>
          </a:p>
          <a:p>
            <a:r>
              <a:rPr lang="fr-FR" smtClean="0"/>
              <a:t>2-  QUI EST COMME NOTRE DIEU IL NOUS DÉLIVRE</a:t>
            </a:r>
          </a:p>
          <a:p>
            <a:r>
              <a:rPr lang="fr-FR" smtClean="0"/>
              <a:t>      Who is like our God He will rescue us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QUAND NOUS INVOQUONS SON NOM IL NOUS DÉLIVRE</a:t>
            </a:r>
          </a:p>
          <a:p>
            <a:r>
              <a:rPr lang="fr-FR" smtClean="0"/>
              <a:t>      When we call his name He will rescue us</a:t>
            </a:r>
            <a:br>
              <a:rPr lang="fr-FR" smtClean="0"/>
            </a:br>
            <a:r>
              <a:rPr lang="fr-FR" smtClean="0"/>
              <a:t>4-  ET NOUS BÉNIRONS TON NOM, SEIGNEUR</a:t>
            </a:r>
          </a:p>
          <a:p>
            <a:r>
              <a:rPr lang="fr-FR" smtClean="0"/>
              <a:t>      We will bless your name oh lord</a:t>
            </a:r>
            <a:br>
              <a:rPr lang="fr-FR" smtClean="0"/>
            </a:br>
            <a:r>
              <a:rPr lang="fr-FR" smtClean="0"/>
              <a:t>5-  AUJOURD’HUI ET POUR TOUJOURS</a:t>
            </a:r>
          </a:p>
          <a:p>
            <a:r>
              <a:rPr lang="fr-FR" smtClean="0"/>
              <a:t>     Now until forevermore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6-  NUL N’EST PLUS GRAND QUE NOTRE DIEU</a:t>
            </a:r>
          </a:p>
          <a:p>
            <a:r>
              <a:rPr lang="fr-FR" smtClean="0"/>
              <a:t>                         There is no one higher than our God</a:t>
            </a:r>
            <a:br>
              <a:rPr lang="fr-FR" smtClean="0"/>
            </a:br>
            <a:r>
              <a:rPr lang="fr-FR" smtClean="0"/>
              <a:t>	7-  QUE NOTRE DIEU PERSONNE</a:t>
            </a:r>
          </a:p>
          <a:p>
            <a:r>
              <a:rPr lang="fr-FR" smtClean="0"/>
              <a:t>                         Higher than our God No one	x2	x2			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PONT</a:t>
            </a:r>
            <a:br>
              <a:rPr lang="fr-FR" smtClean="0"/>
            </a:br>
            <a:r>
              <a:rPr lang="fr-FR" smtClean="0"/>
              <a:t>8-  CAR IL EST LE LION DE JUDA CRÉATEUR DES CIEUX ET LA TERRE</a:t>
            </a:r>
          </a:p>
          <a:p>
            <a:r>
              <a:rPr lang="fr-FR" smtClean="0"/>
              <a:t>      He is lion of Judah Creator of heaven and earth</a:t>
            </a:r>
            <a:br>
              <a:rPr lang="fr-FR" smtClean="0"/>
            </a:br>
            <a:r>
              <a:rPr lang="fr-FR" smtClean="0"/>
              <a:t>9-  IL EST LE PUISSANT REDEMPTEUR NUL N’EST SEMBLABLE À NOTRE DIEU</a:t>
            </a:r>
          </a:p>
          <a:p>
            <a:r>
              <a:rPr lang="fr-FR" smtClean="0"/>
              <a:t>      He is great in salvation Endless in mercy Awesome in power No one is higher than    our God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EST COMME NOTRE DIEU NUL N’EST COMPARABLE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Who is like our God None can compare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QUI EST COMME NOTRE DIEU IL NOUS DÉLIVRE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Who is like our God He will rescue us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QUAND NOUS INVOQUONS SON NOM IL NOUS DÉLIVRE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we call his name He will rescue us</a:t>
            </a:r>
            <a:br>
              <a:rPr lang="fr-FR" smtClean="0"/>
            </a:br>
            <a:r>
              <a:rPr lang="fr-FR" smtClean="0"/>
              <a:t>4-  ET NOUS BÉNIRONS TON NOM,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We will bless your name oh lord</a:t>
            </a:r>
            <a:br>
              <a:rPr lang="fr-FR" smtClean="0"/>
            </a:br>
            <a:r>
              <a:rPr lang="fr-FR" smtClean="0"/>
              <a:t>5-  AUJOURD’HUI ET POUR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Now until forevermore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6-  NUL N’EST PLUS GRAND QUE NOTRE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There is no one higher than our God</a:t>
            </a:r>
            <a:br>
              <a:rPr lang="fr-FR" smtClean="0"/>
            </a:br>
            <a:r>
              <a:rPr lang="fr-FR" smtClean="0"/>
              <a:t>	7-  QUE NOTRE DIEU PERSONNE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Higher than our God No one	x2	x2		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PONT</a:t>
            </a:r>
            <a:br>
              <a:rPr lang="fr-FR" smtClean="0"/>
            </a:br>
            <a:r>
              <a:rPr lang="fr-FR" smtClean="0"/>
              <a:t>8-  CAR IL EST LE LION DE JUDA CRÉATEUR DES CIEUX ET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is lion of Judah Creator of heaven and earth</a:t>
            </a:r>
            <a:br>
              <a:rPr lang="fr-FR" smtClean="0"/>
            </a:br>
            <a:r>
              <a:rPr lang="fr-FR" smtClean="0"/>
              <a:t>9-  IL EST LE PUISSANT REDEMPTEUR NUL N’EST SEMBLABLE À NOTRE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is great in salvation Endless in mercy Awesome in power No one is higher than    our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EST COMME NOTRE DIEU NUL N’EST COMPARABLE</a:t>
            </a:r>
          </a:p>
          <a:p>
            <a:r>
              <a:rPr lang="fr-FR" smtClean="0"/>
              <a:t>     Who is like our God None can compare</a:t>
            </a:r>
          </a:p>
          <a:p>
            <a:r>
              <a:rPr lang="fr-FR" smtClean="0"/>
              <a:t>2-  QUI EST COMME NOTRE DIEU IL NOUS DÉLIVRE</a:t>
            </a:r>
          </a:p>
          <a:p>
            <a:r>
              <a:rPr lang="fr-FR" smtClean="0"/>
              <a:t>      Who is like our God He will rescue us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QUAND NOUS INVOQUONS SON NOM IL NOUS DÉLIVRE</a:t>
            </a:r>
          </a:p>
          <a:p>
            <a:r>
              <a:rPr lang="fr-FR" smtClean="0"/>
              <a:t>      When we call his name He will rescue us</a:t>
            </a:r>
            <a:br>
              <a:rPr lang="fr-FR" smtClean="0"/>
            </a:br>
            <a:r>
              <a:rPr lang="fr-FR" smtClean="0"/>
              <a:t>4-  ET NOUS BÉNIRONS TON NOM, SEIGNEUR</a:t>
            </a:r>
          </a:p>
          <a:p>
            <a:r>
              <a:rPr lang="fr-FR" smtClean="0"/>
              <a:t>      We will bless your name oh lord</a:t>
            </a:r>
            <a:br>
              <a:rPr lang="fr-FR" smtClean="0"/>
            </a:br>
            <a:r>
              <a:rPr lang="fr-FR" smtClean="0"/>
              <a:t>5-  AUJOURD’HUI ET POUR TOUJOURS</a:t>
            </a:r>
          </a:p>
          <a:p>
            <a:r>
              <a:rPr lang="fr-FR" smtClean="0"/>
              <a:t>     Now until forevermore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6-  NUL N’EST PLUS GRAND QUE NOTRE DIEU</a:t>
            </a:r>
          </a:p>
          <a:p>
            <a:r>
              <a:rPr lang="fr-FR" smtClean="0"/>
              <a:t>                         There is no one higher than our God</a:t>
            </a:r>
            <a:br>
              <a:rPr lang="fr-FR" smtClean="0"/>
            </a:br>
            <a:r>
              <a:rPr lang="fr-FR" smtClean="0"/>
              <a:t>	7-  QUE NOTRE DIEU PERSONNE</a:t>
            </a:r>
          </a:p>
          <a:p>
            <a:r>
              <a:rPr lang="fr-FR" smtClean="0"/>
              <a:t>                         Higher than our God No one	x2	x2			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PONT</a:t>
            </a:r>
            <a:br>
              <a:rPr lang="fr-FR" smtClean="0"/>
            </a:br>
            <a:r>
              <a:rPr lang="fr-FR" smtClean="0"/>
              <a:t>8-  CAR IL EST LE LION DE JUDA CRÉATEUR DES CIEUX ET LA TERRE</a:t>
            </a:r>
          </a:p>
          <a:p>
            <a:r>
              <a:rPr lang="fr-FR" smtClean="0"/>
              <a:t>      He is lion of Judah Creator of heaven and earth</a:t>
            </a:r>
            <a:br>
              <a:rPr lang="fr-FR" smtClean="0"/>
            </a:br>
            <a:r>
              <a:rPr lang="fr-FR" smtClean="0"/>
              <a:t>9-  IL EST LE PUISSANT REDEMPTEUR NUL N’EST SEMBLABLE À NOTRE DIEU</a:t>
            </a:r>
          </a:p>
          <a:p>
            <a:r>
              <a:rPr lang="fr-FR" smtClean="0"/>
              <a:t>      He is great in salvation Endless in mercy Awesome in power No one is higher than    our God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EST COMME NOTRE DIEU NUL N’EST COMPARABLE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Who is like our God None can compare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QUI EST COMME NOTRE DIEU IL NOUS DÉLIVRE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Who is like our God He will rescue us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QUAND NOUS INVOQUONS SON NOM IL NOUS DÉLIVRE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we call his name He will rescue us</a:t>
            </a:r>
            <a:br>
              <a:rPr lang="fr-FR" smtClean="0"/>
            </a:br>
            <a:r>
              <a:rPr lang="fr-FR" smtClean="0"/>
              <a:t>4-  ET NOUS BÉNIRONS TON NOM,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We will bless your name oh lord</a:t>
            </a:r>
            <a:br>
              <a:rPr lang="fr-FR" smtClean="0"/>
            </a:br>
            <a:r>
              <a:rPr lang="fr-FR" smtClean="0"/>
              <a:t>5-  AUJOURD’HUI ET POUR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Now until forevermore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6-  NUL N’EST PLUS GRAND QUE NOTRE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There is no one higher than our God</a:t>
            </a:r>
            <a:br>
              <a:rPr lang="fr-FR" smtClean="0"/>
            </a:br>
            <a:r>
              <a:rPr lang="fr-FR" smtClean="0"/>
              <a:t>	7-  QUE NOTRE DIEU PERSONNE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Higher than our God No one	x2	x2		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PONT</a:t>
            </a:r>
            <a:br>
              <a:rPr lang="fr-FR" smtClean="0"/>
            </a:br>
            <a:r>
              <a:rPr lang="fr-FR" smtClean="0"/>
              <a:t>8-  CAR IL EST LE LION DE JUDA CRÉATEUR DES CIEUX ET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is lion of Judah Creator of heaven and earth</a:t>
            </a:r>
            <a:br>
              <a:rPr lang="fr-FR" smtClean="0"/>
            </a:br>
            <a:r>
              <a:rPr lang="fr-FR" smtClean="0"/>
              <a:t>9-  IL EST LE PUISSANT REDEMPTEUR NUL N’EST SEMBLABLE À NOTRE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is great in salvation Endless in mercy Awesome in power No one is higher than    our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EST COMME NOTRE DIEU NUL N’EST COMPARABLE</a:t>
            </a:r>
          </a:p>
          <a:p>
            <a:r>
              <a:rPr lang="fr-FR" smtClean="0"/>
              <a:t>     Who is like our God None can compare</a:t>
            </a:r>
          </a:p>
          <a:p>
            <a:r>
              <a:rPr lang="fr-FR" smtClean="0"/>
              <a:t>2-  QUI EST COMME NOTRE DIEU IL NOUS DÉLIVRE</a:t>
            </a:r>
          </a:p>
          <a:p>
            <a:r>
              <a:rPr lang="fr-FR" smtClean="0"/>
              <a:t>      Who is like our God He will rescue us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QUAND NOUS INVOQUONS SON NOM IL NOUS DÉLIVRE</a:t>
            </a:r>
          </a:p>
          <a:p>
            <a:r>
              <a:rPr lang="fr-FR" smtClean="0"/>
              <a:t>      When we call his name He will rescue us</a:t>
            </a:r>
            <a:br>
              <a:rPr lang="fr-FR" smtClean="0"/>
            </a:br>
            <a:r>
              <a:rPr lang="fr-FR" smtClean="0"/>
              <a:t>4-  ET NOUS BÉNIRONS TON NOM, SEIGNEUR</a:t>
            </a:r>
          </a:p>
          <a:p>
            <a:r>
              <a:rPr lang="fr-FR" smtClean="0"/>
              <a:t>      We will bless your name oh lord</a:t>
            </a:r>
            <a:br>
              <a:rPr lang="fr-FR" smtClean="0"/>
            </a:br>
            <a:r>
              <a:rPr lang="fr-FR" smtClean="0"/>
              <a:t>5-  AUJOURD’HUI ET POUR TOUJOURS</a:t>
            </a:r>
          </a:p>
          <a:p>
            <a:r>
              <a:rPr lang="fr-FR" smtClean="0"/>
              <a:t>     Now until forevermore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6-  NUL N’EST PLUS GRAND QUE NOTRE DIEU</a:t>
            </a:r>
          </a:p>
          <a:p>
            <a:r>
              <a:rPr lang="fr-FR" smtClean="0"/>
              <a:t>                         There is no one higher than our God</a:t>
            </a:r>
            <a:br>
              <a:rPr lang="fr-FR" smtClean="0"/>
            </a:br>
            <a:r>
              <a:rPr lang="fr-FR" smtClean="0"/>
              <a:t>	7-  QUE NOTRE DIEU PERSONNE</a:t>
            </a:r>
          </a:p>
          <a:p>
            <a:r>
              <a:rPr lang="fr-FR" smtClean="0"/>
              <a:t>                         Higher than our God No one	x2	x2			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PONT</a:t>
            </a:r>
            <a:br>
              <a:rPr lang="fr-FR" smtClean="0"/>
            </a:br>
            <a:r>
              <a:rPr lang="fr-FR" smtClean="0"/>
              <a:t>8-  CAR IL EST LE LION DE JUDA CRÉATEUR DES CIEUX ET LA TERRE</a:t>
            </a:r>
          </a:p>
          <a:p>
            <a:r>
              <a:rPr lang="fr-FR" smtClean="0"/>
              <a:t>      He is lion of Judah Creator of heaven and earth</a:t>
            </a:r>
            <a:br>
              <a:rPr lang="fr-FR" smtClean="0"/>
            </a:br>
            <a:r>
              <a:rPr lang="fr-FR" smtClean="0"/>
              <a:t>9-  IL EST LE PUISSANT REDEMPTEUR NUL N’EST SEMBLABLE À NOTRE DIEU</a:t>
            </a:r>
          </a:p>
          <a:p>
            <a:r>
              <a:rPr lang="fr-FR" smtClean="0"/>
              <a:t>      He is great in salvation Endless in mercy Awesome in power No one is higher than    our God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I wake up in the mornin',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And the sunlight hurts my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Bears heavy on my mind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someone else instead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the day that lies ahead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r>
              <a:rPr lang="fr-FR" smtClean="0"/>
              <a:t>     When I wake up in the mornin', </a:t>
            </a:r>
          </a:p>
          <a:p>
            <a:r>
              <a:rPr lang="fr-FR" smtClean="0"/>
              <a:t>     Love And the sunlight hurts my eyes</a:t>
            </a:r>
          </a:p>
          <a:p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r>
              <a:rPr lang="fr-FR" smtClean="0"/>
              <a:t>     Love Bears heavy on my mind</a:t>
            </a:r>
          </a:p>
          <a:p>
            <a:endParaRPr lang="fr-FR" smtClean="0"/>
          </a:p>
          <a:p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r>
              <a:rPr lang="fr-FR" smtClean="0"/>
              <a:t>     Then I look at you</a:t>
            </a:r>
          </a:p>
          <a:p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r>
              <a:rPr lang="fr-FR" smtClean="0"/>
              <a:t>     Just one look at you</a:t>
            </a:r>
          </a:p>
          <a:p>
            <a:r>
              <a:rPr lang="fr-FR" smtClean="0"/>
              <a:t>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r>
              <a:rPr lang="fr-FR" smtClean="0"/>
              <a:t>     When someone else instead of me</a:t>
            </a:r>
          </a:p>
          <a:p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r>
              <a:rPr lang="fr-FR" smtClean="0"/>
              <a:t>       Then I look at you</a:t>
            </a:r>
          </a:p>
          <a:p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endParaRPr lang="fr-FR" smtClean="0"/>
          </a:p>
          <a:p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r>
              <a:rPr lang="fr-FR" smtClean="0"/>
              <a:t>       When the day that lies ahead of me</a:t>
            </a:r>
          </a:p>
          <a:p>
            <a:r>
              <a:rPr lang="fr-FR" smtClean="0"/>
              <a:t>14-  SEMBLE IMPOSSIBLE À AFFRONTER</a:t>
            </a:r>
          </a:p>
          <a:p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r>
              <a:rPr lang="fr-FR" smtClean="0"/>
              <a:t>      Then I look at you</a:t>
            </a:r>
          </a:p>
          <a:p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4F216E-7AF1-46E7-98E9-63D141F1C6E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B99A15-33C8-4438-83C6-E3E0A04FBD3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0B23C7-9AD7-4FD0-8637-FB7D7A4562D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6DD606-D465-4072-9BDD-8B07749B683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1C5F63-2570-48B8-A4E5-8319B8DDFA0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56057E-743D-471E-B24E-045725C6E1F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C6CC5A-69C0-4A5E-8ACF-618AAA41B48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F9D3BB-E5FC-456A-98D1-49B87659C5B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5AD204-8436-4E81-A77C-FC777F0FF51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466DD4-2E62-4D4D-BD20-50C6B492269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F205DA-F243-4C29-AC34-B6326CE56D1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24D88D00-2B94-4150-860E-731E3F6B189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EST COMME NOTRE DIEU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NUL N’EST COMPARABLE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EST COMME NOTRE DIEU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NOUS DÉLIVRE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NOUS INVOQUONS SON NOM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NOUS DÉLIVRE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NOUS BÉNIRONS TON NOM SEIGNEUR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AUJOURD’HUI ET POUR TOUJOURS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NUL N’EST PLUS GRAND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QUE NOTRE DIEU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NOTRE DIEU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PERSONNE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IL EST LE LION DE JUDA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CRÉATEUR DES CIEUX ET DE LA TERRE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EST LE PUISSANT RÉDEMPTEUR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NUL N’EST SEMBLABLE À NOTRE DIEU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3071</TotalTime>
  <Words>724</Words>
  <Application>Microsoft Office PowerPoint</Application>
  <PresentationFormat>On-screen Show (4:3)</PresentationFormat>
  <Paragraphs>343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Franklin Gothic Medium</vt:lpstr>
      <vt:lpstr>Arial</vt:lpstr>
      <vt:lpstr>Calibri</vt:lpstr>
      <vt:lpstr>Default Design</vt:lpstr>
      <vt:lpstr>QUI EST COMME NOTRE DIEU NUL N’EST COMPARABLE   </vt:lpstr>
      <vt:lpstr>QUI EST COMME NOTRE DIEU IL NOUS DÉLIVRE    </vt:lpstr>
      <vt:lpstr>QUAND NOUS INVOQUONS SON NOM IL NOUS DÉLIVRE      </vt:lpstr>
      <vt:lpstr>ET NOUS BÉNIRONS TON NOM SEIGNEUR     </vt:lpstr>
      <vt:lpstr>AUJOURD’HUI ET POUR TOUJOURS    </vt:lpstr>
      <vt:lpstr>NUL N’EST PLUS GRAND  QUE NOTRE DIEU    </vt:lpstr>
      <vt:lpstr>QUE NOTRE DIEU PERSONNE    </vt:lpstr>
      <vt:lpstr>CAR IL EST LE LION DE JUDA CRÉATEUR DES CIEUX ET DE LA TERRE     </vt:lpstr>
      <vt:lpstr>IL EST LE PUISSANT RÉDEMPTEUR NUL N’EST SEMBLABLE À NOTRE DIEU     </vt:lpstr>
      <vt:lpstr>Diapositive 10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137</cp:revision>
  <dcterms:created xsi:type="dcterms:W3CDTF">2002-08-17T10:50:50Z</dcterms:created>
  <dcterms:modified xsi:type="dcterms:W3CDTF">2014-04-13T08:49:02Z</dcterms:modified>
</cp:coreProperties>
</file>