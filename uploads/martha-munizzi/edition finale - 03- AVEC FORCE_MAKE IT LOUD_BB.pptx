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05" r:id="rId2"/>
    <p:sldId id="306" r:id="rId3"/>
    <p:sldId id="307" r:id="rId4"/>
    <p:sldId id="308" r:id="rId5"/>
    <p:sldId id="316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7" r:id="rId14"/>
    <p:sldId id="318" r:id="rId15"/>
    <p:sldId id="319" r:id="rId16"/>
    <p:sldId id="320" r:id="rId17"/>
    <p:sldId id="321" r:id="rId18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36" autoAdjust="0"/>
    <p:restoredTop sz="45047" autoAdjust="0"/>
  </p:normalViewPr>
  <p:slideViewPr>
    <p:cSldViewPr>
      <p:cViewPr>
        <p:scale>
          <a:sx n="40" d="100"/>
          <a:sy n="40" d="100"/>
        </p:scale>
        <p:origin x="-19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A6C3298-CA78-4FB4-A301-A3360DD1417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F1034B6-D3A9-49AC-BFBF-17B4BAACEE1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1-  PERSONNE NE PEUT SAUVER,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save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2-  PERSONNE NE PEUT GUÉRIR,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heal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3-  PERSONNE NE PEUT DÉLIVRER,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 deliver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4-  PERSONNE NE PEUT NOUS RENDRE LIBRE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No other god can’t sent us free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5-  COMME NOTRE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(Like our god)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Pre-chorus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6-  NOUS CHANTONS AVEC JOIE CÉLÉBRANT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7-  NOUS N’AVONS PAS HONTE ET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9-  PARTOUT DANS LE MONDE QUE SON PEUPLE LE CÉLÈBRE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10-  AVEC FEU, AVEC FORCE, CRIONS PARTOUT DANS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11-  PARTOUT DANS LE MONDE,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 All around the world, celebrate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12-  OH, OH, OH OH CÉLÉBRONS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	    oh oh oh Celebrate Jésus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Couplet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Pré-refrain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*** 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                         ***RAP***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13-  TOUS LES DÉMONS FUIENT QUAND MON DIEU PARAÎT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Every demon walks out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when my god walks 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14-  MÊME PAS BESOIN DE COMBATTRE ET POURTANT TOUJOURS JE GAGNE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15-  MON DIEU EST PLUS GRAND, PLUS SAGE PLUS FORT QU’AUCUN AUTRE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My god is bigger better,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16-  JE N’AI PAS HONTE ALORS TOUT LE MONDE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1-  PERSONNE NE PEUT SAUVER, COMME NOTRE DIEU</a:t>
            </a:r>
          </a:p>
          <a:p>
            <a:r>
              <a:rPr lang="en-US" smtClean="0"/>
              <a:t>     No other God can save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2-  PERSONNE NE PEUT GUÉRIR, COMME NOTRE DIEU</a:t>
            </a:r>
          </a:p>
          <a:p>
            <a:r>
              <a:rPr lang="en-US" smtClean="0"/>
              <a:t>     No other god can heal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3-  PERSONNE NE PEUT DÉLIVRER, COMME NOTRE DIEU</a:t>
            </a:r>
          </a:p>
          <a:p>
            <a:r>
              <a:rPr lang="en-US" smtClean="0"/>
              <a:t>     No other god can deliver </a:t>
            </a:r>
          </a:p>
          <a:p>
            <a:r>
              <a:rPr lang="en-US" smtClean="0"/>
              <a:t>     (Like our god)</a:t>
            </a:r>
          </a:p>
          <a:p>
            <a:r>
              <a:rPr lang="en-US" smtClean="0"/>
              <a:t>4-  PERSONNE NE PEUT NOUS RENDRE LIBRE</a:t>
            </a:r>
          </a:p>
          <a:p>
            <a:r>
              <a:rPr lang="en-US" smtClean="0"/>
              <a:t>     No other god can’t sent us free</a:t>
            </a:r>
          </a:p>
          <a:p>
            <a:r>
              <a:rPr lang="en-US" smtClean="0"/>
              <a:t>5-  COMME NOTRE DIEU</a:t>
            </a:r>
          </a:p>
          <a:p>
            <a:r>
              <a:rPr lang="en-US" smtClean="0"/>
              <a:t>     (Like our god)</a:t>
            </a:r>
          </a:p>
          <a:p>
            <a:endParaRPr lang="en-US" smtClean="0"/>
          </a:p>
          <a:p>
            <a:r>
              <a:rPr lang="en-US" smtClean="0"/>
              <a:t>	Pre-chorus</a:t>
            </a:r>
          </a:p>
          <a:p>
            <a:r>
              <a:rPr lang="en-US" smtClean="0"/>
              <a:t>	6-  NOUS CHANTONS AVEC JOIE CÉLÉBRANT NOTRE ROI</a:t>
            </a:r>
          </a:p>
          <a:p>
            <a:r>
              <a:rPr lang="en-US" smtClean="0"/>
              <a:t>	     We rejoice we sing</a:t>
            </a:r>
            <a:br>
              <a:rPr lang="en-US" smtClean="0"/>
            </a:br>
            <a:r>
              <a:rPr lang="en-US" smtClean="0"/>
              <a:t>	     We celebrate our king</a:t>
            </a:r>
          </a:p>
          <a:p>
            <a:r>
              <a:rPr lang="en-US" smtClean="0"/>
              <a:t>	7-  NOUS N’AVONS PAS HONTE ET TOUT LE MONDE</a:t>
            </a:r>
          </a:p>
          <a:p>
            <a:r>
              <a:rPr lang="en-US" smtClean="0"/>
              <a:t>	     We are not ashamed</a:t>
            </a:r>
            <a:br>
              <a:rPr lang="en-US" smtClean="0"/>
            </a:br>
            <a:r>
              <a:rPr lang="en-US" smtClean="0"/>
              <a:t>	     So everybody</a:t>
            </a:r>
          </a:p>
          <a:p>
            <a:endParaRPr lang="en-US" smtClean="0"/>
          </a:p>
          <a:p>
            <a:r>
              <a:rPr lang="en-US" smtClean="0"/>
              <a:t>	Chorus:</a:t>
            </a:r>
            <a:br>
              <a:rPr lang="en-US" smtClean="0"/>
            </a:br>
            <a:r>
              <a:rPr lang="en-US" smtClean="0"/>
              <a:t>	8-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9-  PARTOUT DANS LE MONDE QUE SON PEUPLE LE CÉLÈBRE</a:t>
            </a:r>
          </a:p>
          <a:p>
            <a:r>
              <a:rPr lang="en-US" smtClean="0"/>
              <a:t>	     All around the world</a:t>
            </a:r>
            <a:br>
              <a:rPr lang="en-US" smtClean="0"/>
            </a:br>
            <a:r>
              <a:rPr lang="en-US" smtClean="0"/>
              <a:t>	     Let the people celebrate</a:t>
            </a:r>
          </a:p>
          <a:p>
            <a:endParaRPr lang="en-US" smtClean="0"/>
          </a:p>
          <a:p>
            <a:r>
              <a:rPr lang="en-US" smtClean="0"/>
              <a:t>	10-  AVEC FEU, AVEC FORCE, CRIONS PARTOUT DANS LE MONDE</a:t>
            </a:r>
          </a:p>
          <a:p>
            <a:r>
              <a:rPr lang="en-US" smtClean="0"/>
              <a:t>	     Make it big</a:t>
            </a:r>
            <a:br>
              <a:rPr lang="en-US" smtClean="0"/>
            </a:br>
            <a:r>
              <a:rPr lang="en-US" smtClean="0"/>
              <a:t>	     Make it loud</a:t>
            </a:r>
            <a:br>
              <a:rPr lang="en-US" smtClean="0"/>
            </a:br>
            <a:r>
              <a:rPr lang="en-US" smtClean="0"/>
              <a:t>	     Shout it all around the world</a:t>
            </a:r>
          </a:p>
          <a:p>
            <a:r>
              <a:rPr lang="en-US" smtClean="0"/>
              <a:t>	11-  PARTOUT DANS LE MONDE, CÉLÉBRONS JÉSUS</a:t>
            </a:r>
          </a:p>
          <a:p>
            <a:r>
              <a:rPr lang="en-US" smtClean="0"/>
              <a:t>	     All around the world, celebrate Jesus</a:t>
            </a:r>
          </a:p>
          <a:p>
            <a:r>
              <a:rPr lang="en-US" smtClean="0"/>
              <a:t>	12-  OH, OH, OH OH CÉLÉBRONS JÉSUS</a:t>
            </a:r>
          </a:p>
          <a:p>
            <a:r>
              <a:rPr lang="en-US" smtClean="0"/>
              <a:t>	    oh oh oh Celebrate Jésus</a:t>
            </a:r>
          </a:p>
          <a:p>
            <a:endParaRPr lang="en-US" smtClean="0"/>
          </a:p>
          <a:p>
            <a:r>
              <a:rPr lang="en-US" smtClean="0"/>
              <a:t> *** Couplet</a:t>
            </a:r>
          </a:p>
          <a:p>
            <a:r>
              <a:rPr lang="en-US" smtClean="0"/>
              <a:t> *** Pré-refrain</a:t>
            </a:r>
          </a:p>
          <a:p>
            <a:r>
              <a:rPr lang="en-US" smtClean="0"/>
              <a:t> *** Refrain</a:t>
            </a:r>
          </a:p>
          <a:p>
            <a:endParaRPr lang="en-US" smtClean="0"/>
          </a:p>
          <a:p>
            <a:r>
              <a:rPr lang="en-US" smtClean="0"/>
              <a:t>                                ***RAP***</a:t>
            </a:r>
          </a:p>
          <a:p>
            <a:r>
              <a:rPr lang="en-US" smtClean="0"/>
              <a:t>13-  TOUS LES DÉMONS FUIENT QUAND MON DIEU PARAÎT</a:t>
            </a:r>
          </a:p>
          <a:p>
            <a:r>
              <a:rPr lang="en-US" smtClean="0"/>
              <a:t>       Every demon walks out</a:t>
            </a:r>
          </a:p>
          <a:p>
            <a:r>
              <a:rPr lang="en-US" smtClean="0"/>
              <a:t>       when my god walks in</a:t>
            </a:r>
          </a:p>
          <a:p>
            <a:r>
              <a:rPr lang="en-US" smtClean="0"/>
              <a:t>14-  MÊME PAS BESOIN DE COMBATTRE ET POURTANT TOUJOURS JE GAGNE</a:t>
            </a:r>
          </a:p>
          <a:p>
            <a:r>
              <a:rPr lang="en-US" smtClean="0"/>
              <a:t>       I don't even have to fight</a:t>
            </a:r>
            <a:br>
              <a:rPr lang="en-US" smtClean="0"/>
            </a:br>
            <a:r>
              <a:rPr lang="en-US" smtClean="0"/>
              <a:t>       And I still always win</a:t>
            </a:r>
          </a:p>
          <a:p>
            <a:r>
              <a:rPr lang="en-US" smtClean="0"/>
              <a:t>15-  MON DIEU EST PLUS GRAND, PLUS SAGE PLUS FORT QU’AUCUN AUTRE</a:t>
            </a:r>
          </a:p>
          <a:p>
            <a:r>
              <a:rPr lang="en-US" smtClean="0"/>
              <a:t>       My god is bigger better,</a:t>
            </a:r>
          </a:p>
          <a:p>
            <a:r>
              <a:rPr lang="en-US" smtClean="0"/>
              <a:t>       wiser stronger</a:t>
            </a:r>
            <a:br>
              <a:rPr lang="en-US" smtClean="0"/>
            </a:br>
            <a:r>
              <a:rPr lang="en-US" smtClean="0"/>
              <a:t>       Greater than any other</a:t>
            </a:r>
          </a:p>
          <a:p>
            <a:r>
              <a:rPr lang="en-US" smtClean="0"/>
              <a:t>16-  JE N’AI PAS HONTE ALORS TOUT LE MONDE</a:t>
            </a:r>
          </a:p>
          <a:p>
            <a:r>
              <a:rPr lang="en-US" smtClean="0"/>
              <a:t>       I'm not ashamed</a:t>
            </a:r>
            <a:br>
              <a:rPr lang="en-US" smtClean="0"/>
            </a:br>
            <a:r>
              <a:rPr lang="en-US" smtClean="0"/>
              <a:t>       So everybody</a:t>
            </a:r>
          </a:p>
          <a:p>
            <a:r>
              <a:rPr lang="en-US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D8A8E-71B2-4DB6-A277-78880A26D5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DA1B7-B8D5-4A76-BDA8-99CF1836F2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2F10CA-4734-4320-B99F-ADCBCFE9BA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6ACA25-A435-441F-A9E8-739432A84D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3115D-0CC7-402C-8AFA-B69A3A2497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50253-1080-4DE0-AAD3-E976BEBE23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ED13F-4CD8-4EF1-A75A-E30A1A56C3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B2199-B190-4335-AF4B-4B5E616BC5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D5862-E2A6-4613-8350-9BE32B9A19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3D8735-96AB-4ED5-84C5-A2E5588AFB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29F9C-DF2F-4871-B320-5979FAE01A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F6D8F0B-348B-42CF-8F77-5DD55FCE30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PERSONNE NE PEUT SAUVER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 NOTRE DIEU</a:t>
            </a: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PERSONNE NE PEUT GUÉRIR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 NOTRE DIEU</a:t>
            </a:r>
          </a:p>
        </p:txBody>
      </p:sp>
      <p:sp>
        <p:nvSpPr>
          <p:cNvPr id="30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PERSONNE NE PEUT DÉLIVRER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 NOTRE DIEU</a:t>
            </a:r>
          </a:p>
        </p:txBody>
      </p:sp>
      <p:sp>
        <p:nvSpPr>
          <p:cNvPr id="40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PERSONNE NE PEUT NOUS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RENDRE LIBRES</a:t>
            </a:r>
          </a:p>
        </p:txBody>
      </p:sp>
      <p:sp>
        <p:nvSpPr>
          <p:cNvPr id="51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 NOTRE DIEU</a:t>
            </a:r>
          </a:p>
        </p:txBody>
      </p:sp>
      <p:sp>
        <p:nvSpPr>
          <p:cNvPr id="61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CHANTONS AVEC JOIE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CÉLÉBRANT NOTRE ROI</a:t>
            </a:r>
          </a:p>
        </p:txBody>
      </p:sp>
      <p:sp>
        <p:nvSpPr>
          <p:cNvPr id="717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N’AVONS PAS HONTE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TOUT LE MONDE</a:t>
            </a:r>
          </a:p>
        </p:txBody>
      </p:sp>
      <p:sp>
        <p:nvSpPr>
          <p:cNvPr id="819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FEU, AVEC FORCE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CRIONS PARTOUT DANS LE MONDE</a:t>
            </a:r>
          </a:p>
        </p:txBody>
      </p:sp>
      <p:sp>
        <p:nvSpPr>
          <p:cNvPr id="921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PARTOUT DANS LE MONDE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SON PEUPLE LE CÉLÈBRE</a:t>
            </a:r>
          </a:p>
        </p:txBody>
      </p:sp>
      <p:sp>
        <p:nvSpPr>
          <p:cNvPr id="102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FEU, AVEC FORCE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CRIONS PARTOUT DANS LE MONDE</a:t>
            </a:r>
          </a:p>
        </p:txBody>
      </p:sp>
      <p:sp>
        <p:nvSpPr>
          <p:cNvPr id="1126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PARTOUT DANS LE MONDE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CÉLÉBRONS JÉSUS</a:t>
            </a:r>
          </a:p>
        </p:txBody>
      </p:sp>
      <p:sp>
        <p:nvSpPr>
          <p:cNvPr id="1229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OH, OH, 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CÉLÉBRONS JÉSUS</a:t>
            </a:r>
          </a:p>
        </p:txBody>
      </p:sp>
      <p:sp>
        <p:nvSpPr>
          <p:cNvPr id="1331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 LES DÉMONS FUIENT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 MON DIEU PARAÎT</a:t>
            </a:r>
          </a:p>
        </p:txBody>
      </p:sp>
      <p:sp>
        <p:nvSpPr>
          <p:cNvPr id="1433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MÊME PAS BESOIN DE COMBATTRE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POURTANT TOUJOURS JE GAGNE</a:t>
            </a:r>
          </a:p>
        </p:txBody>
      </p:sp>
      <p:sp>
        <p:nvSpPr>
          <p:cNvPr id="1536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DIEU EST PLUS GRAND, PLUS SAGE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PLUS FORT QU’AUCUN AUTRE</a:t>
            </a:r>
          </a:p>
        </p:txBody>
      </p:sp>
      <p:sp>
        <p:nvSpPr>
          <p:cNvPr id="1638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N’AI PAS HONTE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ALORS TOUT LE MONDE</a:t>
            </a:r>
          </a:p>
        </p:txBody>
      </p:sp>
      <p:sp>
        <p:nvSpPr>
          <p:cNvPr id="1741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2956</Words>
  <Application>Microsoft Office PowerPoint</Application>
  <PresentationFormat>On-screen Show (4:3)</PresentationFormat>
  <Paragraphs>1648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56</cp:revision>
  <dcterms:created xsi:type="dcterms:W3CDTF">2002-08-17T11:00:44Z</dcterms:created>
  <dcterms:modified xsi:type="dcterms:W3CDTF">2014-04-13T08:48:29Z</dcterms:modified>
</cp:coreProperties>
</file>