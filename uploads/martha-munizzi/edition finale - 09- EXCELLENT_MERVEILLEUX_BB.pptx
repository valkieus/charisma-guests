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5" r:id="rId2"/>
    <p:sldId id="306" r:id="rId3"/>
    <p:sldId id="307" r:id="rId4"/>
    <p:sldId id="328" r:id="rId5"/>
    <p:sldId id="321" r:id="rId6"/>
    <p:sldId id="308" r:id="rId7"/>
    <p:sldId id="316" r:id="rId8"/>
    <p:sldId id="309" r:id="rId9"/>
    <p:sldId id="310" r:id="rId10"/>
    <p:sldId id="311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6" autoAdjust="0"/>
    <p:restoredTop sz="41765" autoAdjust="0"/>
  </p:normalViewPr>
  <p:slideViewPr>
    <p:cSldViewPr>
      <p:cViewPr>
        <p:scale>
          <a:sx n="40" d="100"/>
          <a:sy n="40" d="100"/>
        </p:scale>
        <p:origin x="-147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9BF1EB1-FFE9-4D2C-9ADE-98BEDAD7E93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DEFF6D0-37C1-4F5F-B388-75B7CC04F71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LES NATIONS DE LA TERRE SE RÉJOUISSENT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nations of the earth now rejoice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LE PEUPLE DE DIEU CHANTE SES LOUANGES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the people of God sing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ET TOUT CE QUI RESPIRE CRIE DE JOIE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Everything that is beautiful belongs to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 OH LA TERRE EST AU SEIGNEUR, TOUTE CHOSE EST À DIEU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Oh the Earth it is the Lords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	6-  TOUTE CHOSE EST À DIEU TU ES MERVEILLEUX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	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SI MERVEILLEUX EST TON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How excellent is your name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SI MERVEILLEUX EST TON NOM SUR TOUTE LA TERRE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	     How excellent is your name in all of the earth say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LA TERRE ES À TOI ET TOUT N’EST QU’À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TU AS TOUT CRÉE TOUT EST PARFAIT EN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You have created all things and made it good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LES NATIONS DE LA TERRE SE RÉJOUISSENT</a:t>
            </a:r>
          </a:p>
          <a:p>
            <a:r>
              <a:rPr lang="fr-FR" smtClean="0"/>
              <a:t>     All the nations of the earth now rejoice</a:t>
            </a:r>
          </a:p>
          <a:p>
            <a:r>
              <a:rPr lang="fr-FR" smtClean="0"/>
              <a:t>2-  LE PEUPLE DE DIEU CHANTE SES LOUANGES</a:t>
            </a:r>
          </a:p>
          <a:p>
            <a:r>
              <a:rPr lang="fr-FR" smtClean="0"/>
              <a:t>     All the people of God sing His praise</a:t>
            </a:r>
          </a:p>
          <a:p>
            <a:r>
              <a:rPr lang="fr-FR" smtClean="0"/>
              <a:t>3-  ET TOUT CE QUI RESPIRE CRIE DE JOIE</a:t>
            </a:r>
          </a:p>
          <a:p>
            <a:r>
              <a:rPr lang="fr-FR" smtClean="0"/>
              <a:t>     Everything that has breath shout for joy</a:t>
            </a:r>
            <a:br>
              <a:rPr lang="fr-FR" smtClean="0"/>
            </a:br>
            <a:r>
              <a:rPr lang="fr-FR" smtClean="0"/>
              <a:t>4-  TOUT CE QUI EST BEAU N’APPARTIENT QU’À TOI</a:t>
            </a:r>
          </a:p>
          <a:p>
            <a:r>
              <a:rPr lang="fr-FR" smtClean="0"/>
              <a:t>     Everything that is beautiful belongs to You</a:t>
            </a:r>
          </a:p>
          <a:p>
            <a:endParaRPr lang="fr-FR" smtClean="0"/>
          </a:p>
          <a:p>
            <a:r>
              <a:rPr lang="fr-FR" smtClean="0"/>
              <a:t>				</a:t>
            </a:r>
          </a:p>
          <a:p>
            <a:r>
              <a:rPr lang="fr-FR" smtClean="0"/>
              <a:t>	5-   OH LA TERRE EST AU SEIGNEUR, TOUTE CHOSE EST À DIEU</a:t>
            </a:r>
          </a:p>
          <a:p>
            <a:r>
              <a:rPr lang="fr-FR" smtClean="0"/>
              <a:t>	      Oh the Earth it is the Lords</a:t>
            </a:r>
          </a:p>
          <a:p>
            <a:r>
              <a:rPr lang="fr-FR" smtClean="0"/>
              <a:t>	      Everything is Yours</a:t>
            </a:r>
          </a:p>
          <a:p>
            <a:r>
              <a:rPr lang="fr-FR" smtClean="0"/>
              <a:t> 	6-  TOUTE CHOSE EST À DIEU TU ES MERVEILLEUX</a:t>
            </a:r>
          </a:p>
          <a:p>
            <a:r>
              <a:rPr lang="fr-FR" smtClean="0"/>
              <a:t>	      Everything is Yours</a:t>
            </a:r>
            <a:br>
              <a:rPr lang="fr-FR" smtClean="0"/>
            </a:br>
            <a:r>
              <a:rPr lang="fr-FR" smtClean="0"/>
              <a:t>	      You are excellent 		x2</a:t>
            </a:r>
          </a:p>
          <a:p>
            <a:endParaRPr lang="fr-FR" smtClean="0"/>
          </a:p>
          <a:p>
            <a:r>
              <a:rPr lang="fr-FR" smtClean="0"/>
              <a:t>			</a:t>
            </a:r>
          </a:p>
          <a:p>
            <a:r>
              <a:rPr lang="fr-FR" smtClean="0"/>
              <a:t>	7-  SI MERVEILLEUX EST TON NOM</a:t>
            </a:r>
          </a:p>
          <a:p>
            <a:r>
              <a:rPr lang="fr-FR" smtClean="0"/>
              <a:t>	     How excellent is your name   x2</a:t>
            </a:r>
          </a:p>
          <a:p>
            <a:r>
              <a:rPr lang="fr-FR" smtClean="0"/>
              <a:t>	8-  SI MERVEILLEUX EST TON NOM SUR TOUTE LA TERRE</a:t>
            </a:r>
          </a:p>
          <a:p>
            <a:r>
              <a:rPr lang="fr-FR" smtClean="0"/>
              <a:t>      	     How excellent is your name in all of the earth say		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Bridge:</a:t>
            </a:r>
          </a:p>
          <a:p>
            <a:r>
              <a:rPr lang="fr-FR" smtClean="0"/>
              <a:t>9-  LA TERRE ES À TOI ET TOUT N’EST QU’À TOI</a:t>
            </a:r>
          </a:p>
          <a:p>
            <a:r>
              <a:rPr lang="fr-FR" smtClean="0"/>
              <a:t>        All the earth is yours</a:t>
            </a:r>
            <a:br>
              <a:rPr lang="fr-FR" smtClean="0"/>
            </a:br>
            <a:r>
              <a:rPr lang="fr-FR" smtClean="0"/>
              <a:t>       Everything is yours</a:t>
            </a:r>
          </a:p>
          <a:p>
            <a:r>
              <a:rPr lang="fr-FR" smtClean="0"/>
              <a:t>10-  TU AS TOUT CRÉE TOUT EST PARFAIT EN TOI</a:t>
            </a:r>
          </a:p>
          <a:p>
            <a:r>
              <a:rPr lang="fr-FR" smtClean="0"/>
              <a:t>       You have created all things and made it good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B97FF-AA2F-4F84-9D8E-CEF3D24AFF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D690A-6702-47B4-A11F-0985D2E1EB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6B768-0FE2-484A-8F01-AFA026FB90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F935B-E8D4-4D90-ACF3-9FF8107331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C8CDA-EDFA-43C6-BEEE-AED8EFFDDF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A33DE-2D02-45AB-86BD-4D70D7BCC5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16431-7452-43F1-BD7D-4DD4E90C87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72E28-6B05-4E94-9E9A-CFF6949FD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B82E3-CBD4-4560-8F3D-226A4071AB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35CBA-F110-4D0B-8FA6-5ACEE2BC3D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C742F-EDC4-4785-8CD5-C6631C3E87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FE5CBE5-3F8D-410D-B535-BCA59C4E28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NATIONS DE LA TERRE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 RÉJOUISSENT</a:t>
            </a: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PEUPLE DE DIEU CHANTE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SES LOUANGES</a:t>
            </a: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TOUT CE QUI RESPIRE CRIE DE JOIE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CE QUI EST BEAU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N’APPARTIENT QU’À TOI</a:t>
            </a: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TERRE EST AU SEIGNEUR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TOUTE CHOSE EST À DIEU</a:t>
            </a: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TOUTE CHOSE EST À DIEU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MERVEILLEUX</a:t>
            </a: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MERVEILLEUX EST TON NOM</a:t>
            </a: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MERVEILLEUX EST TON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TOUTE LA TERRE</a:t>
            </a: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TERRE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TOUT N’EST QU’À TOI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AS TOUT CRÉÉ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 EN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1103</Words>
  <Application>Microsoft Office PowerPoint</Application>
  <PresentationFormat>On-screen Show (4:3)</PresentationFormat>
  <Paragraphs>620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63</cp:revision>
  <dcterms:created xsi:type="dcterms:W3CDTF">2002-08-17T11:00:44Z</dcterms:created>
  <dcterms:modified xsi:type="dcterms:W3CDTF">2014-04-13T07:37:42Z</dcterms:modified>
</cp:coreProperties>
</file>