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23183" autoAdjust="0"/>
    <p:restoredTop sz="90929"/>
  </p:normalViewPr>
  <p:slideViewPr>
    <p:cSldViewPr>
      <p:cViewPr varScale="1">
        <p:scale>
          <a:sx n="15" d="100"/>
          <a:sy n="15" d="100"/>
        </p:scale>
        <p:origin x="-75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7995DB1-D81B-4964-80F7-2C2D1C6D327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62C15F1-1B52-42E7-A7AC-07559166920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TOUT CE QUE TU ES JE TE RENDS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TOUT CE QUE TU ES  JE TE LOUERAI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CAUSE DE TA GRANDEUR J’ÉLÈVERAI MA VOIX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JE T’ADORE POUR TOUT CE QUE TU ES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5-  YAHVÉ JIRÉ CELUI QUI POURVOIT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YAHVÉ NISSI LE SEIGNEUR EST MA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YAHVÉ SHALOM MON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SEIGNEUR, JE T’ADORE POUR TOUT CE QUE TU ES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YAHVÉ RAPHA DIEU QUI ME GUERIT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YAHVÉ SHAMMA LE SEIGNEUR EST PRÉSENT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YAHVÉ SABAOTH CELUI QUI ME DÉLIVRE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SEIGNEUR, JE T’ADORE POUR TOUT CE QUE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TOUT CE QUE TU ES JE TE RENDS GLOIRE</a:t>
            </a:r>
          </a:p>
          <a:p>
            <a:r>
              <a:rPr lang="fr-FR" smtClean="0"/>
              <a:t>2-  POUR TOUT CE QUE TU ES  JE TE LOUERAI</a:t>
            </a:r>
          </a:p>
          <a:p>
            <a:r>
              <a:rPr lang="fr-FR" smtClean="0"/>
              <a:t>3-  À CAUSE DE TA GRANDEUR J’ÉLÈVERAI MA VOIX VERS TOI</a:t>
            </a:r>
          </a:p>
          <a:p>
            <a:r>
              <a:rPr lang="fr-FR" smtClean="0"/>
              <a:t>4-  SEIGNEUR, JE T’ADORE POUR TOUT CE QUE TU ES          X2</a:t>
            </a:r>
          </a:p>
          <a:p>
            <a:endParaRPr lang="fr-FR" smtClean="0"/>
          </a:p>
          <a:p>
            <a:r>
              <a:rPr lang="fr-FR" smtClean="0"/>
              <a:t>     	5-  YAHVÉ JIRÉ CELUI QUI POURVOIT</a:t>
            </a:r>
          </a:p>
          <a:p>
            <a:r>
              <a:rPr lang="fr-FR" smtClean="0"/>
              <a:t>     	6-  YAHVÉ NISSI LE SEIGNEUR EST MA VICTOIRE</a:t>
            </a:r>
          </a:p>
          <a:p>
            <a:r>
              <a:rPr lang="fr-FR" smtClean="0"/>
              <a:t>     	7-  YAHVÉ SHALOM MON PRINCE DE PAIX</a:t>
            </a:r>
          </a:p>
          <a:p>
            <a:r>
              <a:rPr lang="fr-FR" smtClean="0"/>
              <a:t>     	8-  SEIGNEUR, JE T’ADORE POUR TOUT CE QUE TU ES    (BOUCLE)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9-  YAHVÉ RAPHA DIEU QUI ME GUERIT</a:t>
            </a:r>
          </a:p>
          <a:p>
            <a:r>
              <a:rPr lang="fr-FR" smtClean="0"/>
              <a:t>	10-  YAHVÉ SHAMMA LE SEIGNEUR EST PRÉSENT ICI</a:t>
            </a:r>
          </a:p>
          <a:p>
            <a:r>
              <a:rPr lang="fr-FR" smtClean="0"/>
              <a:t>	11-  YAHVÉ SABAOTH CELUI QUI ME DÉLIVRE</a:t>
            </a:r>
          </a:p>
          <a:p>
            <a:r>
              <a:rPr lang="fr-FR" smtClean="0"/>
              <a:t>	12-  SEIGNEUR, JE T’ADORE POUR TOUT CE QUE TU 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C63EA-ACCE-4776-A3DE-D0ACEE56C7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71BB8-BDEC-48F9-9A80-0BF75E3B54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88206-CF1A-44DA-9CBA-5A61E0AA38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79351F-2A1B-4949-A231-4EC0DC7483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29327-F941-4416-8F3C-7ABEACF465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400C4B-4248-40D3-A032-AE3CA94277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F2110-85CA-48F0-8B3B-E269A7EBEC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3F8D6-3D19-4A2D-A2D9-03033A740F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361AE0-13B0-4DAA-B51C-0AACD0F104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218276-794C-4B22-AA82-2F2FF6DBD0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18DE5-FB1C-4B8F-A06C-2950E08E47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F29F2DA-FFFC-4FCD-9EA5-58DD5BFFC4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TOUT CE QUE TU ES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RENDS GLOIRE</a:t>
            </a:r>
          </a:p>
        </p:txBody>
      </p:sp>
      <p:sp>
        <p:nvSpPr>
          <p:cNvPr id="2" name="Rectangle 24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24209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TOUT CE QUE TU ES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JE TE LOUERAI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5654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CAUSE DE TA GRANDEUR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J’ÉLÈVERAI MA VOIX VERS TOI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5654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SEIGNEUR, JE T’ADORE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TOUT CE QUE TU ES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30686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YAHVÉ JIRÉ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CELUI QUI POURVOIT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30686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YAHVÉ NISSI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SEIGNEUR EST MA VICTOIRE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4923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YAHVÉ SHALOM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PRINCE DE PAIX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24923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SEIGNEUR, JE T’ADORE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TOUT CE QUE TU ES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5654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YAHVÉ RAPHA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 QUI ME GUERIT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2050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YAHVÉ SHAMMA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SEIGNEUR EST PRÉSENT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YAHVÉ SABAOTH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CELUI QUI ME DÉLIVRE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SEIGNEUR, JE T’ADORE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TOUT CE QUE TU ES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1191</Words>
  <Application>Microsoft PowerPoint</Application>
  <PresentationFormat>On-screen Show (4:3)</PresentationFormat>
  <Paragraphs>466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40</cp:revision>
  <dcterms:created xsi:type="dcterms:W3CDTF">2002-08-17T13:20:03Z</dcterms:created>
  <dcterms:modified xsi:type="dcterms:W3CDTF">2014-04-13T08:48:16Z</dcterms:modified>
</cp:coreProperties>
</file>