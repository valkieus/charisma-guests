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5" r:id="rId2"/>
    <p:sldId id="306" r:id="rId3"/>
    <p:sldId id="307" r:id="rId4"/>
    <p:sldId id="321" r:id="rId5"/>
    <p:sldId id="308" r:id="rId6"/>
    <p:sldId id="316" r:id="rId7"/>
    <p:sldId id="309" r:id="rId8"/>
    <p:sldId id="310" r:id="rId9"/>
    <p:sldId id="311" r:id="rId10"/>
    <p:sldId id="312" r:id="rId11"/>
    <p:sldId id="322" r:id="rId12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6" autoAdjust="0"/>
    <p:restoredTop sz="41765" autoAdjust="0"/>
  </p:normalViewPr>
  <p:slideViewPr>
    <p:cSldViewPr>
      <p:cViewPr>
        <p:scale>
          <a:sx n="40" d="100"/>
          <a:sy n="40" d="100"/>
        </p:scale>
        <p:origin x="-19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A2C994-9880-4D9F-A8F3-337434B5167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FE106A5-F4E8-47ED-A370-CF3042880F8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QUAND TU ENTRES DANS SA PRÉSENCE, ELEVANT LE NOM DE JÉSUS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When you come into his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Lifting up the name of Jesus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ECOUTE LA MUSIQUE JOUER, ENTENDS SON PEOPLE LE LOUER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hear the music playing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And you see the people praising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3-  OUBLIS CHACUN DE TES SOUCIS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forget about your worries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4-  LAISSE TES PROBLÈMES, LOIN DERRIÈRE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your troubles far behind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N’ATTENDS PAS NE RESTE PAS LÀ, SUR TES DEUX PIEDS LÈVE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Don’t you wait another minute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Just get up and on your feet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ET COMMENCE À DANSER, CHANTER, SAUTER, BOUGER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And get to dancing, singing, jumping, leaping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COMMENCE À CRIER ET CÉLÉBRER CE DIEU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it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8-  COMMENCE À SOURIR, TE RÉJOUIR, LOUER,  L’ÉLEVER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Start rejoicing, praising lifting, raising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Get to shouting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9-  COMMENCE À CRIER ET CÉLÉBRER NOTRE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Make it loud and make his praise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Glorious, glorious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Pont :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10-  J’EXISTE POUR LOUER MON DIEU GLORIEUX, GLORIEUX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was created to make your praise glorious, glorious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TU ENTRES DANS SA PRÉSENCE, ELEVANT LE NOM DE JÉSUS</a:t>
            </a:r>
          </a:p>
          <a:p>
            <a:r>
              <a:rPr lang="fr-FR" smtClean="0"/>
              <a:t>      When you come into his presence</a:t>
            </a:r>
          </a:p>
          <a:p>
            <a:r>
              <a:rPr lang="fr-FR" smtClean="0"/>
              <a:t>      Lifting up the name of Jesus</a:t>
            </a:r>
          </a:p>
          <a:p>
            <a:r>
              <a:rPr lang="fr-FR" smtClean="0"/>
              <a:t>2-  ECOUTE LA MUSIQUE JOUER, ENTENDS SON PEOPLE LE LOUER</a:t>
            </a:r>
          </a:p>
          <a:p>
            <a:r>
              <a:rPr lang="fr-FR" smtClean="0"/>
              <a:t>      And you hear the music playing</a:t>
            </a:r>
          </a:p>
          <a:p>
            <a:r>
              <a:rPr lang="fr-FR" smtClean="0"/>
              <a:t>      And you see the people praising</a:t>
            </a:r>
          </a:p>
          <a:p>
            <a:r>
              <a:rPr lang="fr-FR" smtClean="0"/>
              <a:t>3-  OUBLIS CHACUN DE TES SOUCIS</a:t>
            </a:r>
          </a:p>
          <a:p>
            <a:r>
              <a:rPr lang="fr-FR" smtClean="0"/>
              <a:t>     Just forget about your worries</a:t>
            </a:r>
          </a:p>
          <a:p>
            <a:r>
              <a:rPr lang="fr-FR" smtClean="0"/>
              <a:t>4-  LAISSE TES PROBLÈMES, LOIN DERRIÈRE TOI</a:t>
            </a:r>
          </a:p>
          <a:p>
            <a:r>
              <a:rPr lang="fr-FR" smtClean="0"/>
              <a:t>     Get your troubles far behind you</a:t>
            </a:r>
          </a:p>
          <a:p>
            <a:r>
              <a:rPr lang="fr-FR" smtClean="0"/>
              <a:t>5-  N’ATTENDS PAS NE RESTE PAS LÀ, SUR TES DEUX PIEDS LÈVE TOI</a:t>
            </a:r>
          </a:p>
          <a:p>
            <a:r>
              <a:rPr lang="fr-FR" smtClean="0"/>
              <a:t>     Don’t you wait another minute</a:t>
            </a:r>
          </a:p>
          <a:p>
            <a:r>
              <a:rPr lang="fr-FR" smtClean="0"/>
              <a:t>     Just get up and on your feet</a:t>
            </a:r>
          </a:p>
          <a:p>
            <a:endParaRPr lang="fr-FR" smtClean="0"/>
          </a:p>
          <a:p>
            <a:r>
              <a:rPr lang="fr-FR" smtClean="0"/>
              <a:t>6-  ET COMMENCE À DANSER, CHANTER, SAUTER, BOUGER</a:t>
            </a:r>
          </a:p>
          <a:p>
            <a:r>
              <a:rPr lang="fr-FR" smtClean="0"/>
              <a:t>     And get to dancing, singing, jumping, leaping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7-  COMMENCE À CRIER ET CÉLÉBRER CE DIEU GLORIEUX</a:t>
            </a:r>
          </a:p>
          <a:p>
            <a:r>
              <a:rPr lang="fr-FR" smtClean="0"/>
              <a:t>     Make it loud and make it glorious</a:t>
            </a:r>
          </a:p>
          <a:p>
            <a:r>
              <a:rPr lang="fr-FR" smtClean="0"/>
              <a:t>8-  COMMENCE À SOURIR, TE RÉJOUIR, LOUER,  L’ÉLEVER</a:t>
            </a:r>
          </a:p>
          <a:p>
            <a:r>
              <a:rPr lang="fr-FR" smtClean="0"/>
              <a:t>     Start rejoicing, praising lifting, raising</a:t>
            </a:r>
          </a:p>
          <a:p>
            <a:r>
              <a:rPr lang="fr-FR" smtClean="0"/>
              <a:t>     Get to shouting</a:t>
            </a:r>
          </a:p>
          <a:p>
            <a:r>
              <a:rPr lang="fr-FR" smtClean="0"/>
              <a:t>9-  COMMENCE À CRIER ET CÉLÉBRER NOTRE DIEU GLORIEUX, GLORIEUX</a:t>
            </a:r>
          </a:p>
          <a:p>
            <a:r>
              <a:rPr lang="fr-FR" smtClean="0"/>
              <a:t>     Make it loud and make his praise</a:t>
            </a:r>
          </a:p>
          <a:p>
            <a:r>
              <a:rPr lang="fr-FR" smtClean="0"/>
              <a:t>     Glorious, glorious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10-  J’EXISTE POUR LOUER MON DIEU GLORIEUX, GLORIEUX</a:t>
            </a:r>
          </a:p>
          <a:p>
            <a:r>
              <a:rPr lang="fr-FR" smtClean="0"/>
              <a:t>     I was created to make your praise glorious</a:t>
            </a:r>
          </a:p>
          <a:p>
            <a:r>
              <a:rPr lang="fr-FR" smtClean="0"/>
              <a:t>     I was created to make your praise glorious, glorious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3E504F-7BEE-441E-93A2-3763E13480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1DCE8-5CD5-446C-A25A-A1486705F9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426FE-AF87-4283-882F-C1590BCE03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FB6D2-E528-4CB6-8FB0-61533590FE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1A973-749E-4225-84AA-3919A75AD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953A-5A7B-43F2-99EE-F50F3C29EF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05508-177E-4122-9D50-A3561DB278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22807-F30E-4110-9FFA-D2EE8D6797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96CF39-FB22-444E-BBBF-610E78DEAE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15FD28-BCF4-416B-8A98-CC67ABEA29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3E7A0C-0EAC-462F-A8D1-340C5E2D37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6DF8F8D-4ACD-4E65-9AAF-FA0CEB59E8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QUAND TU ENTRES DANS SA PRÉSENCE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ÉLEVANT LE NOM DE JÉSUS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ÉCOUTE LA MUSIQUE JOUER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ENTENDS SON PEUPLE LE LOUER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OUBLIE CHACUN DE TES SOUCIS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LAISSE TES PROBLÈMES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LOIN DERRIÈRE TOI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N’ATTENDS PAS, NE RESTE PAS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SUR TES DEUX PIEDS, LÈVE-TOI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COMMENCE À DANSER, CHANTER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SAUTER, BOUGER</a:t>
            </a: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COMMENCE À CRIER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CÉLÉBRER CE DIEU GLORIEUX</a:t>
            </a: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COMMENCE À SOURIR, TE RÉJOUIR, LOUER, L’ÉLEVER</a:t>
            </a: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COMMENCE À CRIER ET CÉLÉBRER NOTRE DIEU GLORIEUX, GLORIEUX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J’EXISTE POUR LOUER MON DIEU GLORIEUX, GLORIEUX</a:t>
            </a: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4643</Words>
  <Application>Microsoft Office PowerPoint</Application>
  <PresentationFormat>On-screen Show (4:3)</PresentationFormat>
  <Paragraphs>718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56</cp:revision>
  <dcterms:created xsi:type="dcterms:W3CDTF">2002-08-17T11:00:44Z</dcterms:created>
  <dcterms:modified xsi:type="dcterms:W3CDTF">2014-04-13T08:47:59Z</dcterms:modified>
</cp:coreProperties>
</file>