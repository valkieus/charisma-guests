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305" r:id="rId2"/>
    <p:sldId id="306" r:id="rId3"/>
    <p:sldId id="307" r:id="rId4"/>
    <p:sldId id="321" r:id="rId5"/>
    <p:sldId id="308" r:id="rId6"/>
    <p:sldId id="316" r:id="rId7"/>
    <p:sldId id="309" r:id="rId8"/>
    <p:sldId id="310" r:id="rId9"/>
    <p:sldId id="311" r:id="rId10"/>
    <p:sldId id="312" r:id="rId11"/>
    <p:sldId id="322" r:id="rId12"/>
    <p:sldId id="323" r:id="rId13"/>
    <p:sldId id="324" r:id="rId14"/>
    <p:sldId id="325" r:id="rId15"/>
    <p:sldId id="326" r:id="rId16"/>
    <p:sldId id="327" r:id="rId17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836" autoAdjust="0"/>
    <p:restoredTop sz="41765" autoAdjust="0"/>
  </p:normalViewPr>
  <p:slideViewPr>
    <p:cSldViewPr>
      <p:cViewPr>
        <p:scale>
          <a:sx n="40" d="100"/>
          <a:sy n="40" d="100"/>
        </p:scale>
        <p:origin x="-1470" y="-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7BD8CC5-2923-4F43-A077-E963E15F0E5A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61AA7E2-CA87-454B-8CEC-2BC01962EBDB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JE VEUX ÊTRE PRÈS DE TOI, JE RECHERCHÉ TON CŒUR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 wanna be where you are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I'm searching for your heart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J’ABANDONNE TOUTES LES CHOSES, QUI M’ÉLOIGNENT DE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I give away everything that keeps me from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ET JE COURS VERS CE LIEU OÙ JE TE TROUVERAI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So I run to Where I know I can find you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OÙ JE POURRAI RESTER DANS TA PRESENCE,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Where I know I can stay in your presence always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JE DONNE MA VIE POUR TE TROUVER, MON SEIGNEUR, MON PLUS GRAND PRIX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 give my life to seek and find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You oh lord the greatest prize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RIEN O MON SEIGNEUR, NE ME COMBLE COMME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Nothing else O Lord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Will satisfy like your presence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COMME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Like your presence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8-  ET JE COURS VERS CE LIEU, OÙ JE TE TROUVERA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                 So I run to Where I know I can find you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9-  OÙ JE POURRAI RESTER DANS TA PRESENCE, 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	      Where I know I can stay in your presence always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10-  ET JE COURS VERS CELUI QUE JE POURSUIS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 And I run to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 The one that I cling to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11-  CELUI QUI CHANTE SUR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 The one that will sing over 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Bridge 1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J’ÉTAIS PERDU TU ÉTAIS LÀ M’APPELANT PAR MON NOM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I was lost you were there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Calling me by name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MON DÉSIR EST TA GLOIRE, JE N’AI BESOIN D’AUCUN AUTRE GAIN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My desire is your fame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I need no earthly gain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Bridge 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JE TROUVE LA PAIX DANS TA PRESENCE, JE TROUVE LA JOIE DANS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Where I find peace in your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Where I find joy in your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JE TROUVE LA FORCE DANS 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Where I find strength in your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JE VEUX RESTER DANS TA PRESENCE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Oh I wanna stay in your presence always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JE VEUX ÊTRE PRÈS DE TOI, JE RECHERCHÉ TON CŒUR</a:t>
            </a:r>
          </a:p>
          <a:p>
            <a:r>
              <a:rPr lang="fr-FR" smtClean="0"/>
              <a:t>     I wanna be where you are</a:t>
            </a:r>
          </a:p>
          <a:p>
            <a:r>
              <a:rPr lang="fr-FR" smtClean="0"/>
              <a:t>     I'm searching for your heart</a:t>
            </a:r>
          </a:p>
          <a:p>
            <a:r>
              <a:rPr lang="fr-FR" smtClean="0"/>
              <a:t>2-  J’ABANDONNE TOUTES LES CHOSES, QUI M’ÉLOIGNENT DE TOI</a:t>
            </a:r>
          </a:p>
          <a:p>
            <a:r>
              <a:rPr lang="fr-FR" smtClean="0"/>
              <a:t>      I give away everything that keeps me from you</a:t>
            </a:r>
          </a:p>
          <a:p>
            <a:endParaRPr lang="fr-FR" smtClean="0"/>
          </a:p>
          <a:p>
            <a:r>
              <a:rPr lang="fr-FR" smtClean="0"/>
              <a:t>	3-  ET JE COURS VERS CE LIEU OÙ JE TE TROUVERAI</a:t>
            </a:r>
          </a:p>
          <a:p>
            <a:r>
              <a:rPr lang="fr-FR" smtClean="0"/>
              <a:t>	      So I run to Where I know I can find you</a:t>
            </a:r>
          </a:p>
          <a:p>
            <a:r>
              <a:rPr lang="fr-FR" smtClean="0"/>
              <a:t>	4-  OÙ JE POURRAI RESTER DANS TA PRESENCE, POUR TOUJOURS</a:t>
            </a:r>
          </a:p>
          <a:p>
            <a:r>
              <a:rPr lang="fr-FR" smtClean="0"/>
              <a:t>	      Where I know I can stay in your presence always 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5-  JE DONNE MA VIE POUR TE TROUVER, MON SEIGNEUR, MON PLUS GRAND PRIX</a:t>
            </a:r>
          </a:p>
          <a:p>
            <a:r>
              <a:rPr lang="fr-FR" smtClean="0"/>
              <a:t>     I give my life to seek and find </a:t>
            </a:r>
          </a:p>
          <a:p>
            <a:r>
              <a:rPr lang="fr-FR" smtClean="0"/>
              <a:t>     You oh lord the greatest prize </a:t>
            </a:r>
          </a:p>
          <a:p>
            <a:r>
              <a:rPr lang="fr-FR" smtClean="0"/>
              <a:t>6-  RIEN O MON SEIGNEUR, NE ME COMBLE COMME TA PRESENCE</a:t>
            </a:r>
          </a:p>
          <a:p>
            <a:r>
              <a:rPr lang="fr-FR" smtClean="0"/>
              <a:t>     Nothing else O Lord </a:t>
            </a:r>
          </a:p>
          <a:p>
            <a:r>
              <a:rPr lang="fr-FR" smtClean="0"/>
              <a:t>     Will satisfy like your presence </a:t>
            </a:r>
          </a:p>
          <a:p>
            <a:r>
              <a:rPr lang="fr-FR" smtClean="0"/>
              <a:t>7-  COMME TA PRESENCE</a:t>
            </a:r>
          </a:p>
          <a:p>
            <a:r>
              <a:rPr lang="fr-FR" smtClean="0"/>
              <a:t>     Like your presence</a:t>
            </a:r>
          </a:p>
          <a:p>
            <a:endParaRPr lang="fr-FR" smtClean="0"/>
          </a:p>
          <a:p>
            <a:r>
              <a:rPr lang="fr-FR" smtClean="0"/>
              <a:t>	8-  ET JE COURS VERS CE LIEU, OÙ JE TE TROUVERA</a:t>
            </a:r>
          </a:p>
          <a:p>
            <a:r>
              <a:rPr lang="fr-FR" smtClean="0"/>
              <a:t>                        So I run to Where I know I can find you</a:t>
            </a:r>
          </a:p>
          <a:p>
            <a:r>
              <a:rPr lang="fr-FR" smtClean="0"/>
              <a:t>	9-  OÙ JE POURRAI RESTER DANS TA PRESENCE,  POUR TOUJOURS</a:t>
            </a:r>
          </a:p>
          <a:p>
            <a:r>
              <a:rPr lang="fr-FR" smtClean="0"/>
              <a:t>  	      Where I know I can stay in your presence always </a:t>
            </a:r>
          </a:p>
          <a:p>
            <a:r>
              <a:rPr lang="fr-FR" smtClean="0"/>
              <a:t>	10-  ET JE COURS VERS CELUI QUE JE POURSUIS</a:t>
            </a:r>
          </a:p>
          <a:p>
            <a:r>
              <a:rPr lang="fr-FR" smtClean="0"/>
              <a:t>	       And I run to</a:t>
            </a:r>
          </a:p>
          <a:p>
            <a:r>
              <a:rPr lang="fr-FR" smtClean="0"/>
              <a:t>	       The one that I cling to</a:t>
            </a:r>
          </a:p>
          <a:p>
            <a:r>
              <a:rPr lang="fr-FR" smtClean="0"/>
              <a:t>	11-  CELUI QUI CHANTE SUR MA VIE</a:t>
            </a:r>
          </a:p>
          <a:p>
            <a:r>
              <a:rPr lang="fr-FR" smtClean="0"/>
              <a:t>	       The one that will sing over me</a:t>
            </a:r>
          </a:p>
          <a:p>
            <a:endParaRPr lang="fr-FR" smtClean="0"/>
          </a:p>
          <a:p>
            <a:r>
              <a:rPr lang="fr-FR" smtClean="0"/>
              <a:t>Bridge 1</a:t>
            </a:r>
          </a:p>
          <a:p>
            <a:r>
              <a:rPr lang="fr-FR" smtClean="0"/>
              <a:t>12-  J’ÉTAIS PERDU TU ÉTAIS LÀ M’APPELANT PAR MON NOM</a:t>
            </a:r>
          </a:p>
          <a:p>
            <a:r>
              <a:rPr lang="fr-FR" smtClean="0"/>
              <a:t>      I was lost you were there</a:t>
            </a:r>
          </a:p>
          <a:p>
            <a:r>
              <a:rPr lang="fr-FR" smtClean="0"/>
              <a:t>      Calling me by name</a:t>
            </a:r>
          </a:p>
          <a:p>
            <a:r>
              <a:rPr lang="fr-FR" smtClean="0"/>
              <a:t>13-  MON DÉSIR EST TA GLOIRE, JE N’AI BESOIN D’AUCUN AUTRE GAIN</a:t>
            </a:r>
          </a:p>
          <a:p>
            <a:r>
              <a:rPr lang="fr-FR" smtClean="0"/>
              <a:t>      My desire is your fame</a:t>
            </a:r>
          </a:p>
          <a:p>
            <a:r>
              <a:rPr lang="fr-FR" smtClean="0"/>
              <a:t>      I need no earthly gain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Bridge 2</a:t>
            </a:r>
          </a:p>
          <a:p>
            <a:r>
              <a:rPr lang="fr-FR" smtClean="0"/>
              <a:t>14-  JE TROUVE LA PAIX DANS TA PRESENCE, JE TROUVE LA JOIE DANS TA PRESENCE</a:t>
            </a:r>
          </a:p>
          <a:p>
            <a:r>
              <a:rPr lang="fr-FR" smtClean="0"/>
              <a:t>      Where I find peace in your presence</a:t>
            </a:r>
          </a:p>
          <a:p>
            <a:r>
              <a:rPr lang="fr-FR" smtClean="0"/>
              <a:t>      Where I find joy in your presence</a:t>
            </a:r>
          </a:p>
          <a:p>
            <a:r>
              <a:rPr lang="fr-FR" smtClean="0"/>
              <a:t>15-  JE TROUVE LA FORCE DANS  TA PRESENCE</a:t>
            </a:r>
          </a:p>
          <a:p>
            <a:r>
              <a:rPr lang="fr-FR" smtClean="0"/>
              <a:t>       Where I find strength in your presence</a:t>
            </a:r>
          </a:p>
          <a:p>
            <a:r>
              <a:rPr lang="fr-FR" smtClean="0"/>
              <a:t>16-  JE VEUX RESTER DANS TA PRESENCE POUR TOUJOURS</a:t>
            </a:r>
          </a:p>
          <a:p>
            <a:r>
              <a:rPr lang="fr-FR" smtClean="0"/>
              <a:t>      Oh I wanna stay in your presence always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JE VEUX ÊTRE PRÈS DE TOI, JE RECHERCHÉ TON CŒUR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 wanna be where you are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I'm searching for your heart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J’ABANDONNE TOUTES LES CHOSES, QUI M’ÉLOIGNENT DE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I give away everything that keeps me from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ET JE COURS VERS CE LIEU OÙ JE TE TROUVERAI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So I run to Where I know I can find you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OÙ JE POURRAI RESTER DANS TA PRESENCE,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Where I know I can stay in your presence always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JE DONNE MA VIE POUR TE TROUVER, MON SEIGNEUR, MON PLUS GRAND PRIX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 give my life to seek and find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You oh lord the greatest prize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RIEN O MON SEIGNEUR, NE ME COMBLE COMME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Nothing else O Lord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Will satisfy like your presence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COMME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Like your presence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8-  ET JE COURS VERS CE LIEU, OÙ JE TE TROUVERA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                 So I run to Where I know I can find you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9-  OÙ JE POURRAI RESTER DANS TA PRESENCE, 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	      Where I know I can stay in your presence always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10-  ET JE COURS VERS CELUI QUE JE POURSUIS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 And I run to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 The one that I cling to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11-  CELUI QUI CHANTE SUR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 The one that will sing over 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Bridge 1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J’ÉTAIS PERDU TU ÉTAIS LÀ M’APPELANT PAR MON NOM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I was lost you were there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Calling me by name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MON DÉSIR EST TA GLOIRE, JE N’AI BESOIN D’AUCUN AUTRE GAIN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My desire is your fame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I need no earthly gain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Bridge 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JE TROUVE LA PAIX DANS TA PRESENCE, JE TROUVE LA JOIE DANS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Where I find peace in your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Where I find joy in your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JE TROUVE LA FORCE DANS 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Where I find strength in your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JE VEUX RESTER DANS TA PRESENCE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Oh I wanna stay in your presence always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JE VEUX ÊTRE PRÈS DE TOI, JE RECHERCHÉ TON CŒUR</a:t>
            </a:r>
          </a:p>
          <a:p>
            <a:r>
              <a:rPr lang="fr-FR" smtClean="0"/>
              <a:t>     I wanna be where you are</a:t>
            </a:r>
          </a:p>
          <a:p>
            <a:r>
              <a:rPr lang="fr-FR" smtClean="0"/>
              <a:t>     I'm searching for your heart</a:t>
            </a:r>
          </a:p>
          <a:p>
            <a:r>
              <a:rPr lang="fr-FR" smtClean="0"/>
              <a:t>2-  J’ABANDONNE TOUTES LES CHOSES, QUI M’ÉLOIGNENT DE TOI</a:t>
            </a:r>
          </a:p>
          <a:p>
            <a:r>
              <a:rPr lang="fr-FR" smtClean="0"/>
              <a:t>      I give away everything that keeps me from you</a:t>
            </a:r>
          </a:p>
          <a:p>
            <a:endParaRPr lang="fr-FR" smtClean="0"/>
          </a:p>
          <a:p>
            <a:r>
              <a:rPr lang="fr-FR" smtClean="0"/>
              <a:t>	3-  ET JE COURS VERS CE LIEU OÙ JE TE TROUVERAI</a:t>
            </a:r>
          </a:p>
          <a:p>
            <a:r>
              <a:rPr lang="fr-FR" smtClean="0"/>
              <a:t>	      So I run to Where I know I can find you</a:t>
            </a:r>
          </a:p>
          <a:p>
            <a:r>
              <a:rPr lang="fr-FR" smtClean="0"/>
              <a:t>	4-  OÙ JE POURRAI RESTER DANS TA PRESENCE, POUR TOUJOURS</a:t>
            </a:r>
          </a:p>
          <a:p>
            <a:r>
              <a:rPr lang="fr-FR" smtClean="0"/>
              <a:t>	      Where I know I can stay in your presence always 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5-  JE DONNE MA VIE POUR TE TROUVER, MON SEIGNEUR, MON PLUS GRAND PRIX</a:t>
            </a:r>
          </a:p>
          <a:p>
            <a:r>
              <a:rPr lang="fr-FR" smtClean="0"/>
              <a:t>     I give my life to seek and find </a:t>
            </a:r>
          </a:p>
          <a:p>
            <a:r>
              <a:rPr lang="fr-FR" smtClean="0"/>
              <a:t>     You oh lord the greatest prize </a:t>
            </a:r>
          </a:p>
          <a:p>
            <a:r>
              <a:rPr lang="fr-FR" smtClean="0"/>
              <a:t>6-  RIEN O MON SEIGNEUR, NE ME COMBLE COMME TA PRESENCE</a:t>
            </a:r>
          </a:p>
          <a:p>
            <a:r>
              <a:rPr lang="fr-FR" smtClean="0"/>
              <a:t>     Nothing else O Lord </a:t>
            </a:r>
          </a:p>
          <a:p>
            <a:r>
              <a:rPr lang="fr-FR" smtClean="0"/>
              <a:t>     Will satisfy like your presence </a:t>
            </a:r>
          </a:p>
          <a:p>
            <a:r>
              <a:rPr lang="fr-FR" smtClean="0"/>
              <a:t>7-  COMME TA PRESENCE</a:t>
            </a:r>
          </a:p>
          <a:p>
            <a:r>
              <a:rPr lang="fr-FR" smtClean="0"/>
              <a:t>     Like your presence</a:t>
            </a:r>
          </a:p>
          <a:p>
            <a:endParaRPr lang="fr-FR" smtClean="0"/>
          </a:p>
          <a:p>
            <a:r>
              <a:rPr lang="fr-FR" smtClean="0"/>
              <a:t>	8-  ET JE COURS VERS CE LIEU, OÙ JE TE TROUVERA</a:t>
            </a:r>
          </a:p>
          <a:p>
            <a:r>
              <a:rPr lang="fr-FR" smtClean="0"/>
              <a:t>                        So I run to Where I know I can find you</a:t>
            </a:r>
          </a:p>
          <a:p>
            <a:r>
              <a:rPr lang="fr-FR" smtClean="0"/>
              <a:t>	9-  OÙ JE POURRAI RESTER DANS TA PRESENCE,  POUR TOUJOURS</a:t>
            </a:r>
          </a:p>
          <a:p>
            <a:r>
              <a:rPr lang="fr-FR" smtClean="0"/>
              <a:t>  	      Where I know I can stay in your presence always </a:t>
            </a:r>
          </a:p>
          <a:p>
            <a:r>
              <a:rPr lang="fr-FR" smtClean="0"/>
              <a:t>	10-  ET JE COURS VERS CELUI QUE JE POURSUIS</a:t>
            </a:r>
          </a:p>
          <a:p>
            <a:r>
              <a:rPr lang="fr-FR" smtClean="0"/>
              <a:t>	       And I run to</a:t>
            </a:r>
          </a:p>
          <a:p>
            <a:r>
              <a:rPr lang="fr-FR" smtClean="0"/>
              <a:t>	       The one that I cling to</a:t>
            </a:r>
          </a:p>
          <a:p>
            <a:r>
              <a:rPr lang="fr-FR" smtClean="0"/>
              <a:t>	11-  CELUI QUI CHANTE SUR MA VIE</a:t>
            </a:r>
          </a:p>
          <a:p>
            <a:r>
              <a:rPr lang="fr-FR" smtClean="0"/>
              <a:t>	       The one that will sing over me</a:t>
            </a:r>
          </a:p>
          <a:p>
            <a:endParaRPr lang="fr-FR" smtClean="0"/>
          </a:p>
          <a:p>
            <a:r>
              <a:rPr lang="fr-FR" smtClean="0"/>
              <a:t>Bridge 1</a:t>
            </a:r>
          </a:p>
          <a:p>
            <a:r>
              <a:rPr lang="fr-FR" smtClean="0"/>
              <a:t>12-  J’ÉTAIS PERDU TU ÉTAIS LÀ M’APPELANT PAR MON NOM</a:t>
            </a:r>
          </a:p>
          <a:p>
            <a:r>
              <a:rPr lang="fr-FR" smtClean="0"/>
              <a:t>      I was lost you were there</a:t>
            </a:r>
          </a:p>
          <a:p>
            <a:r>
              <a:rPr lang="fr-FR" smtClean="0"/>
              <a:t>      Calling me by name</a:t>
            </a:r>
          </a:p>
          <a:p>
            <a:r>
              <a:rPr lang="fr-FR" smtClean="0"/>
              <a:t>13-  MON DÉSIR EST TA GLOIRE, JE N’AI BESOIN D’AUCUN AUTRE GAIN</a:t>
            </a:r>
          </a:p>
          <a:p>
            <a:r>
              <a:rPr lang="fr-FR" smtClean="0"/>
              <a:t>      My desire is your fame</a:t>
            </a:r>
          </a:p>
          <a:p>
            <a:r>
              <a:rPr lang="fr-FR" smtClean="0"/>
              <a:t>      I need no earthly gain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Bridge 2</a:t>
            </a:r>
          </a:p>
          <a:p>
            <a:r>
              <a:rPr lang="fr-FR" smtClean="0"/>
              <a:t>14-  JE TROUVE LA PAIX DANS TA PRESENCE, JE TROUVE LA JOIE DANS TA PRESENCE</a:t>
            </a:r>
          </a:p>
          <a:p>
            <a:r>
              <a:rPr lang="fr-FR" smtClean="0"/>
              <a:t>      Where I find peace in your presence</a:t>
            </a:r>
          </a:p>
          <a:p>
            <a:r>
              <a:rPr lang="fr-FR" smtClean="0"/>
              <a:t>      Where I find joy in your presence</a:t>
            </a:r>
          </a:p>
          <a:p>
            <a:r>
              <a:rPr lang="fr-FR" smtClean="0"/>
              <a:t>15-  JE TROUVE LA FORCE DANS  TA PRESENCE</a:t>
            </a:r>
          </a:p>
          <a:p>
            <a:r>
              <a:rPr lang="fr-FR" smtClean="0"/>
              <a:t>       Where I find strength in your presence</a:t>
            </a:r>
          </a:p>
          <a:p>
            <a:r>
              <a:rPr lang="fr-FR" smtClean="0"/>
              <a:t>16-  JE VEUX RESTER DANS TA PRESENCE POUR TOUJOURS</a:t>
            </a:r>
          </a:p>
          <a:p>
            <a:r>
              <a:rPr lang="fr-FR" smtClean="0"/>
              <a:t>      Oh I wanna stay in your presence always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JE VEUX ÊTRE PRÈS DE TOI, JE RECHERCHÉ TON CŒUR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 wanna be where you are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I'm searching for your heart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J’ABANDONNE TOUTES LES CHOSES, QUI M’ÉLOIGNENT DE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I give away everything that keeps me from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ET JE COURS VERS CE LIEU OÙ JE TE TROUVERAI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So I run to Where I know I can find you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OÙ JE POURRAI RESTER DANS TA PRESENCE,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Where I know I can stay in your presence always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JE DONNE MA VIE POUR TE TROUVER, MON SEIGNEUR, MON PLUS GRAND PRIX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 give my life to seek and find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You oh lord the greatest prize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RIEN O MON SEIGNEUR, NE ME COMBLE COMME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Nothing else O Lord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Will satisfy like your presence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COMME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Like your presence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8-  ET JE COURS VERS CE LIEU, OÙ JE TE TROUVERA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                 So I run to Where I know I can find you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9-  OÙ JE POURRAI RESTER DANS TA PRESENCE, 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	      Where I know I can stay in your presence always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10-  ET JE COURS VERS CELUI QUE JE POURSUIS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 And I run to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 The one that I cling to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11-  CELUI QUI CHANTE SUR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 The one that will sing over 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Bridge 1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J’ÉTAIS PERDU TU ÉTAIS LÀ M’APPELANT PAR MON NOM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I was lost you were there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Calling me by name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MON DÉSIR EST TA GLOIRE, JE N’AI BESOIN D’AUCUN AUTRE GAIN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My desire is your fame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I need no earthly gain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Bridge 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JE TROUVE LA PAIX DANS TA PRESENCE, JE TROUVE LA JOIE DANS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Where I find peace in your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Where I find joy in your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JE TROUVE LA FORCE DANS 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Where I find strength in your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JE VEUX RESTER DANS TA PRESENCE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Oh I wanna stay in your presence always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JE VEUX ÊTRE PRÈS DE TOI, JE RECHERCHÉ TON CŒUR</a:t>
            </a:r>
          </a:p>
          <a:p>
            <a:r>
              <a:rPr lang="fr-FR" smtClean="0"/>
              <a:t>     I wanna be where you are</a:t>
            </a:r>
          </a:p>
          <a:p>
            <a:r>
              <a:rPr lang="fr-FR" smtClean="0"/>
              <a:t>     I'm searching for your heart</a:t>
            </a:r>
          </a:p>
          <a:p>
            <a:r>
              <a:rPr lang="fr-FR" smtClean="0"/>
              <a:t>2-  J’ABANDONNE TOUTES LES CHOSES, QUI M’ÉLOIGNENT DE TOI</a:t>
            </a:r>
          </a:p>
          <a:p>
            <a:r>
              <a:rPr lang="fr-FR" smtClean="0"/>
              <a:t>      I give away everything that keeps me from you</a:t>
            </a:r>
          </a:p>
          <a:p>
            <a:endParaRPr lang="fr-FR" smtClean="0"/>
          </a:p>
          <a:p>
            <a:r>
              <a:rPr lang="fr-FR" smtClean="0"/>
              <a:t>	3-  ET JE COURS VERS CE LIEU OÙ JE TE TROUVERAI</a:t>
            </a:r>
          </a:p>
          <a:p>
            <a:r>
              <a:rPr lang="fr-FR" smtClean="0"/>
              <a:t>	      So I run to Where I know I can find you</a:t>
            </a:r>
          </a:p>
          <a:p>
            <a:r>
              <a:rPr lang="fr-FR" smtClean="0"/>
              <a:t>	4-  OÙ JE POURRAI RESTER DANS TA PRESENCE, POUR TOUJOURS</a:t>
            </a:r>
          </a:p>
          <a:p>
            <a:r>
              <a:rPr lang="fr-FR" smtClean="0"/>
              <a:t>	      Where I know I can stay in your presence always 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5-  JE DONNE MA VIE POUR TE TROUVER, MON SEIGNEUR, MON PLUS GRAND PRIX</a:t>
            </a:r>
          </a:p>
          <a:p>
            <a:r>
              <a:rPr lang="fr-FR" smtClean="0"/>
              <a:t>     I give my life to seek and find </a:t>
            </a:r>
          </a:p>
          <a:p>
            <a:r>
              <a:rPr lang="fr-FR" smtClean="0"/>
              <a:t>     You oh lord the greatest prize </a:t>
            </a:r>
          </a:p>
          <a:p>
            <a:r>
              <a:rPr lang="fr-FR" smtClean="0"/>
              <a:t>6-  RIEN O MON SEIGNEUR, NE ME COMBLE COMME TA PRESENCE</a:t>
            </a:r>
          </a:p>
          <a:p>
            <a:r>
              <a:rPr lang="fr-FR" smtClean="0"/>
              <a:t>     Nothing else O Lord </a:t>
            </a:r>
          </a:p>
          <a:p>
            <a:r>
              <a:rPr lang="fr-FR" smtClean="0"/>
              <a:t>     Will satisfy like your presence </a:t>
            </a:r>
          </a:p>
          <a:p>
            <a:r>
              <a:rPr lang="fr-FR" smtClean="0"/>
              <a:t>7-  COMME TA PRESENCE</a:t>
            </a:r>
          </a:p>
          <a:p>
            <a:r>
              <a:rPr lang="fr-FR" smtClean="0"/>
              <a:t>     Like your presence</a:t>
            </a:r>
          </a:p>
          <a:p>
            <a:endParaRPr lang="fr-FR" smtClean="0"/>
          </a:p>
          <a:p>
            <a:r>
              <a:rPr lang="fr-FR" smtClean="0"/>
              <a:t>	8-  ET JE COURS VERS CE LIEU, OÙ JE TE TROUVERA</a:t>
            </a:r>
          </a:p>
          <a:p>
            <a:r>
              <a:rPr lang="fr-FR" smtClean="0"/>
              <a:t>                        So I run to Where I know I can find you</a:t>
            </a:r>
          </a:p>
          <a:p>
            <a:r>
              <a:rPr lang="fr-FR" smtClean="0"/>
              <a:t>	9-  OÙ JE POURRAI RESTER DANS TA PRESENCE,  POUR TOUJOURS</a:t>
            </a:r>
          </a:p>
          <a:p>
            <a:r>
              <a:rPr lang="fr-FR" smtClean="0"/>
              <a:t>  	      Where I know I can stay in your presence always </a:t>
            </a:r>
          </a:p>
          <a:p>
            <a:r>
              <a:rPr lang="fr-FR" smtClean="0"/>
              <a:t>	10-  ET JE COURS VERS CELUI QUE JE POURSUIS</a:t>
            </a:r>
          </a:p>
          <a:p>
            <a:r>
              <a:rPr lang="fr-FR" smtClean="0"/>
              <a:t>	       And I run to</a:t>
            </a:r>
          </a:p>
          <a:p>
            <a:r>
              <a:rPr lang="fr-FR" smtClean="0"/>
              <a:t>	       The one that I cling to</a:t>
            </a:r>
          </a:p>
          <a:p>
            <a:r>
              <a:rPr lang="fr-FR" smtClean="0"/>
              <a:t>	11-  CELUI QUI CHANTE SUR MA VIE</a:t>
            </a:r>
          </a:p>
          <a:p>
            <a:r>
              <a:rPr lang="fr-FR" smtClean="0"/>
              <a:t>	       The one that will sing over me</a:t>
            </a:r>
          </a:p>
          <a:p>
            <a:endParaRPr lang="fr-FR" smtClean="0"/>
          </a:p>
          <a:p>
            <a:r>
              <a:rPr lang="fr-FR" smtClean="0"/>
              <a:t>Bridge 1</a:t>
            </a:r>
          </a:p>
          <a:p>
            <a:r>
              <a:rPr lang="fr-FR" smtClean="0"/>
              <a:t>12-  J’ÉTAIS PERDU TU ÉTAIS LÀ M’APPELANT PAR MON NOM</a:t>
            </a:r>
          </a:p>
          <a:p>
            <a:r>
              <a:rPr lang="fr-FR" smtClean="0"/>
              <a:t>      I was lost you were there</a:t>
            </a:r>
          </a:p>
          <a:p>
            <a:r>
              <a:rPr lang="fr-FR" smtClean="0"/>
              <a:t>      Calling me by name</a:t>
            </a:r>
          </a:p>
          <a:p>
            <a:r>
              <a:rPr lang="fr-FR" smtClean="0"/>
              <a:t>13-  MON DÉSIR EST TA GLOIRE, JE N’AI BESOIN D’AUCUN AUTRE GAIN</a:t>
            </a:r>
          </a:p>
          <a:p>
            <a:r>
              <a:rPr lang="fr-FR" smtClean="0"/>
              <a:t>      My desire is your fame</a:t>
            </a:r>
          </a:p>
          <a:p>
            <a:r>
              <a:rPr lang="fr-FR" smtClean="0"/>
              <a:t>      I need no earthly gain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Bridge 2</a:t>
            </a:r>
          </a:p>
          <a:p>
            <a:r>
              <a:rPr lang="fr-FR" smtClean="0"/>
              <a:t>14-  JE TROUVE LA PAIX DANS TA PRESENCE, JE TROUVE LA JOIE DANS TA PRESENCE</a:t>
            </a:r>
          </a:p>
          <a:p>
            <a:r>
              <a:rPr lang="fr-FR" smtClean="0"/>
              <a:t>      Where I find peace in your presence</a:t>
            </a:r>
          </a:p>
          <a:p>
            <a:r>
              <a:rPr lang="fr-FR" smtClean="0"/>
              <a:t>      Where I find joy in your presence</a:t>
            </a:r>
          </a:p>
          <a:p>
            <a:r>
              <a:rPr lang="fr-FR" smtClean="0"/>
              <a:t>15-  JE TROUVE LA FORCE DANS  TA PRESENCE</a:t>
            </a:r>
          </a:p>
          <a:p>
            <a:r>
              <a:rPr lang="fr-FR" smtClean="0"/>
              <a:t>       Where I find strength in your presence</a:t>
            </a:r>
          </a:p>
          <a:p>
            <a:r>
              <a:rPr lang="fr-FR" smtClean="0"/>
              <a:t>16-  JE VEUX RESTER DANS TA PRESENCE POUR TOUJOURS</a:t>
            </a:r>
          </a:p>
          <a:p>
            <a:r>
              <a:rPr lang="fr-FR" smtClean="0"/>
              <a:t>      Oh I wanna stay in your presence always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JE VEUX ÊTRE PRÈS DE TOI, JE RECHERCHÉ TON CŒUR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 wanna be where you are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I'm searching for your heart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J’ABANDONNE TOUTES LES CHOSES, QUI M’ÉLOIGNENT DE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I give away everything that keeps me from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ET JE COURS VERS CE LIEU OÙ JE TE TROUVERAI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So I run to Where I know I can find you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OÙ JE POURRAI RESTER DANS TA PRESENCE,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Where I know I can stay in your presence always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JE DONNE MA VIE POUR TE TROUVER, MON SEIGNEUR, MON PLUS GRAND PRIX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 give my life to seek and find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You oh lord the greatest prize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RIEN O MON SEIGNEUR, NE ME COMBLE COMME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Nothing else O Lord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Will satisfy like your presence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COMME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Like your presence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8-  ET JE COURS VERS CE LIEU, OÙ JE TE TROUVERA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                 So I run to Where I know I can find you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9-  OÙ JE POURRAI RESTER DANS TA PRESENCE, 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	      Where I know I can stay in your presence always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10-  ET JE COURS VERS CELUI QUE JE POURSUIS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 And I run to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 The one that I cling to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11-  CELUI QUI CHANTE SUR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 The one that will sing over 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Bridge 1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J’ÉTAIS PERDU TU ÉTAIS LÀ M’APPELANT PAR MON NOM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I was lost you were there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Calling me by name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MON DÉSIR EST TA GLOIRE, JE N’AI BESOIN D’AUCUN AUTRE GAIN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My desire is your fame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I need no earthly gain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Bridge 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JE TROUVE LA PAIX DANS TA PRESENCE, JE TROUVE LA JOIE DANS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Where I find peace in your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Where I find joy in your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JE TROUVE LA FORCE DANS 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Where I find strength in your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JE VEUX RESTER DANS TA PRESENCE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Oh I wanna stay in your presence always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JE VEUX ÊTRE PRÈS DE TOI, JE RECHERCHÉ TON CŒUR</a:t>
            </a:r>
          </a:p>
          <a:p>
            <a:r>
              <a:rPr lang="fr-FR" smtClean="0"/>
              <a:t>     I wanna be where you are</a:t>
            </a:r>
          </a:p>
          <a:p>
            <a:r>
              <a:rPr lang="fr-FR" smtClean="0"/>
              <a:t>     I'm searching for your heart</a:t>
            </a:r>
          </a:p>
          <a:p>
            <a:r>
              <a:rPr lang="fr-FR" smtClean="0"/>
              <a:t>2-  J’ABANDONNE TOUTES LES CHOSES, QUI M’ÉLOIGNENT DE TOI</a:t>
            </a:r>
          </a:p>
          <a:p>
            <a:r>
              <a:rPr lang="fr-FR" smtClean="0"/>
              <a:t>      I give away everything that keeps me from you</a:t>
            </a:r>
          </a:p>
          <a:p>
            <a:endParaRPr lang="fr-FR" smtClean="0"/>
          </a:p>
          <a:p>
            <a:r>
              <a:rPr lang="fr-FR" smtClean="0"/>
              <a:t>	3-  ET JE COURS VERS CE LIEU OÙ JE TE TROUVERAI</a:t>
            </a:r>
          </a:p>
          <a:p>
            <a:r>
              <a:rPr lang="fr-FR" smtClean="0"/>
              <a:t>	      So I run to Where I know I can find you</a:t>
            </a:r>
          </a:p>
          <a:p>
            <a:r>
              <a:rPr lang="fr-FR" smtClean="0"/>
              <a:t>	4-  OÙ JE POURRAI RESTER DANS TA PRESENCE, POUR TOUJOURS</a:t>
            </a:r>
          </a:p>
          <a:p>
            <a:r>
              <a:rPr lang="fr-FR" smtClean="0"/>
              <a:t>	      Where I know I can stay in your presence always 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5-  JE DONNE MA VIE POUR TE TROUVER, MON SEIGNEUR, MON PLUS GRAND PRIX</a:t>
            </a:r>
          </a:p>
          <a:p>
            <a:r>
              <a:rPr lang="fr-FR" smtClean="0"/>
              <a:t>     I give my life to seek and find </a:t>
            </a:r>
          </a:p>
          <a:p>
            <a:r>
              <a:rPr lang="fr-FR" smtClean="0"/>
              <a:t>     You oh lord the greatest prize </a:t>
            </a:r>
          </a:p>
          <a:p>
            <a:r>
              <a:rPr lang="fr-FR" smtClean="0"/>
              <a:t>6-  RIEN O MON SEIGNEUR, NE ME COMBLE COMME TA PRESENCE</a:t>
            </a:r>
          </a:p>
          <a:p>
            <a:r>
              <a:rPr lang="fr-FR" smtClean="0"/>
              <a:t>     Nothing else O Lord </a:t>
            </a:r>
          </a:p>
          <a:p>
            <a:r>
              <a:rPr lang="fr-FR" smtClean="0"/>
              <a:t>     Will satisfy like your presence </a:t>
            </a:r>
          </a:p>
          <a:p>
            <a:r>
              <a:rPr lang="fr-FR" smtClean="0"/>
              <a:t>7-  COMME TA PRESENCE</a:t>
            </a:r>
          </a:p>
          <a:p>
            <a:r>
              <a:rPr lang="fr-FR" smtClean="0"/>
              <a:t>     Like your presence</a:t>
            </a:r>
          </a:p>
          <a:p>
            <a:endParaRPr lang="fr-FR" smtClean="0"/>
          </a:p>
          <a:p>
            <a:r>
              <a:rPr lang="fr-FR" smtClean="0"/>
              <a:t>	8-  ET JE COURS VERS CE LIEU, OÙ JE TE TROUVERA</a:t>
            </a:r>
          </a:p>
          <a:p>
            <a:r>
              <a:rPr lang="fr-FR" smtClean="0"/>
              <a:t>                        So I run to Where I know I can find you</a:t>
            </a:r>
          </a:p>
          <a:p>
            <a:r>
              <a:rPr lang="fr-FR" smtClean="0"/>
              <a:t>	9-  OÙ JE POURRAI RESTER DANS TA PRESENCE,  POUR TOUJOURS</a:t>
            </a:r>
          </a:p>
          <a:p>
            <a:r>
              <a:rPr lang="fr-FR" smtClean="0"/>
              <a:t>  	      Where I know I can stay in your presence always </a:t>
            </a:r>
          </a:p>
          <a:p>
            <a:r>
              <a:rPr lang="fr-FR" smtClean="0"/>
              <a:t>	10-  ET JE COURS VERS CELUI QUE JE POURSUIS</a:t>
            </a:r>
          </a:p>
          <a:p>
            <a:r>
              <a:rPr lang="fr-FR" smtClean="0"/>
              <a:t>	       And I run to</a:t>
            </a:r>
          </a:p>
          <a:p>
            <a:r>
              <a:rPr lang="fr-FR" smtClean="0"/>
              <a:t>	       The one that I cling to</a:t>
            </a:r>
          </a:p>
          <a:p>
            <a:r>
              <a:rPr lang="fr-FR" smtClean="0"/>
              <a:t>	11-  CELUI QUI CHANTE SUR MA VIE</a:t>
            </a:r>
          </a:p>
          <a:p>
            <a:r>
              <a:rPr lang="fr-FR" smtClean="0"/>
              <a:t>	       The one that will sing over me</a:t>
            </a:r>
          </a:p>
          <a:p>
            <a:endParaRPr lang="fr-FR" smtClean="0"/>
          </a:p>
          <a:p>
            <a:r>
              <a:rPr lang="fr-FR" smtClean="0"/>
              <a:t>Bridge 1</a:t>
            </a:r>
          </a:p>
          <a:p>
            <a:r>
              <a:rPr lang="fr-FR" smtClean="0"/>
              <a:t>12-  J’ÉTAIS PERDU TU ÉTAIS LÀ M’APPELANT PAR MON NOM</a:t>
            </a:r>
          </a:p>
          <a:p>
            <a:r>
              <a:rPr lang="fr-FR" smtClean="0"/>
              <a:t>      I was lost you were there</a:t>
            </a:r>
          </a:p>
          <a:p>
            <a:r>
              <a:rPr lang="fr-FR" smtClean="0"/>
              <a:t>      Calling me by name</a:t>
            </a:r>
          </a:p>
          <a:p>
            <a:r>
              <a:rPr lang="fr-FR" smtClean="0"/>
              <a:t>13-  MON DÉSIR EST TA GLOIRE, JE N’AI BESOIN D’AUCUN AUTRE GAIN</a:t>
            </a:r>
          </a:p>
          <a:p>
            <a:r>
              <a:rPr lang="fr-FR" smtClean="0"/>
              <a:t>      My desire is your fame</a:t>
            </a:r>
          </a:p>
          <a:p>
            <a:r>
              <a:rPr lang="fr-FR" smtClean="0"/>
              <a:t>      I need no earthly gain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Bridge 2</a:t>
            </a:r>
          </a:p>
          <a:p>
            <a:r>
              <a:rPr lang="fr-FR" smtClean="0"/>
              <a:t>14-  JE TROUVE LA PAIX DANS TA PRESENCE, JE TROUVE LA JOIE DANS TA PRESENCE</a:t>
            </a:r>
          </a:p>
          <a:p>
            <a:r>
              <a:rPr lang="fr-FR" smtClean="0"/>
              <a:t>      Where I find peace in your presence</a:t>
            </a:r>
          </a:p>
          <a:p>
            <a:r>
              <a:rPr lang="fr-FR" smtClean="0"/>
              <a:t>      Where I find joy in your presence</a:t>
            </a:r>
          </a:p>
          <a:p>
            <a:r>
              <a:rPr lang="fr-FR" smtClean="0"/>
              <a:t>15-  JE TROUVE LA FORCE DANS  TA PRESENCE</a:t>
            </a:r>
          </a:p>
          <a:p>
            <a:r>
              <a:rPr lang="fr-FR" smtClean="0"/>
              <a:t>       Where I find strength in your presence</a:t>
            </a:r>
          </a:p>
          <a:p>
            <a:r>
              <a:rPr lang="fr-FR" smtClean="0"/>
              <a:t>16-  JE VEUX RESTER DANS TA PRESENCE POUR TOUJOURS</a:t>
            </a:r>
          </a:p>
          <a:p>
            <a:r>
              <a:rPr lang="fr-FR" smtClean="0"/>
              <a:t>      Oh I wanna stay in your presence always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JE VEUX ÊTRE PRÈS DE TOI, JE RECHERCHÉ TON CŒUR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 wanna be where you are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I'm searching for your heart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J’ABANDONNE TOUTES LES CHOSES, QUI M’ÉLOIGNENT DE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I give away everything that keeps me from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ET JE COURS VERS CE LIEU OÙ JE TE TROUVERAI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So I run to Where I know I can find you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OÙ JE POURRAI RESTER DANS TA PRESENCE,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Where I know I can stay in your presence always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JE DONNE MA VIE POUR TE TROUVER, MON SEIGNEUR, MON PLUS GRAND PRIX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 give my life to seek and find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You oh lord the greatest prize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RIEN O MON SEIGNEUR, NE ME COMBLE COMME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Nothing else O Lord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Will satisfy like your presence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COMME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Like your presence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8-  ET JE COURS VERS CE LIEU, OÙ JE TE TROUVERA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                 So I run to Where I know I can find you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9-  OÙ JE POURRAI RESTER DANS TA PRESENCE, 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	      Where I know I can stay in your presence always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10-  ET JE COURS VERS CELUI QUE JE POURSUIS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 And I run to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 The one that I cling to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11-  CELUI QUI CHANTE SUR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 The one that will sing over 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Bridge 1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J’ÉTAIS PERDU TU ÉTAIS LÀ M’APPELANT PAR MON NOM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I was lost you were there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Calling me by name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MON DÉSIR EST TA GLOIRE, JE N’AI BESOIN D’AUCUN AUTRE GAIN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My desire is your fame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I need no earthly gain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Bridge 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JE TROUVE LA PAIX DANS TA PRESENCE, JE TROUVE LA JOIE DANS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Where I find peace in your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Where I find joy in your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JE TROUVE LA FORCE DANS 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Where I find strength in your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JE VEUX RESTER DANS TA PRESENCE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Oh I wanna stay in your presence always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JE VEUX ÊTRE PRÈS DE TOI, JE RECHERCHÉ TON CŒUR</a:t>
            </a:r>
          </a:p>
          <a:p>
            <a:r>
              <a:rPr lang="fr-FR" smtClean="0"/>
              <a:t>     I wanna be where you are</a:t>
            </a:r>
          </a:p>
          <a:p>
            <a:r>
              <a:rPr lang="fr-FR" smtClean="0"/>
              <a:t>     I'm searching for your heart</a:t>
            </a:r>
          </a:p>
          <a:p>
            <a:r>
              <a:rPr lang="fr-FR" smtClean="0"/>
              <a:t>2-  J’ABANDONNE TOUTES LES CHOSES, QUI M’ÉLOIGNENT DE TOI</a:t>
            </a:r>
          </a:p>
          <a:p>
            <a:r>
              <a:rPr lang="fr-FR" smtClean="0"/>
              <a:t>      I give away everything that keeps me from you</a:t>
            </a:r>
          </a:p>
          <a:p>
            <a:endParaRPr lang="fr-FR" smtClean="0"/>
          </a:p>
          <a:p>
            <a:r>
              <a:rPr lang="fr-FR" smtClean="0"/>
              <a:t>	3-  ET JE COURS VERS CE LIEU OÙ JE TE TROUVERAI</a:t>
            </a:r>
          </a:p>
          <a:p>
            <a:r>
              <a:rPr lang="fr-FR" smtClean="0"/>
              <a:t>	      So I run to Where I know I can find you</a:t>
            </a:r>
          </a:p>
          <a:p>
            <a:r>
              <a:rPr lang="fr-FR" smtClean="0"/>
              <a:t>	4-  OÙ JE POURRAI RESTER DANS TA PRESENCE, POUR TOUJOURS</a:t>
            </a:r>
          </a:p>
          <a:p>
            <a:r>
              <a:rPr lang="fr-FR" smtClean="0"/>
              <a:t>	      Where I know I can stay in your presence always 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5-  JE DONNE MA VIE POUR TE TROUVER, MON SEIGNEUR, MON PLUS GRAND PRIX</a:t>
            </a:r>
          </a:p>
          <a:p>
            <a:r>
              <a:rPr lang="fr-FR" smtClean="0"/>
              <a:t>     I give my life to seek and find </a:t>
            </a:r>
          </a:p>
          <a:p>
            <a:r>
              <a:rPr lang="fr-FR" smtClean="0"/>
              <a:t>     You oh lord the greatest prize </a:t>
            </a:r>
          </a:p>
          <a:p>
            <a:r>
              <a:rPr lang="fr-FR" smtClean="0"/>
              <a:t>6-  RIEN O MON SEIGNEUR, NE ME COMBLE COMME TA PRESENCE</a:t>
            </a:r>
          </a:p>
          <a:p>
            <a:r>
              <a:rPr lang="fr-FR" smtClean="0"/>
              <a:t>     Nothing else O Lord </a:t>
            </a:r>
          </a:p>
          <a:p>
            <a:r>
              <a:rPr lang="fr-FR" smtClean="0"/>
              <a:t>     Will satisfy like your presence </a:t>
            </a:r>
          </a:p>
          <a:p>
            <a:r>
              <a:rPr lang="fr-FR" smtClean="0"/>
              <a:t>7-  COMME TA PRESENCE</a:t>
            </a:r>
          </a:p>
          <a:p>
            <a:r>
              <a:rPr lang="fr-FR" smtClean="0"/>
              <a:t>     Like your presence</a:t>
            </a:r>
          </a:p>
          <a:p>
            <a:endParaRPr lang="fr-FR" smtClean="0"/>
          </a:p>
          <a:p>
            <a:r>
              <a:rPr lang="fr-FR" smtClean="0"/>
              <a:t>	8-  ET JE COURS VERS CE LIEU, OÙ JE TE TROUVERA</a:t>
            </a:r>
          </a:p>
          <a:p>
            <a:r>
              <a:rPr lang="fr-FR" smtClean="0"/>
              <a:t>                        So I run to Where I know I can find you</a:t>
            </a:r>
          </a:p>
          <a:p>
            <a:r>
              <a:rPr lang="fr-FR" smtClean="0"/>
              <a:t>	9-  OÙ JE POURRAI RESTER DANS TA PRESENCE,  POUR TOUJOURS</a:t>
            </a:r>
          </a:p>
          <a:p>
            <a:r>
              <a:rPr lang="fr-FR" smtClean="0"/>
              <a:t>  	      Where I know I can stay in your presence always </a:t>
            </a:r>
          </a:p>
          <a:p>
            <a:r>
              <a:rPr lang="fr-FR" smtClean="0"/>
              <a:t>	10-  ET JE COURS VERS CELUI QUE JE POURSUIS</a:t>
            </a:r>
          </a:p>
          <a:p>
            <a:r>
              <a:rPr lang="fr-FR" smtClean="0"/>
              <a:t>	       And I run to</a:t>
            </a:r>
          </a:p>
          <a:p>
            <a:r>
              <a:rPr lang="fr-FR" smtClean="0"/>
              <a:t>	       The one that I cling to</a:t>
            </a:r>
          </a:p>
          <a:p>
            <a:r>
              <a:rPr lang="fr-FR" smtClean="0"/>
              <a:t>	11-  CELUI QUI CHANTE SUR MA VIE</a:t>
            </a:r>
          </a:p>
          <a:p>
            <a:r>
              <a:rPr lang="fr-FR" smtClean="0"/>
              <a:t>	       The one that will sing over me</a:t>
            </a:r>
          </a:p>
          <a:p>
            <a:endParaRPr lang="fr-FR" smtClean="0"/>
          </a:p>
          <a:p>
            <a:r>
              <a:rPr lang="fr-FR" smtClean="0"/>
              <a:t>Bridge 1</a:t>
            </a:r>
          </a:p>
          <a:p>
            <a:r>
              <a:rPr lang="fr-FR" smtClean="0"/>
              <a:t>12-  J’ÉTAIS PERDU TU ÉTAIS LÀ M’APPELANT PAR MON NOM</a:t>
            </a:r>
          </a:p>
          <a:p>
            <a:r>
              <a:rPr lang="fr-FR" smtClean="0"/>
              <a:t>      I was lost you were there</a:t>
            </a:r>
          </a:p>
          <a:p>
            <a:r>
              <a:rPr lang="fr-FR" smtClean="0"/>
              <a:t>      Calling me by name</a:t>
            </a:r>
          </a:p>
          <a:p>
            <a:r>
              <a:rPr lang="fr-FR" smtClean="0"/>
              <a:t>13-  MON DÉSIR EST TA GLOIRE, JE N’AI BESOIN D’AUCUN AUTRE GAIN</a:t>
            </a:r>
          </a:p>
          <a:p>
            <a:r>
              <a:rPr lang="fr-FR" smtClean="0"/>
              <a:t>      My desire is your fame</a:t>
            </a:r>
          </a:p>
          <a:p>
            <a:r>
              <a:rPr lang="fr-FR" smtClean="0"/>
              <a:t>      I need no earthly gain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Bridge 2</a:t>
            </a:r>
          </a:p>
          <a:p>
            <a:r>
              <a:rPr lang="fr-FR" smtClean="0"/>
              <a:t>14-  JE TROUVE LA PAIX DANS TA PRESENCE, JE TROUVE LA JOIE DANS TA PRESENCE</a:t>
            </a:r>
          </a:p>
          <a:p>
            <a:r>
              <a:rPr lang="fr-FR" smtClean="0"/>
              <a:t>      Where I find peace in your presence</a:t>
            </a:r>
          </a:p>
          <a:p>
            <a:r>
              <a:rPr lang="fr-FR" smtClean="0"/>
              <a:t>      Where I find joy in your presence</a:t>
            </a:r>
          </a:p>
          <a:p>
            <a:r>
              <a:rPr lang="fr-FR" smtClean="0"/>
              <a:t>15-  JE TROUVE LA FORCE DANS  TA PRESENCE</a:t>
            </a:r>
          </a:p>
          <a:p>
            <a:r>
              <a:rPr lang="fr-FR" smtClean="0"/>
              <a:t>       Where I find strength in your presence</a:t>
            </a:r>
          </a:p>
          <a:p>
            <a:r>
              <a:rPr lang="fr-FR" smtClean="0"/>
              <a:t>16-  JE VEUX RESTER DANS TA PRESENCE POUR TOUJOURS</a:t>
            </a:r>
          </a:p>
          <a:p>
            <a:r>
              <a:rPr lang="fr-FR" smtClean="0"/>
              <a:t>      Oh I wanna stay in your presence always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JE VEUX ÊTRE PRÈS DE TOI, JE RECHERCHÉ TON CŒUR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 wanna be where you are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I'm searching for your heart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J’ABANDONNE TOUTES LES CHOSES, QUI M’ÉLOIGNENT DE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I give away everything that keeps me from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ET JE COURS VERS CE LIEU OÙ JE TE TROUVERAI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So I run to Where I know I can find you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OÙ JE POURRAI RESTER DANS TA PRESENCE,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Where I know I can stay in your presence always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JE DONNE MA VIE POUR TE TROUVER, MON SEIGNEUR, MON PLUS GRAND PRIX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 give my life to seek and find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You oh lord the greatest prize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RIEN O MON SEIGNEUR, NE ME COMBLE COMME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Nothing else O Lord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Will satisfy like your presence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COMME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Like your presence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8-  ET JE COURS VERS CE LIEU, OÙ JE TE TROUVERA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                 So I run to Where I know I can find you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9-  OÙ JE POURRAI RESTER DANS TA PRESENCE, 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	      Where I know I can stay in your presence always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10-  ET JE COURS VERS CELUI QUE JE POURSUIS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 And I run to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 The one that I cling to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11-  CELUI QUI CHANTE SUR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 The one that will sing over 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Bridge 1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J’ÉTAIS PERDU TU ÉTAIS LÀ M’APPELANT PAR MON NOM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I was lost you were there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Calling me by name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MON DÉSIR EST TA GLOIRE, JE N’AI BESOIN D’AUCUN AUTRE GAIN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My desire is your fame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I need no earthly gain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Bridge 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JE TROUVE LA PAIX DANS TA PRESENCE, JE TROUVE LA JOIE DANS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Where I find peace in your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Where I find joy in your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JE TROUVE LA FORCE DANS 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Where I find strength in your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JE VEUX RESTER DANS TA PRESENCE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Oh I wanna stay in your presence always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JE VEUX ÊTRE PRÈS DE TOI, JE RECHERCHÉ TON CŒUR</a:t>
            </a:r>
          </a:p>
          <a:p>
            <a:r>
              <a:rPr lang="fr-FR" smtClean="0"/>
              <a:t>     I wanna be where you are</a:t>
            </a:r>
          </a:p>
          <a:p>
            <a:r>
              <a:rPr lang="fr-FR" smtClean="0"/>
              <a:t>     I'm searching for your heart</a:t>
            </a:r>
          </a:p>
          <a:p>
            <a:r>
              <a:rPr lang="fr-FR" smtClean="0"/>
              <a:t>2-  J’ABANDONNE TOUTES LES CHOSES, QUI M’ÉLOIGNENT DE TOI</a:t>
            </a:r>
          </a:p>
          <a:p>
            <a:r>
              <a:rPr lang="fr-FR" smtClean="0"/>
              <a:t>      I give away everything that keeps me from you</a:t>
            </a:r>
          </a:p>
          <a:p>
            <a:endParaRPr lang="fr-FR" smtClean="0"/>
          </a:p>
          <a:p>
            <a:r>
              <a:rPr lang="fr-FR" smtClean="0"/>
              <a:t>	3-  ET JE COURS VERS CE LIEU OÙ JE TE TROUVERAI</a:t>
            </a:r>
          </a:p>
          <a:p>
            <a:r>
              <a:rPr lang="fr-FR" smtClean="0"/>
              <a:t>	      So I run to Where I know I can find you</a:t>
            </a:r>
          </a:p>
          <a:p>
            <a:r>
              <a:rPr lang="fr-FR" smtClean="0"/>
              <a:t>	4-  OÙ JE POURRAI RESTER DANS TA PRESENCE, POUR TOUJOURS</a:t>
            </a:r>
          </a:p>
          <a:p>
            <a:r>
              <a:rPr lang="fr-FR" smtClean="0"/>
              <a:t>	      Where I know I can stay in your presence always 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5-  JE DONNE MA VIE POUR TE TROUVER, MON SEIGNEUR, MON PLUS GRAND PRIX</a:t>
            </a:r>
          </a:p>
          <a:p>
            <a:r>
              <a:rPr lang="fr-FR" smtClean="0"/>
              <a:t>     I give my life to seek and find </a:t>
            </a:r>
          </a:p>
          <a:p>
            <a:r>
              <a:rPr lang="fr-FR" smtClean="0"/>
              <a:t>     You oh lord the greatest prize </a:t>
            </a:r>
          </a:p>
          <a:p>
            <a:r>
              <a:rPr lang="fr-FR" smtClean="0"/>
              <a:t>6-  RIEN O MON SEIGNEUR, NE ME COMBLE COMME TA PRESENCE</a:t>
            </a:r>
          </a:p>
          <a:p>
            <a:r>
              <a:rPr lang="fr-FR" smtClean="0"/>
              <a:t>     Nothing else O Lord </a:t>
            </a:r>
          </a:p>
          <a:p>
            <a:r>
              <a:rPr lang="fr-FR" smtClean="0"/>
              <a:t>     Will satisfy like your presence </a:t>
            </a:r>
          </a:p>
          <a:p>
            <a:r>
              <a:rPr lang="fr-FR" smtClean="0"/>
              <a:t>7-  COMME TA PRESENCE</a:t>
            </a:r>
          </a:p>
          <a:p>
            <a:r>
              <a:rPr lang="fr-FR" smtClean="0"/>
              <a:t>     Like your presence</a:t>
            </a:r>
          </a:p>
          <a:p>
            <a:endParaRPr lang="fr-FR" smtClean="0"/>
          </a:p>
          <a:p>
            <a:r>
              <a:rPr lang="fr-FR" smtClean="0"/>
              <a:t>	8-  ET JE COURS VERS CE LIEU, OÙ JE TE TROUVERA</a:t>
            </a:r>
          </a:p>
          <a:p>
            <a:r>
              <a:rPr lang="fr-FR" smtClean="0"/>
              <a:t>                        So I run to Where I know I can find you</a:t>
            </a:r>
          </a:p>
          <a:p>
            <a:r>
              <a:rPr lang="fr-FR" smtClean="0"/>
              <a:t>	9-  OÙ JE POURRAI RESTER DANS TA PRESENCE,  POUR TOUJOURS</a:t>
            </a:r>
          </a:p>
          <a:p>
            <a:r>
              <a:rPr lang="fr-FR" smtClean="0"/>
              <a:t>  	      Where I know I can stay in your presence always </a:t>
            </a:r>
          </a:p>
          <a:p>
            <a:r>
              <a:rPr lang="fr-FR" smtClean="0"/>
              <a:t>	10-  ET JE COURS VERS CELUI QUE JE POURSUIS</a:t>
            </a:r>
          </a:p>
          <a:p>
            <a:r>
              <a:rPr lang="fr-FR" smtClean="0"/>
              <a:t>	       And I run to</a:t>
            </a:r>
          </a:p>
          <a:p>
            <a:r>
              <a:rPr lang="fr-FR" smtClean="0"/>
              <a:t>	       The one that I cling to</a:t>
            </a:r>
          </a:p>
          <a:p>
            <a:r>
              <a:rPr lang="fr-FR" smtClean="0"/>
              <a:t>	11-  CELUI QUI CHANTE SUR MA VIE</a:t>
            </a:r>
          </a:p>
          <a:p>
            <a:r>
              <a:rPr lang="fr-FR" smtClean="0"/>
              <a:t>	       The one that will sing over me</a:t>
            </a:r>
          </a:p>
          <a:p>
            <a:endParaRPr lang="fr-FR" smtClean="0"/>
          </a:p>
          <a:p>
            <a:r>
              <a:rPr lang="fr-FR" smtClean="0"/>
              <a:t>Bridge 1</a:t>
            </a:r>
          </a:p>
          <a:p>
            <a:r>
              <a:rPr lang="fr-FR" smtClean="0"/>
              <a:t>12-  J’ÉTAIS PERDU TU ÉTAIS LÀ M’APPELANT PAR MON NOM</a:t>
            </a:r>
          </a:p>
          <a:p>
            <a:r>
              <a:rPr lang="fr-FR" smtClean="0"/>
              <a:t>      I was lost you were there</a:t>
            </a:r>
          </a:p>
          <a:p>
            <a:r>
              <a:rPr lang="fr-FR" smtClean="0"/>
              <a:t>      Calling me by name</a:t>
            </a:r>
          </a:p>
          <a:p>
            <a:r>
              <a:rPr lang="fr-FR" smtClean="0"/>
              <a:t>13-  MON DÉSIR EST TA GLOIRE, JE N’AI BESOIN D’AUCUN AUTRE GAIN</a:t>
            </a:r>
          </a:p>
          <a:p>
            <a:r>
              <a:rPr lang="fr-FR" smtClean="0"/>
              <a:t>      My desire is your fame</a:t>
            </a:r>
          </a:p>
          <a:p>
            <a:r>
              <a:rPr lang="fr-FR" smtClean="0"/>
              <a:t>      I need no earthly gain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Bridge 2</a:t>
            </a:r>
          </a:p>
          <a:p>
            <a:r>
              <a:rPr lang="fr-FR" smtClean="0"/>
              <a:t>14-  JE TROUVE LA PAIX DANS TA PRESENCE, JE TROUVE LA JOIE DANS TA PRESENCE</a:t>
            </a:r>
          </a:p>
          <a:p>
            <a:r>
              <a:rPr lang="fr-FR" smtClean="0"/>
              <a:t>      Where I find peace in your presence</a:t>
            </a:r>
          </a:p>
          <a:p>
            <a:r>
              <a:rPr lang="fr-FR" smtClean="0"/>
              <a:t>      Where I find joy in your presence</a:t>
            </a:r>
          </a:p>
          <a:p>
            <a:r>
              <a:rPr lang="fr-FR" smtClean="0"/>
              <a:t>15-  JE TROUVE LA FORCE DANS  TA PRESENCE</a:t>
            </a:r>
          </a:p>
          <a:p>
            <a:r>
              <a:rPr lang="fr-FR" smtClean="0"/>
              <a:t>       Where I find strength in your presence</a:t>
            </a:r>
          </a:p>
          <a:p>
            <a:r>
              <a:rPr lang="fr-FR" smtClean="0"/>
              <a:t>16-  JE VEUX RESTER DANS TA PRESENCE POUR TOUJOURS</a:t>
            </a:r>
          </a:p>
          <a:p>
            <a:r>
              <a:rPr lang="fr-FR" smtClean="0"/>
              <a:t>      Oh I wanna stay in your presence always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JE VEUX ÊTRE PRÈS DE TOI, JE RECHERCHÉ TON CŒUR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 wanna be where you are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I'm searching for your heart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J’ABANDONNE TOUTES LES CHOSES, QUI M’ÉLOIGNENT DE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I give away everything that keeps me from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ET JE COURS VERS CE LIEU OÙ JE TE TROUVERAI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So I run to Where I know I can find you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OÙ JE POURRAI RESTER DANS TA PRESENCE,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Where I know I can stay in your presence always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JE DONNE MA VIE POUR TE TROUVER, MON SEIGNEUR, MON PLUS GRAND PRIX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 give my life to seek and find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You oh lord the greatest prize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RIEN O MON SEIGNEUR, NE ME COMBLE COMME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Nothing else O Lord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Will satisfy like your presence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COMME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Like your presence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8-  ET JE COURS VERS CE LIEU, OÙ JE TE TROUVERA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                 So I run to Where I know I can find you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9-  OÙ JE POURRAI RESTER DANS TA PRESENCE, 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	      Where I know I can stay in your presence always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10-  ET JE COURS VERS CELUI QUE JE POURSUIS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 And I run to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 The one that I cling to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11-  CELUI QUI CHANTE SUR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 The one that will sing over 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Bridge 1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J’ÉTAIS PERDU TU ÉTAIS LÀ M’APPELANT PAR MON NOM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I was lost you were there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Calling me by name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MON DÉSIR EST TA GLOIRE, JE N’AI BESOIN D’AUCUN AUTRE GAIN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My desire is your fame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I need no earthly gain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Bridge 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JE TROUVE LA PAIX DANS TA PRESENCE, JE TROUVE LA JOIE DANS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Where I find peace in your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Where I find joy in your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JE TROUVE LA FORCE DANS 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Where I find strength in your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JE VEUX RESTER DANS TA PRESENCE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Oh I wanna stay in your presence always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JE VEUX ÊTRE PRÈS DE TOI, JE RECHERCHÉ TON CŒUR</a:t>
            </a:r>
          </a:p>
          <a:p>
            <a:r>
              <a:rPr lang="fr-FR" smtClean="0"/>
              <a:t>     I wanna be where you are</a:t>
            </a:r>
          </a:p>
          <a:p>
            <a:r>
              <a:rPr lang="fr-FR" smtClean="0"/>
              <a:t>     I'm searching for your heart</a:t>
            </a:r>
          </a:p>
          <a:p>
            <a:r>
              <a:rPr lang="fr-FR" smtClean="0"/>
              <a:t>2-  J’ABANDONNE TOUTES LES CHOSES, QUI M’ÉLOIGNENT DE TOI</a:t>
            </a:r>
          </a:p>
          <a:p>
            <a:r>
              <a:rPr lang="fr-FR" smtClean="0"/>
              <a:t>      I give away everything that keeps me from you</a:t>
            </a:r>
          </a:p>
          <a:p>
            <a:endParaRPr lang="fr-FR" smtClean="0"/>
          </a:p>
          <a:p>
            <a:r>
              <a:rPr lang="fr-FR" smtClean="0"/>
              <a:t>	3-  ET JE COURS VERS CE LIEU OÙ JE TE TROUVERAI</a:t>
            </a:r>
          </a:p>
          <a:p>
            <a:r>
              <a:rPr lang="fr-FR" smtClean="0"/>
              <a:t>	      So I run to Where I know I can find you</a:t>
            </a:r>
          </a:p>
          <a:p>
            <a:r>
              <a:rPr lang="fr-FR" smtClean="0"/>
              <a:t>	4-  OÙ JE POURRAI RESTER DANS TA PRESENCE, POUR TOUJOURS</a:t>
            </a:r>
          </a:p>
          <a:p>
            <a:r>
              <a:rPr lang="fr-FR" smtClean="0"/>
              <a:t>	      Where I know I can stay in your presence always 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5-  JE DONNE MA VIE POUR TE TROUVER, MON SEIGNEUR, MON PLUS GRAND PRIX</a:t>
            </a:r>
          </a:p>
          <a:p>
            <a:r>
              <a:rPr lang="fr-FR" smtClean="0"/>
              <a:t>     I give my life to seek and find </a:t>
            </a:r>
          </a:p>
          <a:p>
            <a:r>
              <a:rPr lang="fr-FR" smtClean="0"/>
              <a:t>     You oh lord the greatest prize </a:t>
            </a:r>
          </a:p>
          <a:p>
            <a:r>
              <a:rPr lang="fr-FR" smtClean="0"/>
              <a:t>6-  RIEN O MON SEIGNEUR, NE ME COMBLE COMME TA PRESENCE</a:t>
            </a:r>
          </a:p>
          <a:p>
            <a:r>
              <a:rPr lang="fr-FR" smtClean="0"/>
              <a:t>     Nothing else O Lord </a:t>
            </a:r>
          </a:p>
          <a:p>
            <a:r>
              <a:rPr lang="fr-FR" smtClean="0"/>
              <a:t>     Will satisfy like your presence </a:t>
            </a:r>
          </a:p>
          <a:p>
            <a:r>
              <a:rPr lang="fr-FR" smtClean="0"/>
              <a:t>7-  COMME TA PRESENCE</a:t>
            </a:r>
          </a:p>
          <a:p>
            <a:r>
              <a:rPr lang="fr-FR" smtClean="0"/>
              <a:t>     Like your presence</a:t>
            </a:r>
          </a:p>
          <a:p>
            <a:endParaRPr lang="fr-FR" smtClean="0"/>
          </a:p>
          <a:p>
            <a:r>
              <a:rPr lang="fr-FR" smtClean="0"/>
              <a:t>	8-  ET JE COURS VERS CE LIEU, OÙ JE TE TROUVERA</a:t>
            </a:r>
          </a:p>
          <a:p>
            <a:r>
              <a:rPr lang="fr-FR" smtClean="0"/>
              <a:t>                        So I run to Where I know I can find you</a:t>
            </a:r>
          </a:p>
          <a:p>
            <a:r>
              <a:rPr lang="fr-FR" smtClean="0"/>
              <a:t>	9-  OÙ JE POURRAI RESTER DANS TA PRESENCE,  POUR TOUJOURS</a:t>
            </a:r>
          </a:p>
          <a:p>
            <a:r>
              <a:rPr lang="fr-FR" smtClean="0"/>
              <a:t>  	      Where I know I can stay in your presence always </a:t>
            </a:r>
          </a:p>
          <a:p>
            <a:r>
              <a:rPr lang="fr-FR" smtClean="0"/>
              <a:t>	10-  ET JE COURS VERS CELUI QUE JE POURSUIS</a:t>
            </a:r>
          </a:p>
          <a:p>
            <a:r>
              <a:rPr lang="fr-FR" smtClean="0"/>
              <a:t>	       And I run to</a:t>
            </a:r>
          </a:p>
          <a:p>
            <a:r>
              <a:rPr lang="fr-FR" smtClean="0"/>
              <a:t>	       The one that I cling to</a:t>
            </a:r>
          </a:p>
          <a:p>
            <a:r>
              <a:rPr lang="fr-FR" smtClean="0"/>
              <a:t>	11-  CELUI QUI CHANTE SUR MA VIE</a:t>
            </a:r>
          </a:p>
          <a:p>
            <a:r>
              <a:rPr lang="fr-FR" smtClean="0"/>
              <a:t>	       The one that will sing over me</a:t>
            </a:r>
          </a:p>
          <a:p>
            <a:endParaRPr lang="fr-FR" smtClean="0"/>
          </a:p>
          <a:p>
            <a:r>
              <a:rPr lang="fr-FR" smtClean="0"/>
              <a:t>Bridge 1</a:t>
            </a:r>
          </a:p>
          <a:p>
            <a:r>
              <a:rPr lang="fr-FR" smtClean="0"/>
              <a:t>12-  J’ÉTAIS PERDU TU ÉTAIS LÀ M’APPELANT PAR MON NOM</a:t>
            </a:r>
          </a:p>
          <a:p>
            <a:r>
              <a:rPr lang="fr-FR" smtClean="0"/>
              <a:t>      I was lost you were there</a:t>
            </a:r>
          </a:p>
          <a:p>
            <a:r>
              <a:rPr lang="fr-FR" smtClean="0"/>
              <a:t>      Calling me by name</a:t>
            </a:r>
          </a:p>
          <a:p>
            <a:r>
              <a:rPr lang="fr-FR" smtClean="0"/>
              <a:t>13-  MON DÉSIR EST TA GLOIRE, JE N’AI BESOIN D’AUCUN AUTRE GAIN</a:t>
            </a:r>
          </a:p>
          <a:p>
            <a:r>
              <a:rPr lang="fr-FR" smtClean="0"/>
              <a:t>      My desire is your fame</a:t>
            </a:r>
          </a:p>
          <a:p>
            <a:r>
              <a:rPr lang="fr-FR" smtClean="0"/>
              <a:t>      I need no earthly gain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Bridge 2</a:t>
            </a:r>
          </a:p>
          <a:p>
            <a:r>
              <a:rPr lang="fr-FR" smtClean="0"/>
              <a:t>14-  JE TROUVE LA PAIX DANS TA PRESENCE, JE TROUVE LA JOIE DANS TA PRESENCE</a:t>
            </a:r>
          </a:p>
          <a:p>
            <a:r>
              <a:rPr lang="fr-FR" smtClean="0"/>
              <a:t>      Where I find peace in your presence</a:t>
            </a:r>
          </a:p>
          <a:p>
            <a:r>
              <a:rPr lang="fr-FR" smtClean="0"/>
              <a:t>      Where I find joy in your presence</a:t>
            </a:r>
          </a:p>
          <a:p>
            <a:r>
              <a:rPr lang="fr-FR" smtClean="0"/>
              <a:t>15-  JE TROUVE LA FORCE DANS  TA PRESENCE</a:t>
            </a:r>
          </a:p>
          <a:p>
            <a:r>
              <a:rPr lang="fr-FR" smtClean="0"/>
              <a:t>       Where I find strength in your presence</a:t>
            </a:r>
          </a:p>
          <a:p>
            <a:r>
              <a:rPr lang="fr-FR" smtClean="0"/>
              <a:t>16-  JE VEUX RESTER DANS TA PRESENCE POUR TOUJOURS</a:t>
            </a:r>
          </a:p>
          <a:p>
            <a:r>
              <a:rPr lang="fr-FR" smtClean="0"/>
              <a:t>      Oh I wanna stay in your presence always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JE VEUX ÊTRE PRÈS DE TOI, JE RECHERCHÉ TON CŒUR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 wanna be where you are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I'm searching for your heart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J’ABANDONNE TOUTES LES CHOSES, QUI M’ÉLOIGNENT DE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I give away everything that keeps me from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ET JE COURS VERS CE LIEU OÙ JE TE TROUVERAI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So I run to Where I know I can find you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OÙ JE POURRAI RESTER DANS TA PRESENCE,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Where I know I can stay in your presence always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JE DONNE MA VIE POUR TE TROUVER, MON SEIGNEUR, MON PLUS GRAND PRIX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 give my life to seek and find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You oh lord the greatest prize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RIEN O MON SEIGNEUR, NE ME COMBLE COMME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Nothing else O Lord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Will satisfy like your presence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COMME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Like your presence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8-  ET JE COURS VERS CE LIEU, OÙ JE TE TROUVERA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                 So I run to Where I know I can find you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9-  OÙ JE POURRAI RESTER DANS TA PRESENCE, 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	      Where I know I can stay in your presence always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10-  ET JE COURS VERS CELUI QUE JE POURSUIS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 And I run to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 The one that I cling to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11-  CELUI QUI CHANTE SUR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 The one that will sing over 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Bridge 1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J’ÉTAIS PERDU TU ÉTAIS LÀ M’APPELANT PAR MON NOM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I was lost you were there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Calling me by name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MON DÉSIR EST TA GLOIRE, JE N’AI BESOIN D’AUCUN AUTRE GAIN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My desire is your fame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I need no earthly gain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Bridge 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JE TROUVE LA PAIX DANS TA PRESENCE, JE TROUVE LA JOIE DANS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Where I find peace in your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Where I find joy in your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JE TROUVE LA FORCE DANS 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Where I find strength in your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JE VEUX RESTER DANS TA PRESENCE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Oh I wanna stay in your presence always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JE VEUX ÊTRE PRÈS DE TOI, JE RECHERCHÉ TON CŒUR</a:t>
            </a:r>
          </a:p>
          <a:p>
            <a:r>
              <a:rPr lang="fr-FR" smtClean="0"/>
              <a:t>     I wanna be where you are</a:t>
            </a:r>
          </a:p>
          <a:p>
            <a:r>
              <a:rPr lang="fr-FR" smtClean="0"/>
              <a:t>     I'm searching for your heart</a:t>
            </a:r>
          </a:p>
          <a:p>
            <a:r>
              <a:rPr lang="fr-FR" smtClean="0"/>
              <a:t>2-  J’ABANDONNE TOUTES LES CHOSES, QUI M’ÉLOIGNENT DE TOI</a:t>
            </a:r>
          </a:p>
          <a:p>
            <a:r>
              <a:rPr lang="fr-FR" smtClean="0"/>
              <a:t>      I give away everything that keeps me from you</a:t>
            </a:r>
          </a:p>
          <a:p>
            <a:endParaRPr lang="fr-FR" smtClean="0"/>
          </a:p>
          <a:p>
            <a:r>
              <a:rPr lang="fr-FR" smtClean="0"/>
              <a:t>	3-  ET JE COURS VERS CE LIEU OÙ JE TE TROUVERAI</a:t>
            </a:r>
          </a:p>
          <a:p>
            <a:r>
              <a:rPr lang="fr-FR" smtClean="0"/>
              <a:t>	      So I run to Where I know I can find you</a:t>
            </a:r>
          </a:p>
          <a:p>
            <a:r>
              <a:rPr lang="fr-FR" smtClean="0"/>
              <a:t>	4-  OÙ JE POURRAI RESTER DANS TA PRESENCE, POUR TOUJOURS</a:t>
            </a:r>
          </a:p>
          <a:p>
            <a:r>
              <a:rPr lang="fr-FR" smtClean="0"/>
              <a:t>	      Where I know I can stay in your presence always 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5-  JE DONNE MA VIE POUR TE TROUVER, MON SEIGNEUR, MON PLUS GRAND PRIX</a:t>
            </a:r>
          </a:p>
          <a:p>
            <a:r>
              <a:rPr lang="fr-FR" smtClean="0"/>
              <a:t>     I give my life to seek and find </a:t>
            </a:r>
          </a:p>
          <a:p>
            <a:r>
              <a:rPr lang="fr-FR" smtClean="0"/>
              <a:t>     You oh lord the greatest prize </a:t>
            </a:r>
          </a:p>
          <a:p>
            <a:r>
              <a:rPr lang="fr-FR" smtClean="0"/>
              <a:t>6-  RIEN O MON SEIGNEUR, NE ME COMBLE COMME TA PRESENCE</a:t>
            </a:r>
          </a:p>
          <a:p>
            <a:r>
              <a:rPr lang="fr-FR" smtClean="0"/>
              <a:t>     Nothing else O Lord </a:t>
            </a:r>
          </a:p>
          <a:p>
            <a:r>
              <a:rPr lang="fr-FR" smtClean="0"/>
              <a:t>     Will satisfy like your presence </a:t>
            </a:r>
          </a:p>
          <a:p>
            <a:r>
              <a:rPr lang="fr-FR" smtClean="0"/>
              <a:t>7-  COMME TA PRESENCE</a:t>
            </a:r>
          </a:p>
          <a:p>
            <a:r>
              <a:rPr lang="fr-FR" smtClean="0"/>
              <a:t>     Like your presence</a:t>
            </a:r>
          </a:p>
          <a:p>
            <a:endParaRPr lang="fr-FR" smtClean="0"/>
          </a:p>
          <a:p>
            <a:r>
              <a:rPr lang="fr-FR" smtClean="0"/>
              <a:t>	8-  ET JE COURS VERS CE LIEU, OÙ JE TE TROUVERA</a:t>
            </a:r>
          </a:p>
          <a:p>
            <a:r>
              <a:rPr lang="fr-FR" smtClean="0"/>
              <a:t>                        So I run to Where I know I can find you</a:t>
            </a:r>
          </a:p>
          <a:p>
            <a:r>
              <a:rPr lang="fr-FR" smtClean="0"/>
              <a:t>	9-  OÙ JE POURRAI RESTER DANS TA PRESENCE,  POUR TOUJOURS</a:t>
            </a:r>
          </a:p>
          <a:p>
            <a:r>
              <a:rPr lang="fr-FR" smtClean="0"/>
              <a:t>  	      Where I know I can stay in your presence always </a:t>
            </a:r>
          </a:p>
          <a:p>
            <a:r>
              <a:rPr lang="fr-FR" smtClean="0"/>
              <a:t>	10-  ET JE COURS VERS CELUI QUE JE POURSUIS</a:t>
            </a:r>
          </a:p>
          <a:p>
            <a:r>
              <a:rPr lang="fr-FR" smtClean="0"/>
              <a:t>	       And I run to</a:t>
            </a:r>
          </a:p>
          <a:p>
            <a:r>
              <a:rPr lang="fr-FR" smtClean="0"/>
              <a:t>	       The one that I cling to</a:t>
            </a:r>
          </a:p>
          <a:p>
            <a:r>
              <a:rPr lang="fr-FR" smtClean="0"/>
              <a:t>	11-  CELUI QUI CHANTE SUR MA VIE</a:t>
            </a:r>
          </a:p>
          <a:p>
            <a:r>
              <a:rPr lang="fr-FR" smtClean="0"/>
              <a:t>	       The one that will sing over me</a:t>
            </a:r>
          </a:p>
          <a:p>
            <a:endParaRPr lang="fr-FR" smtClean="0"/>
          </a:p>
          <a:p>
            <a:r>
              <a:rPr lang="fr-FR" smtClean="0"/>
              <a:t>Bridge 1</a:t>
            </a:r>
          </a:p>
          <a:p>
            <a:r>
              <a:rPr lang="fr-FR" smtClean="0"/>
              <a:t>12-  J’ÉTAIS PERDU TU ÉTAIS LÀ M’APPELANT PAR MON NOM</a:t>
            </a:r>
          </a:p>
          <a:p>
            <a:r>
              <a:rPr lang="fr-FR" smtClean="0"/>
              <a:t>      I was lost you were there</a:t>
            </a:r>
          </a:p>
          <a:p>
            <a:r>
              <a:rPr lang="fr-FR" smtClean="0"/>
              <a:t>      Calling me by name</a:t>
            </a:r>
          </a:p>
          <a:p>
            <a:r>
              <a:rPr lang="fr-FR" smtClean="0"/>
              <a:t>13-  MON DÉSIR EST TA GLOIRE, JE N’AI BESOIN D’AUCUN AUTRE GAIN</a:t>
            </a:r>
          </a:p>
          <a:p>
            <a:r>
              <a:rPr lang="fr-FR" smtClean="0"/>
              <a:t>      My desire is your fame</a:t>
            </a:r>
          </a:p>
          <a:p>
            <a:r>
              <a:rPr lang="fr-FR" smtClean="0"/>
              <a:t>      I need no earthly gain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Bridge 2</a:t>
            </a:r>
          </a:p>
          <a:p>
            <a:r>
              <a:rPr lang="fr-FR" smtClean="0"/>
              <a:t>14-  JE TROUVE LA PAIX DANS TA PRESENCE, JE TROUVE LA JOIE DANS TA PRESENCE</a:t>
            </a:r>
          </a:p>
          <a:p>
            <a:r>
              <a:rPr lang="fr-FR" smtClean="0"/>
              <a:t>      Where I find peace in your presence</a:t>
            </a:r>
          </a:p>
          <a:p>
            <a:r>
              <a:rPr lang="fr-FR" smtClean="0"/>
              <a:t>      Where I find joy in your presence</a:t>
            </a:r>
          </a:p>
          <a:p>
            <a:r>
              <a:rPr lang="fr-FR" smtClean="0"/>
              <a:t>15-  JE TROUVE LA FORCE DANS  TA PRESENCE</a:t>
            </a:r>
          </a:p>
          <a:p>
            <a:r>
              <a:rPr lang="fr-FR" smtClean="0"/>
              <a:t>       Where I find strength in your presence</a:t>
            </a:r>
          </a:p>
          <a:p>
            <a:r>
              <a:rPr lang="fr-FR" smtClean="0"/>
              <a:t>16-  JE VEUX RESTER DANS TA PRESENCE POUR TOUJOURS</a:t>
            </a:r>
          </a:p>
          <a:p>
            <a:r>
              <a:rPr lang="fr-FR" smtClean="0"/>
              <a:t>      Oh I wanna stay in your presence always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JE VEUX ÊTRE PRÈS DE TOI, JE RECHERCHÉ TON CŒUR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 wanna be where you are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I'm searching for your heart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J’ABANDONNE TOUTES LES CHOSES, QUI M’ÉLOIGNENT DE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I give away everything that keeps me from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ET JE COURS VERS CE LIEU OÙ JE TE TROUVERAI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So I run to Where I know I can find you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OÙ JE POURRAI RESTER DANS TA PRESENCE,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Where I know I can stay in your presence always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JE DONNE MA VIE POUR TE TROUVER, MON SEIGNEUR, MON PLUS GRAND PRIX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 give my life to seek and find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You oh lord the greatest prize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RIEN O MON SEIGNEUR, NE ME COMBLE COMME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Nothing else O Lord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Will satisfy like your presence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COMME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Like your presence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8-  ET JE COURS VERS CE LIEU, OÙ JE TE TROUVERA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                 So I run to Where I know I can find you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9-  OÙ JE POURRAI RESTER DANS TA PRESENCE, 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	      Where I know I can stay in your presence always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10-  ET JE COURS VERS CELUI QUE JE POURSUIS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 And I run to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 The one that I cling to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11-  CELUI QUI CHANTE SUR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 The one that will sing over 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Bridge 1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J’ÉTAIS PERDU TU ÉTAIS LÀ M’APPELANT PAR MON NOM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I was lost you were there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Calling me by name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MON DÉSIR EST TA GLOIRE, JE N’AI BESOIN D’AUCUN AUTRE GAIN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My desire is your fame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I need no earthly gain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Bridge 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JE TROUVE LA PAIX DANS TA PRESENCE, JE TROUVE LA JOIE DANS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Where I find peace in your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Where I find joy in your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JE TROUVE LA FORCE DANS 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Where I find strength in your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JE VEUX RESTER DANS TA PRESENCE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Oh I wanna stay in your presence always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JE VEUX ÊTRE PRÈS DE TOI, JE RECHERCHÉ TON CŒUR</a:t>
            </a:r>
          </a:p>
          <a:p>
            <a:r>
              <a:rPr lang="fr-FR" smtClean="0"/>
              <a:t>     I wanna be where you are</a:t>
            </a:r>
          </a:p>
          <a:p>
            <a:r>
              <a:rPr lang="fr-FR" smtClean="0"/>
              <a:t>     I'm searching for your heart</a:t>
            </a:r>
          </a:p>
          <a:p>
            <a:r>
              <a:rPr lang="fr-FR" smtClean="0"/>
              <a:t>2-  J’ABANDONNE TOUTES LES CHOSES, QUI M’ÉLOIGNENT DE TOI</a:t>
            </a:r>
          </a:p>
          <a:p>
            <a:r>
              <a:rPr lang="fr-FR" smtClean="0"/>
              <a:t>      I give away everything that keeps me from you</a:t>
            </a:r>
          </a:p>
          <a:p>
            <a:endParaRPr lang="fr-FR" smtClean="0"/>
          </a:p>
          <a:p>
            <a:r>
              <a:rPr lang="fr-FR" smtClean="0"/>
              <a:t>	3-  ET JE COURS VERS CE LIEU OÙ JE TE TROUVERAI</a:t>
            </a:r>
          </a:p>
          <a:p>
            <a:r>
              <a:rPr lang="fr-FR" smtClean="0"/>
              <a:t>	      So I run to Where I know I can find you</a:t>
            </a:r>
          </a:p>
          <a:p>
            <a:r>
              <a:rPr lang="fr-FR" smtClean="0"/>
              <a:t>	4-  OÙ JE POURRAI RESTER DANS TA PRESENCE, POUR TOUJOURS</a:t>
            </a:r>
          </a:p>
          <a:p>
            <a:r>
              <a:rPr lang="fr-FR" smtClean="0"/>
              <a:t>	      Where I know I can stay in your presence always 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5-  JE DONNE MA VIE POUR TE TROUVER, MON SEIGNEUR, MON PLUS GRAND PRIX</a:t>
            </a:r>
          </a:p>
          <a:p>
            <a:r>
              <a:rPr lang="fr-FR" smtClean="0"/>
              <a:t>     I give my life to seek and find </a:t>
            </a:r>
          </a:p>
          <a:p>
            <a:r>
              <a:rPr lang="fr-FR" smtClean="0"/>
              <a:t>     You oh lord the greatest prize </a:t>
            </a:r>
          </a:p>
          <a:p>
            <a:r>
              <a:rPr lang="fr-FR" smtClean="0"/>
              <a:t>6-  RIEN O MON SEIGNEUR, NE ME COMBLE COMME TA PRESENCE</a:t>
            </a:r>
          </a:p>
          <a:p>
            <a:r>
              <a:rPr lang="fr-FR" smtClean="0"/>
              <a:t>     Nothing else O Lord </a:t>
            </a:r>
          </a:p>
          <a:p>
            <a:r>
              <a:rPr lang="fr-FR" smtClean="0"/>
              <a:t>     Will satisfy like your presence </a:t>
            </a:r>
          </a:p>
          <a:p>
            <a:r>
              <a:rPr lang="fr-FR" smtClean="0"/>
              <a:t>7-  COMME TA PRESENCE</a:t>
            </a:r>
          </a:p>
          <a:p>
            <a:r>
              <a:rPr lang="fr-FR" smtClean="0"/>
              <a:t>     Like your presence</a:t>
            </a:r>
          </a:p>
          <a:p>
            <a:endParaRPr lang="fr-FR" smtClean="0"/>
          </a:p>
          <a:p>
            <a:r>
              <a:rPr lang="fr-FR" smtClean="0"/>
              <a:t>	8-  ET JE COURS VERS CE LIEU, OÙ JE TE TROUVERA</a:t>
            </a:r>
          </a:p>
          <a:p>
            <a:r>
              <a:rPr lang="fr-FR" smtClean="0"/>
              <a:t>                        So I run to Where I know I can find you</a:t>
            </a:r>
          </a:p>
          <a:p>
            <a:r>
              <a:rPr lang="fr-FR" smtClean="0"/>
              <a:t>	9-  OÙ JE POURRAI RESTER DANS TA PRESENCE,  POUR TOUJOURS</a:t>
            </a:r>
          </a:p>
          <a:p>
            <a:r>
              <a:rPr lang="fr-FR" smtClean="0"/>
              <a:t>  	      Where I know I can stay in your presence always </a:t>
            </a:r>
          </a:p>
          <a:p>
            <a:r>
              <a:rPr lang="fr-FR" smtClean="0"/>
              <a:t>	10-  ET JE COURS VERS CELUI QUE JE POURSUIS</a:t>
            </a:r>
          </a:p>
          <a:p>
            <a:r>
              <a:rPr lang="fr-FR" smtClean="0"/>
              <a:t>	       And I run to</a:t>
            </a:r>
          </a:p>
          <a:p>
            <a:r>
              <a:rPr lang="fr-FR" smtClean="0"/>
              <a:t>	       The one that I cling to</a:t>
            </a:r>
          </a:p>
          <a:p>
            <a:r>
              <a:rPr lang="fr-FR" smtClean="0"/>
              <a:t>	11-  CELUI QUI CHANTE SUR MA VIE</a:t>
            </a:r>
          </a:p>
          <a:p>
            <a:r>
              <a:rPr lang="fr-FR" smtClean="0"/>
              <a:t>	       The one that will sing over me</a:t>
            </a:r>
          </a:p>
          <a:p>
            <a:endParaRPr lang="fr-FR" smtClean="0"/>
          </a:p>
          <a:p>
            <a:r>
              <a:rPr lang="fr-FR" smtClean="0"/>
              <a:t>Bridge 1</a:t>
            </a:r>
          </a:p>
          <a:p>
            <a:r>
              <a:rPr lang="fr-FR" smtClean="0"/>
              <a:t>12-  J’ÉTAIS PERDU TU ÉTAIS LÀ M’APPELANT PAR MON NOM</a:t>
            </a:r>
          </a:p>
          <a:p>
            <a:r>
              <a:rPr lang="fr-FR" smtClean="0"/>
              <a:t>      I was lost you were there</a:t>
            </a:r>
          </a:p>
          <a:p>
            <a:r>
              <a:rPr lang="fr-FR" smtClean="0"/>
              <a:t>      Calling me by name</a:t>
            </a:r>
          </a:p>
          <a:p>
            <a:r>
              <a:rPr lang="fr-FR" smtClean="0"/>
              <a:t>13-  MON DÉSIR EST TA GLOIRE, JE N’AI BESOIN D’AUCUN AUTRE GAIN</a:t>
            </a:r>
          </a:p>
          <a:p>
            <a:r>
              <a:rPr lang="fr-FR" smtClean="0"/>
              <a:t>      My desire is your fame</a:t>
            </a:r>
          </a:p>
          <a:p>
            <a:r>
              <a:rPr lang="fr-FR" smtClean="0"/>
              <a:t>      I need no earthly gain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Bridge 2</a:t>
            </a:r>
          </a:p>
          <a:p>
            <a:r>
              <a:rPr lang="fr-FR" smtClean="0"/>
              <a:t>14-  JE TROUVE LA PAIX DANS TA PRESENCE, JE TROUVE LA JOIE DANS TA PRESENCE</a:t>
            </a:r>
          </a:p>
          <a:p>
            <a:r>
              <a:rPr lang="fr-FR" smtClean="0"/>
              <a:t>      Where I find peace in your presence</a:t>
            </a:r>
          </a:p>
          <a:p>
            <a:r>
              <a:rPr lang="fr-FR" smtClean="0"/>
              <a:t>      Where I find joy in your presence</a:t>
            </a:r>
          </a:p>
          <a:p>
            <a:r>
              <a:rPr lang="fr-FR" smtClean="0"/>
              <a:t>15-  JE TROUVE LA FORCE DANS  TA PRESENCE</a:t>
            </a:r>
          </a:p>
          <a:p>
            <a:r>
              <a:rPr lang="fr-FR" smtClean="0"/>
              <a:t>       Where I find strength in your presence</a:t>
            </a:r>
          </a:p>
          <a:p>
            <a:r>
              <a:rPr lang="fr-FR" smtClean="0"/>
              <a:t>16-  JE VEUX RESTER DANS TA PRESENCE POUR TOUJOURS</a:t>
            </a:r>
          </a:p>
          <a:p>
            <a:r>
              <a:rPr lang="fr-FR" smtClean="0"/>
              <a:t>      Oh I wanna stay in your presence always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JE VEUX ÊTRE PRÈS DE TOI, JE RECHERCHÉ TON CŒUR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 wanna be where you are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I'm searching for your heart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J’ABANDONNE TOUTES LES CHOSES, QUI M’ÉLOIGNENT DE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I give away everything that keeps me from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ET JE COURS VERS CE LIEU OÙ JE TE TROUVERAI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So I run to Where I know I can find you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OÙ JE POURRAI RESTER DANS TA PRESENCE,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Where I know I can stay in your presence always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JE DONNE MA VIE POUR TE TROUVER, MON SEIGNEUR, MON PLUS GRAND PRIX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 give my life to seek and find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You oh lord the greatest prize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RIEN O MON SEIGNEUR, NE ME COMBLE COMME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Nothing else O Lord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Will satisfy like your presence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COMME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Like your presence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8-  ET JE COURS VERS CE LIEU, OÙ JE TE TROUVERA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                 So I run to Where I know I can find you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9-  OÙ JE POURRAI RESTER DANS TA PRESENCE, 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	      Where I know I can stay in your presence always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10-  ET JE COURS VERS CELUI QUE JE POURSUIS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 And I run to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 The one that I cling to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11-  CELUI QUI CHANTE SUR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 The one that will sing over 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Bridge 1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J’ÉTAIS PERDU TU ÉTAIS LÀ M’APPELANT PAR MON NOM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I was lost you were there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Calling me by name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MON DÉSIR EST TA GLOIRE, JE N’AI BESOIN D’AUCUN AUTRE GAIN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My desire is your fame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I need no earthly gain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Bridge 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JE TROUVE LA PAIX DANS TA PRESENCE, JE TROUVE LA JOIE DANS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Where I find peace in your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Where I find joy in your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JE TROUVE LA FORCE DANS 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Where I find strength in your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JE VEUX RESTER DANS TA PRESENCE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Oh I wanna stay in your presence always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JE VEUX ÊTRE PRÈS DE TOI, JE RECHERCHÉ TON CŒUR</a:t>
            </a:r>
          </a:p>
          <a:p>
            <a:r>
              <a:rPr lang="fr-FR" smtClean="0"/>
              <a:t>     I wanna be where you are</a:t>
            </a:r>
          </a:p>
          <a:p>
            <a:r>
              <a:rPr lang="fr-FR" smtClean="0"/>
              <a:t>     I'm searching for your heart</a:t>
            </a:r>
          </a:p>
          <a:p>
            <a:r>
              <a:rPr lang="fr-FR" smtClean="0"/>
              <a:t>2-  J’ABANDONNE TOUTES LES CHOSES, QUI M’ÉLOIGNENT DE TOI</a:t>
            </a:r>
          </a:p>
          <a:p>
            <a:r>
              <a:rPr lang="fr-FR" smtClean="0"/>
              <a:t>      I give away everything that keeps me from you</a:t>
            </a:r>
          </a:p>
          <a:p>
            <a:endParaRPr lang="fr-FR" smtClean="0"/>
          </a:p>
          <a:p>
            <a:r>
              <a:rPr lang="fr-FR" smtClean="0"/>
              <a:t>	3-  ET JE COURS VERS CE LIEU OÙ JE TE TROUVERAI</a:t>
            </a:r>
          </a:p>
          <a:p>
            <a:r>
              <a:rPr lang="fr-FR" smtClean="0"/>
              <a:t>	      So I run to Where I know I can find you</a:t>
            </a:r>
          </a:p>
          <a:p>
            <a:r>
              <a:rPr lang="fr-FR" smtClean="0"/>
              <a:t>	4-  OÙ JE POURRAI RESTER DANS TA PRESENCE, POUR TOUJOURS</a:t>
            </a:r>
          </a:p>
          <a:p>
            <a:r>
              <a:rPr lang="fr-FR" smtClean="0"/>
              <a:t>	      Where I know I can stay in your presence always 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5-  JE DONNE MA VIE POUR TE TROUVER, MON SEIGNEUR, MON PLUS GRAND PRIX</a:t>
            </a:r>
          </a:p>
          <a:p>
            <a:r>
              <a:rPr lang="fr-FR" smtClean="0"/>
              <a:t>     I give my life to seek and find </a:t>
            </a:r>
          </a:p>
          <a:p>
            <a:r>
              <a:rPr lang="fr-FR" smtClean="0"/>
              <a:t>     You oh lord the greatest prize </a:t>
            </a:r>
          </a:p>
          <a:p>
            <a:r>
              <a:rPr lang="fr-FR" smtClean="0"/>
              <a:t>6-  RIEN O MON SEIGNEUR, NE ME COMBLE COMME TA PRESENCE</a:t>
            </a:r>
          </a:p>
          <a:p>
            <a:r>
              <a:rPr lang="fr-FR" smtClean="0"/>
              <a:t>     Nothing else O Lord </a:t>
            </a:r>
          </a:p>
          <a:p>
            <a:r>
              <a:rPr lang="fr-FR" smtClean="0"/>
              <a:t>     Will satisfy like your presence </a:t>
            </a:r>
          </a:p>
          <a:p>
            <a:r>
              <a:rPr lang="fr-FR" smtClean="0"/>
              <a:t>7-  COMME TA PRESENCE</a:t>
            </a:r>
          </a:p>
          <a:p>
            <a:r>
              <a:rPr lang="fr-FR" smtClean="0"/>
              <a:t>     Like your presence</a:t>
            </a:r>
          </a:p>
          <a:p>
            <a:endParaRPr lang="fr-FR" smtClean="0"/>
          </a:p>
          <a:p>
            <a:r>
              <a:rPr lang="fr-FR" smtClean="0"/>
              <a:t>	8-  ET JE COURS VERS CE LIEU, OÙ JE TE TROUVERA</a:t>
            </a:r>
          </a:p>
          <a:p>
            <a:r>
              <a:rPr lang="fr-FR" smtClean="0"/>
              <a:t>                        So I run to Where I know I can find you</a:t>
            </a:r>
          </a:p>
          <a:p>
            <a:r>
              <a:rPr lang="fr-FR" smtClean="0"/>
              <a:t>	9-  OÙ JE POURRAI RESTER DANS TA PRESENCE,  POUR TOUJOURS</a:t>
            </a:r>
          </a:p>
          <a:p>
            <a:r>
              <a:rPr lang="fr-FR" smtClean="0"/>
              <a:t>  	      Where I know I can stay in your presence always </a:t>
            </a:r>
          </a:p>
          <a:p>
            <a:r>
              <a:rPr lang="fr-FR" smtClean="0"/>
              <a:t>	10-  ET JE COURS VERS CELUI QUE JE POURSUIS</a:t>
            </a:r>
          </a:p>
          <a:p>
            <a:r>
              <a:rPr lang="fr-FR" smtClean="0"/>
              <a:t>	       And I run to</a:t>
            </a:r>
          </a:p>
          <a:p>
            <a:r>
              <a:rPr lang="fr-FR" smtClean="0"/>
              <a:t>	       The one that I cling to</a:t>
            </a:r>
          </a:p>
          <a:p>
            <a:r>
              <a:rPr lang="fr-FR" smtClean="0"/>
              <a:t>	11-  CELUI QUI CHANTE SUR MA VIE</a:t>
            </a:r>
          </a:p>
          <a:p>
            <a:r>
              <a:rPr lang="fr-FR" smtClean="0"/>
              <a:t>	       The one that will sing over me</a:t>
            </a:r>
          </a:p>
          <a:p>
            <a:endParaRPr lang="fr-FR" smtClean="0"/>
          </a:p>
          <a:p>
            <a:r>
              <a:rPr lang="fr-FR" smtClean="0"/>
              <a:t>Bridge 1</a:t>
            </a:r>
          </a:p>
          <a:p>
            <a:r>
              <a:rPr lang="fr-FR" smtClean="0"/>
              <a:t>12-  J’ÉTAIS PERDU TU ÉTAIS LÀ M’APPELANT PAR MON NOM</a:t>
            </a:r>
          </a:p>
          <a:p>
            <a:r>
              <a:rPr lang="fr-FR" smtClean="0"/>
              <a:t>      I was lost you were there</a:t>
            </a:r>
          </a:p>
          <a:p>
            <a:r>
              <a:rPr lang="fr-FR" smtClean="0"/>
              <a:t>      Calling me by name</a:t>
            </a:r>
          </a:p>
          <a:p>
            <a:r>
              <a:rPr lang="fr-FR" smtClean="0"/>
              <a:t>13-  MON DÉSIR EST TA GLOIRE, JE N’AI BESOIN D’AUCUN AUTRE GAIN</a:t>
            </a:r>
          </a:p>
          <a:p>
            <a:r>
              <a:rPr lang="fr-FR" smtClean="0"/>
              <a:t>      My desire is your fame</a:t>
            </a:r>
          </a:p>
          <a:p>
            <a:r>
              <a:rPr lang="fr-FR" smtClean="0"/>
              <a:t>      I need no earthly gain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Bridge 2</a:t>
            </a:r>
          </a:p>
          <a:p>
            <a:r>
              <a:rPr lang="fr-FR" smtClean="0"/>
              <a:t>14-  JE TROUVE LA PAIX DANS TA PRESENCE, JE TROUVE LA JOIE DANS TA PRESENCE</a:t>
            </a:r>
          </a:p>
          <a:p>
            <a:r>
              <a:rPr lang="fr-FR" smtClean="0"/>
              <a:t>      Where I find peace in your presence</a:t>
            </a:r>
          </a:p>
          <a:p>
            <a:r>
              <a:rPr lang="fr-FR" smtClean="0"/>
              <a:t>      Where I find joy in your presence</a:t>
            </a:r>
          </a:p>
          <a:p>
            <a:r>
              <a:rPr lang="fr-FR" smtClean="0"/>
              <a:t>15-  JE TROUVE LA FORCE DANS  TA PRESENCE</a:t>
            </a:r>
          </a:p>
          <a:p>
            <a:r>
              <a:rPr lang="fr-FR" smtClean="0"/>
              <a:t>       Where I find strength in your presence</a:t>
            </a:r>
          </a:p>
          <a:p>
            <a:r>
              <a:rPr lang="fr-FR" smtClean="0"/>
              <a:t>16-  JE VEUX RESTER DANS TA PRESENCE POUR TOUJOURS</a:t>
            </a:r>
          </a:p>
          <a:p>
            <a:r>
              <a:rPr lang="fr-FR" smtClean="0"/>
              <a:t>      Oh I wanna stay in your presence always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JE VEUX ÊTRE PRÈS DE TOI, JE RECHERCHÉ TON CŒUR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 wanna be where you are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I'm searching for your heart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J’ABANDONNE TOUTES LES CHOSES, QUI M’ÉLOIGNENT DE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I give away everything that keeps me from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ET JE COURS VERS CE LIEU OÙ JE TE TROUVERAI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So I run to Where I know I can find you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OÙ JE POURRAI RESTER DANS TA PRESENCE,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Where I know I can stay in your presence always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JE DONNE MA VIE POUR TE TROUVER, MON SEIGNEUR, MON PLUS GRAND PRIX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 give my life to seek and find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You oh lord the greatest prize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RIEN O MON SEIGNEUR, NE ME COMBLE COMME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Nothing else O Lord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Will satisfy like your presence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COMME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Like your presence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8-  ET JE COURS VERS CE LIEU, OÙ JE TE TROUVERA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                 So I run to Where I know I can find you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9-  OÙ JE POURRAI RESTER DANS TA PRESENCE, 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	      Where I know I can stay in your presence always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10-  ET JE COURS VERS CELUI QUE JE POURSUIS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 And I run to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 The one that I cling to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11-  CELUI QUI CHANTE SUR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 The one that will sing over 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Bridge 1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J’ÉTAIS PERDU TU ÉTAIS LÀ M’APPELANT PAR MON NOM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I was lost you were there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Calling me by name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MON DÉSIR EST TA GLOIRE, JE N’AI BESOIN D’AUCUN AUTRE GAIN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My desire is your fame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I need no earthly gain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Bridge 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JE TROUVE LA PAIX DANS TA PRESENCE, JE TROUVE LA JOIE DANS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Where I find peace in your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Where I find joy in your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JE TROUVE LA FORCE DANS 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Where I find strength in your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JE VEUX RESTER DANS TA PRESENCE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Oh I wanna stay in your presence always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JE VEUX ÊTRE PRÈS DE TOI, JE RECHERCHÉ TON CŒUR</a:t>
            </a:r>
          </a:p>
          <a:p>
            <a:r>
              <a:rPr lang="fr-FR" smtClean="0"/>
              <a:t>     I wanna be where you are</a:t>
            </a:r>
          </a:p>
          <a:p>
            <a:r>
              <a:rPr lang="fr-FR" smtClean="0"/>
              <a:t>     I'm searching for your heart</a:t>
            </a:r>
          </a:p>
          <a:p>
            <a:r>
              <a:rPr lang="fr-FR" smtClean="0"/>
              <a:t>2-  J’ABANDONNE TOUTES LES CHOSES, QUI M’ÉLOIGNENT DE TOI</a:t>
            </a:r>
          </a:p>
          <a:p>
            <a:r>
              <a:rPr lang="fr-FR" smtClean="0"/>
              <a:t>      I give away everything that keeps me from you</a:t>
            </a:r>
          </a:p>
          <a:p>
            <a:endParaRPr lang="fr-FR" smtClean="0"/>
          </a:p>
          <a:p>
            <a:r>
              <a:rPr lang="fr-FR" smtClean="0"/>
              <a:t>	3-  ET JE COURS VERS CE LIEU OÙ JE TE TROUVERAI</a:t>
            </a:r>
          </a:p>
          <a:p>
            <a:r>
              <a:rPr lang="fr-FR" smtClean="0"/>
              <a:t>	      So I run to Where I know I can find you</a:t>
            </a:r>
          </a:p>
          <a:p>
            <a:r>
              <a:rPr lang="fr-FR" smtClean="0"/>
              <a:t>	4-  OÙ JE POURRAI RESTER DANS TA PRESENCE, POUR TOUJOURS</a:t>
            </a:r>
          </a:p>
          <a:p>
            <a:r>
              <a:rPr lang="fr-FR" smtClean="0"/>
              <a:t>	      Where I know I can stay in your presence always 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5-  JE DONNE MA VIE POUR TE TROUVER, MON SEIGNEUR, MON PLUS GRAND PRIX</a:t>
            </a:r>
          </a:p>
          <a:p>
            <a:r>
              <a:rPr lang="fr-FR" smtClean="0"/>
              <a:t>     I give my life to seek and find </a:t>
            </a:r>
          </a:p>
          <a:p>
            <a:r>
              <a:rPr lang="fr-FR" smtClean="0"/>
              <a:t>     You oh lord the greatest prize </a:t>
            </a:r>
          </a:p>
          <a:p>
            <a:r>
              <a:rPr lang="fr-FR" smtClean="0"/>
              <a:t>6-  RIEN O MON SEIGNEUR, NE ME COMBLE COMME TA PRESENCE</a:t>
            </a:r>
          </a:p>
          <a:p>
            <a:r>
              <a:rPr lang="fr-FR" smtClean="0"/>
              <a:t>     Nothing else O Lord </a:t>
            </a:r>
          </a:p>
          <a:p>
            <a:r>
              <a:rPr lang="fr-FR" smtClean="0"/>
              <a:t>     Will satisfy like your presence </a:t>
            </a:r>
          </a:p>
          <a:p>
            <a:r>
              <a:rPr lang="fr-FR" smtClean="0"/>
              <a:t>7-  COMME TA PRESENCE</a:t>
            </a:r>
          </a:p>
          <a:p>
            <a:r>
              <a:rPr lang="fr-FR" smtClean="0"/>
              <a:t>     Like your presence</a:t>
            </a:r>
          </a:p>
          <a:p>
            <a:endParaRPr lang="fr-FR" smtClean="0"/>
          </a:p>
          <a:p>
            <a:r>
              <a:rPr lang="fr-FR" smtClean="0"/>
              <a:t>	8-  ET JE COURS VERS CE LIEU, OÙ JE TE TROUVERA</a:t>
            </a:r>
          </a:p>
          <a:p>
            <a:r>
              <a:rPr lang="fr-FR" smtClean="0"/>
              <a:t>                        So I run to Where I know I can find you</a:t>
            </a:r>
          </a:p>
          <a:p>
            <a:r>
              <a:rPr lang="fr-FR" smtClean="0"/>
              <a:t>	9-  OÙ JE POURRAI RESTER DANS TA PRESENCE,  POUR TOUJOURS</a:t>
            </a:r>
          </a:p>
          <a:p>
            <a:r>
              <a:rPr lang="fr-FR" smtClean="0"/>
              <a:t>  	      Where I know I can stay in your presence always </a:t>
            </a:r>
          </a:p>
          <a:p>
            <a:r>
              <a:rPr lang="fr-FR" smtClean="0"/>
              <a:t>	10-  ET JE COURS VERS CELUI QUE JE POURSUIS</a:t>
            </a:r>
          </a:p>
          <a:p>
            <a:r>
              <a:rPr lang="fr-FR" smtClean="0"/>
              <a:t>	       And I run to</a:t>
            </a:r>
          </a:p>
          <a:p>
            <a:r>
              <a:rPr lang="fr-FR" smtClean="0"/>
              <a:t>	       The one that I cling to</a:t>
            </a:r>
          </a:p>
          <a:p>
            <a:r>
              <a:rPr lang="fr-FR" smtClean="0"/>
              <a:t>	11-  CELUI QUI CHANTE SUR MA VIE</a:t>
            </a:r>
          </a:p>
          <a:p>
            <a:r>
              <a:rPr lang="fr-FR" smtClean="0"/>
              <a:t>	       The one that will sing over me</a:t>
            </a:r>
          </a:p>
          <a:p>
            <a:endParaRPr lang="fr-FR" smtClean="0"/>
          </a:p>
          <a:p>
            <a:r>
              <a:rPr lang="fr-FR" smtClean="0"/>
              <a:t>Bridge 1</a:t>
            </a:r>
          </a:p>
          <a:p>
            <a:r>
              <a:rPr lang="fr-FR" smtClean="0"/>
              <a:t>12-  J’ÉTAIS PERDU TU ÉTAIS LÀ M’APPELANT PAR MON NOM</a:t>
            </a:r>
          </a:p>
          <a:p>
            <a:r>
              <a:rPr lang="fr-FR" smtClean="0"/>
              <a:t>      I was lost you were there</a:t>
            </a:r>
          </a:p>
          <a:p>
            <a:r>
              <a:rPr lang="fr-FR" smtClean="0"/>
              <a:t>      Calling me by name</a:t>
            </a:r>
          </a:p>
          <a:p>
            <a:r>
              <a:rPr lang="fr-FR" smtClean="0"/>
              <a:t>13-  MON DÉSIR EST TA GLOIRE, JE N’AI BESOIN D’AUCUN AUTRE GAIN</a:t>
            </a:r>
          </a:p>
          <a:p>
            <a:r>
              <a:rPr lang="fr-FR" smtClean="0"/>
              <a:t>      My desire is your fame</a:t>
            </a:r>
          </a:p>
          <a:p>
            <a:r>
              <a:rPr lang="fr-FR" smtClean="0"/>
              <a:t>      I need no earthly gain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Bridge 2</a:t>
            </a:r>
          </a:p>
          <a:p>
            <a:r>
              <a:rPr lang="fr-FR" smtClean="0"/>
              <a:t>14-  JE TROUVE LA PAIX DANS TA PRESENCE, JE TROUVE LA JOIE DANS TA PRESENCE</a:t>
            </a:r>
          </a:p>
          <a:p>
            <a:r>
              <a:rPr lang="fr-FR" smtClean="0"/>
              <a:t>      Where I find peace in your presence</a:t>
            </a:r>
          </a:p>
          <a:p>
            <a:r>
              <a:rPr lang="fr-FR" smtClean="0"/>
              <a:t>      Where I find joy in your presence</a:t>
            </a:r>
          </a:p>
          <a:p>
            <a:r>
              <a:rPr lang="fr-FR" smtClean="0"/>
              <a:t>15-  JE TROUVE LA FORCE DANS  TA PRESENCE</a:t>
            </a:r>
          </a:p>
          <a:p>
            <a:r>
              <a:rPr lang="fr-FR" smtClean="0"/>
              <a:t>       Where I find strength in your presence</a:t>
            </a:r>
          </a:p>
          <a:p>
            <a:r>
              <a:rPr lang="fr-FR" smtClean="0"/>
              <a:t>16-  JE VEUX RESTER DANS TA PRESENCE POUR TOUJOURS</a:t>
            </a:r>
          </a:p>
          <a:p>
            <a:r>
              <a:rPr lang="fr-FR" smtClean="0"/>
              <a:t>      Oh I wanna stay in your presence always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JE VEUX ÊTRE PRÈS DE TOI, JE RECHERCHÉ TON CŒUR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 wanna be where you are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I'm searching for your heart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J’ABANDONNE TOUTES LES CHOSES, QUI M’ÉLOIGNENT DE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I give away everything that keeps me from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ET JE COURS VERS CE LIEU OÙ JE TE TROUVERAI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So I run to Where I know I can find you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OÙ JE POURRAI RESTER DANS TA PRESENCE,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Where I know I can stay in your presence always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JE DONNE MA VIE POUR TE TROUVER, MON SEIGNEUR, MON PLUS GRAND PRIX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 give my life to seek and find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You oh lord the greatest prize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RIEN O MON SEIGNEUR, NE ME COMBLE COMME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Nothing else O Lord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Will satisfy like your presence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COMME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Like your presence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8-  ET JE COURS VERS CE LIEU, OÙ JE TE TROUVERA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                 So I run to Where I know I can find you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9-  OÙ JE POURRAI RESTER DANS TA PRESENCE, 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	      Where I know I can stay in your presence always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10-  ET JE COURS VERS CELUI QUE JE POURSUIS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 And I run to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 The one that I cling to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11-  CELUI QUI CHANTE SUR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 The one that will sing over 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Bridge 1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J’ÉTAIS PERDU TU ÉTAIS LÀ M’APPELANT PAR MON NOM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I was lost you were there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Calling me by name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MON DÉSIR EST TA GLOIRE, JE N’AI BESOIN D’AUCUN AUTRE GAIN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My desire is your fame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I need no earthly gain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Bridge 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JE TROUVE LA PAIX DANS TA PRESENCE, JE TROUVE LA JOIE DANS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Where I find peace in your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Where I find joy in your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JE TROUVE LA FORCE DANS 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Where I find strength in your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JE VEUX RESTER DANS TA PRESENCE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Oh I wanna stay in your presence always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JE VEUX ÊTRE PRÈS DE TOI, JE RECHERCHÉ TON CŒUR</a:t>
            </a:r>
          </a:p>
          <a:p>
            <a:r>
              <a:rPr lang="fr-FR" smtClean="0"/>
              <a:t>     I wanna be where you are</a:t>
            </a:r>
          </a:p>
          <a:p>
            <a:r>
              <a:rPr lang="fr-FR" smtClean="0"/>
              <a:t>     I'm searching for your heart</a:t>
            </a:r>
          </a:p>
          <a:p>
            <a:r>
              <a:rPr lang="fr-FR" smtClean="0"/>
              <a:t>2-  J’ABANDONNE TOUTES LES CHOSES, QUI M’ÉLOIGNENT DE TOI</a:t>
            </a:r>
          </a:p>
          <a:p>
            <a:r>
              <a:rPr lang="fr-FR" smtClean="0"/>
              <a:t>      I give away everything that keeps me from you</a:t>
            </a:r>
          </a:p>
          <a:p>
            <a:endParaRPr lang="fr-FR" smtClean="0"/>
          </a:p>
          <a:p>
            <a:r>
              <a:rPr lang="fr-FR" smtClean="0"/>
              <a:t>	3-  ET JE COURS VERS CE LIEU OÙ JE TE TROUVERAI</a:t>
            </a:r>
          </a:p>
          <a:p>
            <a:r>
              <a:rPr lang="fr-FR" smtClean="0"/>
              <a:t>	      So I run to Where I know I can find you</a:t>
            </a:r>
          </a:p>
          <a:p>
            <a:r>
              <a:rPr lang="fr-FR" smtClean="0"/>
              <a:t>	4-  OÙ JE POURRAI RESTER DANS TA PRESENCE, POUR TOUJOURS</a:t>
            </a:r>
          </a:p>
          <a:p>
            <a:r>
              <a:rPr lang="fr-FR" smtClean="0"/>
              <a:t>	      Where I know I can stay in your presence always 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5-  JE DONNE MA VIE POUR TE TROUVER, MON SEIGNEUR, MON PLUS GRAND PRIX</a:t>
            </a:r>
          </a:p>
          <a:p>
            <a:r>
              <a:rPr lang="fr-FR" smtClean="0"/>
              <a:t>     I give my life to seek and find </a:t>
            </a:r>
          </a:p>
          <a:p>
            <a:r>
              <a:rPr lang="fr-FR" smtClean="0"/>
              <a:t>     You oh lord the greatest prize </a:t>
            </a:r>
          </a:p>
          <a:p>
            <a:r>
              <a:rPr lang="fr-FR" smtClean="0"/>
              <a:t>6-  RIEN O MON SEIGNEUR, NE ME COMBLE COMME TA PRESENCE</a:t>
            </a:r>
          </a:p>
          <a:p>
            <a:r>
              <a:rPr lang="fr-FR" smtClean="0"/>
              <a:t>     Nothing else O Lord </a:t>
            </a:r>
          </a:p>
          <a:p>
            <a:r>
              <a:rPr lang="fr-FR" smtClean="0"/>
              <a:t>     Will satisfy like your presence </a:t>
            </a:r>
          </a:p>
          <a:p>
            <a:r>
              <a:rPr lang="fr-FR" smtClean="0"/>
              <a:t>7-  COMME TA PRESENCE</a:t>
            </a:r>
          </a:p>
          <a:p>
            <a:r>
              <a:rPr lang="fr-FR" smtClean="0"/>
              <a:t>     Like your presence</a:t>
            </a:r>
          </a:p>
          <a:p>
            <a:endParaRPr lang="fr-FR" smtClean="0"/>
          </a:p>
          <a:p>
            <a:r>
              <a:rPr lang="fr-FR" smtClean="0"/>
              <a:t>	8-  ET JE COURS VERS CE LIEU, OÙ JE TE TROUVERA</a:t>
            </a:r>
          </a:p>
          <a:p>
            <a:r>
              <a:rPr lang="fr-FR" smtClean="0"/>
              <a:t>                        So I run to Where I know I can find you</a:t>
            </a:r>
          </a:p>
          <a:p>
            <a:r>
              <a:rPr lang="fr-FR" smtClean="0"/>
              <a:t>	9-  OÙ JE POURRAI RESTER DANS TA PRESENCE,  POUR TOUJOURS</a:t>
            </a:r>
          </a:p>
          <a:p>
            <a:r>
              <a:rPr lang="fr-FR" smtClean="0"/>
              <a:t>  	      Where I know I can stay in your presence always </a:t>
            </a:r>
          </a:p>
          <a:p>
            <a:r>
              <a:rPr lang="fr-FR" smtClean="0"/>
              <a:t>	10-  ET JE COURS VERS CELUI QUE JE POURSUIS</a:t>
            </a:r>
          </a:p>
          <a:p>
            <a:r>
              <a:rPr lang="fr-FR" smtClean="0"/>
              <a:t>	       And I run to</a:t>
            </a:r>
          </a:p>
          <a:p>
            <a:r>
              <a:rPr lang="fr-FR" smtClean="0"/>
              <a:t>	       The one that I cling to</a:t>
            </a:r>
          </a:p>
          <a:p>
            <a:r>
              <a:rPr lang="fr-FR" smtClean="0"/>
              <a:t>	11-  CELUI QUI CHANTE SUR MA VIE</a:t>
            </a:r>
          </a:p>
          <a:p>
            <a:r>
              <a:rPr lang="fr-FR" smtClean="0"/>
              <a:t>	       The one that will sing over me</a:t>
            </a:r>
          </a:p>
          <a:p>
            <a:endParaRPr lang="fr-FR" smtClean="0"/>
          </a:p>
          <a:p>
            <a:r>
              <a:rPr lang="fr-FR" smtClean="0"/>
              <a:t>Bridge 1</a:t>
            </a:r>
          </a:p>
          <a:p>
            <a:r>
              <a:rPr lang="fr-FR" smtClean="0"/>
              <a:t>12-  J’ÉTAIS PERDU TU ÉTAIS LÀ M’APPELANT PAR MON NOM</a:t>
            </a:r>
          </a:p>
          <a:p>
            <a:r>
              <a:rPr lang="fr-FR" smtClean="0"/>
              <a:t>      I was lost you were there</a:t>
            </a:r>
          </a:p>
          <a:p>
            <a:r>
              <a:rPr lang="fr-FR" smtClean="0"/>
              <a:t>      Calling me by name</a:t>
            </a:r>
          </a:p>
          <a:p>
            <a:r>
              <a:rPr lang="fr-FR" smtClean="0"/>
              <a:t>13-  MON DÉSIR EST TA GLOIRE, JE N’AI BESOIN D’AUCUN AUTRE GAIN</a:t>
            </a:r>
          </a:p>
          <a:p>
            <a:r>
              <a:rPr lang="fr-FR" smtClean="0"/>
              <a:t>      My desire is your fame</a:t>
            </a:r>
          </a:p>
          <a:p>
            <a:r>
              <a:rPr lang="fr-FR" smtClean="0"/>
              <a:t>      I need no earthly gain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Bridge 2</a:t>
            </a:r>
          </a:p>
          <a:p>
            <a:r>
              <a:rPr lang="fr-FR" smtClean="0"/>
              <a:t>14-  JE TROUVE LA PAIX DANS TA PRESENCE, JE TROUVE LA JOIE DANS TA PRESENCE</a:t>
            </a:r>
          </a:p>
          <a:p>
            <a:r>
              <a:rPr lang="fr-FR" smtClean="0"/>
              <a:t>      Where I find peace in your presence</a:t>
            </a:r>
          </a:p>
          <a:p>
            <a:r>
              <a:rPr lang="fr-FR" smtClean="0"/>
              <a:t>      Where I find joy in your presence</a:t>
            </a:r>
          </a:p>
          <a:p>
            <a:r>
              <a:rPr lang="fr-FR" smtClean="0"/>
              <a:t>15-  JE TROUVE LA FORCE DANS  TA PRESENCE</a:t>
            </a:r>
          </a:p>
          <a:p>
            <a:r>
              <a:rPr lang="fr-FR" smtClean="0"/>
              <a:t>       Where I find strength in your presence</a:t>
            </a:r>
          </a:p>
          <a:p>
            <a:r>
              <a:rPr lang="fr-FR" smtClean="0"/>
              <a:t>16-  JE VEUX RESTER DANS TA PRESENCE POUR TOUJOURS</a:t>
            </a:r>
          </a:p>
          <a:p>
            <a:r>
              <a:rPr lang="fr-FR" smtClean="0"/>
              <a:t>      Oh I wanna stay in your presence always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JE VEUX ÊTRE PRÈS DE TOI, JE RECHERCHÉ TON CŒUR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 wanna be where you are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I'm searching for your heart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J’ABANDONNE TOUTES LES CHOSES, QUI M’ÉLOIGNENT DE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I give away everything that keeps me from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ET JE COURS VERS CE LIEU OÙ JE TE TROUVERAI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So I run to Where I know I can find you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OÙ JE POURRAI RESTER DANS TA PRESENCE,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Where I know I can stay in your presence always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JE DONNE MA VIE POUR TE TROUVER, MON SEIGNEUR, MON PLUS GRAND PRIX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 give my life to seek and find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You oh lord the greatest prize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RIEN O MON SEIGNEUR, NE ME COMBLE COMME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Nothing else O Lord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Will satisfy like your presence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COMME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Like your presence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8-  ET JE COURS VERS CE LIEU, OÙ JE TE TROUVERA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                 So I run to Where I know I can find you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9-  OÙ JE POURRAI RESTER DANS TA PRESENCE, 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	      Where I know I can stay in your presence always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10-  ET JE COURS VERS CELUI QUE JE POURSUIS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 And I run to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 The one that I cling to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11-  CELUI QUI CHANTE SUR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 The one that will sing over 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Bridge 1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J’ÉTAIS PERDU TU ÉTAIS LÀ M’APPELANT PAR MON NOM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I was lost you were there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Calling me by name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MON DÉSIR EST TA GLOIRE, JE N’AI BESOIN D’AUCUN AUTRE GAIN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My desire is your fame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I need no earthly gain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Bridge 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JE TROUVE LA PAIX DANS TA PRESENCE, JE TROUVE LA JOIE DANS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Where I find peace in your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Where I find joy in your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JE TROUVE LA FORCE DANS 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Where I find strength in your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JE VEUX RESTER DANS TA PRESENCE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Oh I wanna stay in your presence always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JE VEUX ÊTRE PRÈS DE TOI, JE RECHERCHÉ TON CŒUR</a:t>
            </a:r>
          </a:p>
          <a:p>
            <a:r>
              <a:rPr lang="fr-FR" smtClean="0"/>
              <a:t>     I wanna be where you are</a:t>
            </a:r>
          </a:p>
          <a:p>
            <a:r>
              <a:rPr lang="fr-FR" smtClean="0"/>
              <a:t>     I'm searching for your heart</a:t>
            </a:r>
          </a:p>
          <a:p>
            <a:r>
              <a:rPr lang="fr-FR" smtClean="0"/>
              <a:t>2-  J’ABANDONNE TOUTES LES CHOSES, QUI M’ÉLOIGNENT DE TOI</a:t>
            </a:r>
          </a:p>
          <a:p>
            <a:r>
              <a:rPr lang="fr-FR" smtClean="0"/>
              <a:t>      I give away everything that keeps me from you</a:t>
            </a:r>
          </a:p>
          <a:p>
            <a:endParaRPr lang="fr-FR" smtClean="0"/>
          </a:p>
          <a:p>
            <a:r>
              <a:rPr lang="fr-FR" smtClean="0"/>
              <a:t>	3-  ET JE COURS VERS CE LIEU OÙ JE TE TROUVERAI</a:t>
            </a:r>
          </a:p>
          <a:p>
            <a:r>
              <a:rPr lang="fr-FR" smtClean="0"/>
              <a:t>	      So I run to Where I know I can find you</a:t>
            </a:r>
          </a:p>
          <a:p>
            <a:r>
              <a:rPr lang="fr-FR" smtClean="0"/>
              <a:t>	4-  OÙ JE POURRAI RESTER DANS TA PRESENCE, POUR TOUJOURS</a:t>
            </a:r>
          </a:p>
          <a:p>
            <a:r>
              <a:rPr lang="fr-FR" smtClean="0"/>
              <a:t>	      Where I know I can stay in your presence always 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5-  JE DONNE MA VIE POUR TE TROUVER, MON SEIGNEUR, MON PLUS GRAND PRIX</a:t>
            </a:r>
          </a:p>
          <a:p>
            <a:r>
              <a:rPr lang="fr-FR" smtClean="0"/>
              <a:t>     I give my life to seek and find </a:t>
            </a:r>
          </a:p>
          <a:p>
            <a:r>
              <a:rPr lang="fr-FR" smtClean="0"/>
              <a:t>     You oh lord the greatest prize </a:t>
            </a:r>
          </a:p>
          <a:p>
            <a:r>
              <a:rPr lang="fr-FR" smtClean="0"/>
              <a:t>6-  RIEN O MON SEIGNEUR, NE ME COMBLE COMME TA PRESENCE</a:t>
            </a:r>
          </a:p>
          <a:p>
            <a:r>
              <a:rPr lang="fr-FR" smtClean="0"/>
              <a:t>     Nothing else O Lord </a:t>
            </a:r>
          </a:p>
          <a:p>
            <a:r>
              <a:rPr lang="fr-FR" smtClean="0"/>
              <a:t>     Will satisfy like your presence </a:t>
            </a:r>
          </a:p>
          <a:p>
            <a:r>
              <a:rPr lang="fr-FR" smtClean="0"/>
              <a:t>7-  COMME TA PRESENCE</a:t>
            </a:r>
          </a:p>
          <a:p>
            <a:r>
              <a:rPr lang="fr-FR" smtClean="0"/>
              <a:t>     Like your presence</a:t>
            </a:r>
          </a:p>
          <a:p>
            <a:endParaRPr lang="fr-FR" smtClean="0"/>
          </a:p>
          <a:p>
            <a:r>
              <a:rPr lang="fr-FR" smtClean="0"/>
              <a:t>	8-  ET JE COURS VERS CE LIEU, OÙ JE TE TROUVERA</a:t>
            </a:r>
          </a:p>
          <a:p>
            <a:r>
              <a:rPr lang="fr-FR" smtClean="0"/>
              <a:t>                        So I run to Where I know I can find you</a:t>
            </a:r>
          </a:p>
          <a:p>
            <a:r>
              <a:rPr lang="fr-FR" smtClean="0"/>
              <a:t>	9-  OÙ JE POURRAI RESTER DANS TA PRESENCE,  POUR TOUJOURS</a:t>
            </a:r>
          </a:p>
          <a:p>
            <a:r>
              <a:rPr lang="fr-FR" smtClean="0"/>
              <a:t>  	      Where I know I can stay in your presence always </a:t>
            </a:r>
          </a:p>
          <a:p>
            <a:r>
              <a:rPr lang="fr-FR" smtClean="0"/>
              <a:t>	10-  ET JE COURS VERS CELUI QUE JE POURSUIS</a:t>
            </a:r>
          </a:p>
          <a:p>
            <a:r>
              <a:rPr lang="fr-FR" smtClean="0"/>
              <a:t>	       And I run to</a:t>
            </a:r>
          </a:p>
          <a:p>
            <a:r>
              <a:rPr lang="fr-FR" smtClean="0"/>
              <a:t>	       The one that I cling to</a:t>
            </a:r>
          </a:p>
          <a:p>
            <a:r>
              <a:rPr lang="fr-FR" smtClean="0"/>
              <a:t>	11-  CELUI QUI CHANTE SUR MA VIE</a:t>
            </a:r>
          </a:p>
          <a:p>
            <a:r>
              <a:rPr lang="fr-FR" smtClean="0"/>
              <a:t>	       The one that will sing over me</a:t>
            </a:r>
          </a:p>
          <a:p>
            <a:endParaRPr lang="fr-FR" smtClean="0"/>
          </a:p>
          <a:p>
            <a:r>
              <a:rPr lang="fr-FR" smtClean="0"/>
              <a:t>Bridge 1</a:t>
            </a:r>
          </a:p>
          <a:p>
            <a:r>
              <a:rPr lang="fr-FR" smtClean="0"/>
              <a:t>12-  J’ÉTAIS PERDU TU ÉTAIS LÀ M’APPELANT PAR MON NOM</a:t>
            </a:r>
          </a:p>
          <a:p>
            <a:r>
              <a:rPr lang="fr-FR" smtClean="0"/>
              <a:t>      I was lost you were there</a:t>
            </a:r>
          </a:p>
          <a:p>
            <a:r>
              <a:rPr lang="fr-FR" smtClean="0"/>
              <a:t>      Calling me by name</a:t>
            </a:r>
          </a:p>
          <a:p>
            <a:r>
              <a:rPr lang="fr-FR" smtClean="0"/>
              <a:t>13-  MON DÉSIR EST TA GLOIRE, JE N’AI BESOIN D’AUCUN AUTRE GAIN</a:t>
            </a:r>
          </a:p>
          <a:p>
            <a:r>
              <a:rPr lang="fr-FR" smtClean="0"/>
              <a:t>      My desire is your fame</a:t>
            </a:r>
          </a:p>
          <a:p>
            <a:r>
              <a:rPr lang="fr-FR" smtClean="0"/>
              <a:t>      I need no earthly gain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Bridge 2</a:t>
            </a:r>
          </a:p>
          <a:p>
            <a:r>
              <a:rPr lang="fr-FR" smtClean="0"/>
              <a:t>14-  JE TROUVE LA PAIX DANS TA PRESENCE, JE TROUVE LA JOIE DANS TA PRESENCE</a:t>
            </a:r>
          </a:p>
          <a:p>
            <a:r>
              <a:rPr lang="fr-FR" smtClean="0"/>
              <a:t>      Where I find peace in your presence</a:t>
            </a:r>
          </a:p>
          <a:p>
            <a:r>
              <a:rPr lang="fr-FR" smtClean="0"/>
              <a:t>      Where I find joy in your presence</a:t>
            </a:r>
          </a:p>
          <a:p>
            <a:r>
              <a:rPr lang="fr-FR" smtClean="0"/>
              <a:t>15-  JE TROUVE LA FORCE DANS  TA PRESENCE</a:t>
            </a:r>
          </a:p>
          <a:p>
            <a:r>
              <a:rPr lang="fr-FR" smtClean="0"/>
              <a:t>       Where I find strength in your presence</a:t>
            </a:r>
          </a:p>
          <a:p>
            <a:r>
              <a:rPr lang="fr-FR" smtClean="0"/>
              <a:t>16-  JE VEUX RESTER DANS TA PRESENCE POUR TOUJOURS</a:t>
            </a:r>
          </a:p>
          <a:p>
            <a:r>
              <a:rPr lang="fr-FR" smtClean="0"/>
              <a:t>      Oh I wanna stay in your presence always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JE VEUX ÊTRE PRÈS DE TOI, JE RECHERCHÉ TON CŒUR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 wanna be where you are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I'm searching for your heart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J’ABANDONNE TOUTES LES CHOSES, QUI M’ÉLOIGNENT DE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I give away everything that keeps me from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ET JE COURS VERS CE LIEU OÙ JE TE TROUVERAI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So I run to Where I know I can find you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OÙ JE POURRAI RESTER DANS TA PRESENCE,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Where I know I can stay in your presence always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JE DONNE MA VIE POUR TE TROUVER, MON SEIGNEUR, MON PLUS GRAND PRIX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 give my life to seek and find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You oh lord the greatest prize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RIEN O MON SEIGNEUR, NE ME COMBLE COMME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Nothing else O Lord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Will satisfy like your presence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COMME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Like your presence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8-  ET JE COURS VERS CE LIEU, OÙ JE TE TROUVERA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                 So I run to Where I know I can find you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9-  OÙ JE POURRAI RESTER DANS TA PRESENCE, 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	      Where I know I can stay in your presence always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10-  ET JE COURS VERS CELUI QUE JE POURSUIS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 And I run to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 The one that I cling to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11-  CELUI QUI CHANTE SUR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 The one that will sing over 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Bridge 1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J’ÉTAIS PERDU TU ÉTAIS LÀ M’APPELANT PAR MON NOM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I was lost you were there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Calling me by name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MON DÉSIR EST TA GLOIRE, JE N’AI BESOIN D’AUCUN AUTRE GAIN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My desire is your fame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I need no earthly gain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Bridge 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JE TROUVE LA PAIX DANS TA PRESENCE, JE TROUVE LA JOIE DANS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Where I find peace in your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Where I find joy in your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JE TROUVE LA FORCE DANS 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Where I find strength in your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JE VEUX RESTER DANS TA PRESENCE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Oh I wanna stay in your presence always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JE VEUX ÊTRE PRÈS DE TOI, JE RECHERCHÉ TON CŒUR</a:t>
            </a:r>
          </a:p>
          <a:p>
            <a:r>
              <a:rPr lang="fr-FR" smtClean="0"/>
              <a:t>     I wanna be where you are</a:t>
            </a:r>
          </a:p>
          <a:p>
            <a:r>
              <a:rPr lang="fr-FR" smtClean="0"/>
              <a:t>     I'm searching for your heart</a:t>
            </a:r>
          </a:p>
          <a:p>
            <a:r>
              <a:rPr lang="fr-FR" smtClean="0"/>
              <a:t>2-  J’ABANDONNE TOUTES LES CHOSES, QUI M’ÉLOIGNENT DE TOI</a:t>
            </a:r>
          </a:p>
          <a:p>
            <a:r>
              <a:rPr lang="fr-FR" smtClean="0"/>
              <a:t>      I give away everything that keeps me from you</a:t>
            </a:r>
          </a:p>
          <a:p>
            <a:endParaRPr lang="fr-FR" smtClean="0"/>
          </a:p>
          <a:p>
            <a:r>
              <a:rPr lang="fr-FR" smtClean="0"/>
              <a:t>	3-  ET JE COURS VERS CE LIEU OÙ JE TE TROUVERAI</a:t>
            </a:r>
          </a:p>
          <a:p>
            <a:r>
              <a:rPr lang="fr-FR" smtClean="0"/>
              <a:t>	      So I run to Where I know I can find you</a:t>
            </a:r>
          </a:p>
          <a:p>
            <a:r>
              <a:rPr lang="fr-FR" smtClean="0"/>
              <a:t>	4-  OÙ JE POURRAI RESTER DANS TA PRESENCE, POUR TOUJOURS</a:t>
            </a:r>
          </a:p>
          <a:p>
            <a:r>
              <a:rPr lang="fr-FR" smtClean="0"/>
              <a:t>	      Where I know I can stay in your presence always 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5-  JE DONNE MA VIE POUR TE TROUVER, MON SEIGNEUR, MON PLUS GRAND PRIX</a:t>
            </a:r>
          </a:p>
          <a:p>
            <a:r>
              <a:rPr lang="fr-FR" smtClean="0"/>
              <a:t>     I give my life to seek and find </a:t>
            </a:r>
          </a:p>
          <a:p>
            <a:r>
              <a:rPr lang="fr-FR" smtClean="0"/>
              <a:t>     You oh lord the greatest prize </a:t>
            </a:r>
          </a:p>
          <a:p>
            <a:r>
              <a:rPr lang="fr-FR" smtClean="0"/>
              <a:t>6-  RIEN O MON SEIGNEUR, NE ME COMBLE COMME TA PRESENCE</a:t>
            </a:r>
          </a:p>
          <a:p>
            <a:r>
              <a:rPr lang="fr-FR" smtClean="0"/>
              <a:t>     Nothing else O Lord </a:t>
            </a:r>
          </a:p>
          <a:p>
            <a:r>
              <a:rPr lang="fr-FR" smtClean="0"/>
              <a:t>     Will satisfy like your presence </a:t>
            </a:r>
          </a:p>
          <a:p>
            <a:r>
              <a:rPr lang="fr-FR" smtClean="0"/>
              <a:t>7-  COMME TA PRESENCE</a:t>
            </a:r>
          </a:p>
          <a:p>
            <a:r>
              <a:rPr lang="fr-FR" smtClean="0"/>
              <a:t>     Like your presence</a:t>
            </a:r>
          </a:p>
          <a:p>
            <a:endParaRPr lang="fr-FR" smtClean="0"/>
          </a:p>
          <a:p>
            <a:r>
              <a:rPr lang="fr-FR" smtClean="0"/>
              <a:t>	8-  ET JE COURS VERS CE LIEU, OÙ JE TE TROUVERA</a:t>
            </a:r>
          </a:p>
          <a:p>
            <a:r>
              <a:rPr lang="fr-FR" smtClean="0"/>
              <a:t>                        So I run to Where I know I can find you</a:t>
            </a:r>
          </a:p>
          <a:p>
            <a:r>
              <a:rPr lang="fr-FR" smtClean="0"/>
              <a:t>	9-  OÙ JE POURRAI RESTER DANS TA PRESENCE,  POUR TOUJOURS</a:t>
            </a:r>
          </a:p>
          <a:p>
            <a:r>
              <a:rPr lang="fr-FR" smtClean="0"/>
              <a:t>  	      Where I know I can stay in your presence always </a:t>
            </a:r>
          </a:p>
          <a:p>
            <a:r>
              <a:rPr lang="fr-FR" smtClean="0"/>
              <a:t>	10-  ET JE COURS VERS CELUI QUE JE POURSUIS</a:t>
            </a:r>
          </a:p>
          <a:p>
            <a:r>
              <a:rPr lang="fr-FR" smtClean="0"/>
              <a:t>	       And I run to</a:t>
            </a:r>
          </a:p>
          <a:p>
            <a:r>
              <a:rPr lang="fr-FR" smtClean="0"/>
              <a:t>	       The one that I cling to</a:t>
            </a:r>
          </a:p>
          <a:p>
            <a:r>
              <a:rPr lang="fr-FR" smtClean="0"/>
              <a:t>	11-  CELUI QUI CHANTE SUR MA VIE</a:t>
            </a:r>
          </a:p>
          <a:p>
            <a:r>
              <a:rPr lang="fr-FR" smtClean="0"/>
              <a:t>	       The one that will sing over me</a:t>
            </a:r>
          </a:p>
          <a:p>
            <a:endParaRPr lang="fr-FR" smtClean="0"/>
          </a:p>
          <a:p>
            <a:r>
              <a:rPr lang="fr-FR" smtClean="0"/>
              <a:t>Bridge 1</a:t>
            </a:r>
          </a:p>
          <a:p>
            <a:r>
              <a:rPr lang="fr-FR" smtClean="0"/>
              <a:t>12-  J’ÉTAIS PERDU TU ÉTAIS LÀ M’APPELANT PAR MON NOM</a:t>
            </a:r>
          </a:p>
          <a:p>
            <a:r>
              <a:rPr lang="fr-FR" smtClean="0"/>
              <a:t>      I was lost you were there</a:t>
            </a:r>
          </a:p>
          <a:p>
            <a:r>
              <a:rPr lang="fr-FR" smtClean="0"/>
              <a:t>      Calling me by name</a:t>
            </a:r>
          </a:p>
          <a:p>
            <a:r>
              <a:rPr lang="fr-FR" smtClean="0"/>
              <a:t>13-  MON DÉSIR EST TA GLOIRE, JE N’AI BESOIN D’AUCUN AUTRE GAIN</a:t>
            </a:r>
          </a:p>
          <a:p>
            <a:r>
              <a:rPr lang="fr-FR" smtClean="0"/>
              <a:t>      My desire is your fame</a:t>
            </a:r>
          </a:p>
          <a:p>
            <a:r>
              <a:rPr lang="fr-FR" smtClean="0"/>
              <a:t>      I need no earthly gain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Bridge 2</a:t>
            </a:r>
          </a:p>
          <a:p>
            <a:r>
              <a:rPr lang="fr-FR" smtClean="0"/>
              <a:t>14-  JE TROUVE LA PAIX DANS TA PRESENCE, JE TROUVE LA JOIE DANS TA PRESENCE</a:t>
            </a:r>
          </a:p>
          <a:p>
            <a:r>
              <a:rPr lang="fr-FR" smtClean="0"/>
              <a:t>      Where I find peace in your presence</a:t>
            </a:r>
          </a:p>
          <a:p>
            <a:r>
              <a:rPr lang="fr-FR" smtClean="0"/>
              <a:t>      Where I find joy in your presence</a:t>
            </a:r>
          </a:p>
          <a:p>
            <a:r>
              <a:rPr lang="fr-FR" smtClean="0"/>
              <a:t>15-  JE TROUVE LA FORCE DANS  TA PRESENCE</a:t>
            </a:r>
          </a:p>
          <a:p>
            <a:r>
              <a:rPr lang="fr-FR" smtClean="0"/>
              <a:t>       Where I find strength in your presence</a:t>
            </a:r>
          </a:p>
          <a:p>
            <a:r>
              <a:rPr lang="fr-FR" smtClean="0"/>
              <a:t>16-  JE VEUX RESTER DANS TA PRESENCE POUR TOUJOURS</a:t>
            </a:r>
          </a:p>
          <a:p>
            <a:r>
              <a:rPr lang="fr-FR" smtClean="0"/>
              <a:t>      Oh I wanna stay in your presence always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1-  JE VEUX ÊTRE PRÈS DE TOI, JE RECHERCHÉ TON CŒUR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 wanna be where you are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I'm searching for your heart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2-  J’ABANDONNE TOUTES LES CHOSES, QUI M’ÉLOIGNENT DE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I give away everything that keeps me from you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3-  ET JE COURS VERS CE LIEU OÙ JE TE TROUVERAI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So I run to Where I know I can find you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4-  OÙ JE POURRAI RESTER DANS TA PRESENCE,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Where I know I can stay in your presence always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5-  JE DONNE MA VIE POUR TE TROUVER, MON SEIGNEUR, MON PLUS GRAND PRIX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I give my life to seek and find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You oh lord the greatest prize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6-  RIEN O MON SEIGNEUR, NE ME COMBLE COMME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Nothing else O Lord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Will satisfy like your presence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7-  COMME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Like your presence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8-  ET JE COURS VERS CE LIEU, OÙ JE TE TROUVERA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                 So I run to Where I know I can find you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9-  OÙ JE POURRAI RESTER DANS TA PRESENCE, 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	      Where I know I can stay in your presence always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10-  ET JE COURS VERS CELUI QUE JE POURSUIS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 And I run to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 The one that I cling to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11-  CELUI QUI CHANTE SUR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	       The one that will sing over 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Bridge 1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12-  J’ÉTAIS PERDU TU ÉTAIS LÀ M’APPELANT PAR MON NOM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I was lost you were there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Calling me by name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13-  MON DÉSIR EST TA GLOIRE, JE N’AI BESOIN D’AUCUN AUTRE GAIN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My desire is your fame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I need no earthly gain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Bridge 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14-  JE TROUVE LA PAIX DANS TA PRESENCE, JE TROUVE LA JOIE DANS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Where I find peace in your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Where I find joy in your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15-  JE TROUVE LA FORCE DANS 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 Where I find strength in your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16-  JE VEUX RESTER DANS TA PRESENCE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smtClean="0"/>
              <a:t>      Oh I wanna stay in your presence always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JE VEUX ÊTRE PRÈS DE TOI, JE RECHERCHÉ TON CŒUR</a:t>
            </a:r>
          </a:p>
          <a:p>
            <a:r>
              <a:rPr lang="fr-FR" smtClean="0"/>
              <a:t>     I wanna be where you are</a:t>
            </a:r>
          </a:p>
          <a:p>
            <a:r>
              <a:rPr lang="fr-FR" smtClean="0"/>
              <a:t>     I'm searching for your heart</a:t>
            </a:r>
          </a:p>
          <a:p>
            <a:r>
              <a:rPr lang="fr-FR" smtClean="0"/>
              <a:t>2-  J’ABANDONNE TOUTES LES CHOSES, QUI M’ÉLOIGNENT DE TOI</a:t>
            </a:r>
          </a:p>
          <a:p>
            <a:r>
              <a:rPr lang="fr-FR" smtClean="0"/>
              <a:t>      I give away everything that keeps me from you</a:t>
            </a:r>
          </a:p>
          <a:p>
            <a:endParaRPr lang="fr-FR" smtClean="0"/>
          </a:p>
          <a:p>
            <a:r>
              <a:rPr lang="fr-FR" smtClean="0"/>
              <a:t>	3-  ET JE COURS VERS CE LIEU OÙ JE TE TROUVERAI</a:t>
            </a:r>
          </a:p>
          <a:p>
            <a:r>
              <a:rPr lang="fr-FR" smtClean="0"/>
              <a:t>	      So I run to Where I know I can find you</a:t>
            </a:r>
          </a:p>
          <a:p>
            <a:r>
              <a:rPr lang="fr-FR" smtClean="0"/>
              <a:t>	4-  OÙ JE POURRAI RESTER DANS TA PRESENCE, POUR TOUJOURS</a:t>
            </a:r>
          </a:p>
          <a:p>
            <a:r>
              <a:rPr lang="fr-FR" smtClean="0"/>
              <a:t>	      Where I know I can stay in your presence always 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5-  JE DONNE MA VIE POUR TE TROUVER, MON SEIGNEUR, MON PLUS GRAND PRIX</a:t>
            </a:r>
          </a:p>
          <a:p>
            <a:r>
              <a:rPr lang="fr-FR" smtClean="0"/>
              <a:t>     I give my life to seek and find </a:t>
            </a:r>
          </a:p>
          <a:p>
            <a:r>
              <a:rPr lang="fr-FR" smtClean="0"/>
              <a:t>     You oh lord the greatest prize </a:t>
            </a:r>
          </a:p>
          <a:p>
            <a:r>
              <a:rPr lang="fr-FR" smtClean="0"/>
              <a:t>6-  RIEN O MON SEIGNEUR, NE ME COMBLE COMME TA PRESENCE</a:t>
            </a:r>
          </a:p>
          <a:p>
            <a:r>
              <a:rPr lang="fr-FR" smtClean="0"/>
              <a:t>     Nothing else O Lord </a:t>
            </a:r>
          </a:p>
          <a:p>
            <a:r>
              <a:rPr lang="fr-FR" smtClean="0"/>
              <a:t>     Will satisfy like your presence </a:t>
            </a:r>
          </a:p>
          <a:p>
            <a:r>
              <a:rPr lang="fr-FR" smtClean="0"/>
              <a:t>7-  COMME TA PRESENCE</a:t>
            </a:r>
          </a:p>
          <a:p>
            <a:r>
              <a:rPr lang="fr-FR" smtClean="0"/>
              <a:t>     Like your presence</a:t>
            </a:r>
          </a:p>
          <a:p>
            <a:endParaRPr lang="fr-FR" smtClean="0"/>
          </a:p>
          <a:p>
            <a:r>
              <a:rPr lang="fr-FR" smtClean="0"/>
              <a:t>	8-  ET JE COURS VERS CE LIEU, OÙ JE TE TROUVERA</a:t>
            </a:r>
          </a:p>
          <a:p>
            <a:r>
              <a:rPr lang="fr-FR" smtClean="0"/>
              <a:t>                        So I run to Where I know I can find you</a:t>
            </a:r>
          </a:p>
          <a:p>
            <a:r>
              <a:rPr lang="fr-FR" smtClean="0"/>
              <a:t>	9-  OÙ JE POURRAI RESTER DANS TA PRESENCE,  POUR TOUJOURS</a:t>
            </a:r>
          </a:p>
          <a:p>
            <a:r>
              <a:rPr lang="fr-FR" smtClean="0"/>
              <a:t>  	      Where I know I can stay in your presence always </a:t>
            </a:r>
          </a:p>
          <a:p>
            <a:r>
              <a:rPr lang="fr-FR" smtClean="0"/>
              <a:t>	10-  ET JE COURS VERS CELUI QUE JE POURSUIS</a:t>
            </a:r>
          </a:p>
          <a:p>
            <a:r>
              <a:rPr lang="fr-FR" smtClean="0"/>
              <a:t>	       And I run to</a:t>
            </a:r>
          </a:p>
          <a:p>
            <a:r>
              <a:rPr lang="fr-FR" smtClean="0"/>
              <a:t>	       The one that I cling to</a:t>
            </a:r>
          </a:p>
          <a:p>
            <a:r>
              <a:rPr lang="fr-FR" smtClean="0"/>
              <a:t>	11-  CELUI QUI CHANTE SUR MA VIE</a:t>
            </a:r>
          </a:p>
          <a:p>
            <a:r>
              <a:rPr lang="fr-FR" smtClean="0"/>
              <a:t>	       The one that will sing over me</a:t>
            </a:r>
          </a:p>
          <a:p>
            <a:endParaRPr lang="fr-FR" smtClean="0"/>
          </a:p>
          <a:p>
            <a:r>
              <a:rPr lang="fr-FR" smtClean="0"/>
              <a:t>Bridge 1</a:t>
            </a:r>
          </a:p>
          <a:p>
            <a:r>
              <a:rPr lang="fr-FR" smtClean="0"/>
              <a:t>12-  J’ÉTAIS PERDU TU ÉTAIS LÀ M’APPELANT PAR MON NOM</a:t>
            </a:r>
          </a:p>
          <a:p>
            <a:r>
              <a:rPr lang="fr-FR" smtClean="0"/>
              <a:t>      I was lost you were there</a:t>
            </a:r>
          </a:p>
          <a:p>
            <a:r>
              <a:rPr lang="fr-FR" smtClean="0"/>
              <a:t>      Calling me by name</a:t>
            </a:r>
          </a:p>
          <a:p>
            <a:r>
              <a:rPr lang="fr-FR" smtClean="0"/>
              <a:t>13-  MON DÉSIR EST TA GLOIRE, JE N’AI BESOIN D’AUCUN AUTRE GAIN</a:t>
            </a:r>
          </a:p>
          <a:p>
            <a:r>
              <a:rPr lang="fr-FR" smtClean="0"/>
              <a:t>      My desire is your fame</a:t>
            </a:r>
          </a:p>
          <a:p>
            <a:r>
              <a:rPr lang="fr-FR" smtClean="0"/>
              <a:t>      I need no earthly gain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Bridge 2</a:t>
            </a:r>
          </a:p>
          <a:p>
            <a:r>
              <a:rPr lang="fr-FR" smtClean="0"/>
              <a:t>14-  JE TROUVE LA PAIX DANS TA PRESENCE, JE TROUVE LA JOIE DANS TA PRESENCE</a:t>
            </a:r>
          </a:p>
          <a:p>
            <a:r>
              <a:rPr lang="fr-FR" smtClean="0"/>
              <a:t>      Where I find peace in your presence</a:t>
            </a:r>
          </a:p>
          <a:p>
            <a:r>
              <a:rPr lang="fr-FR" smtClean="0"/>
              <a:t>      Where I find joy in your presence</a:t>
            </a:r>
          </a:p>
          <a:p>
            <a:r>
              <a:rPr lang="fr-FR" smtClean="0"/>
              <a:t>15-  JE TROUVE LA FORCE DANS  TA PRESENCE</a:t>
            </a:r>
          </a:p>
          <a:p>
            <a:r>
              <a:rPr lang="fr-FR" smtClean="0"/>
              <a:t>       Where I find strength in your presence</a:t>
            </a:r>
          </a:p>
          <a:p>
            <a:r>
              <a:rPr lang="fr-FR" smtClean="0"/>
              <a:t>16-  JE VEUX RESTER DANS TA PRESENCE POUR TOUJOURS</a:t>
            </a:r>
          </a:p>
          <a:p>
            <a:r>
              <a:rPr lang="fr-FR" smtClean="0"/>
              <a:t>      Oh I wanna stay in your presence always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25000" lnSpcReduction="2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1-  JE VEUX ÊTRE PRÈS DE TOI, JE RECHERCHÉ TON CŒUR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     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where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are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searching</a:t>
            </a:r>
            <a:r>
              <a:rPr lang="fr-FR" dirty="0" smtClean="0"/>
              <a:t> for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2-  J’ABANDONNE TOUTES LES CHOSES, QUI M’ÉLOIGNENT DE TOI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      I </a:t>
            </a:r>
            <a:r>
              <a:rPr lang="fr-FR" dirty="0" err="1" smtClean="0"/>
              <a:t>give</a:t>
            </a:r>
            <a:r>
              <a:rPr lang="fr-FR" dirty="0" smtClean="0"/>
              <a:t> </a:t>
            </a:r>
            <a:r>
              <a:rPr lang="fr-FR" dirty="0" err="1" smtClean="0"/>
              <a:t>away</a:t>
            </a:r>
            <a:r>
              <a:rPr lang="fr-FR" dirty="0" smtClean="0"/>
              <a:t> </a:t>
            </a:r>
            <a:r>
              <a:rPr lang="fr-FR" dirty="0" err="1" smtClean="0"/>
              <a:t>everything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keeps</a:t>
            </a:r>
            <a:r>
              <a:rPr lang="fr-FR" dirty="0" smtClean="0"/>
              <a:t> me </a:t>
            </a:r>
            <a:r>
              <a:rPr lang="fr-FR" dirty="0" err="1" smtClean="0"/>
              <a:t>from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	3-  ET JE COURS VERS CE LIEU OÙ JE TE TROUVERAI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	      So I </a:t>
            </a:r>
            <a:r>
              <a:rPr lang="fr-FR" dirty="0" err="1" smtClean="0"/>
              <a:t>run</a:t>
            </a:r>
            <a:r>
              <a:rPr lang="fr-FR" dirty="0" smtClean="0"/>
              <a:t> to </a:t>
            </a:r>
            <a:r>
              <a:rPr lang="fr-FR" dirty="0" err="1" smtClean="0"/>
              <a:t>Where</a:t>
            </a:r>
            <a:r>
              <a:rPr lang="fr-FR" dirty="0" smtClean="0"/>
              <a:t> I know I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find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	4-  OÙ JE POURRAI RESTER DANS TA PRESENCE,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	      </a:t>
            </a:r>
            <a:r>
              <a:rPr lang="fr-FR" dirty="0" err="1" smtClean="0"/>
              <a:t>Where</a:t>
            </a:r>
            <a:r>
              <a:rPr lang="fr-FR" dirty="0" smtClean="0"/>
              <a:t> I know I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stay</a:t>
            </a:r>
            <a:r>
              <a:rPr lang="fr-FR" dirty="0" smtClean="0"/>
              <a:t> in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always</a:t>
            </a:r>
            <a:r>
              <a:rPr lang="fr-FR" dirty="0" smtClean="0"/>
              <a:t>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  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5-  JE DONNE MA VIE POUR TE TROUVER, MON SEIGNEUR, MON PLUS GRAND PRIX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     I </a:t>
            </a:r>
            <a:r>
              <a:rPr lang="fr-FR" dirty="0" err="1" smtClean="0"/>
              <a:t>give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life to </a:t>
            </a:r>
            <a:r>
              <a:rPr lang="fr-FR" dirty="0" err="1" smtClean="0"/>
              <a:t>seek</a:t>
            </a:r>
            <a:r>
              <a:rPr lang="fr-FR" dirty="0" smtClean="0"/>
              <a:t> and </a:t>
            </a:r>
            <a:r>
              <a:rPr lang="fr-FR" dirty="0" err="1" smtClean="0"/>
              <a:t>find</a:t>
            </a:r>
            <a:r>
              <a:rPr lang="fr-FR" dirty="0" smtClean="0"/>
              <a:t>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     You oh lord the </a:t>
            </a:r>
            <a:r>
              <a:rPr lang="fr-FR" dirty="0" err="1" smtClean="0"/>
              <a:t>greatest</a:t>
            </a:r>
            <a:r>
              <a:rPr lang="fr-FR" dirty="0" smtClean="0"/>
              <a:t> </a:t>
            </a:r>
            <a:r>
              <a:rPr lang="fr-FR" dirty="0" err="1" smtClean="0"/>
              <a:t>prize</a:t>
            </a:r>
            <a:r>
              <a:rPr lang="fr-FR" dirty="0" smtClean="0"/>
              <a:t>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6-  RIEN O MON SEIGNEUR, NE ME COMBLE COMME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Nothing</a:t>
            </a:r>
            <a:r>
              <a:rPr lang="fr-FR" dirty="0" smtClean="0"/>
              <a:t> </a:t>
            </a:r>
            <a:r>
              <a:rPr lang="fr-FR" dirty="0" err="1" smtClean="0"/>
              <a:t>else</a:t>
            </a:r>
            <a:r>
              <a:rPr lang="fr-FR" dirty="0" smtClean="0"/>
              <a:t> O Lord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     Will </a:t>
            </a:r>
            <a:r>
              <a:rPr lang="fr-FR" dirty="0" err="1" smtClean="0"/>
              <a:t>satisfy</a:t>
            </a:r>
            <a:r>
              <a:rPr lang="fr-FR" dirty="0" smtClean="0"/>
              <a:t> </a:t>
            </a:r>
            <a:r>
              <a:rPr lang="fr-FR" dirty="0" err="1" smtClean="0"/>
              <a:t>like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7-  COMME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Like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	8-  ET JE COURS VERS CE LIEU, OÙ JE TE TROUVERA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                        So I </a:t>
            </a:r>
            <a:r>
              <a:rPr lang="fr-FR" dirty="0" err="1" smtClean="0"/>
              <a:t>run</a:t>
            </a:r>
            <a:r>
              <a:rPr lang="fr-FR" dirty="0" smtClean="0"/>
              <a:t> to </a:t>
            </a:r>
            <a:r>
              <a:rPr lang="fr-FR" dirty="0" err="1" smtClean="0"/>
              <a:t>Where</a:t>
            </a:r>
            <a:r>
              <a:rPr lang="fr-FR" dirty="0" smtClean="0"/>
              <a:t> I know I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find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	9-  OÙ JE POURRAI RESTER DANS TA PRESENCE, 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  	      </a:t>
            </a:r>
            <a:r>
              <a:rPr lang="fr-FR" dirty="0" err="1" smtClean="0"/>
              <a:t>Where</a:t>
            </a:r>
            <a:r>
              <a:rPr lang="fr-FR" dirty="0" smtClean="0"/>
              <a:t> I know I </a:t>
            </a:r>
            <a:r>
              <a:rPr lang="fr-FR" dirty="0" err="1" smtClean="0"/>
              <a:t>can</a:t>
            </a:r>
            <a:r>
              <a:rPr lang="fr-FR" dirty="0" smtClean="0"/>
              <a:t> </a:t>
            </a:r>
            <a:r>
              <a:rPr lang="fr-FR" dirty="0" err="1" smtClean="0"/>
              <a:t>stay</a:t>
            </a:r>
            <a:r>
              <a:rPr lang="fr-FR" dirty="0" smtClean="0"/>
              <a:t> in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always</a:t>
            </a:r>
            <a:r>
              <a:rPr lang="fr-FR" dirty="0" smtClean="0"/>
              <a:t> 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	10-  ET JE COURS VERS CELUI QUE JE POURSUIS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	       And I </a:t>
            </a:r>
            <a:r>
              <a:rPr lang="fr-FR" dirty="0" err="1" smtClean="0"/>
              <a:t>run</a:t>
            </a:r>
            <a:r>
              <a:rPr lang="fr-FR" dirty="0" smtClean="0"/>
              <a:t> to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	       The one </a:t>
            </a:r>
            <a:r>
              <a:rPr lang="fr-FR" dirty="0" err="1" smtClean="0"/>
              <a:t>that</a:t>
            </a:r>
            <a:r>
              <a:rPr lang="fr-FR" dirty="0" smtClean="0"/>
              <a:t> I </a:t>
            </a:r>
            <a:r>
              <a:rPr lang="fr-FR" dirty="0" err="1" smtClean="0"/>
              <a:t>cling</a:t>
            </a:r>
            <a:r>
              <a:rPr lang="fr-FR" dirty="0" smtClean="0"/>
              <a:t> to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	11-  CELUI QUI CHANTE SUR MA VIE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	       The one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sing</a:t>
            </a:r>
            <a:r>
              <a:rPr lang="fr-FR" dirty="0" smtClean="0"/>
              <a:t> over me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Bridge 1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12-  J’ÉTAIS PERDU TU ÉTAIS LÀ M’APPELANT PAR MON NOM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      I </a:t>
            </a:r>
            <a:r>
              <a:rPr lang="fr-FR" dirty="0" err="1" smtClean="0"/>
              <a:t>was</a:t>
            </a:r>
            <a:r>
              <a:rPr lang="fr-FR" dirty="0" smtClean="0"/>
              <a:t> </a:t>
            </a:r>
            <a:r>
              <a:rPr lang="fr-FR" dirty="0" err="1" smtClean="0"/>
              <a:t>lost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r>
              <a:rPr lang="fr-FR" dirty="0" smtClean="0"/>
              <a:t> </a:t>
            </a:r>
            <a:r>
              <a:rPr lang="fr-FR" dirty="0" err="1" smtClean="0"/>
              <a:t>were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Calling</a:t>
            </a:r>
            <a:r>
              <a:rPr lang="fr-FR" dirty="0" smtClean="0"/>
              <a:t> me by </a:t>
            </a:r>
            <a:r>
              <a:rPr lang="fr-FR" dirty="0" err="1" smtClean="0"/>
              <a:t>name</a:t>
            </a: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13-  MON DÉSIR EST TA GLOIRE, JE N’AI BESOIN D’AUCUN AUTRE GAIN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desire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fame</a:t>
            </a: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      I </a:t>
            </a:r>
            <a:r>
              <a:rPr lang="fr-FR" dirty="0" err="1" smtClean="0"/>
              <a:t>need</a:t>
            </a:r>
            <a:r>
              <a:rPr lang="fr-FR" dirty="0" smtClean="0"/>
              <a:t> no </a:t>
            </a:r>
            <a:r>
              <a:rPr lang="fr-FR" dirty="0" err="1" smtClean="0"/>
              <a:t>earthly</a:t>
            </a:r>
            <a:r>
              <a:rPr lang="fr-FR" dirty="0" smtClean="0"/>
              <a:t> gain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Bridge 2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14-  JE TROUVE LA PAIX DANS TA PRESENCE, JE TROUVE LA JOIE DANS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Where</a:t>
            </a:r>
            <a:r>
              <a:rPr lang="fr-FR" dirty="0" smtClean="0"/>
              <a:t> I </a:t>
            </a:r>
            <a:r>
              <a:rPr lang="fr-FR" dirty="0" err="1" smtClean="0"/>
              <a:t>find</a:t>
            </a:r>
            <a:r>
              <a:rPr lang="fr-FR" dirty="0" smtClean="0"/>
              <a:t> </a:t>
            </a:r>
            <a:r>
              <a:rPr lang="fr-FR" dirty="0" err="1" smtClean="0"/>
              <a:t>peace</a:t>
            </a:r>
            <a:r>
              <a:rPr lang="fr-FR" dirty="0" smtClean="0"/>
              <a:t> in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Where</a:t>
            </a:r>
            <a:r>
              <a:rPr lang="fr-FR" dirty="0" smtClean="0"/>
              <a:t> I </a:t>
            </a:r>
            <a:r>
              <a:rPr lang="fr-FR" dirty="0" err="1" smtClean="0"/>
              <a:t>find</a:t>
            </a:r>
            <a:r>
              <a:rPr lang="fr-FR" dirty="0" smtClean="0"/>
              <a:t> </a:t>
            </a:r>
            <a:r>
              <a:rPr lang="fr-FR" dirty="0" err="1" smtClean="0"/>
              <a:t>joy</a:t>
            </a:r>
            <a:r>
              <a:rPr lang="fr-FR" dirty="0" smtClean="0"/>
              <a:t> in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15-  JE TROUVE LA FORCE DANS  TA PRESENCE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Where</a:t>
            </a:r>
            <a:r>
              <a:rPr lang="fr-FR" dirty="0" smtClean="0"/>
              <a:t> I </a:t>
            </a:r>
            <a:r>
              <a:rPr lang="fr-FR" dirty="0" err="1" smtClean="0"/>
              <a:t>find</a:t>
            </a:r>
            <a:r>
              <a:rPr lang="fr-FR" dirty="0" smtClean="0"/>
              <a:t> </a:t>
            </a:r>
            <a:r>
              <a:rPr lang="fr-FR" dirty="0" err="1" smtClean="0"/>
              <a:t>strength</a:t>
            </a:r>
            <a:r>
              <a:rPr lang="fr-FR" dirty="0" smtClean="0"/>
              <a:t> in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16-  JE VEUX RESTER DANS TA PRESENCE POUR TOUJOURS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dirty="0" smtClean="0"/>
              <a:t>      Oh I </a:t>
            </a:r>
            <a:r>
              <a:rPr lang="fr-FR" dirty="0" err="1" smtClean="0"/>
              <a:t>wanna</a:t>
            </a:r>
            <a:r>
              <a:rPr lang="fr-FR" dirty="0" smtClean="0"/>
              <a:t> </a:t>
            </a:r>
            <a:r>
              <a:rPr lang="fr-FR" dirty="0" err="1" smtClean="0"/>
              <a:t>stay</a:t>
            </a:r>
            <a:r>
              <a:rPr lang="fr-FR" dirty="0" smtClean="0"/>
              <a:t> in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presence</a:t>
            </a:r>
            <a:r>
              <a:rPr lang="fr-FR" dirty="0" smtClean="0"/>
              <a:t> </a:t>
            </a:r>
            <a:r>
              <a:rPr lang="fr-FR" dirty="0" err="1" smtClean="0"/>
              <a:t>always</a:t>
            </a:r>
            <a:endParaRPr 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smtClean="0"/>
              <a:t>1-  JE VEUX ÊTRE PRÈS DE TOI, JE RECHERCHÉ TON CŒUR</a:t>
            </a:r>
          </a:p>
          <a:p>
            <a:r>
              <a:rPr lang="fr-FR" smtClean="0"/>
              <a:t>     I wanna be where you are</a:t>
            </a:r>
          </a:p>
          <a:p>
            <a:r>
              <a:rPr lang="fr-FR" smtClean="0"/>
              <a:t>     I'm searching for your heart</a:t>
            </a:r>
          </a:p>
          <a:p>
            <a:r>
              <a:rPr lang="fr-FR" smtClean="0"/>
              <a:t>2-  J’ABANDONNE TOUTES LES CHOSES, QUI M’ÉLOIGNENT DE TOI</a:t>
            </a:r>
          </a:p>
          <a:p>
            <a:r>
              <a:rPr lang="fr-FR" smtClean="0"/>
              <a:t>      I give away everything that keeps me from you</a:t>
            </a:r>
          </a:p>
          <a:p>
            <a:endParaRPr lang="fr-FR" smtClean="0"/>
          </a:p>
          <a:p>
            <a:r>
              <a:rPr lang="fr-FR" smtClean="0"/>
              <a:t>	3-  ET JE COURS VERS CE LIEU OÙ JE TE TROUVERAI</a:t>
            </a:r>
          </a:p>
          <a:p>
            <a:r>
              <a:rPr lang="fr-FR" smtClean="0"/>
              <a:t>	      So I run to Where I know I can find you</a:t>
            </a:r>
          </a:p>
          <a:p>
            <a:r>
              <a:rPr lang="fr-FR" smtClean="0"/>
              <a:t>	4-  OÙ JE POURRAI RESTER DANS TA PRESENCE, POUR TOUJOURS</a:t>
            </a:r>
          </a:p>
          <a:p>
            <a:r>
              <a:rPr lang="fr-FR" smtClean="0"/>
              <a:t>	      Where I know I can stay in your presence always </a:t>
            </a:r>
          </a:p>
          <a:p>
            <a:r>
              <a:rPr lang="fr-FR" smtClean="0"/>
              <a:t>   </a:t>
            </a:r>
          </a:p>
          <a:p>
            <a:r>
              <a:rPr lang="fr-FR" smtClean="0"/>
              <a:t>5-  JE DONNE MA VIE POUR TE TROUVER, MON SEIGNEUR, MON PLUS GRAND PRIX</a:t>
            </a:r>
          </a:p>
          <a:p>
            <a:r>
              <a:rPr lang="fr-FR" smtClean="0"/>
              <a:t>     I give my life to seek and find </a:t>
            </a:r>
          </a:p>
          <a:p>
            <a:r>
              <a:rPr lang="fr-FR" smtClean="0"/>
              <a:t>     You oh lord the greatest prize </a:t>
            </a:r>
          </a:p>
          <a:p>
            <a:r>
              <a:rPr lang="fr-FR" smtClean="0"/>
              <a:t>6-  RIEN O MON SEIGNEUR, NE ME COMBLE COMME TA PRESENCE</a:t>
            </a:r>
          </a:p>
          <a:p>
            <a:r>
              <a:rPr lang="fr-FR" smtClean="0"/>
              <a:t>     Nothing else O Lord </a:t>
            </a:r>
          </a:p>
          <a:p>
            <a:r>
              <a:rPr lang="fr-FR" smtClean="0"/>
              <a:t>     Will satisfy like your presence </a:t>
            </a:r>
          </a:p>
          <a:p>
            <a:r>
              <a:rPr lang="fr-FR" smtClean="0"/>
              <a:t>7-  COMME TA PRESENCE</a:t>
            </a:r>
          </a:p>
          <a:p>
            <a:r>
              <a:rPr lang="fr-FR" smtClean="0"/>
              <a:t>     Like your presence</a:t>
            </a:r>
          </a:p>
          <a:p>
            <a:endParaRPr lang="fr-FR" smtClean="0"/>
          </a:p>
          <a:p>
            <a:r>
              <a:rPr lang="fr-FR" smtClean="0"/>
              <a:t>	8-  ET JE COURS VERS CE LIEU, OÙ JE TE TROUVERA</a:t>
            </a:r>
          </a:p>
          <a:p>
            <a:r>
              <a:rPr lang="fr-FR" smtClean="0"/>
              <a:t>                        So I run to Where I know I can find you</a:t>
            </a:r>
          </a:p>
          <a:p>
            <a:r>
              <a:rPr lang="fr-FR" smtClean="0"/>
              <a:t>	9-  OÙ JE POURRAI RESTER DANS TA PRESENCE,  POUR TOUJOURS</a:t>
            </a:r>
          </a:p>
          <a:p>
            <a:r>
              <a:rPr lang="fr-FR" smtClean="0"/>
              <a:t>  	      Where I know I can stay in your presence always </a:t>
            </a:r>
          </a:p>
          <a:p>
            <a:r>
              <a:rPr lang="fr-FR" smtClean="0"/>
              <a:t>	10-  ET JE COURS VERS CELUI QUE JE POURSUIS</a:t>
            </a:r>
          </a:p>
          <a:p>
            <a:r>
              <a:rPr lang="fr-FR" smtClean="0"/>
              <a:t>	       And I run to</a:t>
            </a:r>
          </a:p>
          <a:p>
            <a:r>
              <a:rPr lang="fr-FR" smtClean="0"/>
              <a:t>	       The one that I cling to</a:t>
            </a:r>
          </a:p>
          <a:p>
            <a:r>
              <a:rPr lang="fr-FR" smtClean="0"/>
              <a:t>	11-  CELUI QUI CHANTE SUR MA VIE</a:t>
            </a:r>
          </a:p>
          <a:p>
            <a:r>
              <a:rPr lang="fr-FR" smtClean="0"/>
              <a:t>	       The one that will sing over me</a:t>
            </a:r>
          </a:p>
          <a:p>
            <a:endParaRPr lang="fr-FR" smtClean="0"/>
          </a:p>
          <a:p>
            <a:r>
              <a:rPr lang="fr-FR" smtClean="0"/>
              <a:t>Bridge 1</a:t>
            </a:r>
          </a:p>
          <a:p>
            <a:r>
              <a:rPr lang="fr-FR" smtClean="0"/>
              <a:t>12-  J’ÉTAIS PERDU TU ÉTAIS LÀ M’APPELANT PAR MON NOM</a:t>
            </a:r>
          </a:p>
          <a:p>
            <a:r>
              <a:rPr lang="fr-FR" smtClean="0"/>
              <a:t>      I was lost you were there</a:t>
            </a:r>
          </a:p>
          <a:p>
            <a:r>
              <a:rPr lang="fr-FR" smtClean="0"/>
              <a:t>      Calling me by name</a:t>
            </a:r>
          </a:p>
          <a:p>
            <a:r>
              <a:rPr lang="fr-FR" smtClean="0"/>
              <a:t>13-  MON DÉSIR EST TA GLOIRE, JE N’AI BESOIN D’AUCUN AUTRE GAIN</a:t>
            </a:r>
          </a:p>
          <a:p>
            <a:r>
              <a:rPr lang="fr-FR" smtClean="0"/>
              <a:t>      My desire is your fame</a:t>
            </a:r>
          </a:p>
          <a:p>
            <a:r>
              <a:rPr lang="fr-FR" smtClean="0"/>
              <a:t>      I need no earthly gain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Bridge 2</a:t>
            </a:r>
          </a:p>
          <a:p>
            <a:r>
              <a:rPr lang="fr-FR" smtClean="0"/>
              <a:t>14-  JE TROUVE LA PAIX DANS TA PRESENCE, JE TROUVE LA JOIE DANS TA PRESENCE</a:t>
            </a:r>
          </a:p>
          <a:p>
            <a:r>
              <a:rPr lang="fr-FR" smtClean="0"/>
              <a:t>      Where I find peace in your presence</a:t>
            </a:r>
          </a:p>
          <a:p>
            <a:r>
              <a:rPr lang="fr-FR" smtClean="0"/>
              <a:t>      Where I find joy in your presence</a:t>
            </a:r>
          </a:p>
          <a:p>
            <a:r>
              <a:rPr lang="fr-FR" smtClean="0"/>
              <a:t>15-  JE TROUVE LA FORCE DANS  TA PRESENCE</a:t>
            </a:r>
          </a:p>
          <a:p>
            <a:r>
              <a:rPr lang="fr-FR" smtClean="0"/>
              <a:t>       Where I find strength in your presence</a:t>
            </a:r>
          </a:p>
          <a:p>
            <a:r>
              <a:rPr lang="fr-FR" smtClean="0"/>
              <a:t>16-  JE VEUX RESTER DANS TA PRESENCE POUR TOUJOURS</a:t>
            </a:r>
          </a:p>
          <a:p>
            <a:r>
              <a:rPr lang="fr-FR" smtClean="0"/>
              <a:t>      Oh I wanna stay in your presence always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7FC24D-9F4D-4A98-A4EB-A7F6DE61577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1D8B51-0070-4DB4-9F10-66ECB3EB809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D73B6D-EECB-407F-9098-657559F0098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F4988-3AFB-4D72-8467-F683E85B16B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1DCCDB-187D-4A0A-869A-9497AC8AF18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84073D-6424-4103-A78C-C0A50FB0390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E08F43-DFDB-449D-BB95-0509B6283D2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D4F31D-0323-4418-AAD8-39547223996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9F056F-DFD2-4862-92B8-F76151BBC6C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3CC9AC-D1C2-4852-8167-75A58168532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9CD9DC-BE18-40F1-AE94-4C72C66AECC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72BA91A9-3E7F-4735-911D-81DEEB77E08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VEUX ÊTRE PRÈS DE TOI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RECHERCHE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TON CŒUR</a:t>
            </a:r>
          </a:p>
        </p:txBody>
      </p:sp>
      <p:sp>
        <p:nvSpPr>
          <p:cNvPr id="2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J’ABANDONNE TOUTES LES CHOSES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QUI M’ÉLOIGNENT DE TOI</a:t>
            </a:r>
          </a:p>
        </p:txBody>
      </p:sp>
      <p:sp>
        <p:nvSpPr>
          <p:cNvPr id="3075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JE COURS VERS CE LIEU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OÙ JE TE TROUVERAI</a:t>
            </a:r>
          </a:p>
        </p:txBody>
      </p:sp>
      <p:sp>
        <p:nvSpPr>
          <p:cNvPr id="4099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OÙ JE POURRAI RESTER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DANS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TA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PRESENCE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POUR TOUJOURS</a:t>
            </a:r>
          </a:p>
        </p:txBody>
      </p:sp>
      <p:sp>
        <p:nvSpPr>
          <p:cNvPr id="5123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DONNE MA VIE POUR TE TROUVER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MON SEIGNEUR, MON PLUS GRAND PRIX</a:t>
            </a:r>
          </a:p>
        </p:txBody>
      </p:sp>
      <p:sp>
        <p:nvSpPr>
          <p:cNvPr id="6147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RIEN Ô MON SEIGNEUR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NE ME COMBLE COMME TA PRESENCE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7171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COMME TA PRÉSENCE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8195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JE COURS VERS CE LIEU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OÙ JE TE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TROUVERAI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9219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OÙ JE POURRAI RESTER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DANS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TA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PRESENCE POUR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TOUJOURS</a:t>
            </a:r>
          </a:p>
        </p:txBody>
      </p:sp>
      <p:sp>
        <p:nvSpPr>
          <p:cNvPr id="10243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ET JE COURS VERS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CELUI QUE JE POURSUIS</a:t>
            </a:r>
          </a:p>
        </p:txBody>
      </p:sp>
      <p:sp>
        <p:nvSpPr>
          <p:cNvPr id="11267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CELUI QUI CHANTE SUR MA VIE</a:t>
            </a:r>
          </a:p>
        </p:txBody>
      </p:sp>
      <p:sp>
        <p:nvSpPr>
          <p:cNvPr id="12291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J’ÉTAIS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PERDU,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TU ÉTAIS LÀ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M’APPELANT PAR MON NOM</a:t>
            </a:r>
          </a:p>
        </p:txBody>
      </p:sp>
      <p:sp>
        <p:nvSpPr>
          <p:cNvPr id="13315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MON DÉSIR EST TA GLOIRE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N’AI BESOIN D’AUCUN AUTRE GAIN</a:t>
            </a:r>
          </a:p>
        </p:txBody>
      </p:sp>
      <p:sp>
        <p:nvSpPr>
          <p:cNvPr id="14339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TROUVE LA PAIX DANS TA PRÉSENCE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TROUVE LA JOIE DANS TA PRÉSENCE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5363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TROUVE LA FORCE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DANS TA PRÉSENCE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6387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JE VEUX RESTER DANS TA PRÉSENCE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itchFamily="34" charset="0"/>
              </a:rPr>
              <a:t>POUR TOUJOURS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 pitchFamily="34" charset="0"/>
            </a:endParaRPr>
          </a:p>
        </p:txBody>
      </p:sp>
      <p:sp>
        <p:nvSpPr>
          <p:cNvPr id="17411" name="Rectangle 23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2708275"/>
            <a:ext cx="7772400" cy="1143000"/>
          </a:xfrm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614</TotalTime>
  <Words>1587</Words>
  <Application>Microsoft Office PowerPoint</Application>
  <PresentationFormat>On-screen Show (4:3)</PresentationFormat>
  <Paragraphs>1470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Times New Roman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58</cp:revision>
  <dcterms:created xsi:type="dcterms:W3CDTF">2002-08-17T11:00:44Z</dcterms:created>
  <dcterms:modified xsi:type="dcterms:W3CDTF">2014-04-13T07:53:24Z</dcterms:modified>
</cp:coreProperties>
</file>